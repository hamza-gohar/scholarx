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02" r:id="rId4"/>
    <p:sldMasterId id="2147483703" r:id="rId5"/>
    <p:sldMasterId id="2147483704" r:id="rId6"/>
  </p:sldMasterIdLst>
  <p:notesMasterIdLst>
    <p:notesMasterId r:id="rId7"/>
  </p:notesMasterIdLst>
  <p:sldIdLst>
    <p:sldId id="256" r:id="rId8"/>
    <p:sldId id="258" r:id="rId10"/>
    <p:sldId id="262" r:id="rId14"/>
    <p:sldId id="268" r:id="rId20"/>
    <p:sldId id="271" r:id="rId23"/>
    <p:sldId id="281" r:id="rId33"/>
    <p:sldId id="282" r:id="rId34"/>
    <p:sldId id="283" r:id="rId35"/>
    <p:sldId id="290" r:id="rId42"/>
  </p:sldIdLst>
  <p:sldSz cy="5143500" cx="9144000"/>
  <p:notesSz cx="6858000" cy="9144000"/>
  <p:embeddedFontLst>
    <p:embeddedFont>
      <p:font typeface="Proxima Nova"/>
      <p:regular r:id="rId92"/>
      <p:bold r:id="rId93"/>
      <p:italic r:id="rId94"/>
      <p:boldItalic r:id="rId95"/>
    </p:embeddedFont>
    <p:embeddedFont>
      <p:font typeface="Roboto Medium"/>
      <p:regular r:id="rId96"/>
      <p:bold r:id="rId97"/>
      <p:italic r:id="rId98"/>
      <p:boldItalic r:id="rId99"/>
    </p:embeddedFont>
    <p:embeddedFont>
      <p:font typeface="Kulim Park"/>
      <p:regular r:id="rId100"/>
      <p:bold r:id="rId101"/>
      <p:italic r:id="rId102"/>
      <p:boldItalic r:id="rId103"/>
    </p:embeddedFont>
    <p:embeddedFont>
      <p:font typeface="Manrope"/>
      <p:regular r:id="rId104"/>
      <p:bold r:id="rId105"/>
    </p:embeddedFont>
    <p:embeddedFont>
      <p:font typeface="Proxima Nova Semibold"/>
      <p:regular r:id="rId106"/>
      <p:bold r:id="rId107"/>
      <p:boldItalic r:id="rId108"/>
    </p:embeddedFont>
    <p:embeddedFont>
      <p:font typeface="Barlow"/>
      <p:regular r:id="rId109"/>
      <p:bold r:id="rId110"/>
      <p:italic r:id="rId111"/>
      <p:boldItalic r:id="rId112"/>
    </p:embeddedFont>
    <p:embeddedFont>
      <p:font typeface="Amatic SC"/>
      <p:regular r:id="rId113"/>
      <p:bold r:id="rId114"/>
    </p:embeddedFont>
    <p:embeddedFont>
      <p:font typeface="Montserrat"/>
      <p:regular r:id="rId115"/>
      <p:bold r:id="rId116"/>
      <p:italic r:id="rId117"/>
      <p:boldItalic r:id="rId118"/>
    </p:embeddedFont>
    <p:embeddedFont>
      <p:font typeface="Manrope Medium"/>
      <p:regular r:id="rId119"/>
      <p:bold r:id="rId120"/>
    </p:embeddedFont>
    <p:embeddedFont>
      <p:font typeface="PT Sans"/>
      <p:regular r:id="rId121"/>
      <p:bold r:id="rId122"/>
      <p:italic r:id="rId123"/>
      <p:boldItalic r:id="rId124"/>
    </p:embeddedFont>
    <p:embeddedFont>
      <p:font typeface="Kulim Park SemiBold"/>
      <p:regular r:id="rId125"/>
      <p:bold r:id="rId126"/>
      <p:italic r:id="rId127"/>
      <p:boldItalic r:id="rId128"/>
    </p:embeddedFont>
    <p:embeddedFont>
      <p:font typeface="Comfortaa"/>
      <p:regular r:id="rId129"/>
      <p:bold r:id="rId13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B559A85-E3F2-4DD9-B4AC-259FDCF23E7D}">
  <a:tblStyle styleId="{6B559A85-E3F2-4DD9-B4AC-259FDCF23E7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EC303033-18AF-4358-8235-079FAF8CAAED}" styleName="Table_1">
    <a:wholeTbl>
      <a:tcTxStyle>
        <a:font>
          <a:latin typeface="Arial"/>
          <a:ea typeface="Arial"/>
          <a:cs typeface="Arial"/>
        </a:font>
        <a:srgbClr val="000000"/>
      </a:tcTxStyle>
      <a:tcStyle>
        <a:tcBdr>
          <a:left>
            <a:ln cap="flat" cmpd="sng" w="9525">
              <a:solidFill>
                <a:srgbClr val="000000"/>
              </a:solidFill>
              <a:prstDash val="solid"/>
              <a:round/>
              <a:headEnd len="sm" w="sm" type="none"/>
              <a:tailEnd len="sm" w="sm" type="none"/>
            </a:ln>
          </a:left>
          <a:right>
            <a:ln cap="flat" cmpd="sng" w="9525">
              <a:solidFill>
                <a:srgbClr val="000000"/>
              </a:solidFill>
              <a:prstDash val="solid"/>
              <a:round/>
              <a:headEnd len="sm" w="sm" type="none"/>
              <a:tailEnd len="sm" w="sm" type="none"/>
            </a:ln>
          </a:right>
          <a:top>
            <a:ln cap="flat" cmpd="sng" w="9525">
              <a:solidFill>
                <a:srgbClr val="000000"/>
              </a:solidFill>
              <a:prstDash val="solid"/>
              <a:round/>
              <a:headEnd len="sm" w="sm" type="none"/>
              <a:tailEnd len="sm" w="sm" type="none"/>
            </a:ln>
          </a:top>
          <a:bottom>
            <a:ln cap="flat" cmpd="sng" w="9525">
              <a:solidFill>
                <a:srgbClr val="000000"/>
              </a:solidFill>
              <a:prstDash val="solid"/>
              <a:round/>
              <a:headEnd len="sm" w="sm" type="none"/>
              <a:tailEnd len="sm" w="sm" type="none"/>
            </a:ln>
          </a:bottom>
          <a:insideH>
            <a:ln cap="flat" cmpd="sng" w="9525">
              <a:solidFill>
                <a:srgbClr val="000000"/>
              </a:solidFill>
              <a:prstDash val="solid"/>
              <a:round/>
              <a:headEnd len="sm" w="sm" type="none"/>
              <a:tailEnd len="sm" w="sm" type="none"/>
            </a:ln>
          </a:insideH>
          <a:insideV>
            <a:ln cap="flat" cmpd="sng" w="9525">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font" Target="fonts/ProximaNova-regular.fntdata"/><Relationship Id="rId93" Type="http://schemas.openxmlformats.org/officeDocument/2006/relationships/font" Target="fonts/ProximaNova-bold.fntdata"/><Relationship Id="rId94" Type="http://schemas.openxmlformats.org/officeDocument/2006/relationships/font" Target="fonts/ProximaNova-italic.fntdata"/><Relationship Id="rId95" Type="http://schemas.openxmlformats.org/officeDocument/2006/relationships/font" Target="fonts/ProximaNova-boldItalic.fntdata"/><Relationship Id="rId96" Type="http://schemas.openxmlformats.org/officeDocument/2006/relationships/font" Target="fonts/RobotoMedium-regular.fntdata"/><Relationship Id="rId97" Type="http://schemas.openxmlformats.org/officeDocument/2006/relationships/font" Target="fonts/RobotoMedium-bold.fntdata"/><Relationship Id="rId98" Type="http://schemas.openxmlformats.org/officeDocument/2006/relationships/font" Target="fonts/RobotoMedium-italic.fntdata"/><Relationship Id="rId99" Type="http://schemas.openxmlformats.org/officeDocument/2006/relationships/font" Target="fonts/RobotoMedium-boldItalic.fntdata"/><Relationship Id="rId100" Type="http://schemas.openxmlformats.org/officeDocument/2006/relationships/font" Target="fonts/KulimPark-regular.fntdata"/><Relationship Id="rId101" Type="http://schemas.openxmlformats.org/officeDocument/2006/relationships/font" Target="fonts/KulimPark-bold.fntdata"/><Relationship Id="rId102" Type="http://schemas.openxmlformats.org/officeDocument/2006/relationships/font" Target="fonts/KulimPark-italic.fntdata"/><Relationship Id="rId103" Type="http://schemas.openxmlformats.org/officeDocument/2006/relationships/font" Target="fonts/KulimPark-boldItalic.fntdata"/><Relationship Id="rId104" Type="http://schemas.openxmlformats.org/officeDocument/2006/relationships/font" Target="fonts/Manrope-regular.fntdata"/><Relationship Id="rId105" Type="http://schemas.openxmlformats.org/officeDocument/2006/relationships/font" Target="fonts/Manrope-bold.fntdata"/><Relationship Id="rId106" Type="http://schemas.openxmlformats.org/officeDocument/2006/relationships/font" Target="fonts/ProximaNovaSemibold-regular.fntdata"/><Relationship Id="rId107" Type="http://schemas.openxmlformats.org/officeDocument/2006/relationships/font" Target="fonts/ProximaNovaSemibold-bold.fntdata"/><Relationship Id="rId108" Type="http://schemas.openxmlformats.org/officeDocument/2006/relationships/font" Target="fonts/ProximaNovaSemibold-boldItalic.fntdata"/><Relationship Id="rId109" Type="http://schemas.openxmlformats.org/officeDocument/2006/relationships/font" Target="fonts/Barlow-regular.fntdata"/><Relationship Id="rId110" Type="http://schemas.openxmlformats.org/officeDocument/2006/relationships/font" Target="fonts/Barlow-bold.fntdata"/><Relationship Id="rId111" Type="http://schemas.openxmlformats.org/officeDocument/2006/relationships/font" Target="fonts/Barlow-italic.fntdata"/><Relationship Id="rId112" Type="http://schemas.openxmlformats.org/officeDocument/2006/relationships/font" Target="fonts/Barlow-boldItalic.fntdata"/><Relationship Id="rId113" Type="http://schemas.openxmlformats.org/officeDocument/2006/relationships/font" Target="fonts/AmaticSC-regular.fntdata"/><Relationship Id="rId114" Type="http://schemas.openxmlformats.org/officeDocument/2006/relationships/font" Target="fonts/AmaticSC-bold.fntdata"/><Relationship Id="rId115" Type="http://schemas.openxmlformats.org/officeDocument/2006/relationships/font" Target="fonts/Montserrat-regular.fntdata"/><Relationship Id="rId116" Type="http://schemas.openxmlformats.org/officeDocument/2006/relationships/font" Target="fonts/Montserrat-bold.fntdata"/><Relationship Id="rId117" Type="http://schemas.openxmlformats.org/officeDocument/2006/relationships/font" Target="fonts/Montserrat-italic.fntdata"/><Relationship Id="rId118" Type="http://schemas.openxmlformats.org/officeDocument/2006/relationships/font" Target="fonts/Montserrat-boldItalic.fntdata"/><Relationship Id="rId119" Type="http://schemas.openxmlformats.org/officeDocument/2006/relationships/font" Target="fonts/ManropeMedium-regular.fntdata"/><Relationship Id="rId120" Type="http://schemas.openxmlformats.org/officeDocument/2006/relationships/font" Target="fonts/ManropeMedium-bold.fntdata"/><Relationship Id="rId121" Type="http://schemas.openxmlformats.org/officeDocument/2006/relationships/font" Target="fonts/PTSans-regular.fntdata"/><Relationship Id="rId122" Type="http://schemas.openxmlformats.org/officeDocument/2006/relationships/font" Target="fonts/PTSans-bold.fntdata"/><Relationship Id="rId123" Type="http://schemas.openxmlformats.org/officeDocument/2006/relationships/font" Target="fonts/PTSans-italic.fntdata"/><Relationship Id="rId124" Type="http://schemas.openxmlformats.org/officeDocument/2006/relationships/font" Target="fonts/PTSans-boldItalic.fntdata"/><Relationship Id="rId125" Type="http://schemas.openxmlformats.org/officeDocument/2006/relationships/font" Target="fonts/KulimParkSemiBold-regular.fntdata"/><Relationship Id="rId126" Type="http://schemas.openxmlformats.org/officeDocument/2006/relationships/font" Target="fonts/KulimParkSemiBold-bold.fntdata"/><Relationship Id="rId127" Type="http://schemas.openxmlformats.org/officeDocument/2006/relationships/font" Target="fonts/KulimParkSemiBold-italic.fntdata"/><Relationship Id="rId128" Type="http://schemas.openxmlformats.org/officeDocument/2006/relationships/font" Target="fonts/KulimParkSemiBold-boldItalic.fntdata"/><Relationship Id="rId129" Type="http://schemas.openxmlformats.org/officeDocument/2006/relationships/font" Target="fonts/Comfortaa-regular.fntdata"/><Relationship Id="rId130" Type="http://schemas.openxmlformats.org/officeDocument/2006/relationships/font" Target="fonts/Comfortaa-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g4dfce81f19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8" name="Google Shape;558;g4dfce81f19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2" name="Shape 562"/>
        <p:cNvGrpSpPr/>
        <p:nvPr/>
      </p:nvGrpSpPr>
      <p:grpSpPr>
        <a:xfrm>
          <a:off x="0" y="0"/>
          <a:ext cx="0" cy="0"/>
          <a:chOff x="0" y="0"/>
          <a:chExt cx="0" cy="0"/>
        </a:xfrm>
      </p:grpSpPr>
      <p:sp>
        <p:nvSpPr>
          <p:cNvPr id="563" name="Google Shape;563;gd431007ba2_0_2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4" name="Google Shape;564;gd431007ba2_0_2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 name="Shape 571"/>
        <p:cNvGrpSpPr/>
        <p:nvPr/>
      </p:nvGrpSpPr>
      <p:grpSpPr>
        <a:xfrm>
          <a:off x="0" y="0"/>
          <a:ext cx="0" cy="0"/>
          <a:chOff x="0" y="0"/>
          <a:chExt cx="0" cy="0"/>
        </a:xfrm>
      </p:grpSpPr>
      <p:sp>
        <p:nvSpPr>
          <p:cNvPr id="572" name="Google Shape;572;gead6129809_1_217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3" name="Google Shape;573;gead6129809_1_217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8" name="Shape 588"/>
        <p:cNvGrpSpPr/>
        <p:nvPr/>
      </p:nvGrpSpPr>
      <p:grpSpPr>
        <a:xfrm>
          <a:off x="0" y="0"/>
          <a:ext cx="0" cy="0"/>
          <a:chOff x="0" y="0"/>
          <a:chExt cx="0" cy="0"/>
        </a:xfrm>
      </p:grpSpPr>
      <p:sp>
        <p:nvSpPr>
          <p:cNvPr id="589" name="Google Shape;589;g124dc3920d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0" name="Google Shape;590;g124dc3920d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gead6129809_0_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1" name="Google Shape;611;gead6129809_0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124dc3920de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1" name="Google Shape;621;g124dc3920de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ead6129809_0_1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ead6129809_0_1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g124dc3920de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1" name="Google Shape;641;g124dc3920de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5" name="Shape 655"/>
        <p:cNvGrpSpPr/>
        <p:nvPr/>
      </p:nvGrpSpPr>
      <p:grpSpPr>
        <a:xfrm>
          <a:off x="0" y="0"/>
          <a:ext cx="0" cy="0"/>
          <a:chOff x="0" y="0"/>
          <a:chExt cx="0" cy="0"/>
        </a:xfrm>
      </p:grpSpPr>
      <p:sp>
        <p:nvSpPr>
          <p:cNvPr id="656" name="Google Shape;656;gead6129809_0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7" name="Google Shape;657;gead6129809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gead6129809_0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3" name="Google Shape;663;gead6129809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gead61298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9" name="Google Shape;669;gead61298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g124dc3920de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6" name="Google Shape;676;g124dc3920de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gead6129809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3" name="Google Shape;683;gead6129809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2" name="Shape 702"/>
        <p:cNvGrpSpPr/>
        <p:nvPr/>
      </p:nvGrpSpPr>
      <p:grpSpPr>
        <a:xfrm>
          <a:off x="0" y="0"/>
          <a:ext cx="0" cy="0"/>
          <a:chOff x="0" y="0"/>
          <a:chExt cx="0" cy="0"/>
        </a:xfrm>
      </p:grpSpPr>
      <p:sp>
        <p:nvSpPr>
          <p:cNvPr id="703" name="Google Shape;703;g124dc3920de_0_1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4" name="Google Shape;704;g124dc3920de_0_1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0" name="Shape 720"/>
        <p:cNvGrpSpPr/>
        <p:nvPr/>
      </p:nvGrpSpPr>
      <p:grpSpPr>
        <a:xfrm>
          <a:off x="0" y="0"/>
          <a:ext cx="0" cy="0"/>
          <a:chOff x="0" y="0"/>
          <a:chExt cx="0" cy="0"/>
        </a:xfrm>
      </p:grpSpPr>
      <p:sp>
        <p:nvSpPr>
          <p:cNvPr id="721" name="Google Shape;721;g124dc3920de_0_9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2" name="Google Shape;722;g124dc3920de_0_9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6" name="Shape 736"/>
        <p:cNvGrpSpPr/>
        <p:nvPr/>
      </p:nvGrpSpPr>
      <p:grpSpPr>
        <a:xfrm>
          <a:off x="0" y="0"/>
          <a:ext cx="0" cy="0"/>
          <a:chOff x="0" y="0"/>
          <a:chExt cx="0" cy="0"/>
        </a:xfrm>
      </p:grpSpPr>
      <p:sp>
        <p:nvSpPr>
          <p:cNvPr id="737" name="Google Shape;737;g54dda1946d_6_3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8" name="Google Shape;738;g54dda1946d_6_3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7" name="Shape 747"/>
        <p:cNvGrpSpPr/>
        <p:nvPr/>
      </p:nvGrpSpPr>
      <p:grpSpPr>
        <a:xfrm>
          <a:off x="0" y="0"/>
          <a:ext cx="0" cy="0"/>
          <a:chOff x="0" y="0"/>
          <a:chExt cx="0" cy="0"/>
        </a:xfrm>
      </p:grpSpPr>
      <p:sp>
        <p:nvSpPr>
          <p:cNvPr id="748" name="Google Shape;748;g124dc3920de_0_6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9" name="Google Shape;749;g124dc3920de_0_6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ead6129809_0_3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8" name="Google Shape;758;gead6129809_0_3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8" name="Shape 768"/>
        <p:cNvGrpSpPr/>
        <p:nvPr/>
      </p:nvGrpSpPr>
      <p:grpSpPr>
        <a:xfrm>
          <a:off x="0" y="0"/>
          <a:ext cx="0" cy="0"/>
          <a:chOff x="0" y="0"/>
          <a:chExt cx="0" cy="0"/>
        </a:xfrm>
      </p:grpSpPr>
      <p:sp>
        <p:nvSpPr>
          <p:cNvPr id="769" name="Google Shape;769;g124dc3920de_0_1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0" name="Google Shape;770;g124dc3920de_0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9" name="Shape 779"/>
        <p:cNvGrpSpPr/>
        <p:nvPr/>
      </p:nvGrpSpPr>
      <p:grpSpPr>
        <a:xfrm>
          <a:off x="0" y="0"/>
          <a:ext cx="0" cy="0"/>
          <a:chOff x="0" y="0"/>
          <a:chExt cx="0" cy="0"/>
        </a:xfrm>
      </p:grpSpPr>
      <p:sp>
        <p:nvSpPr>
          <p:cNvPr id="780" name="Google Shape;780;g124dc3920de_0_5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1" name="Google Shape;781;g124dc3920de_0_5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ead6129809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9" name="Google Shape;789;gead6129809_0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6" name="Shape 816"/>
        <p:cNvGrpSpPr/>
        <p:nvPr/>
      </p:nvGrpSpPr>
      <p:grpSpPr>
        <a:xfrm>
          <a:off x="0" y="0"/>
          <a:ext cx="0" cy="0"/>
          <a:chOff x="0" y="0"/>
          <a:chExt cx="0" cy="0"/>
        </a:xfrm>
      </p:grpSpPr>
      <p:sp>
        <p:nvSpPr>
          <p:cNvPr id="817" name="Google Shape;817;g124dc3920de_0_1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8" name="Google Shape;818;g124dc3920de_0_1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ead9bfe9e5_0_69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ead9bfe9e5_0_69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g124dc3920de_0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3" name="Google Shape;863;g124dc3920de_0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124dc3920de_0_6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124dc3920de_0_6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gead6129809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8" name="Google Shape;878;gead6129809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0" name="Shape 900"/>
        <p:cNvGrpSpPr/>
        <p:nvPr/>
      </p:nvGrpSpPr>
      <p:grpSpPr>
        <a:xfrm>
          <a:off x="0" y="0"/>
          <a:ext cx="0" cy="0"/>
          <a:chOff x="0" y="0"/>
          <a:chExt cx="0" cy="0"/>
        </a:xfrm>
      </p:grpSpPr>
      <p:sp>
        <p:nvSpPr>
          <p:cNvPr id="901" name="Google Shape;901;gead6129809_1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2" name="Google Shape;902;gead6129809_1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9" name="Shape 929"/>
        <p:cNvGrpSpPr/>
        <p:nvPr/>
      </p:nvGrpSpPr>
      <p:grpSpPr>
        <a:xfrm>
          <a:off x="0" y="0"/>
          <a:ext cx="0" cy="0"/>
          <a:chOff x="0" y="0"/>
          <a:chExt cx="0" cy="0"/>
        </a:xfrm>
      </p:grpSpPr>
      <p:sp>
        <p:nvSpPr>
          <p:cNvPr id="930" name="Google Shape;930;gead6129809_1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1" name="Google Shape;931;gead6129809_1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124dc3920de_0_2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124dc3920de_0_2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5" name="Shape 945"/>
        <p:cNvGrpSpPr/>
        <p:nvPr/>
      </p:nvGrpSpPr>
      <p:grpSpPr>
        <a:xfrm>
          <a:off x="0" y="0"/>
          <a:ext cx="0" cy="0"/>
          <a:chOff x="0" y="0"/>
          <a:chExt cx="0" cy="0"/>
        </a:xfrm>
      </p:grpSpPr>
      <p:sp>
        <p:nvSpPr>
          <p:cNvPr id="946" name="Google Shape;946;gead6129809_0_1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7" name="Google Shape;947;gead6129809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9" name="Shape 959"/>
        <p:cNvGrpSpPr/>
        <p:nvPr/>
      </p:nvGrpSpPr>
      <p:grpSpPr>
        <a:xfrm>
          <a:off x="0" y="0"/>
          <a:ext cx="0" cy="0"/>
          <a:chOff x="0" y="0"/>
          <a:chExt cx="0" cy="0"/>
        </a:xfrm>
      </p:grpSpPr>
      <p:sp>
        <p:nvSpPr>
          <p:cNvPr id="960" name="Google Shape;960;g124dc3920de_0_7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1" name="Google Shape;961;g124dc3920de_0_7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5" name="Shape 965"/>
        <p:cNvGrpSpPr/>
        <p:nvPr/>
      </p:nvGrpSpPr>
      <p:grpSpPr>
        <a:xfrm>
          <a:off x="0" y="0"/>
          <a:ext cx="0" cy="0"/>
          <a:chOff x="0" y="0"/>
          <a:chExt cx="0" cy="0"/>
        </a:xfrm>
      </p:grpSpPr>
      <p:sp>
        <p:nvSpPr>
          <p:cNvPr id="966" name="Google Shape;966;gead6129809_0_3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7" name="Google Shape;967;gead6129809_0_3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124dc3920de_0_2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124dc3920de_0_2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ead6129809_1_2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ead6129809_1_2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8" name="Shape 1028"/>
        <p:cNvGrpSpPr/>
        <p:nvPr/>
      </p:nvGrpSpPr>
      <p:grpSpPr>
        <a:xfrm>
          <a:off x="0" y="0"/>
          <a:ext cx="0" cy="0"/>
          <a:chOff x="0" y="0"/>
          <a:chExt cx="0" cy="0"/>
        </a:xfrm>
      </p:grpSpPr>
      <p:sp>
        <p:nvSpPr>
          <p:cNvPr id="1029" name="Google Shape;1029;g124dc3920de_0_7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0" name="Google Shape;1030;g124dc3920de_0_7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ead6129809_1_3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6" name="Google Shape;1036;gead6129809_1_3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8" name="Shape 1048"/>
        <p:cNvGrpSpPr/>
        <p:nvPr/>
      </p:nvGrpSpPr>
      <p:grpSpPr>
        <a:xfrm>
          <a:off x="0" y="0"/>
          <a:ext cx="0" cy="0"/>
          <a:chOff x="0" y="0"/>
          <a:chExt cx="0" cy="0"/>
        </a:xfrm>
      </p:grpSpPr>
      <p:sp>
        <p:nvSpPr>
          <p:cNvPr id="1049" name="Google Shape;1049;g124dc3920de_0_8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0" name="Google Shape;1050;g124dc3920de_0_8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0" name="Shape 1070"/>
        <p:cNvGrpSpPr/>
        <p:nvPr/>
      </p:nvGrpSpPr>
      <p:grpSpPr>
        <a:xfrm>
          <a:off x="0" y="0"/>
          <a:ext cx="0" cy="0"/>
          <a:chOff x="0" y="0"/>
          <a:chExt cx="0" cy="0"/>
        </a:xfrm>
      </p:grpSpPr>
      <p:sp>
        <p:nvSpPr>
          <p:cNvPr id="1071" name="Google Shape;1071;gead6129809_0_1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2" name="Google Shape;1072;gead6129809_0_1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7" name="Shape 1137"/>
        <p:cNvGrpSpPr/>
        <p:nvPr/>
      </p:nvGrpSpPr>
      <p:grpSpPr>
        <a:xfrm>
          <a:off x="0" y="0"/>
          <a:ext cx="0" cy="0"/>
          <a:chOff x="0" y="0"/>
          <a:chExt cx="0" cy="0"/>
        </a:xfrm>
      </p:grpSpPr>
      <p:sp>
        <p:nvSpPr>
          <p:cNvPr id="1138" name="Google Shape;1138;g124dc3920de_0_9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9" name="Google Shape;1139;g124dc3920de_0_9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ead6129809_0_1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7" name="Google Shape;1147;gead6129809_0_1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4" name="Shape 1184"/>
        <p:cNvGrpSpPr/>
        <p:nvPr/>
      </p:nvGrpSpPr>
      <p:grpSpPr>
        <a:xfrm>
          <a:off x="0" y="0"/>
          <a:ext cx="0" cy="0"/>
          <a:chOff x="0" y="0"/>
          <a:chExt cx="0" cy="0"/>
        </a:xfrm>
      </p:grpSpPr>
      <p:sp>
        <p:nvSpPr>
          <p:cNvPr id="1185" name="Google Shape;1185;g124dc3920de_0_2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6" name="Google Shape;1186;g124dc3920de_0_2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7" name="Shape 1207"/>
        <p:cNvGrpSpPr/>
        <p:nvPr/>
      </p:nvGrpSpPr>
      <p:grpSpPr>
        <a:xfrm>
          <a:off x="0" y="0"/>
          <a:ext cx="0" cy="0"/>
          <a:chOff x="0" y="0"/>
          <a:chExt cx="0" cy="0"/>
        </a:xfrm>
      </p:grpSpPr>
      <p:sp>
        <p:nvSpPr>
          <p:cNvPr id="1208" name="Google Shape;1208;gead6129809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9" name="Google Shape;1209;gead6129809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ead6129809_1_3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4" name="Google Shape;1214;gead6129809_1_3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4" name="Shape 1234"/>
        <p:cNvGrpSpPr/>
        <p:nvPr/>
      </p:nvGrpSpPr>
      <p:grpSpPr>
        <a:xfrm>
          <a:off x="0" y="0"/>
          <a:ext cx="0" cy="0"/>
          <a:chOff x="0" y="0"/>
          <a:chExt cx="0" cy="0"/>
        </a:xfrm>
      </p:grpSpPr>
      <p:sp>
        <p:nvSpPr>
          <p:cNvPr id="1235" name="Google Shape;1235;gead6129809_1_4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6" name="Google Shape;1236;gead6129809_1_4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8" name="Shape 1278"/>
        <p:cNvGrpSpPr/>
        <p:nvPr/>
      </p:nvGrpSpPr>
      <p:grpSpPr>
        <a:xfrm>
          <a:off x="0" y="0"/>
          <a:ext cx="0" cy="0"/>
          <a:chOff x="0" y="0"/>
          <a:chExt cx="0" cy="0"/>
        </a:xfrm>
      </p:grpSpPr>
      <p:sp>
        <p:nvSpPr>
          <p:cNvPr id="1279" name="Google Shape;1279;g124dc3920de_0_7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0" name="Google Shape;1280;g124dc3920de_0_7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1" name="Shape 1301"/>
        <p:cNvGrpSpPr/>
        <p:nvPr/>
      </p:nvGrpSpPr>
      <p:grpSpPr>
        <a:xfrm>
          <a:off x="0" y="0"/>
          <a:ext cx="0" cy="0"/>
          <a:chOff x="0" y="0"/>
          <a:chExt cx="0" cy="0"/>
        </a:xfrm>
      </p:grpSpPr>
      <p:sp>
        <p:nvSpPr>
          <p:cNvPr id="1302" name="Google Shape;1302;gead6129809_1_5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3" name="Google Shape;1303;gead6129809_1_5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2" name="Shape 1332"/>
        <p:cNvGrpSpPr/>
        <p:nvPr/>
      </p:nvGrpSpPr>
      <p:grpSpPr>
        <a:xfrm>
          <a:off x="0" y="0"/>
          <a:ext cx="0" cy="0"/>
          <a:chOff x="0" y="0"/>
          <a:chExt cx="0" cy="0"/>
        </a:xfrm>
      </p:grpSpPr>
      <p:sp>
        <p:nvSpPr>
          <p:cNvPr id="1333" name="Google Shape;1333;gead6129809_1_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4" name="Google Shape;1334;gead6129809_1_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124dc3920de_0_8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8" name="Google Shape;1368;g124dc3920de_0_8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ead6129809_1_8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0" name="Google Shape;1390;gead6129809_1_8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4" name="Shape 1404"/>
        <p:cNvGrpSpPr/>
        <p:nvPr/>
      </p:nvGrpSpPr>
      <p:grpSpPr>
        <a:xfrm>
          <a:off x="0" y="0"/>
          <a:ext cx="0" cy="0"/>
          <a:chOff x="0" y="0"/>
          <a:chExt cx="0" cy="0"/>
        </a:xfrm>
      </p:grpSpPr>
      <p:sp>
        <p:nvSpPr>
          <p:cNvPr id="1405" name="Google Shape;1405;gead6129809_0_1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6" name="Google Shape;1406;gead6129809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4" name="Shape 1424"/>
        <p:cNvGrpSpPr/>
        <p:nvPr/>
      </p:nvGrpSpPr>
      <p:grpSpPr>
        <a:xfrm>
          <a:off x="0" y="0"/>
          <a:ext cx="0" cy="0"/>
          <a:chOff x="0" y="0"/>
          <a:chExt cx="0" cy="0"/>
        </a:xfrm>
      </p:grpSpPr>
      <p:sp>
        <p:nvSpPr>
          <p:cNvPr id="1425" name="Google Shape;1425;ge85e18ee75_0_5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6" name="Google Shape;1426;ge85e18ee75_0_5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7" name="Shape 1447"/>
        <p:cNvGrpSpPr/>
        <p:nvPr/>
      </p:nvGrpSpPr>
      <p:grpSpPr>
        <a:xfrm>
          <a:off x="0" y="0"/>
          <a:ext cx="0" cy="0"/>
          <a:chOff x="0" y="0"/>
          <a:chExt cx="0" cy="0"/>
        </a:xfrm>
      </p:grpSpPr>
      <p:sp>
        <p:nvSpPr>
          <p:cNvPr id="1448" name="Google Shape;1448;g124dc3920de_0_6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9" name="Google Shape;1449;g124dc3920de_0_6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3" name="Shape 1463"/>
        <p:cNvGrpSpPr/>
        <p:nvPr/>
      </p:nvGrpSpPr>
      <p:grpSpPr>
        <a:xfrm>
          <a:off x="0" y="0"/>
          <a:ext cx="0" cy="0"/>
          <a:chOff x="0" y="0"/>
          <a:chExt cx="0" cy="0"/>
        </a:xfrm>
      </p:grpSpPr>
      <p:sp>
        <p:nvSpPr>
          <p:cNvPr id="1464" name="Google Shape;1464;gead6129809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5" name="Google Shape;1465;gead6129809_0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9" name="Shape 1469"/>
        <p:cNvGrpSpPr/>
        <p:nvPr/>
      </p:nvGrpSpPr>
      <p:grpSpPr>
        <a:xfrm>
          <a:off x="0" y="0"/>
          <a:ext cx="0" cy="0"/>
          <a:chOff x="0" y="0"/>
          <a:chExt cx="0" cy="0"/>
        </a:xfrm>
      </p:grpSpPr>
      <p:sp>
        <p:nvSpPr>
          <p:cNvPr id="1470" name="Google Shape;1470;g124dc3920de_0_7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1" name="Google Shape;1471;g124dc3920de_0_7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8" name="Shape 1488"/>
        <p:cNvGrpSpPr/>
        <p:nvPr/>
      </p:nvGrpSpPr>
      <p:grpSpPr>
        <a:xfrm>
          <a:off x="0" y="0"/>
          <a:ext cx="0" cy="0"/>
          <a:chOff x="0" y="0"/>
          <a:chExt cx="0" cy="0"/>
        </a:xfrm>
      </p:grpSpPr>
      <p:sp>
        <p:nvSpPr>
          <p:cNvPr id="1489" name="Google Shape;1489;gead6129809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90" name="Google Shape;1490;gead6129809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6" name="Shape 1496"/>
        <p:cNvGrpSpPr/>
        <p:nvPr/>
      </p:nvGrpSpPr>
      <p:grpSpPr>
        <a:xfrm>
          <a:off x="0" y="0"/>
          <a:ext cx="0" cy="0"/>
          <a:chOff x="0" y="0"/>
          <a:chExt cx="0" cy="0"/>
        </a:xfrm>
      </p:grpSpPr>
      <p:sp>
        <p:nvSpPr>
          <p:cNvPr id="1497" name="Google Shape;1497;g124dc3920de_0_6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98" name="Google Shape;1498;g124dc3920de_0_6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6" name="Shape 1506"/>
        <p:cNvGrpSpPr/>
        <p:nvPr/>
      </p:nvGrpSpPr>
      <p:grpSpPr>
        <a:xfrm>
          <a:off x="0" y="0"/>
          <a:ext cx="0" cy="0"/>
          <a:chOff x="0" y="0"/>
          <a:chExt cx="0" cy="0"/>
        </a:xfrm>
      </p:grpSpPr>
      <p:sp>
        <p:nvSpPr>
          <p:cNvPr id="1507" name="Google Shape;1507;g54dda1946d_6_3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8" name="Google Shape;1508;g54dda1946d_6_3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8" name="Shape 1518"/>
        <p:cNvGrpSpPr/>
        <p:nvPr/>
      </p:nvGrpSpPr>
      <p:grpSpPr>
        <a:xfrm>
          <a:off x="0" y="0"/>
          <a:ext cx="0" cy="0"/>
          <a:chOff x="0" y="0"/>
          <a:chExt cx="0" cy="0"/>
        </a:xfrm>
      </p:grpSpPr>
      <p:sp>
        <p:nvSpPr>
          <p:cNvPr id="1519" name="Google Shape;1519;gead6129809_0_2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0" name="Google Shape;1520;gead6129809_0_2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0" name="Shape 1540"/>
        <p:cNvGrpSpPr/>
        <p:nvPr/>
      </p:nvGrpSpPr>
      <p:grpSpPr>
        <a:xfrm>
          <a:off x="0" y="0"/>
          <a:ext cx="0" cy="0"/>
          <a:chOff x="0" y="0"/>
          <a:chExt cx="0" cy="0"/>
        </a:xfrm>
      </p:grpSpPr>
      <p:sp>
        <p:nvSpPr>
          <p:cNvPr id="1541" name="Google Shape;1541;g124dc3920de_0_5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2" name="Google Shape;1542;g124dc3920de_0_5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4" name="Shape 1564"/>
        <p:cNvGrpSpPr/>
        <p:nvPr/>
      </p:nvGrpSpPr>
      <p:grpSpPr>
        <a:xfrm>
          <a:off x="0" y="0"/>
          <a:ext cx="0" cy="0"/>
          <a:chOff x="0" y="0"/>
          <a:chExt cx="0" cy="0"/>
        </a:xfrm>
      </p:grpSpPr>
      <p:sp>
        <p:nvSpPr>
          <p:cNvPr id="1565" name="Google Shape;1565;gead6129809_0_3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6" name="Google Shape;1566;gead6129809_0_3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1" name="Shape 1581"/>
        <p:cNvGrpSpPr/>
        <p:nvPr/>
      </p:nvGrpSpPr>
      <p:grpSpPr>
        <a:xfrm>
          <a:off x="0" y="0"/>
          <a:ext cx="0" cy="0"/>
          <a:chOff x="0" y="0"/>
          <a:chExt cx="0" cy="0"/>
        </a:xfrm>
      </p:grpSpPr>
      <p:sp>
        <p:nvSpPr>
          <p:cNvPr id="1582" name="Google Shape;1582;gead9bfe9e5_0_2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3" name="Google Shape;1583;gead9bfe9e5_0_2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3" name="Shape 1733"/>
        <p:cNvGrpSpPr/>
        <p:nvPr/>
      </p:nvGrpSpPr>
      <p:grpSpPr>
        <a:xfrm>
          <a:off x="0" y="0"/>
          <a:ext cx="0" cy="0"/>
          <a:chOff x="0" y="0"/>
          <a:chExt cx="0" cy="0"/>
        </a:xfrm>
      </p:grpSpPr>
      <p:sp>
        <p:nvSpPr>
          <p:cNvPr id="1734" name="Google Shape;1734;g124dc3920de_0_2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5" name="Google Shape;1735;g124dc3920de_0_2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8" name="Shape 1848"/>
        <p:cNvGrpSpPr/>
        <p:nvPr/>
      </p:nvGrpSpPr>
      <p:grpSpPr>
        <a:xfrm>
          <a:off x="0" y="0"/>
          <a:ext cx="0" cy="0"/>
          <a:chOff x="0" y="0"/>
          <a:chExt cx="0" cy="0"/>
        </a:xfrm>
      </p:grpSpPr>
      <p:sp>
        <p:nvSpPr>
          <p:cNvPr id="1849" name="Google Shape;1849;gead6129809_0_4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0" name="Google Shape;1850;gead6129809_0_4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6" name="Shape 1896"/>
        <p:cNvGrpSpPr/>
        <p:nvPr/>
      </p:nvGrpSpPr>
      <p:grpSpPr>
        <a:xfrm>
          <a:off x="0" y="0"/>
          <a:ext cx="0" cy="0"/>
          <a:chOff x="0" y="0"/>
          <a:chExt cx="0" cy="0"/>
        </a:xfrm>
      </p:grpSpPr>
      <p:sp>
        <p:nvSpPr>
          <p:cNvPr id="1897" name="Google Shape;1897;g124dc3920de_0_9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98" name="Google Shape;1898;g124dc3920de_0_9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2" name="Shape 1902"/>
        <p:cNvGrpSpPr/>
        <p:nvPr/>
      </p:nvGrpSpPr>
      <p:grpSpPr>
        <a:xfrm>
          <a:off x="0" y="0"/>
          <a:ext cx="0" cy="0"/>
          <a:chOff x="0" y="0"/>
          <a:chExt cx="0" cy="0"/>
        </a:xfrm>
      </p:grpSpPr>
      <p:sp>
        <p:nvSpPr>
          <p:cNvPr id="1903" name="Google Shape;1903;gead6129809_0_4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4" name="Google Shape;1904;gead6129809_0_4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8" name="Shape 1908"/>
        <p:cNvGrpSpPr/>
        <p:nvPr/>
      </p:nvGrpSpPr>
      <p:grpSpPr>
        <a:xfrm>
          <a:off x="0" y="0"/>
          <a:ext cx="0" cy="0"/>
          <a:chOff x="0" y="0"/>
          <a:chExt cx="0" cy="0"/>
        </a:xfrm>
      </p:grpSpPr>
      <p:sp>
        <p:nvSpPr>
          <p:cNvPr id="1909" name="Google Shape;1909;g124dc3920de_0_9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0" name="Google Shape;1910;g124dc3920de_0_9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4" name="Shape 1914"/>
        <p:cNvGrpSpPr/>
        <p:nvPr/>
      </p:nvGrpSpPr>
      <p:grpSpPr>
        <a:xfrm>
          <a:off x="0" y="0"/>
          <a:ext cx="0" cy="0"/>
          <a:chOff x="0" y="0"/>
          <a:chExt cx="0" cy="0"/>
        </a:xfrm>
      </p:grpSpPr>
      <p:sp>
        <p:nvSpPr>
          <p:cNvPr id="1915" name="Google Shape;1915;SLIDES_API929039876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6" name="Google Shape;1916;SLIDES_API92903987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1" name="Shape 1921"/>
        <p:cNvGrpSpPr/>
        <p:nvPr/>
      </p:nvGrpSpPr>
      <p:grpSpPr>
        <a:xfrm>
          <a:off x="0" y="0"/>
          <a:ext cx="0" cy="0"/>
          <a:chOff x="0" y="0"/>
          <a:chExt cx="0" cy="0"/>
        </a:xfrm>
      </p:grpSpPr>
      <p:sp>
        <p:nvSpPr>
          <p:cNvPr id="1922" name="Google Shape;1922;gfc0a439e2a_1_13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3" name="Google Shape;1923;gfc0a439e2a_1_13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8" name="Shape 1928"/>
        <p:cNvGrpSpPr/>
        <p:nvPr/>
      </p:nvGrpSpPr>
      <p:grpSpPr>
        <a:xfrm>
          <a:off x="0" y="0"/>
          <a:ext cx="0" cy="0"/>
          <a:chOff x="0" y="0"/>
          <a:chExt cx="0" cy="0"/>
        </a:xfrm>
      </p:grpSpPr>
      <p:sp>
        <p:nvSpPr>
          <p:cNvPr id="1929" name="Google Shape;1929;gfc0a439e2a_1_13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0" name="Google Shape;1930;gfc0a439e2a_1_13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1" name="Shape 1951"/>
        <p:cNvGrpSpPr/>
        <p:nvPr/>
      </p:nvGrpSpPr>
      <p:grpSpPr>
        <a:xfrm>
          <a:off x="0" y="0"/>
          <a:ext cx="0" cy="0"/>
          <a:chOff x="0" y="0"/>
          <a:chExt cx="0" cy="0"/>
        </a:xfrm>
      </p:grpSpPr>
      <p:sp>
        <p:nvSpPr>
          <p:cNvPr id="1952" name="Google Shape;1952;gfc0a439e2a_1_131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3" name="Google Shape;1953;gfc0a439e2a_1_131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7" name="Shape 1967"/>
        <p:cNvGrpSpPr/>
        <p:nvPr/>
      </p:nvGrpSpPr>
      <p:grpSpPr>
        <a:xfrm>
          <a:off x="0" y="0"/>
          <a:ext cx="0" cy="0"/>
          <a:chOff x="0" y="0"/>
          <a:chExt cx="0" cy="0"/>
        </a:xfrm>
      </p:grpSpPr>
      <p:sp>
        <p:nvSpPr>
          <p:cNvPr id="1968" name="Google Shape;1968;gfc0a439e2a_1_131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9" name="Google Shape;1969;gfc0a439e2a_1_131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4" name="Shape 2304"/>
        <p:cNvGrpSpPr/>
        <p:nvPr/>
      </p:nvGrpSpPr>
      <p:grpSpPr>
        <a:xfrm>
          <a:off x="0" y="0"/>
          <a:ext cx="0" cy="0"/>
          <a:chOff x="0" y="0"/>
          <a:chExt cx="0" cy="0"/>
        </a:xfrm>
      </p:grpSpPr>
      <p:sp>
        <p:nvSpPr>
          <p:cNvPr id="2305" name="Google Shape;2305;gfc0a439e2a_1_135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06" name="Google Shape;2306;gfc0a439e2a_1_135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04" name="Shape 8804"/>
        <p:cNvGrpSpPr/>
        <p:nvPr/>
      </p:nvGrpSpPr>
      <p:grpSpPr>
        <a:xfrm>
          <a:off x="0" y="0"/>
          <a:ext cx="0" cy="0"/>
          <a:chOff x="0" y="0"/>
          <a:chExt cx="0" cy="0"/>
        </a:xfrm>
      </p:grpSpPr>
      <p:sp>
        <p:nvSpPr>
          <p:cNvPr id="8805" name="Google Shape;8805;gfc0a439e2a_1_200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06" name="Google Shape;8806;gfc0a439e2a_1_200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31" name="Shape 9231"/>
        <p:cNvGrpSpPr/>
        <p:nvPr/>
      </p:nvGrpSpPr>
      <p:grpSpPr>
        <a:xfrm>
          <a:off x="0" y="0"/>
          <a:ext cx="0" cy="0"/>
          <a:chOff x="0" y="0"/>
          <a:chExt cx="0" cy="0"/>
        </a:xfrm>
      </p:grpSpPr>
      <p:sp>
        <p:nvSpPr>
          <p:cNvPr id="9232" name="Google Shape;9232;gfc0a439e2a_1_204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33" name="Google Shape;9233;gfc0a439e2a_1_204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4" name="Shape 9394"/>
        <p:cNvGrpSpPr/>
        <p:nvPr/>
      </p:nvGrpSpPr>
      <p:grpSpPr>
        <a:xfrm>
          <a:off x="0" y="0"/>
          <a:ext cx="0" cy="0"/>
          <a:chOff x="0" y="0"/>
          <a:chExt cx="0" cy="0"/>
        </a:xfrm>
      </p:grpSpPr>
      <p:sp>
        <p:nvSpPr>
          <p:cNvPr id="9395" name="Google Shape;9395;gfc0a439e2a_1_206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96" name="Google Shape;9396;gfc0a439e2a_1_206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96" name="Shape 9796"/>
        <p:cNvGrpSpPr/>
        <p:nvPr/>
      </p:nvGrpSpPr>
      <p:grpSpPr>
        <a:xfrm>
          <a:off x="0" y="0"/>
          <a:ext cx="0" cy="0"/>
          <a:chOff x="0" y="0"/>
          <a:chExt cx="0" cy="0"/>
        </a:xfrm>
      </p:grpSpPr>
      <p:sp>
        <p:nvSpPr>
          <p:cNvPr id="9797" name="Google Shape;9797;gfc0a439e2a_1_210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98" name="Google Shape;9798;gfc0a439e2a_1_210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67" name="Shape 10167"/>
        <p:cNvGrpSpPr/>
        <p:nvPr/>
      </p:nvGrpSpPr>
      <p:grpSpPr>
        <a:xfrm>
          <a:off x="0" y="0"/>
          <a:ext cx="0" cy="0"/>
          <a:chOff x="0" y="0"/>
          <a:chExt cx="0" cy="0"/>
        </a:xfrm>
      </p:grpSpPr>
      <p:sp>
        <p:nvSpPr>
          <p:cNvPr id="10168" name="Google Shape;10168;gfc0a439e2a_1_213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69" name="Google Shape;10169;gfc0a439e2a_1_213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69" name="Shape 10469"/>
        <p:cNvGrpSpPr/>
        <p:nvPr/>
      </p:nvGrpSpPr>
      <p:grpSpPr>
        <a:xfrm>
          <a:off x="0" y="0"/>
          <a:ext cx="0" cy="0"/>
          <a:chOff x="0" y="0"/>
          <a:chExt cx="0" cy="0"/>
        </a:xfrm>
      </p:grpSpPr>
      <p:sp>
        <p:nvSpPr>
          <p:cNvPr id="10470" name="Google Shape;10470;gfc0a439e2a_1_216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71" name="Google Shape;10471;gfc0a439e2a_1_216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61" name="Shape 10761"/>
        <p:cNvGrpSpPr/>
        <p:nvPr/>
      </p:nvGrpSpPr>
      <p:grpSpPr>
        <a:xfrm>
          <a:off x="0" y="0"/>
          <a:ext cx="0" cy="0"/>
          <a:chOff x="0" y="0"/>
          <a:chExt cx="0" cy="0"/>
        </a:xfrm>
      </p:grpSpPr>
      <p:sp>
        <p:nvSpPr>
          <p:cNvPr id="10762" name="Google Shape;10762;gfc0a439e2a_1_219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3" name="Google Shape;10763;gfc0a439e2a_1_219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20" name="Shape 11120"/>
        <p:cNvGrpSpPr/>
        <p:nvPr/>
      </p:nvGrpSpPr>
      <p:grpSpPr>
        <a:xfrm>
          <a:off x="0" y="0"/>
          <a:ext cx="0" cy="0"/>
          <a:chOff x="0" y="0"/>
          <a:chExt cx="0" cy="0"/>
        </a:xfrm>
      </p:grpSpPr>
      <p:sp>
        <p:nvSpPr>
          <p:cNvPr id="11121" name="Google Shape;11121;gfc0a439e2a_1_223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22" name="Google Shape;11122;gfc0a439e2a_1_223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37" name="Shape 11537"/>
        <p:cNvGrpSpPr/>
        <p:nvPr/>
      </p:nvGrpSpPr>
      <p:grpSpPr>
        <a:xfrm>
          <a:off x="0" y="0"/>
          <a:ext cx="0" cy="0"/>
          <a:chOff x="0" y="0"/>
          <a:chExt cx="0" cy="0"/>
        </a:xfrm>
      </p:grpSpPr>
      <p:sp>
        <p:nvSpPr>
          <p:cNvPr id="11538" name="Google Shape;11538;gfc0a439e2a_1_227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39" name="Google Shape;11539;gfc0a439e2a_1_227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7" name="Shape 11877"/>
        <p:cNvGrpSpPr/>
        <p:nvPr/>
      </p:nvGrpSpPr>
      <p:grpSpPr>
        <a:xfrm>
          <a:off x="0" y="0"/>
          <a:ext cx="0" cy="0"/>
          <a:chOff x="0" y="0"/>
          <a:chExt cx="0" cy="0"/>
        </a:xfrm>
      </p:grpSpPr>
      <p:sp>
        <p:nvSpPr>
          <p:cNvPr id="11878" name="Google Shape;11878;gfc0a439e2a_1_230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79" name="Google Shape;11879;gfc0a439e2a_1_230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65" name="Shape 12065"/>
        <p:cNvGrpSpPr/>
        <p:nvPr/>
      </p:nvGrpSpPr>
      <p:grpSpPr>
        <a:xfrm>
          <a:off x="0" y="0"/>
          <a:ext cx="0" cy="0"/>
          <a:chOff x="0" y="0"/>
          <a:chExt cx="0" cy="0"/>
        </a:xfrm>
      </p:grpSpPr>
      <p:sp>
        <p:nvSpPr>
          <p:cNvPr id="12066" name="Google Shape;12066;gfc0a439e2a_1_232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67" name="Google Shape;12067;gfc0a439e2a_1_232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11" name="Shape 12311"/>
        <p:cNvGrpSpPr/>
        <p:nvPr/>
      </p:nvGrpSpPr>
      <p:grpSpPr>
        <a:xfrm>
          <a:off x="0" y="0"/>
          <a:ext cx="0" cy="0"/>
          <a:chOff x="0" y="0"/>
          <a:chExt cx="0" cy="0"/>
        </a:xfrm>
      </p:grpSpPr>
      <p:sp>
        <p:nvSpPr>
          <p:cNvPr id="12312" name="Google Shape;12312;gfc0a439e2a_1_246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3" name="Google Shape;12313;gfc0a439e2a_1_246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bit.ly/2Tynxth" TargetMode="External"/><Relationship Id="rId3" Type="http://schemas.openxmlformats.org/officeDocument/2006/relationships/hyperlink" Target="http://bit.ly/2TtBDfr" TargetMode="Externa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p:nvPr/>
        </p:nvSpPr>
        <p:spPr>
          <a:xfrm rot="813319">
            <a:off x="-1616877" y="-342427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 name="Google Shape;10;p2"/>
          <p:cNvSpPr/>
          <p:nvPr/>
        </p:nvSpPr>
        <p:spPr>
          <a:xfrm flipH="1" rot="-649785">
            <a:off x="6475477" y="-738425"/>
            <a:ext cx="4558897" cy="1365861"/>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p:nvPr/>
        </p:nvSpPr>
        <p:spPr>
          <a:xfrm>
            <a:off x="1125387" y="2238100"/>
            <a:ext cx="7471673" cy="477180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rot="8823147">
            <a:off x="-2265377" y="2808773"/>
            <a:ext cx="5990392" cy="5613180"/>
          </a:xfrm>
          <a:custGeom>
            <a:rect b="b" l="l" r="r" t="t"/>
            <a:pathLst>
              <a:path extrusionOk="0" h="87424" w="93299">
                <a:moveTo>
                  <a:pt x="34162" y="1"/>
                </a:moveTo>
                <a:cubicBezTo>
                  <a:pt x="24245" y="1"/>
                  <a:pt x="25039" y="12520"/>
                  <a:pt x="13717" y="17147"/>
                </a:cubicBezTo>
                <a:cubicBezTo>
                  <a:pt x="1" y="22753"/>
                  <a:pt x="25599" y="33483"/>
                  <a:pt x="18923" y="50349"/>
                </a:cubicBezTo>
                <a:cubicBezTo>
                  <a:pt x="13077" y="65115"/>
                  <a:pt x="23069" y="87424"/>
                  <a:pt x="32143" y="87424"/>
                </a:cubicBezTo>
                <a:cubicBezTo>
                  <a:pt x="33432" y="87424"/>
                  <a:pt x="34703" y="86974"/>
                  <a:pt x="35906" y="85988"/>
                </a:cubicBezTo>
                <a:cubicBezTo>
                  <a:pt x="38841" y="83585"/>
                  <a:pt x="41192" y="82952"/>
                  <a:pt x="43240" y="82952"/>
                </a:cubicBezTo>
                <a:cubicBezTo>
                  <a:pt x="45526" y="82952"/>
                  <a:pt x="47435" y="83741"/>
                  <a:pt x="49356" y="83741"/>
                </a:cubicBezTo>
                <a:cubicBezTo>
                  <a:pt x="51391" y="83741"/>
                  <a:pt x="53441" y="82856"/>
                  <a:pt x="55968" y="79208"/>
                </a:cubicBezTo>
                <a:cubicBezTo>
                  <a:pt x="79663" y="45004"/>
                  <a:pt x="87416" y="44135"/>
                  <a:pt x="87416" y="44135"/>
                </a:cubicBezTo>
                <a:cubicBezTo>
                  <a:pt x="93298" y="21497"/>
                  <a:pt x="60858" y="9397"/>
                  <a:pt x="42111" y="1875"/>
                </a:cubicBezTo>
                <a:cubicBezTo>
                  <a:pt x="38838" y="561"/>
                  <a:pt x="36260" y="1"/>
                  <a:pt x="34162" y="1"/>
                </a:cubicBezTo>
                <a:close/>
              </a:path>
            </a:pathLst>
          </a:custGeom>
          <a:solidFill>
            <a:schemeClr val="accent3">
              <a:alpha val="335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a:off x="6536238" y="-142500"/>
            <a:ext cx="4935815" cy="3769836"/>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rot="649785">
            <a:off x="716152" y="4401125"/>
            <a:ext cx="4558897" cy="1365861"/>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rgbClr val="AC9078">
              <a:alpha val="12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rot="1244193">
            <a:off x="4086917" y="-777268"/>
            <a:ext cx="7826096" cy="287785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rot="-9555807">
            <a:off x="-6119383" y="2297294"/>
            <a:ext cx="7826096" cy="287785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txBox="1"/>
          <p:nvPr>
            <p:ph type="ctrTitle"/>
          </p:nvPr>
        </p:nvSpPr>
        <p:spPr>
          <a:xfrm>
            <a:off x="723150" y="1494200"/>
            <a:ext cx="7697700" cy="1598100"/>
          </a:xfrm>
          <a:prstGeom prst="rect">
            <a:avLst/>
          </a:prstGeom>
        </p:spPr>
        <p:txBody>
          <a:bodyPr anchorCtr="0" anchor="ctr" bIns="91425" lIns="91425" spcFirstLastPara="1" rIns="91425" wrap="square" tIns="91425">
            <a:noAutofit/>
          </a:bodyPr>
          <a:lstStyle>
            <a:lvl1pPr lvl="0" rtl="0">
              <a:lnSpc>
                <a:spcPct val="90000"/>
              </a:lnSpc>
              <a:spcBef>
                <a:spcPts val="0"/>
              </a:spcBef>
              <a:spcAft>
                <a:spcPts val="0"/>
              </a:spcAft>
              <a:buSzPts val="5200"/>
              <a:buNone/>
              <a:defRPr sz="6600">
                <a:latin typeface="Kulim Park SemiBold"/>
                <a:ea typeface="Kulim Park SemiBold"/>
                <a:cs typeface="Kulim Park SemiBold"/>
                <a:sym typeface="Kulim Park SemiBold"/>
              </a:defRPr>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8" name="Google Shape;18;p2"/>
          <p:cNvSpPr txBox="1"/>
          <p:nvPr>
            <p:ph idx="1" type="subTitle"/>
          </p:nvPr>
        </p:nvSpPr>
        <p:spPr>
          <a:xfrm>
            <a:off x="1962550" y="3100575"/>
            <a:ext cx="5218500" cy="548700"/>
          </a:xfrm>
          <a:prstGeom prst="rect">
            <a:avLst/>
          </a:prstGeom>
          <a:noFill/>
          <a:ln>
            <a:noFill/>
          </a:ln>
        </p:spPr>
        <p:txBody>
          <a:bodyPr anchorCtr="0" anchor="ctr" bIns="91425" lIns="91425" spcFirstLastPara="1" rIns="91425" wrap="square" tIns="91425">
            <a:noAutofit/>
          </a:bodyPr>
          <a:lstStyle>
            <a:lvl1pPr lvl="0" rtl="0" algn="ctr">
              <a:lnSpc>
                <a:spcPct val="100000"/>
              </a:lnSpc>
              <a:spcBef>
                <a:spcPts val="0"/>
              </a:spcBef>
              <a:spcAft>
                <a:spcPts val="0"/>
              </a:spcAft>
              <a:buSzPts val="1600"/>
              <a:buNone/>
              <a:defRPr>
                <a:latin typeface="Manrope"/>
                <a:ea typeface="Manrope"/>
                <a:cs typeface="Manrope"/>
                <a:sym typeface="Manrope"/>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sp>
        <p:nvSpPr>
          <p:cNvPr id="20" name="Google Shape;20;p3"/>
          <p:cNvSpPr/>
          <p:nvPr/>
        </p:nvSpPr>
        <p:spPr>
          <a:xfrm rot="-10285629">
            <a:off x="4140874" y="-2015123"/>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flipH="1">
            <a:off x="6818628" y="2586663"/>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flipH="1" rot="9748587">
            <a:off x="5601527" y="2021265"/>
            <a:ext cx="8200944" cy="301569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flipH="1" rot="4102346">
            <a:off x="-2270967" y="3805847"/>
            <a:ext cx="9416338" cy="601377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rot="813319">
            <a:off x="-3580677" y="-14257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txBox="1"/>
          <p:nvPr>
            <p:ph type="title"/>
          </p:nvPr>
        </p:nvSpPr>
        <p:spPr>
          <a:xfrm>
            <a:off x="716550" y="1929275"/>
            <a:ext cx="7410900" cy="1610100"/>
          </a:xfrm>
          <a:prstGeom prst="rect">
            <a:avLst/>
          </a:prstGeom>
          <a:noFill/>
          <a:ln>
            <a:noFill/>
          </a:ln>
        </p:spPr>
        <p:txBody>
          <a:bodyPr anchorCtr="0" anchor="b" bIns="91425" lIns="91425" spcFirstLastPara="1" rIns="91425" wrap="square" tIns="91425">
            <a:noAutofit/>
          </a:bodyPr>
          <a:lstStyle>
            <a:lvl1pPr lvl="0" algn="l">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26" name="Google Shape;26;p3"/>
          <p:cNvSpPr txBox="1"/>
          <p:nvPr>
            <p:ph hasCustomPrompt="1" idx="2" type="title"/>
          </p:nvPr>
        </p:nvSpPr>
        <p:spPr>
          <a:xfrm>
            <a:off x="723300" y="845239"/>
            <a:ext cx="1498200" cy="1123500"/>
          </a:xfrm>
          <a:prstGeom prst="rect">
            <a:avLst/>
          </a:prstGeom>
          <a:noFill/>
          <a:ln>
            <a:noFill/>
          </a:ln>
        </p:spPr>
        <p:txBody>
          <a:bodyPr anchorCtr="0" anchor="b" bIns="91425" lIns="91425" spcFirstLastPara="1" rIns="91425" wrap="square" tIns="91425">
            <a:noAutofit/>
          </a:bodyPr>
          <a:lstStyle>
            <a:lvl1pPr lvl="0" rtl="0" algn="l">
              <a:spcBef>
                <a:spcPts val="0"/>
              </a:spcBef>
              <a:spcAft>
                <a:spcPts val="0"/>
              </a:spcAft>
              <a:buSzPts val="6000"/>
              <a:buNone/>
              <a:defRPr sz="70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7" name="Google Shape;27;p3"/>
          <p:cNvSpPr txBox="1"/>
          <p:nvPr>
            <p:ph idx="1" type="subTitle"/>
          </p:nvPr>
        </p:nvSpPr>
        <p:spPr>
          <a:xfrm>
            <a:off x="716550" y="3578850"/>
            <a:ext cx="7410900" cy="719400"/>
          </a:xfrm>
          <a:prstGeom prst="rect">
            <a:avLst/>
          </a:prstGeom>
          <a:noFill/>
          <a:ln>
            <a:noFill/>
          </a:ln>
        </p:spPr>
        <p:txBody>
          <a:bodyPr anchorCtr="0" anchor="t" bIns="91425" lIns="91425" spcFirstLastPara="1" rIns="91425" wrap="square" tIns="91425">
            <a:noAutofit/>
          </a:bodyPr>
          <a:lstStyle>
            <a:lvl1pPr lvl="0" rtl="0">
              <a:lnSpc>
                <a:spcPct val="100000"/>
              </a:lnSpc>
              <a:spcBef>
                <a:spcPts val="0"/>
              </a:spcBef>
              <a:spcAft>
                <a:spcPts val="0"/>
              </a:spcAft>
              <a:buSzPts val="1600"/>
              <a:buNon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28" name="Google Shape;28;p3"/>
          <p:cNvSpPr/>
          <p:nvPr/>
        </p:nvSpPr>
        <p:spPr>
          <a:xfrm>
            <a:off x="3065327" y="-42009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9" name="Shape 29"/>
        <p:cNvGrpSpPr/>
        <p:nvPr/>
      </p:nvGrpSpPr>
      <p:grpSpPr>
        <a:xfrm>
          <a:off x="0" y="0"/>
          <a:ext cx="0" cy="0"/>
          <a:chOff x="0" y="0"/>
          <a:chExt cx="0" cy="0"/>
        </a:xfrm>
      </p:grpSpPr>
      <p:sp>
        <p:nvSpPr>
          <p:cNvPr id="30" name="Google Shape;30;p4"/>
          <p:cNvSpPr/>
          <p:nvPr/>
        </p:nvSpPr>
        <p:spPr>
          <a:xfrm rot="813319">
            <a:off x="-704002" y="2342077"/>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rot="-5553048">
            <a:off x="-3421688" y="1600648"/>
            <a:ext cx="5990367" cy="5613156"/>
          </a:xfrm>
          <a:custGeom>
            <a:rect b="b" l="l" r="r" t="t"/>
            <a:pathLst>
              <a:path extrusionOk="0" h="87424" w="93299">
                <a:moveTo>
                  <a:pt x="34162" y="1"/>
                </a:moveTo>
                <a:cubicBezTo>
                  <a:pt x="24245" y="1"/>
                  <a:pt x="25039" y="12520"/>
                  <a:pt x="13717" y="17147"/>
                </a:cubicBezTo>
                <a:cubicBezTo>
                  <a:pt x="1" y="22753"/>
                  <a:pt x="25599" y="33483"/>
                  <a:pt x="18923" y="50349"/>
                </a:cubicBezTo>
                <a:cubicBezTo>
                  <a:pt x="13077" y="65115"/>
                  <a:pt x="23069" y="87424"/>
                  <a:pt x="32143" y="87424"/>
                </a:cubicBezTo>
                <a:cubicBezTo>
                  <a:pt x="33432" y="87424"/>
                  <a:pt x="34703" y="86974"/>
                  <a:pt x="35906" y="85988"/>
                </a:cubicBezTo>
                <a:cubicBezTo>
                  <a:pt x="38841" y="83585"/>
                  <a:pt x="41192" y="82952"/>
                  <a:pt x="43240" y="82952"/>
                </a:cubicBezTo>
                <a:cubicBezTo>
                  <a:pt x="45526" y="82952"/>
                  <a:pt x="47435" y="83741"/>
                  <a:pt x="49356" y="83741"/>
                </a:cubicBezTo>
                <a:cubicBezTo>
                  <a:pt x="51391" y="83741"/>
                  <a:pt x="53441" y="82856"/>
                  <a:pt x="55968" y="79208"/>
                </a:cubicBezTo>
                <a:cubicBezTo>
                  <a:pt x="79663" y="45004"/>
                  <a:pt x="87416" y="44135"/>
                  <a:pt x="87416" y="44135"/>
                </a:cubicBezTo>
                <a:cubicBezTo>
                  <a:pt x="93298" y="21497"/>
                  <a:pt x="60858" y="9397"/>
                  <a:pt x="42111" y="1875"/>
                </a:cubicBezTo>
                <a:cubicBezTo>
                  <a:pt x="38838" y="561"/>
                  <a:pt x="36260" y="1"/>
                  <a:pt x="34162" y="1"/>
                </a:cubicBezTo>
                <a:close/>
              </a:path>
            </a:pathLst>
          </a:custGeom>
          <a:solidFill>
            <a:srgbClr val="AC9078">
              <a:alpha val="726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4"/>
          <p:cNvSpPr/>
          <p:nvPr/>
        </p:nvSpPr>
        <p:spPr>
          <a:xfrm flipH="1" rot="-1460553">
            <a:off x="6702382" y="-661835"/>
            <a:ext cx="7471555" cy="4771732"/>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4"/>
          <p:cNvSpPr/>
          <p:nvPr/>
        </p:nvSpPr>
        <p:spPr>
          <a:xfrm rot="3657786">
            <a:off x="7243056" y="893138"/>
            <a:ext cx="4558957" cy="1365879"/>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35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4"/>
          <p:cNvSpPr/>
          <p:nvPr/>
        </p:nvSpPr>
        <p:spPr>
          <a:xfrm rot="3624623">
            <a:off x="5761668" y="608449"/>
            <a:ext cx="7826028" cy="2877832"/>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4"/>
          <p:cNvSpPr txBox="1"/>
          <p:nvPr>
            <p:ph type="title"/>
          </p:nvPr>
        </p:nvSpPr>
        <p:spPr>
          <a:xfrm>
            <a:off x="720000" y="437700"/>
            <a:ext cx="77028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36" name="Google Shape;36;p4"/>
          <p:cNvSpPr txBox="1"/>
          <p:nvPr>
            <p:ph idx="1" type="body"/>
          </p:nvPr>
        </p:nvSpPr>
        <p:spPr>
          <a:xfrm>
            <a:off x="720000" y="1095450"/>
            <a:ext cx="7702800" cy="3610800"/>
          </a:xfrm>
          <a:prstGeom prst="rect">
            <a:avLst/>
          </a:prstGeom>
          <a:noFill/>
          <a:ln>
            <a:noFill/>
          </a:ln>
        </p:spPr>
        <p:txBody>
          <a:bodyPr anchorCtr="0" anchor="b" bIns="91425" lIns="91425" spcFirstLastPara="1" rIns="91425" wrap="square" tIns="91425">
            <a:noAutofit/>
          </a:bodyPr>
          <a:lstStyle>
            <a:lvl1pPr indent="-330200" lvl="0" marL="457200" rtl="0">
              <a:lnSpc>
                <a:spcPct val="100000"/>
              </a:lnSpc>
              <a:spcBef>
                <a:spcPts val="0"/>
              </a:spcBef>
              <a:spcAft>
                <a:spcPts val="0"/>
              </a:spcAft>
              <a:buSzPts val="1600"/>
              <a:buChar char="●"/>
              <a:defRPr sz="1250">
                <a:latin typeface="Manrope"/>
                <a:ea typeface="Manrope"/>
                <a:cs typeface="Manrope"/>
                <a:sym typeface="Manrope"/>
              </a:defRPr>
            </a:lvl1pPr>
            <a:lvl2pPr indent="-330200" lvl="1" marL="914400" rtl="0">
              <a:lnSpc>
                <a:spcPct val="100000"/>
              </a:lnSpc>
              <a:spcBef>
                <a:spcPts val="0"/>
              </a:spcBef>
              <a:spcAft>
                <a:spcPts val="0"/>
              </a:spcAft>
              <a:buSzPts val="1600"/>
              <a:buChar char="○"/>
              <a:defRPr/>
            </a:lvl2pPr>
            <a:lvl3pPr indent="-330200" lvl="2" marL="1371600" rtl="0">
              <a:lnSpc>
                <a:spcPct val="100000"/>
              </a:lnSpc>
              <a:spcBef>
                <a:spcPts val="0"/>
              </a:spcBef>
              <a:spcAft>
                <a:spcPts val="0"/>
              </a:spcAft>
              <a:buSzPts val="1600"/>
              <a:buChar char="■"/>
              <a:defRPr/>
            </a:lvl3pPr>
            <a:lvl4pPr indent="-330200" lvl="3" marL="1828800" rtl="0">
              <a:lnSpc>
                <a:spcPct val="100000"/>
              </a:lnSpc>
              <a:spcBef>
                <a:spcPts val="0"/>
              </a:spcBef>
              <a:spcAft>
                <a:spcPts val="0"/>
              </a:spcAft>
              <a:buSzPts val="1600"/>
              <a:buChar char="●"/>
              <a:defRPr/>
            </a:lvl4pPr>
            <a:lvl5pPr indent="-330200" lvl="4" marL="2286000" rtl="0">
              <a:lnSpc>
                <a:spcPct val="100000"/>
              </a:lnSpc>
              <a:spcBef>
                <a:spcPts val="0"/>
              </a:spcBef>
              <a:spcAft>
                <a:spcPts val="0"/>
              </a:spcAft>
              <a:buSzPts val="1600"/>
              <a:buChar char="○"/>
              <a:defRPr/>
            </a:lvl5pPr>
            <a:lvl6pPr indent="-330200" lvl="5" marL="2743200" rtl="0">
              <a:lnSpc>
                <a:spcPct val="100000"/>
              </a:lnSpc>
              <a:spcBef>
                <a:spcPts val="0"/>
              </a:spcBef>
              <a:spcAft>
                <a:spcPts val="0"/>
              </a:spcAft>
              <a:buSzPts val="1600"/>
              <a:buChar char="■"/>
              <a:defRPr/>
            </a:lvl6pPr>
            <a:lvl7pPr indent="-330200" lvl="6" marL="3200400" rtl="0">
              <a:lnSpc>
                <a:spcPct val="100000"/>
              </a:lnSpc>
              <a:spcBef>
                <a:spcPts val="0"/>
              </a:spcBef>
              <a:spcAft>
                <a:spcPts val="0"/>
              </a:spcAft>
              <a:buSzPts val="1600"/>
              <a:buChar char="●"/>
              <a:defRPr/>
            </a:lvl7pPr>
            <a:lvl8pPr indent="-330200" lvl="7" marL="3657600" rtl="0">
              <a:lnSpc>
                <a:spcPct val="100000"/>
              </a:lnSpc>
              <a:spcBef>
                <a:spcPts val="0"/>
              </a:spcBef>
              <a:spcAft>
                <a:spcPts val="0"/>
              </a:spcAft>
              <a:buSzPts val="1600"/>
              <a:buChar char="○"/>
              <a:defRPr/>
            </a:lvl8pPr>
            <a:lvl9pPr indent="-330200" lvl="8" marL="4114800" rtl="0">
              <a:lnSpc>
                <a:spcPct val="100000"/>
              </a:lnSpc>
              <a:spcBef>
                <a:spcPts val="0"/>
              </a:spcBef>
              <a:spcAft>
                <a:spcPts val="0"/>
              </a:spcAft>
              <a:buSzPts val="1600"/>
              <a:buChar char="■"/>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7" name="Shape 37"/>
        <p:cNvGrpSpPr/>
        <p:nvPr/>
      </p:nvGrpSpPr>
      <p:grpSpPr>
        <a:xfrm>
          <a:off x="0" y="0"/>
          <a:ext cx="0" cy="0"/>
          <a:chOff x="0" y="0"/>
          <a:chExt cx="0" cy="0"/>
        </a:xfrm>
      </p:grpSpPr>
      <p:sp>
        <p:nvSpPr>
          <p:cNvPr id="38" name="Google Shape;38;p5"/>
          <p:cNvSpPr/>
          <p:nvPr/>
        </p:nvSpPr>
        <p:spPr>
          <a:xfrm>
            <a:off x="-4528356" y="1004988"/>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5"/>
          <p:cNvSpPr/>
          <p:nvPr/>
        </p:nvSpPr>
        <p:spPr>
          <a:xfrm flipH="1" rot="-9405665">
            <a:off x="6846081" y="1281156"/>
            <a:ext cx="7310152" cy="6849835"/>
          </a:xfrm>
          <a:custGeom>
            <a:rect b="b" l="l" r="r" t="t"/>
            <a:pathLst>
              <a:path extrusionOk="0" h="87424" w="93299">
                <a:moveTo>
                  <a:pt x="34162" y="1"/>
                </a:moveTo>
                <a:cubicBezTo>
                  <a:pt x="24245" y="1"/>
                  <a:pt x="25039" y="12520"/>
                  <a:pt x="13717" y="17147"/>
                </a:cubicBezTo>
                <a:cubicBezTo>
                  <a:pt x="1" y="22753"/>
                  <a:pt x="25599" y="33483"/>
                  <a:pt x="18923" y="50349"/>
                </a:cubicBezTo>
                <a:cubicBezTo>
                  <a:pt x="13077" y="65115"/>
                  <a:pt x="23069" y="87424"/>
                  <a:pt x="32143" y="87424"/>
                </a:cubicBezTo>
                <a:cubicBezTo>
                  <a:pt x="33432" y="87424"/>
                  <a:pt x="34703" y="86974"/>
                  <a:pt x="35906" y="85988"/>
                </a:cubicBezTo>
                <a:cubicBezTo>
                  <a:pt x="38841" y="83585"/>
                  <a:pt x="41192" y="82952"/>
                  <a:pt x="43240" y="82952"/>
                </a:cubicBezTo>
                <a:cubicBezTo>
                  <a:pt x="45526" y="82952"/>
                  <a:pt x="47435" y="83741"/>
                  <a:pt x="49356" y="83741"/>
                </a:cubicBezTo>
                <a:cubicBezTo>
                  <a:pt x="51391" y="83741"/>
                  <a:pt x="53441" y="82856"/>
                  <a:pt x="55968" y="79208"/>
                </a:cubicBezTo>
                <a:cubicBezTo>
                  <a:pt x="79663" y="45004"/>
                  <a:pt x="87416" y="44135"/>
                  <a:pt x="87416" y="44135"/>
                </a:cubicBezTo>
                <a:cubicBezTo>
                  <a:pt x="93298" y="21497"/>
                  <a:pt x="60858" y="9397"/>
                  <a:pt x="42111" y="1875"/>
                </a:cubicBezTo>
                <a:cubicBezTo>
                  <a:pt x="38838" y="561"/>
                  <a:pt x="36260" y="1"/>
                  <a:pt x="34162" y="1"/>
                </a:cubicBezTo>
                <a:close/>
              </a:path>
            </a:pathLst>
          </a:custGeom>
          <a:solidFill>
            <a:schemeClr val="accent3">
              <a:alpha val="335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5"/>
          <p:cNvSpPr/>
          <p:nvPr/>
        </p:nvSpPr>
        <p:spPr>
          <a:xfrm flipH="1" rot="1478505">
            <a:off x="3709533" y="-1000036"/>
            <a:ext cx="7826136" cy="2877871"/>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5"/>
          <p:cNvSpPr txBox="1"/>
          <p:nvPr>
            <p:ph type="title"/>
          </p:nvPr>
        </p:nvSpPr>
        <p:spPr>
          <a:xfrm flipH="1">
            <a:off x="720000" y="438912"/>
            <a:ext cx="7704000" cy="5727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42" name="Google Shape;42;p5"/>
          <p:cNvSpPr txBox="1"/>
          <p:nvPr>
            <p:ph idx="2" type="title"/>
          </p:nvPr>
        </p:nvSpPr>
        <p:spPr>
          <a:xfrm>
            <a:off x="4789925" y="3371526"/>
            <a:ext cx="23253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43" name="Google Shape;43;p5"/>
          <p:cNvSpPr txBox="1"/>
          <p:nvPr>
            <p:ph idx="1" type="subTitle"/>
          </p:nvPr>
        </p:nvSpPr>
        <p:spPr>
          <a:xfrm>
            <a:off x="4789950" y="3879601"/>
            <a:ext cx="2325300" cy="623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44" name="Google Shape;44;p5"/>
          <p:cNvSpPr txBox="1"/>
          <p:nvPr>
            <p:ph idx="3" type="title"/>
          </p:nvPr>
        </p:nvSpPr>
        <p:spPr>
          <a:xfrm>
            <a:off x="2028750" y="3371526"/>
            <a:ext cx="23253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45" name="Google Shape;45;p5"/>
          <p:cNvSpPr txBox="1"/>
          <p:nvPr>
            <p:ph idx="4" type="subTitle"/>
          </p:nvPr>
        </p:nvSpPr>
        <p:spPr>
          <a:xfrm>
            <a:off x="2028775" y="3879601"/>
            <a:ext cx="2325300" cy="623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46" name="Google Shape;46;p5"/>
          <p:cNvSpPr/>
          <p:nvPr/>
        </p:nvSpPr>
        <p:spPr>
          <a:xfrm flipH="1" rot="9524149">
            <a:off x="-6659422" y="-2925302"/>
            <a:ext cx="9471569" cy="604904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5"/>
          <p:cNvSpPr/>
          <p:nvPr/>
        </p:nvSpPr>
        <p:spPr>
          <a:xfrm rot="-9555841">
            <a:off x="-6785773" y="1808506"/>
            <a:ext cx="8200942" cy="301569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8" name="Shape 48"/>
        <p:cNvGrpSpPr/>
        <p:nvPr/>
      </p:nvGrpSpPr>
      <p:grpSpPr>
        <a:xfrm>
          <a:off x="0" y="0"/>
          <a:ext cx="0" cy="0"/>
          <a:chOff x="0" y="0"/>
          <a:chExt cx="0" cy="0"/>
        </a:xfrm>
      </p:grpSpPr>
      <p:sp>
        <p:nvSpPr>
          <p:cNvPr id="49" name="Google Shape;49;p6"/>
          <p:cNvSpPr/>
          <p:nvPr/>
        </p:nvSpPr>
        <p:spPr>
          <a:xfrm flipH="1" rot="3394465">
            <a:off x="3077084" y="3433218"/>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5867027" y="-12434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6"/>
          <p:cNvSpPr/>
          <p:nvPr/>
        </p:nvSpPr>
        <p:spPr>
          <a:xfrm rot="3952094">
            <a:off x="4978836" y="-32116"/>
            <a:ext cx="7826127" cy="287786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6"/>
          <p:cNvSpPr/>
          <p:nvPr/>
        </p:nvSpPr>
        <p:spPr>
          <a:xfrm flipH="1" rot="-649760">
            <a:off x="7075142" y="-713258"/>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6"/>
          <p:cNvSpPr/>
          <p:nvPr/>
        </p:nvSpPr>
        <p:spPr>
          <a:xfrm rot="813319">
            <a:off x="-2477752" y="-30743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6"/>
          <p:cNvSpPr/>
          <p:nvPr/>
        </p:nvSpPr>
        <p:spPr>
          <a:xfrm rot="-10285603">
            <a:off x="-4701904" y="3752842"/>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6"/>
          <p:cNvSpPr/>
          <p:nvPr/>
        </p:nvSpPr>
        <p:spPr>
          <a:xfrm rot="-7426355">
            <a:off x="-5557542" y="1132830"/>
            <a:ext cx="7826046" cy="287783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6"/>
          <p:cNvSpPr txBox="1"/>
          <p:nvPr>
            <p:ph type="title"/>
          </p:nvPr>
        </p:nvSpPr>
        <p:spPr>
          <a:xfrm flipH="1">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57" name="Shape 57"/>
        <p:cNvGrpSpPr/>
        <p:nvPr/>
      </p:nvGrpSpPr>
      <p:grpSpPr>
        <a:xfrm>
          <a:off x="0" y="0"/>
          <a:ext cx="0" cy="0"/>
          <a:chOff x="0" y="0"/>
          <a:chExt cx="0" cy="0"/>
        </a:xfrm>
      </p:grpSpPr>
      <p:sp>
        <p:nvSpPr>
          <p:cNvPr id="58" name="Google Shape;58;p7"/>
          <p:cNvSpPr/>
          <p:nvPr/>
        </p:nvSpPr>
        <p:spPr>
          <a:xfrm flipH="1" rot="3394465">
            <a:off x="5041484" y="2286018"/>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7"/>
          <p:cNvSpPr/>
          <p:nvPr/>
        </p:nvSpPr>
        <p:spPr>
          <a:xfrm rot="-10285603">
            <a:off x="7150321" y="-2266383"/>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7"/>
          <p:cNvSpPr/>
          <p:nvPr/>
        </p:nvSpPr>
        <p:spPr>
          <a:xfrm flipH="1" rot="955394">
            <a:off x="1460861" y="-2197712"/>
            <a:ext cx="7826028" cy="2877832"/>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7"/>
          <p:cNvSpPr txBox="1"/>
          <p:nvPr>
            <p:ph idx="1" type="body"/>
          </p:nvPr>
        </p:nvSpPr>
        <p:spPr>
          <a:xfrm>
            <a:off x="4572000" y="1369325"/>
            <a:ext cx="3850500" cy="3332700"/>
          </a:xfrm>
          <a:prstGeom prst="rect">
            <a:avLst/>
          </a:prstGeom>
        </p:spPr>
        <p:txBody>
          <a:bodyPr anchorCtr="0" anchor="ctr" bIns="91425" lIns="91425" spcFirstLastPara="1" rIns="91425" wrap="square" tIns="91425">
            <a:noAutofit/>
          </a:bodyPr>
          <a:lstStyle>
            <a:lvl1pPr indent="-330200" lvl="0" marL="457200" rtl="0">
              <a:lnSpc>
                <a:spcPct val="100000"/>
              </a:lnSpc>
              <a:spcBef>
                <a:spcPts val="0"/>
              </a:spcBef>
              <a:spcAft>
                <a:spcPts val="0"/>
              </a:spcAft>
              <a:buSzPts val="1600"/>
              <a:buFont typeface="Nunito Light"/>
              <a:buChar char="●"/>
              <a:defRPr sz="1400"/>
            </a:lvl1pPr>
            <a:lvl2pPr indent="-330200" lvl="1" marL="914400" rtl="0">
              <a:lnSpc>
                <a:spcPct val="100000"/>
              </a:lnSpc>
              <a:spcBef>
                <a:spcPts val="0"/>
              </a:spcBef>
              <a:spcAft>
                <a:spcPts val="0"/>
              </a:spcAft>
              <a:buSzPts val="1600"/>
              <a:buFont typeface="Nunito Light"/>
              <a:buChar char="○"/>
              <a:defRPr/>
            </a:lvl2pPr>
            <a:lvl3pPr indent="-323850" lvl="2" marL="1371600" rtl="0">
              <a:lnSpc>
                <a:spcPct val="100000"/>
              </a:lnSpc>
              <a:spcBef>
                <a:spcPts val="1600"/>
              </a:spcBef>
              <a:spcAft>
                <a:spcPts val="0"/>
              </a:spcAft>
              <a:buSzPts val="1500"/>
              <a:buFont typeface="Nunito Light"/>
              <a:buChar char="■"/>
              <a:defRPr/>
            </a:lvl3pPr>
            <a:lvl4pPr indent="-323850" lvl="3" marL="1828800" rtl="0">
              <a:lnSpc>
                <a:spcPct val="100000"/>
              </a:lnSpc>
              <a:spcBef>
                <a:spcPts val="1600"/>
              </a:spcBef>
              <a:spcAft>
                <a:spcPts val="0"/>
              </a:spcAft>
              <a:buSzPts val="1500"/>
              <a:buFont typeface="Nunito Light"/>
              <a:buChar char="●"/>
              <a:defRPr/>
            </a:lvl4pPr>
            <a:lvl5pPr indent="-330200" lvl="4" marL="2286000" rtl="0">
              <a:lnSpc>
                <a:spcPct val="100000"/>
              </a:lnSpc>
              <a:spcBef>
                <a:spcPts val="1600"/>
              </a:spcBef>
              <a:spcAft>
                <a:spcPts val="0"/>
              </a:spcAft>
              <a:buSzPts val="1600"/>
              <a:buFont typeface="Nunito Light"/>
              <a:buChar char="○"/>
              <a:defRPr/>
            </a:lvl5pPr>
            <a:lvl6pPr indent="-330200" lvl="5" marL="2743200" rtl="0">
              <a:lnSpc>
                <a:spcPct val="100000"/>
              </a:lnSpc>
              <a:spcBef>
                <a:spcPts val="1600"/>
              </a:spcBef>
              <a:spcAft>
                <a:spcPts val="0"/>
              </a:spcAft>
              <a:buSzPts val="1600"/>
              <a:buFont typeface="Nunito Light"/>
              <a:buChar char="■"/>
              <a:defRPr/>
            </a:lvl6pPr>
            <a:lvl7pPr indent="-311150" lvl="6" marL="3200400" rtl="0">
              <a:lnSpc>
                <a:spcPct val="100000"/>
              </a:lnSpc>
              <a:spcBef>
                <a:spcPts val="1600"/>
              </a:spcBef>
              <a:spcAft>
                <a:spcPts val="0"/>
              </a:spcAft>
              <a:buSzPts val="1300"/>
              <a:buFont typeface="Nunito Light"/>
              <a:buChar char="●"/>
              <a:defRPr/>
            </a:lvl7pPr>
            <a:lvl8pPr indent="-311150" lvl="7" marL="3657600" rtl="0">
              <a:lnSpc>
                <a:spcPct val="100000"/>
              </a:lnSpc>
              <a:spcBef>
                <a:spcPts val="1600"/>
              </a:spcBef>
              <a:spcAft>
                <a:spcPts val="0"/>
              </a:spcAft>
              <a:buSzPts val="1300"/>
              <a:buFont typeface="Nunito Light"/>
              <a:buChar char="○"/>
              <a:defRPr/>
            </a:lvl8pPr>
            <a:lvl9pPr indent="-330200" lvl="8" marL="4114800" rtl="0">
              <a:lnSpc>
                <a:spcPct val="100000"/>
              </a:lnSpc>
              <a:spcBef>
                <a:spcPts val="1600"/>
              </a:spcBef>
              <a:spcAft>
                <a:spcPts val="1600"/>
              </a:spcAft>
              <a:buSzPts val="1600"/>
              <a:buFont typeface="Nunito Light"/>
              <a:buChar char="■"/>
              <a:defRPr/>
            </a:lvl9pPr>
          </a:lstStyle>
          <a:p/>
        </p:txBody>
      </p:sp>
      <p:sp>
        <p:nvSpPr>
          <p:cNvPr id="62" name="Google Shape;62;p7"/>
          <p:cNvSpPr txBox="1"/>
          <p:nvPr>
            <p:ph type="title"/>
          </p:nvPr>
        </p:nvSpPr>
        <p:spPr>
          <a:xfrm>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63" name="Shape 63"/>
        <p:cNvGrpSpPr/>
        <p:nvPr/>
      </p:nvGrpSpPr>
      <p:grpSpPr>
        <a:xfrm>
          <a:off x="0" y="0"/>
          <a:ext cx="0" cy="0"/>
          <a:chOff x="0" y="0"/>
          <a:chExt cx="0" cy="0"/>
        </a:xfrm>
      </p:grpSpPr>
      <p:sp>
        <p:nvSpPr>
          <p:cNvPr id="64" name="Google Shape;64;p8"/>
          <p:cNvSpPr/>
          <p:nvPr/>
        </p:nvSpPr>
        <p:spPr>
          <a:xfrm flipH="1" rot="-813319">
            <a:off x="4432698" y="-342427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8"/>
          <p:cNvSpPr/>
          <p:nvPr/>
        </p:nvSpPr>
        <p:spPr>
          <a:xfrm rot="649785">
            <a:off x="-1816445" y="-738425"/>
            <a:ext cx="4558897" cy="1365861"/>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8"/>
          <p:cNvSpPr/>
          <p:nvPr/>
        </p:nvSpPr>
        <p:spPr>
          <a:xfrm flipH="1">
            <a:off x="620870" y="2238100"/>
            <a:ext cx="7471673" cy="477180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8"/>
          <p:cNvSpPr/>
          <p:nvPr/>
        </p:nvSpPr>
        <p:spPr>
          <a:xfrm flipH="1" rot="-8823147">
            <a:off x="5492915" y="2808773"/>
            <a:ext cx="5990392" cy="5613180"/>
          </a:xfrm>
          <a:custGeom>
            <a:rect b="b" l="l" r="r" t="t"/>
            <a:pathLst>
              <a:path extrusionOk="0" h="87424" w="93299">
                <a:moveTo>
                  <a:pt x="34162" y="1"/>
                </a:moveTo>
                <a:cubicBezTo>
                  <a:pt x="24245" y="1"/>
                  <a:pt x="25039" y="12520"/>
                  <a:pt x="13717" y="17147"/>
                </a:cubicBezTo>
                <a:cubicBezTo>
                  <a:pt x="1" y="22753"/>
                  <a:pt x="25599" y="33483"/>
                  <a:pt x="18923" y="50349"/>
                </a:cubicBezTo>
                <a:cubicBezTo>
                  <a:pt x="13077" y="65115"/>
                  <a:pt x="23069" y="87424"/>
                  <a:pt x="32143" y="87424"/>
                </a:cubicBezTo>
                <a:cubicBezTo>
                  <a:pt x="33432" y="87424"/>
                  <a:pt x="34703" y="86974"/>
                  <a:pt x="35906" y="85988"/>
                </a:cubicBezTo>
                <a:cubicBezTo>
                  <a:pt x="38841" y="83585"/>
                  <a:pt x="41192" y="82952"/>
                  <a:pt x="43240" y="82952"/>
                </a:cubicBezTo>
                <a:cubicBezTo>
                  <a:pt x="45526" y="82952"/>
                  <a:pt x="47435" y="83741"/>
                  <a:pt x="49356" y="83741"/>
                </a:cubicBezTo>
                <a:cubicBezTo>
                  <a:pt x="51391" y="83741"/>
                  <a:pt x="53441" y="82856"/>
                  <a:pt x="55968" y="79208"/>
                </a:cubicBezTo>
                <a:cubicBezTo>
                  <a:pt x="79663" y="45004"/>
                  <a:pt x="87416" y="44135"/>
                  <a:pt x="87416" y="44135"/>
                </a:cubicBezTo>
                <a:cubicBezTo>
                  <a:pt x="93298" y="21497"/>
                  <a:pt x="60858" y="9397"/>
                  <a:pt x="42111" y="1875"/>
                </a:cubicBezTo>
                <a:cubicBezTo>
                  <a:pt x="38838" y="561"/>
                  <a:pt x="36260" y="1"/>
                  <a:pt x="34162" y="1"/>
                </a:cubicBezTo>
                <a:close/>
              </a:path>
            </a:pathLst>
          </a:custGeom>
          <a:solidFill>
            <a:schemeClr val="accent3">
              <a:alpha val="335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8"/>
          <p:cNvSpPr/>
          <p:nvPr/>
        </p:nvSpPr>
        <p:spPr>
          <a:xfrm flipH="1">
            <a:off x="-2254122" y="-142500"/>
            <a:ext cx="4935815" cy="3769836"/>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8"/>
          <p:cNvSpPr/>
          <p:nvPr/>
        </p:nvSpPr>
        <p:spPr>
          <a:xfrm flipH="1" rot="-649785">
            <a:off x="3942880" y="4401125"/>
            <a:ext cx="4558897" cy="1365861"/>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rgbClr val="AC9078">
              <a:alpha val="12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8"/>
          <p:cNvSpPr/>
          <p:nvPr/>
        </p:nvSpPr>
        <p:spPr>
          <a:xfrm flipH="1" rot="-1244193">
            <a:off x="-2695083" y="-777268"/>
            <a:ext cx="7826096" cy="287785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8"/>
          <p:cNvSpPr/>
          <p:nvPr/>
        </p:nvSpPr>
        <p:spPr>
          <a:xfrm flipH="1" rot="9555807">
            <a:off x="7511217" y="2297294"/>
            <a:ext cx="7826096" cy="287785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8"/>
          <p:cNvSpPr txBox="1"/>
          <p:nvPr>
            <p:ph type="title"/>
          </p:nvPr>
        </p:nvSpPr>
        <p:spPr>
          <a:xfrm>
            <a:off x="1796850" y="1301800"/>
            <a:ext cx="5550300" cy="25398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SzPts val="4800"/>
              <a:buNone/>
              <a:defRPr sz="80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3" name="Shape 73"/>
        <p:cNvGrpSpPr/>
        <p:nvPr/>
      </p:nvGrpSpPr>
      <p:grpSpPr>
        <a:xfrm>
          <a:off x="0" y="0"/>
          <a:ext cx="0" cy="0"/>
          <a:chOff x="0" y="0"/>
          <a:chExt cx="0" cy="0"/>
        </a:xfrm>
      </p:grpSpPr>
      <p:sp>
        <p:nvSpPr>
          <p:cNvPr id="74" name="Google Shape;74;p9"/>
          <p:cNvSpPr/>
          <p:nvPr/>
        </p:nvSpPr>
        <p:spPr>
          <a:xfrm rot="813319">
            <a:off x="-2477752" y="-50555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9"/>
          <p:cNvSpPr/>
          <p:nvPr/>
        </p:nvSpPr>
        <p:spPr>
          <a:xfrm flipH="1" rot="3394465">
            <a:off x="4067684" y="5109618"/>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9"/>
          <p:cNvSpPr/>
          <p:nvPr/>
        </p:nvSpPr>
        <p:spPr>
          <a:xfrm>
            <a:off x="7010027" y="-12434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9"/>
          <p:cNvSpPr/>
          <p:nvPr/>
        </p:nvSpPr>
        <p:spPr>
          <a:xfrm rot="3406877">
            <a:off x="3098060" y="-32126"/>
            <a:ext cx="7826090" cy="2877855"/>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9"/>
          <p:cNvSpPr/>
          <p:nvPr/>
        </p:nvSpPr>
        <p:spPr>
          <a:xfrm flipH="1" rot="-649760">
            <a:off x="7075142" y="-713258"/>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9"/>
          <p:cNvSpPr/>
          <p:nvPr/>
        </p:nvSpPr>
        <p:spPr>
          <a:xfrm rot="-10285603">
            <a:off x="-4701904" y="3752842"/>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9"/>
          <p:cNvSpPr/>
          <p:nvPr/>
        </p:nvSpPr>
        <p:spPr>
          <a:xfrm rot="-7426355">
            <a:off x="-5557542" y="1132830"/>
            <a:ext cx="7826046" cy="287783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9"/>
          <p:cNvSpPr txBox="1"/>
          <p:nvPr>
            <p:ph type="title"/>
          </p:nvPr>
        </p:nvSpPr>
        <p:spPr>
          <a:xfrm>
            <a:off x="723300" y="775600"/>
            <a:ext cx="6137400" cy="17844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800"/>
              <a:buNone/>
              <a:defRPr sz="5000">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82" name="Google Shape;82;p9"/>
          <p:cNvSpPr txBox="1"/>
          <p:nvPr>
            <p:ph idx="1" type="subTitle"/>
          </p:nvPr>
        </p:nvSpPr>
        <p:spPr>
          <a:xfrm>
            <a:off x="799500" y="2583500"/>
            <a:ext cx="6137400" cy="1784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600"/>
              <a:buNone/>
              <a:defRPr>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3" name="Shape 83"/>
        <p:cNvGrpSpPr/>
        <p:nvPr/>
      </p:nvGrpSpPr>
      <p:grpSpPr>
        <a:xfrm>
          <a:off x="0" y="0"/>
          <a:ext cx="0" cy="0"/>
          <a:chOff x="0" y="0"/>
          <a:chExt cx="0" cy="0"/>
        </a:xfrm>
      </p:grpSpPr>
      <p:sp>
        <p:nvSpPr>
          <p:cNvPr id="84" name="Google Shape;84;p10"/>
          <p:cNvSpPr/>
          <p:nvPr>
            <p:ph idx="2" type="pic"/>
          </p:nvPr>
        </p:nvSpPr>
        <p:spPr>
          <a:xfrm>
            <a:off x="0" y="0"/>
            <a:ext cx="9144000" cy="5143500"/>
          </a:xfrm>
          <a:prstGeom prst="rect">
            <a:avLst/>
          </a:prstGeom>
          <a:noFill/>
          <a:ln>
            <a:noFill/>
          </a:ln>
        </p:spPr>
      </p:sp>
      <p:sp>
        <p:nvSpPr>
          <p:cNvPr id="85" name="Google Shape;85;p10"/>
          <p:cNvSpPr txBox="1"/>
          <p:nvPr>
            <p:ph type="title"/>
          </p:nvPr>
        </p:nvSpPr>
        <p:spPr>
          <a:xfrm>
            <a:off x="723300" y="1315950"/>
            <a:ext cx="2771700" cy="2511600"/>
          </a:xfrm>
          <a:prstGeom prst="rect">
            <a:avLst/>
          </a:prstGeom>
        </p:spPr>
        <p:txBody>
          <a:bodyPr anchorCtr="0" anchor="ctr" bIns="91425" lIns="91425" spcFirstLastPara="1" rIns="91425" wrap="square" tIns="91425">
            <a:noAutofit/>
          </a:bodyPr>
          <a:lstStyle>
            <a:lvl1pPr lvl="0" rtl="0" algn="l">
              <a:spcBef>
                <a:spcPts val="0"/>
              </a:spcBef>
              <a:spcAft>
                <a:spcPts val="0"/>
              </a:spcAft>
              <a:buSzPts val="2800"/>
              <a:buNone/>
              <a:defRPr sz="3600"/>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86" name="Shape 86"/>
        <p:cNvGrpSpPr/>
        <p:nvPr/>
      </p:nvGrpSpPr>
      <p:grpSpPr>
        <a:xfrm>
          <a:off x="0" y="0"/>
          <a:ext cx="0" cy="0"/>
          <a:chOff x="0" y="0"/>
          <a:chExt cx="0" cy="0"/>
        </a:xfrm>
      </p:grpSpPr>
      <p:sp>
        <p:nvSpPr>
          <p:cNvPr id="87" name="Google Shape;87;p11"/>
          <p:cNvSpPr/>
          <p:nvPr/>
        </p:nvSpPr>
        <p:spPr>
          <a:xfrm rot="-10285629">
            <a:off x="5066449" y="-2124373"/>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11"/>
          <p:cNvSpPr/>
          <p:nvPr/>
        </p:nvSpPr>
        <p:spPr>
          <a:xfrm flipH="1">
            <a:off x="7942003" y="1004988"/>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11"/>
          <p:cNvSpPr/>
          <p:nvPr/>
        </p:nvSpPr>
        <p:spPr>
          <a:xfrm rot="2839443">
            <a:off x="-308418" y="2442034"/>
            <a:ext cx="6402141" cy="5689181"/>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11"/>
          <p:cNvSpPr/>
          <p:nvPr/>
        </p:nvSpPr>
        <p:spPr>
          <a:xfrm rot="9405665">
            <a:off x="-4305365" y="1281181"/>
            <a:ext cx="7310152" cy="6849835"/>
          </a:xfrm>
          <a:custGeom>
            <a:rect b="b" l="l" r="r" t="t"/>
            <a:pathLst>
              <a:path extrusionOk="0" h="87424" w="93299">
                <a:moveTo>
                  <a:pt x="34162" y="1"/>
                </a:moveTo>
                <a:cubicBezTo>
                  <a:pt x="24245" y="1"/>
                  <a:pt x="25039" y="12520"/>
                  <a:pt x="13717" y="17147"/>
                </a:cubicBezTo>
                <a:cubicBezTo>
                  <a:pt x="1" y="22753"/>
                  <a:pt x="25599" y="33483"/>
                  <a:pt x="18923" y="50349"/>
                </a:cubicBezTo>
                <a:cubicBezTo>
                  <a:pt x="13077" y="65115"/>
                  <a:pt x="23069" y="87424"/>
                  <a:pt x="32143" y="87424"/>
                </a:cubicBezTo>
                <a:cubicBezTo>
                  <a:pt x="33432" y="87424"/>
                  <a:pt x="34703" y="86974"/>
                  <a:pt x="35906" y="85988"/>
                </a:cubicBezTo>
                <a:cubicBezTo>
                  <a:pt x="38841" y="83585"/>
                  <a:pt x="41192" y="82952"/>
                  <a:pt x="43240" y="82952"/>
                </a:cubicBezTo>
                <a:cubicBezTo>
                  <a:pt x="45526" y="82952"/>
                  <a:pt x="47435" y="83741"/>
                  <a:pt x="49356" y="83741"/>
                </a:cubicBezTo>
                <a:cubicBezTo>
                  <a:pt x="51391" y="83741"/>
                  <a:pt x="53441" y="82856"/>
                  <a:pt x="55968" y="79208"/>
                </a:cubicBezTo>
                <a:cubicBezTo>
                  <a:pt x="79663" y="45004"/>
                  <a:pt x="87416" y="44135"/>
                  <a:pt x="87416" y="44135"/>
                </a:cubicBezTo>
                <a:cubicBezTo>
                  <a:pt x="93298" y="21497"/>
                  <a:pt x="60858" y="9397"/>
                  <a:pt x="42111" y="1875"/>
                </a:cubicBezTo>
                <a:cubicBezTo>
                  <a:pt x="38838" y="561"/>
                  <a:pt x="36260" y="1"/>
                  <a:pt x="34162" y="1"/>
                </a:cubicBezTo>
                <a:close/>
              </a:path>
            </a:pathLst>
          </a:custGeom>
          <a:solidFill>
            <a:schemeClr val="accent3">
              <a:alpha val="335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11"/>
          <p:cNvSpPr/>
          <p:nvPr/>
        </p:nvSpPr>
        <p:spPr>
          <a:xfrm rot="-1478505">
            <a:off x="-2334601" y="-1000036"/>
            <a:ext cx="7826136" cy="2877871"/>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11"/>
          <p:cNvSpPr/>
          <p:nvPr/>
        </p:nvSpPr>
        <p:spPr>
          <a:xfrm flipH="1" rot="9555841">
            <a:off x="7023452" y="1808506"/>
            <a:ext cx="8200942" cy="301569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11"/>
          <p:cNvSpPr txBox="1"/>
          <p:nvPr>
            <p:ph hasCustomPrompt="1" type="title"/>
          </p:nvPr>
        </p:nvSpPr>
        <p:spPr>
          <a:xfrm>
            <a:off x="1248600" y="1528200"/>
            <a:ext cx="6646800" cy="15360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9600"/>
              <a:buNone/>
              <a:defRPr sz="11000"/>
            </a:lvl1pPr>
            <a:lvl2pPr lvl="1" rtl="0" algn="ctr">
              <a:spcBef>
                <a:spcPts val="0"/>
              </a:spcBef>
              <a:spcAft>
                <a:spcPts val="0"/>
              </a:spcAft>
              <a:buSzPts val="9600"/>
              <a:buNone/>
              <a:defRPr sz="9600"/>
            </a:lvl2pPr>
            <a:lvl3pPr lvl="2" rtl="0" algn="ctr">
              <a:spcBef>
                <a:spcPts val="0"/>
              </a:spcBef>
              <a:spcAft>
                <a:spcPts val="0"/>
              </a:spcAft>
              <a:buSzPts val="9600"/>
              <a:buNone/>
              <a:defRPr sz="9600"/>
            </a:lvl3pPr>
            <a:lvl4pPr lvl="3" rtl="0" algn="ctr">
              <a:spcBef>
                <a:spcPts val="0"/>
              </a:spcBef>
              <a:spcAft>
                <a:spcPts val="0"/>
              </a:spcAft>
              <a:buSzPts val="9600"/>
              <a:buNone/>
              <a:defRPr sz="9600"/>
            </a:lvl4pPr>
            <a:lvl5pPr lvl="4" rtl="0" algn="ctr">
              <a:spcBef>
                <a:spcPts val="0"/>
              </a:spcBef>
              <a:spcAft>
                <a:spcPts val="0"/>
              </a:spcAft>
              <a:buSzPts val="9600"/>
              <a:buNone/>
              <a:defRPr sz="9600"/>
            </a:lvl5pPr>
            <a:lvl6pPr lvl="5" rtl="0" algn="ctr">
              <a:spcBef>
                <a:spcPts val="0"/>
              </a:spcBef>
              <a:spcAft>
                <a:spcPts val="0"/>
              </a:spcAft>
              <a:buSzPts val="9600"/>
              <a:buNone/>
              <a:defRPr sz="9600"/>
            </a:lvl6pPr>
            <a:lvl7pPr lvl="6" rtl="0" algn="ctr">
              <a:spcBef>
                <a:spcPts val="0"/>
              </a:spcBef>
              <a:spcAft>
                <a:spcPts val="0"/>
              </a:spcAft>
              <a:buSzPts val="9600"/>
              <a:buNone/>
              <a:defRPr sz="9600"/>
            </a:lvl7pPr>
            <a:lvl8pPr lvl="7" rtl="0" algn="ctr">
              <a:spcBef>
                <a:spcPts val="0"/>
              </a:spcBef>
              <a:spcAft>
                <a:spcPts val="0"/>
              </a:spcAft>
              <a:buSzPts val="9600"/>
              <a:buNone/>
              <a:defRPr sz="9600"/>
            </a:lvl8pPr>
            <a:lvl9pPr lvl="8" rtl="0" algn="ctr">
              <a:spcBef>
                <a:spcPts val="0"/>
              </a:spcBef>
              <a:spcAft>
                <a:spcPts val="0"/>
              </a:spcAft>
              <a:buSzPts val="9600"/>
              <a:buNone/>
              <a:defRPr sz="9600"/>
            </a:lvl9pPr>
          </a:lstStyle>
          <a:p>
            <a:r>
              <a:t>xx%</a:t>
            </a:r>
          </a:p>
        </p:txBody>
      </p:sp>
      <p:sp>
        <p:nvSpPr>
          <p:cNvPr id="94" name="Google Shape;94;p11"/>
          <p:cNvSpPr txBox="1"/>
          <p:nvPr>
            <p:ph idx="1" type="subTitle"/>
          </p:nvPr>
        </p:nvSpPr>
        <p:spPr>
          <a:xfrm>
            <a:off x="1248450" y="3114175"/>
            <a:ext cx="6646800" cy="497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chemeClr val="accent6"/>
        </a:solidFill>
      </p:bgPr>
    </p:bg>
    <p:spTree>
      <p:nvGrpSpPr>
        <p:cNvPr id="95" name="Shape 95"/>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CUSTOM_20">
    <p:spTree>
      <p:nvGrpSpPr>
        <p:cNvPr id="96" name="Shape 96"/>
        <p:cNvGrpSpPr/>
        <p:nvPr/>
      </p:nvGrpSpPr>
      <p:grpSpPr>
        <a:xfrm>
          <a:off x="0" y="0"/>
          <a:ext cx="0" cy="0"/>
          <a:chOff x="0" y="0"/>
          <a:chExt cx="0" cy="0"/>
        </a:xfrm>
      </p:grpSpPr>
      <p:sp>
        <p:nvSpPr>
          <p:cNvPr id="97" name="Google Shape;97;p13"/>
          <p:cNvSpPr/>
          <p:nvPr/>
        </p:nvSpPr>
        <p:spPr>
          <a:xfrm flipH="1" rot="-514371">
            <a:off x="4546199" y="581678"/>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3"/>
          <p:cNvSpPr/>
          <p:nvPr/>
        </p:nvSpPr>
        <p:spPr>
          <a:xfrm rot="10800000">
            <a:off x="6590028" y="-1830528"/>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3"/>
          <p:cNvSpPr/>
          <p:nvPr/>
        </p:nvSpPr>
        <p:spPr>
          <a:xfrm rot="1051413">
            <a:off x="5372927" y="-597860"/>
            <a:ext cx="8200944" cy="301569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3"/>
          <p:cNvSpPr/>
          <p:nvPr/>
        </p:nvSpPr>
        <p:spPr>
          <a:xfrm rot="6697654">
            <a:off x="-3373442" y="-4867145"/>
            <a:ext cx="9416338" cy="601377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3"/>
          <p:cNvSpPr/>
          <p:nvPr/>
        </p:nvSpPr>
        <p:spPr>
          <a:xfrm flipH="1" rot="9986681">
            <a:off x="-4180552" y="1043048"/>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3"/>
          <p:cNvSpPr txBox="1"/>
          <p:nvPr>
            <p:ph type="title"/>
          </p:nvPr>
        </p:nvSpPr>
        <p:spPr>
          <a:xfrm>
            <a:off x="3394963" y="1596925"/>
            <a:ext cx="3855600" cy="1610100"/>
          </a:xfrm>
          <a:prstGeom prst="rect">
            <a:avLst/>
          </a:prstGeom>
          <a:noFill/>
          <a:ln>
            <a:noFill/>
          </a:ln>
        </p:spPr>
        <p:txBody>
          <a:bodyPr anchorCtr="0" anchor="b" bIns="91425" lIns="91425" spcFirstLastPara="1" rIns="91425" wrap="square" tIns="91425">
            <a:noAutofit/>
          </a:bodyPr>
          <a:lstStyle>
            <a:lvl1pPr lvl="0" rtl="0" algn="l">
              <a:spcBef>
                <a:spcPts val="0"/>
              </a:spcBef>
              <a:spcAft>
                <a:spcPts val="0"/>
              </a:spcAft>
              <a:buSzPts val="3600"/>
              <a:buNone/>
              <a:defRPr sz="5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03" name="Google Shape;103;p13"/>
          <p:cNvSpPr txBox="1"/>
          <p:nvPr>
            <p:ph hasCustomPrompt="1" idx="2" type="title"/>
          </p:nvPr>
        </p:nvSpPr>
        <p:spPr>
          <a:xfrm>
            <a:off x="1893438" y="1677639"/>
            <a:ext cx="1498200" cy="1123500"/>
          </a:xfrm>
          <a:prstGeom prst="rect">
            <a:avLst/>
          </a:prstGeom>
          <a:noFill/>
          <a:ln>
            <a:noFill/>
          </a:ln>
        </p:spPr>
        <p:txBody>
          <a:bodyPr anchorCtr="0" anchor="b" bIns="91425" lIns="91425" spcFirstLastPara="1" rIns="91425" wrap="square" tIns="91425">
            <a:noAutofit/>
          </a:bodyPr>
          <a:lstStyle>
            <a:lvl1pPr lvl="0" rtl="0" algn="l">
              <a:spcBef>
                <a:spcPts val="0"/>
              </a:spcBef>
              <a:spcAft>
                <a:spcPts val="0"/>
              </a:spcAft>
              <a:buSzPts val="6000"/>
              <a:buNone/>
              <a:defRPr sz="70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04" name="Google Shape;104;p13"/>
          <p:cNvSpPr txBox="1"/>
          <p:nvPr>
            <p:ph idx="1" type="subTitle"/>
          </p:nvPr>
        </p:nvSpPr>
        <p:spPr>
          <a:xfrm>
            <a:off x="3394963" y="3246489"/>
            <a:ext cx="2752500" cy="719400"/>
          </a:xfrm>
          <a:prstGeom prst="rect">
            <a:avLst/>
          </a:prstGeom>
          <a:noFill/>
          <a:ln>
            <a:noFill/>
          </a:ln>
        </p:spPr>
        <p:txBody>
          <a:bodyPr anchorCtr="0" anchor="t" bIns="91425" lIns="91425" spcFirstLastPara="1" rIns="91425" wrap="square" tIns="91425">
            <a:noAutofit/>
          </a:bodyPr>
          <a:lstStyle>
            <a:lvl1pPr lvl="0" rtl="0">
              <a:lnSpc>
                <a:spcPct val="100000"/>
              </a:lnSpc>
              <a:spcBef>
                <a:spcPts val="0"/>
              </a:spcBef>
              <a:spcAft>
                <a:spcPts val="0"/>
              </a:spcAft>
              <a:buSzPts val="1600"/>
              <a:buNon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05" name="Google Shape;105;p13"/>
          <p:cNvSpPr/>
          <p:nvPr/>
        </p:nvSpPr>
        <p:spPr>
          <a:xfrm flipH="1" rot="10800000">
            <a:off x="779327" y="3478782"/>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2">
  <p:cSld name="CUSTOM_21">
    <p:spTree>
      <p:nvGrpSpPr>
        <p:cNvPr id="106" name="Shape 106"/>
        <p:cNvGrpSpPr/>
        <p:nvPr/>
      </p:nvGrpSpPr>
      <p:grpSpPr>
        <a:xfrm>
          <a:off x="0" y="0"/>
          <a:ext cx="0" cy="0"/>
          <a:chOff x="0" y="0"/>
          <a:chExt cx="0" cy="0"/>
        </a:xfrm>
      </p:grpSpPr>
      <p:sp>
        <p:nvSpPr>
          <p:cNvPr id="107" name="Google Shape;107;p14"/>
          <p:cNvSpPr/>
          <p:nvPr/>
        </p:nvSpPr>
        <p:spPr>
          <a:xfrm rot="-10285629">
            <a:off x="4140874" y="-2015123"/>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4"/>
          <p:cNvSpPr/>
          <p:nvPr/>
        </p:nvSpPr>
        <p:spPr>
          <a:xfrm flipH="1">
            <a:off x="6818628" y="2586663"/>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4"/>
          <p:cNvSpPr/>
          <p:nvPr/>
        </p:nvSpPr>
        <p:spPr>
          <a:xfrm flipH="1" rot="9748587">
            <a:off x="5601527" y="2021265"/>
            <a:ext cx="8200944" cy="301569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4"/>
          <p:cNvSpPr/>
          <p:nvPr/>
        </p:nvSpPr>
        <p:spPr>
          <a:xfrm flipH="1" rot="4102346">
            <a:off x="-2270967" y="3805847"/>
            <a:ext cx="9416338" cy="601377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4"/>
          <p:cNvSpPr/>
          <p:nvPr/>
        </p:nvSpPr>
        <p:spPr>
          <a:xfrm rot="813319">
            <a:off x="-3580677" y="-14257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4"/>
          <p:cNvSpPr txBox="1"/>
          <p:nvPr>
            <p:ph type="title"/>
          </p:nvPr>
        </p:nvSpPr>
        <p:spPr>
          <a:xfrm>
            <a:off x="1549950" y="1929275"/>
            <a:ext cx="6044100" cy="16101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3600"/>
              <a:buNone/>
              <a:defRPr sz="5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13" name="Google Shape;113;p14"/>
          <p:cNvSpPr txBox="1"/>
          <p:nvPr>
            <p:ph hasCustomPrompt="1" idx="2" type="title"/>
          </p:nvPr>
        </p:nvSpPr>
        <p:spPr>
          <a:xfrm>
            <a:off x="3822900" y="845239"/>
            <a:ext cx="1498200" cy="1123500"/>
          </a:xfrm>
          <a:prstGeom prst="rect">
            <a:avLst/>
          </a:prstGeom>
          <a:noFill/>
          <a:ln>
            <a:noFill/>
          </a:ln>
        </p:spPr>
        <p:txBody>
          <a:bodyPr anchorCtr="0" anchor="b" bIns="91425" lIns="91425" spcFirstLastPara="1" rIns="91425" wrap="square" tIns="91425">
            <a:noAutofit/>
          </a:bodyPr>
          <a:lstStyle>
            <a:lvl1pPr lvl="0" rtl="0">
              <a:spcBef>
                <a:spcPts val="0"/>
              </a:spcBef>
              <a:spcAft>
                <a:spcPts val="0"/>
              </a:spcAft>
              <a:buSzPts val="6000"/>
              <a:buNone/>
              <a:defRPr sz="70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14" name="Google Shape;114;p14"/>
          <p:cNvSpPr txBox="1"/>
          <p:nvPr>
            <p:ph idx="1" type="subTitle"/>
          </p:nvPr>
        </p:nvSpPr>
        <p:spPr>
          <a:xfrm>
            <a:off x="2414570" y="3578849"/>
            <a:ext cx="4314900" cy="719400"/>
          </a:xfrm>
          <a:prstGeom prst="rect">
            <a:avLst/>
          </a:prstGeom>
          <a:noFill/>
          <a:ln>
            <a:noFill/>
          </a:ln>
        </p:spPr>
        <p:txBody>
          <a:bodyPr anchorCtr="0" anchor="ctr" bIns="91425" lIns="91425" spcFirstLastPara="1" rIns="91425" wrap="square" tIns="91425">
            <a:noAutofit/>
          </a:bodyPr>
          <a:lstStyle>
            <a:lvl1pPr lvl="0" rtl="0">
              <a:lnSpc>
                <a:spcPct val="100000"/>
              </a:lnSpc>
              <a:spcBef>
                <a:spcPts val="0"/>
              </a:spcBef>
              <a:spcAft>
                <a:spcPts val="0"/>
              </a:spcAft>
              <a:buSzPts val="1600"/>
              <a:buNon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15" name="Google Shape;115;p14"/>
          <p:cNvSpPr/>
          <p:nvPr/>
        </p:nvSpPr>
        <p:spPr>
          <a:xfrm>
            <a:off x="3065327" y="-42009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3">
  <p:cSld name="CUSTOM_35">
    <p:spTree>
      <p:nvGrpSpPr>
        <p:cNvPr id="116" name="Shape 116"/>
        <p:cNvGrpSpPr/>
        <p:nvPr/>
      </p:nvGrpSpPr>
      <p:grpSpPr>
        <a:xfrm>
          <a:off x="0" y="0"/>
          <a:ext cx="0" cy="0"/>
          <a:chOff x="0" y="0"/>
          <a:chExt cx="0" cy="0"/>
        </a:xfrm>
      </p:grpSpPr>
      <p:sp>
        <p:nvSpPr>
          <p:cNvPr id="117" name="Google Shape;117;p15"/>
          <p:cNvSpPr/>
          <p:nvPr/>
        </p:nvSpPr>
        <p:spPr>
          <a:xfrm rot="-10285629">
            <a:off x="4140874" y="-2015123"/>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5"/>
          <p:cNvSpPr/>
          <p:nvPr/>
        </p:nvSpPr>
        <p:spPr>
          <a:xfrm flipH="1">
            <a:off x="6818628" y="2586663"/>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5"/>
          <p:cNvSpPr/>
          <p:nvPr/>
        </p:nvSpPr>
        <p:spPr>
          <a:xfrm flipH="1" rot="9748587">
            <a:off x="5601527" y="2021265"/>
            <a:ext cx="8200944" cy="301569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5"/>
          <p:cNvSpPr/>
          <p:nvPr/>
        </p:nvSpPr>
        <p:spPr>
          <a:xfrm flipH="1" rot="4102346">
            <a:off x="-2270967" y="3805847"/>
            <a:ext cx="9416338" cy="601377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5"/>
          <p:cNvSpPr/>
          <p:nvPr/>
        </p:nvSpPr>
        <p:spPr>
          <a:xfrm rot="813319">
            <a:off x="-3580677" y="-14257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5"/>
          <p:cNvSpPr txBox="1"/>
          <p:nvPr>
            <p:ph type="title"/>
          </p:nvPr>
        </p:nvSpPr>
        <p:spPr>
          <a:xfrm>
            <a:off x="1309450" y="2081675"/>
            <a:ext cx="6746400" cy="1610100"/>
          </a:xfrm>
          <a:prstGeom prst="rect">
            <a:avLst/>
          </a:prstGeom>
          <a:noFill/>
          <a:ln>
            <a:noFill/>
          </a:ln>
        </p:spPr>
        <p:txBody>
          <a:bodyPr anchorCtr="0" anchor="ctr" bIns="91425" lIns="91425" spcFirstLastPara="1" rIns="91425" wrap="square" tIns="91425">
            <a:noAutofit/>
          </a:bodyPr>
          <a:lstStyle>
            <a:lvl1pPr lvl="0" rtl="0" algn="l">
              <a:spcBef>
                <a:spcPts val="0"/>
              </a:spcBef>
              <a:spcAft>
                <a:spcPts val="0"/>
              </a:spcAft>
              <a:buSzPts val="3600"/>
              <a:buNone/>
              <a:defRPr sz="5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23" name="Google Shape;123;p15"/>
          <p:cNvSpPr txBox="1"/>
          <p:nvPr>
            <p:ph hasCustomPrompt="1" idx="2" type="title"/>
          </p:nvPr>
        </p:nvSpPr>
        <p:spPr>
          <a:xfrm>
            <a:off x="6066050" y="691889"/>
            <a:ext cx="1498200" cy="1123500"/>
          </a:xfrm>
          <a:prstGeom prst="rect">
            <a:avLst/>
          </a:prstGeom>
          <a:noFill/>
          <a:ln>
            <a:noFill/>
          </a:ln>
        </p:spPr>
        <p:txBody>
          <a:bodyPr anchorCtr="0" anchor="b" bIns="91425" lIns="91425" spcFirstLastPara="1" rIns="91425" wrap="square" tIns="91425">
            <a:noAutofit/>
          </a:bodyPr>
          <a:lstStyle>
            <a:lvl1pPr lvl="0" rtl="0">
              <a:spcBef>
                <a:spcPts val="0"/>
              </a:spcBef>
              <a:spcAft>
                <a:spcPts val="0"/>
              </a:spcAft>
              <a:buSzPts val="6000"/>
              <a:buNone/>
              <a:defRPr sz="70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24" name="Google Shape;124;p15"/>
          <p:cNvSpPr txBox="1"/>
          <p:nvPr>
            <p:ph idx="1" type="subTitle"/>
          </p:nvPr>
        </p:nvSpPr>
        <p:spPr>
          <a:xfrm>
            <a:off x="1309450" y="3731250"/>
            <a:ext cx="6746400" cy="719400"/>
          </a:xfrm>
          <a:prstGeom prst="rect">
            <a:avLst/>
          </a:prstGeom>
          <a:noFill/>
          <a:ln>
            <a:noFill/>
          </a:ln>
        </p:spPr>
        <p:txBody>
          <a:bodyPr anchorCtr="0" anchor="ctr" bIns="91425" lIns="91425" spcFirstLastPara="1" rIns="91425" wrap="square" tIns="91425">
            <a:noAutofit/>
          </a:bodyPr>
          <a:lstStyle>
            <a:lvl1pPr lvl="0" rtl="0">
              <a:lnSpc>
                <a:spcPct val="100000"/>
              </a:lnSpc>
              <a:spcBef>
                <a:spcPts val="0"/>
              </a:spcBef>
              <a:spcAft>
                <a:spcPts val="0"/>
              </a:spcAft>
              <a:buSzPts val="1600"/>
              <a:buNon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25" name="Google Shape;125;p15"/>
          <p:cNvSpPr/>
          <p:nvPr/>
        </p:nvSpPr>
        <p:spPr>
          <a:xfrm>
            <a:off x="3065327" y="-42009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_1_1_1_1_1">
    <p:spTree>
      <p:nvGrpSpPr>
        <p:cNvPr id="126" name="Shape 126"/>
        <p:cNvGrpSpPr/>
        <p:nvPr/>
      </p:nvGrpSpPr>
      <p:grpSpPr>
        <a:xfrm>
          <a:off x="0" y="0"/>
          <a:ext cx="0" cy="0"/>
          <a:chOff x="0" y="0"/>
          <a:chExt cx="0" cy="0"/>
        </a:xfrm>
      </p:grpSpPr>
      <p:sp>
        <p:nvSpPr>
          <p:cNvPr id="127" name="Google Shape;127;p16"/>
          <p:cNvSpPr/>
          <p:nvPr/>
        </p:nvSpPr>
        <p:spPr>
          <a:xfrm flipH="1" rot="9339447">
            <a:off x="-5157706" y="2195120"/>
            <a:ext cx="7471555" cy="4771732"/>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16"/>
          <p:cNvSpPr/>
          <p:nvPr/>
        </p:nvSpPr>
        <p:spPr>
          <a:xfrm>
            <a:off x="1118566" y="1549193"/>
            <a:ext cx="1350837" cy="973145"/>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16"/>
          <p:cNvSpPr/>
          <p:nvPr/>
        </p:nvSpPr>
        <p:spPr>
          <a:xfrm flipH="1">
            <a:off x="4816263" y="1549200"/>
            <a:ext cx="1350837" cy="973145"/>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16"/>
          <p:cNvSpPr/>
          <p:nvPr/>
        </p:nvSpPr>
        <p:spPr>
          <a:xfrm flipH="1">
            <a:off x="6912085" y="1489537"/>
            <a:ext cx="1162249" cy="103281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rgbClr val="AC9078">
              <a:alpha val="726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6"/>
          <p:cNvSpPr/>
          <p:nvPr/>
        </p:nvSpPr>
        <p:spPr>
          <a:xfrm>
            <a:off x="3050700" y="1519363"/>
            <a:ext cx="1095097" cy="973144"/>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16"/>
          <p:cNvSpPr/>
          <p:nvPr/>
        </p:nvSpPr>
        <p:spPr>
          <a:xfrm rot="-10285603">
            <a:off x="7150321" y="-2266383"/>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16"/>
          <p:cNvSpPr/>
          <p:nvPr/>
        </p:nvSpPr>
        <p:spPr>
          <a:xfrm rot="649785">
            <a:off x="6848027" y="-244025"/>
            <a:ext cx="4558897" cy="1365861"/>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rgbClr val="AC9078">
              <a:alpha val="12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16"/>
          <p:cNvSpPr/>
          <p:nvPr/>
        </p:nvSpPr>
        <p:spPr>
          <a:xfrm rot="813319">
            <a:off x="-4299402" y="-47175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16"/>
          <p:cNvSpPr/>
          <p:nvPr/>
        </p:nvSpPr>
        <p:spPr>
          <a:xfrm rot="9089871">
            <a:off x="7049951" y="1893780"/>
            <a:ext cx="7826200" cy="2877895"/>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16"/>
          <p:cNvSpPr/>
          <p:nvPr/>
        </p:nvSpPr>
        <p:spPr>
          <a:xfrm rot="-576017">
            <a:off x="-4825529" y="-672274"/>
            <a:ext cx="7826074" cy="287784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6"/>
          <p:cNvSpPr txBox="1"/>
          <p:nvPr>
            <p:ph type="title"/>
          </p:nvPr>
        </p:nvSpPr>
        <p:spPr>
          <a:xfrm>
            <a:off x="732775" y="2632300"/>
            <a:ext cx="1836000" cy="8373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38" name="Google Shape;138;p16"/>
          <p:cNvSpPr txBox="1"/>
          <p:nvPr>
            <p:ph idx="1" type="subTitle"/>
          </p:nvPr>
        </p:nvSpPr>
        <p:spPr>
          <a:xfrm>
            <a:off x="732787" y="3511716"/>
            <a:ext cx="1836000" cy="837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39" name="Google Shape;139;p16"/>
          <p:cNvSpPr txBox="1"/>
          <p:nvPr>
            <p:ph hasCustomPrompt="1" idx="2" type="title"/>
          </p:nvPr>
        </p:nvSpPr>
        <p:spPr>
          <a:xfrm>
            <a:off x="732776" y="1811839"/>
            <a:ext cx="1836000" cy="4476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3000"/>
              <a:buNone/>
              <a:defRPr sz="36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0" name="Google Shape;140;p16"/>
          <p:cNvSpPr txBox="1"/>
          <p:nvPr>
            <p:ph idx="3" type="title"/>
          </p:nvPr>
        </p:nvSpPr>
        <p:spPr>
          <a:xfrm>
            <a:off x="2680250" y="2632300"/>
            <a:ext cx="1836000" cy="8373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41" name="Google Shape;141;p16"/>
          <p:cNvSpPr txBox="1"/>
          <p:nvPr>
            <p:ph idx="4" type="subTitle"/>
          </p:nvPr>
        </p:nvSpPr>
        <p:spPr>
          <a:xfrm>
            <a:off x="2680262" y="3511716"/>
            <a:ext cx="1836000" cy="837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42" name="Google Shape;142;p16"/>
          <p:cNvSpPr txBox="1"/>
          <p:nvPr>
            <p:ph idx="5" type="title"/>
          </p:nvPr>
        </p:nvSpPr>
        <p:spPr>
          <a:xfrm>
            <a:off x="4627725" y="2632300"/>
            <a:ext cx="1836000" cy="8373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43" name="Google Shape;143;p16"/>
          <p:cNvSpPr txBox="1"/>
          <p:nvPr>
            <p:ph idx="6" type="subTitle"/>
          </p:nvPr>
        </p:nvSpPr>
        <p:spPr>
          <a:xfrm>
            <a:off x="4627737" y="3511716"/>
            <a:ext cx="1836000" cy="837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44" name="Google Shape;144;p16"/>
          <p:cNvSpPr txBox="1"/>
          <p:nvPr>
            <p:ph idx="7" type="title"/>
          </p:nvPr>
        </p:nvSpPr>
        <p:spPr>
          <a:xfrm>
            <a:off x="6575200" y="2632300"/>
            <a:ext cx="1836000" cy="8373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45" name="Google Shape;145;p16"/>
          <p:cNvSpPr txBox="1"/>
          <p:nvPr>
            <p:ph idx="8" type="subTitle"/>
          </p:nvPr>
        </p:nvSpPr>
        <p:spPr>
          <a:xfrm>
            <a:off x="6575212" y="3511716"/>
            <a:ext cx="1836000" cy="837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46" name="Google Shape;146;p16"/>
          <p:cNvSpPr txBox="1"/>
          <p:nvPr>
            <p:ph hasCustomPrompt="1" idx="9" type="title"/>
          </p:nvPr>
        </p:nvSpPr>
        <p:spPr>
          <a:xfrm>
            <a:off x="2680246" y="1811839"/>
            <a:ext cx="1836000" cy="4476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3000"/>
              <a:buNone/>
              <a:defRPr sz="36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7" name="Google Shape;147;p16"/>
          <p:cNvSpPr txBox="1"/>
          <p:nvPr>
            <p:ph hasCustomPrompt="1" idx="13" type="title"/>
          </p:nvPr>
        </p:nvSpPr>
        <p:spPr>
          <a:xfrm>
            <a:off x="4627721" y="1811839"/>
            <a:ext cx="1836000" cy="4476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3000"/>
              <a:buNone/>
              <a:defRPr sz="36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8" name="Google Shape;148;p16"/>
          <p:cNvSpPr txBox="1"/>
          <p:nvPr>
            <p:ph hasCustomPrompt="1" idx="14" type="title"/>
          </p:nvPr>
        </p:nvSpPr>
        <p:spPr>
          <a:xfrm>
            <a:off x="6575196" y="1811839"/>
            <a:ext cx="1836000" cy="4476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3000"/>
              <a:buNone/>
              <a:defRPr sz="36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9" name="Google Shape;149;p16"/>
          <p:cNvSpPr txBox="1"/>
          <p:nvPr>
            <p:ph idx="15" type="title"/>
          </p:nvPr>
        </p:nvSpPr>
        <p:spPr>
          <a:xfrm flipH="1">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1">
  <p:cSld name="CUSTOM_17">
    <p:spTree>
      <p:nvGrpSpPr>
        <p:cNvPr id="150" name="Shape 150"/>
        <p:cNvGrpSpPr/>
        <p:nvPr/>
      </p:nvGrpSpPr>
      <p:grpSpPr>
        <a:xfrm>
          <a:off x="0" y="0"/>
          <a:ext cx="0" cy="0"/>
          <a:chOff x="0" y="0"/>
          <a:chExt cx="0" cy="0"/>
        </a:xfrm>
      </p:grpSpPr>
      <p:sp>
        <p:nvSpPr>
          <p:cNvPr id="151" name="Google Shape;151;p17"/>
          <p:cNvSpPr/>
          <p:nvPr/>
        </p:nvSpPr>
        <p:spPr>
          <a:xfrm rot="-9339447">
            <a:off x="7118442" y="3216520"/>
            <a:ext cx="7471555" cy="4771732"/>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7"/>
          <p:cNvSpPr/>
          <p:nvPr/>
        </p:nvSpPr>
        <p:spPr>
          <a:xfrm flipH="1" rot="10285603">
            <a:off x="-6088365" y="-1617883"/>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7"/>
          <p:cNvSpPr/>
          <p:nvPr/>
        </p:nvSpPr>
        <p:spPr>
          <a:xfrm flipH="1" rot="-649785">
            <a:off x="-1251909" y="-487200"/>
            <a:ext cx="4558897" cy="1365861"/>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rgbClr val="AC9078">
              <a:alpha val="12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7"/>
          <p:cNvSpPr/>
          <p:nvPr/>
        </p:nvSpPr>
        <p:spPr>
          <a:xfrm flipH="1" rot="-813319">
            <a:off x="7653159" y="-3566398"/>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7"/>
          <p:cNvSpPr/>
          <p:nvPr/>
        </p:nvSpPr>
        <p:spPr>
          <a:xfrm flipH="1" rot="-9989847">
            <a:off x="-4910832" y="2960605"/>
            <a:ext cx="7826215" cy="2877900"/>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17"/>
          <p:cNvSpPr/>
          <p:nvPr/>
        </p:nvSpPr>
        <p:spPr>
          <a:xfrm flipH="1" rot="-323977">
            <a:off x="6050295" y="-977077"/>
            <a:ext cx="7826148" cy="2877876"/>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7"/>
          <p:cNvSpPr txBox="1"/>
          <p:nvPr>
            <p:ph type="title"/>
          </p:nvPr>
        </p:nvSpPr>
        <p:spPr>
          <a:xfrm>
            <a:off x="1987675" y="1412700"/>
            <a:ext cx="2430000" cy="8373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58" name="Google Shape;158;p17"/>
          <p:cNvSpPr txBox="1"/>
          <p:nvPr>
            <p:ph idx="1" type="subTitle"/>
          </p:nvPr>
        </p:nvSpPr>
        <p:spPr>
          <a:xfrm>
            <a:off x="1987700" y="2292125"/>
            <a:ext cx="2430000" cy="612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59" name="Google Shape;159;p17"/>
          <p:cNvSpPr txBox="1"/>
          <p:nvPr>
            <p:ph hasCustomPrompt="1" idx="2" type="title"/>
          </p:nvPr>
        </p:nvSpPr>
        <p:spPr>
          <a:xfrm>
            <a:off x="845800" y="1888050"/>
            <a:ext cx="812700" cy="4476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3000"/>
              <a:buNone/>
              <a:defRPr sz="36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60" name="Google Shape;160;p17"/>
          <p:cNvSpPr txBox="1"/>
          <p:nvPr>
            <p:ph idx="3" type="title"/>
          </p:nvPr>
        </p:nvSpPr>
        <p:spPr>
          <a:xfrm>
            <a:off x="1928100" y="3162748"/>
            <a:ext cx="2430000" cy="8373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61" name="Google Shape;161;p17"/>
          <p:cNvSpPr txBox="1"/>
          <p:nvPr>
            <p:ph idx="4" type="subTitle"/>
          </p:nvPr>
        </p:nvSpPr>
        <p:spPr>
          <a:xfrm>
            <a:off x="1928125" y="4042172"/>
            <a:ext cx="2430000" cy="612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62" name="Google Shape;162;p17"/>
          <p:cNvSpPr txBox="1"/>
          <p:nvPr>
            <p:ph idx="5" type="title"/>
          </p:nvPr>
        </p:nvSpPr>
        <p:spPr>
          <a:xfrm>
            <a:off x="6000750" y="1412688"/>
            <a:ext cx="2430000" cy="8373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63" name="Google Shape;163;p17"/>
          <p:cNvSpPr txBox="1"/>
          <p:nvPr>
            <p:ph idx="6" type="subTitle"/>
          </p:nvPr>
        </p:nvSpPr>
        <p:spPr>
          <a:xfrm>
            <a:off x="6000775" y="2292102"/>
            <a:ext cx="2430000" cy="612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64" name="Google Shape;164;p17"/>
          <p:cNvSpPr txBox="1"/>
          <p:nvPr>
            <p:ph idx="7" type="title"/>
          </p:nvPr>
        </p:nvSpPr>
        <p:spPr>
          <a:xfrm>
            <a:off x="5981196" y="3162738"/>
            <a:ext cx="2430000" cy="8373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65" name="Google Shape;165;p17"/>
          <p:cNvSpPr txBox="1"/>
          <p:nvPr>
            <p:ph idx="8" type="subTitle"/>
          </p:nvPr>
        </p:nvSpPr>
        <p:spPr>
          <a:xfrm>
            <a:off x="5981200" y="4042161"/>
            <a:ext cx="2430000" cy="612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66" name="Google Shape;166;p17"/>
          <p:cNvSpPr txBox="1"/>
          <p:nvPr>
            <p:ph hasCustomPrompt="1" idx="9" type="title"/>
          </p:nvPr>
        </p:nvSpPr>
        <p:spPr>
          <a:xfrm>
            <a:off x="845798" y="3644250"/>
            <a:ext cx="812700" cy="4476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3000"/>
              <a:buNone/>
              <a:defRPr sz="36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67" name="Google Shape;167;p17"/>
          <p:cNvSpPr txBox="1"/>
          <p:nvPr>
            <p:ph hasCustomPrompt="1" idx="13" type="title"/>
          </p:nvPr>
        </p:nvSpPr>
        <p:spPr>
          <a:xfrm>
            <a:off x="4895098" y="1888050"/>
            <a:ext cx="812700" cy="4476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3000"/>
              <a:buNone/>
              <a:defRPr sz="36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68" name="Google Shape;168;p17"/>
          <p:cNvSpPr txBox="1"/>
          <p:nvPr>
            <p:ph hasCustomPrompt="1" idx="14" type="title"/>
          </p:nvPr>
        </p:nvSpPr>
        <p:spPr>
          <a:xfrm>
            <a:off x="4895098" y="3644250"/>
            <a:ext cx="812700" cy="4476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3000"/>
              <a:buNone/>
              <a:defRPr sz="36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69" name="Google Shape;169;p17"/>
          <p:cNvSpPr txBox="1"/>
          <p:nvPr>
            <p:ph idx="15" type="title"/>
          </p:nvPr>
        </p:nvSpPr>
        <p:spPr>
          <a:xfrm flipH="1">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BLANK_1_1">
    <p:spTree>
      <p:nvGrpSpPr>
        <p:cNvPr id="170" name="Shape 170"/>
        <p:cNvGrpSpPr/>
        <p:nvPr/>
      </p:nvGrpSpPr>
      <p:grpSpPr>
        <a:xfrm>
          <a:off x="0" y="0"/>
          <a:ext cx="0" cy="0"/>
          <a:chOff x="0" y="0"/>
          <a:chExt cx="0" cy="0"/>
        </a:xfrm>
      </p:grpSpPr>
      <p:sp>
        <p:nvSpPr>
          <p:cNvPr id="171" name="Google Shape;171;p18"/>
          <p:cNvSpPr txBox="1"/>
          <p:nvPr>
            <p:ph type="title"/>
          </p:nvPr>
        </p:nvSpPr>
        <p:spPr>
          <a:xfrm>
            <a:off x="723300" y="3402013"/>
            <a:ext cx="3848700" cy="531900"/>
          </a:xfrm>
          <a:prstGeom prst="rect">
            <a:avLst/>
          </a:prstGeom>
        </p:spPr>
        <p:txBody>
          <a:bodyPr anchorCtr="0" anchor="t" bIns="91425" lIns="91425" spcFirstLastPara="1" rIns="91425" wrap="square" tIns="91425">
            <a:noAutofit/>
          </a:bodyPr>
          <a:lstStyle>
            <a:lvl1pPr lvl="0" rtl="0" algn="l">
              <a:spcBef>
                <a:spcPts val="0"/>
              </a:spcBef>
              <a:spcAft>
                <a:spcPts val="0"/>
              </a:spcAft>
              <a:buSzPts val="3000"/>
              <a:buNone/>
              <a:defRPr sz="2500"/>
            </a:lvl1pPr>
            <a:lvl2pPr lvl="1" rtl="0" algn="ctr">
              <a:spcBef>
                <a:spcPts val="0"/>
              </a:spcBef>
              <a:spcAft>
                <a:spcPts val="0"/>
              </a:spcAft>
              <a:buSzPts val="3000"/>
              <a:buNone/>
              <a:defRPr sz="3000"/>
            </a:lvl2pPr>
            <a:lvl3pPr lvl="2" rtl="0" algn="ctr">
              <a:spcBef>
                <a:spcPts val="0"/>
              </a:spcBef>
              <a:spcAft>
                <a:spcPts val="0"/>
              </a:spcAft>
              <a:buSzPts val="3000"/>
              <a:buNone/>
              <a:defRPr sz="3000"/>
            </a:lvl3pPr>
            <a:lvl4pPr lvl="3" rtl="0" algn="ctr">
              <a:spcBef>
                <a:spcPts val="0"/>
              </a:spcBef>
              <a:spcAft>
                <a:spcPts val="0"/>
              </a:spcAft>
              <a:buSzPts val="3000"/>
              <a:buNone/>
              <a:defRPr sz="3000"/>
            </a:lvl4pPr>
            <a:lvl5pPr lvl="4" rtl="0" algn="ctr">
              <a:spcBef>
                <a:spcPts val="0"/>
              </a:spcBef>
              <a:spcAft>
                <a:spcPts val="0"/>
              </a:spcAft>
              <a:buSzPts val="3000"/>
              <a:buNone/>
              <a:defRPr sz="3000"/>
            </a:lvl5pPr>
            <a:lvl6pPr lvl="5" rtl="0" algn="ctr">
              <a:spcBef>
                <a:spcPts val="0"/>
              </a:spcBef>
              <a:spcAft>
                <a:spcPts val="0"/>
              </a:spcAft>
              <a:buSzPts val="3000"/>
              <a:buNone/>
              <a:defRPr sz="3000"/>
            </a:lvl6pPr>
            <a:lvl7pPr lvl="6" rtl="0" algn="ctr">
              <a:spcBef>
                <a:spcPts val="0"/>
              </a:spcBef>
              <a:spcAft>
                <a:spcPts val="0"/>
              </a:spcAft>
              <a:buSzPts val="3000"/>
              <a:buNone/>
              <a:defRPr sz="3000"/>
            </a:lvl7pPr>
            <a:lvl8pPr lvl="7" rtl="0" algn="ctr">
              <a:spcBef>
                <a:spcPts val="0"/>
              </a:spcBef>
              <a:spcAft>
                <a:spcPts val="0"/>
              </a:spcAft>
              <a:buSzPts val="3000"/>
              <a:buNone/>
              <a:defRPr sz="3000"/>
            </a:lvl8pPr>
            <a:lvl9pPr lvl="8" rtl="0" algn="ctr">
              <a:spcBef>
                <a:spcPts val="0"/>
              </a:spcBef>
              <a:spcAft>
                <a:spcPts val="0"/>
              </a:spcAft>
              <a:buSzPts val="3000"/>
              <a:buNone/>
              <a:defRPr sz="3000"/>
            </a:lvl9pPr>
          </a:lstStyle>
          <a:p/>
        </p:txBody>
      </p:sp>
      <p:sp>
        <p:nvSpPr>
          <p:cNvPr id="172" name="Google Shape;172;p18"/>
          <p:cNvSpPr txBox="1"/>
          <p:nvPr>
            <p:ph idx="1" type="subTitle"/>
          </p:nvPr>
        </p:nvSpPr>
        <p:spPr>
          <a:xfrm>
            <a:off x="723350" y="822500"/>
            <a:ext cx="4902000" cy="2078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3000"/>
              <a:buNone/>
              <a:defRPr sz="2500"/>
            </a:lvl1pPr>
            <a:lvl2pPr lvl="1" rtl="0" algn="ctr">
              <a:lnSpc>
                <a:spcPct val="100000"/>
              </a:lnSpc>
              <a:spcBef>
                <a:spcPts val="0"/>
              </a:spcBef>
              <a:spcAft>
                <a:spcPts val="0"/>
              </a:spcAft>
              <a:buSzPts val="3000"/>
              <a:buNone/>
              <a:defRPr sz="3000"/>
            </a:lvl2pPr>
            <a:lvl3pPr lvl="2" rtl="0" algn="ctr">
              <a:lnSpc>
                <a:spcPct val="100000"/>
              </a:lnSpc>
              <a:spcBef>
                <a:spcPts val="0"/>
              </a:spcBef>
              <a:spcAft>
                <a:spcPts val="0"/>
              </a:spcAft>
              <a:buSzPts val="3000"/>
              <a:buNone/>
              <a:defRPr sz="3000"/>
            </a:lvl3pPr>
            <a:lvl4pPr lvl="3" rtl="0" algn="ctr">
              <a:lnSpc>
                <a:spcPct val="100000"/>
              </a:lnSpc>
              <a:spcBef>
                <a:spcPts val="0"/>
              </a:spcBef>
              <a:spcAft>
                <a:spcPts val="0"/>
              </a:spcAft>
              <a:buSzPts val="3000"/>
              <a:buNone/>
              <a:defRPr sz="3000"/>
            </a:lvl4pPr>
            <a:lvl5pPr lvl="4" rtl="0" algn="ctr">
              <a:lnSpc>
                <a:spcPct val="100000"/>
              </a:lnSpc>
              <a:spcBef>
                <a:spcPts val="0"/>
              </a:spcBef>
              <a:spcAft>
                <a:spcPts val="0"/>
              </a:spcAft>
              <a:buSzPts val="3000"/>
              <a:buNone/>
              <a:defRPr sz="3000"/>
            </a:lvl5pPr>
            <a:lvl6pPr lvl="5" rtl="0" algn="ctr">
              <a:lnSpc>
                <a:spcPct val="100000"/>
              </a:lnSpc>
              <a:spcBef>
                <a:spcPts val="0"/>
              </a:spcBef>
              <a:spcAft>
                <a:spcPts val="0"/>
              </a:spcAft>
              <a:buSzPts val="3000"/>
              <a:buNone/>
              <a:defRPr sz="3000"/>
            </a:lvl6pPr>
            <a:lvl7pPr lvl="6" rtl="0" algn="ctr">
              <a:lnSpc>
                <a:spcPct val="100000"/>
              </a:lnSpc>
              <a:spcBef>
                <a:spcPts val="0"/>
              </a:spcBef>
              <a:spcAft>
                <a:spcPts val="0"/>
              </a:spcAft>
              <a:buSzPts val="3000"/>
              <a:buNone/>
              <a:defRPr sz="3000"/>
            </a:lvl7pPr>
            <a:lvl8pPr lvl="7" rtl="0" algn="ctr">
              <a:lnSpc>
                <a:spcPct val="100000"/>
              </a:lnSpc>
              <a:spcBef>
                <a:spcPts val="0"/>
              </a:spcBef>
              <a:spcAft>
                <a:spcPts val="0"/>
              </a:spcAft>
              <a:buSzPts val="3000"/>
              <a:buNone/>
              <a:defRPr sz="3000"/>
            </a:lvl8pPr>
            <a:lvl9pPr lvl="8" rtl="0" algn="ctr">
              <a:lnSpc>
                <a:spcPct val="100000"/>
              </a:lnSpc>
              <a:spcBef>
                <a:spcPts val="0"/>
              </a:spcBef>
              <a:spcAft>
                <a:spcPts val="0"/>
              </a:spcAft>
              <a:buSzPts val="3000"/>
              <a:buNone/>
              <a:defRPr sz="3000"/>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32">
    <p:spTree>
      <p:nvGrpSpPr>
        <p:cNvPr id="173" name="Shape 173"/>
        <p:cNvGrpSpPr/>
        <p:nvPr/>
      </p:nvGrpSpPr>
      <p:grpSpPr>
        <a:xfrm>
          <a:off x="0" y="0"/>
          <a:ext cx="0" cy="0"/>
          <a:chOff x="0" y="0"/>
          <a:chExt cx="0" cy="0"/>
        </a:xfrm>
      </p:grpSpPr>
      <p:sp>
        <p:nvSpPr>
          <p:cNvPr id="174" name="Google Shape;174;p19"/>
          <p:cNvSpPr/>
          <p:nvPr/>
        </p:nvSpPr>
        <p:spPr>
          <a:xfrm flipH="1" rot="-7269862">
            <a:off x="1986429" y="-4605738"/>
            <a:ext cx="7471639" cy="4771786"/>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19"/>
          <p:cNvSpPr/>
          <p:nvPr/>
        </p:nvSpPr>
        <p:spPr>
          <a:xfrm rot="-10558870">
            <a:off x="5522782" y="-185325"/>
            <a:ext cx="6402110" cy="5689154"/>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6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9"/>
          <p:cNvSpPr/>
          <p:nvPr/>
        </p:nvSpPr>
        <p:spPr>
          <a:xfrm rot="6189239">
            <a:off x="4325710" y="1085979"/>
            <a:ext cx="7825966" cy="2877809"/>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9"/>
          <p:cNvSpPr/>
          <p:nvPr/>
        </p:nvSpPr>
        <p:spPr>
          <a:xfrm rot="514371">
            <a:off x="-5180633" y="-979678"/>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9"/>
          <p:cNvSpPr/>
          <p:nvPr/>
        </p:nvSpPr>
        <p:spPr>
          <a:xfrm rot="2141143">
            <a:off x="-1290068" y="-2916503"/>
            <a:ext cx="5766686" cy="3682912"/>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9"/>
          <p:cNvSpPr/>
          <p:nvPr/>
        </p:nvSpPr>
        <p:spPr>
          <a:xfrm rot="10800000">
            <a:off x="-126965" y="3402013"/>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9"/>
          <p:cNvSpPr/>
          <p:nvPr/>
        </p:nvSpPr>
        <p:spPr>
          <a:xfrm rot="-7948588">
            <a:off x="-5205140" y="1519073"/>
            <a:ext cx="8200910" cy="3015686"/>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9"/>
          <p:cNvSpPr txBox="1"/>
          <p:nvPr>
            <p:ph type="title"/>
          </p:nvPr>
        </p:nvSpPr>
        <p:spPr>
          <a:xfrm>
            <a:off x="2064826" y="3261285"/>
            <a:ext cx="5014500" cy="5319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sz="2500"/>
            </a:lvl1pPr>
            <a:lvl2pPr lvl="1" rtl="0" algn="ctr">
              <a:spcBef>
                <a:spcPts val="0"/>
              </a:spcBef>
              <a:spcAft>
                <a:spcPts val="0"/>
              </a:spcAft>
              <a:buSzPts val="3000"/>
              <a:buNone/>
              <a:defRPr sz="3000"/>
            </a:lvl2pPr>
            <a:lvl3pPr lvl="2" rtl="0" algn="ctr">
              <a:spcBef>
                <a:spcPts val="0"/>
              </a:spcBef>
              <a:spcAft>
                <a:spcPts val="0"/>
              </a:spcAft>
              <a:buSzPts val="3000"/>
              <a:buNone/>
              <a:defRPr sz="3000"/>
            </a:lvl3pPr>
            <a:lvl4pPr lvl="3" rtl="0" algn="ctr">
              <a:spcBef>
                <a:spcPts val="0"/>
              </a:spcBef>
              <a:spcAft>
                <a:spcPts val="0"/>
              </a:spcAft>
              <a:buSzPts val="3000"/>
              <a:buNone/>
              <a:defRPr sz="3000"/>
            </a:lvl4pPr>
            <a:lvl5pPr lvl="4" rtl="0" algn="ctr">
              <a:spcBef>
                <a:spcPts val="0"/>
              </a:spcBef>
              <a:spcAft>
                <a:spcPts val="0"/>
              </a:spcAft>
              <a:buSzPts val="3000"/>
              <a:buNone/>
              <a:defRPr sz="3000"/>
            </a:lvl5pPr>
            <a:lvl6pPr lvl="5" rtl="0" algn="ctr">
              <a:spcBef>
                <a:spcPts val="0"/>
              </a:spcBef>
              <a:spcAft>
                <a:spcPts val="0"/>
              </a:spcAft>
              <a:buSzPts val="3000"/>
              <a:buNone/>
              <a:defRPr sz="3000"/>
            </a:lvl6pPr>
            <a:lvl7pPr lvl="6" rtl="0" algn="ctr">
              <a:spcBef>
                <a:spcPts val="0"/>
              </a:spcBef>
              <a:spcAft>
                <a:spcPts val="0"/>
              </a:spcAft>
              <a:buSzPts val="3000"/>
              <a:buNone/>
              <a:defRPr sz="3000"/>
            </a:lvl7pPr>
            <a:lvl8pPr lvl="7" rtl="0" algn="ctr">
              <a:spcBef>
                <a:spcPts val="0"/>
              </a:spcBef>
              <a:spcAft>
                <a:spcPts val="0"/>
              </a:spcAft>
              <a:buSzPts val="3000"/>
              <a:buNone/>
              <a:defRPr sz="3000"/>
            </a:lvl8pPr>
            <a:lvl9pPr lvl="8" rtl="0" algn="ctr">
              <a:spcBef>
                <a:spcPts val="0"/>
              </a:spcBef>
              <a:spcAft>
                <a:spcPts val="0"/>
              </a:spcAft>
              <a:buSzPts val="3000"/>
              <a:buNone/>
              <a:defRPr sz="3000"/>
            </a:lvl9pPr>
          </a:lstStyle>
          <a:p/>
        </p:txBody>
      </p:sp>
      <p:sp>
        <p:nvSpPr>
          <p:cNvPr id="182" name="Google Shape;182;p19"/>
          <p:cNvSpPr txBox="1"/>
          <p:nvPr>
            <p:ph idx="1" type="subTitle"/>
          </p:nvPr>
        </p:nvSpPr>
        <p:spPr>
          <a:xfrm>
            <a:off x="1378650" y="1348062"/>
            <a:ext cx="6386700" cy="14118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3000"/>
              <a:buNone/>
              <a:defRPr sz="2500"/>
            </a:lvl1pPr>
            <a:lvl2pPr lvl="1" rtl="0" algn="ctr">
              <a:lnSpc>
                <a:spcPct val="100000"/>
              </a:lnSpc>
              <a:spcBef>
                <a:spcPts val="0"/>
              </a:spcBef>
              <a:spcAft>
                <a:spcPts val="0"/>
              </a:spcAft>
              <a:buSzPts val="3000"/>
              <a:buNone/>
              <a:defRPr sz="3000"/>
            </a:lvl2pPr>
            <a:lvl3pPr lvl="2" rtl="0" algn="ctr">
              <a:lnSpc>
                <a:spcPct val="100000"/>
              </a:lnSpc>
              <a:spcBef>
                <a:spcPts val="0"/>
              </a:spcBef>
              <a:spcAft>
                <a:spcPts val="0"/>
              </a:spcAft>
              <a:buSzPts val="3000"/>
              <a:buNone/>
              <a:defRPr sz="3000"/>
            </a:lvl3pPr>
            <a:lvl4pPr lvl="3" rtl="0" algn="ctr">
              <a:lnSpc>
                <a:spcPct val="100000"/>
              </a:lnSpc>
              <a:spcBef>
                <a:spcPts val="0"/>
              </a:spcBef>
              <a:spcAft>
                <a:spcPts val="0"/>
              </a:spcAft>
              <a:buSzPts val="3000"/>
              <a:buNone/>
              <a:defRPr sz="3000"/>
            </a:lvl4pPr>
            <a:lvl5pPr lvl="4" rtl="0" algn="ctr">
              <a:lnSpc>
                <a:spcPct val="100000"/>
              </a:lnSpc>
              <a:spcBef>
                <a:spcPts val="0"/>
              </a:spcBef>
              <a:spcAft>
                <a:spcPts val="0"/>
              </a:spcAft>
              <a:buSzPts val="3000"/>
              <a:buNone/>
              <a:defRPr sz="3000"/>
            </a:lvl5pPr>
            <a:lvl6pPr lvl="5" rtl="0" algn="ctr">
              <a:lnSpc>
                <a:spcPct val="100000"/>
              </a:lnSpc>
              <a:spcBef>
                <a:spcPts val="0"/>
              </a:spcBef>
              <a:spcAft>
                <a:spcPts val="0"/>
              </a:spcAft>
              <a:buSzPts val="3000"/>
              <a:buNone/>
              <a:defRPr sz="3000"/>
            </a:lvl6pPr>
            <a:lvl7pPr lvl="6" rtl="0" algn="ctr">
              <a:lnSpc>
                <a:spcPct val="100000"/>
              </a:lnSpc>
              <a:spcBef>
                <a:spcPts val="0"/>
              </a:spcBef>
              <a:spcAft>
                <a:spcPts val="0"/>
              </a:spcAft>
              <a:buSzPts val="3000"/>
              <a:buNone/>
              <a:defRPr sz="3000"/>
            </a:lvl7pPr>
            <a:lvl8pPr lvl="7" rtl="0" algn="ctr">
              <a:lnSpc>
                <a:spcPct val="100000"/>
              </a:lnSpc>
              <a:spcBef>
                <a:spcPts val="0"/>
              </a:spcBef>
              <a:spcAft>
                <a:spcPts val="0"/>
              </a:spcAft>
              <a:buSzPts val="3000"/>
              <a:buNone/>
              <a:defRPr sz="3000"/>
            </a:lvl8pPr>
            <a:lvl9pPr lvl="8" rtl="0" algn="ctr">
              <a:lnSpc>
                <a:spcPct val="100000"/>
              </a:lnSpc>
              <a:spcBef>
                <a:spcPts val="0"/>
              </a:spcBef>
              <a:spcAft>
                <a:spcPts val="0"/>
              </a:spcAft>
              <a:buSzPts val="3000"/>
              <a:buNone/>
              <a:defRPr sz="3000"/>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16">
    <p:spTree>
      <p:nvGrpSpPr>
        <p:cNvPr id="183" name="Shape 183"/>
        <p:cNvGrpSpPr/>
        <p:nvPr/>
      </p:nvGrpSpPr>
      <p:grpSpPr>
        <a:xfrm>
          <a:off x="0" y="0"/>
          <a:ext cx="0" cy="0"/>
          <a:chOff x="0" y="0"/>
          <a:chExt cx="0" cy="0"/>
        </a:xfrm>
      </p:grpSpPr>
      <p:sp>
        <p:nvSpPr>
          <p:cNvPr id="184" name="Google Shape;184;p20"/>
          <p:cNvSpPr/>
          <p:nvPr/>
        </p:nvSpPr>
        <p:spPr>
          <a:xfrm rot="-3394465">
            <a:off x="-2929870" y="3433218"/>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20"/>
          <p:cNvSpPr/>
          <p:nvPr/>
        </p:nvSpPr>
        <p:spPr>
          <a:xfrm flipH="1">
            <a:off x="-4081962" y="-12434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20"/>
          <p:cNvSpPr/>
          <p:nvPr/>
        </p:nvSpPr>
        <p:spPr>
          <a:xfrm flipH="1" rot="-3952094">
            <a:off x="-3954406" y="-32116"/>
            <a:ext cx="7826127" cy="287786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20"/>
          <p:cNvSpPr/>
          <p:nvPr/>
        </p:nvSpPr>
        <p:spPr>
          <a:xfrm rot="649760">
            <a:off x="-3199069" y="-713258"/>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20"/>
          <p:cNvSpPr/>
          <p:nvPr/>
        </p:nvSpPr>
        <p:spPr>
          <a:xfrm flipH="1" rot="-813319">
            <a:off x="4926200" y="-30743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20"/>
          <p:cNvSpPr/>
          <p:nvPr/>
        </p:nvSpPr>
        <p:spPr>
          <a:xfrm flipH="1" rot="10285603">
            <a:off x="6080701" y="3752842"/>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0"/>
          <p:cNvSpPr/>
          <p:nvPr/>
        </p:nvSpPr>
        <p:spPr>
          <a:xfrm flipH="1" rot="7426355">
            <a:off x="6582052" y="1132830"/>
            <a:ext cx="7826046" cy="287783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0"/>
          <p:cNvSpPr txBox="1"/>
          <p:nvPr>
            <p:ph type="title"/>
          </p:nvPr>
        </p:nvSpPr>
        <p:spPr>
          <a:xfrm flipH="1">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CUSTOM_26">
    <p:spTree>
      <p:nvGrpSpPr>
        <p:cNvPr id="192" name="Shape 192"/>
        <p:cNvGrpSpPr/>
        <p:nvPr/>
      </p:nvGrpSpPr>
      <p:grpSpPr>
        <a:xfrm>
          <a:off x="0" y="0"/>
          <a:ext cx="0" cy="0"/>
          <a:chOff x="0" y="0"/>
          <a:chExt cx="0" cy="0"/>
        </a:xfrm>
      </p:grpSpPr>
      <p:sp>
        <p:nvSpPr>
          <p:cNvPr id="193" name="Google Shape;193;p21"/>
          <p:cNvSpPr/>
          <p:nvPr/>
        </p:nvSpPr>
        <p:spPr>
          <a:xfrm rot="-3394465">
            <a:off x="-3638445" y="4611893"/>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21"/>
          <p:cNvSpPr/>
          <p:nvPr/>
        </p:nvSpPr>
        <p:spPr>
          <a:xfrm flipH="1">
            <a:off x="-5015862" y="-4052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21"/>
          <p:cNvSpPr/>
          <p:nvPr/>
        </p:nvSpPr>
        <p:spPr>
          <a:xfrm flipH="1" rot="-3052073">
            <a:off x="-4888312" y="1110880"/>
            <a:ext cx="7826119" cy="2877865"/>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21"/>
          <p:cNvSpPr/>
          <p:nvPr/>
        </p:nvSpPr>
        <p:spPr>
          <a:xfrm rot="649760">
            <a:off x="-4262669" y="1892117"/>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21"/>
          <p:cNvSpPr/>
          <p:nvPr/>
        </p:nvSpPr>
        <p:spPr>
          <a:xfrm flipH="1" rot="-813319">
            <a:off x="4754300" y="-2305086"/>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21"/>
          <p:cNvSpPr/>
          <p:nvPr/>
        </p:nvSpPr>
        <p:spPr>
          <a:xfrm flipH="1" rot="10285603">
            <a:off x="4790126" y="3666917"/>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21"/>
          <p:cNvSpPr/>
          <p:nvPr/>
        </p:nvSpPr>
        <p:spPr>
          <a:xfrm flipH="1" rot="4726292">
            <a:off x="5414633" y="2626082"/>
            <a:ext cx="7826019" cy="287782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21"/>
          <p:cNvSpPr txBox="1"/>
          <p:nvPr>
            <p:ph type="title"/>
          </p:nvPr>
        </p:nvSpPr>
        <p:spPr>
          <a:xfrm flipH="1">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CUSTOM_33">
    <p:spTree>
      <p:nvGrpSpPr>
        <p:cNvPr id="201" name="Shape 201"/>
        <p:cNvGrpSpPr/>
        <p:nvPr/>
      </p:nvGrpSpPr>
      <p:grpSpPr>
        <a:xfrm>
          <a:off x="0" y="0"/>
          <a:ext cx="0" cy="0"/>
          <a:chOff x="0" y="0"/>
          <a:chExt cx="0" cy="0"/>
        </a:xfrm>
      </p:grpSpPr>
      <p:sp>
        <p:nvSpPr>
          <p:cNvPr id="202" name="Google Shape;202;p22"/>
          <p:cNvSpPr txBox="1"/>
          <p:nvPr>
            <p:ph type="title"/>
          </p:nvPr>
        </p:nvSpPr>
        <p:spPr>
          <a:xfrm flipH="1">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_15">
    <p:spTree>
      <p:nvGrpSpPr>
        <p:cNvPr id="203" name="Shape 203"/>
        <p:cNvGrpSpPr/>
        <p:nvPr/>
      </p:nvGrpSpPr>
      <p:grpSpPr>
        <a:xfrm>
          <a:off x="0" y="0"/>
          <a:ext cx="0" cy="0"/>
          <a:chOff x="0" y="0"/>
          <a:chExt cx="0" cy="0"/>
        </a:xfrm>
      </p:grpSpPr>
      <p:sp>
        <p:nvSpPr>
          <p:cNvPr id="204" name="Google Shape;204;p23"/>
          <p:cNvSpPr/>
          <p:nvPr/>
        </p:nvSpPr>
        <p:spPr>
          <a:xfrm rot="-10285629">
            <a:off x="5828449" y="-2657773"/>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23"/>
          <p:cNvSpPr/>
          <p:nvPr/>
        </p:nvSpPr>
        <p:spPr>
          <a:xfrm flipH="1">
            <a:off x="7942003" y="1004988"/>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23"/>
          <p:cNvSpPr/>
          <p:nvPr/>
        </p:nvSpPr>
        <p:spPr>
          <a:xfrm rot="2839443">
            <a:off x="-308418" y="2442034"/>
            <a:ext cx="6402141" cy="5689181"/>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23"/>
          <p:cNvSpPr/>
          <p:nvPr/>
        </p:nvSpPr>
        <p:spPr>
          <a:xfrm rot="9405665">
            <a:off x="-4305365" y="1281181"/>
            <a:ext cx="7310152" cy="6849835"/>
          </a:xfrm>
          <a:custGeom>
            <a:rect b="b" l="l" r="r" t="t"/>
            <a:pathLst>
              <a:path extrusionOk="0" h="87424" w="93299">
                <a:moveTo>
                  <a:pt x="34162" y="1"/>
                </a:moveTo>
                <a:cubicBezTo>
                  <a:pt x="24245" y="1"/>
                  <a:pt x="25039" y="12520"/>
                  <a:pt x="13717" y="17147"/>
                </a:cubicBezTo>
                <a:cubicBezTo>
                  <a:pt x="1" y="22753"/>
                  <a:pt x="25599" y="33483"/>
                  <a:pt x="18923" y="50349"/>
                </a:cubicBezTo>
                <a:cubicBezTo>
                  <a:pt x="13077" y="65115"/>
                  <a:pt x="23069" y="87424"/>
                  <a:pt x="32143" y="87424"/>
                </a:cubicBezTo>
                <a:cubicBezTo>
                  <a:pt x="33432" y="87424"/>
                  <a:pt x="34703" y="86974"/>
                  <a:pt x="35906" y="85988"/>
                </a:cubicBezTo>
                <a:cubicBezTo>
                  <a:pt x="38841" y="83585"/>
                  <a:pt x="41192" y="82952"/>
                  <a:pt x="43240" y="82952"/>
                </a:cubicBezTo>
                <a:cubicBezTo>
                  <a:pt x="45526" y="82952"/>
                  <a:pt x="47435" y="83741"/>
                  <a:pt x="49356" y="83741"/>
                </a:cubicBezTo>
                <a:cubicBezTo>
                  <a:pt x="51391" y="83741"/>
                  <a:pt x="53441" y="82856"/>
                  <a:pt x="55968" y="79208"/>
                </a:cubicBezTo>
                <a:cubicBezTo>
                  <a:pt x="79663" y="45004"/>
                  <a:pt x="87416" y="44135"/>
                  <a:pt x="87416" y="44135"/>
                </a:cubicBezTo>
                <a:cubicBezTo>
                  <a:pt x="93298" y="21497"/>
                  <a:pt x="60858" y="9397"/>
                  <a:pt x="42111" y="1875"/>
                </a:cubicBezTo>
                <a:cubicBezTo>
                  <a:pt x="38838" y="561"/>
                  <a:pt x="36260" y="1"/>
                  <a:pt x="34162" y="1"/>
                </a:cubicBezTo>
                <a:close/>
              </a:path>
            </a:pathLst>
          </a:custGeom>
          <a:solidFill>
            <a:schemeClr val="accent3">
              <a:alpha val="335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23"/>
          <p:cNvSpPr/>
          <p:nvPr/>
        </p:nvSpPr>
        <p:spPr>
          <a:xfrm rot="-1478505">
            <a:off x="-2334601" y="-1000036"/>
            <a:ext cx="7826136" cy="2877871"/>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23"/>
          <p:cNvSpPr/>
          <p:nvPr/>
        </p:nvSpPr>
        <p:spPr>
          <a:xfrm flipH="1" rot="9555841">
            <a:off x="7023452" y="1808506"/>
            <a:ext cx="8200942" cy="301569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23"/>
          <p:cNvSpPr txBox="1"/>
          <p:nvPr>
            <p:ph type="title"/>
          </p:nvPr>
        </p:nvSpPr>
        <p:spPr>
          <a:xfrm>
            <a:off x="897750" y="951837"/>
            <a:ext cx="7348500" cy="15321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2800"/>
              <a:buNone/>
              <a:defRPr sz="6000"/>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211" name="Google Shape;211;p23"/>
          <p:cNvSpPr txBox="1"/>
          <p:nvPr>
            <p:ph idx="1" type="subTitle"/>
          </p:nvPr>
        </p:nvSpPr>
        <p:spPr>
          <a:xfrm>
            <a:off x="1732950" y="2483763"/>
            <a:ext cx="5678100" cy="1707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13">
    <p:spTree>
      <p:nvGrpSpPr>
        <p:cNvPr id="212" name="Shape 212"/>
        <p:cNvGrpSpPr/>
        <p:nvPr/>
      </p:nvGrpSpPr>
      <p:grpSpPr>
        <a:xfrm>
          <a:off x="0" y="0"/>
          <a:ext cx="0" cy="0"/>
          <a:chOff x="0" y="0"/>
          <a:chExt cx="0" cy="0"/>
        </a:xfrm>
      </p:grpSpPr>
      <p:sp>
        <p:nvSpPr>
          <p:cNvPr id="213" name="Google Shape;213;p24"/>
          <p:cNvSpPr/>
          <p:nvPr/>
        </p:nvSpPr>
        <p:spPr>
          <a:xfrm flipH="1" rot="4102360">
            <a:off x="-2758583" y="4129685"/>
            <a:ext cx="7471578" cy="477174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24"/>
          <p:cNvSpPr/>
          <p:nvPr/>
        </p:nvSpPr>
        <p:spPr>
          <a:xfrm rot="813319">
            <a:off x="-4313552" y="-17370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24"/>
          <p:cNvSpPr txBox="1"/>
          <p:nvPr>
            <p:ph idx="1" type="subTitle"/>
          </p:nvPr>
        </p:nvSpPr>
        <p:spPr>
          <a:xfrm>
            <a:off x="723300" y="3021075"/>
            <a:ext cx="3394200" cy="1135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216" name="Google Shape;216;p24"/>
          <p:cNvSpPr txBox="1"/>
          <p:nvPr>
            <p:ph type="title"/>
          </p:nvPr>
        </p:nvSpPr>
        <p:spPr>
          <a:xfrm flipH="1">
            <a:off x="719825" y="986925"/>
            <a:ext cx="2888400" cy="1917300"/>
          </a:xfrm>
          <a:prstGeom prst="rect">
            <a:avLst/>
          </a:prstGeom>
          <a:noFill/>
          <a:ln>
            <a:noFill/>
          </a:ln>
        </p:spPr>
        <p:txBody>
          <a:bodyPr anchorCtr="0" anchor="b" bIns="91425" lIns="91425" spcFirstLastPara="1" rIns="91425" wrap="square" tIns="91425">
            <a:noAutofit/>
          </a:bodyPr>
          <a:lstStyle>
            <a:lvl1pPr lvl="0" rtl="0" algn="l">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17" name="Google Shape;217;p24"/>
          <p:cNvSpPr/>
          <p:nvPr>
            <p:ph idx="2" type="pic"/>
          </p:nvPr>
        </p:nvSpPr>
        <p:spPr>
          <a:xfrm>
            <a:off x="4411375" y="-75"/>
            <a:ext cx="4732800" cy="51435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2">
  <p:cSld name="CUSTOM_4">
    <p:spTree>
      <p:nvGrpSpPr>
        <p:cNvPr id="218" name="Shape 218"/>
        <p:cNvGrpSpPr/>
        <p:nvPr/>
      </p:nvGrpSpPr>
      <p:grpSpPr>
        <a:xfrm>
          <a:off x="0" y="0"/>
          <a:ext cx="0" cy="0"/>
          <a:chOff x="0" y="0"/>
          <a:chExt cx="0" cy="0"/>
        </a:xfrm>
      </p:grpSpPr>
      <p:sp>
        <p:nvSpPr>
          <p:cNvPr id="219" name="Google Shape;219;p25"/>
          <p:cNvSpPr/>
          <p:nvPr/>
        </p:nvSpPr>
        <p:spPr>
          <a:xfrm rot="-10285629">
            <a:off x="4140874" y="-2015123"/>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25"/>
          <p:cNvSpPr/>
          <p:nvPr/>
        </p:nvSpPr>
        <p:spPr>
          <a:xfrm flipH="1" rot="4102346">
            <a:off x="-2270967" y="3805847"/>
            <a:ext cx="9416338" cy="601377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25"/>
          <p:cNvSpPr/>
          <p:nvPr/>
        </p:nvSpPr>
        <p:spPr>
          <a:xfrm rot="813319">
            <a:off x="-3580677" y="-14257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25"/>
          <p:cNvSpPr/>
          <p:nvPr/>
        </p:nvSpPr>
        <p:spPr>
          <a:xfrm>
            <a:off x="3065327" y="-42009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25"/>
          <p:cNvSpPr txBox="1"/>
          <p:nvPr>
            <p:ph idx="1" type="subTitle"/>
          </p:nvPr>
        </p:nvSpPr>
        <p:spPr>
          <a:xfrm>
            <a:off x="723300" y="2291463"/>
            <a:ext cx="3035100" cy="1388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224" name="Google Shape;224;p25"/>
          <p:cNvSpPr txBox="1"/>
          <p:nvPr>
            <p:ph type="title"/>
          </p:nvPr>
        </p:nvSpPr>
        <p:spPr>
          <a:xfrm flipH="1">
            <a:off x="719825" y="1463638"/>
            <a:ext cx="3035100" cy="711000"/>
          </a:xfrm>
          <a:prstGeom prst="rect">
            <a:avLst/>
          </a:prstGeom>
          <a:noFill/>
          <a:ln>
            <a:noFill/>
          </a:ln>
        </p:spPr>
        <p:txBody>
          <a:bodyPr anchorCtr="0" anchor="b" bIns="91425" lIns="91425" spcFirstLastPara="1" rIns="91425" wrap="square" tIns="91425">
            <a:noAutofit/>
          </a:bodyPr>
          <a:lstStyle>
            <a:lvl1pPr lvl="0" rtl="0" algn="l">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25" name="Google Shape;225;p25"/>
          <p:cNvSpPr/>
          <p:nvPr/>
        </p:nvSpPr>
        <p:spPr>
          <a:xfrm flipH="1" rot="-649760">
            <a:off x="-3395808" y="4514617"/>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3">
  <p:cSld name="CUSTOM_18">
    <p:spTree>
      <p:nvGrpSpPr>
        <p:cNvPr id="226" name="Shape 226"/>
        <p:cNvGrpSpPr/>
        <p:nvPr/>
      </p:nvGrpSpPr>
      <p:grpSpPr>
        <a:xfrm>
          <a:off x="0" y="0"/>
          <a:ext cx="0" cy="0"/>
          <a:chOff x="0" y="0"/>
          <a:chExt cx="0" cy="0"/>
        </a:xfrm>
      </p:grpSpPr>
      <p:sp>
        <p:nvSpPr>
          <p:cNvPr id="227" name="Google Shape;227;p26"/>
          <p:cNvSpPr/>
          <p:nvPr/>
        </p:nvSpPr>
        <p:spPr>
          <a:xfrm rot="-3394465">
            <a:off x="-4398774" y="4211443"/>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26"/>
          <p:cNvSpPr/>
          <p:nvPr/>
        </p:nvSpPr>
        <p:spPr>
          <a:xfrm flipH="1">
            <a:off x="-5777841" y="-12434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26"/>
          <p:cNvSpPr/>
          <p:nvPr/>
        </p:nvSpPr>
        <p:spPr>
          <a:xfrm flipH="1" rot="-3952094">
            <a:off x="-4776410" y="665034"/>
            <a:ext cx="7826127" cy="287786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26"/>
          <p:cNvSpPr/>
          <p:nvPr/>
        </p:nvSpPr>
        <p:spPr>
          <a:xfrm rot="649760">
            <a:off x="-4213998" y="535117"/>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26"/>
          <p:cNvSpPr/>
          <p:nvPr/>
        </p:nvSpPr>
        <p:spPr>
          <a:xfrm flipH="1" rot="-813319">
            <a:off x="4527346" y="-3414798"/>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26"/>
          <p:cNvSpPr/>
          <p:nvPr/>
        </p:nvSpPr>
        <p:spPr>
          <a:xfrm flipH="1" rot="10285603">
            <a:off x="4806347" y="3363742"/>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26"/>
          <p:cNvSpPr/>
          <p:nvPr/>
        </p:nvSpPr>
        <p:spPr>
          <a:xfrm flipH="1" rot="5626330">
            <a:off x="3918525" y="675664"/>
            <a:ext cx="7826010" cy="2877825"/>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26"/>
          <p:cNvSpPr txBox="1"/>
          <p:nvPr>
            <p:ph idx="1" type="body"/>
          </p:nvPr>
        </p:nvSpPr>
        <p:spPr>
          <a:xfrm>
            <a:off x="1133900" y="1868725"/>
            <a:ext cx="6223800" cy="2352600"/>
          </a:xfrm>
          <a:prstGeom prst="rect">
            <a:avLst/>
          </a:prstGeom>
        </p:spPr>
        <p:txBody>
          <a:bodyPr anchorCtr="0" anchor="ctr" bIns="91425" lIns="91425" spcFirstLastPara="1" rIns="91425" wrap="square" tIns="91425">
            <a:noAutofit/>
          </a:bodyPr>
          <a:lstStyle>
            <a:lvl1pPr indent="-330200" lvl="0" marL="457200" rtl="0">
              <a:lnSpc>
                <a:spcPct val="100000"/>
              </a:lnSpc>
              <a:spcBef>
                <a:spcPts val="0"/>
              </a:spcBef>
              <a:spcAft>
                <a:spcPts val="0"/>
              </a:spcAft>
              <a:buSzPts val="1600"/>
              <a:buFont typeface="Nunito Light"/>
              <a:buChar char="●"/>
              <a:defRPr sz="1400"/>
            </a:lvl1pPr>
            <a:lvl2pPr indent="-330200" lvl="1" marL="914400" rtl="0">
              <a:lnSpc>
                <a:spcPct val="100000"/>
              </a:lnSpc>
              <a:spcBef>
                <a:spcPts val="0"/>
              </a:spcBef>
              <a:spcAft>
                <a:spcPts val="0"/>
              </a:spcAft>
              <a:buSzPts val="1600"/>
              <a:buFont typeface="Nunito Light"/>
              <a:buChar char="○"/>
              <a:defRPr/>
            </a:lvl2pPr>
            <a:lvl3pPr indent="-323850" lvl="2" marL="1371600" rtl="0">
              <a:lnSpc>
                <a:spcPct val="100000"/>
              </a:lnSpc>
              <a:spcBef>
                <a:spcPts val="1600"/>
              </a:spcBef>
              <a:spcAft>
                <a:spcPts val="0"/>
              </a:spcAft>
              <a:buSzPts val="1500"/>
              <a:buFont typeface="Nunito Light"/>
              <a:buChar char="■"/>
              <a:defRPr/>
            </a:lvl3pPr>
            <a:lvl4pPr indent="-323850" lvl="3" marL="1828800" rtl="0">
              <a:lnSpc>
                <a:spcPct val="100000"/>
              </a:lnSpc>
              <a:spcBef>
                <a:spcPts val="1600"/>
              </a:spcBef>
              <a:spcAft>
                <a:spcPts val="0"/>
              </a:spcAft>
              <a:buSzPts val="1500"/>
              <a:buFont typeface="Nunito Light"/>
              <a:buChar char="●"/>
              <a:defRPr/>
            </a:lvl4pPr>
            <a:lvl5pPr indent="-330200" lvl="4" marL="2286000" rtl="0">
              <a:lnSpc>
                <a:spcPct val="100000"/>
              </a:lnSpc>
              <a:spcBef>
                <a:spcPts val="1600"/>
              </a:spcBef>
              <a:spcAft>
                <a:spcPts val="0"/>
              </a:spcAft>
              <a:buSzPts val="1600"/>
              <a:buFont typeface="Nunito Light"/>
              <a:buChar char="○"/>
              <a:defRPr/>
            </a:lvl5pPr>
            <a:lvl6pPr indent="-330200" lvl="5" marL="2743200" rtl="0">
              <a:lnSpc>
                <a:spcPct val="100000"/>
              </a:lnSpc>
              <a:spcBef>
                <a:spcPts val="1600"/>
              </a:spcBef>
              <a:spcAft>
                <a:spcPts val="0"/>
              </a:spcAft>
              <a:buSzPts val="1600"/>
              <a:buFont typeface="Nunito Light"/>
              <a:buChar char="■"/>
              <a:defRPr/>
            </a:lvl6pPr>
            <a:lvl7pPr indent="-311150" lvl="6" marL="3200400" rtl="0">
              <a:lnSpc>
                <a:spcPct val="100000"/>
              </a:lnSpc>
              <a:spcBef>
                <a:spcPts val="1600"/>
              </a:spcBef>
              <a:spcAft>
                <a:spcPts val="0"/>
              </a:spcAft>
              <a:buSzPts val="1300"/>
              <a:buFont typeface="Nunito Light"/>
              <a:buChar char="●"/>
              <a:defRPr/>
            </a:lvl7pPr>
            <a:lvl8pPr indent="-311150" lvl="7" marL="3657600" rtl="0">
              <a:lnSpc>
                <a:spcPct val="100000"/>
              </a:lnSpc>
              <a:spcBef>
                <a:spcPts val="1600"/>
              </a:spcBef>
              <a:spcAft>
                <a:spcPts val="0"/>
              </a:spcAft>
              <a:buSzPts val="1300"/>
              <a:buFont typeface="Nunito Light"/>
              <a:buChar char="○"/>
              <a:defRPr/>
            </a:lvl8pPr>
            <a:lvl9pPr indent="-330200" lvl="8" marL="4114800" rtl="0">
              <a:lnSpc>
                <a:spcPct val="100000"/>
              </a:lnSpc>
              <a:spcBef>
                <a:spcPts val="1600"/>
              </a:spcBef>
              <a:spcAft>
                <a:spcPts val="1600"/>
              </a:spcAft>
              <a:buSzPts val="1600"/>
              <a:buFont typeface="Nunito Light"/>
              <a:buChar char="■"/>
              <a:defRPr/>
            </a:lvl9pPr>
          </a:lstStyle>
          <a:p/>
        </p:txBody>
      </p:sp>
      <p:sp>
        <p:nvSpPr>
          <p:cNvPr id="235" name="Google Shape;235;p26"/>
          <p:cNvSpPr txBox="1"/>
          <p:nvPr>
            <p:ph type="title"/>
          </p:nvPr>
        </p:nvSpPr>
        <p:spPr>
          <a:xfrm>
            <a:off x="1133900" y="922175"/>
            <a:ext cx="6363600" cy="900300"/>
          </a:xfrm>
          <a:prstGeom prst="rect">
            <a:avLst/>
          </a:prstGeom>
          <a:noFill/>
          <a:ln>
            <a:noFill/>
          </a:ln>
        </p:spPr>
        <p:txBody>
          <a:bodyPr anchorCtr="0" anchor="ctr" bIns="91425" lIns="91425" spcFirstLastPara="1" rIns="91425" wrap="square" tIns="91425">
            <a:noAutofit/>
          </a:bodyPr>
          <a:lstStyle>
            <a:lvl1pPr lvl="0" rtl="0" algn="l">
              <a:spcBef>
                <a:spcPts val="0"/>
              </a:spcBef>
              <a:spcAft>
                <a:spcPts val="0"/>
              </a:spcAft>
              <a:buSzPts val="2800"/>
              <a:buNone/>
              <a:defRPr sz="4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4">
  <p:cSld name="CUSTOM_23">
    <p:spTree>
      <p:nvGrpSpPr>
        <p:cNvPr id="236" name="Shape 236"/>
        <p:cNvGrpSpPr/>
        <p:nvPr/>
      </p:nvGrpSpPr>
      <p:grpSpPr>
        <a:xfrm>
          <a:off x="0" y="0"/>
          <a:ext cx="0" cy="0"/>
          <a:chOff x="0" y="0"/>
          <a:chExt cx="0" cy="0"/>
        </a:xfrm>
      </p:grpSpPr>
      <p:sp>
        <p:nvSpPr>
          <p:cNvPr id="237" name="Google Shape;237;p27"/>
          <p:cNvSpPr/>
          <p:nvPr/>
        </p:nvSpPr>
        <p:spPr>
          <a:xfrm flipH="1" rot="7585667">
            <a:off x="-5466599" y="794591"/>
            <a:ext cx="9471614" cy="6049076"/>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27"/>
          <p:cNvSpPr/>
          <p:nvPr/>
        </p:nvSpPr>
        <p:spPr>
          <a:xfrm rot="-5902333">
            <a:off x="3975367" y="2957142"/>
            <a:ext cx="9416513" cy="6013886"/>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27"/>
          <p:cNvSpPr/>
          <p:nvPr/>
        </p:nvSpPr>
        <p:spPr>
          <a:xfrm flipH="1" rot="-2613329">
            <a:off x="5160201" y="-3949042"/>
            <a:ext cx="6402056" cy="5689105"/>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27"/>
          <p:cNvSpPr/>
          <p:nvPr/>
        </p:nvSpPr>
        <p:spPr>
          <a:xfrm flipH="1" rot="-2700000">
            <a:off x="-4428810" y="-2266646"/>
            <a:ext cx="7065482" cy="539636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27"/>
          <p:cNvSpPr txBox="1"/>
          <p:nvPr>
            <p:ph idx="1" type="subTitle"/>
          </p:nvPr>
        </p:nvSpPr>
        <p:spPr>
          <a:xfrm>
            <a:off x="4959025" y="2291463"/>
            <a:ext cx="3035100" cy="1388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242" name="Google Shape;242;p27"/>
          <p:cNvSpPr txBox="1"/>
          <p:nvPr>
            <p:ph type="title"/>
          </p:nvPr>
        </p:nvSpPr>
        <p:spPr>
          <a:xfrm flipH="1">
            <a:off x="4955550" y="1463638"/>
            <a:ext cx="3035100" cy="711000"/>
          </a:xfrm>
          <a:prstGeom prst="rect">
            <a:avLst/>
          </a:prstGeom>
          <a:noFill/>
          <a:ln>
            <a:noFill/>
          </a:ln>
        </p:spPr>
        <p:txBody>
          <a:bodyPr anchorCtr="0" anchor="b"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43" name="Google Shape;243;p27"/>
          <p:cNvSpPr/>
          <p:nvPr/>
        </p:nvSpPr>
        <p:spPr>
          <a:xfrm rot="-1150203">
            <a:off x="7474328" y="896864"/>
            <a:ext cx="4974547" cy="1490391"/>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5">
  <p:cSld name="CUSTOM_25">
    <p:spTree>
      <p:nvGrpSpPr>
        <p:cNvPr id="244" name="Shape 244"/>
        <p:cNvGrpSpPr/>
        <p:nvPr/>
      </p:nvGrpSpPr>
      <p:grpSpPr>
        <a:xfrm>
          <a:off x="0" y="0"/>
          <a:ext cx="0" cy="0"/>
          <a:chOff x="0" y="0"/>
          <a:chExt cx="0" cy="0"/>
        </a:xfrm>
      </p:grpSpPr>
      <p:sp>
        <p:nvSpPr>
          <p:cNvPr id="245" name="Google Shape;245;p28"/>
          <p:cNvSpPr txBox="1"/>
          <p:nvPr>
            <p:ph idx="1" type="subTitle"/>
          </p:nvPr>
        </p:nvSpPr>
        <p:spPr>
          <a:xfrm>
            <a:off x="4349577" y="2925675"/>
            <a:ext cx="4081200" cy="1135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246" name="Google Shape;246;p28"/>
          <p:cNvSpPr txBox="1"/>
          <p:nvPr>
            <p:ph type="title"/>
          </p:nvPr>
        </p:nvSpPr>
        <p:spPr>
          <a:xfrm flipH="1">
            <a:off x="4349575" y="1266675"/>
            <a:ext cx="4081200" cy="1542300"/>
          </a:xfrm>
          <a:prstGeom prst="rect">
            <a:avLst/>
          </a:prstGeom>
          <a:noFill/>
          <a:ln>
            <a:noFill/>
          </a:ln>
        </p:spPr>
        <p:txBody>
          <a:bodyPr anchorCtr="0" anchor="b"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47" name="Google Shape;247;p28"/>
          <p:cNvSpPr/>
          <p:nvPr/>
        </p:nvSpPr>
        <p:spPr>
          <a:xfrm flipH="1" rot="4102360">
            <a:off x="4431017" y="3716310"/>
            <a:ext cx="7471578" cy="477174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28"/>
          <p:cNvSpPr/>
          <p:nvPr/>
        </p:nvSpPr>
        <p:spPr>
          <a:xfrm rot="813319">
            <a:off x="4927123" y="-2579698"/>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6">
  <p:cSld name="CUSTOM_28">
    <p:spTree>
      <p:nvGrpSpPr>
        <p:cNvPr id="249" name="Shape 249"/>
        <p:cNvGrpSpPr/>
        <p:nvPr/>
      </p:nvGrpSpPr>
      <p:grpSpPr>
        <a:xfrm>
          <a:off x="0" y="0"/>
          <a:ext cx="0" cy="0"/>
          <a:chOff x="0" y="0"/>
          <a:chExt cx="0" cy="0"/>
        </a:xfrm>
      </p:grpSpPr>
      <p:sp>
        <p:nvSpPr>
          <p:cNvPr id="250" name="Google Shape;250;p29"/>
          <p:cNvSpPr/>
          <p:nvPr/>
        </p:nvSpPr>
        <p:spPr>
          <a:xfrm rot="3214333">
            <a:off x="-5499024" y="-2387504"/>
            <a:ext cx="9471614" cy="6049076"/>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29"/>
          <p:cNvSpPr/>
          <p:nvPr/>
        </p:nvSpPr>
        <p:spPr>
          <a:xfrm flipH="1" rot="-4897667">
            <a:off x="4234767" y="-2245089"/>
            <a:ext cx="9416513" cy="6013886"/>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29"/>
          <p:cNvSpPr/>
          <p:nvPr/>
        </p:nvSpPr>
        <p:spPr>
          <a:xfrm rot="-8186671">
            <a:off x="3376801" y="4110400"/>
            <a:ext cx="6402056" cy="5689105"/>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29"/>
          <p:cNvSpPr/>
          <p:nvPr/>
        </p:nvSpPr>
        <p:spPr>
          <a:xfrm rot="-8100000">
            <a:off x="-4461235" y="1326447"/>
            <a:ext cx="7065482" cy="539636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29"/>
          <p:cNvSpPr txBox="1"/>
          <p:nvPr>
            <p:ph idx="1" type="subTitle"/>
          </p:nvPr>
        </p:nvSpPr>
        <p:spPr>
          <a:xfrm>
            <a:off x="1536900" y="2291463"/>
            <a:ext cx="3035100" cy="1388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255" name="Google Shape;255;p29"/>
          <p:cNvSpPr/>
          <p:nvPr/>
        </p:nvSpPr>
        <p:spPr>
          <a:xfrm flipH="1" rot="-9649797">
            <a:off x="6371853" y="4455308"/>
            <a:ext cx="4974547" cy="1490391"/>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29"/>
          <p:cNvSpPr txBox="1"/>
          <p:nvPr>
            <p:ph type="title"/>
          </p:nvPr>
        </p:nvSpPr>
        <p:spPr>
          <a:xfrm>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7">
  <p:cSld name="CUSTOM_38">
    <p:spTree>
      <p:nvGrpSpPr>
        <p:cNvPr id="257" name="Shape 257"/>
        <p:cNvGrpSpPr/>
        <p:nvPr/>
      </p:nvGrpSpPr>
      <p:grpSpPr>
        <a:xfrm>
          <a:off x="0" y="0"/>
          <a:ext cx="0" cy="0"/>
          <a:chOff x="0" y="0"/>
          <a:chExt cx="0" cy="0"/>
        </a:xfrm>
      </p:grpSpPr>
      <p:sp>
        <p:nvSpPr>
          <p:cNvPr id="258" name="Google Shape;258;p30"/>
          <p:cNvSpPr/>
          <p:nvPr/>
        </p:nvSpPr>
        <p:spPr>
          <a:xfrm flipH="1" rot="3394465">
            <a:off x="3077084" y="3433218"/>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30"/>
          <p:cNvSpPr/>
          <p:nvPr/>
        </p:nvSpPr>
        <p:spPr>
          <a:xfrm>
            <a:off x="5867027" y="-12434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30"/>
          <p:cNvSpPr/>
          <p:nvPr/>
        </p:nvSpPr>
        <p:spPr>
          <a:xfrm rot="3952094">
            <a:off x="4681686" y="-32116"/>
            <a:ext cx="7826127" cy="287786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30"/>
          <p:cNvSpPr/>
          <p:nvPr/>
        </p:nvSpPr>
        <p:spPr>
          <a:xfrm flipH="1" rot="-649760">
            <a:off x="7075142" y="-713258"/>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30"/>
          <p:cNvSpPr/>
          <p:nvPr/>
        </p:nvSpPr>
        <p:spPr>
          <a:xfrm rot="813319">
            <a:off x="-2477752" y="-30743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30"/>
          <p:cNvSpPr/>
          <p:nvPr/>
        </p:nvSpPr>
        <p:spPr>
          <a:xfrm rot="-10285603">
            <a:off x="-4701904" y="3752842"/>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30"/>
          <p:cNvSpPr/>
          <p:nvPr/>
        </p:nvSpPr>
        <p:spPr>
          <a:xfrm rot="-7426355">
            <a:off x="-4666092" y="1132830"/>
            <a:ext cx="7826046" cy="287783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30"/>
          <p:cNvSpPr txBox="1"/>
          <p:nvPr>
            <p:ph type="title"/>
          </p:nvPr>
        </p:nvSpPr>
        <p:spPr>
          <a:xfrm flipH="1">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66" name="Google Shape;266;p30"/>
          <p:cNvSpPr txBox="1"/>
          <p:nvPr>
            <p:ph idx="1" type="body"/>
          </p:nvPr>
        </p:nvSpPr>
        <p:spPr>
          <a:xfrm>
            <a:off x="1545450" y="1330100"/>
            <a:ext cx="6053100" cy="3375900"/>
          </a:xfrm>
          <a:prstGeom prst="rect">
            <a:avLst/>
          </a:prstGeom>
        </p:spPr>
        <p:txBody>
          <a:bodyPr anchorCtr="0" anchor="t" bIns="91425" lIns="91425" spcFirstLastPara="1" rIns="91425" wrap="square" tIns="91425">
            <a:noAutofit/>
          </a:bodyPr>
          <a:lstStyle>
            <a:lvl1pPr indent="-330200" lvl="0" marL="457200" rtl="0" algn="ctr">
              <a:lnSpc>
                <a:spcPct val="100000"/>
              </a:lnSpc>
              <a:spcBef>
                <a:spcPts val="0"/>
              </a:spcBef>
              <a:spcAft>
                <a:spcPts val="0"/>
              </a:spcAft>
              <a:buSzPts val="1600"/>
              <a:buChar char="●"/>
              <a:defRPr/>
            </a:lvl1pPr>
            <a:lvl2pPr indent="-330200" lvl="1" marL="914400" rtl="0" algn="ctr">
              <a:lnSpc>
                <a:spcPct val="100000"/>
              </a:lnSpc>
              <a:spcBef>
                <a:spcPts val="0"/>
              </a:spcBef>
              <a:spcAft>
                <a:spcPts val="0"/>
              </a:spcAft>
              <a:buSzPts val="1600"/>
              <a:buChar char="○"/>
              <a:defRPr/>
            </a:lvl2pPr>
            <a:lvl3pPr indent="-330200" lvl="2" marL="1371600" rtl="0" algn="ctr">
              <a:lnSpc>
                <a:spcPct val="100000"/>
              </a:lnSpc>
              <a:spcBef>
                <a:spcPts val="1600"/>
              </a:spcBef>
              <a:spcAft>
                <a:spcPts val="0"/>
              </a:spcAft>
              <a:buSzPts val="1600"/>
              <a:buChar char="■"/>
              <a:defRPr/>
            </a:lvl3pPr>
            <a:lvl4pPr indent="-330200" lvl="3" marL="1828800" rtl="0" algn="ctr">
              <a:lnSpc>
                <a:spcPct val="100000"/>
              </a:lnSpc>
              <a:spcBef>
                <a:spcPts val="1600"/>
              </a:spcBef>
              <a:spcAft>
                <a:spcPts val="0"/>
              </a:spcAft>
              <a:buSzPts val="1600"/>
              <a:buChar char="●"/>
              <a:defRPr/>
            </a:lvl4pPr>
            <a:lvl5pPr indent="-330200" lvl="4" marL="2286000" rtl="0" algn="ctr">
              <a:lnSpc>
                <a:spcPct val="100000"/>
              </a:lnSpc>
              <a:spcBef>
                <a:spcPts val="1600"/>
              </a:spcBef>
              <a:spcAft>
                <a:spcPts val="0"/>
              </a:spcAft>
              <a:buSzPts val="1600"/>
              <a:buChar char="○"/>
              <a:defRPr/>
            </a:lvl5pPr>
            <a:lvl6pPr indent="-330200" lvl="5" marL="2743200" rtl="0" algn="ctr">
              <a:lnSpc>
                <a:spcPct val="100000"/>
              </a:lnSpc>
              <a:spcBef>
                <a:spcPts val="1600"/>
              </a:spcBef>
              <a:spcAft>
                <a:spcPts val="0"/>
              </a:spcAft>
              <a:buSzPts val="1600"/>
              <a:buChar char="■"/>
              <a:defRPr/>
            </a:lvl6pPr>
            <a:lvl7pPr indent="-330200" lvl="6" marL="3200400" rtl="0" algn="ctr">
              <a:lnSpc>
                <a:spcPct val="100000"/>
              </a:lnSpc>
              <a:spcBef>
                <a:spcPts val="1600"/>
              </a:spcBef>
              <a:spcAft>
                <a:spcPts val="0"/>
              </a:spcAft>
              <a:buSzPts val="1600"/>
              <a:buChar char="●"/>
              <a:defRPr/>
            </a:lvl7pPr>
            <a:lvl8pPr indent="-330200" lvl="7" marL="3657600" rtl="0" algn="ctr">
              <a:lnSpc>
                <a:spcPct val="100000"/>
              </a:lnSpc>
              <a:spcBef>
                <a:spcPts val="1600"/>
              </a:spcBef>
              <a:spcAft>
                <a:spcPts val="0"/>
              </a:spcAft>
              <a:buSzPts val="1600"/>
              <a:buChar char="○"/>
              <a:defRPr/>
            </a:lvl8pPr>
            <a:lvl9pPr indent="-330200" lvl="8" marL="4114800" rtl="0" algn="ctr">
              <a:lnSpc>
                <a:spcPct val="100000"/>
              </a:lnSpc>
              <a:spcBef>
                <a:spcPts val="1600"/>
              </a:spcBef>
              <a:spcAft>
                <a:spcPts val="1600"/>
              </a:spcAft>
              <a:buSzPts val="1600"/>
              <a:buChar char="■"/>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8">
  <p:cSld name="CUSTOM_39">
    <p:spTree>
      <p:nvGrpSpPr>
        <p:cNvPr id="267" name="Shape 267"/>
        <p:cNvGrpSpPr/>
        <p:nvPr/>
      </p:nvGrpSpPr>
      <p:grpSpPr>
        <a:xfrm>
          <a:off x="0" y="0"/>
          <a:ext cx="0" cy="0"/>
          <a:chOff x="0" y="0"/>
          <a:chExt cx="0" cy="0"/>
        </a:xfrm>
      </p:grpSpPr>
      <p:sp>
        <p:nvSpPr>
          <p:cNvPr id="268" name="Google Shape;268;p31"/>
          <p:cNvSpPr/>
          <p:nvPr>
            <p:ph idx="2" type="pic"/>
          </p:nvPr>
        </p:nvSpPr>
        <p:spPr>
          <a:xfrm>
            <a:off x="704000" y="1274500"/>
            <a:ext cx="3546900" cy="3244200"/>
          </a:xfrm>
          <a:prstGeom prst="rect">
            <a:avLst/>
          </a:prstGeom>
          <a:noFill/>
          <a:ln>
            <a:noFill/>
          </a:ln>
        </p:spPr>
      </p:sp>
      <p:sp>
        <p:nvSpPr>
          <p:cNvPr id="269" name="Google Shape;269;p31"/>
          <p:cNvSpPr/>
          <p:nvPr/>
        </p:nvSpPr>
        <p:spPr>
          <a:xfrm flipH="1" rot="3394465">
            <a:off x="5041484" y="2286018"/>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31"/>
          <p:cNvSpPr/>
          <p:nvPr/>
        </p:nvSpPr>
        <p:spPr>
          <a:xfrm rot="-10285603">
            <a:off x="7150321" y="-2266383"/>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31"/>
          <p:cNvSpPr/>
          <p:nvPr/>
        </p:nvSpPr>
        <p:spPr>
          <a:xfrm flipH="1" rot="955394">
            <a:off x="1460861" y="-2197712"/>
            <a:ext cx="7826028" cy="2877832"/>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31"/>
          <p:cNvSpPr txBox="1"/>
          <p:nvPr>
            <p:ph idx="1" type="body"/>
          </p:nvPr>
        </p:nvSpPr>
        <p:spPr>
          <a:xfrm>
            <a:off x="4572000" y="1369325"/>
            <a:ext cx="3850500" cy="3332700"/>
          </a:xfrm>
          <a:prstGeom prst="rect">
            <a:avLst/>
          </a:prstGeom>
        </p:spPr>
        <p:txBody>
          <a:bodyPr anchorCtr="0" anchor="ctr" bIns="91425" lIns="91425" spcFirstLastPara="1" rIns="91425" wrap="square" tIns="91425">
            <a:noAutofit/>
          </a:bodyPr>
          <a:lstStyle>
            <a:lvl1pPr indent="-330200" lvl="0" marL="457200">
              <a:lnSpc>
                <a:spcPct val="100000"/>
              </a:lnSpc>
              <a:spcBef>
                <a:spcPts val="0"/>
              </a:spcBef>
              <a:spcAft>
                <a:spcPts val="0"/>
              </a:spcAft>
              <a:buSzPts val="1600"/>
              <a:buFont typeface="Nunito Light"/>
              <a:buChar char="●"/>
              <a:defRPr sz="1400"/>
            </a:lvl1pPr>
            <a:lvl2pPr indent="-330200" lvl="1" marL="914400">
              <a:lnSpc>
                <a:spcPct val="100000"/>
              </a:lnSpc>
              <a:spcBef>
                <a:spcPts val="0"/>
              </a:spcBef>
              <a:spcAft>
                <a:spcPts val="0"/>
              </a:spcAft>
              <a:buSzPts val="1600"/>
              <a:buFont typeface="Nunito Light"/>
              <a:buChar char="○"/>
              <a:defRPr/>
            </a:lvl2pPr>
            <a:lvl3pPr indent="-323850" lvl="2" marL="1371600">
              <a:lnSpc>
                <a:spcPct val="100000"/>
              </a:lnSpc>
              <a:spcBef>
                <a:spcPts val="1600"/>
              </a:spcBef>
              <a:spcAft>
                <a:spcPts val="0"/>
              </a:spcAft>
              <a:buSzPts val="1500"/>
              <a:buFont typeface="Nunito Light"/>
              <a:buChar char="■"/>
              <a:defRPr/>
            </a:lvl3pPr>
            <a:lvl4pPr indent="-323850" lvl="3" marL="1828800">
              <a:lnSpc>
                <a:spcPct val="100000"/>
              </a:lnSpc>
              <a:spcBef>
                <a:spcPts val="1600"/>
              </a:spcBef>
              <a:spcAft>
                <a:spcPts val="0"/>
              </a:spcAft>
              <a:buSzPts val="1500"/>
              <a:buFont typeface="Nunito Light"/>
              <a:buChar char="●"/>
              <a:defRPr/>
            </a:lvl4pPr>
            <a:lvl5pPr indent="-330200" lvl="4" marL="2286000">
              <a:lnSpc>
                <a:spcPct val="100000"/>
              </a:lnSpc>
              <a:spcBef>
                <a:spcPts val="1600"/>
              </a:spcBef>
              <a:spcAft>
                <a:spcPts val="0"/>
              </a:spcAft>
              <a:buSzPts val="1600"/>
              <a:buFont typeface="Nunito Light"/>
              <a:buChar char="○"/>
              <a:defRPr/>
            </a:lvl5pPr>
            <a:lvl6pPr indent="-330200" lvl="5" marL="2743200">
              <a:lnSpc>
                <a:spcPct val="100000"/>
              </a:lnSpc>
              <a:spcBef>
                <a:spcPts val="1600"/>
              </a:spcBef>
              <a:spcAft>
                <a:spcPts val="0"/>
              </a:spcAft>
              <a:buSzPts val="1600"/>
              <a:buFont typeface="Nunito Light"/>
              <a:buChar char="■"/>
              <a:defRPr/>
            </a:lvl6pPr>
            <a:lvl7pPr indent="-311150" lvl="6" marL="3200400">
              <a:lnSpc>
                <a:spcPct val="100000"/>
              </a:lnSpc>
              <a:spcBef>
                <a:spcPts val="1600"/>
              </a:spcBef>
              <a:spcAft>
                <a:spcPts val="0"/>
              </a:spcAft>
              <a:buSzPts val="1300"/>
              <a:buFont typeface="Nunito Light"/>
              <a:buChar char="●"/>
              <a:defRPr/>
            </a:lvl7pPr>
            <a:lvl8pPr indent="-311150" lvl="7" marL="3657600">
              <a:lnSpc>
                <a:spcPct val="100000"/>
              </a:lnSpc>
              <a:spcBef>
                <a:spcPts val="1600"/>
              </a:spcBef>
              <a:spcAft>
                <a:spcPts val="0"/>
              </a:spcAft>
              <a:buSzPts val="1300"/>
              <a:buFont typeface="Nunito Light"/>
              <a:buChar char="○"/>
              <a:defRPr/>
            </a:lvl8pPr>
            <a:lvl9pPr indent="-330200" lvl="8" marL="4114800">
              <a:lnSpc>
                <a:spcPct val="100000"/>
              </a:lnSpc>
              <a:spcBef>
                <a:spcPts val="1600"/>
              </a:spcBef>
              <a:spcAft>
                <a:spcPts val="1600"/>
              </a:spcAft>
              <a:buSzPts val="1600"/>
              <a:buFont typeface="Nunito Light"/>
              <a:buChar char="■"/>
              <a:defRPr/>
            </a:lvl9pPr>
          </a:lstStyle>
          <a:p/>
        </p:txBody>
      </p:sp>
      <p:sp>
        <p:nvSpPr>
          <p:cNvPr id="273" name="Google Shape;273;p31"/>
          <p:cNvSpPr txBox="1"/>
          <p:nvPr>
            <p:ph type="title"/>
          </p:nvPr>
        </p:nvSpPr>
        <p:spPr>
          <a:xfrm>
            <a:off x="719925" y="437700"/>
            <a:ext cx="7704000" cy="6579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800"/>
              <a:buNone/>
              <a:defRPr>
                <a:latin typeface="Kulim Park"/>
                <a:ea typeface="Kulim Park"/>
                <a:cs typeface="Kulim Park"/>
                <a:sym typeface="Kulim Park"/>
              </a:defRPr>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TITLE_AND_TWO_COLUMNS_1">
    <p:spTree>
      <p:nvGrpSpPr>
        <p:cNvPr id="274" name="Shape 274"/>
        <p:cNvGrpSpPr/>
        <p:nvPr/>
      </p:nvGrpSpPr>
      <p:grpSpPr>
        <a:xfrm>
          <a:off x="0" y="0"/>
          <a:ext cx="0" cy="0"/>
          <a:chOff x="0" y="0"/>
          <a:chExt cx="0" cy="0"/>
        </a:xfrm>
      </p:grpSpPr>
      <p:sp>
        <p:nvSpPr>
          <p:cNvPr id="275" name="Google Shape;275;p32"/>
          <p:cNvSpPr/>
          <p:nvPr/>
        </p:nvSpPr>
        <p:spPr>
          <a:xfrm flipH="1" rot="-859945">
            <a:off x="5665328" y="3096461"/>
            <a:ext cx="4772748" cy="4241345"/>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32"/>
          <p:cNvSpPr/>
          <p:nvPr/>
        </p:nvSpPr>
        <p:spPr>
          <a:xfrm>
            <a:off x="-4528356" y="1004988"/>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32"/>
          <p:cNvSpPr/>
          <p:nvPr/>
        </p:nvSpPr>
        <p:spPr>
          <a:xfrm flipH="1" rot="-9405665">
            <a:off x="6846081" y="1281156"/>
            <a:ext cx="7310152" cy="6849835"/>
          </a:xfrm>
          <a:custGeom>
            <a:rect b="b" l="l" r="r" t="t"/>
            <a:pathLst>
              <a:path extrusionOk="0" h="87424" w="93299">
                <a:moveTo>
                  <a:pt x="34162" y="1"/>
                </a:moveTo>
                <a:cubicBezTo>
                  <a:pt x="24245" y="1"/>
                  <a:pt x="25039" y="12520"/>
                  <a:pt x="13717" y="17147"/>
                </a:cubicBezTo>
                <a:cubicBezTo>
                  <a:pt x="1" y="22753"/>
                  <a:pt x="25599" y="33483"/>
                  <a:pt x="18923" y="50349"/>
                </a:cubicBezTo>
                <a:cubicBezTo>
                  <a:pt x="13077" y="65115"/>
                  <a:pt x="23069" y="87424"/>
                  <a:pt x="32143" y="87424"/>
                </a:cubicBezTo>
                <a:cubicBezTo>
                  <a:pt x="33432" y="87424"/>
                  <a:pt x="34703" y="86974"/>
                  <a:pt x="35906" y="85988"/>
                </a:cubicBezTo>
                <a:cubicBezTo>
                  <a:pt x="38841" y="83585"/>
                  <a:pt x="41192" y="82952"/>
                  <a:pt x="43240" y="82952"/>
                </a:cubicBezTo>
                <a:cubicBezTo>
                  <a:pt x="45526" y="82952"/>
                  <a:pt x="47435" y="83741"/>
                  <a:pt x="49356" y="83741"/>
                </a:cubicBezTo>
                <a:cubicBezTo>
                  <a:pt x="51391" y="83741"/>
                  <a:pt x="53441" y="82856"/>
                  <a:pt x="55968" y="79208"/>
                </a:cubicBezTo>
                <a:cubicBezTo>
                  <a:pt x="79663" y="45004"/>
                  <a:pt x="87416" y="44135"/>
                  <a:pt x="87416" y="44135"/>
                </a:cubicBezTo>
                <a:cubicBezTo>
                  <a:pt x="93298" y="21497"/>
                  <a:pt x="60858" y="9397"/>
                  <a:pt x="42111" y="1875"/>
                </a:cubicBezTo>
                <a:cubicBezTo>
                  <a:pt x="38838" y="561"/>
                  <a:pt x="36260" y="1"/>
                  <a:pt x="34162" y="1"/>
                </a:cubicBezTo>
                <a:close/>
              </a:path>
            </a:pathLst>
          </a:custGeom>
          <a:solidFill>
            <a:schemeClr val="accent3">
              <a:alpha val="335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32"/>
          <p:cNvSpPr/>
          <p:nvPr/>
        </p:nvSpPr>
        <p:spPr>
          <a:xfrm flipH="1" rot="1478505">
            <a:off x="1794833" y="-2111786"/>
            <a:ext cx="7826136" cy="2877871"/>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32"/>
          <p:cNvSpPr/>
          <p:nvPr/>
        </p:nvSpPr>
        <p:spPr>
          <a:xfrm flipH="1" rot="9524149">
            <a:off x="-6659422" y="-2925302"/>
            <a:ext cx="9471569" cy="604904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32"/>
          <p:cNvSpPr/>
          <p:nvPr/>
        </p:nvSpPr>
        <p:spPr>
          <a:xfrm rot="-9555841">
            <a:off x="-6785773" y="1808506"/>
            <a:ext cx="8200942" cy="301569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32"/>
          <p:cNvSpPr txBox="1"/>
          <p:nvPr>
            <p:ph type="title"/>
          </p:nvPr>
        </p:nvSpPr>
        <p:spPr>
          <a:xfrm>
            <a:off x="1699900" y="2520537"/>
            <a:ext cx="27369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282" name="Google Shape;282;p32"/>
          <p:cNvSpPr txBox="1"/>
          <p:nvPr>
            <p:ph idx="1" type="subTitle"/>
          </p:nvPr>
        </p:nvSpPr>
        <p:spPr>
          <a:xfrm>
            <a:off x="1699975" y="3065348"/>
            <a:ext cx="2736900" cy="1038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283" name="Google Shape;283;p32"/>
          <p:cNvSpPr txBox="1"/>
          <p:nvPr>
            <p:ph idx="2" type="title"/>
          </p:nvPr>
        </p:nvSpPr>
        <p:spPr>
          <a:xfrm>
            <a:off x="4707338" y="2520537"/>
            <a:ext cx="27366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284" name="Google Shape;284;p32"/>
          <p:cNvSpPr txBox="1"/>
          <p:nvPr>
            <p:ph idx="3" type="subTitle"/>
          </p:nvPr>
        </p:nvSpPr>
        <p:spPr>
          <a:xfrm>
            <a:off x="4707501" y="3065348"/>
            <a:ext cx="2736600" cy="1038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285" name="Google Shape;285;p32"/>
          <p:cNvSpPr txBox="1"/>
          <p:nvPr>
            <p:ph idx="4" type="title"/>
          </p:nvPr>
        </p:nvSpPr>
        <p:spPr>
          <a:xfrm>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2">
  <p:cSld name="CUSTOM_19">
    <p:spTree>
      <p:nvGrpSpPr>
        <p:cNvPr id="286" name="Shape 286"/>
        <p:cNvGrpSpPr/>
        <p:nvPr/>
      </p:nvGrpSpPr>
      <p:grpSpPr>
        <a:xfrm>
          <a:off x="0" y="0"/>
          <a:ext cx="0" cy="0"/>
          <a:chOff x="0" y="0"/>
          <a:chExt cx="0" cy="0"/>
        </a:xfrm>
      </p:grpSpPr>
      <p:sp>
        <p:nvSpPr>
          <p:cNvPr id="287" name="Google Shape;287;p33"/>
          <p:cNvSpPr txBox="1"/>
          <p:nvPr>
            <p:ph type="title"/>
          </p:nvPr>
        </p:nvSpPr>
        <p:spPr>
          <a:xfrm flipH="1">
            <a:off x="720000" y="438912"/>
            <a:ext cx="7704000" cy="5727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88" name="Google Shape;288;p33"/>
          <p:cNvSpPr txBox="1"/>
          <p:nvPr>
            <p:ph idx="2" type="title"/>
          </p:nvPr>
        </p:nvSpPr>
        <p:spPr>
          <a:xfrm>
            <a:off x="4572012" y="3186751"/>
            <a:ext cx="2325300" cy="4875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289" name="Google Shape;289;p33"/>
          <p:cNvSpPr txBox="1"/>
          <p:nvPr>
            <p:ph idx="1" type="subTitle"/>
          </p:nvPr>
        </p:nvSpPr>
        <p:spPr>
          <a:xfrm>
            <a:off x="4572037" y="3694826"/>
            <a:ext cx="2325300" cy="623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290" name="Google Shape;290;p33"/>
          <p:cNvSpPr txBox="1"/>
          <p:nvPr>
            <p:ph idx="3" type="title"/>
          </p:nvPr>
        </p:nvSpPr>
        <p:spPr>
          <a:xfrm>
            <a:off x="4572000" y="1747851"/>
            <a:ext cx="2325300" cy="4875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291" name="Google Shape;291;p33"/>
          <p:cNvSpPr txBox="1"/>
          <p:nvPr>
            <p:ph idx="4" type="subTitle"/>
          </p:nvPr>
        </p:nvSpPr>
        <p:spPr>
          <a:xfrm>
            <a:off x="4572025" y="2255926"/>
            <a:ext cx="2325300" cy="623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292" name="Google Shape;292;p33"/>
          <p:cNvSpPr/>
          <p:nvPr/>
        </p:nvSpPr>
        <p:spPr>
          <a:xfrm flipH="1" rot="-813319">
            <a:off x="7030742" y="-14257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3">
  <p:cSld name="CUSTOM_31">
    <p:spTree>
      <p:nvGrpSpPr>
        <p:cNvPr id="293" name="Shape 293"/>
        <p:cNvGrpSpPr/>
        <p:nvPr/>
      </p:nvGrpSpPr>
      <p:grpSpPr>
        <a:xfrm>
          <a:off x="0" y="0"/>
          <a:ext cx="0" cy="0"/>
          <a:chOff x="0" y="0"/>
          <a:chExt cx="0" cy="0"/>
        </a:xfrm>
      </p:grpSpPr>
      <p:sp>
        <p:nvSpPr>
          <p:cNvPr id="294" name="Google Shape;294;p34"/>
          <p:cNvSpPr/>
          <p:nvPr/>
        </p:nvSpPr>
        <p:spPr>
          <a:xfrm rot="-9940055">
            <a:off x="6313853" y="-2245551"/>
            <a:ext cx="4772748" cy="4241345"/>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34"/>
          <p:cNvSpPr/>
          <p:nvPr/>
        </p:nvSpPr>
        <p:spPr>
          <a:xfrm flipH="1" rot="10800000">
            <a:off x="-4512131" y="0"/>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34"/>
          <p:cNvSpPr/>
          <p:nvPr/>
        </p:nvSpPr>
        <p:spPr>
          <a:xfrm rot="405705">
            <a:off x="6781192" y="537430"/>
            <a:ext cx="7309974" cy="6849668"/>
          </a:xfrm>
          <a:custGeom>
            <a:rect b="b" l="l" r="r" t="t"/>
            <a:pathLst>
              <a:path extrusionOk="0" h="87424" w="93299">
                <a:moveTo>
                  <a:pt x="34162" y="1"/>
                </a:moveTo>
                <a:cubicBezTo>
                  <a:pt x="24245" y="1"/>
                  <a:pt x="25039" y="12520"/>
                  <a:pt x="13717" y="17147"/>
                </a:cubicBezTo>
                <a:cubicBezTo>
                  <a:pt x="1" y="22753"/>
                  <a:pt x="25599" y="33483"/>
                  <a:pt x="18923" y="50349"/>
                </a:cubicBezTo>
                <a:cubicBezTo>
                  <a:pt x="13077" y="65115"/>
                  <a:pt x="23069" y="87424"/>
                  <a:pt x="32143" y="87424"/>
                </a:cubicBezTo>
                <a:cubicBezTo>
                  <a:pt x="33432" y="87424"/>
                  <a:pt x="34703" y="86974"/>
                  <a:pt x="35906" y="85988"/>
                </a:cubicBezTo>
                <a:cubicBezTo>
                  <a:pt x="38841" y="83585"/>
                  <a:pt x="41192" y="82952"/>
                  <a:pt x="43240" y="82952"/>
                </a:cubicBezTo>
                <a:cubicBezTo>
                  <a:pt x="45526" y="82952"/>
                  <a:pt x="47435" y="83741"/>
                  <a:pt x="49356" y="83741"/>
                </a:cubicBezTo>
                <a:cubicBezTo>
                  <a:pt x="51391" y="83741"/>
                  <a:pt x="53441" y="82856"/>
                  <a:pt x="55968" y="79208"/>
                </a:cubicBezTo>
                <a:cubicBezTo>
                  <a:pt x="79663" y="45004"/>
                  <a:pt x="87416" y="44135"/>
                  <a:pt x="87416" y="44135"/>
                </a:cubicBezTo>
                <a:cubicBezTo>
                  <a:pt x="93298" y="21497"/>
                  <a:pt x="60858" y="9397"/>
                  <a:pt x="42111" y="1875"/>
                </a:cubicBezTo>
                <a:cubicBezTo>
                  <a:pt x="38838" y="561"/>
                  <a:pt x="36260" y="1"/>
                  <a:pt x="34162" y="1"/>
                </a:cubicBezTo>
                <a:close/>
              </a:path>
            </a:pathLst>
          </a:custGeom>
          <a:solidFill>
            <a:schemeClr val="accent3">
              <a:alpha val="335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34"/>
          <p:cNvSpPr/>
          <p:nvPr/>
        </p:nvSpPr>
        <p:spPr>
          <a:xfrm rot="10221505">
            <a:off x="2162666" y="4072255"/>
            <a:ext cx="7826058" cy="2877843"/>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34"/>
          <p:cNvSpPr/>
          <p:nvPr/>
        </p:nvSpPr>
        <p:spPr>
          <a:xfrm rot="1275851">
            <a:off x="-7113372" y="1815710"/>
            <a:ext cx="9471569" cy="604904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34"/>
          <p:cNvSpPr/>
          <p:nvPr/>
        </p:nvSpPr>
        <p:spPr>
          <a:xfrm flipH="1" rot="-1244159">
            <a:off x="-7039848" y="-79298"/>
            <a:ext cx="8200942" cy="301569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34"/>
          <p:cNvSpPr txBox="1"/>
          <p:nvPr>
            <p:ph type="title"/>
          </p:nvPr>
        </p:nvSpPr>
        <p:spPr>
          <a:xfrm>
            <a:off x="2014775" y="1710525"/>
            <a:ext cx="51141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01" name="Google Shape;301;p34"/>
          <p:cNvSpPr txBox="1"/>
          <p:nvPr>
            <p:ph idx="1" type="subTitle"/>
          </p:nvPr>
        </p:nvSpPr>
        <p:spPr>
          <a:xfrm>
            <a:off x="2014925" y="2255348"/>
            <a:ext cx="5114100" cy="69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302" name="Google Shape;302;p34"/>
          <p:cNvSpPr txBox="1"/>
          <p:nvPr>
            <p:ph idx="2" type="title"/>
          </p:nvPr>
        </p:nvSpPr>
        <p:spPr>
          <a:xfrm>
            <a:off x="2014780" y="3258850"/>
            <a:ext cx="51138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03" name="Google Shape;303;p34"/>
          <p:cNvSpPr txBox="1"/>
          <p:nvPr>
            <p:ph idx="3" type="subTitle"/>
          </p:nvPr>
        </p:nvSpPr>
        <p:spPr>
          <a:xfrm>
            <a:off x="2015075" y="3803672"/>
            <a:ext cx="5113800" cy="69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304" name="Google Shape;304;p34"/>
          <p:cNvSpPr txBox="1"/>
          <p:nvPr>
            <p:ph idx="4" type="title"/>
          </p:nvPr>
        </p:nvSpPr>
        <p:spPr>
          <a:xfrm>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6">
    <p:spTree>
      <p:nvGrpSpPr>
        <p:cNvPr id="305" name="Shape 305"/>
        <p:cNvGrpSpPr/>
        <p:nvPr/>
      </p:nvGrpSpPr>
      <p:grpSpPr>
        <a:xfrm>
          <a:off x="0" y="0"/>
          <a:ext cx="0" cy="0"/>
          <a:chOff x="0" y="0"/>
          <a:chExt cx="0" cy="0"/>
        </a:xfrm>
      </p:grpSpPr>
      <p:sp>
        <p:nvSpPr>
          <p:cNvPr id="306" name="Google Shape;306;p35"/>
          <p:cNvSpPr/>
          <p:nvPr/>
        </p:nvSpPr>
        <p:spPr>
          <a:xfrm rot="-10285629">
            <a:off x="6057524" y="-2124373"/>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35"/>
          <p:cNvSpPr/>
          <p:nvPr/>
        </p:nvSpPr>
        <p:spPr>
          <a:xfrm flipH="1">
            <a:off x="7942003" y="1004988"/>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35"/>
          <p:cNvSpPr/>
          <p:nvPr/>
        </p:nvSpPr>
        <p:spPr>
          <a:xfrm rot="2839443">
            <a:off x="-308418" y="2442034"/>
            <a:ext cx="6402141" cy="5689181"/>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35"/>
          <p:cNvSpPr/>
          <p:nvPr/>
        </p:nvSpPr>
        <p:spPr>
          <a:xfrm rot="9405665">
            <a:off x="-4880740" y="1281181"/>
            <a:ext cx="7310152" cy="6849835"/>
          </a:xfrm>
          <a:custGeom>
            <a:rect b="b" l="l" r="r" t="t"/>
            <a:pathLst>
              <a:path extrusionOk="0" h="87424" w="93299">
                <a:moveTo>
                  <a:pt x="34162" y="1"/>
                </a:moveTo>
                <a:cubicBezTo>
                  <a:pt x="24245" y="1"/>
                  <a:pt x="25039" y="12520"/>
                  <a:pt x="13717" y="17147"/>
                </a:cubicBezTo>
                <a:cubicBezTo>
                  <a:pt x="1" y="22753"/>
                  <a:pt x="25599" y="33483"/>
                  <a:pt x="18923" y="50349"/>
                </a:cubicBezTo>
                <a:cubicBezTo>
                  <a:pt x="13077" y="65115"/>
                  <a:pt x="23069" y="87424"/>
                  <a:pt x="32143" y="87424"/>
                </a:cubicBezTo>
                <a:cubicBezTo>
                  <a:pt x="33432" y="87424"/>
                  <a:pt x="34703" y="86974"/>
                  <a:pt x="35906" y="85988"/>
                </a:cubicBezTo>
                <a:cubicBezTo>
                  <a:pt x="38841" y="83585"/>
                  <a:pt x="41192" y="82952"/>
                  <a:pt x="43240" y="82952"/>
                </a:cubicBezTo>
                <a:cubicBezTo>
                  <a:pt x="45526" y="82952"/>
                  <a:pt x="47435" y="83741"/>
                  <a:pt x="49356" y="83741"/>
                </a:cubicBezTo>
                <a:cubicBezTo>
                  <a:pt x="51391" y="83741"/>
                  <a:pt x="53441" y="82856"/>
                  <a:pt x="55968" y="79208"/>
                </a:cubicBezTo>
                <a:cubicBezTo>
                  <a:pt x="79663" y="45004"/>
                  <a:pt x="87416" y="44135"/>
                  <a:pt x="87416" y="44135"/>
                </a:cubicBezTo>
                <a:cubicBezTo>
                  <a:pt x="93298" y="21497"/>
                  <a:pt x="60858" y="9397"/>
                  <a:pt x="42111" y="1875"/>
                </a:cubicBezTo>
                <a:cubicBezTo>
                  <a:pt x="38838" y="561"/>
                  <a:pt x="36260" y="1"/>
                  <a:pt x="34162" y="1"/>
                </a:cubicBezTo>
                <a:close/>
              </a:path>
            </a:pathLst>
          </a:custGeom>
          <a:solidFill>
            <a:schemeClr val="accent3">
              <a:alpha val="335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35"/>
          <p:cNvSpPr/>
          <p:nvPr/>
        </p:nvSpPr>
        <p:spPr>
          <a:xfrm rot="-1478505">
            <a:off x="-2334601" y="-1000036"/>
            <a:ext cx="7826136" cy="2877871"/>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35"/>
          <p:cNvSpPr/>
          <p:nvPr/>
        </p:nvSpPr>
        <p:spPr>
          <a:xfrm flipH="1" rot="9555841">
            <a:off x="7801702" y="1808506"/>
            <a:ext cx="8200942" cy="301569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35"/>
          <p:cNvSpPr txBox="1"/>
          <p:nvPr>
            <p:ph type="title"/>
          </p:nvPr>
        </p:nvSpPr>
        <p:spPr>
          <a:xfrm>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313" name="Google Shape;313;p35"/>
          <p:cNvSpPr txBox="1"/>
          <p:nvPr>
            <p:ph idx="2" type="title"/>
          </p:nvPr>
        </p:nvSpPr>
        <p:spPr>
          <a:xfrm>
            <a:off x="1164025" y="1617575"/>
            <a:ext cx="20457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14" name="Google Shape;314;p35"/>
          <p:cNvSpPr txBox="1"/>
          <p:nvPr>
            <p:ph idx="1" type="subTitle"/>
          </p:nvPr>
        </p:nvSpPr>
        <p:spPr>
          <a:xfrm>
            <a:off x="1164075" y="2151959"/>
            <a:ext cx="2045700" cy="999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315" name="Google Shape;315;p35"/>
          <p:cNvSpPr txBox="1"/>
          <p:nvPr>
            <p:ph idx="3" type="title"/>
          </p:nvPr>
        </p:nvSpPr>
        <p:spPr>
          <a:xfrm>
            <a:off x="3549063" y="1617575"/>
            <a:ext cx="20457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16" name="Google Shape;316;p35"/>
          <p:cNvSpPr txBox="1"/>
          <p:nvPr>
            <p:ph idx="4" type="subTitle"/>
          </p:nvPr>
        </p:nvSpPr>
        <p:spPr>
          <a:xfrm>
            <a:off x="3549150" y="2151959"/>
            <a:ext cx="2045700" cy="999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317" name="Google Shape;317;p35"/>
          <p:cNvSpPr txBox="1"/>
          <p:nvPr>
            <p:ph idx="5" type="title"/>
          </p:nvPr>
        </p:nvSpPr>
        <p:spPr>
          <a:xfrm>
            <a:off x="5934100" y="1617575"/>
            <a:ext cx="20457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18" name="Google Shape;318;p35"/>
          <p:cNvSpPr txBox="1"/>
          <p:nvPr>
            <p:ph idx="6" type="subTitle"/>
          </p:nvPr>
        </p:nvSpPr>
        <p:spPr>
          <a:xfrm>
            <a:off x="5934225" y="2151959"/>
            <a:ext cx="2045700" cy="999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CUSTOM_22">
    <p:spTree>
      <p:nvGrpSpPr>
        <p:cNvPr id="319" name="Shape 319"/>
        <p:cNvGrpSpPr/>
        <p:nvPr/>
      </p:nvGrpSpPr>
      <p:grpSpPr>
        <a:xfrm>
          <a:off x="0" y="0"/>
          <a:ext cx="0" cy="0"/>
          <a:chOff x="0" y="0"/>
          <a:chExt cx="0" cy="0"/>
        </a:xfrm>
      </p:grpSpPr>
      <p:sp>
        <p:nvSpPr>
          <p:cNvPr id="320" name="Google Shape;320;p36"/>
          <p:cNvSpPr/>
          <p:nvPr/>
        </p:nvSpPr>
        <p:spPr>
          <a:xfrm flipH="1" rot="10285629">
            <a:off x="-7063092" y="-2367548"/>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36"/>
          <p:cNvSpPr/>
          <p:nvPr/>
        </p:nvSpPr>
        <p:spPr>
          <a:xfrm>
            <a:off x="-4432130" y="1685938"/>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36"/>
          <p:cNvSpPr/>
          <p:nvPr/>
        </p:nvSpPr>
        <p:spPr>
          <a:xfrm flipH="1" rot="-2839443">
            <a:off x="2550622" y="3252659"/>
            <a:ext cx="6402141" cy="5689181"/>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36"/>
          <p:cNvSpPr/>
          <p:nvPr/>
        </p:nvSpPr>
        <p:spPr>
          <a:xfrm flipH="1" rot="-10305679">
            <a:off x="6458116" y="671626"/>
            <a:ext cx="7310080" cy="6849767"/>
          </a:xfrm>
          <a:custGeom>
            <a:rect b="b" l="l" r="r" t="t"/>
            <a:pathLst>
              <a:path extrusionOk="0" h="87424" w="93299">
                <a:moveTo>
                  <a:pt x="34162" y="1"/>
                </a:moveTo>
                <a:cubicBezTo>
                  <a:pt x="24245" y="1"/>
                  <a:pt x="25039" y="12520"/>
                  <a:pt x="13717" y="17147"/>
                </a:cubicBezTo>
                <a:cubicBezTo>
                  <a:pt x="1" y="22753"/>
                  <a:pt x="25599" y="33483"/>
                  <a:pt x="18923" y="50349"/>
                </a:cubicBezTo>
                <a:cubicBezTo>
                  <a:pt x="13077" y="65115"/>
                  <a:pt x="23069" y="87424"/>
                  <a:pt x="32143" y="87424"/>
                </a:cubicBezTo>
                <a:cubicBezTo>
                  <a:pt x="33432" y="87424"/>
                  <a:pt x="34703" y="86974"/>
                  <a:pt x="35906" y="85988"/>
                </a:cubicBezTo>
                <a:cubicBezTo>
                  <a:pt x="38841" y="83585"/>
                  <a:pt x="41192" y="82952"/>
                  <a:pt x="43240" y="82952"/>
                </a:cubicBezTo>
                <a:cubicBezTo>
                  <a:pt x="45526" y="82952"/>
                  <a:pt x="47435" y="83741"/>
                  <a:pt x="49356" y="83741"/>
                </a:cubicBezTo>
                <a:cubicBezTo>
                  <a:pt x="51391" y="83741"/>
                  <a:pt x="53441" y="82856"/>
                  <a:pt x="55968" y="79208"/>
                </a:cubicBezTo>
                <a:cubicBezTo>
                  <a:pt x="79663" y="45004"/>
                  <a:pt x="87416" y="44135"/>
                  <a:pt x="87416" y="44135"/>
                </a:cubicBezTo>
                <a:cubicBezTo>
                  <a:pt x="93298" y="21497"/>
                  <a:pt x="60858" y="9397"/>
                  <a:pt x="42111" y="1875"/>
                </a:cubicBezTo>
                <a:cubicBezTo>
                  <a:pt x="38838" y="561"/>
                  <a:pt x="36260" y="1"/>
                  <a:pt x="34162" y="1"/>
                </a:cubicBezTo>
                <a:close/>
              </a:path>
            </a:pathLst>
          </a:custGeom>
          <a:solidFill>
            <a:schemeClr val="accent3">
              <a:alpha val="335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36"/>
          <p:cNvSpPr/>
          <p:nvPr/>
        </p:nvSpPr>
        <p:spPr>
          <a:xfrm flipH="1" rot="1478505">
            <a:off x="3777012" y="-1076247"/>
            <a:ext cx="7826136" cy="2877871"/>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36"/>
          <p:cNvSpPr/>
          <p:nvPr/>
        </p:nvSpPr>
        <p:spPr>
          <a:xfrm rot="-9555841">
            <a:off x="-6505500" y="2494306"/>
            <a:ext cx="8200942" cy="301569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36"/>
          <p:cNvSpPr txBox="1"/>
          <p:nvPr>
            <p:ph type="title"/>
          </p:nvPr>
        </p:nvSpPr>
        <p:spPr>
          <a:xfrm>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327" name="Google Shape;327;p36"/>
          <p:cNvSpPr txBox="1"/>
          <p:nvPr>
            <p:ph idx="2" type="title"/>
          </p:nvPr>
        </p:nvSpPr>
        <p:spPr>
          <a:xfrm>
            <a:off x="1164025" y="2912975"/>
            <a:ext cx="20457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28" name="Google Shape;328;p36"/>
          <p:cNvSpPr txBox="1"/>
          <p:nvPr>
            <p:ph idx="1" type="subTitle"/>
          </p:nvPr>
        </p:nvSpPr>
        <p:spPr>
          <a:xfrm>
            <a:off x="1164075" y="3447359"/>
            <a:ext cx="2045700" cy="999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329" name="Google Shape;329;p36"/>
          <p:cNvSpPr txBox="1"/>
          <p:nvPr>
            <p:ph idx="3" type="title"/>
          </p:nvPr>
        </p:nvSpPr>
        <p:spPr>
          <a:xfrm>
            <a:off x="3549063" y="2379575"/>
            <a:ext cx="20457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30" name="Google Shape;330;p36"/>
          <p:cNvSpPr txBox="1"/>
          <p:nvPr>
            <p:ph idx="4" type="subTitle"/>
          </p:nvPr>
        </p:nvSpPr>
        <p:spPr>
          <a:xfrm>
            <a:off x="3549150" y="2913959"/>
            <a:ext cx="2045700" cy="999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331" name="Google Shape;331;p36"/>
          <p:cNvSpPr txBox="1"/>
          <p:nvPr>
            <p:ph idx="5" type="title"/>
          </p:nvPr>
        </p:nvSpPr>
        <p:spPr>
          <a:xfrm>
            <a:off x="5934100" y="2912975"/>
            <a:ext cx="20457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32" name="Google Shape;332;p36"/>
          <p:cNvSpPr txBox="1"/>
          <p:nvPr>
            <p:ph idx="6" type="subTitle"/>
          </p:nvPr>
        </p:nvSpPr>
        <p:spPr>
          <a:xfrm>
            <a:off x="5934225" y="3447359"/>
            <a:ext cx="2045700" cy="999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2">
  <p:cSld name="CUSTOM_34">
    <p:spTree>
      <p:nvGrpSpPr>
        <p:cNvPr id="333" name="Shape 333"/>
        <p:cNvGrpSpPr/>
        <p:nvPr/>
      </p:nvGrpSpPr>
      <p:grpSpPr>
        <a:xfrm>
          <a:off x="0" y="0"/>
          <a:ext cx="0" cy="0"/>
          <a:chOff x="0" y="0"/>
          <a:chExt cx="0" cy="0"/>
        </a:xfrm>
      </p:grpSpPr>
      <p:sp>
        <p:nvSpPr>
          <p:cNvPr id="334" name="Google Shape;334;p37"/>
          <p:cNvSpPr txBox="1"/>
          <p:nvPr>
            <p:ph type="title"/>
          </p:nvPr>
        </p:nvSpPr>
        <p:spPr>
          <a:xfrm>
            <a:off x="2077025" y="1518376"/>
            <a:ext cx="1815000" cy="4875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35" name="Google Shape;335;p37"/>
          <p:cNvSpPr txBox="1"/>
          <p:nvPr>
            <p:ph idx="1" type="subTitle"/>
          </p:nvPr>
        </p:nvSpPr>
        <p:spPr>
          <a:xfrm>
            <a:off x="2077175" y="2063201"/>
            <a:ext cx="5909100" cy="413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336" name="Google Shape;336;p37"/>
          <p:cNvSpPr txBox="1"/>
          <p:nvPr>
            <p:ph idx="2" type="title"/>
          </p:nvPr>
        </p:nvSpPr>
        <p:spPr>
          <a:xfrm>
            <a:off x="2077027" y="2577126"/>
            <a:ext cx="1815000" cy="4875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37" name="Google Shape;337;p37"/>
          <p:cNvSpPr txBox="1"/>
          <p:nvPr>
            <p:ph idx="3" type="subTitle"/>
          </p:nvPr>
        </p:nvSpPr>
        <p:spPr>
          <a:xfrm>
            <a:off x="2077350" y="3121951"/>
            <a:ext cx="5908800" cy="413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338" name="Google Shape;338;p37"/>
          <p:cNvSpPr txBox="1"/>
          <p:nvPr>
            <p:ph idx="4" type="title"/>
          </p:nvPr>
        </p:nvSpPr>
        <p:spPr>
          <a:xfrm>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339" name="Google Shape;339;p37"/>
          <p:cNvSpPr/>
          <p:nvPr/>
        </p:nvSpPr>
        <p:spPr>
          <a:xfrm flipH="1" rot="10285629">
            <a:off x="-6531342" y="-2121798"/>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37"/>
          <p:cNvSpPr/>
          <p:nvPr/>
        </p:nvSpPr>
        <p:spPr>
          <a:xfrm>
            <a:off x="-4516430" y="1004988"/>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37"/>
          <p:cNvSpPr/>
          <p:nvPr/>
        </p:nvSpPr>
        <p:spPr>
          <a:xfrm flipH="1" rot="-2839443">
            <a:off x="877472" y="3220259"/>
            <a:ext cx="6402141" cy="5689181"/>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37"/>
          <p:cNvSpPr/>
          <p:nvPr/>
        </p:nvSpPr>
        <p:spPr>
          <a:xfrm flipH="1" rot="-10305679">
            <a:off x="6411091" y="301976"/>
            <a:ext cx="7310080" cy="6849767"/>
          </a:xfrm>
          <a:custGeom>
            <a:rect b="b" l="l" r="r" t="t"/>
            <a:pathLst>
              <a:path extrusionOk="0" h="87424" w="93299">
                <a:moveTo>
                  <a:pt x="34162" y="1"/>
                </a:moveTo>
                <a:cubicBezTo>
                  <a:pt x="24245" y="1"/>
                  <a:pt x="25039" y="12520"/>
                  <a:pt x="13717" y="17147"/>
                </a:cubicBezTo>
                <a:cubicBezTo>
                  <a:pt x="1" y="22753"/>
                  <a:pt x="25599" y="33483"/>
                  <a:pt x="18923" y="50349"/>
                </a:cubicBezTo>
                <a:cubicBezTo>
                  <a:pt x="13077" y="65115"/>
                  <a:pt x="23069" y="87424"/>
                  <a:pt x="32143" y="87424"/>
                </a:cubicBezTo>
                <a:cubicBezTo>
                  <a:pt x="33432" y="87424"/>
                  <a:pt x="34703" y="86974"/>
                  <a:pt x="35906" y="85988"/>
                </a:cubicBezTo>
                <a:cubicBezTo>
                  <a:pt x="38841" y="83585"/>
                  <a:pt x="41192" y="82952"/>
                  <a:pt x="43240" y="82952"/>
                </a:cubicBezTo>
                <a:cubicBezTo>
                  <a:pt x="45526" y="82952"/>
                  <a:pt x="47435" y="83741"/>
                  <a:pt x="49356" y="83741"/>
                </a:cubicBezTo>
                <a:cubicBezTo>
                  <a:pt x="51391" y="83741"/>
                  <a:pt x="53441" y="82856"/>
                  <a:pt x="55968" y="79208"/>
                </a:cubicBezTo>
                <a:cubicBezTo>
                  <a:pt x="79663" y="45004"/>
                  <a:pt x="87416" y="44135"/>
                  <a:pt x="87416" y="44135"/>
                </a:cubicBezTo>
                <a:cubicBezTo>
                  <a:pt x="93298" y="21497"/>
                  <a:pt x="60858" y="9397"/>
                  <a:pt x="42111" y="1875"/>
                </a:cubicBezTo>
                <a:cubicBezTo>
                  <a:pt x="38838" y="561"/>
                  <a:pt x="36260" y="1"/>
                  <a:pt x="34162" y="1"/>
                </a:cubicBezTo>
                <a:close/>
              </a:path>
            </a:pathLst>
          </a:custGeom>
          <a:solidFill>
            <a:schemeClr val="accent3">
              <a:alpha val="335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37"/>
          <p:cNvSpPr/>
          <p:nvPr/>
        </p:nvSpPr>
        <p:spPr>
          <a:xfrm flipH="1" rot="3278516">
            <a:off x="4649136" y="-366101"/>
            <a:ext cx="7826271" cy="2877921"/>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37"/>
          <p:cNvSpPr/>
          <p:nvPr/>
        </p:nvSpPr>
        <p:spPr>
          <a:xfrm rot="-9555841">
            <a:off x="-6466450" y="2570506"/>
            <a:ext cx="8200942" cy="301569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37"/>
          <p:cNvSpPr txBox="1"/>
          <p:nvPr>
            <p:ph idx="5" type="title"/>
          </p:nvPr>
        </p:nvSpPr>
        <p:spPr>
          <a:xfrm>
            <a:off x="2077027" y="3635876"/>
            <a:ext cx="1815000" cy="4875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46" name="Google Shape;346;p37"/>
          <p:cNvSpPr txBox="1"/>
          <p:nvPr>
            <p:ph idx="6" type="subTitle"/>
          </p:nvPr>
        </p:nvSpPr>
        <p:spPr>
          <a:xfrm>
            <a:off x="2077350" y="4180701"/>
            <a:ext cx="5908800" cy="413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5">
    <p:spTree>
      <p:nvGrpSpPr>
        <p:cNvPr id="347" name="Shape 347"/>
        <p:cNvGrpSpPr/>
        <p:nvPr/>
      </p:nvGrpSpPr>
      <p:grpSpPr>
        <a:xfrm>
          <a:off x="0" y="0"/>
          <a:ext cx="0" cy="0"/>
          <a:chOff x="0" y="0"/>
          <a:chExt cx="0" cy="0"/>
        </a:xfrm>
      </p:grpSpPr>
      <p:sp>
        <p:nvSpPr>
          <p:cNvPr id="348" name="Google Shape;348;p38"/>
          <p:cNvSpPr/>
          <p:nvPr/>
        </p:nvSpPr>
        <p:spPr>
          <a:xfrm flipH="1" rot="4102360">
            <a:off x="-2512533" y="4030635"/>
            <a:ext cx="7471578" cy="477174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38"/>
          <p:cNvSpPr/>
          <p:nvPr/>
        </p:nvSpPr>
        <p:spPr>
          <a:xfrm rot="813319">
            <a:off x="-4129602" y="-17370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6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38"/>
          <p:cNvSpPr/>
          <p:nvPr/>
        </p:nvSpPr>
        <p:spPr>
          <a:xfrm flipH="1" rot="3394465">
            <a:off x="5593334" y="2171418"/>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2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38"/>
          <p:cNvSpPr/>
          <p:nvPr/>
        </p:nvSpPr>
        <p:spPr>
          <a:xfrm rot="-10285603">
            <a:off x="6336471" y="-2917283"/>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38"/>
          <p:cNvSpPr/>
          <p:nvPr/>
        </p:nvSpPr>
        <p:spPr>
          <a:xfrm rot="-2238616">
            <a:off x="-4635728" y="470344"/>
            <a:ext cx="7826078" cy="2877850"/>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38"/>
          <p:cNvSpPr txBox="1"/>
          <p:nvPr>
            <p:ph type="title"/>
          </p:nvPr>
        </p:nvSpPr>
        <p:spPr>
          <a:xfrm>
            <a:off x="5664001" y="1703625"/>
            <a:ext cx="2227200" cy="4875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354" name="Google Shape;354;p38"/>
          <p:cNvSpPr txBox="1"/>
          <p:nvPr>
            <p:ph idx="1" type="subTitle"/>
          </p:nvPr>
        </p:nvSpPr>
        <p:spPr>
          <a:xfrm>
            <a:off x="5664053" y="2135500"/>
            <a:ext cx="2508600" cy="661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355" name="Google Shape;355;p38"/>
          <p:cNvSpPr txBox="1"/>
          <p:nvPr>
            <p:ph idx="2" type="title"/>
          </p:nvPr>
        </p:nvSpPr>
        <p:spPr>
          <a:xfrm>
            <a:off x="5664001" y="3198000"/>
            <a:ext cx="2227200" cy="4875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356" name="Google Shape;356;p38"/>
          <p:cNvSpPr txBox="1"/>
          <p:nvPr>
            <p:ph idx="3" type="subTitle"/>
          </p:nvPr>
        </p:nvSpPr>
        <p:spPr>
          <a:xfrm>
            <a:off x="5664025" y="3629875"/>
            <a:ext cx="2508600" cy="661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357" name="Google Shape;357;p38"/>
          <p:cNvSpPr txBox="1"/>
          <p:nvPr>
            <p:ph idx="4" type="title"/>
          </p:nvPr>
        </p:nvSpPr>
        <p:spPr>
          <a:xfrm>
            <a:off x="1252726" y="1703625"/>
            <a:ext cx="2227200" cy="487500"/>
          </a:xfrm>
          <a:prstGeom prst="rect">
            <a:avLst/>
          </a:prstGeom>
        </p:spPr>
        <p:txBody>
          <a:bodyPr anchorCtr="0" anchor="b" bIns="91425" lIns="91425" spcFirstLastPara="1" rIns="91425" wrap="square" tIns="91425">
            <a:noAutofit/>
          </a:bodyPr>
          <a:lstStyle>
            <a:lvl1pPr lvl="0" rtl="0" algn="r">
              <a:spcBef>
                <a:spcPts val="0"/>
              </a:spcBef>
              <a:spcAft>
                <a:spcPts val="0"/>
              </a:spcAft>
              <a:buSzPts val="2500"/>
              <a:buNone/>
              <a:defRPr sz="2000">
                <a:latin typeface="Kulim Park"/>
                <a:ea typeface="Kulim Park"/>
                <a:cs typeface="Kulim Park"/>
                <a:sym typeface="Kulim Park"/>
              </a:defRPr>
            </a:lvl1pPr>
            <a:lvl2pPr lvl="1" rtl="0" algn="r">
              <a:spcBef>
                <a:spcPts val="0"/>
              </a:spcBef>
              <a:spcAft>
                <a:spcPts val="0"/>
              </a:spcAft>
              <a:buSzPts val="2500"/>
              <a:buNone/>
              <a:defRPr sz="2500"/>
            </a:lvl2pPr>
            <a:lvl3pPr lvl="2" rtl="0" algn="r">
              <a:spcBef>
                <a:spcPts val="0"/>
              </a:spcBef>
              <a:spcAft>
                <a:spcPts val="0"/>
              </a:spcAft>
              <a:buSzPts val="2500"/>
              <a:buNone/>
              <a:defRPr sz="2500"/>
            </a:lvl3pPr>
            <a:lvl4pPr lvl="3" rtl="0" algn="r">
              <a:spcBef>
                <a:spcPts val="0"/>
              </a:spcBef>
              <a:spcAft>
                <a:spcPts val="0"/>
              </a:spcAft>
              <a:buSzPts val="2500"/>
              <a:buNone/>
              <a:defRPr sz="2500"/>
            </a:lvl4pPr>
            <a:lvl5pPr lvl="4" rtl="0" algn="r">
              <a:spcBef>
                <a:spcPts val="0"/>
              </a:spcBef>
              <a:spcAft>
                <a:spcPts val="0"/>
              </a:spcAft>
              <a:buSzPts val="2500"/>
              <a:buNone/>
              <a:defRPr sz="2500"/>
            </a:lvl5pPr>
            <a:lvl6pPr lvl="5" rtl="0" algn="r">
              <a:spcBef>
                <a:spcPts val="0"/>
              </a:spcBef>
              <a:spcAft>
                <a:spcPts val="0"/>
              </a:spcAft>
              <a:buSzPts val="2500"/>
              <a:buNone/>
              <a:defRPr sz="2500"/>
            </a:lvl6pPr>
            <a:lvl7pPr lvl="6" rtl="0" algn="r">
              <a:spcBef>
                <a:spcPts val="0"/>
              </a:spcBef>
              <a:spcAft>
                <a:spcPts val="0"/>
              </a:spcAft>
              <a:buSzPts val="2500"/>
              <a:buNone/>
              <a:defRPr sz="2500"/>
            </a:lvl7pPr>
            <a:lvl8pPr lvl="7" rtl="0" algn="r">
              <a:spcBef>
                <a:spcPts val="0"/>
              </a:spcBef>
              <a:spcAft>
                <a:spcPts val="0"/>
              </a:spcAft>
              <a:buSzPts val="2500"/>
              <a:buNone/>
              <a:defRPr sz="2500"/>
            </a:lvl8pPr>
            <a:lvl9pPr lvl="8" rtl="0" algn="r">
              <a:spcBef>
                <a:spcPts val="0"/>
              </a:spcBef>
              <a:spcAft>
                <a:spcPts val="0"/>
              </a:spcAft>
              <a:buSzPts val="2500"/>
              <a:buNone/>
              <a:defRPr sz="2500"/>
            </a:lvl9pPr>
          </a:lstStyle>
          <a:p/>
        </p:txBody>
      </p:sp>
      <p:sp>
        <p:nvSpPr>
          <p:cNvPr id="358" name="Google Shape;358;p38"/>
          <p:cNvSpPr txBox="1"/>
          <p:nvPr>
            <p:ph idx="5" type="subTitle"/>
          </p:nvPr>
        </p:nvSpPr>
        <p:spPr>
          <a:xfrm>
            <a:off x="971503" y="2135500"/>
            <a:ext cx="2508600" cy="6618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latin typeface="Manrope"/>
                <a:ea typeface="Manrope"/>
                <a:cs typeface="Manrope"/>
                <a:sym typeface="Manrope"/>
              </a:defRPr>
            </a:lvl1pPr>
            <a:lvl2pPr lvl="1" rtl="0" algn="r">
              <a:lnSpc>
                <a:spcPct val="100000"/>
              </a:lnSpc>
              <a:spcBef>
                <a:spcPts val="0"/>
              </a:spcBef>
              <a:spcAft>
                <a:spcPts val="0"/>
              </a:spcAft>
              <a:buSzPts val="1600"/>
              <a:buNone/>
              <a:defRPr/>
            </a:lvl2pPr>
            <a:lvl3pPr lvl="2" rtl="0" algn="r">
              <a:lnSpc>
                <a:spcPct val="100000"/>
              </a:lnSpc>
              <a:spcBef>
                <a:spcPts val="0"/>
              </a:spcBef>
              <a:spcAft>
                <a:spcPts val="0"/>
              </a:spcAft>
              <a:buSzPts val="1600"/>
              <a:buNone/>
              <a:defRPr/>
            </a:lvl3pPr>
            <a:lvl4pPr lvl="3" rtl="0" algn="r">
              <a:lnSpc>
                <a:spcPct val="100000"/>
              </a:lnSpc>
              <a:spcBef>
                <a:spcPts val="0"/>
              </a:spcBef>
              <a:spcAft>
                <a:spcPts val="0"/>
              </a:spcAft>
              <a:buSzPts val="1600"/>
              <a:buNone/>
              <a:defRPr/>
            </a:lvl4pPr>
            <a:lvl5pPr lvl="4" rtl="0" algn="r">
              <a:lnSpc>
                <a:spcPct val="100000"/>
              </a:lnSpc>
              <a:spcBef>
                <a:spcPts val="0"/>
              </a:spcBef>
              <a:spcAft>
                <a:spcPts val="0"/>
              </a:spcAft>
              <a:buSzPts val="1600"/>
              <a:buNone/>
              <a:defRPr/>
            </a:lvl5pPr>
            <a:lvl6pPr lvl="5" rtl="0" algn="r">
              <a:lnSpc>
                <a:spcPct val="100000"/>
              </a:lnSpc>
              <a:spcBef>
                <a:spcPts val="0"/>
              </a:spcBef>
              <a:spcAft>
                <a:spcPts val="0"/>
              </a:spcAft>
              <a:buSzPts val="1600"/>
              <a:buNone/>
              <a:defRPr/>
            </a:lvl6pPr>
            <a:lvl7pPr lvl="6" rtl="0" algn="r">
              <a:lnSpc>
                <a:spcPct val="100000"/>
              </a:lnSpc>
              <a:spcBef>
                <a:spcPts val="0"/>
              </a:spcBef>
              <a:spcAft>
                <a:spcPts val="0"/>
              </a:spcAft>
              <a:buSzPts val="1600"/>
              <a:buNone/>
              <a:defRPr/>
            </a:lvl7pPr>
            <a:lvl8pPr lvl="7" rtl="0" algn="r">
              <a:lnSpc>
                <a:spcPct val="100000"/>
              </a:lnSpc>
              <a:spcBef>
                <a:spcPts val="0"/>
              </a:spcBef>
              <a:spcAft>
                <a:spcPts val="0"/>
              </a:spcAft>
              <a:buSzPts val="1600"/>
              <a:buNone/>
              <a:defRPr/>
            </a:lvl8pPr>
            <a:lvl9pPr lvl="8" rtl="0" algn="r">
              <a:lnSpc>
                <a:spcPct val="100000"/>
              </a:lnSpc>
              <a:spcBef>
                <a:spcPts val="0"/>
              </a:spcBef>
              <a:spcAft>
                <a:spcPts val="0"/>
              </a:spcAft>
              <a:buSzPts val="1600"/>
              <a:buNone/>
              <a:defRPr/>
            </a:lvl9pPr>
          </a:lstStyle>
          <a:p/>
        </p:txBody>
      </p:sp>
      <p:sp>
        <p:nvSpPr>
          <p:cNvPr id="359" name="Google Shape;359;p38"/>
          <p:cNvSpPr txBox="1"/>
          <p:nvPr>
            <p:ph idx="6" type="title"/>
          </p:nvPr>
        </p:nvSpPr>
        <p:spPr>
          <a:xfrm>
            <a:off x="1252726" y="3198000"/>
            <a:ext cx="2227200" cy="487500"/>
          </a:xfrm>
          <a:prstGeom prst="rect">
            <a:avLst/>
          </a:prstGeom>
        </p:spPr>
        <p:txBody>
          <a:bodyPr anchorCtr="0" anchor="b" bIns="91425" lIns="91425" spcFirstLastPara="1" rIns="91425" wrap="square" tIns="91425">
            <a:noAutofit/>
          </a:bodyPr>
          <a:lstStyle>
            <a:lvl1pPr lvl="0" rtl="0" algn="r">
              <a:spcBef>
                <a:spcPts val="0"/>
              </a:spcBef>
              <a:spcAft>
                <a:spcPts val="0"/>
              </a:spcAft>
              <a:buSzPts val="2500"/>
              <a:buNone/>
              <a:defRPr sz="2000">
                <a:latin typeface="Kulim Park"/>
                <a:ea typeface="Kulim Park"/>
                <a:cs typeface="Kulim Park"/>
                <a:sym typeface="Kulim Park"/>
              </a:defRPr>
            </a:lvl1pPr>
            <a:lvl2pPr lvl="1" rtl="0" algn="r">
              <a:spcBef>
                <a:spcPts val="0"/>
              </a:spcBef>
              <a:spcAft>
                <a:spcPts val="0"/>
              </a:spcAft>
              <a:buSzPts val="2500"/>
              <a:buNone/>
              <a:defRPr sz="2500"/>
            </a:lvl2pPr>
            <a:lvl3pPr lvl="2" rtl="0" algn="r">
              <a:spcBef>
                <a:spcPts val="0"/>
              </a:spcBef>
              <a:spcAft>
                <a:spcPts val="0"/>
              </a:spcAft>
              <a:buSzPts val="2500"/>
              <a:buNone/>
              <a:defRPr sz="2500"/>
            </a:lvl3pPr>
            <a:lvl4pPr lvl="3" rtl="0" algn="r">
              <a:spcBef>
                <a:spcPts val="0"/>
              </a:spcBef>
              <a:spcAft>
                <a:spcPts val="0"/>
              </a:spcAft>
              <a:buSzPts val="2500"/>
              <a:buNone/>
              <a:defRPr sz="2500"/>
            </a:lvl4pPr>
            <a:lvl5pPr lvl="4" rtl="0" algn="r">
              <a:spcBef>
                <a:spcPts val="0"/>
              </a:spcBef>
              <a:spcAft>
                <a:spcPts val="0"/>
              </a:spcAft>
              <a:buSzPts val="2500"/>
              <a:buNone/>
              <a:defRPr sz="2500"/>
            </a:lvl5pPr>
            <a:lvl6pPr lvl="5" rtl="0" algn="r">
              <a:spcBef>
                <a:spcPts val="0"/>
              </a:spcBef>
              <a:spcAft>
                <a:spcPts val="0"/>
              </a:spcAft>
              <a:buSzPts val="2500"/>
              <a:buNone/>
              <a:defRPr sz="2500"/>
            </a:lvl6pPr>
            <a:lvl7pPr lvl="6" rtl="0" algn="r">
              <a:spcBef>
                <a:spcPts val="0"/>
              </a:spcBef>
              <a:spcAft>
                <a:spcPts val="0"/>
              </a:spcAft>
              <a:buSzPts val="2500"/>
              <a:buNone/>
              <a:defRPr sz="2500"/>
            </a:lvl7pPr>
            <a:lvl8pPr lvl="7" rtl="0" algn="r">
              <a:spcBef>
                <a:spcPts val="0"/>
              </a:spcBef>
              <a:spcAft>
                <a:spcPts val="0"/>
              </a:spcAft>
              <a:buSzPts val="2500"/>
              <a:buNone/>
              <a:defRPr sz="2500"/>
            </a:lvl8pPr>
            <a:lvl9pPr lvl="8" rtl="0" algn="r">
              <a:spcBef>
                <a:spcPts val="0"/>
              </a:spcBef>
              <a:spcAft>
                <a:spcPts val="0"/>
              </a:spcAft>
              <a:buSzPts val="2500"/>
              <a:buNone/>
              <a:defRPr sz="2500"/>
            </a:lvl9pPr>
          </a:lstStyle>
          <a:p/>
        </p:txBody>
      </p:sp>
      <p:sp>
        <p:nvSpPr>
          <p:cNvPr id="360" name="Google Shape;360;p38"/>
          <p:cNvSpPr txBox="1"/>
          <p:nvPr>
            <p:ph idx="7" type="subTitle"/>
          </p:nvPr>
        </p:nvSpPr>
        <p:spPr>
          <a:xfrm>
            <a:off x="971475" y="3629875"/>
            <a:ext cx="2508600" cy="6618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latin typeface="Manrope"/>
                <a:ea typeface="Manrope"/>
                <a:cs typeface="Manrope"/>
                <a:sym typeface="Manrope"/>
              </a:defRPr>
            </a:lvl1pPr>
            <a:lvl2pPr lvl="1" rtl="0" algn="r">
              <a:lnSpc>
                <a:spcPct val="100000"/>
              </a:lnSpc>
              <a:spcBef>
                <a:spcPts val="0"/>
              </a:spcBef>
              <a:spcAft>
                <a:spcPts val="0"/>
              </a:spcAft>
              <a:buSzPts val="1600"/>
              <a:buNone/>
              <a:defRPr/>
            </a:lvl2pPr>
            <a:lvl3pPr lvl="2" rtl="0" algn="r">
              <a:lnSpc>
                <a:spcPct val="100000"/>
              </a:lnSpc>
              <a:spcBef>
                <a:spcPts val="0"/>
              </a:spcBef>
              <a:spcAft>
                <a:spcPts val="0"/>
              </a:spcAft>
              <a:buSzPts val="1600"/>
              <a:buNone/>
              <a:defRPr/>
            </a:lvl3pPr>
            <a:lvl4pPr lvl="3" rtl="0" algn="r">
              <a:lnSpc>
                <a:spcPct val="100000"/>
              </a:lnSpc>
              <a:spcBef>
                <a:spcPts val="0"/>
              </a:spcBef>
              <a:spcAft>
                <a:spcPts val="0"/>
              </a:spcAft>
              <a:buSzPts val="1600"/>
              <a:buNone/>
              <a:defRPr/>
            </a:lvl4pPr>
            <a:lvl5pPr lvl="4" rtl="0" algn="r">
              <a:lnSpc>
                <a:spcPct val="100000"/>
              </a:lnSpc>
              <a:spcBef>
                <a:spcPts val="0"/>
              </a:spcBef>
              <a:spcAft>
                <a:spcPts val="0"/>
              </a:spcAft>
              <a:buSzPts val="1600"/>
              <a:buNone/>
              <a:defRPr/>
            </a:lvl5pPr>
            <a:lvl6pPr lvl="5" rtl="0" algn="r">
              <a:lnSpc>
                <a:spcPct val="100000"/>
              </a:lnSpc>
              <a:spcBef>
                <a:spcPts val="0"/>
              </a:spcBef>
              <a:spcAft>
                <a:spcPts val="0"/>
              </a:spcAft>
              <a:buSzPts val="1600"/>
              <a:buNone/>
              <a:defRPr/>
            </a:lvl6pPr>
            <a:lvl7pPr lvl="6" rtl="0" algn="r">
              <a:lnSpc>
                <a:spcPct val="100000"/>
              </a:lnSpc>
              <a:spcBef>
                <a:spcPts val="0"/>
              </a:spcBef>
              <a:spcAft>
                <a:spcPts val="0"/>
              </a:spcAft>
              <a:buSzPts val="1600"/>
              <a:buNone/>
              <a:defRPr/>
            </a:lvl7pPr>
            <a:lvl8pPr lvl="7" rtl="0" algn="r">
              <a:lnSpc>
                <a:spcPct val="100000"/>
              </a:lnSpc>
              <a:spcBef>
                <a:spcPts val="0"/>
              </a:spcBef>
              <a:spcAft>
                <a:spcPts val="0"/>
              </a:spcAft>
              <a:buSzPts val="1600"/>
              <a:buNone/>
              <a:defRPr/>
            </a:lvl8pPr>
            <a:lvl9pPr lvl="8" rtl="0" algn="r">
              <a:lnSpc>
                <a:spcPct val="100000"/>
              </a:lnSpc>
              <a:spcBef>
                <a:spcPts val="0"/>
              </a:spcBef>
              <a:spcAft>
                <a:spcPts val="0"/>
              </a:spcAft>
              <a:buSzPts val="1600"/>
              <a:buNone/>
              <a:defRPr/>
            </a:lvl9pPr>
          </a:lstStyle>
          <a:p/>
        </p:txBody>
      </p:sp>
      <p:sp>
        <p:nvSpPr>
          <p:cNvPr id="361" name="Google Shape;361;p38"/>
          <p:cNvSpPr txBox="1"/>
          <p:nvPr>
            <p:ph idx="8" type="title"/>
          </p:nvPr>
        </p:nvSpPr>
        <p:spPr>
          <a:xfrm flipH="1">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1">
  <p:cSld name="CUSTOM_5_1">
    <p:spTree>
      <p:nvGrpSpPr>
        <p:cNvPr id="362" name="Shape 362"/>
        <p:cNvGrpSpPr/>
        <p:nvPr/>
      </p:nvGrpSpPr>
      <p:grpSpPr>
        <a:xfrm>
          <a:off x="0" y="0"/>
          <a:ext cx="0" cy="0"/>
          <a:chOff x="0" y="0"/>
          <a:chExt cx="0" cy="0"/>
        </a:xfrm>
      </p:grpSpPr>
      <p:sp>
        <p:nvSpPr>
          <p:cNvPr id="363" name="Google Shape;363;p39"/>
          <p:cNvSpPr/>
          <p:nvPr/>
        </p:nvSpPr>
        <p:spPr>
          <a:xfrm flipH="1" rot="3394465">
            <a:off x="5593334" y="2171418"/>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2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39"/>
          <p:cNvSpPr/>
          <p:nvPr/>
        </p:nvSpPr>
        <p:spPr>
          <a:xfrm rot="-10285603">
            <a:off x="5869521" y="-2917283"/>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39"/>
          <p:cNvSpPr txBox="1"/>
          <p:nvPr>
            <p:ph type="title"/>
          </p:nvPr>
        </p:nvSpPr>
        <p:spPr>
          <a:xfrm flipH="1">
            <a:off x="3993600" y="437700"/>
            <a:ext cx="4410900" cy="657900"/>
          </a:xfrm>
          <a:prstGeom prst="rect">
            <a:avLst/>
          </a:prstGeom>
          <a:noFill/>
          <a:ln>
            <a:noFill/>
          </a:ln>
        </p:spPr>
        <p:txBody>
          <a:bodyPr anchorCtr="0" anchor="ctr" bIns="91425" lIns="91425" spcFirstLastPara="1" rIns="91425" wrap="square" tIns="91425">
            <a:noAutofit/>
          </a:bodyPr>
          <a:lstStyle>
            <a:lvl1pPr lvl="0" rtl="0" algn="l">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366" name="Google Shape;366;p39"/>
          <p:cNvSpPr txBox="1"/>
          <p:nvPr>
            <p:ph idx="2" type="title"/>
          </p:nvPr>
        </p:nvSpPr>
        <p:spPr>
          <a:xfrm>
            <a:off x="4157088" y="2211700"/>
            <a:ext cx="1454400" cy="929700"/>
          </a:xfrm>
          <a:prstGeom prst="rect">
            <a:avLst/>
          </a:prstGeom>
        </p:spPr>
        <p:txBody>
          <a:bodyPr anchorCtr="0" anchor="t" bIns="91425" lIns="91425" spcFirstLastPara="1" rIns="91425" wrap="square" tIns="91425">
            <a:noAutofit/>
          </a:bodyPr>
          <a:lstStyle>
            <a:lvl1pPr lvl="0" rtl="0" algn="r">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367" name="Google Shape;367;p39"/>
          <p:cNvSpPr txBox="1"/>
          <p:nvPr>
            <p:ph idx="1" type="subTitle"/>
          </p:nvPr>
        </p:nvSpPr>
        <p:spPr>
          <a:xfrm>
            <a:off x="5964350" y="2211700"/>
            <a:ext cx="2440500" cy="929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368" name="Google Shape;368;p39"/>
          <p:cNvSpPr txBox="1"/>
          <p:nvPr>
            <p:ph idx="3" type="title"/>
          </p:nvPr>
        </p:nvSpPr>
        <p:spPr>
          <a:xfrm>
            <a:off x="4157088" y="3465525"/>
            <a:ext cx="1454400" cy="929700"/>
          </a:xfrm>
          <a:prstGeom prst="rect">
            <a:avLst/>
          </a:prstGeom>
        </p:spPr>
        <p:txBody>
          <a:bodyPr anchorCtr="0" anchor="t" bIns="91425" lIns="91425" spcFirstLastPara="1" rIns="91425" wrap="square" tIns="91425">
            <a:noAutofit/>
          </a:bodyPr>
          <a:lstStyle>
            <a:lvl1pPr lvl="0" rtl="0" algn="r">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369" name="Google Shape;369;p39"/>
          <p:cNvSpPr txBox="1"/>
          <p:nvPr>
            <p:ph idx="4" type="subTitle"/>
          </p:nvPr>
        </p:nvSpPr>
        <p:spPr>
          <a:xfrm>
            <a:off x="5964350" y="3465525"/>
            <a:ext cx="2440500" cy="929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2">
  <p:cSld name="CUSTOM_24">
    <p:spTree>
      <p:nvGrpSpPr>
        <p:cNvPr id="370" name="Shape 370"/>
        <p:cNvGrpSpPr/>
        <p:nvPr/>
      </p:nvGrpSpPr>
      <p:grpSpPr>
        <a:xfrm>
          <a:off x="0" y="0"/>
          <a:ext cx="0" cy="0"/>
          <a:chOff x="0" y="0"/>
          <a:chExt cx="0" cy="0"/>
        </a:xfrm>
      </p:grpSpPr>
      <p:sp>
        <p:nvSpPr>
          <p:cNvPr id="371" name="Google Shape;371;p40"/>
          <p:cNvSpPr/>
          <p:nvPr/>
        </p:nvSpPr>
        <p:spPr>
          <a:xfrm rot="-4102360">
            <a:off x="4113422" y="4765435"/>
            <a:ext cx="7471578" cy="477174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40"/>
          <p:cNvSpPr/>
          <p:nvPr/>
        </p:nvSpPr>
        <p:spPr>
          <a:xfrm flipH="1" rot="-813319">
            <a:off x="7043160" y="-1608948"/>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6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40"/>
          <p:cNvSpPr/>
          <p:nvPr/>
        </p:nvSpPr>
        <p:spPr>
          <a:xfrm rot="-3394465">
            <a:off x="-4084285" y="3360168"/>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2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40"/>
          <p:cNvSpPr/>
          <p:nvPr/>
        </p:nvSpPr>
        <p:spPr>
          <a:xfrm flipH="1" rot="10285603">
            <a:off x="-4881689" y="-1508408"/>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40"/>
          <p:cNvSpPr/>
          <p:nvPr/>
        </p:nvSpPr>
        <p:spPr>
          <a:xfrm flipH="1" rot="6738480">
            <a:off x="5484634" y="1473878"/>
            <a:ext cx="7826261" cy="287791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40"/>
          <p:cNvSpPr txBox="1"/>
          <p:nvPr>
            <p:ph type="title"/>
          </p:nvPr>
        </p:nvSpPr>
        <p:spPr>
          <a:xfrm>
            <a:off x="4633263" y="2692525"/>
            <a:ext cx="17886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377" name="Google Shape;377;p40"/>
          <p:cNvSpPr txBox="1"/>
          <p:nvPr>
            <p:ph idx="1" type="subTitle"/>
          </p:nvPr>
        </p:nvSpPr>
        <p:spPr>
          <a:xfrm>
            <a:off x="4633297" y="3124400"/>
            <a:ext cx="1788600" cy="844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378" name="Google Shape;378;p40"/>
          <p:cNvSpPr txBox="1"/>
          <p:nvPr>
            <p:ph idx="2" type="title"/>
          </p:nvPr>
        </p:nvSpPr>
        <p:spPr>
          <a:xfrm>
            <a:off x="6544613" y="2692525"/>
            <a:ext cx="17886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379" name="Google Shape;379;p40"/>
          <p:cNvSpPr txBox="1"/>
          <p:nvPr>
            <p:ph idx="3" type="subTitle"/>
          </p:nvPr>
        </p:nvSpPr>
        <p:spPr>
          <a:xfrm>
            <a:off x="6544625" y="3124400"/>
            <a:ext cx="1788600" cy="844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380" name="Google Shape;380;p40"/>
          <p:cNvSpPr txBox="1"/>
          <p:nvPr>
            <p:ph idx="4" type="title"/>
          </p:nvPr>
        </p:nvSpPr>
        <p:spPr>
          <a:xfrm>
            <a:off x="2721863" y="2692525"/>
            <a:ext cx="17886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r">
              <a:spcBef>
                <a:spcPts val="0"/>
              </a:spcBef>
              <a:spcAft>
                <a:spcPts val="0"/>
              </a:spcAft>
              <a:buSzPts val="2500"/>
              <a:buNone/>
              <a:defRPr sz="2500"/>
            </a:lvl2pPr>
            <a:lvl3pPr lvl="2" rtl="0" algn="r">
              <a:spcBef>
                <a:spcPts val="0"/>
              </a:spcBef>
              <a:spcAft>
                <a:spcPts val="0"/>
              </a:spcAft>
              <a:buSzPts val="2500"/>
              <a:buNone/>
              <a:defRPr sz="2500"/>
            </a:lvl3pPr>
            <a:lvl4pPr lvl="3" rtl="0" algn="r">
              <a:spcBef>
                <a:spcPts val="0"/>
              </a:spcBef>
              <a:spcAft>
                <a:spcPts val="0"/>
              </a:spcAft>
              <a:buSzPts val="2500"/>
              <a:buNone/>
              <a:defRPr sz="2500"/>
            </a:lvl4pPr>
            <a:lvl5pPr lvl="4" rtl="0" algn="r">
              <a:spcBef>
                <a:spcPts val="0"/>
              </a:spcBef>
              <a:spcAft>
                <a:spcPts val="0"/>
              </a:spcAft>
              <a:buSzPts val="2500"/>
              <a:buNone/>
              <a:defRPr sz="2500"/>
            </a:lvl5pPr>
            <a:lvl6pPr lvl="5" rtl="0" algn="r">
              <a:spcBef>
                <a:spcPts val="0"/>
              </a:spcBef>
              <a:spcAft>
                <a:spcPts val="0"/>
              </a:spcAft>
              <a:buSzPts val="2500"/>
              <a:buNone/>
              <a:defRPr sz="2500"/>
            </a:lvl6pPr>
            <a:lvl7pPr lvl="6" rtl="0" algn="r">
              <a:spcBef>
                <a:spcPts val="0"/>
              </a:spcBef>
              <a:spcAft>
                <a:spcPts val="0"/>
              </a:spcAft>
              <a:buSzPts val="2500"/>
              <a:buNone/>
              <a:defRPr sz="2500"/>
            </a:lvl7pPr>
            <a:lvl8pPr lvl="7" rtl="0" algn="r">
              <a:spcBef>
                <a:spcPts val="0"/>
              </a:spcBef>
              <a:spcAft>
                <a:spcPts val="0"/>
              </a:spcAft>
              <a:buSzPts val="2500"/>
              <a:buNone/>
              <a:defRPr sz="2500"/>
            </a:lvl8pPr>
            <a:lvl9pPr lvl="8" rtl="0" algn="r">
              <a:spcBef>
                <a:spcPts val="0"/>
              </a:spcBef>
              <a:spcAft>
                <a:spcPts val="0"/>
              </a:spcAft>
              <a:buSzPts val="2500"/>
              <a:buNone/>
              <a:defRPr sz="2500"/>
            </a:lvl9pPr>
          </a:lstStyle>
          <a:p/>
        </p:txBody>
      </p:sp>
      <p:sp>
        <p:nvSpPr>
          <p:cNvPr id="381" name="Google Shape;381;p40"/>
          <p:cNvSpPr txBox="1"/>
          <p:nvPr>
            <p:ph idx="5" type="subTitle"/>
          </p:nvPr>
        </p:nvSpPr>
        <p:spPr>
          <a:xfrm>
            <a:off x="2722019" y="3124400"/>
            <a:ext cx="1788600" cy="844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r">
              <a:lnSpc>
                <a:spcPct val="100000"/>
              </a:lnSpc>
              <a:spcBef>
                <a:spcPts val="0"/>
              </a:spcBef>
              <a:spcAft>
                <a:spcPts val="0"/>
              </a:spcAft>
              <a:buSzPts val="1600"/>
              <a:buNone/>
              <a:defRPr/>
            </a:lvl2pPr>
            <a:lvl3pPr lvl="2" rtl="0" algn="r">
              <a:lnSpc>
                <a:spcPct val="100000"/>
              </a:lnSpc>
              <a:spcBef>
                <a:spcPts val="0"/>
              </a:spcBef>
              <a:spcAft>
                <a:spcPts val="0"/>
              </a:spcAft>
              <a:buSzPts val="1600"/>
              <a:buNone/>
              <a:defRPr/>
            </a:lvl3pPr>
            <a:lvl4pPr lvl="3" rtl="0" algn="r">
              <a:lnSpc>
                <a:spcPct val="100000"/>
              </a:lnSpc>
              <a:spcBef>
                <a:spcPts val="0"/>
              </a:spcBef>
              <a:spcAft>
                <a:spcPts val="0"/>
              </a:spcAft>
              <a:buSzPts val="1600"/>
              <a:buNone/>
              <a:defRPr/>
            </a:lvl4pPr>
            <a:lvl5pPr lvl="4" rtl="0" algn="r">
              <a:lnSpc>
                <a:spcPct val="100000"/>
              </a:lnSpc>
              <a:spcBef>
                <a:spcPts val="0"/>
              </a:spcBef>
              <a:spcAft>
                <a:spcPts val="0"/>
              </a:spcAft>
              <a:buSzPts val="1600"/>
              <a:buNone/>
              <a:defRPr/>
            </a:lvl5pPr>
            <a:lvl6pPr lvl="5" rtl="0" algn="r">
              <a:lnSpc>
                <a:spcPct val="100000"/>
              </a:lnSpc>
              <a:spcBef>
                <a:spcPts val="0"/>
              </a:spcBef>
              <a:spcAft>
                <a:spcPts val="0"/>
              </a:spcAft>
              <a:buSzPts val="1600"/>
              <a:buNone/>
              <a:defRPr/>
            </a:lvl6pPr>
            <a:lvl7pPr lvl="6" rtl="0" algn="r">
              <a:lnSpc>
                <a:spcPct val="100000"/>
              </a:lnSpc>
              <a:spcBef>
                <a:spcPts val="0"/>
              </a:spcBef>
              <a:spcAft>
                <a:spcPts val="0"/>
              </a:spcAft>
              <a:buSzPts val="1600"/>
              <a:buNone/>
              <a:defRPr/>
            </a:lvl7pPr>
            <a:lvl8pPr lvl="7" rtl="0" algn="r">
              <a:lnSpc>
                <a:spcPct val="100000"/>
              </a:lnSpc>
              <a:spcBef>
                <a:spcPts val="0"/>
              </a:spcBef>
              <a:spcAft>
                <a:spcPts val="0"/>
              </a:spcAft>
              <a:buSzPts val="1600"/>
              <a:buNone/>
              <a:defRPr/>
            </a:lvl8pPr>
            <a:lvl9pPr lvl="8" rtl="0" algn="r">
              <a:lnSpc>
                <a:spcPct val="100000"/>
              </a:lnSpc>
              <a:spcBef>
                <a:spcPts val="0"/>
              </a:spcBef>
              <a:spcAft>
                <a:spcPts val="0"/>
              </a:spcAft>
              <a:buSzPts val="1600"/>
              <a:buNone/>
              <a:defRPr/>
            </a:lvl9pPr>
          </a:lstStyle>
          <a:p/>
        </p:txBody>
      </p:sp>
      <p:sp>
        <p:nvSpPr>
          <p:cNvPr id="382" name="Google Shape;382;p40"/>
          <p:cNvSpPr txBox="1"/>
          <p:nvPr>
            <p:ph idx="6" type="title"/>
          </p:nvPr>
        </p:nvSpPr>
        <p:spPr>
          <a:xfrm>
            <a:off x="810613" y="2692525"/>
            <a:ext cx="17886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lgn="r">
              <a:spcBef>
                <a:spcPts val="0"/>
              </a:spcBef>
              <a:spcAft>
                <a:spcPts val="0"/>
              </a:spcAft>
              <a:buSzPts val="2500"/>
              <a:buNone/>
              <a:defRPr sz="2500"/>
            </a:lvl2pPr>
            <a:lvl3pPr lvl="2" rtl="0" algn="r">
              <a:spcBef>
                <a:spcPts val="0"/>
              </a:spcBef>
              <a:spcAft>
                <a:spcPts val="0"/>
              </a:spcAft>
              <a:buSzPts val="2500"/>
              <a:buNone/>
              <a:defRPr sz="2500"/>
            </a:lvl3pPr>
            <a:lvl4pPr lvl="3" rtl="0" algn="r">
              <a:spcBef>
                <a:spcPts val="0"/>
              </a:spcBef>
              <a:spcAft>
                <a:spcPts val="0"/>
              </a:spcAft>
              <a:buSzPts val="2500"/>
              <a:buNone/>
              <a:defRPr sz="2500"/>
            </a:lvl4pPr>
            <a:lvl5pPr lvl="4" rtl="0" algn="r">
              <a:spcBef>
                <a:spcPts val="0"/>
              </a:spcBef>
              <a:spcAft>
                <a:spcPts val="0"/>
              </a:spcAft>
              <a:buSzPts val="2500"/>
              <a:buNone/>
              <a:defRPr sz="2500"/>
            </a:lvl5pPr>
            <a:lvl6pPr lvl="5" rtl="0" algn="r">
              <a:spcBef>
                <a:spcPts val="0"/>
              </a:spcBef>
              <a:spcAft>
                <a:spcPts val="0"/>
              </a:spcAft>
              <a:buSzPts val="2500"/>
              <a:buNone/>
              <a:defRPr sz="2500"/>
            </a:lvl6pPr>
            <a:lvl7pPr lvl="6" rtl="0" algn="r">
              <a:spcBef>
                <a:spcPts val="0"/>
              </a:spcBef>
              <a:spcAft>
                <a:spcPts val="0"/>
              </a:spcAft>
              <a:buSzPts val="2500"/>
              <a:buNone/>
              <a:defRPr sz="2500"/>
            </a:lvl7pPr>
            <a:lvl8pPr lvl="7" rtl="0" algn="r">
              <a:spcBef>
                <a:spcPts val="0"/>
              </a:spcBef>
              <a:spcAft>
                <a:spcPts val="0"/>
              </a:spcAft>
              <a:buSzPts val="2500"/>
              <a:buNone/>
              <a:defRPr sz="2500"/>
            </a:lvl8pPr>
            <a:lvl9pPr lvl="8" rtl="0" algn="r">
              <a:spcBef>
                <a:spcPts val="0"/>
              </a:spcBef>
              <a:spcAft>
                <a:spcPts val="0"/>
              </a:spcAft>
              <a:buSzPts val="2500"/>
              <a:buNone/>
              <a:defRPr sz="2500"/>
            </a:lvl9pPr>
          </a:lstStyle>
          <a:p/>
        </p:txBody>
      </p:sp>
      <p:sp>
        <p:nvSpPr>
          <p:cNvPr id="383" name="Google Shape;383;p40"/>
          <p:cNvSpPr txBox="1"/>
          <p:nvPr>
            <p:ph idx="7" type="subTitle"/>
          </p:nvPr>
        </p:nvSpPr>
        <p:spPr>
          <a:xfrm>
            <a:off x="810750" y="3124400"/>
            <a:ext cx="1788600" cy="844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gn="r">
              <a:lnSpc>
                <a:spcPct val="100000"/>
              </a:lnSpc>
              <a:spcBef>
                <a:spcPts val="0"/>
              </a:spcBef>
              <a:spcAft>
                <a:spcPts val="0"/>
              </a:spcAft>
              <a:buSzPts val="1600"/>
              <a:buNone/>
              <a:defRPr/>
            </a:lvl2pPr>
            <a:lvl3pPr lvl="2" rtl="0" algn="r">
              <a:lnSpc>
                <a:spcPct val="100000"/>
              </a:lnSpc>
              <a:spcBef>
                <a:spcPts val="0"/>
              </a:spcBef>
              <a:spcAft>
                <a:spcPts val="0"/>
              </a:spcAft>
              <a:buSzPts val="1600"/>
              <a:buNone/>
              <a:defRPr/>
            </a:lvl3pPr>
            <a:lvl4pPr lvl="3" rtl="0" algn="r">
              <a:lnSpc>
                <a:spcPct val="100000"/>
              </a:lnSpc>
              <a:spcBef>
                <a:spcPts val="0"/>
              </a:spcBef>
              <a:spcAft>
                <a:spcPts val="0"/>
              </a:spcAft>
              <a:buSzPts val="1600"/>
              <a:buNone/>
              <a:defRPr/>
            </a:lvl4pPr>
            <a:lvl5pPr lvl="4" rtl="0" algn="r">
              <a:lnSpc>
                <a:spcPct val="100000"/>
              </a:lnSpc>
              <a:spcBef>
                <a:spcPts val="0"/>
              </a:spcBef>
              <a:spcAft>
                <a:spcPts val="0"/>
              </a:spcAft>
              <a:buSzPts val="1600"/>
              <a:buNone/>
              <a:defRPr/>
            </a:lvl5pPr>
            <a:lvl6pPr lvl="5" rtl="0" algn="r">
              <a:lnSpc>
                <a:spcPct val="100000"/>
              </a:lnSpc>
              <a:spcBef>
                <a:spcPts val="0"/>
              </a:spcBef>
              <a:spcAft>
                <a:spcPts val="0"/>
              </a:spcAft>
              <a:buSzPts val="1600"/>
              <a:buNone/>
              <a:defRPr/>
            </a:lvl6pPr>
            <a:lvl7pPr lvl="6" rtl="0" algn="r">
              <a:lnSpc>
                <a:spcPct val="100000"/>
              </a:lnSpc>
              <a:spcBef>
                <a:spcPts val="0"/>
              </a:spcBef>
              <a:spcAft>
                <a:spcPts val="0"/>
              </a:spcAft>
              <a:buSzPts val="1600"/>
              <a:buNone/>
              <a:defRPr/>
            </a:lvl7pPr>
            <a:lvl8pPr lvl="7" rtl="0" algn="r">
              <a:lnSpc>
                <a:spcPct val="100000"/>
              </a:lnSpc>
              <a:spcBef>
                <a:spcPts val="0"/>
              </a:spcBef>
              <a:spcAft>
                <a:spcPts val="0"/>
              </a:spcAft>
              <a:buSzPts val="1600"/>
              <a:buNone/>
              <a:defRPr/>
            </a:lvl8pPr>
            <a:lvl9pPr lvl="8" rtl="0" algn="r">
              <a:lnSpc>
                <a:spcPct val="100000"/>
              </a:lnSpc>
              <a:spcBef>
                <a:spcPts val="0"/>
              </a:spcBef>
              <a:spcAft>
                <a:spcPts val="0"/>
              </a:spcAft>
              <a:buSzPts val="1600"/>
              <a:buNone/>
              <a:defRPr/>
            </a:lvl9pPr>
          </a:lstStyle>
          <a:p/>
        </p:txBody>
      </p:sp>
      <p:sp>
        <p:nvSpPr>
          <p:cNvPr id="384" name="Google Shape;384;p40"/>
          <p:cNvSpPr txBox="1"/>
          <p:nvPr>
            <p:ph idx="8" type="title"/>
          </p:nvPr>
        </p:nvSpPr>
        <p:spPr>
          <a:xfrm flipH="1">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7">
    <p:spTree>
      <p:nvGrpSpPr>
        <p:cNvPr id="385" name="Shape 385"/>
        <p:cNvGrpSpPr/>
        <p:nvPr/>
      </p:nvGrpSpPr>
      <p:grpSpPr>
        <a:xfrm>
          <a:off x="0" y="0"/>
          <a:ext cx="0" cy="0"/>
          <a:chOff x="0" y="0"/>
          <a:chExt cx="0" cy="0"/>
        </a:xfrm>
      </p:grpSpPr>
      <p:sp>
        <p:nvSpPr>
          <p:cNvPr id="386" name="Google Shape;386;p41"/>
          <p:cNvSpPr/>
          <p:nvPr/>
        </p:nvSpPr>
        <p:spPr>
          <a:xfrm rot="-10285629">
            <a:off x="6057524" y="-2124373"/>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41"/>
          <p:cNvSpPr/>
          <p:nvPr/>
        </p:nvSpPr>
        <p:spPr>
          <a:xfrm flipH="1">
            <a:off x="7942003" y="1004988"/>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41"/>
          <p:cNvSpPr/>
          <p:nvPr/>
        </p:nvSpPr>
        <p:spPr>
          <a:xfrm rot="2839443">
            <a:off x="-308418" y="2442034"/>
            <a:ext cx="6402141" cy="5689181"/>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41"/>
          <p:cNvSpPr/>
          <p:nvPr/>
        </p:nvSpPr>
        <p:spPr>
          <a:xfrm rot="9405665">
            <a:off x="-5036390" y="1932081"/>
            <a:ext cx="7310152" cy="6849835"/>
          </a:xfrm>
          <a:custGeom>
            <a:rect b="b" l="l" r="r" t="t"/>
            <a:pathLst>
              <a:path extrusionOk="0" h="87424" w="93299">
                <a:moveTo>
                  <a:pt x="34162" y="1"/>
                </a:moveTo>
                <a:cubicBezTo>
                  <a:pt x="24245" y="1"/>
                  <a:pt x="25039" y="12520"/>
                  <a:pt x="13717" y="17147"/>
                </a:cubicBezTo>
                <a:cubicBezTo>
                  <a:pt x="1" y="22753"/>
                  <a:pt x="25599" y="33483"/>
                  <a:pt x="18923" y="50349"/>
                </a:cubicBezTo>
                <a:cubicBezTo>
                  <a:pt x="13077" y="65115"/>
                  <a:pt x="23069" y="87424"/>
                  <a:pt x="32143" y="87424"/>
                </a:cubicBezTo>
                <a:cubicBezTo>
                  <a:pt x="33432" y="87424"/>
                  <a:pt x="34703" y="86974"/>
                  <a:pt x="35906" y="85988"/>
                </a:cubicBezTo>
                <a:cubicBezTo>
                  <a:pt x="38841" y="83585"/>
                  <a:pt x="41192" y="82952"/>
                  <a:pt x="43240" y="82952"/>
                </a:cubicBezTo>
                <a:cubicBezTo>
                  <a:pt x="45526" y="82952"/>
                  <a:pt x="47435" y="83741"/>
                  <a:pt x="49356" y="83741"/>
                </a:cubicBezTo>
                <a:cubicBezTo>
                  <a:pt x="51391" y="83741"/>
                  <a:pt x="53441" y="82856"/>
                  <a:pt x="55968" y="79208"/>
                </a:cubicBezTo>
                <a:cubicBezTo>
                  <a:pt x="79663" y="45004"/>
                  <a:pt x="87416" y="44135"/>
                  <a:pt x="87416" y="44135"/>
                </a:cubicBezTo>
                <a:cubicBezTo>
                  <a:pt x="93298" y="21497"/>
                  <a:pt x="60858" y="9397"/>
                  <a:pt x="42111" y="1875"/>
                </a:cubicBezTo>
                <a:cubicBezTo>
                  <a:pt x="38838" y="561"/>
                  <a:pt x="36260" y="1"/>
                  <a:pt x="34162" y="1"/>
                </a:cubicBezTo>
                <a:close/>
              </a:path>
            </a:pathLst>
          </a:custGeom>
          <a:solidFill>
            <a:schemeClr val="accent3">
              <a:alpha val="335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41"/>
          <p:cNvSpPr/>
          <p:nvPr/>
        </p:nvSpPr>
        <p:spPr>
          <a:xfrm rot="-1478505">
            <a:off x="-435239" y="-2304911"/>
            <a:ext cx="7826136" cy="2877871"/>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41"/>
          <p:cNvSpPr/>
          <p:nvPr/>
        </p:nvSpPr>
        <p:spPr>
          <a:xfrm flipH="1" rot="9555841">
            <a:off x="8042252" y="1808506"/>
            <a:ext cx="8200942" cy="301569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41"/>
          <p:cNvSpPr txBox="1"/>
          <p:nvPr>
            <p:ph type="title"/>
          </p:nvPr>
        </p:nvSpPr>
        <p:spPr>
          <a:xfrm>
            <a:off x="1465625" y="1627425"/>
            <a:ext cx="2746500" cy="4602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393" name="Google Shape;393;p41"/>
          <p:cNvSpPr txBox="1"/>
          <p:nvPr>
            <p:ph idx="1" type="subTitle"/>
          </p:nvPr>
        </p:nvSpPr>
        <p:spPr>
          <a:xfrm>
            <a:off x="1465675" y="2087600"/>
            <a:ext cx="2746500" cy="460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394" name="Google Shape;394;p41"/>
          <p:cNvSpPr txBox="1"/>
          <p:nvPr>
            <p:ph idx="2" type="title"/>
          </p:nvPr>
        </p:nvSpPr>
        <p:spPr>
          <a:xfrm>
            <a:off x="1465625" y="2665450"/>
            <a:ext cx="2746500" cy="4602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395" name="Google Shape;395;p41"/>
          <p:cNvSpPr txBox="1"/>
          <p:nvPr>
            <p:ph idx="3" type="subTitle"/>
          </p:nvPr>
        </p:nvSpPr>
        <p:spPr>
          <a:xfrm>
            <a:off x="1465675" y="3124625"/>
            <a:ext cx="2746500" cy="460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396" name="Google Shape;396;p41"/>
          <p:cNvSpPr txBox="1"/>
          <p:nvPr>
            <p:ph idx="4" type="title"/>
          </p:nvPr>
        </p:nvSpPr>
        <p:spPr>
          <a:xfrm>
            <a:off x="1465625" y="3703475"/>
            <a:ext cx="2746500" cy="4602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397" name="Google Shape;397;p41"/>
          <p:cNvSpPr txBox="1"/>
          <p:nvPr>
            <p:ph idx="5" type="subTitle"/>
          </p:nvPr>
        </p:nvSpPr>
        <p:spPr>
          <a:xfrm>
            <a:off x="1465675" y="4162650"/>
            <a:ext cx="2746500" cy="460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398" name="Google Shape;398;p41"/>
          <p:cNvSpPr txBox="1"/>
          <p:nvPr>
            <p:ph idx="6" type="title"/>
          </p:nvPr>
        </p:nvSpPr>
        <p:spPr>
          <a:xfrm>
            <a:off x="5348850" y="1627425"/>
            <a:ext cx="2746500" cy="4602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399" name="Google Shape;399;p41"/>
          <p:cNvSpPr txBox="1"/>
          <p:nvPr>
            <p:ph idx="7" type="subTitle"/>
          </p:nvPr>
        </p:nvSpPr>
        <p:spPr>
          <a:xfrm>
            <a:off x="5348900" y="2087600"/>
            <a:ext cx="2746500" cy="460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400" name="Google Shape;400;p41"/>
          <p:cNvSpPr txBox="1"/>
          <p:nvPr>
            <p:ph idx="8" type="title"/>
          </p:nvPr>
        </p:nvSpPr>
        <p:spPr>
          <a:xfrm>
            <a:off x="5348850" y="2665450"/>
            <a:ext cx="2746500" cy="4602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401" name="Google Shape;401;p41"/>
          <p:cNvSpPr txBox="1"/>
          <p:nvPr>
            <p:ph idx="9" type="subTitle"/>
          </p:nvPr>
        </p:nvSpPr>
        <p:spPr>
          <a:xfrm>
            <a:off x="5348900" y="3124625"/>
            <a:ext cx="2746500" cy="460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402" name="Google Shape;402;p41"/>
          <p:cNvSpPr txBox="1"/>
          <p:nvPr>
            <p:ph idx="13" type="title"/>
          </p:nvPr>
        </p:nvSpPr>
        <p:spPr>
          <a:xfrm>
            <a:off x="5348850" y="3703475"/>
            <a:ext cx="2746500" cy="4602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403" name="Google Shape;403;p41"/>
          <p:cNvSpPr txBox="1"/>
          <p:nvPr>
            <p:ph idx="14" type="subTitle"/>
          </p:nvPr>
        </p:nvSpPr>
        <p:spPr>
          <a:xfrm>
            <a:off x="5348900" y="4162650"/>
            <a:ext cx="2746500" cy="460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404" name="Google Shape;404;p41"/>
          <p:cNvSpPr txBox="1"/>
          <p:nvPr>
            <p:ph idx="15" type="title"/>
          </p:nvPr>
        </p:nvSpPr>
        <p:spPr>
          <a:xfrm>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1">
  <p:cSld name="CUSTOM_7_1">
    <p:spTree>
      <p:nvGrpSpPr>
        <p:cNvPr id="405" name="Shape 405"/>
        <p:cNvGrpSpPr/>
        <p:nvPr/>
      </p:nvGrpSpPr>
      <p:grpSpPr>
        <a:xfrm>
          <a:off x="0" y="0"/>
          <a:ext cx="0" cy="0"/>
          <a:chOff x="0" y="0"/>
          <a:chExt cx="0" cy="0"/>
        </a:xfrm>
      </p:grpSpPr>
      <p:sp>
        <p:nvSpPr>
          <p:cNvPr id="406" name="Google Shape;406;p42"/>
          <p:cNvSpPr/>
          <p:nvPr/>
        </p:nvSpPr>
        <p:spPr>
          <a:xfrm flipH="1" rot="9339447">
            <a:off x="-5157706" y="2195120"/>
            <a:ext cx="7471555" cy="4771732"/>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42"/>
          <p:cNvSpPr/>
          <p:nvPr/>
        </p:nvSpPr>
        <p:spPr>
          <a:xfrm rot="-10285603">
            <a:off x="7150321" y="-2266383"/>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42"/>
          <p:cNvSpPr/>
          <p:nvPr/>
        </p:nvSpPr>
        <p:spPr>
          <a:xfrm rot="649785">
            <a:off x="6848027" y="-244025"/>
            <a:ext cx="4558897" cy="1365861"/>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rgbClr val="AC9078">
              <a:alpha val="12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42"/>
          <p:cNvSpPr/>
          <p:nvPr/>
        </p:nvSpPr>
        <p:spPr>
          <a:xfrm rot="813319">
            <a:off x="-4299402" y="-47175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42"/>
          <p:cNvSpPr/>
          <p:nvPr/>
        </p:nvSpPr>
        <p:spPr>
          <a:xfrm rot="9089871">
            <a:off x="7049951" y="1893780"/>
            <a:ext cx="7826200" cy="2877895"/>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42"/>
          <p:cNvSpPr/>
          <p:nvPr/>
        </p:nvSpPr>
        <p:spPr>
          <a:xfrm rot="-576017">
            <a:off x="-4825529" y="-672274"/>
            <a:ext cx="7826074" cy="287784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42"/>
          <p:cNvSpPr txBox="1"/>
          <p:nvPr>
            <p:ph type="title"/>
          </p:nvPr>
        </p:nvSpPr>
        <p:spPr>
          <a:xfrm>
            <a:off x="721076" y="1932225"/>
            <a:ext cx="22272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413" name="Google Shape;413;p42"/>
          <p:cNvSpPr txBox="1"/>
          <p:nvPr>
            <p:ph idx="1" type="subTitle"/>
          </p:nvPr>
        </p:nvSpPr>
        <p:spPr>
          <a:xfrm>
            <a:off x="721125" y="2287900"/>
            <a:ext cx="2227200" cy="661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414" name="Google Shape;414;p42"/>
          <p:cNvSpPr txBox="1"/>
          <p:nvPr>
            <p:ph idx="2" type="title"/>
          </p:nvPr>
        </p:nvSpPr>
        <p:spPr>
          <a:xfrm>
            <a:off x="721076" y="3841025"/>
            <a:ext cx="22272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415" name="Google Shape;415;p42"/>
          <p:cNvSpPr txBox="1"/>
          <p:nvPr>
            <p:ph idx="3" type="subTitle"/>
          </p:nvPr>
        </p:nvSpPr>
        <p:spPr>
          <a:xfrm>
            <a:off x="721100" y="4196700"/>
            <a:ext cx="2227200" cy="661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416" name="Google Shape;416;p42"/>
          <p:cNvSpPr txBox="1"/>
          <p:nvPr>
            <p:ph idx="4" type="title"/>
          </p:nvPr>
        </p:nvSpPr>
        <p:spPr>
          <a:xfrm>
            <a:off x="3458376" y="1932225"/>
            <a:ext cx="22272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417" name="Google Shape;417;p42"/>
          <p:cNvSpPr txBox="1"/>
          <p:nvPr>
            <p:ph idx="5" type="subTitle"/>
          </p:nvPr>
        </p:nvSpPr>
        <p:spPr>
          <a:xfrm>
            <a:off x="3458425" y="2287900"/>
            <a:ext cx="2227200" cy="661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418" name="Google Shape;418;p42"/>
          <p:cNvSpPr txBox="1"/>
          <p:nvPr>
            <p:ph idx="6" type="title"/>
          </p:nvPr>
        </p:nvSpPr>
        <p:spPr>
          <a:xfrm>
            <a:off x="3458376" y="3841025"/>
            <a:ext cx="22272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419" name="Google Shape;419;p42"/>
          <p:cNvSpPr txBox="1"/>
          <p:nvPr>
            <p:ph idx="7" type="subTitle"/>
          </p:nvPr>
        </p:nvSpPr>
        <p:spPr>
          <a:xfrm>
            <a:off x="3458400" y="4196700"/>
            <a:ext cx="2227200" cy="661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420" name="Google Shape;420;p42"/>
          <p:cNvSpPr txBox="1"/>
          <p:nvPr>
            <p:ph idx="8" type="title"/>
          </p:nvPr>
        </p:nvSpPr>
        <p:spPr>
          <a:xfrm>
            <a:off x="6195726" y="1932225"/>
            <a:ext cx="22272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421" name="Google Shape;421;p42"/>
          <p:cNvSpPr txBox="1"/>
          <p:nvPr>
            <p:ph idx="9" type="subTitle"/>
          </p:nvPr>
        </p:nvSpPr>
        <p:spPr>
          <a:xfrm>
            <a:off x="6195775" y="2287900"/>
            <a:ext cx="2227200" cy="661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422" name="Google Shape;422;p42"/>
          <p:cNvSpPr txBox="1"/>
          <p:nvPr>
            <p:ph idx="13" type="title"/>
          </p:nvPr>
        </p:nvSpPr>
        <p:spPr>
          <a:xfrm>
            <a:off x="6195726" y="3841025"/>
            <a:ext cx="2227200" cy="4875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423" name="Google Shape;423;p42"/>
          <p:cNvSpPr txBox="1"/>
          <p:nvPr>
            <p:ph idx="14" type="subTitle"/>
          </p:nvPr>
        </p:nvSpPr>
        <p:spPr>
          <a:xfrm>
            <a:off x="6195750" y="4196700"/>
            <a:ext cx="2227200" cy="661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424" name="Google Shape;424;p42"/>
          <p:cNvSpPr txBox="1"/>
          <p:nvPr>
            <p:ph idx="15" type="title"/>
          </p:nvPr>
        </p:nvSpPr>
        <p:spPr>
          <a:xfrm flipH="1">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2">
  <p:cSld name="CUSTOM_27">
    <p:spTree>
      <p:nvGrpSpPr>
        <p:cNvPr id="425" name="Shape 425"/>
        <p:cNvGrpSpPr/>
        <p:nvPr/>
      </p:nvGrpSpPr>
      <p:grpSpPr>
        <a:xfrm>
          <a:off x="0" y="0"/>
          <a:ext cx="0" cy="0"/>
          <a:chOff x="0" y="0"/>
          <a:chExt cx="0" cy="0"/>
        </a:xfrm>
      </p:grpSpPr>
      <p:sp>
        <p:nvSpPr>
          <p:cNvPr id="426" name="Google Shape;426;p43"/>
          <p:cNvSpPr/>
          <p:nvPr/>
        </p:nvSpPr>
        <p:spPr>
          <a:xfrm rot="-9339447">
            <a:off x="6847042" y="2970420"/>
            <a:ext cx="7471555" cy="4771732"/>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43"/>
          <p:cNvSpPr/>
          <p:nvPr/>
        </p:nvSpPr>
        <p:spPr>
          <a:xfrm flipH="1" rot="10285603">
            <a:off x="-5277715" y="-2464108"/>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43"/>
          <p:cNvSpPr/>
          <p:nvPr/>
        </p:nvSpPr>
        <p:spPr>
          <a:xfrm flipH="1" rot="-649785">
            <a:off x="-4089159" y="1056050"/>
            <a:ext cx="4558897" cy="1365861"/>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rgbClr val="AC9078">
              <a:alpha val="12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43"/>
          <p:cNvSpPr/>
          <p:nvPr/>
        </p:nvSpPr>
        <p:spPr>
          <a:xfrm flipH="1" rot="-813319">
            <a:off x="7695609" y="-352217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43"/>
          <p:cNvSpPr/>
          <p:nvPr/>
        </p:nvSpPr>
        <p:spPr>
          <a:xfrm flipH="1" rot="-9089871">
            <a:off x="-5596635" y="1893780"/>
            <a:ext cx="7826200" cy="2877895"/>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43"/>
          <p:cNvSpPr/>
          <p:nvPr/>
        </p:nvSpPr>
        <p:spPr>
          <a:xfrm flipH="1" rot="1476017">
            <a:off x="6812373" y="775527"/>
            <a:ext cx="7826071" cy="287784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43"/>
          <p:cNvSpPr txBox="1"/>
          <p:nvPr>
            <p:ph type="title"/>
          </p:nvPr>
        </p:nvSpPr>
        <p:spPr>
          <a:xfrm>
            <a:off x="1242888" y="1932225"/>
            <a:ext cx="1874700" cy="4875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433" name="Google Shape;433;p43"/>
          <p:cNvSpPr txBox="1"/>
          <p:nvPr>
            <p:ph idx="1" type="subTitle"/>
          </p:nvPr>
        </p:nvSpPr>
        <p:spPr>
          <a:xfrm>
            <a:off x="1242930" y="2287900"/>
            <a:ext cx="1874700" cy="661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434" name="Google Shape;434;p43"/>
          <p:cNvSpPr txBox="1"/>
          <p:nvPr>
            <p:ph idx="2" type="title"/>
          </p:nvPr>
        </p:nvSpPr>
        <p:spPr>
          <a:xfrm>
            <a:off x="1242889" y="3588576"/>
            <a:ext cx="1874700" cy="4875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435" name="Google Shape;435;p43"/>
          <p:cNvSpPr txBox="1"/>
          <p:nvPr>
            <p:ph idx="3" type="subTitle"/>
          </p:nvPr>
        </p:nvSpPr>
        <p:spPr>
          <a:xfrm>
            <a:off x="1242909" y="3944251"/>
            <a:ext cx="1874700" cy="661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436" name="Google Shape;436;p43"/>
          <p:cNvSpPr txBox="1"/>
          <p:nvPr>
            <p:ph idx="4" type="title"/>
          </p:nvPr>
        </p:nvSpPr>
        <p:spPr>
          <a:xfrm>
            <a:off x="3973163" y="1932225"/>
            <a:ext cx="1874700" cy="4875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437" name="Google Shape;437;p43"/>
          <p:cNvSpPr txBox="1"/>
          <p:nvPr>
            <p:ph idx="5" type="subTitle"/>
          </p:nvPr>
        </p:nvSpPr>
        <p:spPr>
          <a:xfrm>
            <a:off x="3973205" y="2287900"/>
            <a:ext cx="1874700" cy="661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438" name="Google Shape;438;p43"/>
          <p:cNvSpPr txBox="1"/>
          <p:nvPr>
            <p:ph idx="6" type="title"/>
          </p:nvPr>
        </p:nvSpPr>
        <p:spPr>
          <a:xfrm>
            <a:off x="3973164" y="3588576"/>
            <a:ext cx="1874700" cy="4875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439" name="Google Shape;439;p43"/>
          <p:cNvSpPr txBox="1"/>
          <p:nvPr>
            <p:ph idx="7" type="subTitle"/>
          </p:nvPr>
        </p:nvSpPr>
        <p:spPr>
          <a:xfrm>
            <a:off x="3973184" y="3944251"/>
            <a:ext cx="1874700" cy="661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440" name="Google Shape;440;p43"/>
          <p:cNvSpPr txBox="1"/>
          <p:nvPr>
            <p:ph idx="8" type="title"/>
          </p:nvPr>
        </p:nvSpPr>
        <p:spPr>
          <a:xfrm>
            <a:off x="6703489" y="1932225"/>
            <a:ext cx="1874700" cy="4875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441" name="Google Shape;441;p43"/>
          <p:cNvSpPr txBox="1"/>
          <p:nvPr>
            <p:ph idx="9" type="subTitle"/>
          </p:nvPr>
        </p:nvSpPr>
        <p:spPr>
          <a:xfrm>
            <a:off x="6703530" y="2287900"/>
            <a:ext cx="1874700" cy="661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442" name="Google Shape;442;p43"/>
          <p:cNvSpPr txBox="1"/>
          <p:nvPr>
            <p:ph idx="13" type="title"/>
          </p:nvPr>
        </p:nvSpPr>
        <p:spPr>
          <a:xfrm>
            <a:off x="6703489" y="3588576"/>
            <a:ext cx="1874700" cy="4875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latin typeface="Kulim Park"/>
                <a:ea typeface="Kulim Park"/>
                <a:cs typeface="Kulim Park"/>
                <a:sym typeface="Kulim Park"/>
              </a:defRPr>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sp>
        <p:nvSpPr>
          <p:cNvPr id="443" name="Google Shape;443;p43"/>
          <p:cNvSpPr txBox="1"/>
          <p:nvPr>
            <p:ph idx="14" type="subTitle"/>
          </p:nvPr>
        </p:nvSpPr>
        <p:spPr>
          <a:xfrm>
            <a:off x="6703509" y="3944251"/>
            <a:ext cx="1874700" cy="661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atin typeface="Manrope"/>
                <a:ea typeface="Manrope"/>
                <a:cs typeface="Manrope"/>
                <a:sym typeface="Manrop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444" name="Google Shape;444;p43"/>
          <p:cNvSpPr txBox="1"/>
          <p:nvPr>
            <p:ph idx="15" type="title"/>
          </p:nvPr>
        </p:nvSpPr>
        <p:spPr>
          <a:xfrm flipH="1">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CUSTOM_8">
    <p:spTree>
      <p:nvGrpSpPr>
        <p:cNvPr id="445" name="Shape 445"/>
        <p:cNvGrpSpPr/>
        <p:nvPr/>
      </p:nvGrpSpPr>
      <p:grpSpPr>
        <a:xfrm>
          <a:off x="0" y="0"/>
          <a:ext cx="0" cy="0"/>
          <a:chOff x="0" y="0"/>
          <a:chExt cx="0" cy="0"/>
        </a:xfrm>
      </p:grpSpPr>
      <p:sp>
        <p:nvSpPr>
          <p:cNvPr id="446" name="Google Shape;446;p44"/>
          <p:cNvSpPr/>
          <p:nvPr/>
        </p:nvSpPr>
        <p:spPr>
          <a:xfrm rot="813319">
            <a:off x="-2477752" y="-30743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44"/>
          <p:cNvSpPr/>
          <p:nvPr/>
        </p:nvSpPr>
        <p:spPr>
          <a:xfrm flipH="1" rot="3394465">
            <a:off x="3077084" y="3433218"/>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44"/>
          <p:cNvSpPr/>
          <p:nvPr/>
        </p:nvSpPr>
        <p:spPr>
          <a:xfrm>
            <a:off x="5315177" y="-12434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44"/>
          <p:cNvSpPr/>
          <p:nvPr/>
        </p:nvSpPr>
        <p:spPr>
          <a:xfrm rot="3406877">
            <a:off x="3098060" y="-32126"/>
            <a:ext cx="7826090" cy="2877855"/>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44"/>
          <p:cNvSpPr/>
          <p:nvPr/>
        </p:nvSpPr>
        <p:spPr>
          <a:xfrm flipH="1" rot="-649760">
            <a:off x="7075142" y="-713258"/>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 name="Google Shape;451;p44"/>
          <p:cNvSpPr/>
          <p:nvPr/>
        </p:nvSpPr>
        <p:spPr>
          <a:xfrm rot="-10285603">
            <a:off x="-4701904" y="2889692"/>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44"/>
          <p:cNvSpPr txBox="1"/>
          <p:nvPr>
            <p:ph hasCustomPrompt="1" type="title"/>
          </p:nvPr>
        </p:nvSpPr>
        <p:spPr>
          <a:xfrm>
            <a:off x="723300" y="751975"/>
            <a:ext cx="4696800" cy="1323000"/>
          </a:xfrm>
          <a:prstGeom prst="rect">
            <a:avLst/>
          </a:prstGeom>
        </p:spPr>
        <p:txBody>
          <a:bodyPr anchorCtr="0" anchor="b" bIns="91425" lIns="91425" spcFirstLastPara="1" rIns="91425" wrap="square" tIns="91425">
            <a:noAutofit/>
          </a:bodyPr>
          <a:lstStyle>
            <a:lvl1pPr lvl="0" rtl="0" algn="l">
              <a:spcBef>
                <a:spcPts val="0"/>
              </a:spcBef>
              <a:spcAft>
                <a:spcPts val="0"/>
              </a:spcAft>
              <a:buSzPts val="6000"/>
              <a:buNone/>
              <a:defRPr sz="7300"/>
            </a:lvl1pPr>
            <a:lvl2pPr lvl="1" rtl="0">
              <a:spcBef>
                <a:spcPts val="0"/>
              </a:spcBef>
              <a:spcAft>
                <a:spcPts val="0"/>
              </a:spcAft>
              <a:buSzPts val="6000"/>
              <a:buNone/>
              <a:defRPr sz="6000"/>
            </a:lvl2pPr>
            <a:lvl3pPr lvl="2" rtl="0">
              <a:spcBef>
                <a:spcPts val="0"/>
              </a:spcBef>
              <a:spcAft>
                <a:spcPts val="0"/>
              </a:spcAft>
              <a:buSzPts val="6000"/>
              <a:buNone/>
              <a:defRPr sz="6000"/>
            </a:lvl3pPr>
            <a:lvl4pPr lvl="3" rtl="0">
              <a:spcBef>
                <a:spcPts val="0"/>
              </a:spcBef>
              <a:spcAft>
                <a:spcPts val="0"/>
              </a:spcAft>
              <a:buSzPts val="6000"/>
              <a:buNone/>
              <a:defRPr sz="6000"/>
            </a:lvl4pPr>
            <a:lvl5pPr lvl="4" rtl="0">
              <a:spcBef>
                <a:spcPts val="0"/>
              </a:spcBef>
              <a:spcAft>
                <a:spcPts val="0"/>
              </a:spcAft>
              <a:buSzPts val="6000"/>
              <a:buNone/>
              <a:defRPr sz="6000"/>
            </a:lvl5pPr>
            <a:lvl6pPr lvl="5" rtl="0">
              <a:spcBef>
                <a:spcPts val="0"/>
              </a:spcBef>
              <a:spcAft>
                <a:spcPts val="0"/>
              </a:spcAft>
              <a:buSzPts val="6000"/>
              <a:buNone/>
              <a:defRPr sz="6000"/>
            </a:lvl6pPr>
            <a:lvl7pPr lvl="6" rtl="0">
              <a:spcBef>
                <a:spcPts val="0"/>
              </a:spcBef>
              <a:spcAft>
                <a:spcPts val="0"/>
              </a:spcAft>
              <a:buSzPts val="6000"/>
              <a:buNone/>
              <a:defRPr sz="6000"/>
            </a:lvl7pPr>
            <a:lvl8pPr lvl="7" rtl="0">
              <a:spcBef>
                <a:spcPts val="0"/>
              </a:spcBef>
              <a:spcAft>
                <a:spcPts val="0"/>
              </a:spcAft>
              <a:buSzPts val="6000"/>
              <a:buNone/>
              <a:defRPr sz="6000"/>
            </a:lvl8pPr>
            <a:lvl9pPr lvl="8" rtl="0">
              <a:spcBef>
                <a:spcPts val="0"/>
              </a:spcBef>
              <a:spcAft>
                <a:spcPts val="0"/>
              </a:spcAft>
              <a:buSzPts val="6000"/>
              <a:buNone/>
              <a:defRPr sz="6000"/>
            </a:lvl9pPr>
          </a:lstStyle>
          <a:p>
            <a:r>
              <a:t>xx%</a:t>
            </a:r>
          </a:p>
        </p:txBody>
      </p:sp>
      <p:sp>
        <p:nvSpPr>
          <p:cNvPr id="453" name="Google Shape;453;p44"/>
          <p:cNvSpPr txBox="1"/>
          <p:nvPr>
            <p:ph idx="1" type="subTitle"/>
          </p:nvPr>
        </p:nvSpPr>
        <p:spPr>
          <a:xfrm>
            <a:off x="723300" y="2038177"/>
            <a:ext cx="4696800" cy="501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600"/>
              <a:buFont typeface="PT Sans"/>
              <a:buNon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Font typeface="PT Sans"/>
              <a:buNone/>
              <a:defRPr>
                <a:latin typeface="PT Sans"/>
                <a:ea typeface="PT Sans"/>
                <a:cs typeface="PT Sans"/>
                <a:sym typeface="PT Sans"/>
              </a:defRPr>
            </a:lvl4pPr>
            <a:lvl5pPr lvl="4" rtl="0">
              <a:lnSpc>
                <a:spcPct val="100000"/>
              </a:lnSpc>
              <a:spcBef>
                <a:spcPts val="0"/>
              </a:spcBef>
              <a:spcAft>
                <a:spcPts val="0"/>
              </a:spcAft>
              <a:buSzPts val="1600"/>
              <a:buFont typeface="PT Sans"/>
              <a:buNone/>
              <a:defRPr>
                <a:latin typeface="PT Sans"/>
                <a:ea typeface="PT Sans"/>
                <a:cs typeface="PT Sans"/>
                <a:sym typeface="PT Sans"/>
              </a:defRPr>
            </a:lvl5pPr>
            <a:lvl6pPr lvl="5" rtl="0">
              <a:lnSpc>
                <a:spcPct val="100000"/>
              </a:lnSpc>
              <a:spcBef>
                <a:spcPts val="0"/>
              </a:spcBef>
              <a:spcAft>
                <a:spcPts val="0"/>
              </a:spcAft>
              <a:buSzPts val="1600"/>
              <a:buFont typeface="PT Sans"/>
              <a:buNone/>
              <a:defRPr>
                <a:latin typeface="PT Sans"/>
                <a:ea typeface="PT Sans"/>
                <a:cs typeface="PT Sans"/>
                <a:sym typeface="PT Sans"/>
              </a:defRPr>
            </a:lvl6pPr>
            <a:lvl7pPr lvl="6" rtl="0">
              <a:lnSpc>
                <a:spcPct val="100000"/>
              </a:lnSpc>
              <a:spcBef>
                <a:spcPts val="0"/>
              </a:spcBef>
              <a:spcAft>
                <a:spcPts val="0"/>
              </a:spcAft>
              <a:buSzPts val="1600"/>
              <a:buFont typeface="PT Sans"/>
              <a:buNone/>
              <a:defRPr>
                <a:latin typeface="PT Sans"/>
                <a:ea typeface="PT Sans"/>
                <a:cs typeface="PT Sans"/>
                <a:sym typeface="PT Sans"/>
              </a:defRPr>
            </a:lvl7pPr>
            <a:lvl8pPr lvl="7" rtl="0">
              <a:lnSpc>
                <a:spcPct val="100000"/>
              </a:lnSpc>
              <a:spcBef>
                <a:spcPts val="0"/>
              </a:spcBef>
              <a:spcAft>
                <a:spcPts val="0"/>
              </a:spcAft>
              <a:buSzPts val="1600"/>
              <a:buFont typeface="PT Sans"/>
              <a:buNone/>
              <a:defRPr>
                <a:latin typeface="PT Sans"/>
                <a:ea typeface="PT Sans"/>
                <a:cs typeface="PT Sans"/>
                <a:sym typeface="PT Sans"/>
              </a:defRPr>
            </a:lvl8pPr>
            <a:lvl9pPr lvl="8" rtl="0">
              <a:lnSpc>
                <a:spcPct val="100000"/>
              </a:lnSpc>
              <a:spcBef>
                <a:spcPts val="0"/>
              </a:spcBef>
              <a:spcAft>
                <a:spcPts val="0"/>
              </a:spcAft>
              <a:buSzPts val="1600"/>
              <a:buFont typeface="PT Sans"/>
              <a:buNone/>
              <a:defRPr>
                <a:latin typeface="PT Sans"/>
                <a:ea typeface="PT Sans"/>
                <a:cs typeface="PT Sans"/>
                <a:sym typeface="PT Sans"/>
              </a:defRPr>
            </a:lvl9pPr>
          </a:lstStyle>
          <a:p/>
        </p:txBody>
      </p:sp>
      <p:sp>
        <p:nvSpPr>
          <p:cNvPr id="454" name="Google Shape;454;p44"/>
          <p:cNvSpPr txBox="1"/>
          <p:nvPr>
            <p:ph hasCustomPrompt="1" idx="2" type="title"/>
          </p:nvPr>
        </p:nvSpPr>
        <p:spPr>
          <a:xfrm>
            <a:off x="723300" y="2598825"/>
            <a:ext cx="4696800" cy="1323000"/>
          </a:xfrm>
          <a:prstGeom prst="rect">
            <a:avLst/>
          </a:prstGeom>
        </p:spPr>
        <p:txBody>
          <a:bodyPr anchorCtr="0" anchor="b" bIns="91425" lIns="91425" spcFirstLastPara="1" rIns="91425" wrap="square" tIns="91425">
            <a:noAutofit/>
          </a:bodyPr>
          <a:lstStyle>
            <a:lvl1pPr lvl="0" rtl="0" algn="l">
              <a:spcBef>
                <a:spcPts val="0"/>
              </a:spcBef>
              <a:spcAft>
                <a:spcPts val="0"/>
              </a:spcAft>
              <a:buSzPts val="6000"/>
              <a:buNone/>
              <a:defRPr sz="7300"/>
            </a:lvl1pPr>
            <a:lvl2pPr lvl="1" rtl="0">
              <a:spcBef>
                <a:spcPts val="0"/>
              </a:spcBef>
              <a:spcAft>
                <a:spcPts val="0"/>
              </a:spcAft>
              <a:buSzPts val="6000"/>
              <a:buNone/>
              <a:defRPr sz="6000"/>
            </a:lvl2pPr>
            <a:lvl3pPr lvl="2" rtl="0">
              <a:spcBef>
                <a:spcPts val="0"/>
              </a:spcBef>
              <a:spcAft>
                <a:spcPts val="0"/>
              </a:spcAft>
              <a:buSzPts val="6000"/>
              <a:buNone/>
              <a:defRPr sz="6000"/>
            </a:lvl3pPr>
            <a:lvl4pPr lvl="3" rtl="0">
              <a:spcBef>
                <a:spcPts val="0"/>
              </a:spcBef>
              <a:spcAft>
                <a:spcPts val="0"/>
              </a:spcAft>
              <a:buSzPts val="6000"/>
              <a:buNone/>
              <a:defRPr sz="6000"/>
            </a:lvl4pPr>
            <a:lvl5pPr lvl="4" rtl="0">
              <a:spcBef>
                <a:spcPts val="0"/>
              </a:spcBef>
              <a:spcAft>
                <a:spcPts val="0"/>
              </a:spcAft>
              <a:buSzPts val="6000"/>
              <a:buNone/>
              <a:defRPr sz="6000"/>
            </a:lvl5pPr>
            <a:lvl6pPr lvl="5" rtl="0">
              <a:spcBef>
                <a:spcPts val="0"/>
              </a:spcBef>
              <a:spcAft>
                <a:spcPts val="0"/>
              </a:spcAft>
              <a:buSzPts val="6000"/>
              <a:buNone/>
              <a:defRPr sz="6000"/>
            </a:lvl6pPr>
            <a:lvl7pPr lvl="6" rtl="0">
              <a:spcBef>
                <a:spcPts val="0"/>
              </a:spcBef>
              <a:spcAft>
                <a:spcPts val="0"/>
              </a:spcAft>
              <a:buSzPts val="6000"/>
              <a:buNone/>
              <a:defRPr sz="6000"/>
            </a:lvl7pPr>
            <a:lvl8pPr lvl="7" rtl="0">
              <a:spcBef>
                <a:spcPts val="0"/>
              </a:spcBef>
              <a:spcAft>
                <a:spcPts val="0"/>
              </a:spcAft>
              <a:buSzPts val="6000"/>
              <a:buNone/>
              <a:defRPr sz="6000"/>
            </a:lvl8pPr>
            <a:lvl9pPr lvl="8" rtl="0">
              <a:spcBef>
                <a:spcPts val="0"/>
              </a:spcBef>
              <a:spcAft>
                <a:spcPts val="0"/>
              </a:spcAft>
              <a:buSzPts val="6000"/>
              <a:buNone/>
              <a:defRPr sz="6000"/>
            </a:lvl9pPr>
          </a:lstStyle>
          <a:p>
            <a:r>
              <a:t>xx%</a:t>
            </a:r>
          </a:p>
        </p:txBody>
      </p:sp>
      <p:sp>
        <p:nvSpPr>
          <p:cNvPr id="455" name="Google Shape;455;p44"/>
          <p:cNvSpPr txBox="1"/>
          <p:nvPr>
            <p:ph idx="3" type="subTitle"/>
          </p:nvPr>
        </p:nvSpPr>
        <p:spPr>
          <a:xfrm>
            <a:off x="723300" y="3889928"/>
            <a:ext cx="4696800" cy="501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600"/>
              <a:buFont typeface="PT Sans"/>
              <a:buNone/>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Font typeface="PT Sans"/>
              <a:buNone/>
              <a:defRPr>
                <a:latin typeface="PT Sans"/>
                <a:ea typeface="PT Sans"/>
                <a:cs typeface="PT Sans"/>
                <a:sym typeface="PT Sans"/>
              </a:defRPr>
            </a:lvl4pPr>
            <a:lvl5pPr lvl="4" rtl="0">
              <a:lnSpc>
                <a:spcPct val="100000"/>
              </a:lnSpc>
              <a:spcBef>
                <a:spcPts val="0"/>
              </a:spcBef>
              <a:spcAft>
                <a:spcPts val="0"/>
              </a:spcAft>
              <a:buSzPts val="1600"/>
              <a:buFont typeface="PT Sans"/>
              <a:buNone/>
              <a:defRPr>
                <a:latin typeface="PT Sans"/>
                <a:ea typeface="PT Sans"/>
                <a:cs typeface="PT Sans"/>
                <a:sym typeface="PT Sans"/>
              </a:defRPr>
            </a:lvl5pPr>
            <a:lvl6pPr lvl="5" rtl="0">
              <a:lnSpc>
                <a:spcPct val="100000"/>
              </a:lnSpc>
              <a:spcBef>
                <a:spcPts val="0"/>
              </a:spcBef>
              <a:spcAft>
                <a:spcPts val="0"/>
              </a:spcAft>
              <a:buSzPts val="1600"/>
              <a:buFont typeface="PT Sans"/>
              <a:buNone/>
              <a:defRPr>
                <a:latin typeface="PT Sans"/>
                <a:ea typeface="PT Sans"/>
                <a:cs typeface="PT Sans"/>
                <a:sym typeface="PT Sans"/>
              </a:defRPr>
            </a:lvl6pPr>
            <a:lvl7pPr lvl="6" rtl="0">
              <a:lnSpc>
                <a:spcPct val="100000"/>
              </a:lnSpc>
              <a:spcBef>
                <a:spcPts val="0"/>
              </a:spcBef>
              <a:spcAft>
                <a:spcPts val="0"/>
              </a:spcAft>
              <a:buSzPts val="1600"/>
              <a:buFont typeface="PT Sans"/>
              <a:buNone/>
              <a:defRPr>
                <a:latin typeface="PT Sans"/>
                <a:ea typeface="PT Sans"/>
                <a:cs typeface="PT Sans"/>
                <a:sym typeface="PT Sans"/>
              </a:defRPr>
            </a:lvl7pPr>
            <a:lvl8pPr lvl="7" rtl="0">
              <a:lnSpc>
                <a:spcPct val="100000"/>
              </a:lnSpc>
              <a:spcBef>
                <a:spcPts val="0"/>
              </a:spcBef>
              <a:spcAft>
                <a:spcPts val="0"/>
              </a:spcAft>
              <a:buSzPts val="1600"/>
              <a:buFont typeface="PT Sans"/>
              <a:buNone/>
              <a:defRPr>
                <a:latin typeface="PT Sans"/>
                <a:ea typeface="PT Sans"/>
                <a:cs typeface="PT Sans"/>
                <a:sym typeface="PT Sans"/>
              </a:defRPr>
            </a:lvl8pPr>
            <a:lvl9pPr lvl="8" rtl="0">
              <a:lnSpc>
                <a:spcPct val="100000"/>
              </a:lnSpc>
              <a:spcBef>
                <a:spcPts val="0"/>
              </a:spcBef>
              <a:spcAft>
                <a:spcPts val="0"/>
              </a:spcAft>
              <a:buSzPts val="1600"/>
              <a:buFont typeface="PT Sans"/>
              <a:buNone/>
              <a:defRPr>
                <a:latin typeface="PT Sans"/>
                <a:ea typeface="PT Sans"/>
                <a:cs typeface="PT Sans"/>
                <a:sym typeface="PT Sans"/>
              </a:defRPr>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1">
  <p:cSld name="CUSTOM_29">
    <p:spTree>
      <p:nvGrpSpPr>
        <p:cNvPr id="456" name="Shape 456"/>
        <p:cNvGrpSpPr/>
        <p:nvPr/>
      </p:nvGrpSpPr>
      <p:grpSpPr>
        <a:xfrm>
          <a:off x="0" y="0"/>
          <a:ext cx="0" cy="0"/>
          <a:chOff x="0" y="0"/>
          <a:chExt cx="0" cy="0"/>
        </a:xfrm>
      </p:grpSpPr>
      <p:sp>
        <p:nvSpPr>
          <p:cNvPr id="457" name="Google Shape;457;p45"/>
          <p:cNvSpPr/>
          <p:nvPr/>
        </p:nvSpPr>
        <p:spPr>
          <a:xfrm flipH="1" rot="-813319">
            <a:off x="4461871" y="-38204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45"/>
          <p:cNvSpPr/>
          <p:nvPr/>
        </p:nvSpPr>
        <p:spPr>
          <a:xfrm rot="-3394465">
            <a:off x="-4415599" y="3433218"/>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45"/>
          <p:cNvSpPr/>
          <p:nvPr/>
        </p:nvSpPr>
        <p:spPr>
          <a:xfrm flipH="1">
            <a:off x="-3718816" y="-232974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45"/>
          <p:cNvSpPr/>
          <p:nvPr/>
        </p:nvSpPr>
        <p:spPr>
          <a:xfrm flipH="1" rot="-3406877">
            <a:off x="4741603" y="2701799"/>
            <a:ext cx="7826090" cy="2877855"/>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45"/>
          <p:cNvSpPr/>
          <p:nvPr/>
        </p:nvSpPr>
        <p:spPr>
          <a:xfrm rot="649760">
            <a:off x="-3160798" y="3729042"/>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45"/>
          <p:cNvSpPr/>
          <p:nvPr/>
        </p:nvSpPr>
        <p:spPr>
          <a:xfrm flipH="1" rot="10285603">
            <a:off x="4594972" y="2889692"/>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45"/>
          <p:cNvSpPr txBox="1"/>
          <p:nvPr>
            <p:ph hasCustomPrompt="1" type="title"/>
          </p:nvPr>
        </p:nvSpPr>
        <p:spPr>
          <a:xfrm>
            <a:off x="2223600" y="539500"/>
            <a:ext cx="4696800" cy="855300"/>
          </a:xfrm>
          <a:prstGeom prst="rect">
            <a:avLst/>
          </a:prstGeom>
        </p:spPr>
        <p:txBody>
          <a:bodyPr anchorCtr="0" anchor="ctr" bIns="91425" lIns="91425" spcFirstLastPara="1" rIns="91425" wrap="square" tIns="91425">
            <a:noAutofit/>
          </a:bodyPr>
          <a:lstStyle>
            <a:lvl1pPr lvl="0" rtl="0">
              <a:spcBef>
                <a:spcPts val="0"/>
              </a:spcBef>
              <a:spcAft>
                <a:spcPts val="0"/>
              </a:spcAft>
              <a:buSzPts val="6000"/>
              <a:buNone/>
              <a:defRPr sz="60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464" name="Google Shape;464;p45"/>
          <p:cNvSpPr txBox="1"/>
          <p:nvPr>
            <p:ph idx="1" type="subTitle"/>
          </p:nvPr>
        </p:nvSpPr>
        <p:spPr>
          <a:xfrm>
            <a:off x="2223600" y="1437838"/>
            <a:ext cx="4696800" cy="342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Font typeface="PT Sans"/>
              <a:buNon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Font typeface="PT Sans"/>
              <a:buNone/>
              <a:defRPr>
                <a:latin typeface="PT Sans"/>
                <a:ea typeface="PT Sans"/>
                <a:cs typeface="PT Sans"/>
                <a:sym typeface="PT Sans"/>
              </a:defRPr>
            </a:lvl4pPr>
            <a:lvl5pPr lvl="4" rtl="0" algn="ctr">
              <a:lnSpc>
                <a:spcPct val="100000"/>
              </a:lnSpc>
              <a:spcBef>
                <a:spcPts val="0"/>
              </a:spcBef>
              <a:spcAft>
                <a:spcPts val="0"/>
              </a:spcAft>
              <a:buSzPts val="1600"/>
              <a:buFont typeface="PT Sans"/>
              <a:buNone/>
              <a:defRPr>
                <a:latin typeface="PT Sans"/>
                <a:ea typeface="PT Sans"/>
                <a:cs typeface="PT Sans"/>
                <a:sym typeface="PT Sans"/>
              </a:defRPr>
            </a:lvl5pPr>
            <a:lvl6pPr lvl="5" rtl="0" algn="ctr">
              <a:lnSpc>
                <a:spcPct val="100000"/>
              </a:lnSpc>
              <a:spcBef>
                <a:spcPts val="0"/>
              </a:spcBef>
              <a:spcAft>
                <a:spcPts val="0"/>
              </a:spcAft>
              <a:buSzPts val="1600"/>
              <a:buFont typeface="PT Sans"/>
              <a:buNone/>
              <a:defRPr>
                <a:latin typeface="PT Sans"/>
                <a:ea typeface="PT Sans"/>
                <a:cs typeface="PT Sans"/>
                <a:sym typeface="PT Sans"/>
              </a:defRPr>
            </a:lvl6pPr>
            <a:lvl7pPr lvl="6" rtl="0" algn="ctr">
              <a:lnSpc>
                <a:spcPct val="100000"/>
              </a:lnSpc>
              <a:spcBef>
                <a:spcPts val="0"/>
              </a:spcBef>
              <a:spcAft>
                <a:spcPts val="0"/>
              </a:spcAft>
              <a:buSzPts val="1600"/>
              <a:buFont typeface="PT Sans"/>
              <a:buNone/>
              <a:defRPr>
                <a:latin typeface="PT Sans"/>
                <a:ea typeface="PT Sans"/>
                <a:cs typeface="PT Sans"/>
                <a:sym typeface="PT Sans"/>
              </a:defRPr>
            </a:lvl7pPr>
            <a:lvl8pPr lvl="7" rtl="0" algn="ctr">
              <a:lnSpc>
                <a:spcPct val="100000"/>
              </a:lnSpc>
              <a:spcBef>
                <a:spcPts val="0"/>
              </a:spcBef>
              <a:spcAft>
                <a:spcPts val="0"/>
              </a:spcAft>
              <a:buSzPts val="1600"/>
              <a:buFont typeface="PT Sans"/>
              <a:buNone/>
              <a:defRPr>
                <a:latin typeface="PT Sans"/>
                <a:ea typeface="PT Sans"/>
                <a:cs typeface="PT Sans"/>
                <a:sym typeface="PT Sans"/>
              </a:defRPr>
            </a:lvl8pPr>
            <a:lvl9pPr lvl="8" rtl="0" algn="ctr">
              <a:lnSpc>
                <a:spcPct val="100000"/>
              </a:lnSpc>
              <a:spcBef>
                <a:spcPts val="0"/>
              </a:spcBef>
              <a:spcAft>
                <a:spcPts val="0"/>
              </a:spcAft>
              <a:buSzPts val="1600"/>
              <a:buFont typeface="PT Sans"/>
              <a:buNone/>
              <a:defRPr>
                <a:latin typeface="PT Sans"/>
                <a:ea typeface="PT Sans"/>
                <a:cs typeface="PT Sans"/>
                <a:sym typeface="PT Sans"/>
              </a:defRPr>
            </a:lvl9pPr>
          </a:lstStyle>
          <a:p/>
        </p:txBody>
      </p:sp>
      <p:sp>
        <p:nvSpPr>
          <p:cNvPr id="465" name="Google Shape;465;p45"/>
          <p:cNvSpPr txBox="1"/>
          <p:nvPr>
            <p:ph hasCustomPrompt="1" idx="2" type="title"/>
          </p:nvPr>
        </p:nvSpPr>
        <p:spPr>
          <a:xfrm>
            <a:off x="2223600" y="3354350"/>
            <a:ext cx="4696800" cy="855300"/>
          </a:xfrm>
          <a:prstGeom prst="rect">
            <a:avLst/>
          </a:prstGeom>
        </p:spPr>
        <p:txBody>
          <a:bodyPr anchorCtr="0" anchor="ctr" bIns="91425" lIns="91425" spcFirstLastPara="1" rIns="91425" wrap="square" tIns="91425">
            <a:noAutofit/>
          </a:bodyPr>
          <a:lstStyle>
            <a:lvl1pPr lvl="0" rtl="0">
              <a:spcBef>
                <a:spcPts val="0"/>
              </a:spcBef>
              <a:spcAft>
                <a:spcPts val="0"/>
              </a:spcAft>
              <a:buSzPts val="6000"/>
              <a:buNone/>
              <a:defRPr sz="60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466" name="Google Shape;466;p45"/>
          <p:cNvSpPr txBox="1"/>
          <p:nvPr>
            <p:ph idx="3" type="subTitle"/>
          </p:nvPr>
        </p:nvSpPr>
        <p:spPr>
          <a:xfrm>
            <a:off x="2223600" y="4257426"/>
            <a:ext cx="4696800" cy="342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Font typeface="PT Sans"/>
              <a:buNon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Font typeface="PT Sans"/>
              <a:buNone/>
              <a:defRPr>
                <a:latin typeface="PT Sans"/>
                <a:ea typeface="PT Sans"/>
                <a:cs typeface="PT Sans"/>
                <a:sym typeface="PT Sans"/>
              </a:defRPr>
            </a:lvl4pPr>
            <a:lvl5pPr lvl="4" rtl="0" algn="ctr">
              <a:lnSpc>
                <a:spcPct val="100000"/>
              </a:lnSpc>
              <a:spcBef>
                <a:spcPts val="0"/>
              </a:spcBef>
              <a:spcAft>
                <a:spcPts val="0"/>
              </a:spcAft>
              <a:buSzPts val="1600"/>
              <a:buFont typeface="PT Sans"/>
              <a:buNone/>
              <a:defRPr>
                <a:latin typeface="PT Sans"/>
                <a:ea typeface="PT Sans"/>
                <a:cs typeface="PT Sans"/>
                <a:sym typeface="PT Sans"/>
              </a:defRPr>
            </a:lvl5pPr>
            <a:lvl6pPr lvl="5" rtl="0" algn="ctr">
              <a:lnSpc>
                <a:spcPct val="100000"/>
              </a:lnSpc>
              <a:spcBef>
                <a:spcPts val="0"/>
              </a:spcBef>
              <a:spcAft>
                <a:spcPts val="0"/>
              </a:spcAft>
              <a:buSzPts val="1600"/>
              <a:buFont typeface="PT Sans"/>
              <a:buNone/>
              <a:defRPr>
                <a:latin typeface="PT Sans"/>
                <a:ea typeface="PT Sans"/>
                <a:cs typeface="PT Sans"/>
                <a:sym typeface="PT Sans"/>
              </a:defRPr>
            </a:lvl6pPr>
            <a:lvl7pPr lvl="6" rtl="0" algn="ctr">
              <a:lnSpc>
                <a:spcPct val="100000"/>
              </a:lnSpc>
              <a:spcBef>
                <a:spcPts val="0"/>
              </a:spcBef>
              <a:spcAft>
                <a:spcPts val="0"/>
              </a:spcAft>
              <a:buSzPts val="1600"/>
              <a:buFont typeface="PT Sans"/>
              <a:buNone/>
              <a:defRPr>
                <a:latin typeface="PT Sans"/>
                <a:ea typeface="PT Sans"/>
                <a:cs typeface="PT Sans"/>
                <a:sym typeface="PT Sans"/>
              </a:defRPr>
            </a:lvl7pPr>
            <a:lvl8pPr lvl="7" rtl="0" algn="ctr">
              <a:lnSpc>
                <a:spcPct val="100000"/>
              </a:lnSpc>
              <a:spcBef>
                <a:spcPts val="0"/>
              </a:spcBef>
              <a:spcAft>
                <a:spcPts val="0"/>
              </a:spcAft>
              <a:buSzPts val="1600"/>
              <a:buFont typeface="PT Sans"/>
              <a:buNone/>
              <a:defRPr>
                <a:latin typeface="PT Sans"/>
                <a:ea typeface="PT Sans"/>
                <a:cs typeface="PT Sans"/>
                <a:sym typeface="PT Sans"/>
              </a:defRPr>
            </a:lvl8pPr>
            <a:lvl9pPr lvl="8" rtl="0" algn="ctr">
              <a:lnSpc>
                <a:spcPct val="100000"/>
              </a:lnSpc>
              <a:spcBef>
                <a:spcPts val="0"/>
              </a:spcBef>
              <a:spcAft>
                <a:spcPts val="0"/>
              </a:spcAft>
              <a:buSzPts val="1600"/>
              <a:buFont typeface="PT Sans"/>
              <a:buNone/>
              <a:defRPr>
                <a:latin typeface="PT Sans"/>
                <a:ea typeface="PT Sans"/>
                <a:cs typeface="PT Sans"/>
                <a:sym typeface="PT Sans"/>
              </a:defRPr>
            </a:lvl9pPr>
          </a:lstStyle>
          <a:p/>
        </p:txBody>
      </p:sp>
      <p:sp>
        <p:nvSpPr>
          <p:cNvPr id="467" name="Google Shape;467;p45"/>
          <p:cNvSpPr txBox="1"/>
          <p:nvPr>
            <p:ph hasCustomPrompt="1" idx="4" type="title"/>
          </p:nvPr>
        </p:nvSpPr>
        <p:spPr>
          <a:xfrm>
            <a:off x="2223600" y="1944550"/>
            <a:ext cx="4696800" cy="855300"/>
          </a:xfrm>
          <a:prstGeom prst="rect">
            <a:avLst/>
          </a:prstGeom>
        </p:spPr>
        <p:txBody>
          <a:bodyPr anchorCtr="0" anchor="ctr" bIns="91425" lIns="91425" spcFirstLastPara="1" rIns="91425" wrap="square" tIns="91425">
            <a:noAutofit/>
          </a:bodyPr>
          <a:lstStyle>
            <a:lvl1pPr lvl="0" rtl="0">
              <a:spcBef>
                <a:spcPts val="0"/>
              </a:spcBef>
              <a:spcAft>
                <a:spcPts val="0"/>
              </a:spcAft>
              <a:buSzPts val="6000"/>
              <a:buNone/>
              <a:defRPr sz="60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468" name="Google Shape;468;p45"/>
          <p:cNvSpPr txBox="1"/>
          <p:nvPr>
            <p:ph idx="5" type="subTitle"/>
          </p:nvPr>
        </p:nvSpPr>
        <p:spPr>
          <a:xfrm>
            <a:off x="2223600" y="2847626"/>
            <a:ext cx="4696800" cy="342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Font typeface="PT Sans"/>
              <a:buNon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Font typeface="PT Sans"/>
              <a:buNone/>
              <a:defRPr>
                <a:latin typeface="PT Sans"/>
                <a:ea typeface="PT Sans"/>
                <a:cs typeface="PT Sans"/>
                <a:sym typeface="PT Sans"/>
              </a:defRPr>
            </a:lvl4pPr>
            <a:lvl5pPr lvl="4" rtl="0" algn="ctr">
              <a:lnSpc>
                <a:spcPct val="100000"/>
              </a:lnSpc>
              <a:spcBef>
                <a:spcPts val="0"/>
              </a:spcBef>
              <a:spcAft>
                <a:spcPts val="0"/>
              </a:spcAft>
              <a:buSzPts val="1600"/>
              <a:buFont typeface="PT Sans"/>
              <a:buNone/>
              <a:defRPr>
                <a:latin typeface="PT Sans"/>
                <a:ea typeface="PT Sans"/>
                <a:cs typeface="PT Sans"/>
                <a:sym typeface="PT Sans"/>
              </a:defRPr>
            </a:lvl5pPr>
            <a:lvl6pPr lvl="5" rtl="0" algn="ctr">
              <a:lnSpc>
                <a:spcPct val="100000"/>
              </a:lnSpc>
              <a:spcBef>
                <a:spcPts val="0"/>
              </a:spcBef>
              <a:spcAft>
                <a:spcPts val="0"/>
              </a:spcAft>
              <a:buSzPts val="1600"/>
              <a:buFont typeface="PT Sans"/>
              <a:buNone/>
              <a:defRPr>
                <a:latin typeface="PT Sans"/>
                <a:ea typeface="PT Sans"/>
                <a:cs typeface="PT Sans"/>
                <a:sym typeface="PT Sans"/>
              </a:defRPr>
            </a:lvl6pPr>
            <a:lvl7pPr lvl="6" rtl="0" algn="ctr">
              <a:lnSpc>
                <a:spcPct val="100000"/>
              </a:lnSpc>
              <a:spcBef>
                <a:spcPts val="0"/>
              </a:spcBef>
              <a:spcAft>
                <a:spcPts val="0"/>
              </a:spcAft>
              <a:buSzPts val="1600"/>
              <a:buFont typeface="PT Sans"/>
              <a:buNone/>
              <a:defRPr>
                <a:latin typeface="PT Sans"/>
                <a:ea typeface="PT Sans"/>
                <a:cs typeface="PT Sans"/>
                <a:sym typeface="PT Sans"/>
              </a:defRPr>
            </a:lvl7pPr>
            <a:lvl8pPr lvl="7" rtl="0" algn="ctr">
              <a:lnSpc>
                <a:spcPct val="100000"/>
              </a:lnSpc>
              <a:spcBef>
                <a:spcPts val="0"/>
              </a:spcBef>
              <a:spcAft>
                <a:spcPts val="0"/>
              </a:spcAft>
              <a:buSzPts val="1600"/>
              <a:buFont typeface="PT Sans"/>
              <a:buNone/>
              <a:defRPr>
                <a:latin typeface="PT Sans"/>
                <a:ea typeface="PT Sans"/>
                <a:cs typeface="PT Sans"/>
                <a:sym typeface="PT Sans"/>
              </a:defRPr>
            </a:lvl8pPr>
            <a:lvl9pPr lvl="8" rtl="0" algn="ctr">
              <a:lnSpc>
                <a:spcPct val="100000"/>
              </a:lnSpc>
              <a:spcBef>
                <a:spcPts val="0"/>
              </a:spcBef>
              <a:spcAft>
                <a:spcPts val="0"/>
              </a:spcAft>
              <a:buSzPts val="1600"/>
              <a:buFont typeface="PT Sans"/>
              <a:buNone/>
              <a:defRPr>
                <a:latin typeface="PT Sans"/>
                <a:ea typeface="PT Sans"/>
                <a:cs typeface="PT Sans"/>
                <a:sym typeface="PT Sans"/>
              </a:defRPr>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2">
  <p:cSld name="CUSTOM_8_1">
    <p:spTree>
      <p:nvGrpSpPr>
        <p:cNvPr id="469" name="Shape 469"/>
        <p:cNvGrpSpPr/>
        <p:nvPr/>
      </p:nvGrpSpPr>
      <p:grpSpPr>
        <a:xfrm>
          <a:off x="0" y="0"/>
          <a:ext cx="0" cy="0"/>
          <a:chOff x="0" y="0"/>
          <a:chExt cx="0" cy="0"/>
        </a:xfrm>
      </p:grpSpPr>
      <p:sp>
        <p:nvSpPr>
          <p:cNvPr id="470" name="Google Shape;470;p46"/>
          <p:cNvSpPr/>
          <p:nvPr/>
        </p:nvSpPr>
        <p:spPr>
          <a:xfrm rot="-3394465">
            <a:off x="-2929870" y="3433218"/>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46"/>
          <p:cNvSpPr/>
          <p:nvPr/>
        </p:nvSpPr>
        <p:spPr>
          <a:xfrm flipH="1">
            <a:off x="-4081962" y="-12434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46"/>
          <p:cNvSpPr/>
          <p:nvPr/>
        </p:nvSpPr>
        <p:spPr>
          <a:xfrm flipH="1" rot="-3952094">
            <a:off x="-3954406" y="-32116"/>
            <a:ext cx="7826127" cy="287786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46"/>
          <p:cNvSpPr/>
          <p:nvPr/>
        </p:nvSpPr>
        <p:spPr>
          <a:xfrm rot="649760">
            <a:off x="-3199069" y="-713258"/>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46"/>
          <p:cNvSpPr/>
          <p:nvPr/>
        </p:nvSpPr>
        <p:spPr>
          <a:xfrm flipH="1" rot="-813319">
            <a:off x="4926200" y="-30743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46"/>
          <p:cNvSpPr/>
          <p:nvPr/>
        </p:nvSpPr>
        <p:spPr>
          <a:xfrm flipH="1" rot="10285603">
            <a:off x="6080701" y="3752842"/>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46"/>
          <p:cNvSpPr/>
          <p:nvPr/>
        </p:nvSpPr>
        <p:spPr>
          <a:xfrm flipH="1" rot="7426355">
            <a:off x="6582052" y="1132830"/>
            <a:ext cx="7826046" cy="287783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46"/>
          <p:cNvSpPr txBox="1"/>
          <p:nvPr>
            <p:ph type="title"/>
          </p:nvPr>
        </p:nvSpPr>
        <p:spPr>
          <a:xfrm flipH="1">
            <a:off x="719925" y="437700"/>
            <a:ext cx="7704000" cy="657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2800"/>
              <a:buNone/>
              <a:defRPr sz="3000">
                <a:latin typeface="Kulim Park"/>
                <a:ea typeface="Kulim Park"/>
                <a:cs typeface="Kulim Park"/>
                <a:sym typeface="Kulim Park"/>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478" name="Google Shape;478;p46"/>
          <p:cNvSpPr txBox="1"/>
          <p:nvPr>
            <p:ph idx="2" type="title"/>
          </p:nvPr>
        </p:nvSpPr>
        <p:spPr>
          <a:xfrm>
            <a:off x="872476" y="1425413"/>
            <a:ext cx="2305200" cy="365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500"/>
              <a:buNone/>
              <a:defRPr sz="2000"/>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479" name="Google Shape;479;p46"/>
          <p:cNvSpPr txBox="1"/>
          <p:nvPr>
            <p:ph idx="1" type="subTitle"/>
          </p:nvPr>
        </p:nvSpPr>
        <p:spPr>
          <a:xfrm>
            <a:off x="872475" y="3674675"/>
            <a:ext cx="2305200" cy="9351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480" name="Google Shape;480;p46"/>
          <p:cNvSpPr txBox="1"/>
          <p:nvPr>
            <p:ph idx="3" type="title"/>
          </p:nvPr>
        </p:nvSpPr>
        <p:spPr>
          <a:xfrm>
            <a:off x="3498100" y="1425413"/>
            <a:ext cx="2147700" cy="365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500"/>
              <a:buNone/>
              <a:defRPr sz="2000"/>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481" name="Google Shape;481;p46"/>
          <p:cNvSpPr txBox="1"/>
          <p:nvPr>
            <p:ph idx="4" type="subTitle"/>
          </p:nvPr>
        </p:nvSpPr>
        <p:spPr>
          <a:xfrm>
            <a:off x="3498101" y="3674675"/>
            <a:ext cx="2147700" cy="9351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482" name="Google Shape;482;p46"/>
          <p:cNvSpPr txBox="1"/>
          <p:nvPr>
            <p:ph idx="5" type="title"/>
          </p:nvPr>
        </p:nvSpPr>
        <p:spPr>
          <a:xfrm>
            <a:off x="5966121" y="1425413"/>
            <a:ext cx="2305500" cy="365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500"/>
              <a:buNone/>
              <a:defRPr sz="2000"/>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483" name="Google Shape;483;p46"/>
          <p:cNvSpPr txBox="1"/>
          <p:nvPr>
            <p:ph idx="6" type="subTitle"/>
          </p:nvPr>
        </p:nvSpPr>
        <p:spPr>
          <a:xfrm>
            <a:off x="5966125" y="3674675"/>
            <a:ext cx="2305500" cy="9351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484" name="Google Shape;484;p46"/>
          <p:cNvSpPr txBox="1"/>
          <p:nvPr>
            <p:ph hasCustomPrompt="1" idx="7" type="title"/>
          </p:nvPr>
        </p:nvSpPr>
        <p:spPr>
          <a:xfrm>
            <a:off x="1573073" y="2523644"/>
            <a:ext cx="898200" cy="4356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25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5" name="Google Shape;485;p46"/>
          <p:cNvSpPr txBox="1"/>
          <p:nvPr>
            <p:ph hasCustomPrompt="1" idx="8" type="title"/>
          </p:nvPr>
        </p:nvSpPr>
        <p:spPr>
          <a:xfrm>
            <a:off x="4123139" y="2518934"/>
            <a:ext cx="898200" cy="4356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25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6" name="Google Shape;486;p46"/>
          <p:cNvSpPr txBox="1"/>
          <p:nvPr>
            <p:ph hasCustomPrompt="1" idx="9" type="title"/>
          </p:nvPr>
        </p:nvSpPr>
        <p:spPr>
          <a:xfrm>
            <a:off x="6672769" y="2523644"/>
            <a:ext cx="898200" cy="4356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25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3">
  <p:cSld name="CUSTOM_30">
    <p:spTree>
      <p:nvGrpSpPr>
        <p:cNvPr id="487" name="Shape 487"/>
        <p:cNvGrpSpPr/>
        <p:nvPr/>
      </p:nvGrpSpPr>
      <p:grpSpPr>
        <a:xfrm>
          <a:off x="0" y="0"/>
          <a:ext cx="0" cy="0"/>
          <a:chOff x="0" y="0"/>
          <a:chExt cx="0" cy="0"/>
        </a:xfrm>
      </p:grpSpPr>
      <p:sp>
        <p:nvSpPr>
          <p:cNvPr id="488" name="Google Shape;488;p47"/>
          <p:cNvSpPr/>
          <p:nvPr/>
        </p:nvSpPr>
        <p:spPr>
          <a:xfrm rot="7405535">
            <a:off x="3401384" y="-4181093"/>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47"/>
          <p:cNvSpPr/>
          <p:nvPr/>
        </p:nvSpPr>
        <p:spPr>
          <a:xfrm flipH="1" rot="10800000">
            <a:off x="6191327" y="657454"/>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p47"/>
          <p:cNvSpPr/>
          <p:nvPr/>
        </p:nvSpPr>
        <p:spPr>
          <a:xfrm flipH="1" rot="6847906">
            <a:off x="5303136" y="1964597"/>
            <a:ext cx="7826127" cy="287786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47"/>
          <p:cNvSpPr/>
          <p:nvPr/>
        </p:nvSpPr>
        <p:spPr>
          <a:xfrm rot="-10150240">
            <a:off x="7399442" y="4033234"/>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47"/>
          <p:cNvSpPr/>
          <p:nvPr/>
        </p:nvSpPr>
        <p:spPr>
          <a:xfrm flipH="1" rot="9986681">
            <a:off x="-2153452" y="2195519"/>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47"/>
          <p:cNvSpPr/>
          <p:nvPr/>
        </p:nvSpPr>
        <p:spPr>
          <a:xfrm flipH="1" rot="-514397">
            <a:off x="-4377604" y="-3714358"/>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47"/>
          <p:cNvSpPr/>
          <p:nvPr/>
        </p:nvSpPr>
        <p:spPr>
          <a:xfrm flipH="1" rot="-3373645">
            <a:off x="-5233242" y="799680"/>
            <a:ext cx="7826046" cy="287783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47"/>
          <p:cNvSpPr txBox="1"/>
          <p:nvPr>
            <p:ph type="title"/>
          </p:nvPr>
        </p:nvSpPr>
        <p:spPr>
          <a:xfrm>
            <a:off x="872476" y="2613288"/>
            <a:ext cx="2305200" cy="365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500"/>
              <a:buNone/>
              <a:defRPr sz="2000"/>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496" name="Google Shape;496;p47"/>
          <p:cNvSpPr txBox="1"/>
          <p:nvPr>
            <p:ph idx="1" type="subTitle"/>
          </p:nvPr>
        </p:nvSpPr>
        <p:spPr>
          <a:xfrm>
            <a:off x="872475" y="2979000"/>
            <a:ext cx="2305200" cy="9351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497" name="Google Shape;497;p47"/>
          <p:cNvSpPr txBox="1"/>
          <p:nvPr>
            <p:ph idx="2" type="title"/>
          </p:nvPr>
        </p:nvSpPr>
        <p:spPr>
          <a:xfrm>
            <a:off x="3498100" y="2613288"/>
            <a:ext cx="2147700" cy="365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500"/>
              <a:buNone/>
              <a:defRPr sz="2000"/>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498" name="Google Shape;498;p47"/>
          <p:cNvSpPr txBox="1"/>
          <p:nvPr>
            <p:ph idx="3" type="subTitle"/>
          </p:nvPr>
        </p:nvSpPr>
        <p:spPr>
          <a:xfrm>
            <a:off x="3498101" y="2979000"/>
            <a:ext cx="2147700" cy="9351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499" name="Google Shape;499;p47"/>
          <p:cNvSpPr txBox="1"/>
          <p:nvPr>
            <p:ph idx="4" type="title"/>
          </p:nvPr>
        </p:nvSpPr>
        <p:spPr>
          <a:xfrm>
            <a:off x="5966121" y="2613288"/>
            <a:ext cx="2305500" cy="365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500"/>
              <a:buNone/>
              <a:defRPr sz="2000"/>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500" name="Google Shape;500;p47"/>
          <p:cNvSpPr txBox="1"/>
          <p:nvPr>
            <p:ph idx="5" type="subTitle"/>
          </p:nvPr>
        </p:nvSpPr>
        <p:spPr>
          <a:xfrm>
            <a:off x="5966125" y="2979000"/>
            <a:ext cx="2305500" cy="9351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501" name="Google Shape;501;p47"/>
          <p:cNvSpPr txBox="1"/>
          <p:nvPr>
            <p:ph hasCustomPrompt="1" idx="6" type="title"/>
          </p:nvPr>
        </p:nvSpPr>
        <p:spPr>
          <a:xfrm>
            <a:off x="1407025" y="1529650"/>
            <a:ext cx="1230300" cy="4356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4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02" name="Google Shape;502;p47"/>
          <p:cNvSpPr txBox="1"/>
          <p:nvPr>
            <p:ph hasCustomPrompt="1" idx="7" type="title"/>
          </p:nvPr>
        </p:nvSpPr>
        <p:spPr>
          <a:xfrm>
            <a:off x="3957087" y="1524925"/>
            <a:ext cx="1230300" cy="4356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4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03" name="Google Shape;503;p47"/>
          <p:cNvSpPr txBox="1"/>
          <p:nvPr>
            <p:ph hasCustomPrompt="1" idx="8" type="title"/>
          </p:nvPr>
        </p:nvSpPr>
        <p:spPr>
          <a:xfrm>
            <a:off x="6506727" y="1529650"/>
            <a:ext cx="1230300" cy="4356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4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3">
    <p:spTree>
      <p:nvGrpSpPr>
        <p:cNvPr id="504" name="Shape 504"/>
        <p:cNvGrpSpPr/>
        <p:nvPr/>
      </p:nvGrpSpPr>
      <p:grpSpPr>
        <a:xfrm>
          <a:off x="0" y="0"/>
          <a:ext cx="0" cy="0"/>
          <a:chOff x="0" y="0"/>
          <a:chExt cx="0" cy="0"/>
        </a:xfrm>
      </p:grpSpPr>
      <p:sp>
        <p:nvSpPr>
          <p:cNvPr id="505" name="Google Shape;505;p48"/>
          <p:cNvSpPr/>
          <p:nvPr/>
        </p:nvSpPr>
        <p:spPr>
          <a:xfrm flipH="1" rot="-813319">
            <a:off x="4432698" y="-342427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48"/>
          <p:cNvSpPr/>
          <p:nvPr/>
        </p:nvSpPr>
        <p:spPr>
          <a:xfrm rot="649785">
            <a:off x="-1816445" y="-738425"/>
            <a:ext cx="4558897" cy="1365861"/>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48"/>
          <p:cNvSpPr/>
          <p:nvPr/>
        </p:nvSpPr>
        <p:spPr>
          <a:xfrm flipH="1">
            <a:off x="620870" y="2238100"/>
            <a:ext cx="7471673" cy="477180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8"/>
          <p:cNvSpPr/>
          <p:nvPr/>
        </p:nvSpPr>
        <p:spPr>
          <a:xfrm flipH="1" rot="-8823147">
            <a:off x="5804215" y="2808773"/>
            <a:ext cx="5990392" cy="5613180"/>
          </a:xfrm>
          <a:custGeom>
            <a:rect b="b" l="l" r="r" t="t"/>
            <a:pathLst>
              <a:path extrusionOk="0" h="87424" w="93299">
                <a:moveTo>
                  <a:pt x="34162" y="1"/>
                </a:moveTo>
                <a:cubicBezTo>
                  <a:pt x="24245" y="1"/>
                  <a:pt x="25039" y="12520"/>
                  <a:pt x="13717" y="17147"/>
                </a:cubicBezTo>
                <a:cubicBezTo>
                  <a:pt x="1" y="22753"/>
                  <a:pt x="25599" y="33483"/>
                  <a:pt x="18923" y="50349"/>
                </a:cubicBezTo>
                <a:cubicBezTo>
                  <a:pt x="13077" y="65115"/>
                  <a:pt x="23069" y="87424"/>
                  <a:pt x="32143" y="87424"/>
                </a:cubicBezTo>
                <a:cubicBezTo>
                  <a:pt x="33432" y="87424"/>
                  <a:pt x="34703" y="86974"/>
                  <a:pt x="35906" y="85988"/>
                </a:cubicBezTo>
                <a:cubicBezTo>
                  <a:pt x="38841" y="83585"/>
                  <a:pt x="41192" y="82952"/>
                  <a:pt x="43240" y="82952"/>
                </a:cubicBezTo>
                <a:cubicBezTo>
                  <a:pt x="45526" y="82952"/>
                  <a:pt x="47435" y="83741"/>
                  <a:pt x="49356" y="83741"/>
                </a:cubicBezTo>
                <a:cubicBezTo>
                  <a:pt x="51391" y="83741"/>
                  <a:pt x="53441" y="82856"/>
                  <a:pt x="55968" y="79208"/>
                </a:cubicBezTo>
                <a:cubicBezTo>
                  <a:pt x="79663" y="45004"/>
                  <a:pt x="87416" y="44135"/>
                  <a:pt x="87416" y="44135"/>
                </a:cubicBezTo>
                <a:cubicBezTo>
                  <a:pt x="93298" y="21497"/>
                  <a:pt x="60858" y="9397"/>
                  <a:pt x="42111" y="1875"/>
                </a:cubicBezTo>
                <a:cubicBezTo>
                  <a:pt x="38838" y="561"/>
                  <a:pt x="36260" y="1"/>
                  <a:pt x="34162" y="1"/>
                </a:cubicBezTo>
                <a:close/>
              </a:path>
            </a:pathLst>
          </a:custGeom>
          <a:solidFill>
            <a:schemeClr val="accent3">
              <a:alpha val="335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48"/>
          <p:cNvSpPr/>
          <p:nvPr/>
        </p:nvSpPr>
        <p:spPr>
          <a:xfrm flipH="1" rot="8100000">
            <a:off x="-2522993" y="494176"/>
            <a:ext cx="4935837" cy="3769884"/>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48"/>
          <p:cNvSpPr/>
          <p:nvPr/>
        </p:nvSpPr>
        <p:spPr>
          <a:xfrm flipH="1" rot="-649785">
            <a:off x="3942880" y="4401125"/>
            <a:ext cx="4558897" cy="1365861"/>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rgbClr val="AC9078">
              <a:alpha val="12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48"/>
          <p:cNvSpPr/>
          <p:nvPr/>
        </p:nvSpPr>
        <p:spPr>
          <a:xfrm flipH="1" rot="-2128845">
            <a:off x="-1704639" y="-1767729"/>
            <a:ext cx="7826192" cy="2877892"/>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48"/>
          <p:cNvSpPr txBox="1"/>
          <p:nvPr>
            <p:ph type="title"/>
          </p:nvPr>
        </p:nvSpPr>
        <p:spPr>
          <a:xfrm>
            <a:off x="1276650" y="438900"/>
            <a:ext cx="6590700" cy="10002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sz="70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513" name="Google Shape;513;p48"/>
          <p:cNvSpPr txBox="1"/>
          <p:nvPr>
            <p:ph idx="1" type="subTitle"/>
          </p:nvPr>
        </p:nvSpPr>
        <p:spPr>
          <a:xfrm>
            <a:off x="2854650" y="1652972"/>
            <a:ext cx="3434700" cy="10002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514" name="Google Shape;514;p48"/>
          <p:cNvSpPr/>
          <p:nvPr/>
        </p:nvSpPr>
        <p:spPr>
          <a:xfrm flipH="1" rot="9555807">
            <a:off x="7660042" y="2297294"/>
            <a:ext cx="7826096" cy="287785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48"/>
          <p:cNvSpPr txBox="1"/>
          <p:nvPr/>
        </p:nvSpPr>
        <p:spPr>
          <a:xfrm>
            <a:off x="1672100" y="3967300"/>
            <a:ext cx="5806800" cy="3699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1000">
                <a:solidFill>
                  <a:schemeClr val="dk1"/>
                </a:solidFill>
                <a:latin typeface="Manrope"/>
                <a:ea typeface="Manrope"/>
                <a:cs typeface="Manrope"/>
                <a:sym typeface="Manrope"/>
              </a:rPr>
              <a:t>CREDITS: This presentation template was created by </a:t>
            </a:r>
            <a:r>
              <a:rPr b="1" lang="en" sz="1000">
                <a:solidFill>
                  <a:schemeClr val="dk1"/>
                </a:solidFill>
                <a:uFill>
                  <a:noFill/>
                </a:uFill>
                <a:latin typeface="Manrope"/>
                <a:ea typeface="Manrope"/>
                <a:cs typeface="Manrope"/>
                <a:sym typeface="Manrope"/>
                <a:hlinkClick r:id="rId2">
                  <a:extLst>
                    <a:ext uri="{A12FA001-AC4F-418D-AE19-62706E023703}">
                      <ahyp:hlinkClr val="tx"/>
                    </a:ext>
                  </a:extLst>
                </a:hlinkClick>
              </a:rPr>
              <a:t>Slidesgo</a:t>
            </a:r>
            <a:r>
              <a:rPr lang="en" sz="1000">
                <a:solidFill>
                  <a:schemeClr val="dk1"/>
                </a:solidFill>
                <a:latin typeface="Manrope"/>
                <a:ea typeface="Manrope"/>
                <a:cs typeface="Manrope"/>
                <a:sym typeface="Manrope"/>
              </a:rPr>
              <a:t>, and includes icons, infographics &amp; images by</a:t>
            </a:r>
            <a:r>
              <a:rPr b="1" lang="en" sz="1000">
                <a:solidFill>
                  <a:schemeClr val="dk1"/>
                </a:solidFill>
                <a:latin typeface="Manrope"/>
                <a:ea typeface="Manrope"/>
                <a:cs typeface="Manrope"/>
                <a:sym typeface="Manrope"/>
              </a:rPr>
              <a:t> </a:t>
            </a:r>
            <a:r>
              <a:rPr b="1" lang="en" sz="1000">
                <a:solidFill>
                  <a:schemeClr val="dk1"/>
                </a:solidFill>
                <a:uFill>
                  <a:noFill/>
                </a:uFill>
                <a:latin typeface="Manrope"/>
                <a:ea typeface="Manrope"/>
                <a:cs typeface="Manrope"/>
                <a:sym typeface="Manrope"/>
                <a:hlinkClick r:id="rId3">
                  <a:extLst>
                    <a:ext uri="{A12FA001-AC4F-418D-AE19-62706E023703}">
                      <ahyp:hlinkClr val="tx"/>
                    </a:ext>
                  </a:extLst>
                </a:hlinkClick>
              </a:rPr>
              <a:t>Freepik</a:t>
            </a:r>
            <a:endParaRPr b="1" sz="1000">
              <a:solidFill>
                <a:schemeClr val="dk1"/>
              </a:solidFill>
              <a:latin typeface="Manrope"/>
              <a:ea typeface="Manrope"/>
              <a:cs typeface="Manrope"/>
              <a:sym typeface="Manrope"/>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9">
    <p:spTree>
      <p:nvGrpSpPr>
        <p:cNvPr id="516" name="Shape 516"/>
        <p:cNvGrpSpPr/>
        <p:nvPr/>
      </p:nvGrpSpPr>
      <p:grpSpPr>
        <a:xfrm>
          <a:off x="0" y="0"/>
          <a:ext cx="0" cy="0"/>
          <a:chOff x="0" y="0"/>
          <a:chExt cx="0" cy="0"/>
        </a:xfrm>
      </p:grpSpPr>
      <p:sp>
        <p:nvSpPr>
          <p:cNvPr id="517" name="Google Shape;517;p49"/>
          <p:cNvSpPr/>
          <p:nvPr/>
        </p:nvSpPr>
        <p:spPr>
          <a:xfrm rot="-10285629">
            <a:off x="4140874" y="-2015123"/>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49"/>
          <p:cNvSpPr/>
          <p:nvPr/>
        </p:nvSpPr>
        <p:spPr>
          <a:xfrm flipH="1">
            <a:off x="6818628" y="2586663"/>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49"/>
          <p:cNvSpPr/>
          <p:nvPr/>
        </p:nvSpPr>
        <p:spPr>
          <a:xfrm flipH="1" rot="9748587">
            <a:off x="5601527" y="2021265"/>
            <a:ext cx="8200944" cy="301569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49"/>
          <p:cNvSpPr/>
          <p:nvPr/>
        </p:nvSpPr>
        <p:spPr>
          <a:xfrm flipH="1" rot="4102346">
            <a:off x="-2270967" y="3805847"/>
            <a:ext cx="9416338" cy="601377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49"/>
          <p:cNvSpPr/>
          <p:nvPr/>
        </p:nvSpPr>
        <p:spPr>
          <a:xfrm rot="813319">
            <a:off x="-3580677" y="-14257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49"/>
          <p:cNvSpPr/>
          <p:nvPr/>
        </p:nvSpPr>
        <p:spPr>
          <a:xfrm>
            <a:off x="3065327" y="-42009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9_1">
    <p:spTree>
      <p:nvGrpSpPr>
        <p:cNvPr id="523" name="Shape 523"/>
        <p:cNvGrpSpPr/>
        <p:nvPr/>
      </p:nvGrpSpPr>
      <p:grpSpPr>
        <a:xfrm>
          <a:off x="0" y="0"/>
          <a:ext cx="0" cy="0"/>
          <a:chOff x="0" y="0"/>
          <a:chExt cx="0" cy="0"/>
        </a:xfrm>
      </p:grpSpPr>
      <p:sp>
        <p:nvSpPr>
          <p:cNvPr id="524" name="Google Shape;524;p50"/>
          <p:cNvSpPr/>
          <p:nvPr/>
        </p:nvSpPr>
        <p:spPr>
          <a:xfrm flipH="1" rot="4102360">
            <a:off x="-2512533" y="4030635"/>
            <a:ext cx="7471578" cy="477174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50"/>
          <p:cNvSpPr/>
          <p:nvPr/>
        </p:nvSpPr>
        <p:spPr>
          <a:xfrm rot="813319">
            <a:off x="-4129602" y="-17370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6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50"/>
          <p:cNvSpPr/>
          <p:nvPr/>
        </p:nvSpPr>
        <p:spPr>
          <a:xfrm flipH="1" rot="3394465">
            <a:off x="5593334" y="2171418"/>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2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50"/>
          <p:cNvSpPr/>
          <p:nvPr/>
        </p:nvSpPr>
        <p:spPr>
          <a:xfrm rot="-10285603">
            <a:off x="6336471" y="-2917283"/>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50"/>
          <p:cNvSpPr/>
          <p:nvPr/>
        </p:nvSpPr>
        <p:spPr>
          <a:xfrm rot="-2238616">
            <a:off x="-4635728" y="470344"/>
            <a:ext cx="7826078" cy="2877850"/>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2">
  <p:cSld name="CUSTOM_36">
    <p:spTree>
      <p:nvGrpSpPr>
        <p:cNvPr id="529" name="Shape 529"/>
        <p:cNvGrpSpPr/>
        <p:nvPr/>
      </p:nvGrpSpPr>
      <p:grpSpPr>
        <a:xfrm>
          <a:off x="0" y="0"/>
          <a:ext cx="0" cy="0"/>
          <a:chOff x="0" y="0"/>
          <a:chExt cx="0" cy="0"/>
        </a:xfrm>
      </p:grpSpPr>
      <p:sp>
        <p:nvSpPr>
          <p:cNvPr id="530" name="Google Shape;530;p51"/>
          <p:cNvSpPr/>
          <p:nvPr/>
        </p:nvSpPr>
        <p:spPr>
          <a:xfrm rot="813319">
            <a:off x="-1121291" y="-342427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51"/>
          <p:cNvSpPr/>
          <p:nvPr/>
        </p:nvSpPr>
        <p:spPr>
          <a:xfrm flipH="1" rot="-649785">
            <a:off x="6971064" y="-738425"/>
            <a:ext cx="4558897" cy="1365861"/>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51"/>
          <p:cNvSpPr/>
          <p:nvPr/>
        </p:nvSpPr>
        <p:spPr>
          <a:xfrm>
            <a:off x="1620973" y="2238100"/>
            <a:ext cx="7471673" cy="477180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51"/>
          <p:cNvSpPr/>
          <p:nvPr/>
        </p:nvSpPr>
        <p:spPr>
          <a:xfrm rot="8823147">
            <a:off x="-2081090" y="2808773"/>
            <a:ext cx="5990392" cy="5613180"/>
          </a:xfrm>
          <a:custGeom>
            <a:rect b="b" l="l" r="r" t="t"/>
            <a:pathLst>
              <a:path extrusionOk="0" h="87424" w="93299">
                <a:moveTo>
                  <a:pt x="34162" y="1"/>
                </a:moveTo>
                <a:cubicBezTo>
                  <a:pt x="24245" y="1"/>
                  <a:pt x="25039" y="12520"/>
                  <a:pt x="13717" y="17147"/>
                </a:cubicBezTo>
                <a:cubicBezTo>
                  <a:pt x="1" y="22753"/>
                  <a:pt x="25599" y="33483"/>
                  <a:pt x="18923" y="50349"/>
                </a:cubicBezTo>
                <a:cubicBezTo>
                  <a:pt x="13077" y="65115"/>
                  <a:pt x="23069" y="87424"/>
                  <a:pt x="32143" y="87424"/>
                </a:cubicBezTo>
                <a:cubicBezTo>
                  <a:pt x="33432" y="87424"/>
                  <a:pt x="34703" y="86974"/>
                  <a:pt x="35906" y="85988"/>
                </a:cubicBezTo>
                <a:cubicBezTo>
                  <a:pt x="38841" y="83585"/>
                  <a:pt x="41192" y="82952"/>
                  <a:pt x="43240" y="82952"/>
                </a:cubicBezTo>
                <a:cubicBezTo>
                  <a:pt x="45526" y="82952"/>
                  <a:pt x="47435" y="83741"/>
                  <a:pt x="49356" y="83741"/>
                </a:cubicBezTo>
                <a:cubicBezTo>
                  <a:pt x="51391" y="83741"/>
                  <a:pt x="53441" y="82856"/>
                  <a:pt x="55968" y="79208"/>
                </a:cubicBezTo>
                <a:cubicBezTo>
                  <a:pt x="79663" y="45004"/>
                  <a:pt x="87416" y="44135"/>
                  <a:pt x="87416" y="44135"/>
                </a:cubicBezTo>
                <a:cubicBezTo>
                  <a:pt x="93298" y="21497"/>
                  <a:pt x="60858" y="9397"/>
                  <a:pt x="42111" y="1875"/>
                </a:cubicBezTo>
                <a:cubicBezTo>
                  <a:pt x="38838" y="561"/>
                  <a:pt x="36260" y="1"/>
                  <a:pt x="34162" y="1"/>
                </a:cubicBezTo>
                <a:close/>
              </a:path>
            </a:pathLst>
          </a:custGeom>
          <a:solidFill>
            <a:schemeClr val="accent3">
              <a:alpha val="335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51"/>
          <p:cNvSpPr/>
          <p:nvPr/>
        </p:nvSpPr>
        <p:spPr>
          <a:xfrm rot="-8100000">
            <a:off x="7300672" y="494176"/>
            <a:ext cx="4935837" cy="3769884"/>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51"/>
          <p:cNvSpPr/>
          <p:nvPr/>
        </p:nvSpPr>
        <p:spPr>
          <a:xfrm rot="649785">
            <a:off x="1211739" y="4401125"/>
            <a:ext cx="4558897" cy="1365861"/>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rgbClr val="AC9078">
              <a:alpha val="12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51"/>
          <p:cNvSpPr/>
          <p:nvPr/>
        </p:nvSpPr>
        <p:spPr>
          <a:xfrm rot="2128845">
            <a:off x="3591964" y="-1767729"/>
            <a:ext cx="7826192" cy="2877892"/>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51"/>
          <p:cNvSpPr/>
          <p:nvPr/>
        </p:nvSpPr>
        <p:spPr>
          <a:xfrm rot="-9555807">
            <a:off x="-5772621" y="2297294"/>
            <a:ext cx="7826096" cy="287785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3">
  <p:cSld name="CUSTOM_37">
    <p:spTree>
      <p:nvGrpSpPr>
        <p:cNvPr id="538" name="Shape 538"/>
        <p:cNvGrpSpPr/>
        <p:nvPr/>
      </p:nvGrpSpPr>
      <p:grpSpPr>
        <a:xfrm>
          <a:off x="0" y="0"/>
          <a:ext cx="0" cy="0"/>
          <a:chOff x="0" y="0"/>
          <a:chExt cx="0" cy="0"/>
        </a:xfrm>
      </p:grpSpPr>
      <p:sp>
        <p:nvSpPr>
          <p:cNvPr id="539" name="Google Shape;539;p52"/>
          <p:cNvSpPr/>
          <p:nvPr/>
        </p:nvSpPr>
        <p:spPr>
          <a:xfrm flipH="1" rot="-7405535">
            <a:off x="-3234670" y="-3952493"/>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52"/>
          <p:cNvSpPr/>
          <p:nvPr/>
        </p:nvSpPr>
        <p:spPr>
          <a:xfrm rot="10800000">
            <a:off x="-4386762" y="886054"/>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52"/>
          <p:cNvSpPr/>
          <p:nvPr/>
        </p:nvSpPr>
        <p:spPr>
          <a:xfrm rot="-6847906">
            <a:off x="-4259206" y="2193197"/>
            <a:ext cx="7826127" cy="287786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2"/>
          <p:cNvSpPr/>
          <p:nvPr/>
        </p:nvSpPr>
        <p:spPr>
          <a:xfrm flipH="1" rot="10150240">
            <a:off x="-3503869" y="4261834"/>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52"/>
          <p:cNvSpPr/>
          <p:nvPr/>
        </p:nvSpPr>
        <p:spPr>
          <a:xfrm rot="-9986681">
            <a:off x="4621400" y="2424119"/>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52"/>
          <p:cNvSpPr/>
          <p:nvPr/>
        </p:nvSpPr>
        <p:spPr>
          <a:xfrm rot="514397">
            <a:off x="5775901" y="-3485758"/>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2"/>
          <p:cNvSpPr/>
          <p:nvPr/>
        </p:nvSpPr>
        <p:spPr>
          <a:xfrm rot="3373645">
            <a:off x="6277252" y="1028280"/>
            <a:ext cx="7826046" cy="287783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549" name="Shape 549"/>
        <p:cNvGrpSpPr/>
        <p:nvPr/>
      </p:nvGrpSpPr>
      <p:grpSpPr>
        <a:xfrm>
          <a:off x="0" y="0"/>
          <a:ext cx="0" cy="0"/>
          <a:chOff x="0" y="0"/>
          <a:chExt cx="0" cy="0"/>
        </a:xfrm>
      </p:grpSpPr>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
    <p:spTree>
      <p:nvGrpSpPr>
        <p:cNvPr id="550" name="Shape 550"/>
        <p:cNvGrpSpPr/>
        <p:nvPr/>
      </p:nvGrpSpPr>
      <p:grpSpPr>
        <a:xfrm>
          <a:off x="0" y="0"/>
          <a:ext cx="0" cy="0"/>
          <a:chOff x="0" y="0"/>
          <a:chExt cx="0" cy="0"/>
        </a:xfrm>
      </p:grpSpPr>
      <p:sp>
        <p:nvSpPr>
          <p:cNvPr id="551" name="Google Shape;551;p55"/>
          <p:cNvSpPr txBox="1"/>
          <p:nvPr>
            <p:ph type="title"/>
          </p:nvPr>
        </p:nvSpPr>
        <p:spPr>
          <a:xfrm>
            <a:off x="1048350" y="323850"/>
            <a:ext cx="7047300" cy="4824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None/>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555" name="Shape 55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theme" Target="../theme/theme4.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slideLayout" Target="../slideLayouts/slideLayout53.xml"/><Relationship Id="rId3"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accent2"/>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21075" y="438900"/>
            <a:ext cx="7698600" cy="572700"/>
          </a:xfrm>
          <a:prstGeom prst="rect">
            <a:avLst/>
          </a:prstGeom>
          <a:noFill/>
          <a:ln>
            <a:noFill/>
          </a:ln>
        </p:spPr>
        <p:txBody>
          <a:bodyPr anchorCtr="0" anchor="ctr" bIns="91425" lIns="91425" spcFirstLastPara="1" rIns="91425" wrap="square" tIns="91425">
            <a:noAutofit/>
          </a:bodyPr>
          <a:lstStyle>
            <a:lvl1pPr lvl="0" rtl="0" algn="ctr">
              <a:spcBef>
                <a:spcPts val="0"/>
              </a:spcBef>
              <a:spcAft>
                <a:spcPts val="0"/>
              </a:spcAft>
              <a:buClr>
                <a:schemeClr val="dk1"/>
              </a:buClr>
              <a:buSzPts val="2800"/>
              <a:buFont typeface="Kulim Park"/>
              <a:buNone/>
              <a:defRPr sz="2800">
                <a:solidFill>
                  <a:schemeClr val="dk1"/>
                </a:solidFill>
                <a:latin typeface="Kulim Park"/>
                <a:ea typeface="Kulim Park"/>
                <a:cs typeface="Kulim Park"/>
                <a:sym typeface="Kulim Park"/>
              </a:defRPr>
            </a:lvl1pPr>
            <a:lvl2pPr lvl="1" rtl="0">
              <a:spcBef>
                <a:spcPts val="0"/>
              </a:spcBef>
              <a:spcAft>
                <a:spcPts val="0"/>
              </a:spcAft>
              <a:buClr>
                <a:schemeClr val="dk1"/>
              </a:buClr>
              <a:buSzPts val="3500"/>
              <a:buFont typeface="Kulim Park"/>
              <a:buNone/>
              <a:defRPr sz="3500">
                <a:solidFill>
                  <a:schemeClr val="dk1"/>
                </a:solidFill>
                <a:latin typeface="Kulim Park"/>
                <a:ea typeface="Kulim Park"/>
                <a:cs typeface="Kulim Park"/>
                <a:sym typeface="Kulim Park"/>
              </a:defRPr>
            </a:lvl2pPr>
            <a:lvl3pPr lvl="2" rtl="0">
              <a:spcBef>
                <a:spcPts val="0"/>
              </a:spcBef>
              <a:spcAft>
                <a:spcPts val="0"/>
              </a:spcAft>
              <a:buClr>
                <a:schemeClr val="dk1"/>
              </a:buClr>
              <a:buSzPts val="3500"/>
              <a:buFont typeface="Kulim Park"/>
              <a:buNone/>
              <a:defRPr sz="3500">
                <a:solidFill>
                  <a:schemeClr val="dk1"/>
                </a:solidFill>
                <a:latin typeface="Kulim Park"/>
                <a:ea typeface="Kulim Park"/>
                <a:cs typeface="Kulim Park"/>
                <a:sym typeface="Kulim Park"/>
              </a:defRPr>
            </a:lvl3pPr>
            <a:lvl4pPr lvl="3" rtl="0">
              <a:spcBef>
                <a:spcPts val="0"/>
              </a:spcBef>
              <a:spcAft>
                <a:spcPts val="0"/>
              </a:spcAft>
              <a:buClr>
                <a:schemeClr val="dk1"/>
              </a:buClr>
              <a:buSzPts val="3500"/>
              <a:buFont typeface="Kulim Park"/>
              <a:buNone/>
              <a:defRPr sz="3500">
                <a:solidFill>
                  <a:schemeClr val="dk1"/>
                </a:solidFill>
                <a:latin typeface="Kulim Park"/>
                <a:ea typeface="Kulim Park"/>
                <a:cs typeface="Kulim Park"/>
                <a:sym typeface="Kulim Park"/>
              </a:defRPr>
            </a:lvl4pPr>
            <a:lvl5pPr lvl="4" rtl="0">
              <a:spcBef>
                <a:spcPts val="0"/>
              </a:spcBef>
              <a:spcAft>
                <a:spcPts val="0"/>
              </a:spcAft>
              <a:buClr>
                <a:schemeClr val="dk1"/>
              </a:buClr>
              <a:buSzPts val="3500"/>
              <a:buFont typeface="Kulim Park"/>
              <a:buNone/>
              <a:defRPr sz="3500">
                <a:solidFill>
                  <a:schemeClr val="dk1"/>
                </a:solidFill>
                <a:latin typeface="Kulim Park"/>
                <a:ea typeface="Kulim Park"/>
                <a:cs typeface="Kulim Park"/>
                <a:sym typeface="Kulim Park"/>
              </a:defRPr>
            </a:lvl5pPr>
            <a:lvl6pPr lvl="5" rtl="0">
              <a:spcBef>
                <a:spcPts val="0"/>
              </a:spcBef>
              <a:spcAft>
                <a:spcPts val="0"/>
              </a:spcAft>
              <a:buClr>
                <a:schemeClr val="dk1"/>
              </a:buClr>
              <a:buSzPts val="3500"/>
              <a:buFont typeface="Kulim Park"/>
              <a:buNone/>
              <a:defRPr sz="3500">
                <a:solidFill>
                  <a:schemeClr val="dk1"/>
                </a:solidFill>
                <a:latin typeface="Kulim Park"/>
                <a:ea typeface="Kulim Park"/>
                <a:cs typeface="Kulim Park"/>
                <a:sym typeface="Kulim Park"/>
              </a:defRPr>
            </a:lvl6pPr>
            <a:lvl7pPr lvl="6" rtl="0">
              <a:spcBef>
                <a:spcPts val="0"/>
              </a:spcBef>
              <a:spcAft>
                <a:spcPts val="0"/>
              </a:spcAft>
              <a:buClr>
                <a:schemeClr val="dk1"/>
              </a:buClr>
              <a:buSzPts val="3500"/>
              <a:buFont typeface="Kulim Park"/>
              <a:buNone/>
              <a:defRPr sz="3500">
                <a:solidFill>
                  <a:schemeClr val="dk1"/>
                </a:solidFill>
                <a:latin typeface="Kulim Park"/>
                <a:ea typeface="Kulim Park"/>
                <a:cs typeface="Kulim Park"/>
                <a:sym typeface="Kulim Park"/>
              </a:defRPr>
            </a:lvl7pPr>
            <a:lvl8pPr lvl="7" rtl="0">
              <a:spcBef>
                <a:spcPts val="0"/>
              </a:spcBef>
              <a:spcAft>
                <a:spcPts val="0"/>
              </a:spcAft>
              <a:buClr>
                <a:schemeClr val="dk1"/>
              </a:buClr>
              <a:buSzPts val="3500"/>
              <a:buFont typeface="Kulim Park"/>
              <a:buNone/>
              <a:defRPr sz="3500">
                <a:solidFill>
                  <a:schemeClr val="dk1"/>
                </a:solidFill>
                <a:latin typeface="Kulim Park"/>
                <a:ea typeface="Kulim Park"/>
                <a:cs typeface="Kulim Park"/>
                <a:sym typeface="Kulim Park"/>
              </a:defRPr>
            </a:lvl8pPr>
            <a:lvl9pPr lvl="8" rtl="0">
              <a:spcBef>
                <a:spcPts val="0"/>
              </a:spcBef>
              <a:spcAft>
                <a:spcPts val="0"/>
              </a:spcAft>
              <a:buClr>
                <a:schemeClr val="dk1"/>
              </a:buClr>
              <a:buSzPts val="3500"/>
              <a:buFont typeface="Kulim Park"/>
              <a:buNone/>
              <a:defRPr sz="3500">
                <a:solidFill>
                  <a:schemeClr val="dk1"/>
                </a:solidFill>
                <a:latin typeface="Kulim Park"/>
                <a:ea typeface="Kulim Park"/>
                <a:cs typeface="Kulim Park"/>
                <a:sym typeface="Kulim Park"/>
              </a:defRPr>
            </a:lvl9pPr>
          </a:lstStyle>
          <a:p/>
        </p:txBody>
      </p:sp>
      <p:sp>
        <p:nvSpPr>
          <p:cNvPr id="7" name="Google Shape;7;p1"/>
          <p:cNvSpPr txBox="1"/>
          <p:nvPr>
            <p:ph idx="1" type="body"/>
          </p:nvPr>
        </p:nvSpPr>
        <p:spPr>
          <a:xfrm>
            <a:off x="721075" y="1351868"/>
            <a:ext cx="7701900" cy="3247500"/>
          </a:xfrm>
          <a:prstGeom prst="rect">
            <a:avLst/>
          </a:prstGeom>
          <a:noFill/>
          <a:ln>
            <a:noFill/>
          </a:ln>
        </p:spPr>
        <p:txBody>
          <a:bodyPr anchorCtr="0" anchor="t" bIns="91425" lIns="91425" spcFirstLastPara="1" rIns="91425" wrap="square" tIns="91425">
            <a:noAutofit/>
          </a:bodyPr>
          <a:lstStyle>
            <a:lvl1pPr indent="-330200" lvl="0" marL="457200">
              <a:lnSpc>
                <a:spcPct val="100000"/>
              </a:lnSpc>
              <a:spcBef>
                <a:spcPts val="0"/>
              </a:spcBef>
              <a:spcAft>
                <a:spcPts val="0"/>
              </a:spcAft>
              <a:buClr>
                <a:schemeClr val="dk1"/>
              </a:buClr>
              <a:buSzPts val="1600"/>
              <a:buFont typeface="Manrope"/>
              <a:buChar char="●"/>
              <a:defRPr sz="1600">
                <a:solidFill>
                  <a:schemeClr val="dk1"/>
                </a:solidFill>
                <a:latin typeface="Manrope"/>
                <a:ea typeface="Manrope"/>
                <a:cs typeface="Manrope"/>
                <a:sym typeface="Manrope"/>
              </a:defRPr>
            </a:lvl1pPr>
            <a:lvl2pPr indent="-330200" lvl="1" marL="914400">
              <a:lnSpc>
                <a:spcPct val="100000"/>
              </a:lnSpc>
              <a:spcBef>
                <a:spcPts val="0"/>
              </a:spcBef>
              <a:spcAft>
                <a:spcPts val="0"/>
              </a:spcAft>
              <a:buClr>
                <a:schemeClr val="dk1"/>
              </a:buClr>
              <a:buSzPts val="1600"/>
              <a:buFont typeface="Manrope"/>
              <a:buChar char="○"/>
              <a:defRPr sz="1600">
                <a:solidFill>
                  <a:schemeClr val="dk1"/>
                </a:solidFill>
                <a:latin typeface="Manrope"/>
                <a:ea typeface="Manrope"/>
                <a:cs typeface="Manrope"/>
                <a:sym typeface="Manrope"/>
              </a:defRPr>
            </a:lvl2pPr>
            <a:lvl3pPr indent="-330200" lvl="2" marL="1371600">
              <a:lnSpc>
                <a:spcPct val="100000"/>
              </a:lnSpc>
              <a:spcBef>
                <a:spcPts val="0"/>
              </a:spcBef>
              <a:spcAft>
                <a:spcPts val="0"/>
              </a:spcAft>
              <a:buClr>
                <a:schemeClr val="dk1"/>
              </a:buClr>
              <a:buSzPts val="1600"/>
              <a:buFont typeface="Manrope"/>
              <a:buChar char="■"/>
              <a:defRPr sz="1600">
                <a:solidFill>
                  <a:schemeClr val="dk1"/>
                </a:solidFill>
                <a:latin typeface="Manrope"/>
                <a:ea typeface="Manrope"/>
                <a:cs typeface="Manrope"/>
                <a:sym typeface="Manrope"/>
              </a:defRPr>
            </a:lvl3pPr>
            <a:lvl4pPr indent="-330200" lvl="3" marL="1828800">
              <a:lnSpc>
                <a:spcPct val="100000"/>
              </a:lnSpc>
              <a:spcBef>
                <a:spcPts val="0"/>
              </a:spcBef>
              <a:spcAft>
                <a:spcPts val="0"/>
              </a:spcAft>
              <a:buClr>
                <a:schemeClr val="dk1"/>
              </a:buClr>
              <a:buSzPts val="1600"/>
              <a:buFont typeface="Manrope"/>
              <a:buChar char="●"/>
              <a:defRPr sz="1600">
                <a:solidFill>
                  <a:schemeClr val="dk1"/>
                </a:solidFill>
                <a:latin typeface="Manrope"/>
                <a:ea typeface="Manrope"/>
                <a:cs typeface="Manrope"/>
                <a:sym typeface="Manrope"/>
              </a:defRPr>
            </a:lvl4pPr>
            <a:lvl5pPr indent="-330200" lvl="4" marL="2286000">
              <a:lnSpc>
                <a:spcPct val="100000"/>
              </a:lnSpc>
              <a:spcBef>
                <a:spcPts val="0"/>
              </a:spcBef>
              <a:spcAft>
                <a:spcPts val="0"/>
              </a:spcAft>
              <a:buClr>
                <a:schemeClr val="dk1"/>
              </a:buClr>
              <a:buSzPts val="1600"/>
              <a:buFont typeface="Manrope"/>
              <a:buChar char="○"/>
              <a:defRPr sz="1600">
                <a:solidFill>
                  <a:schemeClr val="dk1"/>
                </a:solidFill>
                <a:latin typeface="Manrope"/>
                <a:ea typeface="Manrope"/>
                <a:cs typeface="Manrope"/>
                <a:sym typeface="Manrope"/>
              </a:defRPr>
            </a:lvl5pPr>
            <a:lvl6pPr indent="-330200" lvl="5" marL="2743200">
              <a:lnSpc>
                <a:spcPct val="100000"/>
              </a:lnSpc>
              <a:spcBef>
                <a:spcPts val="0"/>
              </a:spcBef>
              <a:spcAft>
                <a:spcPts val="0"/>
              </a:spcAft>
              <a:buClr>
                <a:schemeClr val="dk1"/>
              </a:buClr>
              <a:buSzPts val="1600"/>
              <a:buFont typeface="Manrope"/>
              <a:buChar char="■"/>
              <a:defRPr sz="1600">
                <a:solidFill>
                  <a:schemeClr val="dk1"/>
                </a:solidFill>
                <a:latin typeface="Manrope"/>
                <a:ea typeface="Manrope"/>
                <a:cs typeface="Manrope"/>
                <a:sym typeface="Manrope"/>
              </a:defRPr>
            </a:lvl6pPr>
            <a:lvl7pPr indent="-330200" lvl="6" marL="3200400">
              <a:lnSpc>
                <a:spcPct val="100000"/>
              </a:lnSpc>
              <a:spcBef>
                <a:spcPts val="0"/>
              </a:spcBef>
              <a:spcAft>
                <a:spcPts val="0"/>
              </a:spcAft>
              <a:buClr>
                <a:schemeClr val="dk1"/>
              </a:buClr>
              <a:buSzPts val="1600"/>
              <a:buFont typeface="Manrope"/>
              <a:buChar char="●"/>
              <a:defRPr sz="1600">
                <a:solidFill>
                  <a:schemeClr val="dk1"/>
                </a:solidFill>
                <a:latin typeface="Manrope"/>
                <a:ea typeface="Manrope"/>
                <a:cs typeface="Manrope"/>
                <a:sym typeface="Manrope"/>
              </a:defRPr>
            </a:lvl7pPr>
            <a:lvl8pPr indent="-330200" lvl="7" marL="3657600">
              <a:lnSpc>
                <a:spcPct val="100000"/>
              </a:lnSpc>
              <a:spcBef>
                <a:spcPts val="0"/>
              </a:spcBef>
              <a:spcAft>
                <a:spcPts val="0"/>
              </a:spcAft>
              <a:buClr>
                <a:schemeClr val="dk1"/>
              </a:buClr>
              <a:buSzPts val="1600"/>
              <a:buFont typeface="Manrope"/>
              <a:buChar char="○"/>
              <a:defRPr sz="1600">
                <a:solidFill>
                  <a:schemeClr val="dk1"/>
                </a:solidFill>
                <a:latin typeface="Manrope"/>
                <a:ea typeface="Manrope"/>
                <a:cs typeface="Manrope"/>
                <a:sym typeface="Manrope"/>
              </a:defRPr>
            </a:lvl8pPr>
            <a:lvl9pPr indent="-330200" lvl="8" marL="4114800">
              <a:lnSpc>
                <a:spcPct val="100000"/>
              </a:lnSpc>
              <a:spcBef>
                <a:spcPts val="0"/>
              </a:spcBef>
              <a:spcAft>
                <a:spcPts val="0"/>
              </a:spcAft>
              <a:buClr>
                <a:schemeClr val="dk1"/>
              </a:buClr>
              <a:buSzPts val="1600"/>
              <a:buFont typeface="Manrope"/>
              <a:buChar char="■"/>
              <a:defRPr sz="1600">
                <a:solidFill>
                  <a:schemeClr val="dk1"/>
                </a:solidFill>
                <a:latin typeface="Manrope"/>
                <a:ea typeface="Manrope"/>
                <a:cs typeface="Manrope"/>
                <a:sym typeface="Manrope"/>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546" name="Shape 546"/>
        <p:cNvGrpSpPr/>
        <p:nvPr/>
      </p:nvGrpSpPr>
      <p:grpSpPr>
        <a:xfrm>
          <a:off x="0" y="0"/>
          <a:ext cx="0" cy="0"/>
          <a:chOff x="0" y="0"/>
          <a:chExt cx="0" cy="0"/>
        </a:xfrm>
      </p:grpSpPr>
      <p:sp>
        <p:nvSpPr>
          <p:cNvPr id="547" name="Google Shape;547;p53"/>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rtl="0" algn="ctr">
              <a:spcBef>
                <a:spcPts val="0"/>
              </a:spcBef>
              <a:spcAft>
                <a:spcPts val="0"/>
              </a:spcAft>
              <a:buClr>
                <a:srgbClr val="FFFFFF"/>
              </a:buClr>
              <a:buSzPts val="2400"/>
              <a:buNone/>
              <a:defRPr sz="2400">
                <a:solidFill>
                  <a:srgbClr val="FFFFFF"/>
                </a:solidFill>
              </a:defRPr>
            </a:lvl1pPr>
            <a:lvl2pPr lvl="1" rtl="0" algn="ctr">
              <a:spcBef>
                <a:spcPts val="0"/>
              </a:spcBef>
              <a:spcAft>
                <a:spcPts val="0"/>
              </a:spcAft>
              <a:buClr>
                <a:srgbClr val="FFFFFF"/>
              </a:buClr>
              <a:buSzPts val="2400"/>
              <a:buNone/>
              <a:defRPr sz="2400">
                <a:solidFill>
                  <a:srgbClr val="FFFFFF"/>
                </a:solidFill>
              </a:defRPr>
            </a:lvl2pPr>
            <a:lvl3pPr lvl="2" rtl="0" algn="ctr">
              <a:spcBef>
                <a:spcPts val="0"/>
              </a:spcBef>
              <a:spcAft>
                <a:spcPts val="0"/>
              </a:spcAft>
              <a:buClr>
                <a:srgbClr val="FFFFFF"/>
              </a:buClr>
              <a:buSzPts val="2400"/>
              <a:buNone/>
              <a:defRPr sz="2400">
                <a:solidFill>
                  <a:srgbClr val="FFFFFF"/>
                </a:solidFill>
              </a:defRPr>
            </a:lvl3pPr>
            <a:lvl4pPr lvl="3" rtl="0" algn="ctr">
              <a:spcBef>
                <a:spcPts val="0"/>
              </a:spcBef>
              <a:spcAft>
                <a:spcPts val="0"/>
              </a:spcAft>
              <a:buClr>
                <a:srgbClr val="FFFFFF"/>
              </a:buClr>
              <a:buSzPts val="2400"/>
              <a:buNone/>
              <a:defRPr sz="2400">
                <a:solidFill>
                  <a:srgbClr val="FFFFFF"/>
                </a:solidFill>
              </a:defRPr>
            </a:lvl4pPr>
            <a:lvl5pPr lvl="4" rtl="0" algn="ctr">
              <a:spcBef>
                <a:spcPts val="0"/>
              </a:spcBef>
              <a:spcAft>
                <a:spcPts val="0"/>
              </a:spcAft>
              <a:buClr>
                <a:srgbClr val="FFFFFF"/>
              </a:buClr>
              <a:buSzPts val="2400"/>
              <a:buNone/>
              <a:defRPr sz="2400">
                <a:solidFill>
                  <a:srgbClr val="FFFFFF"/>
                </a:solidFill>
              </a:defRPr>
            </a:lvl5pPr>
            <a:lvl6pPr lvl="5" rtl="0" algn="ctr">
              <a:spcBef>
                <a:spcPts val="0"/>
              </a:spcBef>
              <a:spcAft>
                <a:spcPts val="0"/>
              </a:spcAft>
              <a:buClr>
                <a:srgbClr val="FFFFFF"/>
              </a:buClr>
              <a:buSzPts val="2400"/>
              <a:buNone/>
              <a:defRPr sz="2400">
                <a:solidFill>
                  <a:srgbClr val="FFFFFF"/>
                </a:solidFill>
              </a:defRPr>
            </a:lvl6pPr>
            <a:lvl7pPr lvl="6" rtl="0" algn="ctr">
              <a:spcBef>
                <a:spcPts val="0"/>
              </a:spcBef>
              <a:spcAft>
                <a:spcPts val="0"/>
              </a:spcAft>
              <a:buClr>
                <a:srgbClr val="FFFFFF"/>
              </a:buClr>
              <a:buSzPts val="2400"/>
              <a:buNone/>
              <a:defRPr sz="2400">
                <a:solidFill>
                  <a:srgbClr val="FFFFFF"/>
                </a:solidFill>
              </a:defRPr>
            </a:lvl7pPr>
            <a:lvl8pPr lvl="7" rtl="0" algn="ctr">
              <a:spcBef>
                <a:spcPts val="0"/>
              </a:spcBef>
              <a:spcAft>
                <a:spcPts val="0"/>
              </a:spcAft>
              <a:buClr>
                <a:srgbClr val="FFFFFF"/>
              </a:buClr>
              <a:buSzPts val="2400"/>
              <a:buNone/>
              <a:defRPr sz="2400">
                <a:solidFill>
                  <a:srgbClr val="FFFFFF"/>
                </a:solidFill>
              </a:defRPr>
            </a:lvl8pPr>
            <a:lvl9pPr lvl="8" rtl="0" algn="ctr">
              <a:spcBef>
                <a:spcPts val="0"/>
              </a:spcBef>
              <a:spcAft>
                <a:spcPts val="0"/>
              </a:spcAft>
              <a:buClr>
                <a:srgbClr val="FFFFFF"/>
              </a:buClr>
              <a:buSzPts val="2400"/>
              <a:buNone/>
              <a:defRPr sz="2400">
                <a:solidFill>
                  <a:srgbClr val="FFFFFF"/>
                </a:solidFill>
              </a:defRPr>
            </a:lvl9pPr>
          </a:lstStyle>
          <a:p/>
        </p:txBody>
      </p:sp>
      <p:sp>
        <p:nvSpPr>
          <p:cNvPr id="548" name="Google Shape;548;p53"/>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indent="-298450" lvl="1" marL="914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indent="-298450" lvl="2" marL="1371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indent="-298450" lvl="3" marL="1828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indent="-298450" lvl="4" marL="22860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indent="-298450" lvl="5" marL="2743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indent="-298450" lvl="6" marL="3200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indent="-298450" lvl="7" marL="3657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indent="-298450" lvl="8" marL="4114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p:txBody>
      </p:sp>
    </p:spTree>
  </p:cSld>
  <p:clrMap accent1="accent1" accent2="accent2" accent3="accent3" accent4="accent4" accent5="accent5" accent6="accent6" bg1="lt1" bg2="dk2" tx1="dk1" tx2="lt2" folHlink="folHlink" hlink="hlink"/>
  <p:sldLayoutIdLst>
    <p:sldLayoutId id="2147483699" r:id="rId1"/>
    <p:sldLayoutId id="2147483700" r:id="rId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552" name="Shape 552"/>
        <p:cNvGrpSpPr/>
        <p:nvPr/>
      </p:nvGrpSpPr>
      <p:grpSpPr>
        <a:xfrm>
          <a:off x="0" y="0"/>
          <a:ext cx="0" cy="0"/>
          <a:chOff x="0" y="0"/>
          <a:chExt cx="0" cy="0"/>
        </a:xfrm>
      </p:grpSpPr>
      <p:sp>
        <p:nvSpPr>
          <p:cNvPr id="553" name="Google Shape;553;p56"/>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p:txBody>
      </p:sp>
      <p:sp>
        <p:nvSpPr>
          <p:cNvPr id="554" name="Google Shape;554;p56"/>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indent="-298450" lvl="1" marL="91440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indent="-298450" lvl="2" marL="137160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indent="-298450" lvl="3" marL="182880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indent="-298450" lvl="4" marL="228600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indent="-298450" lvl="5" marL="274320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indent="-298450" lvl="6" marL="320040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indent="-298450" lvl="7" marL="365760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indent="-298450" lvl="8" marL="411480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p:txBody>
      </p:sp>
    </p:spTree>
  </p:cSld>
  <p:clrMap accent1="accent1" accent2="accent2" accent3="accent3" accent4="accent4" accent5="accent5" accent6="accent6" bg1="lt1" bg2="dk2" tx1="dk1" tx2="lt2" folHlink="folHlink" hlink="hlink"/>
  <p:sldLayoutIdLst>
    <p:sldLayoutId id="2147483701"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 Id="rId3" Type="http://schemas.openxmlformats.org/officeDocument/2006/relationships/slide" Target="slide69.xml"/><Relationship Id="rId4" Type="http://schemas.openxmlformats.org/officeDocument/2006/relationships/slide" Target="slide65.xml"/><Relationship Id="rId5" Type="http://schemas.openxmlformats.org/officeDocument/2006/relationships/slide" Target="slide63.xml"/><Relationship Id="rId6" Type="http://schemas.openxmlformats.org/officeDocument/2006/relationships/slide" Target="slide63.xml"/><Relationship Id="rId7" Type="http://schemas.openxmlformats.org/officeDocument/2006/relationships/slide" Target="slide60.xml"/><Relationship Id="rId8" Type="http://schemas.openxmlformats.org/officeDocument/2006/relationships/slide" Target="slide69.xml"/><Relationship Id="rId9" Type="http://schemas.openxmlformats.org/officeDocument/2006/relationships/slide" Target="slide71.xml"/><Relationship Id="rId10" Type="http://schemas.openxmlformats.org/officeDocument/2006/relationships/slide" Target="slide77.xml"/><Relationship Id="rId11" Type="http://schemas.openxmlformats.org/officeDocument/2006/relationships/hyperlink" Target="http://bit.ly/2Tynxth" TargetMode="External"/><Relationship Id="rId12" Type="http://schemas.openxmlformats.org/officeDocument/2006/relationships/hyperlink" Target="http://bit.ly/30B07Gq" TargetMode="External"/><Relationship Id="rId13" Type="http://schemas.openxmlformats.org/officeDocument/2006/relationships/hyperlink" Target="http://bit.ly/33VAFh3" TargetMode="External"/><Relationship Id="rId14" Type="http://schemas.openxmlformats.org/officeDocument/2006/relationships/hyperlink" Target="https://www.freepik.com/?utm_source=slidesgo_template&amp;utm_medium=referral-link&amp;utm_campaign=promo-slide&amp;utm_term=slidesgo&amp;utm_content=freepik" TargetMode="External"/><Relationship Id="rId15" Type="http://schemas.openxmlformats.org/officeDocument/2006/relationships/hyperlink" Target="https://www.flaticon.com/?utm_source=slidesgo_template&amp;utm_medium=referral-link&amp;utm_campaign=promo-slide&amp;utm_term=slidesgo&amp;utm_content=flaticon" TargetMode="External"/><Relationship Id="rId16" Type="http://schemas.openxmlformats.org/officeDocument/2006/relationships/hyperlink" Target="https://storyset.com/?utm_source=slidesgo_template&amp;utm_medium=referral-link&amp;utm_campaign=promo-slide&amp;utm_term=slidesgo&amp;utm_content=storyset" TargetMode="External"/><Relationship Id="rId17" Type="http://schemas.openxmlformats.org/officeDocument/2006/relationships/hyperlink" Target="https://wepik.com/?utm_source=slidesgo_template&amp;utm_medium=referral-link&amp;utm_campaign=promo-slide&amp;utm_term=slidesgo&amp;utm_content=wepik" TargetMode="External"/><Relationship Id="rId18" Type="http://schemas.openxmlformats.org/officeDocument/2006/relationships/hyperlink" Target="https://vidfy.com/?utm_source=slidesgo_template&amp;utm_medium=referral-link&amp;utm_campaign=promo-slide&amp;utm_term=slidesgo&amp;utm_content=vidf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 Id="rId3" Type="http://schemas.openxmlformats.org/officeDocument/2006/relationships/image" Target="../media/image1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8.xml"/><Relationship Id="rId3"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8.xml"/><Relationship Id="rId3" Type="http://schemas.openxmlformats.org/officeDocument/2006/relationships/image" Target="../media/image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9.xml"/><Relationship Id="rId3" Type="http://schemas.openxmlformats.org/officeDocument/2006/relationships/image" Target="../media/image2.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0.xml"/><Relationship Id="rId3" Type="http://schemas.openxmlformats.org/officeDocument/2006/relationships/image" Target="../media/image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24.xml"/><Relationship Id="rId3"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hyperlink" Target="https://docs.google.com/spreadsheets/d/13-Mnw-z_BJUf_SAIYhY94lcEvA2AGyKlqZTei9Hmry4/copy#gid=1364826426" TargetMode="External"/><Relationship Id="rId5"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3.xml"/><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hyperlink" Target="https://docs.google.com/spreadsheets/d/13-Mnw-z_BJUf_SAIYhY94lcEvA2AGyKlqZTei9Hmry4/copy#gid=2031096041" TargetMode="External"/><Relationship Id="rId5"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36.xml"/><Relationship Id="rId3" Type="http://schemas.openxmlformats.org/officeDocument/2006/relationships/image" Target="../media/image16.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 Id="rId3" Type="http://schemas.openxmlformats.org/officeDocument/2006/relationships/hyperlink" Target="https://docs.google.com/spreadsheets/d/13-Mnw-z_BJUf_SAIYhY94lcEvA2AGyKlqZTei9Hmry4/copy#gid=331389223" TargetMode="External"/><Relationship Id="rId4" Type="http://schemas.openxmlformats.org/officeDocument/2006/relationships/image" Target="../media/image6.png"/><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 Id="rId3"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hyperlink" Target="https://docs.google.com/spreadsheets/d/13-Mnw-z_BJUf_SAIYhY94lcEvA2AGyKlqZTei9Hmry4/copy#gid=1568067999" TargetMode="External"/><Relationship Id="rId5" Type="http://schemas.openxmlformats.org/officeDocument/2006/relationships/image" Target="../media/image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hyperlink" Target="https://docs.google.com/spreadsheets/d/13-Mnw-z_BJUf_SAIYhY94lcEvA2AGyKlqZTei9Hmry4/copy#gid=362844867" TargetMode="External"/><Relationship Id="rId5" Type="http://schemas.openxmlformats.org/officeDocument/2006/relationships/image" Target="../media/image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7.xml"/><Relationship Id="rId3" Type="http://schemas.openxmlformats.org/officeDocument/2006/relationships/image" Target="../media/image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4.xml"/><Relationship Id="rId3" Type="http://schemas.openxmlformats.org/officeDocument/2006/relationships/hyperlink" Target="https://www.freepik.com/premium-photo/k-pop-stylish-people-urban-scene_18301292.htm/?utm_source=slidesgo_template&amp;utm_medium=referral-link&amp;utm_campaign=sg_resources&amp;utm_content=freepik" TargetMode="External"/><Relationship Id="rId4" Type="http://schemas.openxmlformats.org/officeDocument/2006/relationships/hyperlink" Target="https://www.freepik.com/premium-photo/young-people-urban-scene-with-k-pop-aesthetics_18301303.htm/?utm_source=slidesgo_template&amp;utm_medium=referral-link&amp;utm_campaign=sg_resources&amp;utm_content=freepik" TargetMode="External"/><Relationship Id="rId5" Type="http://schemas.openxmlformats.org/officeDocument/2006/relationships/hyperlink" Target="https://www.freepik.com/premium-photo/stylish-man-k-pop-clothing-urban-scene_18301312.htm/?utm_source=slidesgo_template&amp;utm_medium=referral-link&amp;utm_campaign=sg_resources&amp;utm_content=freepik" TargetMode="External"/><Relationship Id="rId6" Type="http://schemas.openxmlformats.org/officeDocument/2006/relationships/hyperlink" Target="https://www.freepik.com/premium-photo/abstract-minimal-concept-leaves-shadows_12230367.htm/?utm_source=slidesgo_template&amp;utm_medium=referral-link&amp;utm_campaign=sg_resources&amp;utm_content=freepik" TargetMode="External"/><Relationship Id="rId7" Type="http://schemas.openxmlformats.org/officeDocument/2006/relationships/hyperlink" Target="https://www.freepik.com/premium-photo/elegant-plants-decoration-vase_24022764.htm/?utm_source=slidesgo_template&amp;utm_medium=referral-link&amp;utm_campaign=sg_resources&amp;utm_content=freepik"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5.xml"/><Relationship Id="rId3" Type="http://schemas.openxmlformats.org/officeDocument/2006/relationships/hyperlink" Target="https://www.flaticon.com/packs/seoul-1?word=korean/?utm_source=slidesgo_template&amp;utm_medium=referral-link&amp;utm_campaign=sg_resources&amp;utm_content=flaticon" TargetMode="External"/><Relationship Id="rId4" Type="http://schemas.openxmlformats.org/officeDocument/2006/relationships/hyperlink" Target="https://www.freepik.com/free-photo/abstract-minimal-concept-flowers-shadows_12230371.htm#page=1&amp;position=4&amp;from_view=collections/?utm_source=slidesgo_template&amp;utm_medium=referral-link&amp;utm_campaign=sg_resources&amp;utm_content=freepik" TargetMode="External"/><Relationship Id="rId5" Type="http://schemas.openxmlformats.org/officeDocument/2006/relationships/hyperlink" Target="https://www.freepik.com/free-photo/people-wearing-k-pop-aesthetics-clothing_18301271.htm#page=1&amp;position=3&amp;from_view=collections/?utm_source=slidesgo_template&amp;utm_medium=referral-link&amp;utm_campaign=sg_resources&amp;utm_content=freepik" TargetMode="External"/><Relationship Id="rId6" Type="http://schemas.openxmlformats.org/officeDocument/2006/relationships/hyperlink" Target="https://www.freepik.com/free-photo/abstract-minimal-concept-flowers-shadows_12230370.htm#page=1&amp;position=11&amp;from_view=collections/?utm_source=slidesgo_template&amp;utm_medium=referral-link&amp;utm_campaign=sg_resources&amp;utm_content=freepik" TargetMode="External"/><Relationship Id="rId7" Type="http://schemas.openxmlformats.org/officeDocument/2006/relationships/hyperlink" Target="https://www.freepik.com/free-photo/friends-wearing-k-pop-aesthetics-clothing_18301287.htm#page=1&amp;position=0&amp;from_view=collections/?utm_source=slidesgo_template&amp;utm_medium=referral-link&amp;utm_campaign=sg_resources&amp;utm_content=freepik" TargetMode="External"/><Relationship Id="rId8" Type="http://schemas.openxmlformats.org/officeDocument/2006/relationships/hyperlink" Target="https://www.freepik.com/free-photo/white-still-life-composition_12690696.htm#page=1&amp;position=13&amp;from_view=collections/?utm_source=slidesgo_template&amp;utm_medium=referral-link&amp;utm_campaign=sg_resources&amp;utm_content=freepik" TargetMode="External"/><Relationship Id="rId9" Type="http://schemas.openxmlformats.org/officeDocument/2006/relationships/hyperlink" Target="https://www.freepik.com/free-vector/creative-pastel-painted-wallpaper_10330754.htm#page=1&amp;position=15&amp;from_view=collections#position=15&amp;page=1/?utm_source=slidesgo_template&amp;utm_medium=referral-link&amp;utm_campaign=sg_resources&amp;utm_content=freepik"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6.xml"/><Relationship Id="rId3" Type="http://schemas.openxmlformats.org/officeDocument/2006/relationships/hyperlink" Target="https://www.freepik.com/premium-photo/k-pop-stylish-people-urban-scene_18301298.htm/?utm_source=slidesgo_template&amp;utm_medium=referral-link&amp;utm_campaign=sg_resources&amp;utm_content=freepik" TargetMode="External"/><Relationship Id="rId4" Type="http://schemas.openxmlformats.org/officeDocument/2006/relationships/hyperlink" Target="https://www.freepik.com/premium-photo/k-pop-stylish-people-urban-scene_18301291.htm/?utm_source=slidesgo_template&amp;utm_medium=referral-link&amp;utm_campaign=sg_resources&amp;utm_content=freepik" TargetMode="External"/><Relationship Id="rId5" Type="http://schemas.openxmlformats.org/officeDocument/2006/relationships/hyperlink" Target="https://www.freepik.com/premium-photo/k-pop-stylish-people-urban-scene_18301300.htm/?utm_source=slidesgo_template&amp;utm_medium=referral-link&amp;utm_campaign=sg_resources&amp;utm_content=freepik" TargetMode="External"/><Relationship Id="rId6" Type="http://schemas.openxmlformats.org/officeDocument/2006/relationships/hyperlink" Target="https://www.freepik.com/premium-photo/k-pop-stylish-people-urban-scene_18301293.htm/?utm_source=slidesgo_template&amp;utm_medium=referral-link&amp;utm_campaign=sg_resources&amp;utm_content=freepik" TargetMode="External"/><Relationship Id="rId7" Type="http://schemas.openxmlformats.org/officeDocument/2006/relationships/hyperlink" Target="https://www.freepik.com/premium-photo/k-pop-stylish-people-urban-scene_18301295.htm/?utm_source=slidesgo_template&amp;utm_medium=referral-link&amp;utm_campaign=sg_resources&amp;utm_content=freepik"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notesSlide" Target="../notesSlides/notesSlide67.xml"/><Relationship Id="rId3" Type="http://schemas.openxmlformats.org/officeDocument/2006/relationships/hyperlink" Target="http://bit.ly/2PfT4lq" TargetMode="External"/><Relationship Id="rId4" Type="http://schemas.openxmlformats.org/officeDocument/2006/relationships/hyperlink" Target="http://bit.ly/33VAFh3" TargetMode="External"/><Relationship Id="rId5" Type="http://schemas.openxmlformats.org/officeDocument/2006/relationships/hyperlink" Target="http://bit.ly/30B07Gq"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68.xml"/><Relationship Id="rId3" Type="http://schemas.openxmlformats.org/officeDocument/2006/relationships/hyperlink" Target="http://bit.ly/2PfT4lq" TargetMode="External"/><Relationship Id="rId4" Type="http://schemas.openxmlformats.org/officeDocument/2006/relationships/slide" Target="slide60.xml"/><Relationship Id="rId5" Type="http://schemas.openxmlformats.org/officeDocument/2006/relationships/hyperlink" Target="http://bit.ly/33VAFh3" TargetMode="External"/><Relationship Id="rId6" Type="http://schemas.openxmlformats.org/officeDocument/2006/relationships/hyperlink" Target="http://bit.ly/30B07Gq"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69.xml"/><Relationship Id="rId3" Type="http://schemas.openxmlformats.org/officeDocument/2006/relationships/hyperlink" Target="https://fonts.google.com/specimen/Kulim+Park" TargetMode="External"/><Relationship Id="rId4" Type="http://schemas.openxmlformats.org/officeDocument/2006/relationships/hyperlink" Target="https://fonts.google.com/specimen/Manrope"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70.xm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4" Type="http://schemas.openxmlformats.org/officeDocument/2006/relationships/image" Target="../media/image10.gif"/><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6" Type="http://schemas.openxmlformats.org/officeDocument/2006/relationships/hyperlink" Target="https://storyset.com/pana?utm_source=slidesgo_template&amp;utm_medium=referral-link&amp;utm_campaign=slidesgo_final_slides&amp;utm_term=pana&amp;utm_content=storyset" TargetMode="External"/><Relationship Id="rId7" Type="http://schemas.openxmlformats.org/officeDocument/2006/relationships/hyperlink" Target="https://storyset.com/amico?utm_source=slidesgo_template&amp;utm_medium=referral-link&amp;utm_campaign=slidesgo_final_slides&amp;utm_term=amico&amp;utm_content=storyset" TargetMode="External"/><Relationship Id="rId8" Type="http://schemas.openxmlformats.org/officeDocument/2006/relationships/hyperlink" Target="https://storyset.com/amico?utm_source=slidesgo_template&amp;utm_medium=referral-link&amp;utm_campaign=slidesgo_final_slides&amp;utm_term=amico&amp;utm_content=storyset" TargetMode="External"/><Relationship Id="rId9" Type="http://schemas.openxmlformats.org/officeDocument/2006/relationships/hyperlink" Target="https://storyset.com/bro?utm_source=slidesgo_template&amp;utm_medium=referral-link&amp;utm_campaign=slidesgo_final_slides&amp;utm_term=bro&amp;utm_content=storyset" TargetMode="External"/><Relationship Id="rId10" Type="http://schemas.openxmlformats.org/officeDocument/2006/relationships/hyperlink" Target="https://storyset.com/bro?utm_source=slidesgo_template&amp;utm_medium=referral-link&amp;utm_campaign=slidesgo_final_slides&amp;utm_term=bro&amp;utm_content=storyset" TargetMode="External"/><Relationship Id="rId11" Type="http://schemas.openxmlformats.org/officeDocument/2006/relationships/hyperlink" Target="https://storyset.com/rafiki?utm_source=slidesgo_template&amp;utm_medium=referral-link&amp;utm_campaign=slidesgo_final_slides&amp;utm_term=rafiki&amp;utm_content=storyset" TargetMode="External"/><Relationship Id="rId12"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image" Target="../media/image11.gif"/><Relationship Id="rId14" Type="http://schemas.openxmlformats.org/officeDocument/2006/relationships/image" Target="../media/image12.gif"/><Relationship Id="rId15" Type="http://schemas.openxmlformats.org/officeDocument/2006/relationships/image" Target="../media/image14.gif"/><Relationship Id="rId16" Type="http://schemas.openxmlformats.org/officeDocument/2006/relationships/image" Target="../media/image13.gif"/><Relationship Id="rId17" Type="http://schemas.openxmlformats.org/officeDocument/2006/relationships/hyperlink" Target="https://storyset.com/cuate?utm_source=slidesgo_template&amp;utm_medium=referral-link&amp;utm_campaign=slidesgo_final_slides&amp;utm_term=cuate&amp;utm_content=storyset" TargetMode="External"/><Relationship Id="rId18" Type="http://schemas.openxmlformats.org/officeDocument/2006/relationships/hyperlink" Target="https://storyset.com/cuate?utm_source=slidesgo_template&amp;utm_medium=referral-link&amp;utm_campaign=slidesgo_final_slides&amp;utm_term=cuate&amp;utm_content=storyse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71.xml"/><Relationship Id="rId3" Type="http://schemas.openxmlformats.org/officeDocument/2006/relationships/hyperlink" Target="https://bit.ly/2ZjL1pd"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77.xml"/><Relationship Id="rId3" Type="http://schemas.openxmlformats.org/officeDocument/2006/relationships/hyperlink" Target="https://workspace.google.com/marketplace/app/icons_for_slides_docs/381578326502"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84.xml"/><Relationship Id="rId3" Type="http://schemas.openxmlformats.org/officeDocument/2006/relationships/hyperlink" Target="http://bit.ly/2PfT4lq" TargetMode="Externa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9" name="Shape 559"/>
        <p:cNvGrpSpPr/>
        <p:nvPr/>
      </p:nvGrpSpPr>
      <p:grpSpPr>
        <a:xfrm>
          <a:off x="0" y="0"/>
          <a:ext cx="0" cy="0"/>
          <a:chOff x="0" y="0"/>
          <a:chExt cx="0" cy="0"/>
        </a:xfrm>
      </p:grpSpPr>
      <p:sp>
        <p:nvSpPr>
          <p:cNvPr id="560" name="TextBox 559"/>
          <p:cNvSpPr txBox="1"/>
          <p:nvPr/>
        </p:nvSpPr>
        <p:spPr>
          <a:xfrm>
            <a:off x="731520" y="960120"/>
            <a:ext cx="7680960" cy="1645920"/>
          </a:xfrm>
          <a:prstGeom prst="rect">
            <a:avLst/>
          </a:prstGeom>
          <a:noFill/>
        </p:spPr>
        <p:txBody>
          <a:bodyPr wrap="square" lIns="0" tIns="0" rIns="0" bIns="0">
            <a:spAutoFit/>
          </a:bodyPr>
          <a:lstStyle/>
          <a:p>
            <a:pPr>
              <a:spcAft>
                <a:spcPts val="800"/>
              </a:spcAft>
              <a:defRPr sz="1100" b="1">
                <a:solidFill>
                  <a:srgbClr val="7D6652"/>
                </a:solidFill>
                <a:latin typeface="Arial"/>
              </a:defRPr>
            </a:pPr>
            <a:r>
              <a:t>AUTONOMOUS SCHOLARSHIP INTELLIGENCE NETWORK</a:t>
            </a:r>
          </a:p>
          <a:p>
            <a:pPr>
              <a:spcAft>
                <a:spcPts val="1200"/>
              </a:spcAft>
            </a:pPr>
            <a:r>
              <a:rPr sz="4400" b="1">
                <a:solidFill>
                  <a:srgbClr val="1F1F1F"/>
                </a:solidFill>
                <a:latin typeface="Arial"/>
              </a:rPr>
              <a:t>SCHOLAR</a:t>
            </a:r>
            <a:r>
              <a:rPr sz="4400" b="1">
                <a:solidFill>
                  <a:srgbClr val="7D6652"/>
                </a:solidFill>
                <a:latin typeface="Arial"/>
              </a:rPr>
              <a:t>X</a:t>
            </a:r>
          </a:p>
          <a:p>
            <a:pPr>
              <a:defRPr sz="1300">
                <a:solidFill>
                  <a:srgbClr val="323232"/>
                </a:solidFill>
                <a:latin typeface="Arial"/>
              </a:defRPr>
            </a:pPr>
            <a:r>
              <a:t>Discovering, verifying, and matching fully funded global opportunities for Pakistani students — with zero hidden cost surprises.</a:t>
            </a:r>
          </a:p>
        </p:txBody>
      </p:sp>
      <p:sp>
        <p:nvSpPr>
          <p:cNvPr id="561" name="Rounded Rectangle 560"/>
          <p:cNvSpPr/>
          <p:nvPr/>
        </p:nvSpPr>
        <p:spPr>
          <a:xfrm>
            <a:off x="731520" y="3108960"/>
            <a:ext cx="2423160" cy="1463040"/>
          </a:xfrm>
          <a:prstGeom prst="roundRect">
            <a:avLst>
              <a:gd name="adj" fmla="val 12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Rounded Rectangle 561"/>
          <p:cNvSpPr/>
          <p:nvPr/>
        </p:nvSpPr>
        <p:spPr>
          <a:xfrm>
            <a:off x="896112" y="3273552"/>
            <a:ext cx="438912" cy="292608"/>
          </a:xfrm>
          <a:prstGeom prst="roundRect">
            <a:avLst>
              <a:gd name="adj" fmla="val 35000"/>
            </a:avLst>
          </a:prstGeom>
          <a:solidFill>
            <a:srgbClr val="DDE2D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414E3E"/>
                </a:solidFill>
                <a:latin typeface="Arial"/>
              </a:defRPr>
            </a:pPr>
            <a:r>
              <a:t>01</a:t>
            </a:r>
          </a:p>
        </p:txBody>
      </p:sp>
      <p:sp>
        <p:nvSpPr>
          <p:cNvPr id="563" name="TextBox 562"/>
          <p:cNvSpPr txBox="1"/>
          <p:nvPr/>
        </p:nvSpPr>
        <p:spPr>
          <a:xfrm>
            <a:off x="896112" y="3639312"/>
            <a:ext cx="2093976" cy="868680"/>
          </a:xfrm>
          <a:prstGeom prst="rect">
            <a:avLst/>
          </a:prstGeom>
          <a:noFill/>
        </p:spPr>
        <p:txBody>
          <a:bodyPr wrap="square" lIns="0" rIns="0" tIns="0" bIns="0">
            <a:spAutoFit/>
          </a:bodyPr>
          <a:lstStyle/>
          <a:p>
            <a:pPr>
              <a:spcAft>
                <a:spcPts val="400"/>
              </a:spcAft>
              <a:defRPr sz="1200" b="1">
                <a:solidFill>
                  <a:srgbClr val="1F1F1F"/>
                </a:solidFill>
                <a:latin typeface="Arial"/>
              </a:defRPr>
            </a:pPr>
            <a:r>
              <a:t>Pakistan-Aware</a:t>
            </a:r>
          </a:p>
          <a:p>
            <a:pPr>
              <a:defRPr sz="950">
                <a:solidFill>
                  <a:srgbClr val="5F5F5F"/>
                </a:solidFill>
                <a:latin typeface="Arial"/>
              </a:defRPr>
            </a:pPr>
            <a:r>
              <a:t>Built for HEC HAT/USAT, IBCC equivalence &amp; MOFA lead times.</a:t>
            </a:r>
          </a:p>
        </p:txBody>
      </p:sp>
      <p:sp>
        <p:nvSpPr>
          <p:cNvPr id="564" name="Rounded Rectangle 563"/>
          <p:cNvSpPr/>
          <p:nvPr/>
        </p:nvSpPr>
        <p:spPr>
          <a:xfrm>
            <a:off x="3355848" y="3108960"/>
            <a:ext cx="2423160" cy="1463040"/>
          </a:xfrm>
          <a:prstGeom prst="roundRect">
            <a:avLst>
              <a:gd name="adj" fmla="val 12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Rounded Rectangle 564"/>
          <p:cNvSpPr/>
          <p:nvPr/>
        </p:nvSpPr>
        <p:spPr>
          <a:xfrm>
            <a:off x="3520440" y="3273552"/>
            <a:ext cx="438912" cy="292608"/>
          </a:xfrm>
          <a:prstGeom prst="roundRect">
            <a:avLst>
              <a:gd name="adj" fmla="val 35000"/>
            </a:avLst>
          </a:prstGeom>
          <a:solidFill>
            <a:srgbClr val="F5E5E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80463E"/>
                </a:solidFill>
                <a:latin typeface="Arial"/>
              </a:defRPr>
            </a:pPr>
            <a:r>
              <a:t>02</a:t>
            </a:r>
          </a:p>
        </p:txBody>
      </p:sp>
      <p:sp>
        <p:nvSpPr>
          <p:cNvPr id="566" name="TextBox 565"/>
          <p:cNvSpPr txBox="1"/>
          <p:nvPr/>
        </p:nvSpPr>
        <p:spPr>
          <a:xfrm>
            <a:off x="3520440" y="3639312"/>
            <a:ext cx="2093976" cy="868680"/>
          </a:xfrm>
          <a:prstGeom prst="rect">
            <a:avLst/>
          </a:prstGeom>
          <a:noFill/>
        </p:spPr>
        <p:txBody>
          <a:bodyPr wrap="square" lIns="0" rIns="0" tIns="0" bIns="0">
            <a:spAutoFit/>
          </a:bodyPr>
          <a:lstStyle/>
          <a:p>
            <a:pPr>
              <a:spcAft>
                <a:spcPts val="400"/>
              </a:spcAft>
              <a:defRPr sz="1200" b="1">
                <a:solidFill>
                  <a:srgbClr val="1F1F1F"/>
                </a:solidFill>
                <a:latin typeface="Arial"/>
              </a:defRPr>
            </a:pPr>
            <a:r>
              <a:t>Bilateral Quotas</a:t>
            </a:r>
          </a:p>
          <a:p>
            <a:pPr>
              <a:defRPr sz="950">
                <a:solidFill>
                  <a:srgbClr val="5F5F5F"/>
                </a:solidFill>
                <a:latin typeface="Arial"/>
              </a:defRPr>
            </a:pPr>
            <a:r>
              <a:t>Unlocks 400+ Hungarian, 200+ Chinese &amp; Turkiye seats.</a:t>
            </a:r>
          </a:p>
        </p:txBody>
      </p:sp>
      <p:sp>
        <p:nvSpPr>
          <p:cNvPr id="567" name="Rounded Rectangle 566"/>
          <p:cNvSpPr/>
          <p:nvPr/>
        </p:nvSpPr>
        <p:spPr>
          <a:xfrm>
            <a:off x="5980176" y="3108960"/>
            <a:ext cx="2423160" cy="1463040"/>
          </a:xfrm>
          <a:prstGeom prst="roundRect">
            <a:avLst>
              <a:gd name="adj" fmla="val 12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Rounded Rectangle 567"/>
          <p:cNvSpPr/>
          <p:nvPr/>
        </p:nvSpPr>
        <p:spPr>
          <a:xfrm>
            <a:off x="6144768" y="3273552"/>
            <a:ext cx="438912" cy="292608"/>
          </a:xfrm>
          <a:prstGeom prst="roundRect">
            <a:avLst>
              <a:gd name="adj" fmla="val 35000"/>
            </a:avLst>
          </a:prstGeom>
          <a:solidFill>
            <a:srgbClr val="EAE6E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55524C"/>
                </a:solidFill>
                <a:latin typeface="Arial"/>
              </a:defRPr>
            </a:pPr>
            <a:r>
              <a:t>03</a:t>
            </a:r>
          </a:p>
        </p:txBody>
      </p:sp>
      <p:sp>
        <p:nvSpPr>
          <p:cNvPr id="569" name="TextBox 568"/>
          <p:cNvSpPr txBox="1"/>
          <p:nvPr/>
        </p:nvSpPr>
        <p:spPr>
          <a:xfrm>
            <a:off x="6144768" y="3639312"/>
            <a:ext cx="2093976" cy="868680"/>
          </a:xfrm>
          <a:prstGeom prst="rect">
            <a:avLst/>
          </a:prstGeom>
          <a:noFill/>
        </p:spPr>
        <p:txBody>
          <a:bodyPr wrap="square" lIns="0" rIns="0" tIns="0" bIns="0">
            <a:spAutoFit/>
          </a:bodyPr>
          <a:lstStyle/>
          <a:p>
            <a:pPr>
              <a:spcAft>
                <a:spcPts val="400"/>
              </a:spcAft>
              <a:defRPr sz="1200" b="1">
                <a:solidFill>
                  <a:srgbClr val="1F1F1F"/>
                </a:solidFill>
                <a:latin typeface="Arial"/>
              </a:defRPr>
            </a:pPr>
            <a:r>
              <a:t>True Cost (PKR)</a:t>
            </a:r>
          </a:p>
          <a:p>
            <a:pPr>
              <a:defRPr sz="950">
                <a:solidFill>
                  <a:srgbClr val="5F5F5F"/>
                </a:solidFill>
                <a:latin typeface="Arial"/>
              </a:defRPr>
            </a:pPr>
            <a:r>
              <a:t>Real out-of-pocket costs: IELTS, visas, attestation, travel.</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5" name="Shape 565"/>
        <p:cNvGrpSpPr/>
        <p:nvPr/>
      </p:nvGrpSpPr>
      <p:grpSpPr>
        <a:xfrm>
          <a:off x="0" y="0"/>
          <a:ext cx="0" cy="0"/>
          <a:chOff x="0" y="0"/>
          <a:chExt cx="0" cy="0"/>
        </a:xfrm>
      </p:grpSpPr>
      <p:sp>
        <p:nvSpPr>
          <p:cNvPr id="566" name="Google Shape;566;p59"/>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1"/>
                </a:solidFill>
              </a:rPr>
              <a:t>CONTENTS</a:t>
            </a:r>
            <a:r>
              <a:rPr lang="en"/>
              <a:t> OF THIS TEMPLATE</a:t>
            </a:r>
            <a:endParaRPr/>
          </a:p>
        </p:txBody>
      </p:sp>
      <p:sp>
        <p:nvSpPr>
          <p:cNvPr id="567" name="Google Shape;567;p59"/>
          <p:cNvSpPr txBox="1"/>
          <p:nvPr/>
        </p:nvSpPr>
        <p:spPr>
          <a:xfrm>
            <a:off x="713225" y="1235876"/>
            <a:ext cx="7717500" cy="46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100">
                <a:solidFill>
                  <a:schemeClr val="dk1"/>
                </a:solidFill>
                <a:latin typeface="Manrope"/>
                <a:ea typeface="Manrope"/>
                <a:cs typeface="Manrope"/>
                <a:sym typeface="Manrope"/>
              </a:rPr>
              <a:t>This is a slide structure based on a pitch deck presentation</a:t>
            </a:r>
            <a:endParaRPr b="1" sz="1100">
              <a:solidFill>
                <a:schemeClr val="dk1"/>
              </a:solidFill>
              <a:latin typeface="Manrope"/>
              <a:ea typeface="Manrope"/>
              <a:cs typeface="Manrope"/>
              <a:sym typeface="Manrope"/>
            </a:endParaRPr>
          </a:p>
          <a:p>
            <a:pPr indent="0" lvl="0" marL="0" rtl="0" algn="l">
              <a:spcBef>
                <a:spcPts val="0"/>
              </a:spcBef>
              <a:spcAft>
                <a:spcPts val="0"/>
              </a:spcAft>
              <a:buNone/>
            </a:pPr>
            <a:r>
              <a:rPr lang="en" sz="1100">
                <a:solidFill>
                  <a:schemeClr val="dk1"/>
                </a:solidFill>
                <a:latin typeface="Manrope"/>
                <a:ea typeface="Manrope"/>
                <a:cs typeface="Manrope"/>
                <a:sym typeface="Manrope"/>
              </a:rPr>
              <a:t>You can delete this slide when you’re done editing the presentation</a:t>
            </a:r>
            <a:endParaRPr sz="1100">
              <a:solidFill>
                <a:schemeClr val="dk1"/>
              </a:solidFill>
              <a:latin typeface="Manrope"/>
              <a:ea typeface="Manrope"/>
              <a:cs typeface="Manrope"/>
              <a:sym typeface="Manrope"/>
            </a:endParaRPr>
          </a:p>
        </p:txBody>
      </p:sp>
      <p:graphicFrame>
        <p:nvGraphicFramePr>
          <p:cNvPr id="568" name="Google Shape;568;p59"/>
          <p:cNvGraphicFramePr/>
          <p:nvPr/>
        </p:nvGraphicFramePr>
        <p:xfrm>
          <a:off x="713225" y="1828927"/>
          <a:ext cx="3000000" cy="3000000"/>
        </p:xfrm>
        <a:graphic>
          <a:graphicData uri="http://schemas.openxmlformats.org/drawingml/2006/table">
            <a:tbl>
              <a:tblPr>
                <a:noFill/>
                <a:tableStyleId>{6B559A85-E3F2-4DD9-B4AC-259FDCF23E7D}</a:tableStyleId>
              </a:tblPr>
              <a:tblGrid>
                <a:gridCol w="1952650"/>
                <a:gridCol w="5764900"/>
              </a:tblGrid>
              <a:tr h="345075">
                <a:tc>
                  <a:txBody>
                    <a:bodyPr/>
                    <a:lstStyle/>
                    <a:p>
                      <a:pPr indent="0" lvl="0" marL="0" rtl="0" algn="l">
                        <a:spcBef>
                          <a:spcPts val="0"/>
                        </a:spcBef>
                        <a:spcAft>
                          <a:spcPts val="0"/>
                        </a:spcAft>
                        <a:buNone/>
                      </a:pPr>
                      <a:r>
                        <a:rPr b="1" lang="en" sz="900">
                          <a:solidFill>
                            <a:schemeClr val="hlink"/>
                          </a:solidFill>
                          <a:uFill>
                            <a:noFill/>
                          </a:uFill>
                          <a:latin typeface="Manrope"/>
                          <a:ea typeface="Manrope"/>
                          <a:cs typeface="Manrope"/>
                          <a:sym typeface="Manrope"/>
                          <a:hlinkClick action="ppaction://hlinksldjump" r:id="rId3"/>
                        </a:rPr>
                        <a:t>Fonts</a:t>
                      </a:r>
                      <a:endParaRPr b="1" sz="900">
                        <a:solidFill>
                          <a:schemeClr val="dk1"/>
                        </a:solidFill>
                        <a:latin typeface="Manrope"/>
                        <a:ea typeface="Manrope"/>
                        <a:cs typeface="Manrope"/>
                        <a:sym typeface="Manrope"/>
                      </a:endParaRPr>
                    </a:p>
                  </a:txBody>
                  <a:tcPr marT="91425" marB="91425" marR="91425" marL="91425">
                    <a:lnL cap="flat" cmpd="sng" w="9525">
                      <a:solidFill>
                        <a:srgbClr val="009EA2">
                          <a:alpha val="0"/>
                        </a:srgbClr>
                      </a:solidFill>
                      <a:prstDash val="solid"/>
                      <a:round/>
                      <a:headEnd len="sm" w="sm" type="none"/>
                      <a:tailEnd len="sm" w="sm" type="none"/>
                    </a:lnL>
                    <a:lnR cap="flat" cmpd="sng" w="9525">
                      <a:solidFill>
                        <a:srgbClr val="009EA2">
                          <a:alpha val="0"/>
                        </a:srgbClr>
                      </a:solidFill>
                      <a:prstDash val="solid"/>
                      <a:round/>
                      <a:headEnd len="sm" w="sm" type="none"/>
                      <a:tailEnd len="sm" w="sm" type="none"/>
                    </a:lnR>
                    <a:lnT cap="flat" cmpd="sng" w="9525">
                      <a:solidFill>
                        <a:srgbClr val="009EA2">
                          <a:alpha val="0"/>
                        </a:srgbClr>
                      </a:solidFill>
                      <a:prstDash val="solid"/>
                      <a:round/>
                      <a:headEnd len="sm" w="sm" type="none"/>
                      <a:tailEnd len="sm" w="sm" type="none"/>
                    </a:lnT>
                    <a:lnB cap="flat" cmpd="sng" w="9525">
                      <a:solidFill>
                        <a:srgbClr val="009EA2">
                          <a:alpha val="0"/>
                        </a:srgbClr>
                      </a:solidFill>
                      <a:prstDash val="solid"/>
                      <a:round/>
                      <a:headEnd len="sm" w="sm" type="none"/>
                      <a:tailEnd len="sm" w="sm" type="none"/>
                    </a:lnB>
                  </a:tcPr>
                </a:tc>
                <a:tc>
                  <a:txBody>
                    <a:bodyPr/>
                    <a:lstStyle/>
                    <a:p>
                      <a:pPr indent="0" lvl="0" marL="0" rtl="0" algn="l">
                        <a:spcBef>
                          <a:spcPts val="0"/>
                        </a:spcBef>
                        <a:spcAft>
                          <a:spcPts val="1600"/>
                        </a:spcAft>
                        <a:buNone/>
                      </a:pPr>
                      <a:r>
                        <a:rPr lang="en" sz="900">
                          <a:solidFill>
                            <a:schemeClr val="dk1"/>
                          </a:solidFill>
                          <a:latin typeface="Manrope"/>
                          <a:ea typeface="Manrope"/>
                          <a:cs typeface="Manrope"/>
                          <a:sym typeface="Manrope"/>
                        </a:rPr>
                        <a:t>To view this template correctly in PowerPoint, download and install the fonts we used</a:t>
                      </a:r>
                      <a:endParaRPr sz="900">
                        <a:solidFill>
                          <a:schemeClr val="dk1"/>
                        </a:solidFill>
                        <a:latin typeface="Manrope"/>
                        <a:ea typeface="Manrope"/>
                        <a:cs typeface="Manrope"/>
                        <a:sym typeface="Manrope"/>
                      </a:endParaRPr>
                    </a:p>
                  </a:txBody>
                  <a:tcPr marT="91425" marB="91425" marR="91425" marL="91425">
                    <a:lnL cap="flat" cmpd="sng" w="9525">
                      <a:solidFill>
                        <a:srgbClr val="009EA2">
                          <a:alpha val="0"/>
                        </a:srgbClr>
                      </a:solidFill>
                      <a:prstDash val="solid"/>
                      <a:round/>
                      <a:headEnd len="sm" w="sm" type="none"/>
                      <a:tailEnd len="sm" w="sm" type="none"/>
                    </a:lnL>
                    <a:lnR cap="flat" cmpd="sng" w="9525">
                      <a:solidFill>
                        <a:srgbClr val="009EA2">
                          <a:alpha val="0"/>
                        </a:srgbClr>
                      </a:solidFill>
                      <a:prstDash val="solid"/>
                      <a:round/>
                      <a:headEnd len="sm" w="sm" type="none"/>
                      <a:tailEnd len="sm" w="sm" type="none"/>
                    </a:lnR>
                    <a:lnT cap="flat" cmpd="sng" w="9525">
                      <a:solidFill>
                        <a:srgbClr val="009EA2">
                          <a:alpha val="0"/>
                        </a:srgbClr>
                      </a:solidFill>
                      <a:prstDash val="solid"/>
                      <a:round/>
                      <a:headEnd len="sm" w="sm" type="none"/>
                      <a:tailEnd len="sm" w="sm" type="none"/>
                    </a:lnT>
                    <a:lnB cap="flat" cmpd="sng" w="9525">
                      <a:solidFill>
                        <a:srgbClr val="009EA2">
                          <a:alpha val="0"/>
                        </a:srgbClr>
                      </a:solidFill>
                      <a:prstDash val="solid"/>
                      <a:round/>
                      <a:headEnd len="sm" w="sm" type="none"/>
                      <a:tailEnd len="sm" w="sm" type="none"/>
                    </a:lnB>
                  </a:tcPr>
                </a:tc>
              </a:tr>
              <a:tr h="345075">
                <a:tc>
                  <a:txBody>
                    <a:bodyPr/>
                    <a:lstStyle/>
                    <a:p>
                      <a:pPr indent="0" lvl="0" marL="0" rtl="0" algn="l">
                        <a:spcBef>
                          <a:spcPts val="0"/>
                        </a:spcBef>
                        <a:spcAft>
                          <a:spcPts val="0"/>
                        </a:spcAft>
                        <a:buNone/>
                      </a:pPr>
                      <a:r>
                        <a:rPr b="1" lang="en" sz="900">
                          <a:solidFill>
                            <a:schemeClr val="hlink"/>
                          </a:solidFill>
                          <a:uFill>
                            <a:noFill/>
                          </a:uFill>
                          <a:latin typeface="Manrope"/>
                          <a:ea typeface="Manrope"/>
                          <a:cs typeface="Manrope"/>
                          <a:sym typeface="Manrope"/>
                          <a:hlinkClick action="ppaction://hlinksldjump" r:id="rId4"/>
                        </a:rPr>
                        <a:t>Used </a:t>
                      </a:r>
                      <a:r>
                        <a:rPr b="1" lang="en" sz="900">
                          <a:solidFill>
                            <a:schemeClr val="hlink"/>
                          </a:solidFill>
                          <a:uFill>
                            <a:noFill/>
                          </a:uFill>
                          <a:latin typeface="Manrope"/>
                          <a:ea typeface="Manrope"/>
                          <a:cs typeface="Manrope"/>
                          <a:sym typeface="Manrope"/>
                          <a:hlinkClick action="ppaction://hlinksldjump" r:id="rId5"/>
                        </a:rPr>
                        <a:t>and alternative</a:t>
                      </a:r>
                      <a:r>
                        <a:rPr b="1" lang="en" sz="900">
                          <a:solidFill>
                            <a:schemeClr val="hlink"/>
                          </a:solidFill>
                          <a:uFill>
                            <a:noFill/>
                          </a:uFill>
                          <a:latin typeface="Manrope"/>
                          <a:ea typeface="Manrope"/>
                          <a:cs typeface="Manrope"/>
                          <a:sym typeface="Manrope"/>
                          <a:hlinkClick action="ppaction://hlinksldjump" r:id="rId6"/>
                        </a:rPr>
                        <a:t> resources</a:t>
                      </a:r>
                      <a:endParaRPr b="1" sz="900">
                        <a:solidFill>
                          <a:schemeClr val="dk1"/>
                        </a:solidFill>
                        <a:latin typeface="Manrope"/>
                        <a:ea typeface="Manrope"/>
                        <a:cs typeface="Manrope"/>
                        <a:sym typeface="Manrope"/>
                      </a:endParaRPr>
                    </a:p>
                  </a:txBody>
                  <a:tcPr marT="91425" marB="91425" marR="91425" marL="91425">
                    <a:lnL cap="flat" cmpd="sng" w="9525">
                      <a:solidFill>
                        <a:srgbClr val="009EA2">
                          <a:alpha val="0"/>
                        </a:srgbClr>
                      </a:solidFill>
                      <a:prstDash val="solid"/>
                      <a:round/>
                      <a:headEnd len="sm" w="sm" type="none"/>
                      <a:tailEnd len="sm" w="sm" type="none"/>
                    </a:lnL>
                    <a:lnR cap="flat" cmpd="sng" w="9525">
                      <a:solidFill>
                        <a:srgbClr val="009EA2">
                          <a:alpha val="0"/>
                        </a:srgbClr>
                      </a:solidFill>
                      <a:prstDash val="solid"/>
                      <a:round/>
                      <a:headEnd len="sm" w="sm" type="none"/>
                      <a:tailEnd len="sm" w="sm" type="none"/>
                    </a:lnR>
                    <a:lnT cap="flat" cmpd="sng" w="9525">
                      <a:solidFill>
                        <a:srgbClr val="009EA2">
                          <a:alpha val="0"/>
                        </a:srgbClr>
                      </a:solidFill>
                      <a:prstDash val="solid"/>
                      <a:round/>
                      <a:headEnd len="sm" w="sm" type="none"/>
                      <a:tailEnd len="sm" w="sm" type="none"/>
                    </a:lnT>
                    <a:lnB cap="flat" cmpd="sng" w="9525">
                      <a:solidFill>
                        <a:srgbClr val="009EA2">
                          <a:alpha val="0"/>
                        </a:srgbClr>
                      </a:solidFill>
                      <a:prstDash val="solid"/>
                      <a:round/>
                      <a:headEnd len="sm" w="sm" type="none"/>
                      <a:tailEnd len="sm" w="sm" type="none"/>
                    </a:lnB>
                  </a:tcPr>
                </a:tc>
                <a:tc>
                  <a:txBody>
                    <a:bodyPr/>
                    <a:lstStyle/>
                    <a:p>
                      <a:pPr indent="0" lvl="0" marL="0" marR="0" rtl="0" algn="l">
                        <a:lnSpc>
                          <a:spcPct val="100000"/>
                        </a:lnSpc>
                        <a:spcBef>
                          <a:spcPts val="0"/>
                        </a:spcBef>
                        <a:spcAft>
                          <a:spcPts val="1600"/>
                        </a:spcAft>
                        <a:buNone/>
                      </a:pPr>
                      <a:r>
                        <a:rPr lang="en" sz="900">
                          <a:solidFill>
                            <a:schemeClr val="dk1"/>
                          </a:solidFill>
                          <a:latin typeface="Manrope"/>
                          <a:ea typeface="Manrope"/>
                          <a:cs typeface="Manrope"/>
                          <a:sym typeface="Manrope"/>
                        </a:rPr>
                        <a:t>An assortment of graphic resources that are suitable for use in this presentation</a:t>
                      </a:r>
                      <a:endParaRPr sz="900">
                        <a:solidFill>
                          <a:schemeClr val="dk1"/>
                        </a:solidFill>
                        <a:latin typeface="Manrope"/>
                        <a:ea typeface="Manrope"/>
                        <a:cs typeface="Manrope"/>
                        <a:sym typeface="Manrope"/>
                      </a:endParaRPr>
                    </a:p>
                  </a:txBody>
                  <a:tcPr marT="91425" marB="91425" marR="91425" marL="91425">
                    <a:lnL cap="flat" cmpd="sng" w="9525">
                      <a:solidFill>
                        <a:srgbClr val="009EA2">
                          <a:alpha val="0"/>
                        </a:srgbClr>
                      </a:solidFill>
                      <a:prstDash val="solid"/>
                      <a:round/>
                      <a:headEnd len="sm" w="sm" type="none"/>
                      <a:tailEnd len="sm" w="sm" type="none"/>
                    </a:lnL>
                    <a:lnR cap="flat" cmpd="sng" w="9525">
                      <a:solidFill>
                        <a:srgbClr val="009EA2">
                          <a:alpha val="0"/>
                        </a:srgbClr>
                      </a:solidFill>
                      <a:prstDash val="solid"/>
                      <a:round/>
                      <a:headEnd len="sm" w="sm" type="none"/>
                      <a:tailEnd len="sm" w="sm" type="none"/>
                    </a:lnR>
                    <a:lnT cap="flat" cmpd="sng" w="9525">
                      <a:solidFill>
                        <a:srgbClr val="009EA2">
                          <a:alpha val="0"/>
                        </a:srgbClr>
                      </a:solidFill>
                      <a:prstDash val="solid"/>
                      <a:round/>
                      <a:headEnd len="sm" w="sm" type="none"/>
                      <a:tailEnd len="sm" w="sm" type="none"/>
                    </a:lnT>
                    <a:lnB cap="flat" cmpd="sng" w="9525">
                      <a:solidFill>
                        <a:srgbClr val="009EA2">
                          <a:alpha val="0"/>
                        </a:srgbClr>
                      </a:solidFill>
                      <a:prstDash val="solid"/>
                      <a:round/>
                      <a:headEnd len="sm" w="sm" type="none"/>
                      <a:tailEnd len="sm" w="sm" type="none"/>
                    </a:lnB>
                  </a:tcPr>
                </a:tc>
              </a:tr>
              <a:tr h="345075">
                <a:tc>
                  <a:txBody>
                    <a:bodyPr/>
                    <a:lstStyle/>
                    <a:p>
                      <a:pPr indent="0" lvl="0" marL="0" rtl="0" algn="l">
                        <a:spcBef>
                          <a:spcPts val="0"/>
                        </a:spcBef>
                        <a:spcAft>
                          <a:spcPts val="0"/>
                        </a:spcAft>
                        <a:buNone/>
                      </a:pPr>
                      <a:r>
                        <a:rPr b="1" lang="en" sz="900">
                          <a:solidFill>
                            <a:schemeClr val="hlink"/>
                          </a:solidFill>
                          <a:uFill>
                            <a:noFill/>
                          </a:uFill>
                          <a:latin typeface="Manrope"/>
                          <a:ea typeface="Manrope"/>
                          <a:cs typeface="Manrope"/>
                          <a:sym typeface="Manrope"/>
                          <a:hlinkClick action="ppaction://hlinksldjump" r:id="rId7"/>
                        </a:rPr>
                        <a:t>Thanks slide</a:t>
                      </a:r>
                      <a:endParaRPr b="1" sz="900">
                        <a:solidFill>
                          <a:schemeClr val="dk1"/>
                        </a:solidFill>
                        <a:latin typeface="Manrope"/>
                        <a:ea typeface="Manrope"/>
                        <a:cs typeface="Manrope"/>
                        <a:sym typeface="Manrope"/>
                      </a:endParaRPr>
                    </a:p>
                  </a:txBody>
                  <a:tcPr marT="91425" marB="91425" marR="91425" marL="91425">
                    <a:lnL cap="flat" cmpd="sng" w="9525">
                      <a:solidFill>
                        <a:srgbClr val="009EA2">
                          <a:alpha val="0"/>
                        </a:srgbClr>
                      </a:solidFill>
                      <a:prstDash val="solid"/>
                      <a:round/>
                      <a:headEnd len="sm" w="sm" type="none"/>
                      <a:tailEnd len="sm" w="sm" type="none"/>
                    </a:lnL>
                    <a:lnR cap="flat" cmpd="sng" w="9525">
                      <a:solidFill>
                        <a:srgbClr val="009EA2">
                          <a:alpha val="0"/>
                        </a:srgbClr>
                      </a:solidFill>
                      <a:prstDash val="solid"/>
                      <a:round/>
                      <a:headEnd len="sm" w="sm" type="none"/>
                      <a:tailEnd len="sm" w="sm" type="none"/>
                    </a:lnR>
                    <a:lnT cap="flat" cmpd="sng" w="9525">
                      <a:solidFill>
                        <a:srgbClr val="009EA2">
                          <a:alpha val="0"/>
                        </a:srgbClr>
                      </a:solidFill>
                      <a:prstDash val="solid"/>
                      <a:round/>
                      <a:headEnd len="sm" w="sm" type="none"/>
                      <a:tailEnd len="sm" w="sm" type="none"/>
                    </a:lnT>
                    <a:lnB cap="flat" cmpd="sng" w="9525">
                      <a:solidFill>
                        <a:srgbClr val="009EA2">
                          <a:alpha val="0"/>
                        </a:srgbClr>
                      </a:solidFill>
                      <a:prstDash val="solid"/>
                      <a:round/>
                      <a:headEnd len="sm" w="sm" type="none"/>
                      <a:tailEnd len="sm" w="sm" type="none"/>
                    </a:lnB>
                  </a:tcPr>
                </a:tc>
                <a:tc>
                  <a:txBody>
                    <a:bodyPr/>
                    <a:lstStyle/>
                    <a:p>
                      <a:pPr indent="0" lvl="0" marL="0" rtl="0" algn="l">
                        <a:spcBef>
                          <a:spcPts val="0"/>
                        </a:spcBef>
                        <a:spcAft>
                          <a:spcPts val="1600"/>
                        </a:spcAft>
                        <a:buNone/>
                      </a:pPr>
                      <a:r>
                        <a:rPr lang="en" sz="900">
                          <a:solidFill>
                            <a:schemeClr val="dk1"/>
                          </a:solidFill>
                          <a:latin typeface="Manrope"/>
                          <a:ea typeface="Manrope"/>
                          <a:cs typeface="Manrope"/>
                          <a:sym typeface="Manrope"/>
                        </a:rPr>
                        <a:t>You must keep it so that proper credits for our design are given</a:t>
                      </a:r>
                      <a:endParaRPr sz="900">
                        <a:solidFill>
                          <a:schemeClr val="dk1"/>
                        </a:solidFill>
                        <a:latin typeface="Manrope"/>
                        <a:ea typeface="Manrope"/>
                        <a:cs typeface="Manrope"/>
                        <a:sym typeface="Manrope"/>
                      </a:endParaRPr>
                    </a:p>
                  </a:txBody>
                  <a:tcPr marT="91425" marB="91425" marR="91425" marL="91425">
                    <a:lnL cap="flat" cmpd="sng" w="9525">
                      <a:solidFill>
                        <a:srgbClr val="009EA2">
                          <a:alpha val="0"/>
                        </a:srgbClr>
                      </a:solidFill>
                      <a:prstDash val="solid"/>
                      <a:round/>
                      <a:headEnd len="sm" w="sm" type="none"/>
                      <a:tailEnd len="sm" w="sm" type="none"/>
                    </a:lnL>
                    <a:lnR cap="flat" cmpd="sng" w="9525">
                      <a:solidFill>
                        <a:srgbClr val="009EA2">
                          <a:alpha val="0"/>
                        </a:srgbClr>
                      </a:solidFill>
                      <a:prstDash val="solid"/>
                      <a:round/>
                      <a:headEnd len="sm" w="sm" type="none"/>
                      <a:tailEnd len="sm" w="sm" type="none"/>
                    </a:lnR>
                    <a:lnT cap="flat" cmpd="sng" w="9525">
                      <a:solidFill>
                        <a:srgbClr val="009EA2">
                          <a:alpha val="0"/>
                        </a:srgbClr>
                      </a:solidFill>
                      <a:prstDash val="solid"/>
                      <a:round/>
                      <a:headEnd len="sm" w="sm" type="none"/>
                      <a:tailEnd len="sm" w="sm" type="none"/>
                    </a:lnT>
                    <a:lnB cap="flat" cmpd="sng" w="9525">
                      <a:solidFill>
                        <a:srgbClr val="009EA2">
                          <a:alpha val="0"/>
                        </a:srgbClr>
                      </a:solidFill>
                      <a:prstDash val="solid"/>
                      <a:round/>
                      <a:headEnd len="sm" w="sm" type="none"/>
                      <a:tailEnd len="sm" w="sm" type="none"/>
                    </a:lnB>
                  </a:tcPr>
                </a:tc>
              </a:tr>
              <a:tr h="345075">
                <a:tc>
                  <a:txBody>
                    <a:bodyPr/>
                    <a:lstStyle/>
                    <a:p>
                      <a:pPr indent="0" lvl="0" marL="0" rtl="0" algn="l">
                        <a:spcBef>
                          <a:spcPts val="0"/>
                        </a:spcBef>
                        <a:spcAft>
                          <a:spcPts val="0"/>
                        </a:spcAft>
                        <a:buNone/>
                      </a:pPr>
                      <a:r>
                        <a:rPr b="1" lang="en" sz="900">
                          <a:solidFill>
                            <a:schemeClr val="hlink"/>
                          </a:solidFill>
                          <a:uFill>
                            <a:noFill/>
                          </a:uFill>
                          <a:latin typeface="Manrope"/>
                          <a:ea typeface="Manrope"/>
                          <a:cs typeface="Manrope"/>
                          <a:sym typeface="Manrope"/>
                          <a:hlinkClick action="ppaction://hlinksldjump" r:id="rId8"/>
                        </a:rPr>
                        <a:t>Colors</a:t>
                      </a:r>
                      <a:endParaRPr b="1" sz="900">
                        <a:solidFill>
                          <a:schemeClr val="dk1"/>
                        </a:solidFill>
                        <a:latin typeface="Manrope"/>
                        <a:ea typeface="Manrope"/>
                        <a:cs typeface="Manrope"/>
                        <a:sym typeface="Manrope"/>
                      </a:endParaRPr>
                    </a:p>
                  </a:txBody>
                  <a:tcPr marT="91425" marB="91425" marR="91425" marL="91425">
                    <a:lnL cap="flat" cmpd="sng" w="9525">
                      <a:solidFill>
                        <a:srgbClr val="009EA2">
                          <a:alpha val="0"/>
                        </a:srgbClr>
                      </a:solidFill>
                      <a:prstDash val="solid"/>
                      <a:round/>
                      <a:headEnd len="sm" w="sm" type="none"/>
                      <a:tailEnd len="sm" w="sm" type="none"/>
                    </a:lnL>
                    <a:lnR cap="flat" cmpd="sng" w="9525">
                      <a:solidFill>
                        <a:srgbClr val="009EA2">
                          <a:alpha val="0"/>
                        </a:srgbClr>
                      </a:solidFill>
                      <a:prstDash val="solid"/>
                      <a:round/>
                      <a:headEnd len="sm" w="sm" type="none"/>
                      <a:tailEnd len="sm" w="sm" type="none"/>
                    </a:lnR>
                    <a:lnT cap="flat" cmpd="sng" w="9525">
                      <a:solidFill>
                        <a:srgbClr val="009EA2">
                          <a:alpha val="0"/>
                        </a:srgbClr>
                      </a:solidFill>
                      <a:prstDash val="solid"/>
                      <a:round/>
                      <a:headEnd len="sm" w="sm" type="none"/>
                      <a:tailEnd len="sm" w="sm" type="none"/>
                    </a:lnT>
                    <a:lnB cap="flat" cmpd="sng" w="9525">
                      <a:solidFill>
                        <a:srgbClr val="009EA2">
                          <a:alpha val="0"/>
                        </a:srgbClr>
                      </a:solidFill>
                      <a:prstDash val="solid"/>
                      <a:round/>
                      <a:headEnd len="sm" w="sm" type="none"/>
                      <a:tailEnd len="sm" w="sm" type="none"/>
                    </a:lnB>
                  </a:tcPr>
                </a:tc>
                <a:tc>
                  <a:txBody>
                    <a:bodyPr/>
                    <a:lstStyle/>
                    <a:p>
                      <a:pPr indent="0" lvl="0" marL="0" rtl="0" algn="l">
                        <a:spcBef>
                          <a:spcPts val="0"/>
                        </a:spcBef>
                        <a:spcAft>
                          <a:spcPts val="1600"/>
                        </a:spcAft>
                        <a:buNone/>
                      </a:pPr>
                      <a:r>
                        <a:rPr lang="en" sz="900">
                          <a:solidFill>
                            <a:schemeClr val="dk1"/>
                          </a:solidFill>
                          <a:latin typeface="Manrope"/>
                          <a:ea typeface="Manrope"/>
                          <a:cs typeface="Manrope"/>
                          <a:sym typeface="Manrope"/>
                        </a:rPr>
                        <a:t>All the colors used in this presentation</a:t>
                      </a:r>
                      <a:endParaRPr sz="900">
                        <a:solidFill>
                          <a:schemeClr val="dk1"/>
                        </a:solidFill>
                        <a:latin typeface="Manrope"/>
                        <a:ea typeface="Manrope"/>
                        <a:cs typeface="Manrope"/>
                        <a:sym typeface="Manrope"/>
                      </a:endParaRPr>
                    </a:p>
                  </a:txBody>
                  <a:tcPr marT="91425" marB="91425" marR="91425" marL="91425">
                    <a:lnL cap="flat" cmpd="sng" w="9525">
                      <a:solidFill>
                        <a:srgbClr val="009EA2">
                          <a:alpha val="0"/>
                        </a:srgbClr>
                      </a:solidFill>
                      <a:prstDash val="solid"/>
                      <a:round/>
                      <a:headEnd len="sm" w="sm" type="none"/>
                      <a:tailEnd len="sm" w="sm" type="none"/>
                    </a:lnL>
                    <a:lnR cap="flat" cmpd="sng" w="9525">
                      <a:solidFill>
                        <a:srgbClr val="009EA2">
                          <a:alpha val="0"/>
                        </a:srgbClr>
                      </a:solidFill>
                      <a:prstDash val="solid"/>
                      <a:round/>
                      <a:headEnd len="sm" w="sm" type="none"/>
                      <a:tailEnd len="sm" w="sm" type="none"/>
                    </a:lnR>
                    <a:lnT cap="flat" cmpd="sng" w="9525">
                      <a:solidFill>
                        <a:srgbClr val="009EA2">
                          <a:alpha val="0"/>
                        </a:srgbClr>
                      </a:solidFill>
                      <a:prstDash val="solid"/>
                      <a:round/>
                      <a:headEnd len="sm" w="sm" type="none"/>
                      <a:tailEnd len="sm" w="sm" type="none"/>
                    </a:lnT>
                    <a:lnB cap="flat" cmpd="sng" w="9525">
                      <a:solidFill>
                        <a:srgbClr val="009EA2">
                          <a:alpha val="0"/>
                        </a:srgbClr>
                      </a:solidFill>
                      <a:prstDash val="solid"/>
                      <a:round/>
                      <a:headEnd len="sm" w="sm" type="none"/>
                      <a:tailEnd len="sm" w="sm" type="none"/>
                    </a:lnB>
                  </a:tcPr>
                </a:tc>
              </a:tr>
              <a:tr h="345075">
                <a:tc>
                  <a:txBody>
                    <a:bodyPr/>
                    <a:lstStyle/>
                    <a:p>
                      <a:pPr indent="0" lvl="0" marL="0" rtl="0" algn="l">
                        <a:spcBef>
                          <a:spcPts val="0"/>
                        </a:spcBef>
                        <a:spcAft>
                          <a:spcPts val="0"/>
                        </a:spcAft>
                        <a:buNone/>
                      </a:pPr>
                      <a:r>
                        <a:rPr b="1" lang="en" sz="900">
                          <a:solidFill>
                            <a:schemeClr val="hlink"/>
                          </a:solidFill>
                          <a:uFill>
                            <a:noFill/>
                          </a:uFill>
                          <a:latin typeface="Manrope"/>
                          <a:ea typeface="Manrope"/>
                          <a:cs typeface="Manrope"/>
                          <a:sym typeface="Manrope"/>
                          <a:hlinkClick action="ppaction://hlinksldjump" r:id="rId9"/>
                        </a:rPr>
                        <a:t>Infographic resources</a:t>
                      </a:r>
                      <a:endParaRPr b="1" sz="900">
                        <a:solidFill>
                          <a:schemeClr val="dk1"/>
                        </a:solidFill>
                        <a:latin typeface="Manrope"/>
                        <a:ea typeface="Manrope"/>
                        <a:cs typeface="Manrope"/>
                        <a:sym typeface="Manrope"/>
                      </a:endParaRPr>
                    </a:p>
                  </a:txBody>
                  <a:tcPr marT="91425" marB="91425" marR="91425" marL="91425">
                    <a:lnL cap="flat" cmpd="sng" w="9525">
                      <a:solidFill>
                        <a:srgbClr val="009EA2">
                          <a:alpha val="0"/>
                        </a:srgbClr>
                      </a:solidFill>
                      <a:prstDash val="solid"/>
                      <a:round/>
                      <a:headEnd len="sm" w="sm" type="none"/>
                      <a:tailEnd len="sm" w="sm" type="none"/>
                    </a:lnL>
                    <a:lnR cap="flat" cmpd="sng" w="9525">
                      <a:solidFill>
                        <a:srgbClr val="009EA2">
                          <a:alpha val="0"/>
                        </a:srgbClr>
                      </a:solidFill>
                      <a:prstDash val="solid"/>
                      <a:round/>
                      <a:headEnd len="sm" w="sm" type="none"/>
                      <a:tailEnd len="sm" w="sm" type="none"/>
                    </a:lnR>
                    <a:lnT cap="flat" cmpd="sng" w="9525">
                      <a:solidFill>
                        <a:srgbClr val="009EA2">
                          <a:alpha val="0"/>
                        </a:srgbClr>
                      </a:solidFill>
                      <a:prstDash val="solid"/>
                      <a:round/>
                      <a:headEnd len="sm" w="sm" type="none"/>
                      <a:tailEnd len="sm" w="sm" type="none"/>
                    </a:lnT>
                    <a:lnB cap="flat" cmpd="sng" w="9525">
                      <a:solidFill>
                        <a:srgbClr val="009EA2">
                          <a:alpha val="0"/>
                        </a:srgbClr>
                      </a:solidFill>
                      <a:prstDash val="solid"/>
                      <a:round/>
                      <a:headEnd len="sm" w="sm" type="none"/>
                      <a:tailEnd len="sm" w="sm" type="none"/>
                    </a:lnB>
                  </a:tcPr>
                </a:tc>
                <a:tc>
                  <a:txBody>
                    <a:bodyPr/>
                    <a:lstStyle/>
                    <a:p>
                      <a:pPr indent="0" lvl="0" marL="0" rtl="0" algn="l">
                        <a:spcBef>
                          <a:spcPts val="0"/>
                        </a:spcBef>
                        <a:spcAft>
                          <a:spcPts val="0"/>
                        </a:spcAft>
                        <a:buNone/>
                      </a:pPr>
                      <a:r>
                        <a:rPr lang="en" sz="900">
                          <a:solidFill>
                            <a:schemeClr val="dk1"/>
                          </a:solidFill>
                          <a:latin typeface="Manrope"/>
                          <a:ea typeface="Manrope"/>
                          <a:cs typeface="Manrope"/>
                          <a:sym typeface="Manrope"/>
                        </a:rPr>
                        <a:t>These can be used in the template, and their size and color can be edited</a:t>
                      </a:r>
                      <a:endParaRPr sz="900">
                        <a:solidFill>
                          <a:schemeClr val="dk1"/>
                        </a:solidFill>
                        <a:latin typeface="Manrope"/>
                        <a:ea typeface="Manrope"/>
                        <a:cs typeface="Manrope"/>
                        <a:sym typeface="Manrope"/>
                      </a:endParaRPr>
                    </a:p>
                  </a:txBody>
                  <a:tcPr marT="91425" marB="91425" marR="91425" marL="91425">
                    <a:lnL cap="flat" cmpd="sng" w="9525">
                      <a:solidFill>
                        <a:srgbClr val="009EA2">
                          <a:alpha val="0"/>
                        </a:srgbClr>
                      </a:solidFill>
                      <a:prstDash val="solid"/>
                      <a:round/>
                      <a:headEnd len="sm" w="sm" type="none"/>
                      <a:tailEnd len="sm" w="sm" type="none"/>
                    </a:lnL>
                    <a:lnR cap="flat" cmpd="sng" w="9525">
                      <a:solidFill>
                        <a:srgbClr val="009EA2">
                          <a:alpha val="0"/>
                        </a:srgbClr>
                      </a:solidFill>
                      <a:prstDash val="solid"/>
                      <a:round/>
                      <a:headEnd len="sm" w="sm" type="none"/>
                      <a:tailEnd len="sm" w="sm" type="none"/>
                    </a:lnR>
                    <a:lnT cap="flat" cmpd="sng" w="9525">
                      <a:solidFill>
                        <a:srgbClr val="009EA2">
                          <a:alpha val="0"/>
                        </a:srgbClr>
                      </a:solidFill>
                      <a:prstDash val="solid"/>
                      <a:round/>
                      <a:headEnd len="sm" w="sm" type="none"/>
                      <a:tailEnd len="sm" w="sm" type="none"/>
                    </a:lnT>
                    <a:lnB cap="flat" cmpd="sng" w="9525">
                      <a:solidFill>
                        <a:srgbClr val="009EA2">
                          <a:alpha val="0"/>
                        </a:srgbClr>
                      </a:solidFill>
                      <a:prstDash val="solid"/>
                      <a:round/>
                      <a:headEnd len="sm" w="sm" type="none"/>
                      <a:tailEnd len="sm" w="sm" type="none"/>
                    </a:lnB>
                  </a:tcPr>
                </a:tc>
              </a:tr>
              <a:tr h="345075">
                <a:tc>
                  <a:txBody>
                    <a:bodyPr/>
                    <a:lstStyle/>
                    <a:p>
                      <a:pPr indent="0" lvl="0" marL="0" rtl="0" algn="l">
                        <a:spcBef>
                          <a:spcPts val="0"/>
                        </a:spcBef>
                        <a:spcAft>
                          <a:spcPts val="0"/>
                        </a:spcAft>
                        <a:buNone/>
                      </a:pPr>
                      <a:r>
                        <a:rPr b="1" lang="en" sz="900">
                          <a:solidFill>
                            <a:schemeClr val="hlink"/>
                          </a:solidFill>
                          <a:uFill>
                            <a:noFill/>
                          </a:uFill>
                          <a:latin typeface="Manrope"/>
                          <a:ea typeface="Manrope"/>
                          <a:cs typeface="Manrope"/>
                          <a:sym typeface="Manrope"/>
                          <a:hlinkClick action="ppaction://hlinksldjump" r:id="rId10"/>
                        </a:rPr>
                        <a:t>Customizable icons</a:t>
                      </a:r>
                      <a:endParaRPr b="1" sz="900">
                        <a:solidFill>
                          <a:schemeClr val="dk1"/>
                        </a:solidFill>
                        <a:latin typeface="Manrope"/>
                        <a:ea typeface="Manrope"/>
                        <a:cs typeface="Manrope"/>
                        <a:sym typeface="Manrope"/>
                      </a:endParaRPr>
                    </a:p>
                  </a:txBody>
                  <a:tcPr marT="91425" marB="91425" marR="91425" marL="91425">
                    <a:lnL cap="flat" cmpd="sng" w="9525">
                      <a:solidFill>
                        <a:srgbClr val="009EA2">
                          <a:alpha val="0"/>
                        </a:srgbClr>
                      </a:solidFill>
                      <a:prstDash val="solid"/>
                      <a:round/>
                      <a:headEnd len="sm" w="sm" type="none"/>
                      <a:tailEnd len="sm" w="sm" type="none"/>
                    </a:lnL>
                    <a:lnR cap="flat" cmpd="sng" w="9525">
                      <a:solidFill>
                        <a:srgbClr val="009EA2">
                          <a:alpha val="0"/>
                        </a:srgbClr>
                      </a:solidFill>
                      <a:prstDash val="solid"/>
                      <a:round/>
                      <a:headEnd len="sm" w="sm" type="none"/>
                      <a:tailEnd len="sm" w="sm" type="none"/>
                    </a:lnR>
                    <a:lnT cap="flat" cmpd="sng" w="9525">
                      <a:solidFill>
                        <a:srgbClr val="009EA2">
                          <a:alpha val="0"/>
                        </a:srgbClr>
                      </a:solidFill>
                      <a:prstDash val="solid"/>
                      <a:round/>
                      <a:headEnd len="sm" w="sm" type="none"/>
                      <a:tailEnd len="sm" w="sm" type="none"/>
                    </a:lnT>
                    <a:lnB cap="flat" cmpd="sng" w="9525">
                      <a:solidFill>
                        <a:srgbClr val="009EA2">
                          <a:alpha val="0"/>
                        </a:srgbClr>
                      </a:solidFill>
                      <a:prstDash val="solid"/>
                      <a:round/>
                      <a:headEnd len="sm" w="sm" type="none"/>
                      <a:tailEnd len="sm" w="sm" type="none"/>
                    </a:lnB>
                  </a:tcPr>
                </a:tc>
                <a:tc>
                  <a:txBody>
                    <a:bodyPr/>
                    <a:lstStyle/>
                    <a:p>
                      <a:pPr indent="0" lvl="0" marL="0" rtl="0" algn="l">
                        <a:spcBef>
                          <a:spcPts val="0"/>
                        </a:spcBef>
                        <a:spcAft>
                          <a:spcPts val="1600"/>
                        </a:spcAft>
                        <a:buNone/>
                      </a:pPr>
                      <a:r>
                        <a:rPr lang="en" sz="900">
                          <a:solidFill>
                            <a:schemeClr val="dk1"/>
                          </a:solidFill>
                          <a:latin typeface="Manrope"/>
                          <a:ea typeface="Manrope"/>
                          <a:cs typeface="Manrope"/>
                          <a:sym typeface="Manrope"/>
                        </a:rPr>
                        <a:t>They are sorted by theme so you can use them in all kinds of presentations</a:t>
                      </a:r>
                      <a:endParaRPr sz="900">
                        <a:solidFill>
                          <a:schemeClr val="dk1"/>
                        </a:solidFill>
                        <a:latin typeface="Manrope"/>
                        <a:ea typeface="Manrope"/>
                        <a:cs typeface="Manrope"/>
                        <a:sym typeface="Manrope"/>
                      </a:endParaRPr>
                    </a:p>
                  </a:txBody>
                  <a:tcPr marT="91425" marB="91425" marR="91425" marL="91425">
                    <a:lnL cap="flat" cmpd="sng" w="9525">
                      <a:solidFill>
                        <a:srgbClr val="009EA2">
                          <a:alpha val="0"/>
                        </a:srgbClr>
                      </a:solidFill>
                      <a:prstDash val="solid"/>
                      <a:round/>
                      <a:headEnd len="sm" w="sm" type="none"/>
                      <a:tailEnd len="sm" w="sm" type="none"/>
                    </a:lnL>
                    <a:lnR cap="flat" cmpd="sng" w="9525">
                      <a:solidFill>
                        <a:srgbClr val="009EA2">
                          <a:alpha val="0"/>
                        </a:srgbClr>
                      </a:solidFill>
                      <a:prstDash val="solid"/>
                      <a:round/>
                      <a:headEnd len="sm" w="sm" type="none"/>
                      <a:tailEnd len="sm" w="sm" type="none"/>
                    </a:lnR>
                    <a:lnT cap="flat" cmpd="sng" w="9525">
                      <a:solidFill>
                        <a:srgbClr val="009EA2">
                          <a:alpha val="0"/>
                        </a:srgbClr>
                      </a:solidFill>
                      <a:prstDash val="solid"/>
                      <a:round/>
                      <a:headEnd len="sm" w="sm" type="none"/>
                      <a:tailEnd len="sm" w="sm" type="none"/>
                    </a:lnT>
                    <a:lnB cap="flat" cmpd="sng" w="9525">
                      <a:solidFill>
                        <a:srgbClr val="009EA2">
                          <a:alpha val="0"/>
                        </a:srgbClr>
                      </a:solidFill>
                      <a:prstDash val="solid"/>
                      <a:round/>
                      <a:headEnd len="sm" w="sm" type="none"/>
                      <a:tailEnd len="sm" w="sm" type="none"/>
                    </a:lnB>
                  </a:tcPr>
                </a:tc>
              </a:tr>
            </a:tbl>
          </a:graphicData>
        </a:graphic>
      </p:graphicFrame>
      <p:sp>
        <p:nvSpPr>
          <p:cNvPr id="569" name="Google Shape;569;p59"/>
          <p:cNvSpPr txBox="1"/>
          <p:nvPr/>
        </p:nvSpPr>
        <p:spPr>
          <a:xfrm>
            <a:off x="1170013" y="4137717"/>
            <a:ext cx="3000000" cy="461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000">
                <a:solidFill>
                  <a:schemeClr val="dk1"/>
                </a:solidFill>
                <a:latin typeface="Manrope"/>
                <a:ea typeface="Manrope"/>
                <a:cs typeface="Manrope"/>
                <a:sym typeface="Manrope"/>
              </a:rPr>
              <a:t>For more info:</a:t>
            </a:r>
            <a:br>
              <a:rPr b="1" lang="en" sz="1000">
                <a:solidFill>
                  <a:schemeClr val="dk1"/>
                </a:solidFill>
                <a:latin typeface="Manrope"/>
                <a:ea typeface="Manrope"/>
                <a:cs typeface="Manrope"/>
                <a:sym typeface="Manrope"/>
              </a:rPr>
            </a:br>
            <a:r>
              <a:rPr b="1" lang="en" sz="1000">
                <a:solidFill>
                  <a:schemeClr val="dk1"/>
                </a:solidFill>
                <a:uFill>
                  <a:noFill/>
                </a:uFill>
                <a:latin typeface="Manrope"/>
                <a:ea typeface="Manrope"/>
                <a:cs typeface="Manrope"/>
                <a:sym typeface="Manrope"/>
                <a:hlinkClick r:id="rId11">
                  <a:extLst>
                    <a:ext uri="{A12FA001-AC4F-418D-AE19-62706E023703}">
                      <ahyp:hlinkClr val="tx"/>
                    </a:ext>
                  </a:extLst>
                </a:hlinkClick>
              </a:rPr>
              <a:t>SLIDESGO </a:t>
            </a:r>
            <a:r>
              <a:rPr b="1" lang="en" sz="1000">
                <a:solidFill>
                  <a:schemeClr val="dk1"/>
                </a:solidFill>
                <a:latin typeface="Manrope"/>
                <a:ea typeface="Manrope"/>
                <a:cs typeface="Manrope"/>
                <a:sym typeface="Manrope"/>
              </a:rPr>
              <a:t> |  </a:t>
            </a:r>
            <a:r>
              <a:rPr b="1" lang="en" sz="1000">
                <a:solidFill>
                  <a:schemeClr val="dk1"/>
                </a:solidFill>
                <a:uFill>
                  <a:noFill/>
                </a:uFill>
                <a:latin typeface="Manrope"/>
                <a:ea typeface="Manrope"/>
                <a:cs typeface="Manrope"/>
                <a:sym typeface="Manrope"/>
                <a:hlinkClick r:id="rId12">
                  <a:extLst>
                    <a:ext uri="{A12FA001-AC4F-418D-AE19-62706E023703}">
                      <ahyp:hlinkClr val="tx"/>
                    </a:ext>
                  </a:extLst>
                </a:hlinkClick>
              </a:rPr>
              <a:t>SLIDESGO SCHOOL</a:t>
            </a:r>
            <a:r>
              <a:rPr b="1" lang="en" sz="1000">
                <a:solidFill>
                  <a:schemeClr val="dk1"/>
                </a:solidFill>
                <a:latin typeface="Manrope"/>
                <a:ea typeface="Manrope"/>
                <a:cs typeface="Manrope"/>
                <a:sym typeface="Manrope"/>
              </a:rPr>
              <a:t>  |  </a:t>
            </a:r>
            <a:r>
              <a:rPr b="1" lang="en" sz="1000">
                <a:solidFill>
                  <a:schemeClr val="dk1"/>
                </a:solidFill>
                <a:uFill>
                  <a:noFill/>
                </a:uFill>
                <a:latin typeface="Manrope"/>
                <a:ea typeface="Manrope"/>
                <a:cs typeface="Manrope"/>
                <a:sym typeface="Manrope"/>
                <a:hlinkClick r:id="rId13">
                  <a:extLst>
                    <a:ext uri="{A12FA001-AC4F-418D-AE19-62706E023703}">
                      <ahyp:hlinkClr val="tx"/>
                    </a:ext>
                  </a:extLst>
                </a:hlinkClick>
              </a:rPr>
              <a:t>FAQS</a:t>
            </a:r>
            <a:endParaRPr sz="1000">
              <a:solidFill>
                <a:schemeClr val="dk1"/>
              </a:solidFill>
              <a:latin typeface="Manrope"/>
              <a:ea typeface="Manrope"/>
              <a:cs typeface="Manrope"/>
              <a:sym typeface="Manrope"/>
            </a:endParaRPr>
          </a:p>
        </p:txBody>
      </p:sp>
      <p:sp>
        <p:nvSpPr>
          <p:cNvPr id="570" name="Google Shape;570;p59"/>
          <p:cNvSpPr txBox="1"/>
          <p:nvPr/>
        </p:nvSpPr>
        <p:spPr>
          <a:xfrm>
            <a:off x="4713255" y="4137717"/>
            <a:ext cx="3575100" cy="461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000">
                <a:solidFill>
                  <a:schemeClr val="dk1"/>
                </a:solidFill>
                <a:latin typeface="Manrope"/>
                <a:ea typeface="Manrope"/>
                <a:cs typeface="Manrope"/>
                <a:sym typeface="Manrope"/>
              </a:rPr>
              <a:t>You can visit our sister </a:t>
            </a:r>
            <a:r>
              <a:rPr b="1" lang="en" sz="1000">
                <a:solidFill>
                  <a:schemeClr val="dk1"/>
                </a:solidFill>
                <a:latin typeface="Manrope"/>
                <a:ea typeface="Manrope"/>
                <a:cs typeface="Manrope"/>
                <a:sym typeface="Manrope"/>
              </a:rPr>
              <a:t>projects</a:t>
            </a:r>
            <a:r>
              <a:rPr b="1" lang="en" sz="1000">
                <a:solidFill>
                  <a:schemeClr val="dk1"/>
                </a:solidFill>
                <a:latin typeface="Manrope"/>
                <a:ea typeface="Manrope"/>
                <a:cs typeface="Manrope"/>
                <a:sym typeface="Manrope"/>
              </a:rPr>
              <a:t>:</a:t>
            </a:r>
            <a:br>
              <a:rPr b="1" lang="en" sz="1000">
                <a:solidFill>
                  <a:schemeClr val="dk1"/>
                </a:solidFill>
                <a:latin typeface="Manrope"/>
                <a:ea typeface="Manrope"/>
                <a:cs typeface="Manrope"/>
                <a:sym typeface="Manrope"/>
              </a:rPr>
            </a:br>
            <a:r>
              <a:rPr b="1" lang="en" sz="1000">
                <a:solidFill>
                  <a:schemeClr val="dk1"/>
                </a:solidFill>
                <a:uFill>
                  <a:noFill/>
                </a:uFill>
                <a:latin typeface="Manrope"/>
                <a:ea typeface="Manrope"/>
                <a:cs typeface="Manrope"/>
                <a:sym typeface="Manrope"/>
                <a:hlinkClick r:id="rId14">
                  <a:extLst>
                    <a:ext uri="{A12FA001-AC4F-418D-AE19-62706E023703}">
                      <ahyp:hlinkClr val="tx"/>
                    </a:ext>
                  </a:extLst>
                </a:hlinkClick>
              </a:rPr>
              <a:t>FREEPIK</a:t>
            </a:r>
            <a:r>
              <a:rPr b="1" lang="en" sz="1000">
                <a:solidFill>
                  <a:schemeClr val="dk1"/>
                </a:solidFill>
                <a:latin typeface="Manrope"/>
                <a:ea typeface="Manrope"/>
                <a:cs typeface="Manrope"/>
                <a:sym typeface="Manrope"/>
              </a:rPr>
              <a:t> | </a:t>
            </a:r>
            <a:r>
              <a:rPr b="1" lang="en" sz="1000">
                <a:solidFill>
                  <a:schemeClr val="dk1"/>
                </a:solidFill>
                <a:uFill>
                  <a:noFill/>
                </a:uFill>
                <a:latin typeface="Manrope"/>
                <a:ea typeface="Manrope"/>
                <a:cs typeface="Manrope"/>
                <a:sym typeface="Manrope"/>
                <a:hlinkClick r:id="rId15">
                  <a:extLst>
                    <a:ext uri="{A12FA001-AC4F-418D-AE19-62706E023703}">
                      <ahyp:hlinkClr val="tx"/>
                    </a:ext>
                  </a:extLst>
                </a:hlinkClick>
              </a:rPr>
              <a:t>FLATICON</a:t>
            </a:r>
            <a:r>
              <a:rPr b="1" lang="en" sz="1000">
                <a:solidFill>
                  <a:schemeClr val="dk1"/>
                </a:solidFill>
                <a:latin typeface="Manrope"/>
                <a:ea typeface="Manrope"/>
                <a:cs typeface="Manrope"/>
                <a:sym typeface="Manrope"/>
              </a:rPr>
              <a:t> | </a:t>
            </a:r>
            <a:r>
              <a:rPr b="1" lang="en" sz="1000">
                <a:solidFill>
                  <a:schemeClr val="dk1"/>
                </a:solidFill>
                <a:uFill>
                  <a:noFill/>
                </a:uFill>
                <a:latin typeface="Manrope"/>
                <a:ea typeface="Manrope"/>
                <a:cs typeface="Manrope"/>
                <a:sym typeface="Manrope"/>
                <a:hlinkClick r:id="rId16">
                  <a:extLst>
                    <a:ext uri="{A12FA001-AC4F-418D-AE19-62706E023703}">
                      <ahyp:hlinkClr val="tx"/>
                    </a:ext>
                  </a:extLst>
                </a:hlinkClick>
              </a:rPr>
              <a:t>STORYSET</a:t>
            </a:r>
            <a:r>
              <a:rPr b="1" lang="en" sz="1000">
                <a:solidFill>
                  <a:schemeClr val="dk1"/>
                </a:solidFill>
                <a:latin typeface="Manrope"/>
                <a:ea typeface="Manrope"/>
                <a:cs typeface="Manrope"/>
                <a:sym typeface="Manrope"/>
              </a:rPr>
              <a:t> | </a:t>
            </a:r>
            <a:r>
              <a:rPr b="1" lang="en" sz="1000">
                <a:solidFill>
                  <a:schemeClr val="dk1"/>
                </a:solidFill>
                <a:uFill>
                  <a:noFill/>
                </a:uFill>
                <a:latin typeface="Manrope"/>
                <a:ea typeface="Manrope"/>
                <a:cs typeface="Manrope"/>
                <a:sym typeface="Manrope"/>
                <a:hlinkClick r:id="rId17">
                  <a:extLst>
                    <a:ext uri="{A12FA001-AC4F-418D-AE19-62706E023703}">
                      <ahyp:hlinkClr val="tx"/>
                    </a:ext>
                  </a:extLst>
                </a:hlinkClick>
              </a:rPr>
              <a:t>WEPIK </a:t>
            </a:r>
            <a:r>
              <a:rPr b="1" lang="en" sz="1000">
                <a:solidFill>
                  <a:schemeClr val="dk1"/>
                </a:solidFill>
                <a:latin typeface="Manrope"/>
                <a:ea typeface="Manrope"/>
                <a:cs typeface="Manrope"/>
                <a:sym typeface="Manrope"/>
              </a:rPr>
              <a:t>| </a:t>
            </a:r>
            <a:r>
              <a:rPr b="1" lang="en" sz="1000">
                <a:solidFill>
                  <a:schemeClr val="dk1"/>
                </a:solidFill>
                <a:uFill>
                  <a:noFill/>
                </a:uFill>
                <a:latin typeface="Manrope"/>
                <a:ea typeface="Manrope"/>
                <a:cs typeface="Manrope"/>
                <a:sym typeface="Manrope"/>
                <a:hlinkClick r:id="rId18">
                  <a:extLst>
                    <a:ext uri="{A12FA001-AC4F-418D-AE19-62706E023703}">
                      <ahyp:hlinkClr val="tx"/>
                    </a:ext>
                  </a:extLst>
                </a:hlinkClick>
              </a:rPr>
              <a:t>VIDFY</a:t>
            </a:r>
            <a:endParaRPr b="1" sz="1000">
              <a:solidFill>
                <a:schemeClr val="dk1"/>
              </a:solidFill>
              <a:latin typeface="Manrope"/>
              <a:ea typeface="Manrope"/>
              <a:cs typeface="Manrope"/>
              <a:sym typeface="Manrope"/>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4" name="Shape 574"/>
        <p:cNvGrpSpPr/>
        <p:nvPr/>
      </p:nvGrpSpPr>
      <p:grpSpPr>
        <a:xfrm>
          <a:off x="0" y="0"/>
          <a:ext cx="0" cy="0"/>
          <a:chOff x="0" y="0"/>
          <a:chExt cx="0" cy="0"/>
        </a:xfrm>
      </p:grpSpPr>
      <p:sp>
        <p:nvSpPr>
          <p:cNvPr id="575" name="TextBox 574"/>
          <p:cNvSpPr txBox="1"/>
          <p:nvPr/>
        </p:nvSpPr>
        <p:spPr>
          <a:xfrm>
            <a:off x="731520" y="292608"/>
            <a:ext cx="7680960" cy="1234440"/>
          </a:xfrm>
          <a:prstGeom prst="rect">
            <a:avLst/>
          </a:prstGeom>
          <a:noFill/>
        </p:spPr>
        <p:txBody>
          <a:bodyPr wrap="square" lIns="0" tIns="0" rIns="0" bIns="0">
            <a:spAutoFit/>
          </a:bodyPr>
          <a:lstStyle/>
          <a:p>
            <a:pPr>
              <a:spcAft>
                <a:spcPts val="400"/>
              </a:spcAft>
              <a:defRPr sz="950" b="1">
                <a:solidFill>
                  <a:srgbClr val="7D6652"/>
                </a:solidFill>
                <a:latin typeface="Arial"/>
              </a:defRPr>
            </a:pPr>
            <a:r>
              <a:t>FOUNDATIONAL INTELLIGENCE</a:t>
            </a:r>
          </a:p>
          <a:p>
            <a:pPr>
              <a:spcAft>
                <a:spcPts val="400"/>
              </a:spcAft>
            </a:pPr>
            <a:r>
              <a:rPr sz="2500" b="1">
                <a:solidFill>
                  <a:srgbClr val="1F1F1F"/>
                </a:solidFill>
                <a:latin typeface="Arial"/>
              </a:rPr>
              <a:t>WHAT IS AN </a:t>
            </a:r>
            <a:r>
              <a:rPr sz="2500" b="1">
                <a:solidFill>
                  <a:srgbClr val="7D6652"/>
                </a:solidFill>
                <a:latin typeface="Arial"/>
              </a:rPr>
              <a:t>AI AGENT?</a:t>
            </a:r>
          </a:p>
          <a:p>
            <a:pPr>
              <a:defRPr sz="1100">
                <a:solidFill>
                  <a:srgbClr val="5F5F5F"/>
                </a:solidFill>
                <a:latin typeface="Arial"/>
              </a:defRPr>
            </a:pPr>
            <a:r>
              <a:t>Beyond static chatbots: Autonomous, goal-driven digital problem solvers.</a:t>
            </a:r>
          </a:p>
        </p:txBody>
      </p:sp>
      <p:sp>
        <p:nvSpPr>
          <p:cNvPr id="576" name="Rounded Rectangle 575"/>
          <p:cNvSpPr/>
          <p:nvPr/>
        </p:nvSpPr>
        <p:spPr>
          <a:xfrm>
            <a:off x="731520" y="1691640"/>
            <a:ext cx="3291840" cy="2971800"/>
          </a:xfrm>
          <a:prstGeom prst="roundRect">
            <a:avLst>
              <a:gd name="adj" fmla="val 8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TextBox 576"/>
          <p:cNvSpPr txBox="1"/>
          <p:nvPr/>
        </p:nvSpPr>
        <p:spPr>
          <a:xfrm>
            <a:off x="960120" y="1920240"/>
            <a:ext cx="2834640" cy="2514600"/>
          </a:xfrm>
          <a:prstGeom prst="rect">
            <a:avLst/>
          </a:prstGeom>
          <a:noFill/>
        </p:spPr>
        <p:txBody>
          <a:bodyPr wrap="square" lIns="0" rIns="0" tIns="0" bIns="0">
            <a:spAutoFit/>
          </a:bodyPr>
          <a:lstStyle/>
          <a:p>
            <a:pPr>
              <a:spcAft>
                <a:spcPts val="800"/>
              </a:spcAft>
              <a:defRPr sz="900" b="1">
                <a:solidFill>
                  <a:srgbClr val="7D6652"/>
                </a:solidFill>
                <a:latin typeface="Arial"/>
              </a:defRPr>
            </a:pPr>
            <a:r>
              <a:t>CORE FOUNDATION</a:t>
            </a:r>
          </a:p>
          <a:p>
            <a:pPr>
              <a:spcAft>
                <a:spcPts val="1000"/>
              </a:spcAft>
              <a:defRPr sz="1400" b="1">
                <a:solidFill>
                  <a:srgbClr val="1F1F1F"/>
                </a:solidFill>
                <a:latin typeface="Arial"/>
              </a:defRPr>
            </a:pPr>
            <a:r>
              <a:t>Goal-Driven Autonomy with Tool Use &amp; Reasoning</a:t>
            </a:r>
          </a:p>
          <a:p>
            <a:pPr>
              <a:defRPr sz="1050">
                <a:solidFill>
                  <a:srgbClr val="323232"/>
                </a:solidFill>
                <a:latin typeface="Arial"/>
              </a:defRPr>
            </a:pPr>
            <a:r>
              <a:t>An AI Agent is an autonomous software entity powered by a Large Language Model. Given a high-level mission, it perceives unstructured inputs, deliberates on next actions, interacts with live digital environments via tools, and self-corrects on failures without requiring continuous human prompting.</a:t>
            </a:r>
          </a:p>
        </p:txBody>
      </p:sp>
      <p:sp>
        <p:nvSpPr>
          <p:cNvPr id="578" name="Rounded Rectangle 577"/>
          <p:cNvSpPr/>
          <p:nvPr/>
        </p:nvSpPr>
        <p:spPr>
          <a:xfrm>
            <a:off x="4251960" y="1691640"/>
            <a:ext cx="1965960" cy="1389888"/>
          </a:xfrm>
          <a:prstGeom prst="roundRect">
            <a:avLst>
              <a:gd name="adj" fmla="val 12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Rounded Rectangle 578"/>
          <p:cNvSpPr/>
          <p:nvPr/>
        </p:nvSpPr>
        <p:spPr>
          <a:xfrm>
            <a:off x="4361688" y="1801368"/>
            <a:ext cx="384048" cy="256032"/>
          </a:xfrm>
          <a:prstGeom prst="roundRect">
            <a:avLst>
              <a:gd name="adj" fmla="val 35000"/>
            </a:avLst>
          </a:prstGeom>
          <a:solidFill>
            <a:srgbClr val="DDE2D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50" b="1">
                <a:solidFill>
                  <a:srgbClr val="414E3E"/>
                </a:solidFill>
                <a:latin typeface="Arial"/>
              </a:defRPr>
            </a:pPr>
            <a:r>
              <a:t>01</a:t>
            </a:r>
          </a:p>
        </p:txBody>
      </p:sp>
      <p:sp>
        <p:nvSpPr>
          <p:cNvPr id="580" name="TextBox 579"/>
          <p:cNvSpPr txBox="1"/>
          <p:nvPr/>
        </p:nvSpPr>
        <p:spPr>
          <a:xfrm>
            <a:off x="4361688" y="2112264"/>
            <a:ext cx="1746504" cy="932688"/>
          </a:xfrm>
          <a:prstGeom prst="rect">
            <a:avLst/>
          </a:prstGeom>
          <a:noFill/>
        </p:spPr>
        <p:txBody>
          <a:bodyPr wrap="square" lIns="0" rIns="0" tIns="0" bIns="0">
            <a:spAutoFit/>
          </a:bodyPr>
          <a:lstStyle/>
          <a:p>
            <a:pPr>
              <a:spcAft>
                <a:spcPts val="300"/>
              </a:spcAft>
              <a:defRPr sz="1050" b="1">
                <a:solidFill>
                  <a:srgbClr val="1F1F1F"/>
                </a:solidFill>
                <a:latin typeface="Arial"/>
              </a:defRPr>
            </a:pPr>
            <a:r>
              <a:t>Perception &amp; Ingestion</a:t>
            </a:r>
          </a:p>
          <a:p>
            <a:pPr>
              <a:defRPr sz="850">
                <a:solidFill>
                  <a:srgbClr val="5F5F5F"/>
                </a:solidFill>
                <a:latin typeface="Arial"/>
              </a:defRPr>
            </a:pPr>
            <a:r>
              <a:t>Reads messy PDFs, transcripts, and foreign university portals to construct structured mental models.</a:t>
            </a:r>
          </a:p>
        </p:txBody>
      </p:sp>
      <p:sp>
        <p:nvSpPr>
          <p:cNvPr id="581" name="Rounded Rectangle 580"/>
          <p:cNvSpPr/>
          <p:nvPr/>
        </p:nvSpPr>
        <p:spPr>
          <a:xfrm>
            <a:off x="6446520" y="1691640"/>
            <a:ext cx="1965960" cy="1389888"/>
          </a:xfrm>
          <a:prstGeom prst="roundRect">
            <a:avLst>
              <a:gd name="adj" fmla="val 12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Rounded Rectangle 581"/>
          <p:cNvSpPr/>
          <p:nvPr/>
        </p:nvSpPr>
        <p:spPr>
          <a:xfrm>
            <a:off x="6556248" y="1801368"/>
            <a:ext cx="384048" cy="256032"/>
          </a:xfrm>
          <a:prstGeom prst="roundRect">
            <a:avLst>
              <a:gd name="adj" fmla="val 35000"/>
            </a:avLst>
          </a:prstGeom>
          <a:solidFill>
            <a:srgbClr val="F5E5E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50" b="1">
                <a:solidFill>
                  <a:srgbClr val="80463E"/>
                </a:solidFill>
                <a:latin typeface="Arial"/>
              </a:defRPr>
            </a:pPr>
            <a:r>
              <a:t>02</a:t>
            </a:r>
          </a:p>
        </p:txBody>
      </p:sp>
      <p:sp>
        <p:nvSpPr>
          <p:cNvPr id="583" name="TextBox 582"/>
          <p:cNvSpPr txBox="1"/>
          <p:nvPr/>
        </p:nvSpPr>
        <p:spPr>
          <a:xfrm>
            <a:off x="6556248" y="2112264"/>
            <a:ext cx="1746504" cy="932688"/>
          </a:xfrm>
          <a:prstGeom prst="rect">
            <a:avLst/>
          </a:prstGeom>
          <a:noFill/>
        </p:spPr>
        <p:txBody>
          <a:bodyPr wrap="square" lIns="0" rIns="0" tIns="0" bIns="0">
            <a:spAutoFit/>
          </a:bodyPr>
          <a:lstStyle/>
          <a:p>
            <a:pPr>
              <a:spcAft>
                <a:spcPts val="300"/>
              </a:spcAft>
              <a:defRPr sz="1050" b="1">
                <a:solidFill>
                  <a:srgbClr val="1F1F1F"/>
                </a:solidFill>
                <a:latin typeface="Arial"/>
              </a:defRPr>
            </a:pPr>
            <a:r>
              <a:t>Dynamic Deliberation</a:t>
            </a:r>
          </a:p>
          <a:p>
            <a:pPr>
              <a:defRPr sz="850">
                <a:solidFill>
                  <a:srgbClr val="5F5F5F"/>
                </a:solidFill>
                <a:latin typeface="Arial"/>
              </a:defRPr>
            </a:pPr>
            <a:r>
              <a:t>Formulates multi-step plans, adjusts search queries on the fly, and recovers when a path fails.</a:t>
            </a:r>
          </a:p>
        </p:txBody>
      </p:sp>
      <p:sp>
        <p:nvSpPr>
          <p:cNvPr id="584" name="Rounded Rectangle 583"/>
          <p:cNvSpPr/>
          <p:nvPr/>
        </p:nvSpPr>
        <p:spPr>
          <a:xfrm>
            <a:off x="4251960" y="3264408"/>
            <a:ext cx="1965960" cy="1389888"/>
          </a:xfrm>
          <a:prstGeom prst="roundRect">
            <a:avLst>
              <a:gd name="adj" fmla="val 12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Rounded Rectangle 584"/>
          <p:cNvSpPr/>
          <p:nvPr/>
        </p:nvSpPr>
        <p:spPr>
          <a:xfrm>
            <a:off x="4361688" y="3374136"/>
            <a:ext cx="384048" cy="256032"/>
          </a:xfrm>
          <a:prstGeom prst="roundRect">
            <a:avLst>
              <a:gd name="adj" fmla="val 35000"/>
            </a:avLst>
          </a:prstGeom>
          <a:solidFill>
            <a:srgbClr val="EAE6E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50" b="1">
                <a:solidFill>
                  <a:srgbClr val="55524C"/>
                </a:solidFill>
                <a:latin typeface="Arial"/>
              </a:defRPr>
            </a:pPr>
            <a:r>
              <a:t>03</a:t>
            </a:r>
          </a:p>
        </p:txBody>
      </p:sp>
      <p:sp>
        <p:nvSpPr>
          <p:cNvPr id="586" name="TextBox 585"/>
          <p:cNvSpPr txBox="1"/>
          <p:nvPr/>
        </p:nvSpPr>
        <p:spPr>
          <a:xfrm>
            <a:off x="4361688" y="3685032"/>
            <a:ext cx="1746504" cy="932688"/>
          </a:xfrm>
          <a:prstGeom prst="rect">
            <a:avLst/>
          </a:prstGeom>
          <a:noFill/>
        </p:spPr>
        <p:txBody>
          <a:bodyPr wrap="square" lIns="0" rIns="0" tIns="0" bIns="0">
            <a:spAutoFit/>
          </a:bodyPr>
          <a:lstStyle/>
          <a:p>
            <a:pPr>
              <a:spcAft>
                <a:spcPts val="300"/>
              </a:spcAft>
              <a:defRPr sz="1050" b="1">
                <a:solidFill>
                  <a:srgbClr val="1F1F1F"/>
                </a:solidFill>
                <a:latin typeface="Arial"/>
              </a:defRPr>
            </a:pPr>
            <a:r>
              <a:t>Active Tool Execution</a:t>
            </a:r>
          </a:p>
          <a:p>
            <a:pPr>
              <a:defRPr sz="850">
                <a:solidFill>
                  <a:srgbClr val="5F5F5F"/>
                </a:solidFill>
                <a:latin typeface="Arial"/>
              </a:defRPr>
            </a:pPr>
            <a:r>
              <a:t>Executes live web searches, scrapes portal tables, runs code, and calls external verification APIs.</a:t>
            </a:r>
          </a:p>
        </p:txBody>
      </p:sp>
      <p:sp>
        <p:nvSpPr>
          <p:cNvPr id="587" name="Rounded Rectangle 586"/>
          <p:cNvSpPr/>
          <p:nvPr/>
        </p:nvSpPr>
        <p:spPr>
          <a:xfrm>
            <a:off x="6446520" y="3264408"/>
            <a:ext cx="1965960" cy="1389888"/>
          </a:xfrm>
          <a:prstGeom prst="roundRect">
            <a:avLst>
              <a:gd name="adj" fmla="val 12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Rounded Rectangle 587"/>
          <p:cNvSpPr/>
          <p:nvPr/>
        </p:nvSpPr>
        <p:spPr>
          <a:xfrm>
            <a:off x="6556248" y="3374136"/>
            <a:ext cx="384048" cy="256032"/>
          </a:xfrm>
          <a:prstGeom prst="roundRect">
            <a:avLst>
              <a:gd name="adj" fmla="val 35000"/>
            </a:avLst>
          </a:prstGeom>
          <a:solidFill>
            <a:srgbClr val="F0EAE1"/>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50" b="1">
                <a:solidFill>
                  <a:srgbClr val="706252"/>
                </a:solidFill>
                <a:latin typeface="Arial"/>
              </a:defRPr>
            </a:pPr>
            <a:r>
              <a:t>04</a:t>
            </a:r>
          </a:p>
        </p:txBody>
      </p:sp>
      <p:sp>
        <p:nvSpPr>
          <p:cNvPr id="589" name="TextBox 588"/>
          <p:cNvSpPr txBox="1"/>
          <p:nvPr/>
        </p:nvSpPr>
        <p:spPr>
          <a:xfrm>
            <a:off x="6556248" y="3685032"/>
            <a:ext cx="1746504" cy="932688"/>
          </a:xfrm>
          <a:prstGeom prst="rect">
            <a:avLst/>
          </a:prstGeom>
          <a:noFill/>
        </p:spPr>
        <p:txBody>
          <a:bodyPr wrap="square" lIns="0" rIns="0" tIns="0" bIns="0">
            <a:spAutoFit/>
          </a:bodyPr>
          <a:lstStyle/>
          <a:p>
            <a:pPr>
              <a:spcAft>
                <a:spcPts val="300"/>
              </a:spcAft>
              <a:defRPr sz="1050" b="1">
                <a:solidFill>
                  <a:srgbClr val="1F1F1F"/>
                </a:solidFill>
                <a:latin typeface="Arial"/>
              </a:defRPr>
            </a:pPr>
            <a:r>
              <a:t>Persistent Memory</a:t>
            </a:r>
          </a:p>
          <a:p>
            <a:pPr>
              <a:defRPr sz="850">
                <a:solidFill>
                  <a:srgbClr val="5F5F5F"/>
                </a:solidFill>
                <a:latin typeface="Arial"/>
              </a:defRPr>
            </a:pPr>
            <a:r>
              <a:t>Remembers past student sessions, recalls previous scholarship audits, and compounds intelligence.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2"/>
                                        </p:tgtEl>
                                        <p:attrNameLst>
                                          <p:attrName>style.visibility</p:attrName>
                                        </p:attrNameLst>
                                      </p:cBhvr>
                                      <p:to>
                                        <p:strVal val="visible"/>
                                      </p:to>
                                    </p:set>
                                    <p:animEffect filter="fade" transition="in">
                                      <p:cBhvr>
                                        <p:cTn dur="1000"/>
                                        <p:tgtEl>
                                          <p:spTgt spid="582"/>
                                        </p:tgtEl>
                                      </p:cBhvr>
                                    </p:animEffect>
                                  </p:childTnLst>
                                </p:cTn>
                              </p:par>
                              <p:par>
                                <p:cTn fill="hold" nodeType="withEffect" presetClass="entr" presetID="10" presetSubtype="0">
                                  <p:stCondLst>
                                    <p:cond delay="0"/>
                                  </p:stCondLst>
                                  <p:childTnLst>
                                    <p:set>
                                      <p:cBhvr>
                                        <p:cTn dur="1" fill="hold">
                                          <p:stCondLst>
                                            <p:cond delay="0"/>
                                          </p:stCondLst>
                                        </p:cTn>
                                        <p:tgtEl>
                                          <p:spTgt spid="583"/>
                                        </p:tgtEl>
                                        <p:attrNameLst>
                                          <p:attrName>style.visibility</p:attrName>
                                        </p:attrNameLst>
                                      </p:cBhvr>
                                      <p:to>
                                        <p:strVal val="visible"/>
                                      </p:to>
                                    </p:set>
                                    <p:animEffect filter="fade" transition="in">
                                      <p:cBhvr>
                                        <p:cTn dur="1000"/>
                                        <p:tgtEl>
                                          <p:spTgt spid="583"/>
                                        </p:tgtEl>
                                      </p:cBhvr>
                                    </p:animEffect>
                                  </p:childTnLst>
                                </p:cTn>
                              </p:par>
                              <p:par>
                                <p:cTn fill="hold" nodeType="withEffect" presetClass="entr" presetID="10" presetSubtype="0">
                                  <p:stCondLst>
                                    <p:cond delay="0"/>
                                  </p:stCondLst>
                                  <p:childTnLst>
                                    <p:set>
                                      <p:cBhvr>
                                        <p:cTn dur="1" fill="hold">
                                          <p:stCondLst>
                                            <p:cond delay="0"/>
                                          </p:stCondLst>
                                        </p:cTn>
                                        <p:tgtEl>
                                          <p:spTgt spid="586"/>
                                        </p:tgtEl>
                                        <p:attrNameLst>
                                          <p:attrName>style.visibility</p:attrName>
                                        </p:attrNameLst>
                                      </p:cBhvr>
                                      <p:to>
                                        <p:strVal val="visible"/>
                                      </p:to>
                                    </p:set>
                                    <p:animEffect filter="fade" transition="in">
                                      <p:cBhvr>
                                        <p:cTn dur="1000"/>
                                        <p:tgtEl>
                                          <p:spTgt spid="586"/>
                                        </p:tgtEl>
                                      </p:cBhvr>
                                    </p:animEffect>
                                  </p:childTnLst>
                                </p:cTn>
                              </p:par>
                              <p:par>
                                <p:cTn fill="hold" nodeType="withEffect" presetClass="entr" presetID="10" presetSubtype="0">
                                  <p:stCondLst>
                                    <p:cond delay="0"/>
                                  </p:stCondLst>
                                  <p:childTnLst>
                                    <p:set>
                                      <p:cBhvr>
                                        <p:cTn dur="1" fill="hold">
                                          <p:stCondLst>
                                            <p:cond delay="0"/>
                                          </p:stCondLst>
                                        </p:cTn>
                                        <p:tgtEl>
                                          <p:spTgt spid="587"/>
                                        </p:tgtEl>
                                        <p:attrNameLst>
                                          <p:attrName>style.visibility</p:attrName>
                                        </p:attrNameLst>
                                      </p:cBhvr>
                                      <p:to>
                                        <p:strVal val="visible"/>
                                      </p:to>
                                    </p:set>
                                    <p:animEffect filter="fade" transition="in">
                                      <p:cBhvr>
                                        <p:cTn dur="1000"/>
                                        <p:tgtEl>
                                          <p:spTgt spid="58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1" name="Shape 591"/>
        <p:cNvGrpSpPr/>
        <p:nvPr/>
      </p:nvGrpSpPr>
      <p:grpSpPr>
        <a:xfrm>
          <a:off x="0" y="0"/>
          <a:ext cx="0" cy="0"/>
          <a:chOff x="0" y="0"/>
          <a:chExt cx="0" cy="0"/>
        </a:xfrm>
      </p:grpSpPr>
      <p:sp>
        <p:nvSpPr>
          <p:cNvPr id="592" name="Google Shape;592;p61"/>
          <p:cNvSpPr txBox="1"/>
          <p:nvPr>
            <p:ph idx="15"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TABLE OF </a:t>
            </a:r>
            <a:r>
              <a:rPr lang="en">
                <a:solidFill>
                  <a:schemeClr val="lt1"/>
                </a:solidFill>
              </a:rPr>
              <a:t>CONTENTS</a:t>
            </a:r>
            <a:endParaRPr/>
          </a:p>
        </p:txBody>
      </p:sp>
      <p:sp>
        <p:nvSpPr>
          <p:cNvPr id="593" name="Google Shape;593;p61"/>
          <p:cNvSpPr/>
          <p:nvPr/>
        </p:nvSpPr>
        <p:spPr>
          <a:xfrm>
            <a:off x="719916" y="1625393"/>
            <a:ext cx="1350837" cy="973145"/>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61"/>
          <p:cNvSpPr/>
          <p:nvPr/>
        </p:nvSpPr>
        <p:spPr>
          <a:xfrm flipH="1">
            <a:off x="4571988" y="1625400"/>
            <a:ext cx="1350837" cy="973145"/>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61"/>
          <p:cNvSpPr/>
          <p:nvPr/>
        </p:nvSpPr>
        <p:spPr>
          <a:xfrm flipH="1">
            <a:off x="4720335" y="3321937"/>
            <a:ext cx="1162249" cy="1032818"/>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rgbClr val="AC9078">
              <a:alpha val="726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61"/>
          <p:cNvSpPr/>
          <p:nvPr/>
        </p:nvSpPr>
        <p:spPr>
          <a:xfrm>
            <a:off x="704600" y="3351763"/>
            <a:ext cx="1095097" cy="973144"/>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61"/>
          <p:cNvSpPr txBox="1"/>
          <p:nvPr>
            <p:ph type="title"/>
          </p:nvPr>
        </p:nvSpPr>
        <p:spPr>
          <a:xfrm>
            <a:off x="1987675" y="1412700"/>
            <a:ext cx="2430000" cy="837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solidFill>
                  <a:schemeClr val="lt1"/>
                </a:solidFill>
              </a:rPr>
              <a:t>PROBLEM</a:t>
            </a:r>
            <a:r>
              <a:rPr lang="en"/>
              <a:t> VS. SOLUTION</a:t>
            </a:r>
            <a:endParaRPr/>
          </a:p>
        </p:txBody>
      </p:sp>
      <p:sp>
        <p:nvSpPr>
          <p:cNvPr id="598" name="Google Shape;598;p61"/>
          <p:cNvSpPr txBox="1"/>
          <p:nvPr>
            <p:ph idx="1" type="subTitle"/>
          </p:nvPr>
        </p:nvSpPr>
        <p:spPr>
          <a:xfrm>
            <a:off x="1987700" y="2292125"/>
            <a:ext cx="2430000" cy="612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describe the topic of the section here</a:t>
            </a:r>
            <a:endParaRPr/>
          </a:p>
        </p:txBody>
      </p:sp>
      <p:sp>
        <p:nvSpPr>
          <p:cNvPr id="599" name="Google Shape;599;p61"/>
          <p:cNvSpPr txBox="1"/>
          <p:nvPr>
            <p:ph idx="2" type="title"/>
          </p:nvPr>
        </p:nvSpPr>
        <p:spPr>
          <a:xfrm>
            <a:off x="845800" y="1888050"/>
            <a:ext cx="812700" cy="44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01</a:t>
            </a:r>
            <a:endParaRPr/>
          </a:p>
        </p:txBody>
      </p:sp>
      <p:sp>
        <p:nvSpPr>
          <p:cNvPr id="600" name="Google Shape;600;p61"/>
          <p:cNvSpPr txBox="1"/>
          <p:nvPr>
            <p:ph idx="3" type="title"/>
          </p:nvPr>
        </p:nvSpPr>
        <p:spPr>
          <a:xfrm>
            <a:off x="1928100" y="3162748"/>
            <a:ext cx="2430000" cy="837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MARKET AND </a:t>
            </a:r>
            <a:r>
              <a:rPr lang="en">
                <a:solidFill>
                  <a:schemeClr val="lt1"/>
                </a:solidFill>
              </a:rPr>
              <a:t>COMPETITION</a:t>
            </a:r>
            <a:endParaRPr/>
          </a:p>
        </p:txBody>
      </p:sp>
      <p:sp>
        <p:nvSpPr>
          <p:cNvPr id="601" name="Google Shape;601;p61"/>
          <p:cNvSpPr txBox="1"/>
          <p:nvPr>
            <p:ph idx="4" type="subTitle"/>
          </p:nvPr>
        </p:nvSpPr>
        <p:spPr>
          <a:xfrm>
            <a:off x="1928125" y="4042172"/>
            <a:ext cx="2430000" cy="612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describe the topic of the section here</a:t>
            </a:r>
            <a:endParaRPr/>
          </a:p>
        </p:txBody>
      </p:sp>
      <p:sp>
        <p:nvSpPr>
          <p:cNvPr id="602" name="Google Shape;602;p61"/>
          <p:cNvSpPr txBox="1"/>
          <p:nvPr>
            <p:ph idx="6" type="subTitle"/>
          </p:nvPr>
        </p:nvSpPr>
        <p:spPr>
          <a:xfrm>
            <a:off x="6000775" y="2292102"/>
            <a:ext cx="2430000" cy="612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describe the topic of the section here</a:t>
            </a:r>
            <a:endParaRPr/>
          </a:p>
        </p:txBody>
      </p:sp>
      <p:sp>
        <p:nvSpPr>
          <p:cNvPr id="603" name="Google Shape;603;p61"/>
          <p:cNvSpPr txBox="1"/>
          <p:nvPr>
            <p:ph idx="7" type="title"/>
          </p:nvPr>
        </p:nvSpPr>
        <p:spPr>
          <a:xfrm>
            <a:off x="5981196" y="3162738"/>
            <a:ext cx="2430000" cy="837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solidFill>
                  <a:schemeClr val="lt1"/>
                </a:solidFill>
              </a:rPr>
              <a:t>OUR </a:t>
            </a:r>
            <a:r>
              <a:rPr lang="en">
                <a:solidFill>
                  <a:schemeClr val="lt1"/>
                </a:solidFill>
              </a:rPr>
              <a:t>BUSINESS</a:t>
            </a:r>
            <a:r>
              <a:rPr lang="en"/>
              <a:t> MODEL</a:t>
            </a:r>
            <a:endParaRPr/>
          </a:p>
        </p:txBody>
      </p:sp>
      <p:sp>
        <p:nvSpPr>
          <p:cNvPr id="604" name="Google Shape;604;p61"/>
          <p:cNvSpPr txBox="1"/>
          <p:nvPr>
            <p:ph idx="9" type="title"/>
          </p:nvPr>
        </p:nvSpPr>
        <p:spPr>
          <a:xfrm>
            <a:off x="845798" y="3644250"/>
            <a:ext cx="812700" cy="44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02</a:t>
            </a:r>
            <a:endParaRPr/>
          </a:p>
        </p:txBody>
      </p:sp>
      <p:sp>
        <p:nvSpPr>
          <p:cNvPr id="605" name="Google Shape;605;p61"/>
          <p:cNvSpPr txBox="1"/>
          <p:nvPr>
            <p:ph idx="5" type="title"/>
          </p:nvPr>
        </p:nvSpPr>
        <p:spPr>
          <a:xfrm>
            <a:off x="6000750" y="1412688"/>
            <a:ext cx="2430000" cy="837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THE </a:t>
            </a:r>
            <a:r>
              <a:rPr lang="en">
                <a:solidFill>
                  <a:schemeClr val="lt1"/>
                </a:solidFill>
              </a:rPr>
              <a:t>PRODUCT</a:t>
            </a:r>
            <a:br>
              <a:rPr lang="en"/>
            </a:br>
            <a:r>
              <a:rPr lang="en"/>
              <a:t>WE </a:t>
            </a:r>
            <a:r>
              <a:rPr lang="en"/>
              <a:t>HAVE</a:t>
            </a:r>
            <a:endParaRPr/>
          </a:p>
        </p:txBody>
      </p:sp>
      <p:sp>
        <p:nvSpPr>
          <p:cNvPr id="606" name="Google Shape;606;p61"/>
          <p:cNvSpPr txBox="1"/>
          <p:nvPr>
            <p:ph idx="8" type="subTitle"/>
          </p:nvPr>
        </p:nvSpPr>
        <p:spPr>
          <a:xfrm>
            <a:off x="5981200" y="4042161"/>
            <a:ext cx="2430000" cy="612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describe the topic of the section here</a:t>
            </a:r>
            <a:endParaRPr/>
          </a:p>
        </p:txBody>
      </p:sp>
      <p:sp>
        <p:nvSpPr>
          <p:cNvPr id="607" name="Google Shape;607;p61"/>
          <p:cNvSpPr txBox="1"/>
          <p:nvPr>
            <p:ph idx="13" type="title"/>
          </p:nvPr>
        </p:nvSpPr>
        <p:spPr>
          <a:xfrm>
            <a:off x="4895098" y="1888050"/>
            <a:ext cx="812700" cy="44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03</a:t>
            </a:r>
            <a:endParaRPr/>
          </a:p>
        </p:txBody>
      </p:sp>
      <p:sp>
        <p:nvSpPr>
          <p:cNvPr id="608" name="Google Shape;608;p61"/>
          <p:cNvSpPr txBox="1"/>
          <p:nvPr>
            <p:ph idx="14" type="title"/>
          </p:nvPr>
        </p:nvSpPr>
        <p:spPr>
          <a:xfrm>
            <a:off x="4895098" y="3644250"/>
            <a:ext cx="812700" cy="44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04</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97"/>
                                        </p:tgtEl>
                                        <p:attrNameLst>
                                          <p:attrName>style.visibility</p:attrName>
                                        </p:attrNameLst>
                                      </p:cBhvr>
                                      <p:to>
                                        <p:strVal val="visible"/>
                                      </p:to>
                                    </p:set>
                                    <p:anim calcmode="lin" valueType="num">
                                      <p:cBhvr additive="base">
                                        <p:cTn dur="1000"/>
                                        <p:tgtEl>
                                          <p:spTgt spid="597"/>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600"/>
                                        </p:tgtEl>
                                        <p:attrNameLst>
                                          <p:attrName>style.visibility</p:attrName>
                                        </p:attrNameLst>
                                      </p:cBhvr>
                                      <p:to>
                                        <p:strVal val="visible"/>
                                      </p:to>
                                    </p:set>
                                    <p:anim calcmode="lin" valueType="num">
                                      <p:cBhvr additive="base">
                                        <p:cTn dur="1000"/>
                                        <p:tgtEl>
                                          <p:spTgt spid="600"/>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603"/>
                                        </p:tgtEl>
                                        <p:attrNameLst>
                                          <p:attrName>style.visibility</p:attrName>
                                        </p:attrNameLst>
                                      </p:cBhvr>
                                      <p:to>
                                        <p:strVal val="visible"/>
                                      </p:to>
                                    </p:set>
                                    <p:anim calcmode="lin" valueType="num">
                                      <p:cBhvr additive="base">
                                        <p:cTn dur="1000"/>
                                        <p:tgtEl>
                                          <p:spTgt spid="603"/>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605"/>
                                        </p:tgtEl>
                                        <p:attrNameLst>
                                          <p:attrName>style.visibility</p:attrName>
                                        </p:attrNameLst>
                                      </p:cBhvr>
                                      <p:to>
                                        <p:strVal val="visible"/>
                                      </p:to>
                                    </p:set>
                                    <p:anim calcmode="lin" valueType="num">
                                      <p:cBhvr additive="base">
                                        <p:cTn dur="1000"/>
                                        <p:tgtEl>
                                          <p:spTgt spid="605"/>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2"/>
        </a:solidFill>
      </p:bgPr>
    </p:bg>
    <p:spTree>
      <p:nvGrpSpPr>
        <p:cNvPr id="612" name="Shape 612"/>
        <p:cNvGrpSpPr/>
        <p:nvPr/>
      </p:nvGrpSpPr>
      <p:grpSpPr>
        <a:xfrm>
          <a:off x="0" y="0"/>
          <a:ext cx="0" cy="0"/>
          <a:chOff x="0" y="0"/>
          <a:chExt cx="0" cy="0"/>
        </a:xfrm>
      </p:grpSpPr>
      <p:pic>
        <p:nvPicPr>
          <p:cNvPr id="613" name="Google Shape;613;p62" title="abstract-minimal-concept-flowers-shadows.jpg"/>
          <p:cNvPicPr preferRelativeResize="0"/>
          <p:nvPr>
            <p:ph idx="2" type="pic"/>
          </p:nvPr>
        </p:nvPicPr>
        <p:blipFill rotWithShape="1">
          <a:blip r:embed="rId3">
            <a:alphaModFix/>
          </a:blip>
          <a:srcRect b="0" l="13568" r="13561" t="0"/>
          <a:stretch/>
        </p:blipFill>
        <p:spPr>
          <a:xfrm>
            <a:off x="704000" y="1274500"/>
            <a:ext cx="3546900" cy="3244199"/>
          </a:xfrm>
          <a:prstGeom prst="rect">
            <a:avLst/>
          </a:prstGeom>
        </p:spPr>
      </p:pic>
      <p:sp>
        <p:nvSpPr>
          <p:cNvPr id="614" name="Google Shape;614;p62"/>
          <p:cNvSpPr/>
          <p:nvPr/>
        </p:nvSpPr>
        <p:spPr>
          <a:xfrm>
            <a:off x="348650" y="804585"/>
            <a:ext cx="4180934" cy="4180628"/>
          </a:xfrm>
          <a:custGeom>
            <a:rect b="b" l="l" r="r" t="t"/>
            <a:pathLst>
              <a:path extrusionOk="0" h="122671" w="122671">
                <a:moveTo>
                  <a:pt x="61288" y="15890"/>
                </a:moveTo>
                <a:cubicBezTo>
                  <a:pt x="74134" y="15890"/>
                  <a:pt x="87890" y="17837"/>
                  <a:pt x="98492" y="25582"/>
                </a:cubicBezTo>
                <a:cubicBezTo>
                  <a:pt x="106392" y="31355"/>
                  <a:pt x="107052" y="41356"/>
                  <a:pt x="105729" y="50292"/>
                </a:cubicBezTo>
                <a:cubicBezTo>
                  <a:pt x="104207" y="60560"/>
                  <a:pt x="103318" y="70931"/>
                  <a:pt x="101429" y="81148"/>
                </a:cubicBezTo>
                <a:cubicBezTo>
                  <a:pt x="99916" y="89314"/>
                  <a:pt x="96431" y="97128"/>
                  <a:pt x="88124" y="99955"/>
                </a:cubicBezTo>
                <a:cubicBezTo>
                  <a:pt x="84437" y="101209"/>
                  <a:pt x="80540" y="101601"/>
                  <a:pt x="76602" y="101601"/>
                </a:cubicBezTo>
                <a:cubicBezTo>
                  <a:pt x="71796" y="101601"/>
                  <a:pt x="66926" y="101018"/>
                  <a:pt x="62297" y="100710"/>
                </a:cubicBezTo>
                <a:cubicBezTo>
                  <a:pt x="51217" y="99976"/>
                  <a:pt x="40203" y="98506"/>
                  <a:pt x="29211" y="96964"/>
                </a:cubicBezTo>
                <a:cubicBezTo>
                  <a:pt x="16647" y="95202"/>
                  <a:pt x="10610" y="89119"/>
                  <a:pt x="11276" y="76081"/>
                </a:cubicBezTo>
                <a:cubicBezTo>
                  <a:pt x="11770" y="66433"/>
                  <a:pt x="13452" y="56900"/>
                  <a:pt x="15516" y="47476"/>
                </a:cubicBezTo>
                <a:cubicBezTo>
                  <a:pt x="17086" y="40308"/>
                  <a:pt x="17867" y="30029"/>
                  <a:pt x="23464" y="24632"/>
                </a:cubicBezTo>
                <a:cubicBezTo>
                  <a:pt x="31878" y="16520"/>
                  <a:pt x="46079" y="16024"/>
                  <a:pt x="57526" y="15914"/>
                </a:cubicBezTo>
                <a:cubicBezTo>
                  <a:pt x="58439" y="15906"/>
                  <a:pt x="59335" y="15900"/>
                  <a:pt x="60210" y="15894"/>
                </a:cubicBezTo>
                <a:cubicBezTo>
                  <a:pt x="60569" y="15891"/>
                  <a:pt x="60928" y="15890"/>
                  <a:pt x="61288" y="15890"/>
                </a:cubicBezTo>
                <a:close/>
                <a:moveTo>
                  <a:pt x="0" y="0"/>
                </a:moveTo>
                <a:lnTo>
                  <a:pt x="0" y="122670"/>
                </a:lnTo>
                <a:lnTo>
                  <a:pt x="122671" y="122670"/>
                </a:lnTo>
                <a:lnTo>
                  <a:pt x="12267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62"/>
          <p:cNvSpPr txBox="1"/>
          <p:nvPr>
            <p:ph idx="1" type="body"/>
          </p:nvPr>
        </p:nvSpPr>
        <p:spPr>
          <a:xfrm>
            <a:off x="4572000" y="1369325"/>
            <a:ext cx="3850500" cy="333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Do you know what helps you make your point clear? Lists like this one:</a:t>
            </a:r>
            <a:br>
              <a:rPr lang="en"/>
            </a:br>
            <a:endParaRPr/>
          </a:p>
          <a:p>
            <a:pPr indent="-317500" lvl="0" marL="457200" rtl="0" algn="l">
              <a:spcBef>
                <a:spcPts val="0"/>
              </a:spcBef>
              <a:spcAft>
                <a:spcPts val="0"/>
              </a:spcAft>
              <a:buSzPts val="1400"/>
              <a:buFont typeface="Barlow Semi Condensed"/>
              <a:buChar char="●"/>
            </a:pPr>
            <a:r>
              <a:rPr lang="en"/>
              <a:t>They’re simple </a:t>
            </a:r>
            <a:endParaRPr/>
          </a:p>
          <a:p>
            <a:pPr indent="-317500" lvl="0" marL="457200" rtl="0" algn="l">
              <a:spcBef>
                <a:spcPts val="0"/>
              </a:spcBef>
              <a:spcAft>
                <a:spcPts val="0"/>
              </a:spcAft>
              <a:buSzPts val="1400"/>
              <a:buFont typeface="Barlow Semi Condensed"/>
              <a:buChar char="●"/>
            </a:pPr>
            <a:r>
              <a:rPr lang="en"/>
              <a:t>You can organize your ideas clearly</a:t>
            </a:r>
            <a:endParaRPr/>
          </a:p>
          <a:p>
            <a:pPr indent="-317500" lvl="0" marL="457200" rtl="0" algn="l">
              <a:spcBef>
                <a:spcPts val="0"/>
              </a:spcBef>
              <a:spcAft>
                <a:spcPts val="0"/>
              </a:spcAft>
              <a:buSzPts val="1400"/>
              <a:buFont typeface="Barlow Semi Condensed"/>
              <a:buChar char="●"/>
            </a:pPr>
            <a:r>
              <a:rPr lang="en"/>
              <a:t>You’ll never forget to buy milk!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None/>
            </a:pPr>
            <a:r>
              <a:rPr lang="en"/>
              <a:t>And the most important thing: the audience won’t miss the point of your presentation</a:t>
            </a:r>
            <a:endParaRPr/>
          </a:p>
        </p:txBody>
      </p:sp>
      <p:sp>
        <p:nvSpPr>
          <p:cNvPr id="616" name="Google Shape;616;p62"/>
          <p:cNvSpPr/>
          <p:nvPr/>
        </p:nvSpPr>
        <p:spPr>
          <a:xfrm flipH="1" rot="4102360">
            <a:off x="-2512533" y="4030635"/>
            <a:ext cx="7471578" cy="477174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62"/>
          <p:cNvSpPr/>
          <p:nvPr/>
        </p:nvSpPr>
        <p:spPr>
          <a:xfrm rot="813319">
            <a:off x="-4129602" y="-17370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62"/>
          <p:cNvSpPr txBox="1"/>
          <p:nvPr>
            <p:ph type="title"/>
          </p:nvPr>
        </p:nvSpPr>
        <p:spPr>
          <a:xfrm>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OUR </a:t>
            </a:r>
            <a:r>
              <a:rPr lang="en">
                <a:solidFill>
                  <a:schemeClr val="lt1"/>
                </a:solidFill>
              </a:rPr>
              <a:t>COMPANY</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15"/>
                                        </p:tgtEl>
                                        <p:attrNameLst>
                                          <p:attrName>style.visibility</p:attrName>
                                        </p:attrNameLst>
                                      </p:cBhvr>
                                      <p:to>
                                        <p:strVal val="visible"/>
                                      </p:to>
                                    </p:set>
                                    <p:animEffect filter="fade" transition="in">
                                      <p:cBhvr>
                                        <p:cTn dur="1000"/>
                                        <p:tgtEl>
                                          <p:spTgt spid="61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63"/>
          <p:cNvSpPr txBox="1"/>
          <p:nvPr>
            <p:ph type="title"/>
          </p:nvPr>
        </p:nvSpPr>
        <p:spPr>
          <a:xfrm>
            <a:off x="1133900" y="922175"/>
            <a:ext cx="6363600" cy="900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OUR </a:t>
            </a:r>
            <a:r>
              <a:rPr lang="en">
                <a:solidFill>
                  <a:schemeClr val="lt1"/>
                </a:solidFill>
              </a:rPr>
              <a:t>COMPANY</a:t>
            </a:r>
            <a:endParaRPr/>
          </a:p>
        </p:txBody>
      </p:sp>
      <p:sp>
        <p:nvSpPr>
          <p:cNvPr id="624" name="Google Shape;624;p63"/>
          <p:cNvSpPr txBox="1"/>
          <p:nvPr>
            <p:ph idx="1" type="body"/>
          </p:nvPr>
        </p:nvSpPr>
        <p:spPr>
          <a:xfrm>
            <a:off x="1133900" y="1868725"/>
            <a:ext cx="6223800" cy="2352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Do you know what helps you make your point clear? Lists like this one:</a:t>
            </a:r>
            <a:br>
              <a:rPr lang="en"/>
            </a:br>
            <a:endParaRPr/>
          </a:p>
          <a:p>
            <a:pPr indent="-317500" lvl="0" marL="457200" rtl="0" algn="l">
              <a:spcBef>
                <a:spcPts val="0"/>
              </a:spcBef>
              <a:spcAft>
                <a:spcPts val="0"/>
              </a:spcAft>
              <a:buSzPts val="1400"/>
              <a:buFont typeface="Barlow Semi Condensed"/>
              <a:buChar char="●"/>
            </a:pPr>
            <a:r>
              <a:rPr lang="en"/>
              <a:t>They’re simple </a:t>
            </a:r>
            <a:endParaRPr/>
          </a:p>
          <a:p>
            <a:pPr indent="-317500" lvl="0" marL="457200" rtl="0" algn="l">
              <a:spcBef>
                <a:spcPts val="0"/>
              </a:spcBef>
              <a:spcAft>
                <a:spcPts val="0"/>
              </a:spcAft>
              <a:buSzPts val="1400"/>
              <a:buFont typeface="Barlow Semi Condensed"/>
              <a:buChar char="●"/>
            </a:pPr>
            <a:r>
              <a:rPr lang="en"/>
              <a:t>You can organize your ideas clearly</a:t>
            </a:r>
            <a:endParaRPr/>
          </a:p>
          <a:p>
            <a:pPr indent="-317500" lvl="0" marL="457200" rtl="0" algn="l">
              <a:spcBef>
                <a:spcPts val="0"/>
              </a:spcBef>
              <a:spcAft>
                <a:spcPts val="0"/>
              </a:spcAft>
              <a:buSzPts val="1400"/>
              <a:buFont typeface="Barlow Semi Condensed"/>
              <a:buChar char="●"/>
            </a:pPr>
            <a:r>
              <a:rPr lang="en"/>
              <a:t>You’ll never forget to buy milk!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None/>
            </a:pPr>
            <a:r>
              <a:rPr lang="en"/>
              <a:t>And the most important thing: the audience won’t miss the point of your presentation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624"/>
                                        </p:tgtEl>
                                        <p:attrNameLst>
                                          <p:attrName>style.visibility</p:attrName>
                                        </p:attrNameLst>
                                      </p:cBhvr>
                                      <p:to>
                                        <p:strVal val="visible"/>
                                      </p:to>
                                    </p:set>
                                    <p:anim calcmode="lin" valueType="num">
                                      <p:cBhvr additive="base">
                                        <p:cTn dur="1000"/>
                                        <p:tgtEl>
                                          <p:spTgt spid="624"/>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8" name="Shape 628"/>
        <p:cNvGrpSpPr/>
        <p:nvPr/>
      </p:nvGrpSpPr>
      <p:grpSpPr>
        <a:xfrm>
          <a:off x="0" y="0"/>
          <a:ext cx="0" cy="0"/>
          <a:chOff x="0" y="0"/>
          <a:chExt cx="0" cy="0"/>
        </a:xfrm>
      </p:grpSpPr>
      <p:sp>
        <p:nvSpPr>
          <p:cNvPr id="629" name="TextBox 628"/>
          <p:cNvSpPr txBox="1"/>
          <p:nvPr/>
        </p:nvSpPr>
        <p:spPr>
          <a:xfrm>
            <a:off x="731520" y="292608"/>
            <a:ext cx="7680960" cy="1234440"/>
          </a:xfrm>
          <a:prstGeom prst="rect">
            <a:avLst/>
          </a:prstGeom>
          <a:noFill/>
        </p:spPr>
        <p:txBody>
          <a:bodyPr wrap="square" lIns="0" tIns="0" rIns="0" bIns="0">
            <a:spAutoFit/>
          </a:bodyPr>
          <a:lstStyle/>
          <a:p>
            <a:pPr>
              <a:spcAft>
                <a:spcPts val="400"/>
              </a:spcAft>
              <a:defRPr sz="950" b="1">
                <a:solidFill>
                  <a:srgbClr val="7D6652"/>
                </a:solidFill>
                <a:latin typeface="Arial"/>
              </a:defRPr>
            </a:pPr>
            <a:r>
              <a:t>DETERMINISTIC RELIABILITY</a:t>
            </a:r>
          </a:p>
          <a:p>
            <a:pPr>
              <a:spcAft>
                <a:spcPts val="400"/>
              </a:spcAft>
            </a:pPr>
            <a:r>
              <a:rPr sz="2500" b="1">
                <a:solidFill>
                  <a:srgbClr val="1F1F1F"/>
                </a:solidFill>
                <a:latin typeface="Arial"/>
              </a:rPr>
              <a:t>WHAT IS A </a:t>
            </a:r>
            <a:r>
              <a:rPr sz="2500" b="1">
                <a:solidFill>
                  <a:srgbClr val="7D6652"/>
                </a:solidFill>
                <a:latin typeface="Arial"/>
              </a:rPr>
              <a:t>WORKFLOW?</a:t>
            </a:r>
          </a:p>
          <a:p>
            <a:pPr>
              <a:defRPr sz="1100">
                <a:solidFill>
                  <a:srgbClr val="5F5F5F"/>
                </a:solidFill>
                <a:latin typeface="Arial"/>
              </a:defRPr>
            </a:pPr>
            <a:r>
              <a:t>Predictable, zero-hallucination pipelines engineered for precision.</a:t>
            </a:r>
          </a:p>
        </p:txBody>
      </p:sp>
      <p:sp>
        <p:nvSpPr>
          <p:cNvPr id="630" name="Rounded Rectangle 629"/>
          <p:cNvSpPr/>
          <p:nvPr/>
        </p:nvSpPr>
        <p:spPr>
          <a:xfrm>
            <a:off x="731520" y="1691640"/>
            <a:ext cx="3291840" cy="2971800"/>
          </a:xfrm>
          <a:prstGeom prst="roundRect">
            <a:avLst>
              <a:gd name="adj" fmla="val 8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TextBox 630"/>
          <p:cNvSpPr txBox="1"/>
          <p:nvPr/>
        </p:nvSpPr>
        <p:spPr>
          <a:xfrm>
            <a:off x="960120" y="1920240"/>
            <a:ext cx="2834640" cy="2514600"/>
          </a:xfrm>
          <a:prstGeom prst="rect">
            <a:avLst/>
          </a:prstGeom>
          <a:noFill/>
        </p:spPr>
        <p:txBody>
          <a:bodyPr wrap="square" lIns="0" rIns="0" tIns="0" bIns="0">
            <a:spAutoFit/>
          </a:bodyPr>
          <a:lstStyle/>
          <a:p>
            <a:pPr>
              <a:spcAft>
                <a:spcPts val="800"/>
              </a:spcAft>
              <a:defRPr sz="900" b="1">
                <a:solidFill>
                  <a:srgbClr val="7D6652"/>
                </a:solidFill>
                <a:latin typeface="Arial"/>
              </a:defRPr>
            </a:pPr>
            <a:r>
              <a:t>CORE FOUNDATION</a:t>
            </a:r>
          </a:p>
          <a:p>
            <a:pPr>
              <a:spcAft>
                <a:spcPts val="1000"/>
              </a:spcAft>
              <a:defRPr sz="1400" b="1">
                <a:solidFill>
                  <a:srgbClr val="1F1F1F"/>
                </a:solidFill>
                <a:latin typeface="Arial"/>
              </a:defRPr>
            </a:pPr>
            <a:r>
              <a:t>Deterministic, High-Speed Sequential Logic</a:t>
            </a:r>
          </a:p>
          <a:p>
            <a:pPr>
              <a:defRPr sz="1050">
                <a:solidFill>
                  <a:srgbClr val="323232"/>
                </a:solidFill>
                <a:latin typeface="Arial"/>
              </a:defRPr>
            </a:pPr>
            <a:r>
              <a:t>A Workflow is a rigid, programmatic sequence of predefined steps where every branch and transformation is governed by hardcoded business logic, database lookups, and deterministic arithmetic. Given identical inputs, a workflow guarantees identical, mathematically verifiable outputs.</a:t>
            </a:r>
          </a:p>
        </p:txBody>
      </p:sp>
      <p:sp>
        <p:nvSpPr>
          <p:cNvPr id="632" name="Rounded Rectangle 631"/>
          <p:cNvSpPr/>
          <p:nvPr/>
        </p:nvSpPr>
        <p:spPr>
          <a:xfrm>
            <a:off x="4251960" y="1691640"/>
            <a:ext cx="1965960" cy="1389888"/>
          </a:xfrm>
          <a:prstGeom prst="roundRect">
            <a:avLst>
              <a:gd name="adj" fmla="val 12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Rounded Rectangle 632"/>
          <p:cNvSpPr/>
          <p:nvPr/>
        </p:nvSpPr>
        <p:spPr>
          <a:xfrm>
            <a:off x="4361688" y="1801368"/>
            <a:ext cx="384048" cy="256032"/>
          </a:xfrm>
          <a:prstGeom prst="roundRect">
            <a:avLst>
              <a:gd name="adj" fmla="val 35000"/>
            </a:avLst>
          </a:prstGeom>
          <a:solidFill>
            <a:srgbClr val="DDE2D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50" b="1">
                <a:solidFill>
                  <a:srgbClr val="414E3E"/>
                </a:solidFill>
                <a:latin typeface="Arial"/>
              </a:defRPr>
            </a:pPr>
            <a:r>
              <a:t>01</a:t>
            </a:r>
          </a:p>
        </p:txBody>
      </p:sp>
      <p:sp>
        <p:nvSpPr>
          <p:cNvPr id="634" name="TextBox 633"/>
          <p:cNvSpPr txBox="1"/>
          <p:nvPr/>
        </p:nvSpPr>
        <p:spPr>
          <a:xfrm>
            <a:off x="4361688" y="2112264"/>
            <a:ext cx="1746504" cy="932688"/>
          </a:xfrm>
          <a:prstGeom prst="rect">
            <a:avLst/>
          </a:prstGeom>
          <a:noFill/>
        </p:spPr>
        <p:txBody>
          <a:bodyPr wrap="square" lIns="0" rIns="0" tIns="0" bIns="0">
            <a:spAutoFit/>
          </a:bodyPr>
          <a:lstStyle/>
          <a:p>
            <a:pPr>
              <a:spcAft>
                <a:spcPts val="300"/>
              </a:spcAft>
              <a:defRPr sz="1050" b="1">
                <a:solidFill>
                  <a:srgbClr val="1F1F1F"/>
                </a:solidFill>
                <a:latin typeface="Arial"/>
              </a:defRPr>
            </a:pPr>
            <a:r>
              <a:t>Zero Hallucination</a:t>
            </a:r>
          </a:p>
          <a:p>
            <a:pPr>
              <a:defRPr sz="850">
                <a:solidFill>
                  <a:srgbClr val="5F5F5F"/>
                </a:solidFill>
                <a:latin typeface="Arial"/>
              </a:defRPr>
            </a:pPr>
            <a:r>
              <a:t>Eliminates AI guessing in mission-critical criteria checks, eligibility rules, and financial math.</a:t>
            </a:r>
          </a:p>
        </p:txBody>
      </p:sp>
      <p:sp>
        <p:nvSpPr>
          <p:cNvPr id="635" name="Rounded Rectangle 634"/>
          <p:cNvSpPr/>
          <p:nvPr/>
        </p:nvSpPr>
        <p:spPr>
          <a:xfrm>
            <a:off x="6446520" y="1691640"/>
            <a:ext cx="1965960" cy="1389888"/>
          </a:xfrm>
          <a:prstGeom prst="roundRect">
            <a:avLst>
              <a:gd name="adj" fmla="val 12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Rounded Rectangle 635"/>
          <p:cNvSpPr/>
          <p:nvPr/>
        </p:nvSpPr>
        <p:spPr>
          <a:xfrm>
            <a:off x="6556248" y="1801368"/>
            <a:ext cx="384048" cy="256032"/>
          </a:xfrm>
          <a:prstGeom prst="roundRect">
            <a:avLst>
              <a:gd name="adj" fmla="val 35000"/>
            </a:avLst>
          </a:prstGeom>
          <a:solidFill>
            <a:srgbClr val="F5E5E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50" b="1">
                <a:solidFill>
                  <a:srgbClr val="80463E"/>
                </a:solidFill>
                <a:latin typeface="Arial"/>
              </a:defRPr>
            </a:pPr>
            <a:r>
              <a:t>02</a:t>
            </a:r>
          </a:p>
        </p:txBody>
      </p:sp>
      <p:sp>
        <p:nvSpPr>
          <p:cNvPr id="637" name="TextBox 636"/>
          <p:cNvSpPr txBox="1"/>
          <p:nvPr/>
        </p:nvSpPr>
        <p:spPr>
          <a:xfrm>
            <a:off x="6556248" y="2112264"/>
            <a:ext cx="1746504" cy="932688"/>
          </a:xfrm>
          <a:prstGeom prst="rect">
            <a:avLst/>
          </a:prstGeom>
          <a:noFill/>
        </p:spPr>
        <p:txBody>
          <a:bodyPr wrap="square" lIns="0" rIns="0" tIns="0" bIns="0">
            <a:spAutoFit/>
          </a:bodyPr>
          <a:lstStyle/>
          <a:p>
            <a:pPr>
              <a:spcAft>
                <a:spcPts val="300"/>
              </a:spcAft>
              <a:defRPr sz="1050" b="1">
                <a:solidFill>
                  <a:srgbClr val="1F1F1F"/>
                </a:solidFill>
                <a:latin typeface="Arial"/>
              </a:defRPr>
            </a:pPr>
            <a:r>
              <a:t>Sub-Millisecond Latency</a:t>
            </a:r>
          </a:p>
          <a:p>
            <a:pPr>
              <a:defRPr sz="850">
                <a:solidFill>
                  <a:srgbClr val="5F5F5F"/>
                </a:solidFill>
                <a:latin typeface="Arial"/>
              </a:defRPr>
            </a:pPr>
            <a:r>
              <a:t>Executes data transforms, table joins, and date calculations without costly LLM roundtrips.</a:t>
            </a:r>
          </a:p>
        </p:txBody>
      </p:sp>
      <p:sp>
        <p:nvSpPr>
          <p:cNvPr id="638" name="Rounded Rectangle 637"/>
          <p:cNvSpPr/>
          <p:nvPr/>
        </p:nvSpPr>
        <p:spPr>
          <a:xfrm>
            <a:off x="4251960" y="3264408"/>
            <a:ext cx="1965960" cy="1389888"/>
          </a:xfrm>
          <a:prstGeom prst="roundRect">
            <a:avLst>
              <a:gd name="adj" fmla="val 12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Rounded Rectangle 638"/>
          <p:cNvSpPr/>
          <p:nvPr/>
        </p:nvSpPr>
        <p:spPr>
          <a:xfrm>
            <a:off x="4361688" y="3374136"/>
            <a:ext cx="384048" cy="256032"/>
          </a:xfrm>
          <a:prstGeom prst="roundRect">
            <a:avLst>
              <a:gd name="adj" fmla="val 35000"/>
            </a:avLst>
          </a:prstGeom>
          <a:solidFill>
            <a:srgbClr val="EAE6E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50" b="1">
                <a:solidFill>
                  <a:srgbClr val="55524C"/>
                </a:solidFill>
                <a:latin typeface="Arial"/>
              </a:defRPr>
            </a:pPr>
            <a:r>
              <a:t>03</a:t>
            </a:r>
          </a:p>
        </p:txBody>
      </p:sp>
      <p:sp>
        <p:nvSpPr>
          <p:cNvPr id="640" name="TextBox 639"/>
          <p:cNvSpPr txBox="1"/>
          <p:nvPr/>
        </p:nvSpPr>
        <p:spPr>
          <a:xfrm>
            <a:off x="4361688" y="3685032"/>
            <a:ext cx="1746504" cy="932688"/>
          </a:xfrm>
          <a:prstGeom prst="rect">
            <a:avLst/>
          </a:prstGeom>
          <a:noFill/>
        </p:spPr>
        <p:txBody>
          <a:bodyPr wrap="square" lIns="0" rIns="0" tIns="0" bIns="0">
            <a:spAutoFit/>
          </a:bodyPr>
          <a:lstStyle/>
          <a:p>
            <a:pPr>
              <a:spcAft>
                <a:spcPts val="300"/>
              </a:spcAft>
              <a:defRPr sz="1050" b="1">
                <a:solidFill>
                  <a:srgbClr val="1F1F1F"/>
                </a:solidFill>
                <a:latin typeface="Arial"/>
              </a:defRPr>
            </a:pPr>
            <a:r>
              <a:t>100% Reproducibility</a:t>
            </a:r>
          </a:p>
          <a:p>
            <a:pPr>
              <a:defRPr sz="850">
                <a:solidFill>
                  <a:srgbClr val="5F5F5F"/>
                </a:solidFill>
                <a:latin typeface="Arial"/>
              </a:defRPr>
            </a:pPr>
            <a:r>
              <a:t>Guarantees consistent, audit-compliant outcomes every time for student eligibility verification.</a:t>
            </a:r>
          </a:p>
        </p:txBody>
      </p:sp>
      <p:sp>
        <p:nvSpPr>
          <p:cNvPr id="641" name="Rounded Rectangle 640"/>
          <p:cNvSpPr/>
          <p:nvPr/>
        </p:nvSpPr>
        <p:spPr>
          <a:xfrm>
            <a:off x="6446520" y="3264408"/>
            <a:ext cx="1965960" cy="1389888"/>
          </a:xfrm>
          <a:prstGeom prst="roundRect">
            <a:avLst>
              <a:gd name="adj" fmla="val 12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Rounded Rectangle 641"/>
          <p:cNvSpPr/>
          <p:nvPr/>
        </p:nvSpPr>
        <p:spPr>
          <a:xfrm>
            <a:off x="6556248" y="3374136"/>
            <a:ext cx="384048" cy="256032"/>
          </a:xfrm>
          <a:prstGeom prst="roundRect">
            <a:avLst>
              <a:gd name="adj" fmla="val 35000"/>
            </a:avLst>
          </a:prstGeom>
          <a:solidFill>
            <a:srgbClr val="F0EAE1"/>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50" b="1">
                <a:solidFill>
                  <a:srgbClr val="706252"/>
                </a:solidFill>
                <a:latin typeface="Arial"/>
              </a:defRPr>
            </a:pPr>
            <a:r>
              <a:t>04</a:t>
            </a:r>
          </a:p>
        </p:txBody>
      </p:sp>
      <p:sp>
        <p:nvSpPr>
          <p:cNvPr id="643" name="TextBox 642"/>
          <p:cNvSpPr txBox="1"/>
          <p:nvPr/>
        </p:nvSpPr>
        <p:spPr>
          <a:xfrm>
            <a:off x="6556248" y="3685032"/>
            <a:ext cx="1746504" cy="932688"/>
          </a:xfrm>
          <a:prstGeom prst="rect">
            <a:avLst/>
          </a:prstGeom>
          <a:noFill/>
        </p:spPr>
        <p:txBody>
          <a:bodyPr wrap="square" lIns="0" rIns="0" tIns="0" bIns="0">
            <a:spAutoFit/>
          </a:bodyPr>
          <a:lstStyle/>
          <a:p>
            <a:pPr>
              <a:spcAft>
                <a:spcPts val="300"/>
              </a:spcAft>
              <a:defRPr sz="1050" b="1">
                <a:solidFill>
                  <a:srgbClr val="1F1F1F"/>
                </a:solidFill>
                <a:latin typeface="Arial"/>
              </a:defRPr>
            </a:pPr>
            <a:r>
              <a:t>Zero Token Cost</a:t>
            </a:r>
          </a:p>
          <a:p>
            <a:pPr>
              <a:defRPr sz="850">
                <a:solidFill>
                  <a:srgbClr val="5F5F5F"/>
                </a:solidFill>
                <a:latin typeface="Arial"/>
              </a:defRPr>
            </a:pPr>
            <a:r>
              <a:t>Conserves expensive API tokens for creative reasoning by delegating logic to fast local code.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29"/>
                                        </p:tgtEl>
                                        <p:attrNameLst>
                                          <p:attrName>style.visibility</p:attrName>
                                        </p:attrNameLst>
                                      </p:cBhvr>
                                      <p:to>
                                        <p:strVal val="visible"/>
                                      </p:to>
                                    </p:set>
                                    <p:animEffect filter="fade" transition="in">
                                      <p:cBhvr>
                                        <p:cTn dur="1000"/>
                                        <p:tgtEl>
                                          <p:spTgt spid="629"/>
                                        </p:tgtEl>
                                      </p:cBhvr>
                                    </p:animEffect>
                                  </p:childTnLst>
                                </p:cTn>
                              </p:par>
                              <p:par>
                                <p:cTn fill="hold" nodeType="withEffect" presetClass="entr" presetID="10" presetSubtype="0">
                                  <p:stCondLst>
                                    <p:cond delay="0"/>
                                  </p:stCondLst>
                                  <p:childTnLst>
                                    <p:set>
                                      <p:cBhvr>
                                        <p:cTn dur="1" fill="hold">
                                          <p:stCondLst>
                                            <p:cond delay="0"/>
                                          </p:stCondLst>
                                        </p:cTn>
                                        <p:tgtEl>
                                          <p:spTgt spid="630"/>
                                        </p:tgtEl>
                                        <p:attrNameLst>
                                          <p:attrName>style.visibility</p:attrName>
                                        </p:attrNameLst>
                                      </p:cBhvr>
                                      <p:to>
                                        <p:strVal val="visible"/>
                                      </p:to>
                                    </p:set>
                                    <p:animEffect filter="fade" transition="in">
                                      <p:cBhvr>
                                        <p:cTn dur="1000"/>
                                        <p:tgtEl>
                                          <p:spTgt spid="63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2" name="Shape 642"/>
        <p:cNvGrpSpPr/>
        <p:nvPr/>
      </p:nvGrpSpPr>
      <p:grpSpPr>
        <a:xfrm>
          <a:off x="0" y="0"/>
          <a:ext cx="0" cy="0"/>
          <a:chOff x="0" y="0"/>
          <a:chExt cx="0" cy="0"/>
        </a:xfrm>
      </p:grpSpPr>
      <p:pic>
        <p:nvPicPr>
          <p:cNvPr id="643" name="Google Shape;643;p65"/>
          <p:cNvPicPr preferRelativeResize="0"/>
          <p:nvPr/>
        </p:nvPicPr>
        <p:blipFill rotWithShape="1">
          <a:blip r:embed="rId3">
            <a:alphaModFix/>
          </a:blip>
          <a:srcRect b="0" l="13225" r="39712" t="0"/>
          <a:stretch/>
        </p:blipFill>
        <p:spPr>
          <a:xfrm>
            <a:off x="529978" y="462125"/>
            <a:ext cx="3404943" cy="4828849"/>
          </a:xfrm>
          <a:prstGeom prst="rect">
            <a:avLst/>
          </a:prstGeom>
          <a:noFill/>
          <a:ln>
            <a:noFill/>
          </a:ln>
        </p:spPr>
      </p:pic>
      <p:sp>
        <p:nvSpPr>
          <p:cNvPr id="644" name="Google Shape;644;p65"/>
          <p:cNvSpPr/>
          <p:nvPr/>
        </p:nvSpPr>
        <p:spPr>
          <a:xfrm rot="-5399809">
            <a:off x="-393997" y="613547"/>
            <a:ext cx="5512835" cy="4194428"/>
          </a:xfrm>
          <a:custGeom>
            <a:rect b="b" l="l" r="r" t="t"/>
            <a:pathLst>
              <a:path extrusionOk="0" h="122671" w="122671">
                <a:moveTo>
                  <a:pt x="61288" y="15890"/>
                </a:moveTo>
                <a:cubicBezTo>
                  <a:pt x="74134" y="15890"/>
                  <a:pt x="87890" y="17837"/>
                  <a:pt x="98492" y="25582"/>
                </a:cubicBezTo>
                <a:cubicBezTo>
                  <a:pt x="106392" y="31355"/>
                  <a:pt x="107052" y="41356"/>
                  <a:pt x="105729" y="50292"/>
                </a:cubicBezTo>
                <a:cubicBezTo>
                  <a:pt x="104207" y="60560"/>
                  <a:pt x="103318" y="70931"/>
                  <a:pt x="101429" y="81148"/>
                </a:cubicBezTo>
                <a:cubicBezTo>
                  <a:pt x="99916" y="89314"/>
                  <a:pt x="96431" y="97128"/>
                  <a:pt x="88124" y="99955"/>
                </a:cubicBezTo>
                <a:cubicBezTo>
                  <a:pt x="84437" y="101209"/>
                  <a:pt x="80540" y="101601"/>
                  <a:pt x="76602" y="101601"/>
                </a:cubicBezTo>
                <a:cubicBezTo>
                  <a:pt x="71796" y="101601"/>
                  <a:pt x="66926" y="101018"/>
                  <a:pt x="62297" y="100710"/>
                </a:cubicBezTo>
                <a:cubicBezTo>
                  <a:pt x="51217" y="99976"/>
                  <a:pt x="40203" y="98506"/>
                  <a:pt x="29211" y="96964"/>
                </a:cubicBezTo>
                <a:cubicBezTo>
                  <a:pt x="16647" y="95202"/>
                  <a:pt x="10610" y="89119"/>
                  <a:pt x="11276" y="76081"/>
                </a:cubicBezTo>
                <a:cubicBezTo>
                  <a:pt x="11770" y="66433"/>
                  <a:pt x="13452" y="56900"/>
                  <a:pt x="15516" y="47476"/>
                </a:cubicBezTo>
                <a:cubicBezTo>
                  <a:pt x="17086" y="40308"/>
                  <a:pt x="17867" y="30029"/>
                  <a:pt x="23464" y="24632"/>
                </a:cubicBezTo>
                <a:cubicBezTo>
                  <a:pt x="31878" y="16520"/>
                  <a:pt x="46079" y="16024"/>
                  <a:pt x="57526" y="15914"/>
                </a:cubicBezTo>
                <a:cubicBezTo>
                  <a:pt x="58439" y="15906"/>
                  <a:pt x="59335" y="15900"/>
                  <a:pt x="60210" y="15894"/>
                </a:cubicBezTo>
                <a:cubicBezTo>
                  <a:pt x="60569" y="15891"/>
                  <a:pt x="60928" y="15890"/>
                  <a:pt x="61288" y="15890"/>
                </a:cubicBezTo>
                <a:close/>
                <a:moveTo>
                  <a:pt x="0" y="0"/>
                </a:moveTo>
                <a:lnTo>
                  <a:pt x="0" y="122670"/>
                </a:lnTo>
                <a:lnTo>
                  <a:pt x="122671" y="122670"/>
                </a:lnTo>
                <a:lnTo>
                  <a:pt x="12267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65"/>
          <p:cNvSpPr/>
          <p:nvPr/>
        </p:nvSpPr>
        <p:spPr>
          <a:xfrm flipH="1" rot="10285629">
            <a:off x="-6011938" y="-4319098"/>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65"/>
          <p:cNvSpPr/>
          <p:nvPr/>
        </p:nvSpPr>
        <p:spPr>
          <a:xfrm rot="-4102346">
            <a:off x="1166603" y="3932872"/>
            <a:ext cx="9416338" cy="601377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65"/>
          <p:cNvSpPr/>
          <p:nvPr/>
        </p:nvSpPr>
        <p:spPr>
          <a:xfrm flipH="1">
            <a:off x="580630" y="-39415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65"/>
          <p:cNvSpPr/>
          <p:nvPr/>
        </p:nvSpPr>
        <p:spPr>
          <a:xfrm rot="649760">
            <a:off x="-984002" y="4190367"/>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 name="Google Shape;649;p65"/>
          <p:cNvSpPr/>
          <p:nvPr/>
        </p:nvSpPr>
        <p:spPr>
          <a:xfrm flipH="1" rot="-6621704">
            <a:off x="-3919845" y="1710891"/>
            <a:ext cx="7826147" cy="2877875"/>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65"/>
          <p:cNvSpPr txBox="1"/>
          <p:nvPr>
            <p:ph idx="2" type="title"/>
          </p:nvPr>
        </p:nvSpPr>
        <p:spPr>
          <a:xfrm>
            <a:off x="4572012" y="3186751"/>
            <a:ext cx="2325300" cy="487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PETER </a:t>
            </a:r>
            <a:r>
              <a:rPr lang="en">
                <a:solidFill>
                  <a:schemeClr val="lt1"/>
                </a:solidFill>
              </a:rPr>
              <a:t>HILL</a:t>
            </a:r>
            <a:endParaRPr/>
          </a:p>
        </p:txBody>
      </p:sp>
      <p:sp>
        <p:nvSpPr>
          <p:cNvPr id="651" name="Google Shape;651;p65"/>
          <p:cNvSpPr txBox="1"/>
          <p:nvPr>
            <p:ph idx="1" type="subTitle"/>
          </p:nvPr>
        </p:nvSpPr>
        <p:spPr>
          <a:xfrm>
            <a:off x="4572037" y="3694826"/>
            <a:ext cx="2325300" cy="623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speak a bit about this person here</a:t>
            </a:r>
            <a:endParaRPr/>
          </a:p>
        </p:txBody>
      </p:sp>
      <p:sp>
        <p:nvSpPr>
          <p:cNvPr id="652" name="Google Shape;652;p65"/>
          <p:cNvSpPr txBox="1"/>
          <p:nvPr>
            <p:ph idx="3" type="title"/>
          </p:nvPr>
        </p:nvSpPr>
        <p:spPr>
          <a:xfrm>
            <a:off x="4572000" y="1747851"/>
            <a:ext cx="2325300" cy="487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KALIYAH </a:t>
            </a:r>
            <a:r>
              <a:rPr lang="en">
                <a:solidFill>
                  <a:schemeClr val="lt1"/>
                </a:solidFill>
              </a:rPr>
              <a:t>HARRIS</a:t>
            </a:r>
            <a:endParaRPr/>
          </a:p>
        </p:txBody>
      </p:sp>
      <p:sp>
        <p:nvSpPr>
          <p:cNvPr id="653" name="Google Shape;653;p65"/>
          <p:cNvSpPr txBox="1"/>
          <p:nvPr>
            <p:ph idx="4" type="subTitle"/>
          </p:nvPr>
        </p:nvSpPr>
        <p:spPr>
          <a:xfrm>
            <a:off x="4572025" y="2255926"/>
            <a:ext cx="2325300" cy="623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speak a bit about this person here</a:t>
            </a:r>
            <a:endParaRPr/>
          </a:p>
        </p:txBody>
      </p:sp>
      <p:sp>
        <p:nvSpPr>
          <p:cNvPr id="654" name="Google Shape;654;p65"/>
          <p:cNvSpPr txBox="1"/>
          <p:nvPr>
            <p:ph type="title"/>
          </p:nvPr>
        </p:nvSpPr>
        <p:spPr>
          <a:xfrm flipH="1">
            <a:off x="720000" y="438912"/>
            <a:ext cx="7704000" cy="572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OUR </a:t>
            </a:r>
            <a:r>
              <a:rPr lang="en">
                <a:solidFill>
                  <a:schemeClr val="lt1"/>
                </a:solidFill>
              </a:rPr>
              <a:t>TEAM</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650"/>
                                        </p:tgtEl>
                                        <p:attrNameLst>
                                          <p:attrName>style.visibility</p:attrName>
                                        </p:attrNameLst>
                                      </p:cBhvr>
                                      <p:to>
                                        <p:strVal val="visible"/>
                                      </p:to>
                                    </p:set>
                                    <p:anim calcmode="lin" valueType="num">
                                      <p:cBhvr additive="base">
                                        <p:cTn dur="1000"/>
                                        <p:tgtEl>
                                          <p:spTgt spid="650"/>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651"/>
                                        </p:tgtEl>
                                        <p:attrNameLst>
                                          <p:attrName>style.visibility</p:attrName>
                                        </p:attrNameLst>
                                      </p:cBhvr>
                                      <p:to>
                                        <p:strVal val="visible"/>
                                      </p:to>
                                    </p:set>
                                    <p:anim calcmode="lin" valueType="num">
                                      <p:cBhvr additive="base">
                                        <p:cTn dur="1000"/>
                                        <p:tgtEl>
                                          <p:spTgt spid="651"/>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652"/>
                                        </p:tgtEl>
                                        <p:attrNameLst>
                                          <p:attrName>style.visibility</p:attrName>
                                        </p:attrNameLst>
                                      </p:cBhvr>
                                      <p:to>
                                        <p:strVal val="visible"/>
                                      </p:to>
                                    </p:set>
                                    <p:anim calcmode="lin" valueType="num">
                                      <p:cBhvr additive="base">
                                        <p:cTn dur="1000"/>
                                        <p:tgtEl>
                                          <p:spTgt spid="652"/>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653"/>
                                        </p:tgtEl>
                                        <p:attrNameLst>
                                          <p:attrName>style.visibility</p:attrName>
                                        </p:attrNameLst>
                                      </p:cBhvr>
                                      <p:to>
                                        <p:strVal val="visible"/>
                                      </p:to>
                                    </p:set>
                                    <p:anim calcmode="lin" valueType="num">
                                      <p:cBhvr additive="base">
                                        <p:cTn dur="1000"/>
                                        <p:tgtEl>
                                          <p:spTgt spid="653"/>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66"/>
          <p:cNvSpPr txBox="1"/>
          <p:nvPr>
            <p:ph type="title"/>
          </p:nvPr>
        </p:nvSpPr>
        <p:spPr>
          <a:xfrm>
            <a:off x="897750" y="951837"/>
            <a:ext cx="7348500" cy="15321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solidFill>
                  <a:schemeClr val="lt1"/>
                </a:solidFill>
              </a:rPr>
              <a:t>WHOA</a:t>
            </a:r>
            <a:r>
              <a:rPr lang="en"/>
              <a:t>!</a:t>
            </a:r>
            <a:endParaRPr/>
          </a:p>
        </p:txBody>
      </p:sp>
      <p:sp>
        <p:nvSpPr>
          <p:cNvPr id="660" name="Google Shape;660;p66"/>
          <p:cNvSpPr txBox="1"/>
          <p:nvPr>
            <p:ph idx="1" type="subTitle"/>
          </p:nvPr>
        </p:nvSpPr>
        <p:spPr>
          <a:xfrm>
            <a:off x="1732950" y="2483763"/>
            <a:ext cx="5678100" cy="1707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This</a:t>
            </a:r>
            <a:r>
              <a:rPr lang="en"/>
              <a:t> </a:t>
            </a:r>
            <a:r>
              <a:rPr lang="en"/>
              <a:t>can</a:t>
            </a:r>
            <a:r>
              <a:rPr lang="en"/>
              <a:t> be the part of the </a:t>
            </a:r>
            <a:r>
              <a:rPr b="1" lang="en">
                <a:solidFill>
                  <a:schemeClr val="lt1"/>
                </a:solidFill>
              </a:rPr>
              <a:t>presentation</a:t>
            </a:r>
            <a:r>
              <a:rPr lang="en"/>
              <a:t> where you introduce yourself, write your email…</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1">
                                  <p:stCondLst>
                                    <p:cond delay="0"/>
                                  </p:stCondLst>
                                  <p:childTnLst>
                                    <p:set>
                                      <p:cBhvr>
                                        <p:cTn dur="1" fill="hold">
                                          <p:stCondLst>
                                            <p:cond delay="0"/>
                                          </p:stCondLst>
                                        </p:cTn>
                                        <p:tgtEl>
                                          <p:spTgt spid="659"/>
                                        </p:tgtEl>
                                        <p:attrNameLst>
                                          <p:attrName>style.visibility</p:attrName>
                                        </p:attrNameLst>
                                      </p:cBhvr>
                                      <p:to>
                                        <p:strVal val="visible"/>
                                      </p:to>
                                    </p:set>
                                    <p:anim calcmode="lin" valueType="num">
                                      <p:cBhvr additive="base">
                                        <p:cTn dur="1000"/>
                                        <p:tgtEl>
                                          <p:spTgt spid="659"/>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4" name="Shape 664"/>
        <p:cNvGrpSpPr/>
        <p:nvPr/>
      </p:nvGrpSpPr>
      <p:grpSpPr>
        <a:xfrm>
          <a:off x="0" y="0"/>
          <a:ext cx="0" cy="0"/>
          <a:chOff x="0" y="0"/>
          <a:chExt cx="0" cy="0"/>
        </a:xfrm>
      </p:grpSpPr>
      <p:sp>
        <p:nvSpPr>
          <p:cNvPr id="665" name="Google Shape;665;p67"/>
          <p:cNvSpPr txBox="1"/>
          <p:nvPr>
            <p:ph type="title"/>
          </p:nvPr>
        </p:nvSpPr>
        <p:spPr>
          <a:xfrm>
            <a:off x="723300" y="775600"/>
            <a:ext cx="6137400" cy="17844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INTRODUCTION</a:t>
            </a:r>
            <a:endParaRPr/>
          </a:p>
        </p:txBody>
      </p:sp>
      <p:sp>
        <p:nvSpPr>
          <p:cNvPr id="666" name="Google Shape;666;p67"/>
          <p:cNvSpPr txBox="1"/>
          <p:nvPr>
            <p:ph idx="1" type="subTitle"/>
          </p:nvPr>
        </p:nvSpPr>
        <p:spPr>
          <a:xfrm>
            <a:off x="799500" y="2583500"/>
            <a:ext cx="6137400" cy="1784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give a </a:t>
            </a:r>
            <a:r>
              <a:rPr b="1" lang="en">
                <a:solidFill>
                  <a:schemeClr val="lt1"/>
                </a:solidFill>
              </a:rPr>
              <a:t>brief description</a:t>
            </a:r>
            <a:r>
              <a:rPr lang="en"/>
              <a:t> of the topic you want to talk about here. If you want to talk about Mercury, you can say that it’s the smallest planet in the Solar System</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66"/>
                                        </p:tgtEl>
                                        <p:attrNameLst>
                                          <p:attrName>style.visibility</p:attrName>
                                        </p:attrNameLst>
                                      </p:cBhvr>
                                      <p:to>
                                        <p:strVal val="visible"/>
                                      </p:to>
                                    </p:set>
                                    <p:animEffect filter="fade" transition="in">
                                      <p:cBhvr>
                                        <p:cTn dur="1000"/>
                                        <p:tgtEl>
                                          <p:spTgt spid="66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0" name="Shape 670"/>
        <p:cNvGrpSpPr/>
        <p:nvPr/>
      </p:nvGrpSpPr>
      <p:grpSpPr>
        <a:xfrm>
          <a:off x="0" y="0"/>
          <a:ext cx="0" cy="0"/>
          <a:chOff x="0" y="0"/>
          <a:chExt cx="0" cy="0"/>
        </a:xfrm>
      </p:grpSpPr>
      <p:sp>
        <p:nvSpPr>
          <p:cNvPr id="671" name="Google Shape;671;p68"/>
          <p:cNvSpPr txBox="1"/>
          <p:nvPr>
            <p:ph type="title"/>
          </p:nvPr>
        </p:nvSpPr>
        <p:spPr>
          <a:xfrm>
            <a:off x="716550" y="1929275"/>
            <a:ext cx="7410900" cy="16101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solidFill>
                  <a:schemeClr val="lt1"/>
                </a:solidFill>
              </a:rPr>
              <a:t>PROBLEM</a:t>
            </a:r>
            <a:r>
              <a:rPr lang="en"/>
              <a:t> </a:t>
            </a:r>
            <a:endParaRPr/>
          </a:p>
          <a:p>
            <a:pPr indent="0" lvl="0" marL="0" rtl="0" algn="l">
              <a:spcBef>
                <a:spcPts val="0"/>
              </a:spcBef>
              <a:spcAft>
                <a:spcPts val="0"/>
              </a:spcAft>
              <a:buNone/>
            </a:pPr>
            <a:r>
              <a:rPr lang="en"/>
              <a:t>VS. SOLUTION</a:t>
            </a:r>
            <a:endParaRPr/>
          </a:p>
        </p:txBody>
      </p:sp>
      <p:sp>
        <p:nvSpPr>
          <p:cNvPr id="672" name="Google Shape;672;p68"/>
          <p:cNvSpPr txBox="1"/>
          <p:nvPr>
            <p:ph idx="1" type="subTitle"/>
          </p:nvPr>
        </p:nvSpPr>
        <p:spPr>
          <a:xfrm>
            <a:off x="716550" y="3578850"/>
            <a:ext cx="7410900" cy="719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enter a subtitle </a:t>
            </a:r>
            <a:endParaRPr/>
          </a:p>
          <a:p>
            <a:pPr indent="0" lvl="0" marL="0" rtl="0" algn="l">
              <a:spcBef>
                <a:spcPts val="0"/>
              </a:spcBef>
              <a:spcAft>
                <a:spcPts val="0"/>
              </a:spcAft>
              <a:buNone/>
            </a:pPr>
            <a:r>
              <a:rPr lang="en"/>
              <a:t>here if you need it</a:t>
            </a:r>
            <a:endParaRPr/>
          </a:p>
        </p:txBody>
      </p:sp>
      <p:sp>
        <p:nvSpPr>
          <p:cNvPr id="673" name="Google Shape;673;p68"/>
          <p:cNvSpPr txBox="1"/>
          <p:nvPr>
            <p:ph idx="2" type="title"/>
          </p:nvPr>
        </p:nvSpPr>
        <p:spPr>
          <a:xfrm>
            <a:off x="723300" y="845239"/>
            <a:ext cx="1498200" cy="1123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01</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671"/>
                                        </p:tgtEl>
                                        <p:attrNameLst>
                                          <p:attrName>style.visibility</p:attrName>
                                        </p:attrNameLst>
                                      </p:cBhvr>
                                      <p:to>
                                        <p:strVal val="visible"/>
                                      </p:to>
                                    </p:set>
                                    <p:anim calcmode="lin" valueType="num">
                                      <p:cBhvr additive="base">
                                        <p:cTn dur="1000"/>
                                        <p:tgtEl>
                                          <p:spTgt spid="671"/>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8">
                                  <p:stCondLst>
                                    <p:cond delay="0"/>
                                  </p:stCondLst>
                                  <p:childTnLst>
                                    <p:set>
                                      <p:cBhvr>
                                        <p:cTn dur="1" fill="hold">
                                          <p:stCondLst>
                                            <p:cond delay="0"/>
                                          </p:stCondLst>
                                        </p:cTn>
                                        <p:tgtEl>
                                          <p:spTgt spid="673"/>
                                        </p:tgtEl>
                                        <p:attrNameLst>
                                          <p:attrName>style.visibility</p:attrName>
                                        </p:attrNameLst>
                                      </p:cBhvr>
                                      <p:to>
                                        <p:strVal val="visible"/>
                                      </p:to>
                                    </p:set>
                                    <p:anim calcmode="lin" valueType="num">
                                      <p:cBhvr additive="base">
                                        <p:cTn dur="1000"/>
                                        <p:tgtEl>
                                          <p:spTgt spid="673"/>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69"/>
          <p:cNvSpPr txBox="1"/>
          <p:nvPr>
            <p:ph type="title"/>
          </p:nvPr>
        </p:nvSpPr>
        <p:spPr>
          <a:xfrm>
            <a:off x="3394963" y="1596925"/>
            <a:ext cx="3855600" cy="16101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solidFill>
                  <a:schemeClr val="lt1"/>
                </a:solidFill>
              </a:rPr>
              <a:t>PROBLEM</a:t>
            </a:r>
            <a:r>
              <a:rPr lang="en"/>
              <a:t> VS. SOLUTION</a:t>
            </a:r>
            <a:endParaRPr/>
          </a:p>
        </p:txBody>
      </p:sp>
      <p:sp>
        <p:nvSpPr>
          <p:cNvPr id="679" name="Google Shape;679;p69"/>
          <p:cNvSpPr txBox="1"/>
          <p:nvPr>
            <p:ph idx="2" type="title"/>
          </p:nvPr>
        </p:nvSpPr>
        <p:spPr>
          <a:xfrm>
            <a:off x="1893438" y="1677639"/>
            <a:ext cx="1498200" cy="1123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01</a:t>
            </a:r>
            <a:endParaRPr/>
          </a:p>
        </p:txBody>
      </p:sp>
      <p:sp>
        <p:nvSpPr>
          <p:cNvPr id="680" name="Google Shape;680;p69"/>
          <p:cNvSpPr txBox="1"/>
          <p:nvPr>
            <p:ph idx="1" type="subTitle"/>
          </p:nvPr>
        </p:nvSpPr>
        <p:spPr>
          <a:xfrm>
            <a:off x="3394963" y="3246489"/>
            <a:ext cx="2752500" cy="719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enter a subtitle here if you need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1">
                                  <p:stCondLst>
                                    <p:cond delay="0"/>
                                  </p:stCondLst>
                                  <p:childTnLst>
                                    <p:set>
                                      <p:cBhvr>
                                        <p:cTn dur="1" fill="hold">
                                          <p:stCondLst>
                                            <p:cond delay="0"/>
                                          </p:stCondLst>
                                        </p:cTn>
                                        <p:tgtEl>
                                          <p:spTgt spid="678"/>
                                        </p:tgtEl>
                                        <p:attrNameLst>
                                          <p:attrName>style.visibility</p:attrName>
                                        </p:attrNameLst>
                                      </p:cBhvr>
                                      <p:to>
                                        <p:strVal val="visible"/>
                                      </p:to>
                                    </p:set>
                                    <p:anim calcmode="lin" valueType="num">
                                      <p:cBhvr additive="base">
                                        <p:cTn dur="1000"/>
                                        <p:tgtEl>
                                          <p:spTgt spid="678"/>
                                        </p:tgtEl>
                                        <p:attrNameLst>
                                          <p:attrName>ppt_y</p:attrName>
                                        </p:attrNameLst>
                                      </p:cBhvr>
                                      <p:tavLst>
                                        <p:tav fmla="" tm="0">
                                          <p:val>
                                            <p:strVal val="#ppt_y-1"/>
                                          </p:val>
                                        </p:tav>
                                        <p:tav fmla="" tm="100000">
                                          <p:val>
                                            <p:strVal val="#ppt_y"/>
                                          </p:val>
                                        </p:tav>
                                      </p:tavLst>
                                    </p:anim>
                                  </p:childTnLst>
                                </p:cTn>
                              </p:par>
                              <p:par>
                                <p:cTn fill="hold" nodeType="withEffect" presetClass="entr" presetID="2" presetSubtype="1">
                                  <p:stCondLst>
                                    <p:cond delay="0"/>
                                  </p:stCondLst>
                                  <p:childTnLst>
                                    <p:set>
                                      <p:cBhvr>
                                        <p:cTn dur="1" fill="hold">
                                          <p:stCondLst>
                                            <p:cond delay="0"/>
                                          </p:stCondLst>
                                        </p:cTn>
                                        <p:tgtEl>
                                          <p:spTgt spid="679"/>
                                        </p:tgtEl>
                                        <p:attrNameLst>
                                          <p:attrName>style.visibility</p:attrName>
                                        </p:attrNameLst>
                                      </p:cBhvr>
                                      <p:to>
                                        <p:strVal val="visible"/>
                                      </p:to>
                                    </p:set>
                                    <p:anim calcmode="lin" valueType="num">
                                      <p:cBhvr additive="base">
                                        <p:cTn dur="1000"/>
                                        <p:tgtEl>
                                          <p:spTgt spid="679"/>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4" name="Shape 684"/>
        <p:cNvGrpSpPr/>
        <p:nvPr/>
      </p:nvGrpSpPr>
      <p:grpSpPr>
        <a:xfrm>
          <a:off x="0" y="0"/>
          <a:ext cx="0" cy="0"/>
          <a:chOff x="0" y="0"/>
          <a:chExt cx="0" cy="0"/>
        </a:xfrm>
      </p:grpSpPr>
      <p:sp>
        <p:nvSpPr>
          <p:cNvPr id="685" name="TextBox 684"/>
          <p:cNvSpPr txBox="1"/>
          <p:nvPr/>
        </p:nvSpPr>
        <p:spPr>
          <a:xfrm>
            <a:off x="731520" y="292608"/>
            <a:ext cx="7680960" cy="1234440"/>
          </a:xfrm>
          <a:prstGeom prst="rect">
            <a:avLst/>
          </a:prstGeom>
          <a:noFill/>
        </p:spPr>
        <p:txBody>
          <a:bodyPr wrap="square" lIns="0" tIns="0" rIns="0" bIns="0">
            <a:spAutoFit/>
          </a:bodyPr>
          <a:lstStyle/>
          <a:p>
            <a:pPr>
              <a:spcAft>
                <a:spcPts val="400"/>
              </a:spcAft>
              <a:defRPr sz="950" b="1">
                <a:solidFill>
                  <a:srgbClr val="7D6652"/>
                </a:solidFill>
                <a:latin typeface="Arial"/>
              </a:defRPr>
            </a:pPr>
            <a:r>
              <a:t>THE ARCHITECTURAL PARADIGM</a:t>
            </a:r>
          </a:p>
          <a:p>
            <a:pPr>
              <a:spcAft>
                <a:spcPts val="400"/>
              </a:spcAft>
            </a:pPr>
            <a:r>
              <a:rPr sz="2300" b="1">
                <a:solidFill>
                  <a:srgbClr val="1F1F1F"/>
                </a:solidFill>
                <a:latin typeface="Arial"/>
              </a:rPr>
              <a:t>AGENTS VS. WORKFLOWS </a:t>
            </a:r>
            <a:r>
              <a:rPr sz="2300" b="1">
                <a:solidFill>
                  <a:srgbClr val="7D6652"/>
                </a:solidFill>
                <a:latin typeface="Arial"/>
              </a:rPr>
              <a:t>THE HYBRID FORMULA</a:t>
            </a:r>
          </a:p>
          <a:p>
            <a:pPr>
              <a:defRPr sz="1100">
                <a:solidFill>
                  <a:srgbClr val="5F5F5F"/>
                </a:solidFill>
                <a:latin typeface="Arial"/>
              </a:defRPr>
            </a:pPr>
            <a:r>
              <a:t>Workflow-first philosophy: combining cognitive reasoning with deterministic precision.</a:t>
            </a:r>
          </a:p>
        </p:txBody>
      </p:sp>
      <p:sp>
        <p:nvSpPr>
          <p:cNvPr id="686" name="Rounded Rectangle 685"/>
          <p:cNvSpPr/>
          <p:nvPr/>
        </p:nvSpPr>
        <p:spPr>
          <a:xfrm>
            <a:off x="731520" y="1691640"/>
            <a:ext cx="3749039" cy="2057400"/>
          </a:xfrm>
          <a:prstGeom prst="roundRect">
            <a:avLst>
              <a:gd name="adj" fmla="val 8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TextBox 686"/>
          <p:cNvSpPr txBox="1"/>
          <p:nvPr/>
        </p:nvSpPr>
        <p:spPr>
          <a:xfrm>
            <a:off x="914400" y="1828800"/>
            <a:ext cx="3383279" cy="1783080"/>
          </a:xfrm>
          <a:prstGeom prst="rect">
            <a:avLst/>
          </a:prstGeom>
          <a:noFill/>
        </p:spPr>
        <p:txBody>
          <a:bodyPr wrap="square" lIns="0" rIns="0" tIns="0" bIns="0">
            <a:spAutoFit/>
          </a:bodyPr>
          <a:lstStyle/>
          <a:p>
            <a:pPr>
              <a:spcAft>
                <a:spcPts val="200"/>
              </a:spcAft>
              <a:defRPr sz="1300" b="1">
                <a:solidFill>
                  <a:srgbClr val="1F1F1F"/>
                </a:solidFill>
                <a:latin typeface="Arial"/>
              </a:defRPr>
            </a:pPr>
            <a:r>
              <a:t>AI AGENTS</a:t>
            </a:r>
          </a:p>
          <a:p>
            <a:pPr>
              <a:spcAft>
                <a:spcPts val="600"/>
              </a:spcAft>
              <a:defRPr sz="950">
                <a:solidFill>
                  <a:srgbClr val="7D6652"/>
                </a:solidFill>
                <a:latin typeface="Arial"/>
              </a:defRPr>
            </a:pPr>
            <a:r>
              <a:t>Use when judgment, fuzzy input, or dialogue is needed</a:t>
            </a:r>
          </a:p>
          <a:p>
            <a:pPr>
              <a:spcAft>
                <a:spcPts val="250"/>
              </a:spcAft>
              <a:defRPr sz="950">
                <a:solidFill>
                  <a:srgbClr val="323232"/>
                </a:solidFill>
                <a:latin typeface="Arial"/>
              </a:defRPr>
            </a:pPr>
            <a:r>
              <a:t>• Parsing damaged, low-res matric &amp; inter transcripts</a:t>
            </a:r>
          </a:p>
          <a:p>
            <a:pPr>
              <a:spcAft>
                <a:spcPts val="250"/>
              </a:spcAft>
              <a:defRPr sz="950">
                <a:solidFill>
                  <a:srgbClr val="323232"/>
                </a:solidFill>
                <a:latin typeface="Arial"/>
              </a:defRPr>
            </a:pPr>
            <a:r>
              <a:t>• Formulating dynamic scout search strategies</a:t>
            </a:r>
          </a:p>
          <a:p>
            <a:pPr>
              <a:spcAft>
                <a:spcPts val="250"/>
              </a:spcAft>
              <a:defRPr sz="950">
                <a:solidFill>
                  <a:srgbClr val="323232"/>
                </a:solidFill>
                <a:latin typeface="Arial"/>
              </a:defRPr>
            </a:pPr>
            <a:r>
              <a:t>• Adversarial verification &amp; skeptic challenge</a:t>
            </a:r>
          </a:p>
          <a:p>
            <a:pPr>
              <a:spcAft>
                <a:spcPts val="250"/>
              </a:spcAft>
              <a:defRPr sz="950">
                <a:solidFill>
                  <a:srgbClr val="323232"/>
                </a:solidFill>
                <a:latin typeface="Arial"/>
              </a:defRPr>
            </a:pPr>
            <a:r>
              <a:t>• Crafting personalized student guidance narratives</a:t>
            </a:r>
          </a:p>
        </p:txBody>
      </p:sp>
      <p:sp>
        <p:nvSpPr>
          <p:cNvPr id="688" name="Rounded Rectangle 687"/>
          <p:cNvSpPr/>
          <p:nvPr/>
        </p:nvSpPr>
        <p:spPr>
          <a:xfrm>
            <a:off x="4663440" y="1691640"/>
            <a:ext cx="3749039" cy="2057400"/>
          </a:xfrm>
          <a:prstGeom prst="roundRect">
            <a:avLst>
              <a:gd name="adj" fmla="val 8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TextBox 688"/>
          <p:cNvSpPr txBox="1"/>
          <p:nvPr/>
        </p:nvSpPr>
        <p:spPr>
          <a:xfrm>
            <a:off x="4846320" y="1828800"/>
            <a:ext cx="3383279" cy="1783080"/>
          </a:xfrm>
          <a:prstGeom prst="rect">
            <a:avLst/>
          </a:prstGeom>
          <a:noFill/>
        </p:spPr>
        <p:txBody>
          <a:bodyPr wrap="square" lIns="0" rIns="0" tIns="0" bIns="0">
            <a:spAutoFit/>
          </a:bodyPr>
          <a:lstStyle/>
          <a:p>
            <a:pPr>
              <a:spcAft>
                <a:spcPts val="200"/>
              </a:spcAft>
              <a:defRPr sz="1300" b="1">
                <a:solidFill>
                  <a:srgbClr val="1F1F1F"/>
                </a:solidFill>
                <a:latin typeface="Arial"/>
              </a:defRPr>
            </a:pPr>
            <a:r>
              <a:t>WORKFLOWS</a:t>
            </a:r>
          </a:p>
          <a:p>
            <a:pPr>
              <a:spcAft>
                <a:spcPts val="600"/>
              </a:spcAft>
              <a:defRPr sz="950">
                <a:solidFill>
                  <a:srgbClr val="7D6652"/>
                </a:solidFill>
                <a:latin typeface="Arial"/>
              </a:defRPr>
            </a:pPr>
            <a:r>
              <a:t>Use when logic is deterministic, arithmetic, or sequential</a:t>
            </a:r>
          </a:p>
          <a:p>
            <a:pPr>
              <a:spcAft>
                <a:spcPts val="250"/>
              </a:spcAft>
              <a:defRPr sz="950">
                <a:solidFill>
                  <a:srgbClr val="323232"/>
                </a:solidFill>
                <a:latin typeface="Arial"/>
              </a:defRPr>
            </a:pPr>
            <a:r>
              <a:t>• Scrape -&gt; Clean -&gt; Normalize regional university data</a:t>
            </a:r>
          </a:p>
          <a:p>
            <a:pPr>
              <a:spcAft>
                <a:spcPts val="250"/>
              </a:spcAft>
              <a:defRPr sz="950">
                <a:solidFill>
                  <a:srgbClr val="323232"/>
                </a:solidFill>
                <a:latin typeface="Arial"/>
              </a:defRPr>
            </a:pPr>
            <a:r>
              <a:t>• 15-point strict eligibility qualification matrix</a:t>
            </a:r>
          </a:p>
          <a:p>
            <a:pPr>
              <a:spcAft>
                <a:spcPts val="250"/>
              </a:spcAft>
              <a:defRPr sz="950">
                <a:solidFill>
                  <a:srgbClr val="323232"/>
                </a:solidFill>
                <a:latin typeface="Arial"/>
              </a:defRPr>
            </a:pPr>
            <a:r>
              <a:t>• Real PKR out-of-pocket budget calculations</a:t>
            </a:r>
          </a:p>
          <a:p>
            <a:pPr>
              <a:spcAft>
                <a:spcPts val="250"/>
              </a:spcAft>
              <a:defRPr sz="950">
                <a:solidFill>
                  <a:srgbClr val="323232"/>
                </a:solidFill>
                <a:latin typeface="Arial"/>
              </a:defRPr>
            </a:pPr>
            <a:r>
              <a:t>• Deadline risk scoring formula &amp; weighted ranking</a:t>
            </a:r>
          </a:p>
        </p:txBody>
      </p:sp>
      <p:sp>
        <p:nvSpPr>
          <p:cNvPr id="690" name="Rounded Rectangle 689"/>
          <p:cNvSpPr/>
          <p:nvPr/>
        </p:nvSpPr>
        <p:spPr>
          <a:xfrm>
            <a:off x="731520" y="3886200"/>
            <a:ext cx="7680960" cy="777240"/>
          </a:xfrm>
          <a:prstGeom prst="roundRect">
            <a:avLst>
              <a:gd name="adj" fmla="val 12000"/>
            </a:avLst>
          </a:prstGeom>
          <a:solidFill>
            <a:srgbClr val="DDE2D8"/>
          </a:solidFill>
          <a:ln w="12700">
            <a:solidFill>
              <a:srgbClr val="7D66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TextBox 690"/>
          <p:cNvSpPr txBox="1"/>
          <p:nvPr/>
        </p:nvSpPr>
        <p:spPr>
          <a:xfrm>
            <a:off x="914400" y="3977640"/>
            <a:ext cx="7315200" cy="594360"/>
          </a:xfrm>
          <a:prstGeom prst="rect">
            <a:avLst/>
          </a:prstGeom>
          <a:noFill/>
        </p:spPr>
        <p:txBody>
          <a:bodyPr wrap="square" lIns="0" rIns="0" tIns="0" bIns="0">
            <a:spAutoFit/>
          </a:bodyPr>
          <a:lstStyle/>
          <a:p>
            <a:pPr>
              <a:spcAft>
                <a:spcPts val="200"/>
              </a:spcAft>
              <a:defRPr sz="1100" b="1">
                <a:solidFill>
                  <a:srgbClr val="1F1F1F"/>
                </a:solidFill>
                <a:latin typeface="Arial"/>
              </a:defRPr>
            </a:pPr>
            <a:r>
              <a:t>The ScholarX Synergy (5 Agents + 7 Workflows)</a:t>
            </a:r>
          </a:p>
          <a:p>
            <a:pPr>
              <a:defRPr sz="950">
                <a:solidFill>
                  <a:srgbClr val="323232"/>
                </a:solidFill>
                <a:latin typeface="Arial"/>
              </a:defRPr>
            </a:pPr>
            <a:r>
              <a:t>Agents provide cognitive perception and adversarial skepticism; Workflows provide lightning speed, mathematical truth, and zero hallucination. Coordinated seamlessly in LangGraph.</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86"/>
                                        </p:tgtEl>
                                        <p:attrNameLst>
                                          <p:attrName>style.visibility</p:attrName>
                                        </p:attrNameLst>
                                      </p:cBhvr>
                                      <p:to>
                                        <p:strVal val="visible"/>
                                      </p:to>
                                    </p:set>
                                    <p:animEffect filter="fade" transition="in">
                                      <p:cBhvr>
                                        <p:cTn dur="1000"/>
                                        <p:tgtEl>
                                          <p:spTgt spid="686"/>
                                        </p:tgtEl>
                                      </p:cBhvr>
                                    </p:animEffect>
                                  </p:childTnLst>
                                </p:cTn>
                              </p:par>
                              <p:par>
                                <p:cTn fill="hold" nodeType="withEffect" presetClass="entr" presetID="10" presetSubtype="0">
                                  <p:stCondLst>
                                    <p:cond delay="0"/>
                                  </p:stCondLst>
                                  <p:childTnLst>
                                    <p:set>
                                      <p:cBhvr>
                                        <p:cTn dur="1" fill="hold">
                                          <p:stCondLst>
                                            <p:cond delay="0"/>
                                          </p:stCondLst>
                                        </p:cTn>
                                        <p:tgtEl>
                                          <p:spTgt spid="688"/>
                                        </p:tgtEl>
                                        <p:attrNameLst>
                                          <p:attrName>style.visibility</p:attrName>
                                        </p:attrNameLst>
                                      </p:cBhvr>
                                      <p:to>
                                        <p:strVal val="visible"/>
                                      </p:to>
                                    </p:set>
                                    <p:animEffect filter="fade" transition="in">
                                      <p:cBhvr>
                                        <p:cTn dur="1000"/>
                                        <p:tgtEl>
                                          <p:spTgt spid="688"/>
                                        </p:tgtEl>
                                      </p:cBhvr>
                                    </p:animEffect>
                                  </p:childTnLst>
                                </p:cTn>
                              </p:par>
                              <p:par>
                                <p:cTn fill="hold" nodeType="withEffect" presetClass="entr" presetID="10" presetSubtype="0">
                                  <p:stCondLst>
                                    <p:cond delay="0"/>
                                  </p:stCondLst>
                                  <p:childTnLst>
                                    <p:set>
                                      <p:cBhvr>
                                        <p:cTn dur="1" fill="hold">
                                          <p:stCondLst>
                                            <p:cond delay="0"/>
                                          </p:stCondLst>
                                        </p:cTn>
                                        <p:tgtEl>
                                          <p:spTgt spid="690"/>
                                        </p:tgtEl>
                                        <p:attrNameLst>
                                          <p:attrName>style.visibility</p:attrName>
                                        </p:attrNameLst>
                                      </p:cBhvr>
                                      <p:to>
                                        <p:strVal val="visible"/>
                                      </p:to>
                                    </p:set>
                                    <p:animEffect filter="fade" transition="in">
                                      <p:cBhvr>
                                        <p:cTn dur="1000"/>
                                        <p:tgtEl>
                                          <p:spTgt spid="69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5" name="Shape 705"/>
        <p:cNvGrpSpPr/>
        <p:nvPr/>
      </p:nvGrpSpPr>
      <p:grpSpPr>
        <a:xfrm>
          <a:off x="0" y="0"/>
          <a:ext cx="0" cy="0"/>
          <a:chOff x="0" y="0"/>
          <a:chExt cx="0" cy="0"/>
        </a:xfrm>
      </p:grpSpPr>
      <p:sp>
        <p:nvSpPr>
          <p:cNvPr id="706" name="Google Shape;706;p71"/>
          <p:cNvSpPr txBox="1"/>
          <p:nvPr>
            <p:ph type="title"/>
          </p:nvPr>
        </p:nvSpPr>
        <p:spPr>
          <a:xfrm>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1"/>
                </a:solidFill>
              </a:rPr>
              <a:t>PROBLEM</a:t>
            </a:r>
            <a:endParaRPr/>
          </a:p>
        </p:txBody>
      </p:sp>
      <p:sp>
        <p:nvSpPr>
          <p:cNvPr id="707" name="Google Shape;707;p71"/>
          <p:cNvSpPr txBox="1"/>
          <p:nvPr>
            <p:ph idx="2" type="title"/>
          </p:nvPr>
        </p:nvSpPr>
        <p:spPr>
          <a:xfrm>
            <a:off x="1164025" y="2912975"/>
            <a:ext cx="2045700" cy="4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MERCURY</a:t>
            </a:r>
            <a:endParaRPr/>
          </a:p>
        </p:txBody>
      </p:sp>
      <p:sp>
        <p:nvSpPr>
          <p:cNvPr id="708" name="Google Shape;708;p71"/>
          <p:cNvSpPr txBox="1"/>
          <p:nvPr>
            <p:ph idx="1" type="subTitle"/>
          </p:nvPr>
        </p:nvSpPr>
        <p:spPr>
          <a:xfrm>
            <a:off x="1164075" y="3447359"/>
            <a:ext cx="2045700" cy="999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It’s the closest planet to the Sun and the smallest in the entire Solar System</a:t>
            </a:r>
            <a:endParaRPr/>
          </a:p>
        </p:txBody>
      </p:sp>
      <p:sp>
        <p:nvSpPr>
          <p:cNvPr id="709" name="Google Shape;709;p71"/>
          <p:cNvSpPr txBox="1"/>
          <p:nvPr>
            <p:ph idx="3" type="title"/>
          </p:nvPr>
        </p:nvSpPr>
        <p:spPr>
          <a:xfrm>
            <a:off x="3549063" y="2379575"/>
            <a:ext cx="2045700" cy="4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VENUS</a:t>
            </a:r>
            <a:endParaRPr/>
          </a:p>
        </p:txBody>
      </p:sp>
      <p:sp>
        <p:nvSpPr>
          <p:cNvPr id="710" name="Google Shape;710;p71"/>
          <p:cNvSpPr txBox="1"/>
          <p:nvPr>
            <p:ph idx="4" type="subTitle"/>
          </p:nvPr>
        </p:nvSpPr>
        <p:spPr>
          <a:xfrm>
            <a:off x="3549150" y="2913959"/>
            <a:ext cx="2045700" cy="999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Venus has a beautiful name and is the second planet from the Sun</a:t>
            </a:r>
            <a:endParaRPr/>
          </a:p>
        </p:txBody>
      </p:sp>
      <p:sp>
        <p:nvSpPr>
          <p:cNvPr id="711" name="Google Shape;711;p71"/>
          <p:cNvSpPr txBox="1"/>
          <p:nvPr>
            <p:ph idx="5" type="title"/>
          </p:nvPr>
        </p:nvSpPr>
        <p:spPr>
          <a:xfrm>
            <a:off x="5934100" y="2912975"/>
            <a:ext cx="2045700" cy="4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MARS</a:t>
            </a:r>
            <a:endParaRPr/>
          </a:p>
        </p:txBody>
      </p:sp>
      <p:sp>
        <p:nvSpPr>
          <p:cNvPr id="712" name="Google Shape;712;p71"/>
          <p:cNvSpPr txBox="1"/>
          <p:nvPr>
            <p:ph idx="6" type="subTitle"/>
          </p:nvPr>
        </p:nvSpPr>
        <p:spPr>
          <a:xfrm>
            <a:off x="5934225" y="3447359"/>
            <a:ext cx="2045700" cy="999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Despite being red, Mars is actually a cold place. It’s full of iron oxide dust</a:t>
            </a:r>
            <a:endParaRPr/>
          </a:p>
        </p:txBody>
      </p:sp>
      <p:grpSp>
        <p:nvGrpSpPr>
          <p:cNvPr id="713" name="Google Shape;713;p71"/>
          <p:cNvGrpSpPr/>
          <p:nvPr/>
        </p:nvGrpSpPr>
        <p:grpSpPr>
          <a:xfrm rot="-201881">
            <a:off x="1960815" y="2162213"/>
            <a:ext cx="452172" cy="514063"/>
            <a:chOff x="4936700" y="2725625"/>
            <a:chExt cx="217350" cy="247100"/>
          </a:xfrm>
        </p:grpSpPr>
        <p:sp>
          <p:nvSpPr>
            <p:cNvPr id="714" name="Google Shape;714;p71"/>
            <p:cNvSpPr/>
            <p:nvPr/>
          </p:nvSpPr>
          <p:spPr>
            <a:xfrm>
              <a:off x="4936700" y="2725625"/>
              <a:ext cx="217350" cy="247100"/>
            </a:xfrm>
            <a:custGeom>
              <a:rect b="b" l="l" r="r" t="t"/>
              <a:pathLst>
                <a:path extrusionOk="0" h="9884" w="8694">
                  <a:moveTo>
                    <a:pt x="2882" y="572"/>
                  </a:moveTo>
                  <a:lnTo>
                    <a:pt x="2882" y="1739"/>
                  </a:lnTo>
                  <a:lnTo>
                    <a:pt x="2311" y="1739"/>
                  </a:lnTo>
                  <a:lnTo>
                    <a:pt x="2311" y="572"/>
                  </a:lnTo>
                  <a:close/>
                  <a:moveTo>
                    <a:pt x="1739" y="2334"/>
                  </a:moveTo>
                  <a:lnTo>
                    <a:pt x="1739" y="2905"/>
                  </a:lnTo>
                  <a:lnTo>
                    <a:pt x="1144" y="2905"/>
                  </a:lnTo>
                  <a:lnTo>
                    <a:pt x="1144" y="2334"/>
                  </a:lnTo>
                  <a:close/>
                  <a:moveTo>
                    <a:pt x="2882" y="2334"/>
                  </a:moveTo>
                  <a:lnTo>
                    <a:pt x="2882" y="2905"/>
                  </a:lnTo>
                  <a:lnTo>
                    <a:pt x="2311" y="2905"/>
                  </a:lnTo>
                  <a:lnTo>
                    <a:pt x="2311" y="2334"/>
                  </a:lnTo>
                  <a:close/>
                  <a:moveTo>
                    <a:pt x="4049" y="2334"/>
                  </a:moveTo>
                  <a:lnTo>
                    <a:pt x="4049" y="2905"/>
                  </a:lnTo>
                  <a:lnTo>
                    <a:pt x="3478" y="2905"/>
                  </a:lnTo>
                  <a:lnTo>
                    <a:pt x="3478" y="2334"/>
                  </a:lnTo>
                  <a:close/>
                  <a:moveTo>
                    <a:pt x="6955" y="4930"/>
                  </a:moveTo>
                  <a:lnTo>
                    <a:pt x="6955" y="5525"/>
                  </a:lnTo>
                  <a:cubicBezTo>
                    <a:pt x="6955" y="5668"/>
                    <a:pt x="6812" y="5811"/>
                    <a:pt x="6669" y="5811"/>
                  </a:cubicBezTo>
                  <a:lnTo>
                    <a:pt x="4907" y="5811"/>
                  </a:lnTo>
                  <a:cubicBezTo>
                    <a:pt x="4764" y="5811"/>
                    <a:pt x="4621" y="5668"/>
                    <a:pt x="4621" y="5525"/>
                  </a:cubicBezTo>
                  <a:cubicBezTo>
                    <a:pt x="4621" y="5358"/>
                    <a:pt x="4764" y="5215"/>
                    <a:pt x="4907" y="5215"/>
                  </a:cubicBezTo>
                  <a:lnTo>
                    <a:pt x="5835" y="5215"/>
                  </a:lnTo>
                  <a:cubicBezTo>
                    <a:pt x="6240" y="5215"/>
                    <a:pt x="6621" y="5120"/>
                    <a:pt x="6955" y="4930"/>
                  </a:cubicBezTo>
                  <a:close/>
                  <a:moveTo>
                    <a:pt x="7526" y="6382"/>
                  </a:moveTo>
                  <a:lnTo>
                    <a:pt x="7526" y="6978"/>
                  </a:lnTo>
                  <a:lnTo>
                    <a:pt x="4049" y="6978"/>
                  </a:lnTo>
                  <a:lnTo>
                    <a:pt x="4049" y="6382"/>
                  </a:lnTo>
                  <a:close/>
                  <a:moveTo>
                    <a:pt x="1739" y="5215"/>
                  </a:moveTo>
                  <a:lnTo>
                    <a:pt x="1739" y="7549"/>
                  </a:lnTo>
                  <a:lnTo>
                    <a:pt x="572" y="7549"/>
                  </a:lnTo>
                  <a:lnTo>
                    <a:pt x="572" y="5215"/>
                  </a:lnTo>
                  <a:close/>
                  <a:moveTo>
                    <a:pt x="4621" y="3477"/>
                  </a:moveTo>
                  <a:lnTo>
                    <a:pt x="4621" y="4692"/>
                  </a:lnTo>
                  <a:cubicBezTo>
                    <a:pt x="4288" y="4811"/>
                    <a:pt x="4049" y="5144"/>
                    <a:pt x="4049" y="5525"/>
                  </a:cubicBezTo>
                  <a:cubicBezTo>
                    <a:pt x="4049" y="5620"/>
                    <a:pt x="4073" y="5716"/>
                    <a:pt x="4097" y="5811"/>
                  </a:cubicBezTo>
                  <a:lnTo>
                    <a:pt x="3478" y="5811"/>
                  </a:lnTo>
                  <a:lnTo>
                    <a:pt x="3478" y="6978"/>
                  </a:lnTo>
                  <a:lnTo>
                    <a:pt x="2882" y="6978"/>
                  </a:lnTo>
                  <a:lnTo>
                    <a:pt x="2882" y="9312"/>
                  </a:lnTo>
                  <a:lnTo>
                    <a:pt x="572" y="9312"/>
                  </a:lnTo>
                  <a:lnTo>
                    <a:pt x="572" y="8121"/>
                  </a:lnTo>
                  <a:lnTo>
                    <a:pt x="2311" y="8121"/>
                  </a:lnTo>
                  <a:lnTo>
                    <a:pt x="2311" y="4644"/>
                  </a:lnTo>
                  <a:lnTo>
                    <a:pt x="572" y="4644"/>
                  </a:lnTo>
                  <a:lnTo>
                    <a:pt x="572" y="3477"/>
                  </a:lnTo>
                  <a:close/>
                  <a:moveTo>
                    <a:pt x="8098" y="7549"/>
                  </a:moveTo>
                  <a:lnTo>
                    <a:pt x="8098" y="9312"/>
                  </a:lnTo>
                  <a:lnTo>
                    <a:pt x="3478" y="9312"/>
                  </a:lnTo>
                  <a:lnTo>
                    <a:pt x="3478" y="7549"/>
                  </a:lnTo>
                  <a:close/>
                  <a:moveTo>
                    <a:pt x="572" y="0"/>
                  </a:moveTo>
                  <a:lnTo>
                    <a:pt x="572" y="572"/>
                  </a:lnTo>
                  <a:lnTo>
                    <a:pt x="1739" y="572"/>
                  </a:lnTo>
                  <a:lnTo>
                    <a:pt x="1739" y="1739"/>
                  </a:lnTo>
                  <a:lnTo>
                    <a:pt x="572" y="1739"/>
                  </a:lnTo>
                  <a:lnTo>
                    <a:pt x="572" y="2905"/>
                  </a:lnTo>
                  <a:lnTo>
                    <a:pt x="1" y="2905"/>
                  </a:lnTo>
                  <a:lnTo>
                    <a:pt x="1" y="9883"/>
                  </a:lnTo>
                  <a:lnTo>
                    <a:pt x="8693" y="9883"/>
                  </a:lnTo>
                  <a:lnTo>
                    <a:pt x="8693" y="6978"/>
                  </a:lnTo>
                  <a:lnTo>
                    <a:pt x="8098" y="6978"/>
                  </a:lnTo>
                  <a:lnTo>
                    <a:pt x="8098" y="5811"/>
                  </a:lnTo>
                  <a:lnTo>
                    <a:pt x="7479" y="5811"/>
                  </a:lnTo>
                  <a:cubicBezTo>
                    <a:pt x="7502" y="5716"/>
                    <a:pt x="7526" y="5620"/>
                    <a:pt x="7526" y="5525"/>
                  </a:cubicBezTo>
                  <a:lnTo>
                    <a:pt x="7526" y="3668"/>
                  </a:lnTo>
                  <a:lnTo>
                    <a:pt x="7026" y="4144"/>
                  </a:lnTo>
                  <a:cubicBezTo>
                    <a:pt x="6717" y="4477"/>
                    <a:pt x="6288" y="4644"/>
                    <a:pt x="5835" y="4644"/>
                  </a:cubicBezTo>
                  <a:lnTo>
                    <a:pt x="5216" y="4644"/>
                  </a:lnTo>
                  <a:lnTo>
                    <a:pt x="5216" y="2905"/>
                  </a:lnTo>
                  <a:lnTo>
                    <a:pt x="4621" y="2905"/>
                  </a:lnTo>
                  <a:lnTo>
                    <a:pt x="4621" y="1739"/>
                  </a:lnTo>
                  <a:lnTo>
                    <a:pt x="3478" y="1739"/>
                  </a:lnTo>
                  <a:lnTo>
                    <a:pt x="3478" y="572"/>
                  </a:lnTo>
                  <a:lnTo>
                    <a:pt x="4621" y="572"/>
                  </a:lnTo>
                  <a:cubicBezTo>
                    <a:pt x="4954" y="572"/>
                    <a:pt x="5216" y="834"/>
                    <a:pt x="5216" y="1143"/>
                  </a:cubicBezTo>
                  <a:lnTo>
                    <a:pt x="5788" y="1143"/>
                  </a:lnTo>
                  <a:cubicBezTo>
                    <a:pt x="5788" y="500"/>
                    <a:pt x="5264" y="0"/>
                    <a:pt x="462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 name="Google Shape;715;p71"/>
            <p:cNvSpPr/>
            <p:nvPr/>
          </p:nvSpPr>
          <p:spPr>
            <a:xfrm>
              <a:off x="5052200" y="2928625"/>
              <a:ext cx="58375" cy="14925"/>
            </a:xfrm>
            <a:custGeom>
              <a:rect b="b" l="l" r="r" t="t"/>
              <a:pathLst>
                <a:path extrusionOk="0" h="597" w="2335">
                  <a:moveTo>
                    <a:pt x="1" y="1"/>
                  </a:moveTo>
                  <a:lnTo>
                    <a:pt x="1" y="596"/>
                  </a:lnTo>
                  <a:lnTo>
                    <a:pt x="2335" y="596"/>
                  </a:lnTo>
                  <a:lnTo>
                    <a:pt x="23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16" name="Google Shape;716;p71"/>
          <p:cNvGrpSpPr/>
          <p:nvPr/>
        </p:nvGrpSpPr>
        <p:grpSpPr>
          <a:xfrm rot="573551">
            <a:off x="4297606" y="1568880"/>
            <a:ext cx="549337" cy="550790"/>
            <a:chOff x="5476100" y="3598400"/>
            <a:chExt cx="226875" cy="227475"/>
          </a:xfrm>
        </p:grpSpPr>
        <p:sp>
          <p:nvSpPr>
            <p:cNvPr id="717" name="Google Shape;717;p71"/>
            <p:cNvSpPr/>
            <p:nvPr/>
          </p:nvSpPr>
          <p:spPr>
            <a:xfrm>
              <a:off x="5516600" y="3746050"/>
              <a:ext cx="39900" cy="39925"/>
            </a:xfrm>
            <a:custGeom>
              <a:rect b="b" l="l" r="r" t="t"/>
              <a:pathLst>
                <a:path extrusionOk="0" h="1597" w="1596">
                  <a:moveTo>
                    <a:pt x="786" y="525"/>
                  </a:moveTo>
                  <a:cubicBezTo>
                    <a:pt x="929" y="525"/>
                    <a:pt x="1048" y="644"/>
                    <a:pt x="1048" y="787"/>
                  </a:cubicBezTo>
                  <a:cubicBezTo>
                    <a:pt x="1048" y="954"/>
                    <a:pt x="929" y="1073"/>
                    <a:pt x="786" y="1073"/>
                  </a:cubicBezTo>
                  <a:cubicBezTo>
                    <a:pt x="643" y="1073"/>
                    <a:pt x="524" y="954"/>
                    <a:pt x="524" y="787"/>
                  </a:cubicBezTo>
                  <a:cubicBezTo>
                    <a:pt x="524" y="644"/>
                    <a:pt x="643" y="525"/>
                    <a:pt x="786" y="525"/>
                  </a:cubicBezTo>
                  <a:close/>
                  <a:moveTo>
                    <a:pt x="786" y="1"/>
                  </a:moveTo>
                  <a:cubicBezTo>
                    <a:pt x="357" y="1"/>
                    <a:pt x="0" y="358"/>
                    <a:pt x="0" y="787"/>
                  </a:cubicBezTo>
                  <a:cubicBezTo>
                    <a:pt x="0" y="1239"/>
                    <a:pt x="357" y="1597"/>
                    <a:pt x="786" y="1597"/>
                  </a:cubicBezTo>
                  <a:cubicBezTo>
                    <a:pt x="1239" y="1597"/>
                    <a:pt x="1596" y="1239"/>
                    <a:pt x="1596" y="787"/>
                  </a:cubicBezTo>
                  <a:cubicBezTo>
                    <a:pt x="1596" y="358"/>
                    <a:pt x="1239" y="1"/>
                    <a:pt x="78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71"/>
            <p:cNvSpPr/>
            <p:nvPr/>
          </p:nvSpPr>
          <p:spPr>
            <a:xfrm>
              <a:off x="5476100" y="3598400"/>
              <a:ext cx="226875" cy="227475"/>
            </a:xfrm>
            <a:custGeom>
              <a:rect b="b" l="l" r="r" t="t"/>
              <a:pathLst>
                <a:path extrusionOk="0" h="9099" w="9075">
                  <a:moveTo>
                    <a:pt x="6145" y="549"/>
                  </a:moveTo>
                  <a:cubicBezTo>
                    <a:pt x="6812" y="549"/>
                    <a:pt x="6955" y="858"/>
                    <a:pt x="6955" y="1358"/>
                  </a:cubicBezTo>
                  <a:cubicBezTo>
                    <a:pt x="6955" y="1858"/>
                    <a:pt x="6812" y="2168"/>
                    <a:pt x="6145" y="2168"/>
                  </a:cubicBezTo>
                  <a:cubicBezTo>
                    <a:pt x="5264" y="2168"/>
                    <a:pt x="4264" y="1692"/>
                    <a:pt x="4264" y="1358"/>
                  </a:cubicBezTo>
                  <a:cubicBezTo>
                    <a:pt x="4264" y="1239"/>
                    <a:pt x="4430" y="1049"/>
                    <a:pt x="4859" y="834"/>
                  </a:cubicBezTo>
                  <a:cubicBezTo>
                    <a:pt x="5240" y="668"/>
                    <a:pt x="5740" y="549"/>
                    <a:pt x="6145" y="549"/>
                  </a:cubicBezTo>
                  <a:close/>
                  <a:moveTo>
                    <a:pt x="5597" y="2692"/>
                  </a:moveTo>
                  <a:cubicBezTo>
                    <a:pt x="6145" y="2692"/>
                    <a:pt x="6788" y="2835"/>
                    <a:pt x="7264" y="3073"/>
                  </a:cubicBezTo>
                  <a:cubicBezTo>
                    <a:pt x="7741" y="3287"/>
                    <a:pt x="8026" y="3549"/>
                    <a:pt x="8026" y="3764"/>
                  </a:cubicBezTo>
                  <a:cubicBezTo>
                    <a:pt x="8026" y="4002"/>
                    <a:pt x="7741" y="4264"/>
                    <a:pt x="7264" y="4478"/>
                  </a:cubicBezTo>
                  <a:cubicBezTo>
                    <a:pt x="6788" y="4692"/>
                    <a:pt x="6145" y="4835"/>
                    <a:pt x="5597" y="4835"/>
                  </a:cubicBezTo>
                  <a:cubicBezTo>
                    <a:pt x="4621" y="4835"/>
                    <a:pt x="4264" y="4407"/>
                    <a:pt x="4264" y="3764"/>
                  </a:cubicBezTo>
                  <a:cubicBezTo>
                    <a:pt x="4264" y="3049"/>
                    <a:pt x="4716" y="2692"/>
                    <a:pt x="5597" y="2692"/>
                  </a:cubicBezTo>
                  <a:close/>
                  <a:moveTo>
                    <a:pt x="6407" y="5359"/>
                  </a:moveTo>
                  <a:cubicBezTo>
                    <a:pt x="7717" y="5359"/>
                    <a:pt x="8550" y="5883"/>
                    <a:pt x="8550" y="6693"/>
                  </a:cubicBezTo>
                  <a:cubicBezTo>
                    <a:pt x="8550" y="7526"/>
                    <a:pt x="7717" y="8026"/>
                    <a:pt x="6407" y="8026"/>
                  </a:cubicBezTo>
                  <a:cubicBezTo>
                    <a:pt x="5812" y="8026"/>
                    <a:pt x="4907" y="7931"/>
                    <a:pt x="4407" y="7788"/>
                  </a:cubicBezTo>
                  <a:cubicBezTo>
                    <a:pt x="4430" y="7717"/>
                    <a:pt x="4430" y="7622"/>
                    <a:pt x="4407" y="7526"/>
                  </a:cubicBezTo>
                  <a:cubicBezTo>
                    <a:pt x="4668" y="7336"/>
                    <a:pt x="4811" y="7026"/>
                    <a:pt x="4811" y="6693"/>
                  </a:cubicBezTo>
                  <a:cubicBezTo>
                    <a:pt x="4811" y="6383"/>
                    <a:pt x="4668" y="6074"/>
                    <a:pt x="4407" y="5859"/>
                  </a:cubicBezTo>
                  <a:cubicBezTo>
                    <a:pt x="4430" y="5788"/>
                    <a:pt x="4430" y="5693"/>
                    <a:pt x="4407" y="5597"/>
                  </a:cubicBezTo>
                  <a:cubicBezTo>
                    <a:pt x="4907" y="5478"/>
                    <a:pt x="5812" y="5359"/>
                    <a:pt x="6407" y="5359"/>
                  </a:cubicBezTo>
                  <a:close/>
                  <a:moveTo>
                    <a:pt x="2406" y="4835"/>
                  </a:moveTo>
                  <a:cubicBezTo>
                    <a:pt x="2811" y="4835"/>
                    <a:pt x="2930" y="5216"/>
                    <a:pt x="3001" y="5288"/>
                  </a:cubicBezTo>
                  <a:cubicBezTo>
                    <a:pt x="3042" y="5288"/>
                    <a:pt x="3176" y="5226"/>
                    <a:pt x="3337" y="5226"/>
                  </a:cubicBezTo>
                  <a:cubicBezTo>
                    <a:pt x="3458" y="5226"/>
                    <a:pt x="3593" y="5261"/>
                    <a:pt x="3716" y="5383"/>
                  </a:cubicBezTo>
                  <a:cubicBezTo>
                    <a:pt x="4025" y="5669"/>
                    <a:pt x="3835" y="6026"/>
                    <a:pt x="3811" y="6121"/>
                  </a:cubicBezTo>
                  <a:cubicBezTo>
                    <a:pt x="3883" y="6169"/>
                    <a:pt x="4264" y="6288"/>
                    <a:pt x="4264" y="6693"/>
                  </a:cubicBezTo>
                  <a:cubicBezTo>
                    <a:pt x="4264" y="7098"/>
                    <a:pt x="3883" y="7241"/>
                    <a:pt x="3811" y="7288"/>
                  </a:cubicBezTo>
                  <a:cubicBezTo>
                    <a:pt x="3835" y="7360"/>
                    <a:pt x="4025" y="7741"/>
                    <a:pt x="3716" y="8026"/>
                  </a:cubicBezTo>
                  <a:cubicBezTo>
                    <a:pt x="3593" y="8149"/>
                    <a:pt x="3458" y="8184"/>
                    <a:pt x="3337" y="8184"/>
                  </a:cubicBezTo>
                  <a:cubicBezTo>
                    <a:pt x="3176" y="8184"/>
                    <a:pt x="3042" y="8122"/>
                    <a:pt x="3001" y="8122"/>
                  </a:cubicBezTo>
                  <a:cubicBezTo>
                    <a:pt x="2930" y="8169"/>
                    <a:pt x="2811" y="8574"/>
                    <a:pt x="2406" y="8574"/>
                  </a:cubicBezTo>
                  <a:cubicBezTo>
                    <a:pt x="2001" y="8574"/>
                    <a:pt x="1882" y="8169"/>
                    <a:pt x="1835" y="8122"/>
                  </a:cubicBezTo>
                  <a:lnTo>
                    <a:pt x="1620" y="8169"/>
                  </a:lnTo>
                  <a:cubicBezTo>
                    <a:pt x="1573" y="8181"/>
                    <a:pt x="1523" y="8187"/>
                    <a:pt x="1474" y="8187"/>
                  </a:cubicBezTo>
                  <a:cubicBezTo>
                    <a:pt x="1327" y="8187"/>
                    <a:pt x="1180" y="8134"/>
                    <a:pt x="1072" y="8026"/>
                  </a:cubicBezTo>
                  <a:cubicBezTo>
                    <a:pt x="787" y="7741"/>
                    <a:pt x="977" y="7360"/>
                    <a:pt x="977" y="7288"/>
                  </a:cubicBezTo>
                  <a:cubicBezTo>
                    <a:pt x="906" y="7241"/>
                    <a:pt x="525" y="7121"/>
                    <a:pt x="525" y="6693"/>
                  </a:cubicBezTo>
                  <a:cubicBezTo>
                    <a:pt x="525" y="6288"/>
                    <a:pt x="906" y="6169"/>
                    <a:pt x="977" y="6121"/>
                  </a:cubicBezTo>
                  <a:cubicBezTo>
                    <a:pt x="977" y="6026"/>
                    <a:pt x="787" y="5669"/>
                    <a:pt x="1072" y="5383"/>
                  </a:cubicBezTo>
                  <a:cubicBezTo>
                    <a:pt x="1195" y="5261"/>
                    <a:pt x="1339" y="5226"/>
                    <a:pt x="1470" y="5226"/>
                  </a:cubicBezTo>
                  <a:cubicBezTo>
                    <a:pt x="1644" y="5226"/>
                    <a:pt x="1794" y="5288"/>
                    <a:pt x="1835" y="5288"/>
                  </a:cubicBezTo>
                  <a:cubicBezTo>
                    <a:pt x="1882" y="5216"/>
                    <a:pt x="2001" y="4835"/>
                    <a:pt x="2406" y="4835"/>
                  </a:cubicBezTo>
                  <a:close/>
                  <a:moveTo>
                    <a:pt x="6145" y="1"/>
                  </a:moveTo>
                  <a:cubicBezTo>
                    <a:pt x="5645" y="1"/>
                    <a:pt x="5097" y="144"/>
                    <a:pt x="4621" y="358"/>
                  </a:cubicBezTo>
                  <a:cubicBezTo>
                    <a:pt x="4049" y="620"/>
                    <a:pt x="3740" y="977"/>
                    <a:pt x="3740" y="1358"/>
                  </a:cubicBezTo>
                  <a:cubicBezTo>
                    <a:pt x="3740" y="1739"/>
                    <a:pt x="4049" y="2073"/>
                    <a:pt x="4597" y="2335"/>
                  </a:cubicBezTo>
                  <a:cubicBezTo>
                    <a:pt x="4025" y="2621"/>
                    <a:pt x="3740" y="3144"/>
                    <a:pt x="3740" y="3764"/>
                  </a:cubicBezTo>
                  <a:cubicBezTo>
                    <a:pt x="3740" y="4311"/>
                    <a:pt x="3930" y="4764"/>
                    <a:pt x="4383" y="5073"/>
                  </a:cubicBezTo>
                  <a:cubicBezTo>
                    <a:pt x="4311" y="5073"/>
                    <a:pt x="4264" y="5097"/>
                    <a:pt x="4192" y="5121"/>
                  </a:cubicBezTo>
                  <a:cubicBezTo>
                    <a:pt x="4168" y="5073"/>
                    <a:pt x="4145" y="5050"/>
                    <a:pt x="4097" y="5002"/>
                  </a:cubicBezTo>
                  <a:cubicBezTo>
                    <a:pt x="3901" y="4806"/>
                    <a:pt x="3605" y="4689"/>
                    <a:pt x="3319" y="4689"/>
                  </a:cubicBezTo>
                  <a:cubicBezTo>
                    <a:pt x="3292" y="4689"/>
                    <a:pt x="3266" y="4690"/>
                    <a:pt x="3240" y="4692"/>
                  </a:cubicBezTo>
                  <a:cubicBezTo>
                    <a:pt x="3025" y="4454"/>
                    <a:pt x="2740" y="4311"/>
                    <a:pt x="2406" y="4311"/>
                  </a:cubicBezTo>
                  <a:cubicBezTo>
                    <a:pt x="2073" y="4311"/>
                    <a:pt x="1787" y="4454"/>
                    <a:pt x="1573" y="4692"/>
                  </a:cubicBezTo>
                  <a:cubicBezTo>
                    <a:pt x="1544" y="4690"/>
                    <a:pt x="1516" y="4689"/>
                    <a:pt x="1489" y="4689"/>
                  </a:cubicBezTo>
                  <a:cubicBezTo>
                    <a:pt x="1187" y="4689"/>
                    <a:pt x="909" y="4806"/>
                    <a:pt x="691" y="5002"/>
                  </a:cubicBezTo>
                  <a:cubicBezTo>
                    <a:pt x="477" y="5240"/>
                    <a:pt x="358" y="5550"/>
                    <a:pt x="382" y="5859"/>
                  </a:cubicBezTo>
                  <a:cubicBezTo>
                    <a:pt x="144" y="6074"/>
                    <a:pt x="1" y="6383"/>
                    <a:pt x="1" y="6693"/>
                  </a:cubicBezTo>
                  <a:cubicBezTo>
                    <a:pt x="1" y="7026"/>
                    <a:pt x="144" y="7336"/>
                    <a:pt x="382" y="7526"/>
                  </a:cubicBezTo>
                  <a:cubicBezTo>
                    <a:pt x="358" y="7860"/>
                    <a:pt x="477" y="8169"/>
                    <a:pt x="691" y="8384"/>
                  </a:cubicBezTo>
                  <a:cubicBezTo>
                    <a:pt x="910" y="8602"/>
                    <a:pt x="1188" y="8720"/>
                    <a:pt x="1489" y="8720"/>
                  </a:cubicBezTo>
                  <a:cubicBezTo>
                    <a:pt x="1517" y="8720"/>
                    <a:pt x="1545" y="8719"/>
                    <a:pt x="1573" y="8717"/>
                  </a:cubicBezTo>
                  <a:cubicBezTo>
                    <a:pt x="1787" y="8955"/>
                    <a:pt x="2073" y="9098"/>
                    <a:pt x="2406" y="9098"/>
                  </a:cubicBezTo>
                  <a:cubicBezTo>
                    <a:pt x="2740" y="9098"/>
                    <a:pt x="3025" y="8955"/>
                    <a:pt x="3240" y="8717"/>
                  </a:cubicBezTo>
                  <a:cubicBezTo>
                    <a:pt x="3266" y="8719"/>
                    <a:pt x="3292" y="8720"/>
                    <a:pt x="3318" y="8720"/>
                  </a:cubicBezTo>
                  <a:cubicBezTo>
                    <a:pt x="3604" y="8720"/>
                    <a:pt x="3901" y="8602"/>
                    <a:pt x="4097" y="8384"/>
                  </a:cubicBezTo>
                  <a:cubicBezTo>
                    <a:pt x="4145" y="8360"/>
                    <a:pt x="4168" y="8336"/>
                    <a:pt x="4192" y="8288"/>
                  </a:cubicBezTo>
                  <a:cubicBezTo>
                    <a:pt x="4811" y="8479"/>
                    <a:pt x="5812" y="8574"/>
                    <a:pt x="6407" y="8574"/>
                  </a:cubicBezTo>
                  <a:cubicBezTo>
                    <a:pt x="7741" y="8574"/>
                    <a:pt x="9074" y="8026"/>
                    <a:pt x="9074" y="6693"/>
                  </a:cubicBezTo>
                  <a:cubicBezTo>
                    <a:pt x="9074" y="5955"/>
                    <a:pt x="8598" y="5240"/>
                    <a:pt x="7479" y="4954"/>
                  </a:cubicBezTo>
                  <a:lnTo>
                    <a:pt x="7502" y="4954"/>
                  </a:lnTo>
                  <a:cubicBezTo>
                    <a:pt x="8169" y="4645"/>
                    <a:pt x="8550" y="4216"/>
                    <a:pt x="8550" y="3764"/>
                  </a:cubicBezTo>
                  <a:cubicBezTo>
                    <a:pt x="8550" y="3168"/>
                    <a:pt x="7883" y="2692"/>
                    <a:pt x="7074" y="2406"/>
                  </a:cubicBezTo>
                  <a:cubicBezTo>
                    <a:pt x="7336" y="2192"/>
                    <a:pt x="7479" y="1835"/>
                    <a:pt x="7479" y="1358"/>
                  </a:cubicBezTo>
                  <a:cubicBezTo>
                    <a:pt x="7479" y="430"/>
                    <a:pt x="6978" y="1"/>
                    <a:pt x="614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19" name="Google Shape;719;p71"/>
          <p:cNvSpPr/>
          <p:nvPr/>
        </p:nvSpPr>
        <p:spPr>
          <a:xfrm rot="-370742">
            <a:off x="6780112" y="2143978"/>
            <a:ext cx="353687" cy="550780"/>
          </a:xfrm>
          <a:custGeom>
            <a:rect b="b" l="l" r="r" t="t"/>
            <a:pathLst>
              <a:path extrusionOk="0" h="9384" w="6026">
                <a:moveTo>
                  <a:pt x="3835" y="3311"/>
                </a:moveTo>
                <a:lnTo>
                  <a:pt x="3835" y="3859"/>
                </a:lnTo>
                <a:lnTo>
                  <a:pt x="2191" y="3859"/>
                </a:lnTo>
                <a:lnTo>
                  <a:pt x="2191" y="3311"/>
                </a:lnTo>
                <a:close/>
                <a:moveTo>
                  <a:pt x="4073" y="4407"/>
                </a:moveTo>
                <a:cubicBezTo>
                  <a:pt x="4859" y="4407"/>
                  <a:pt x="5478" y="5050"/>
                  <a:pt x="5478" y="5835"/>
                </a:cubicBezTo>
                <a:cubicBezTo>
                  <a:pt x="5478" y="6097"/>
                  <a:pt x="5406" y="6383"/>
                  <a:pt x="5240" y="6621"/>
                </a:cubicBezTo>
                <a:lnTo>
                  <a:pt x="4501" y="7717"/>
                </a:lnTo>
                <a:lnTo>
                  <a:pt x="1501" y="7717"/>
                </a:lnTo>
                <a:lnTo>
                  <a:pt x="786" y="6621"/>
                </a:lnTo>
                <a:cubicBezTo>
                  <a:pt x="620" y="6383"/>
                  <a:pt x="548" y="6097"/>
                  <a:pt x="548" y="5835"/>
                </a:cubicBezTo>
                <a:cubicBezTo>
                  <a:pt x="548" y="5050"/>
                  <a:pt x="1167" y="4407"/>
                  <a:pt x="1953" y="4407"/>
                </a:cubicBezTo>
                <a:close/>
                <a:moveTo>
                  <a:pt x="4382" y="8264"/>
                </a:moveTo>
                <a:lnTo>
                  <a:pt x="4382" y="8836"/>
                </a:lnTo>
                <a:lnTo>
                  <a:pt x="1644" y="8836"/>
                </a:lnTo>
                <a:lnTo>
                  <a:pt x="1644" y="8264"/>
                </a:lnTo>
                <a:close/>
                <a:moveTo>
                  <a:pt x="2739" y="1"/>
                </a:moveTo>
                <a:lnTo>
                  <a:pt x="2739" y="2763"/>
                </a:lnTo>
                <a:lnTo>
                  <a:pt x="2644" y="2763"/>
                </a:lnTo>
                <a:lnTo>
                  <a:pt x="1620" y="715"/>
                </a:lnTo>
                <a:lnTo>
                  <a:pt x="1120" y="977"/>
                </a:lnTo>
                <a:lnTo>
                  <a:pt x="2025" y="2763"/>
                </a:lnTo>
                <a:lnTo>
                  <a:pt x="1096" y="2763"/>
                </a:lnTo>
                <a:lnTo>
                  <a:pt x="1096" y="3311"/>
                </a:lnTo>
                <a:lnTo>
                  <a:pt x="1644" y="3311"/>
                </a:lnTo>
                <a:lnTo>
                  <a:pt x="1644" y="3883"/>
                </a:lnTo>
                <a:cubicBezTo>
                  <a:pt x="715" y="4049"/>
                  <a:pt x="0" y="4859"/>
                  <a:pt x="0" y="5835"/>
                </a:cubicBezTo>
                <a:cubicBezTo>
                  <a:pt x="0" y="6216"/>
                  <a:pt x="96" y="6597"/>
                  <a:pt x="334" y="6907"/>
                </a:cubicBezTo>
                <a:lnTo>
                  <a:pt x="1096" y="8074"/>
                </a:lnTo>
                <a:lnTo>
                  <a:pt x="1096" y="9384"/>
                </a:lnTo>
                <a:lnTo>
                  <a:pt x="4930" y="9384"/>
                </a:lnTo>
                <a:lnTo>
                  <a:pt x="4930" y="8074"/>
                </a:lnTo>
                <a:lnTo>
                  <a:pt x="5692" y="6907"/>
                </a:lnTo>
                <a:cubicBezTo>
                  <a:pt x="5930" y="6597"/>
                  <a:pt x="6026" y="6216"/>
                  <a:pt x="6026" y="5835"/>
                </a:cubicBezTo>
                <a:cubicBezTo>
                  <a:pt x="6026" y="4859"/>
                  <a:pt x="5311" y="4049"/>
                  <a:pt x="4382" y="3883"/>
                </a:cubicBezTo>
                <a:lnTo>
                  <a:pt x="4382" y="3311"/>
                </a:lnTo>
                <a:lnTo>
                  <a:pt x="4930" y="3311"/>
                </a:lnTo>
                <a:lnTo>
                  <a:pt x="4930" y="2763"/>
                </a:lnTo>
                <a:lnTo>
                  <a:pt x="4001" y="2763"/>
                </a:lnTo>
                <a:lnTo>
                  <a:pt x="4906" y="977"/>
                </a:lnTo>
                <a:lnTo>
                  <a:pt x="4406" y="715"/>
                </a:lnTo>
                <a:lnTo>
                  <a:pt x="3382" y="2763"/>
                </a:lnTo>
                <a:lnTo>
                  <a:pt x="3287" y="2763"/>
                </a:lnTo>
                <a:lnTo>
                  <a:pt x="3287"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3"/>
                                        </p:tgtEl>
                                        <p:attrNameLst>
                                          <p:attrName>style.visibility</p:attrName>
                                        </p:attrNameLst>
                                      </p:cBhvr>
                                      <p:to>
                                        <p:strVal val="visible"/>
                                      </p:to>
                                    </p:set>
                                    <p:animEffect filter="fade" transition="in">
                                      <p:cBhvr>
                                        <p:cTn dur="1000"/>
                                        <p:tgtEl>
                                          <p:spTgt spid="713"/>
                                        </p:tgtEl>
                                      </p:cBhvr>
                                    </p:animEffect>
                                  </p:childTnLst>
                                </p:cTn>
                              </p:par>
                              <p:par>
                                <p:cTn fill="hold" nodeType="withEffect" presetClass="entr" presetID="10" presetSubtype="0">
                                  <p:stCondLst>
                                    <p:cond delay="0"/>
                                  </p:stCondLst>
                                  <p:childTnLst>
                                    <p:set>
                                      <p:cBhvr>
                                        <p:cTn dur="1" fill="hold">
                                          <p:stCondLst>
                                            <p:cond delay="0"/>
                                          </p:stCondLst>
                                        </p:cTn>
                                        <p:tgtEl>
                                          <p:spTgt spid="716"/>
                                        </p:tgtEl>
                                        <p:attrNameLst>
                                          <p:attrName>style.visibility</p:attrName>
                                        </p:attrNameLst>
                                      </p:cBhvr>
                                      <p:to>
                                        <p:strVal val="visible"/>
                                      </p:to>
                                    </p:set>
                                    <p:animEffect filter="fade" transition="in">
                                      <p:cBhvr>
                                        <p:cTn dur="1000"/>
                                        <p:tgtEl>
                                          <p:spTgt spid="716"/>
                                        </p:tgtEl>
                                      </p:cBhvr>
                                    </p:animEffect>
                                  </p:childTnLst>
                                </p:cTn>
                              </p:par>
                              <p:par>
                                <p:cTn fill="hold" nodeType="withEffect" presetClass="entr" presetID="10" presetSubtype="0">
                                  <p:stCondLst>
                                    <p:cond delay="0"/>
                                  </p:stCondLst>
                                  <p:childTnLst>
                                    <p:set>
                                      <p:cBhvr>
                                        <p:cTn dur="1" fill="hold">
                                          <p:stCondLst>
                                            <p:cond delay="0"/>
                                          </p:stCondLst>
                                        </p:cTn>
                                        <p:tgtEl>
                                          <p:spTgt spid="719"/>
                                        </p:tgtEl>
                                        <p:attrNameLst>
                                          <p:attrName>style.visibility</p:attrName>
                                        </p:attrNameLst>
                                      </p:cBhvr>
                                      <p:to>
                                        <p:strVal val="visible"/>
                                      </p:to>
                                    </p:set>
                                    <p:animEffect filter="fade" transition="in">
                                      <p:cBhvr>
                                        <p:cTn dur="1000"/>
                                        <p:tgtEl>
                                          <p:spTgt spid="71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3" name="Shape 723"/>
        <p:cNvGrpSpPr/>
        <p:nvPr/>
      </p:nvGrpSpPr>
      <p:grpSpPr>
        <a:xfrm>
          <a:off x="0" y="0"/>
          <a:ext cx="0" cy="0"/>
          <a:chOff x="0" y="0"/>
          <a:chExt cx="0" cy="0"/>
        </a:xfrm>
      </p:grpSpPr>
      <p:sp>
        <p:nvSpPr>
          <p:cNvPr id="724" name="Google Shape;724;p72"/>
          <p:cNvSpPr txBox="1"/>
          <p:nvPr>
            <p:ph idx="4" type="title"/>
          </p:nvPr>
        </p:nvSpPr>
        <p:spPr>
          <a:xfrm>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THREE </a:t>
            </a:r>
            <a:r>
              <a:rPr lang="en">
                <a:solidFill>
                  <a:schemeClr val="lt1"/>
                </a:solidFill>
              </a:rPr>
              <a:t>CONCEPTS</a:t>
            </a:r>
            <a:endParaRPr>
              <a:solidFill>
                <a:schemeClr val="lt1"/>
              </a:solidFill>
            </a:endParaRPr>
          </a:p>
        </p:txBody>
      </p:sp>
      <p:sp>
        <p:nvSpPr>
          <p:cNvPr id="725" name="Google Shape;725;p72"/>
          <p:cNvSpPr txBox="1"/>
          <p:nvPr>
            <p:ph type="title"/>
          </p:nvPr>
        </p:nvSpPr>
        <p:spPr>
          <a:xfrm>
            <a:off x="2077025" y="1518376"/>
            <a:ext cx="1815000" cy="487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MERCURY</a:t>
            </a:r>
            <a:endParaRPr/>
          </a:p>
        </p:txBody>
      </p:sp>
      <p:sp>
        <p:nvSpPr>
          <p:cNvPr id="726" name="Google Shape;726;p72"/>
          <p:cNvSpPr txBox="1"/>
          <p:nvPr>
            <p:ph idx="1" type="subTitle"/>
          </p:nvPr>
        </p:nvSpPr>
        <p:spPr>
          <a:xfrm>
            <a:off x="2077175" y="2063201"/>
            <a:ext cx="5909100" cy="41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It’s the closest planet to the Sun and the smallest in the Solar System</a:t>
            </a:r>
            <a:endParaRPr/>
          </a:p>
        </p:txBody>
      </p:sp>
      <p:sp>
        <p:nvSpPr>
          <p:cNvPr id="727" name="Google Shape;727;p72"/>
          <p:cNvSpPr txBox="1"/>
          <p:nvPr>
            <p:ph idx="2" type="title"/>
          </p:nvPr>
        </p:nvSpPr>
        <p:spPr>
          <a:xfrm>
            <a:off x="2077027" y="2577126"/>
            <a:ext cx="1815000" cy="487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VENUS</a:t>
            </a:r>
            <a:endParaRPr/>
          </a:p>
        </p:txBody>
      </p:sp>
      <p:sp>
        <p:nvSpPr>
          <p:cNvPr id="728" name="Google Shape;728;p72"/>
          <p:cNvSpPr txBox="1"/>
          <p:nvPr>
            <p:ph idx="3" type="subTitle"/>
          </p:nvPr>
        </p:nvSpPr>
        <p:spPr>
          <a:xfrm>
            <a:off x="2077350" y="3121951"/>
            <a:ext cx="5908800" cy="41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Venus has a beautiful name and is the second planet from the Sun</a:t>
            </a:r>
            <a:endParaRPr/>
          </a:p>
        </p:txBody>
      </p:sp>
      <p:sp>
        <p:nvSpPr>
          <p:cNvPr id="729" name="Google Shape;729;p72"/>
          <p:cNvSpPr/>
          <p:nvPr/>
        </p:nvSpPr>
        <p:spPr>
          <a:xfrm>
            <a:off x="1508005" y="3814689"/>
            <a:ext cx="416946" cy="366017"/>
          </a:xfrm>
          <a:custGeom>
            <a:rect b="b" l="l" r="r" t="t"/>
            <a:pathLst>
              <a:path extrusionOk="0" h="9765" w="11123">
                <a:moveTo>
                  <a:pt x="5573" y="643"/>
                </a:moveTo>
                <a:cubicBezTo>
                  <a:pt x="5740" y="643"/>
                  <a:pt x="5883" y="786"/>
                  <a:pt x="5883" y="977"/>
                </a:cubicBezTo>
                <a:cubicBezTo>
                  <a:pt x="5883" y="1143"/>
                  <a:pt x="5740" y="1310"/>
                  <a:pt x="5573" y="1310"/>
                </a:cubicBezTo>
                <a:cubicBezTo>
                  <a:pt x="5383" y="1310"/>
                  <a:pt x="5240" y="1143"/>
                  <a:pt x="5240" y="977"/>
                </a:cubicBezTo>
                <a:cubicBezTo>
                  <a:pt x="5240" y="786"/>
                  <a:pt x="5383" y="643"/>
                  <a:pt x="5573" y="643"/>
                </a:cubicBezTo>
                <a:close/>
                <a:moveTo>
                  <a:pt x="2287" y="1310"/>
                </a:moveTo>
                <a:cubicBezTo>
                  <a:pt x="2478" y="1310"/>
                  <a:pt x="2620" y="1453"/>
                  <a:pt x="2620" y="1620"/>
                </a:cubicBezTo>
                <a:cubicBezTo>
                  <a:pt x="2620" y="1810"/>
                  <a:pt x="2478" y="1953"/>
                  <a:pt x="2287" y="1953"/>
                </a:cubicBezTo>
                <a:cubicBezTo>
                  <a:pt x="2120" y="1953"/>
                  <a:pt x="1954" y="1810"/>
                  <a:pt x="1954" y="1620"/>
                </a:cubicBezTo>
                <a:cubicBezTo>
                  <a:pt x="1954" y="1453"/>
                  <a:pt x="2120" y="1310"/>
                  <a:pt x="2287" y="1310"/>
                </a:cubicBezTo>
                <a:close/>
                <a:moveTo>
                  <a:pt x="8836" y="1310"/>
                </a:moveTo>
                <a:cubicBezTo>
                  <a:pt x="9027" y="1310"/>
                  <a:pt x="9169" y="1453"/>
                  <a:pt x="9169" y="1620"/>
                </a:cubicBezTo>
                <a:cubicBezTo>
                  <a:pt x="9169" y="1810"/>
                  <a:pt x="9027" y="1953"/>
                  <a:pt x="8836" y="1953"/>
                </a:cubicBezTo>
                <a:cubicBezTo>
                  <a:pt x="8645" y="1953"/>
                  <a:pt x="8503" y="1810"/>
                  <a:pt x="8503" y="1620"/>
                </a:cubicBezTo>
                <a:cubicBezTo>
                  <a:pt x="8503" y="1453"/>
                  <a:pt x="8645" y="1310"/>
                  <a:pt x="8836" y="1310"/>
                </a:cubicBezTo>
                <a:close/>
                <a:moveTo>
                  <a:pt x="977" y="3906"/>
                </a:moveTo>
                <a:cubicBezTo>
                  <a:pt x="1168" y="3906"/>
                  <a:pt x="1311" y="4049"/>
                  <a:pt x="1311" y="4215"/>
                </a:cubicBezTo>
                <a:cubicBezTo>
                  <a:pt x="1311" y="4406"/>
                  <a:pt x="1168" y="4549"/>
                  <a:pt x="977" y="4549"/>
                </a:cubicBezTo>
                <a:cubicBezTo>
                  <a:pt x="811" y="4549"/>
                  <a:pt x="668" y="4406"/>
                  <a:pt x="668" y="4215"/>
                </a:cubicBezTo>
                <a:cubicBezTo>
                  <a:pt x="668" y="4049"/>
                  <a:pt x="811" y="3906"/>
                  <a:pt x="977" y="3906"/>
                </a:cubicBezTo>
                <a:close/>
                <a:moveTo>
                  <a:pt x="10146" y="3906"/>
                </a:moveTo>
                <a:cubicBezTo>
                  <a:pt x="10312" y="3906"/>
                  <a:pt x="10455" y="4049"/>
                  <a:pt x="10455" y="4215"/>
                </a:cubicBezTo>
                <a:cubicBezTo>
                  <a:pt x="10455" y="4406"/>
                  <a:pt x="10312" y="4549"/>
                  <a:pt x="10146" y="4549"/>
                </a:cubicBezTo>
                <a:cubicBezTo>
                  <a:pt x="9955" y="4549"/>
                  <a:pt x="9812" y="4406"/>
                  <a:pt x="9812" y="4215"/>
                </a:cubicBezTo>
                <a:cubicBezTo>
                  <a:pt x="9812" y="4049"/>
                  <a:pt x="9955" y="3906"/>
                  <a:pt x="10146" y="3906"/>
                </a:cubicBezTo>
                <a:close/>
                <a:moveTo>
                  <a:pt x="5573" y="5192"/>
                </a:moveTo>
                <a:cubicBezTo>
                  <a:pt x="7788" y="5192"/>
                  <a:pt x="9622" y="6930"/>
                  <a:pt x="9789" y="9097"/>
                </a:cubicBezTo>
                <a:lnTo>
                  <a:pt x="1334" y="9097"/>
                </a:lnTo>
                <a:cubicBezTo>
                  <a:pt x="1501" y="6930"/>
                  <a:pt x="3335" y="5192"/>
                  <a:pt x="5573" y="5192"/>
                </a:cubicBezTo>
                <a:close/>
                <a:moveTo>
                  <a:pt x="5550" y="0"/>
                </a:moveTo>
                <a:cubicBezTo>
                  <a:pt x="5026" y="0"/>
                  <a:pt x="4597" y="429"/>
                  <a:pt x="4597" y="977"/>
                </a:cubicBezTo>
                <a:cubicBezTo>
                  <a:pt x="4597" y="1405"/>
                  <a:pt x="4859" y="1762"/>
                  <a:pt x="5240" y="1905"/>
                </a:cubicBezTo>
                <a:lnTo>
                  <a:pt x="5240" y="4573"/>
                </a:lnTo>
                <a:cubicBezTo>
                  <a:pt x="4883" y="4596"/>
                  <a:pt x="4549" y="4644"/>
                  <a:pt x="4216" y="4739"/>
                </a:cubicBezTo>
                <a:lnTo>
                  <a:pt x="2978" y="2310"/>
                </a:lnTo>
                <a:cubicBezTo>
                  <a:pt x="3168" y="2120"/>
                  <a:pt x="3263" y="1882"/>
                  <a:pt x="3263" y="1620"/>
                </a:cubicBezTo>
                <a:cubicBezTo>
                  <a:pt x="3263" y="1096"/>
                  <a:pt x="2835" y="643"/>
                  <a:pt x="2287" y="643"/>
                </a:cubicBezTo>
                <a:cubicBezTo>
                  <a:pt x="1739" y="643"/>
                  <a:pt x="1311" y="1096"/>
                  <a:pt x="1311" y="1620"/>
                </a:cubicBezTo>
                <a:cubicBezTo>
                  <a:pt x="1311" y="2167"/>
                  <a:pt x="1739" y="2596"/>
                  <a:pt x="2287" y="2596"/>
                </a:cubicBezTo>
                <a:lnTo>
                  <a:pt x="2406" y="2596"/>
                </a:lnTo>
                <a:lnTo>
                  <a:pt x="3597" y="4954"/>
                </a:lnTo>
                <a:cubicBezTo>
                  <a:pt x="3192" y="5144"/>
                  <a:pt x="2835" y="5358"/>
                  <a:pt x="2501" y="5620"/>
                </a:cubicBezTo>
                <a:lnTo>
                  <a:pt x="1811" y="4739"/>
                </a:lnTo>
                <a:cubicBezTo>
                  <a:pt x="1906" y="4596"/>
                  <a:pt x="1954" y="4406"/>
                  <a:pt x="1954" y="4215"/>
                </a:cubicBezTo>
                <a:cubicBezTo>
                  <a:pt x="1954" y="3691"/>
                  <a:pt x="1525" y="3239"/>
                  <a:pt x="977" y="3239"/>
                </a:cubicBezTo>
                <a:cubicBezTo>
                  <a:pt x="453" y="3239"/>
                  <a:pt x="1" y="3691"/>
                  <a:pt x="1" y="4215"/>
                </a:cubicBezTo>
                <a:cubicBezTo>
                  <a:pt x="1" y="4763"/>
                  <a:pt x="453" y="5192"/>
                  <a:pt x="977" y="5192"/>
                </a:cubicBezTo>
                <a:cubicBezTo>
                  <a:pt x="1096" y="5192"/>
                  <a:pt x="1215" y="5192"/>
                  <a:pt x="1311" y="5144"/>
                </a:cubicBezTo>
                <a:lnTo>
                  <a:pt x="2025" y="6049"/>
                </a:lnTo>
                <a:cubicBezTo>
                  <a:pt x="1263" y="6859"/>
                  <a:pt x="739" y="7930"/>
                  <a:pt x="668" y="9097"/>
                </a:cubicBezTo>
                <a:lnTo>
                  <a:pt x="1" y="9097"/>
                </a:lnTo>
                <a:lnTo>
                  <a:pt x="1" y="9764"/>
                </a:lnTo>
                <a:lnTo>
                  <a:pt x="11122" y="9764"/>
                </a:lnTo>
                <a:lnTo>
                  <a:pt x="11122" y="9097"/>
                </a:lnTo>
                <a:lnTo>
                  <a:pt x="10455" y="9097"/>
                </a:lnTo>
                <a:cubicBezTo>
                  <a:pt x="10360" y="7930"/>
                  <a:pt x="9860" y="6859"/>
                  <a:pt x="9098" y="6049"/>
                </a:cubicBezTo>
                <a:lnTo>
                  <a:pt x="9812" y="5144"/>
                </a:lnTo>
                <a:cubicBezTo>
                  <a:pt x="9908" y="5192"/>
                  <a:pt x="10027" y="5192"/>
                  <a:pt x="10146" y="5192"/>
                </a:cubicBezTo>
                <a:cubicBezTo>
                  <a:pt x="10670" y="5192"/>
                  <a:pt x="11122" y="4763"/>
                  <a:pt x="11122" y="4215"/>
                </a:cubicBezTo>
                <a:cubicBezTo>
                  <a:pt x="11122" y="3691"/>
                  <a:pt x="10670" y="3239"/>
                  <a:pt x="10146" y="3239"/>
                </a:cubicBezTo>
                <a:cubicBezTo>
                  <a:pt x="9598" y="3239"/>
                  <a:pt x="9169" y="3691"/>
                  <a:pt x="9169" y="4215"/>
                </a:cubicBezTo>
                <a:cubicBezTo>
                  <a:pt x="9169" y="4406"/>
                  <a:pt x="9217" y="4596"/>
                  <a:pt x="9312" y="4739"/>
                </a:cubicBezTo>
                <a:lnTo>
                  <a:pt x="8622" y="5620"/>
                </a:lnTo>
                <a:cubicBezTo>
                  <a:pt x="8288" y="5358"/>
                  <a:pt x="7907" y="5144"/>
                  <a:pt x="7526" y="4954"/>
                </a:cubicBezTo>
                <a:lnTo>
                  <a:pt x="8717" y="2596"/>
                </a:lnTo>
                <a:lnTo>
                  <a:pt x="8836" y="2596"/>
                </a:lnTo>
                <a:cubicBezTo>
                  <a:pt x="9384" y="2596"/>
                  <a:pt x="9812" y="2167"/>
                  <a:pt x="9812" y="1620"/>
                </a:cubicBezTo>
                <a:cubicBezTo>
                  <a:pt x="9812" y="1096"/>
                  <a:pt x="9384" y="643"/>
                  <a:pt x="8836" y="643"/>
                </a:cubicBezTo>
                <a:cubicBezTo>
                  <a:pt x="8288" y="643"/>
                  <a:pt x="7860" y="1096"/>
                  <a:pt x="7860" y="1620"/>
                </a:cubicBezTo>
                <a:cubicBezTo>
                  <a:pt x="7860" y="1882"/>
                  <a:pt x="7955" y="2120"/>
                  <a:pt x="8122" y="2310"/>
                </a:cubicBezTo>
                <a:lnTo>
                  <a:pt x="6907" y="4739"/>
                </a:lnTo>
                <a:cubicBezTo>
                  <a:pt x="6574" y="4644"/>
                  <a:pt x="6240" y="4596"/>
                  <a:pt x="5883" y="4573"/>
                </a:cubicBezTo>
                <a:lnTo>
                  <a:pt x="5883" y="1905"/>
                </a:lnTo>
                <a:cubicBezTo>
                  <a:pt x="6264" y="1762"/>
                  <a:pt x="6526" y="1405"/>
                  <a:pt x="6526" y="977"/>
                </a:cubicBezTo>
                <a:cubicBezTo>
                  <a:pt x="6526" y="429"/>
                  <a:pt x="6097" y="0"/>
                  <a:pt x="555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30" name="Google Shape;730;p72"/>
          <p:cNvGrpSpPr/>
          <p:nvPr/>
        </p:nvGrpSpPr>
        <p:grpSpPr>
          <a:xfrm>
            <a:off x="1508000" y="1691286"/>
            <a:ext cx="416955" cy="416912"/>
            <a:chOff x="962075" y="3606150"/>
            <a:chExt cx="211975" cy="211975"/>
          </a:xfrm>
        </p:grpSpPr>
        <p:sp>
          <p:nvSpPr>
            <p:cNvPr id="731" name="Google Shape;731;p72"/>
            <p:cNvSpPr/>
            <p:nvPr/>
          </p:nvSpPr>
          <p:spPr>
            <a:xfrm>
              <a:off x="1062100" y="3631150"/>
              <a:ext cx="86950" cy="136975"/>
            </a:xfrm>
            <a:custGeom>
              <a:rect b="b" l="l" r="r" t="t"/>
              <a:pathLst>
                <a:path extrusionOk="0" h="5479" w="3478">
                  <a:moveTo>
                    <a:pt x="1739" y="1"/>
                  </a:moveTo>
                  <a:cubicBezTo>
                    <a:pt x="786" y="1"/>
                    <a:pt x="0" y="787"/>
                    <a:pt x="0" y="1763"/>
                  </a:cubicBezTo>
                  <a:lnTo>
                    <a:pt x="0" y="2501"/>
                  </a:lnTo>
                  <a:lnTo>
                    <a:pt x="500" y="2501"/>
                  </a:lnTo>
                  <a:cubicBezTo>
                    <a:pt x="786" y="2501"/>
                    <a:pt x="1000" y="2716"/>
                    <a:pt x="1000" y="3001"/>
                  </a:cubicBezTo>
                  <a:cubicBezTo>
                    <a:pt x="1000" y="3263"/>
                    <a:pt x="786" y="3501"/>
                    <a:pt x="500" y="3501"/>
                  </a:cubicBezTo>
                  <a:lnTo>
                    <a:pt x="262" y="3501"/>
                  </a:lnTo>
                  <a:lnTo>
                    <a:pt x="262" y="4002"/>
                  </a:lnTo>
                  <a:lnTo>
                    <a:pt x="500" y="4002"/>
                  </a:lnTo>
                  <a:cubicBezTo>
                    <a:pt x="1048" y="4002"/>
                    <a:pt x="1501" y="3549"/>
                    <a:pt x="1501" y="3001"/>
                  </a:cubicBezTo>
                  <a:cubicBezTo>
                    <a:pt x="1501" y="2454"/>
                    <a:pt x="1048" y="2001"/>
                    <a:pt x="500" y="2001"/>
                  </a:cubicBezTo>
                  <a:lnTo>
                    <a:pt x="500" y="1763"/>
                  </a:lnTo>
                  <a:cubicBezTo>
                    <a:pt x="500" y="1049"/>
                    <a:pt x="1048" y="501"/>
                    <a:pt x="1739" y="501"/>
                  </a:cubicBezTo>
                  <a:cubicBezTo>
                    <a:pt x="2429" y="501"/>
                    <a:pt x="2977" y="1049"/>
                    <a:pt x="2977" y="1763"/>
                  </a:cubicBezTo>
                  <a:lnTo>
                    <a:pt x="2977" y="2382"/>
                  </a:lnTo>
                  <a:cubicBezTo>
                    <a:pt x="2977" y="2501"/>
                    <a:pt x="2929" y="2620"/>
                    <a:pt x="2810" y="2692"/>
                  </a:cubicBezTo>
                  <a:cubicBezTo>
                    <a:pt x="2763" y="2739"/>
                    <a:pt x="1643" y="3311"/>
                    <a:pt x="1405" y="4716"/>
                  </a:cubicBezTo>
                  <a:cubicBezTo>
                    <a:pt x="1381" y="4883"/>
                    <a:pt x="1239" y="4978"/>
                    <a:pt x="1096" y="4978"/>
                  </a:cubicBezTo>
                  <a:lnTo>
                    <a:pt x="500" y="4978"/>
                  </a:lnTo>
                  <a:lnTo>
                    <a:pt x="500" y="5478"/>
                  </a:lnTo>
                  <a:lnTo>
                    <a:pt x="1096" y="5478"/>
                  </a:lnTo>
                  <a:cubicBezTo>
                    <a:pt x="1477" y="5478"/>
                    <a:pt x="1834" y="5192"/>
                    <a:pt x="1882" y="4811"/>
                  </a:cubicBezTo>
                  <a:cubicBezTo>
                    <a:pt x="2096" y="3621"/>
                    <a:pt x="3025" y="3168"/>
                    <a:pt x="3096" y="3097"/>
                  </a:cubicBezTo>
                  <a:cubicBezTo>
                    <a:pt x="3334" y="2930"/>
                    <a:pt x="3477" y="2668"/>
                    <a:pt x="3477" y="2382"/>
                  </a:cubicBezTo>
                  <a:lnTo>
                    <a:pt x="3477" y="1763"/>
                  </a:lnTo>
                  <a:cubicBezTo>
                    <a:pt x="3477" y="787"/>
                    <a:pt x="2715" y="1"/>
                    <a:pt x="173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72"/>
            <p:cNvSpPr/>
            <p:nvPr/>
          </p:nvSpPr>
          <p:spPr>
            <a:xfrm>
              <a:off x="962075" y="3606150"/>
              <a:ext cx="211975" cy="211975"/>
            </a:xfrm>
            <a:custGeom>
              <a:rect b="b" l="l" r="r" t="t"/>
              <a:pathLst>
                <a:path extrusionOk="0" h="8479" w="8479">
                  <a:moveTo>
                    <a:pt x="739" y="501"/>
                  </a:moveTo>
                  <a:cubicBezTo>
                    <a:pt x="882" y="501"/>
                    <a:pt x="1001" y="620"/>
                    <a:pt x="1001" y="739"/>
                  </a:cubicBezTo>
                  <a:cubicBezTo>
                    <a:pt x="1001" y="882"/>
                    <a:pt x="882" y="1001"/>
                    <a:pt x="739" y="1001"/>
                  </a:cubicBezTo>
                  <a:cubicBezTo>
                    <a:pt x="596" y="1001"/>
                    <a:pt x="501" y="882"/>
                    <a:pt x="501" y="739"/>
                  </a:cubicBezTo>
                  <a:cubicBezTo>
                    <a:pt x="501" y="620"/>
                    <a:pt x="596" y="501"/>
                    <a:pt x="739" y="501"/>
                  </a:cubicBezTo>
                  <a:close/>
                  <a:moveTo>
                    <a:pt x="739" y="4001"/>
                  </a:moveTo>
                  <a:cubicBezTo>
                    <a:pt x="882" y="4001"/>
                    <a:pt x="1001" y="4097"/>
                    <a:pt x="1001" y="4240"/>
                  </a:cubicBezTo>
                  <a:cubicBezTo>
                    <a:pt x="1001" y="4382"/>
                    <a:pt x="882" y="4501"/>
                    <a:pt x="739" y="4501"/>
                  </a:cubicBezTo>
                  <a:cubicBezTo>
                    <a:pt x="596" y="4501"/>
                    <a:pt x="501" y="4382"/>
                    <a:pt x="501" y="4240"/>
                  </a:cubicBezTo>
                  <a:cubicBezTo>
                    <a:pt x="501" y="4097"/>
                    <a:pt x="596" y="4001"/>
                    <a:pt x="739" y="4001"/>
                  </a:cubicBezTo>
                  <a:close/>
                  <a:moveTo>
                    <a:pt x="739" y="7502"/>
                  </a:moveTo>
                  <a:cubicBezTo>
                    <a:pt x="882" y="7502"/>
                    <a:pt x="1001" y="7597"/>
                    <a:pt x="1001" y="7740"/>
                  </a:cubicBezTo>
                  <a:cubicBezTo>
                    <a:pt x="1001" y="7883"/>
                    <a:pt x="882" y="7978"/>
                    <a:pt x="739" y="7978"/>
                  </a:cubicBezTo>
                  <a:cubicBezTo>
                    <a:pt x="596" y="7978"/>
                    <a:pt x="501" y="7883"/>
                    <a:pt x="501" y="7740"/>
                  </a:cubicBezTo>
                  <a:cubicBezTo>
                    <a:pt x="501" y="7597"/>
                    <a:pt x="596" y="7502"/>
                    <a:pt x="739" y="7502"/>
                  </a:cubicBezTo>
                  <a:close/>
                  <a:moveTo>
                    <a:pt x="5740" y="501"/>
                  </a:moveTo>
                  <a:cubicBezTo>
                    <a:pt x="6978" y="501"/>
                    <a:pt x="7978" y="1501"/>
                    <a:pt x="7978" y="2763"/>
                  </a:cubicBezTo>
                  <a:lnTo>
                    <a:pt x="7978" y="3382"/>
                  </a:lnTo>
                  <a:cubicBezTo>
                    <a:pt x="7978" y="3835"/>
                    <a:pt x="7764" y="4263"/>
                    <a:pt x="7383" y="4525"/>
                  </a:cubicBezTo>
                  <a:cubicBezTo>
                    <a:pt x="7311" y="4573"/>
                    <a:pt x="6549" y="4930"/>
                    <a:pt x="6383" y="5883"/>
                  </a:cubicBezTo>
                  <a:lnTo>
                    <a:pt x="6216" y="6859"/>
                  </a:lnTo>
                  <a:cubicBezTo>
                    <a:pt x="6121" y="7502"/>
                    <a:pt x="5549" y="7978"/>
                    <a:pt x="4882" y="7978"/>
                  </a:cubicBezTo>
                  <a:cubicBezTo>
                    <a:pt x="4120" y="7978"/>
                    <a:pt x="3501" y="7359"/>
                    <a:pt x="3501" y="6597"/>
                  </a:cubicBezTo>
                  <a:lnTo>
                    <a:pt x="3501" y="2763"/>
                  </a:lnTo>
                  <a:cubicBezTo>
                    <a:pt x="3501" y="1501"/>
                    <a:pt x="4501" y="501"/>
                    <a:pt x="5740" y="501"/>
                  </a:cubicBezTo>
                  <a:close/>
                  <a:moveTo>
                    <a:pt x="739" y="1"/>
                  </a:moveTo>
                  <a:cubicBezTo>
                    <a:pt x="334" y="1"/>
                    <a:pt x="0" y="334"/>
                    <a:pt x="0" y="739"/>
                  </a:cubicBezTo>
                  <a:cubicBezTo>
                    <a:pt x="0" y="1167"/>
                    <a:pt x="334" y="1501"/>
                    <a:pt x="739" y="1501"/>
                  </a:cubicBezTo>
                  <a:cubicBezTo>
                    <a:pt x="953" y="1501"/>
                    <a:pt x="1120" y="1406"/>
                    <a:pt x="1263" y="1287"/>
                  </a:cubicBezTo>
                  <a:lnTo>
                    <a:pt x="3072" y="2168"/>
                  </a:lnTo>
                  <a:cubicBezTo>
                    <a:pt x="3025" y="2358"/>
                    <a:pt x="3001" y="2549"/>
                    <a:pt x="3001" y="2763"/>
                  </a:cubicBezTo>
                  <a:lnTo>
                    <a:pt x="3001" y="4240"/>
                  </a:lnTo>
                  <a:lnTo>
                    <a:pt x="1477" y="4240"/>
                  </a:lnTo>
                  <a:cubicBezTo>
                    <a:pt x="1477" y="3835"/>
                    <a:pt x="1144" y="3501"/>
                    <a:pt x="739" y="3501"/>
                  </a:cubicBezTo>
                  <a:cubicBezTo>
                    <a:pt x="334" y="3501"/>
                    <a:pt x="0" y="3835"/>
                    <a:pt x="0" y="4240"/>
                  </a:cubicBezTo>
                  <a:cubicBezTo>
                    <a:pt x="0" y="4644"/>
                    <a:pt x="334" y="5002"/>
                    <a:pt x="739" y="5002"/>
                  </a:cubicBezTo>
                  <a:cubicBezTo>
                    <a:pt x="953" y="5002"/>
                    <a:pt x="1167" y="4883"/>
                    <a:pt x="1286" y="4740"/>
                  </a:cubicBezTo>
                  <a:lnTo>
                    <a:pt x="3001" y="4740"/>
                  </a:lnTo>
                  <a:lnTo>
                    <a:pt x="3001" y="6597"/>
                  </a:lnTo>
                  <a:cubicBezTo>
                    <a:pt x="3001" y="6692"/>
                    <a:pt x="3025" y="6764"/>
                    <a:pt x="3025" y="6835"/>
                  </a:cubicBezTo>
                  <a:lnTo>
                    <a:pt x="1358" y="7312"/>
                  </a:lnTo>
                  <a:cubicBezTo>
                    <a:pt x="1215" y="7121"/>
                    <a:pt x="1001" y="7002"/>
                    <a:pt x="739" y="7002"/>
                  </a:cubicBezTo>
                  <a:cubicBezTo>
                    <a:pt x="334" y="7002"/>
                    <a:pt x="0" y="7335"/>
                    <a:pt x="0" y="7740"/>
                  </a:cubicBezTo>
                  <a:cubicBezTo>
                    <a:pt x="0" y="8145"/>
                    <a:pt x="334" y="8478"/>
                    <a:pt x="739" y="8478"/>
                  </a:cubicBezTo>
                  <a:cubicBezTo>
                    <a:pt x="1144" y="8478"/>
                    <a:pt x="1453" y="8169"/>
                    <a:pt x="1477" y="7788"/>
                  </a:cubicBezTo>
                  <a:lnTo>
                    <a:pt x="3144" y="7312"/>
                  </a:lnTo>
                  <a:cubicBezTo>
                    <a:pt x="3430" y="8002"/>
                    <a:pt x="4097" y="8478"/>
                    <a:pt x="4882" y="8478"/>
                  </a:cubicBezTo>
                  <a:cubicBezTo>
                    <a:pt x="5787" y="8478"/>
                    <a:pt x="6573" y="7835"/>
                    <a:pt x="6716" y="6931"/>
                  </a:cubicBezTo>
                  <a:lnTo>
                    <a:pt x="6859" y="5978"/>
                  </a:lnTo>
                  <a:cubicBezTo>
                    <a:pt x="7002" y="5240"/>
                    <a:pt x="7573" y="5002"/>
                    <a:pt x="7645" y="4930"/>
                  </a:cubicBezTo>
                  <a:cubicBezTo>
                    <a:pt x="8169" y="4573"/>
                    <a:pt x="8478" y="4001"/>
                    <a:pt x="8478" y="3382"/>
                  </a:cubicBezTo>
                  <a:lnTo>
                    <a:pt x="8478" y="2763"/>
                  </a:lnTo>
                  <a:cubicBezTo>
                    <a:pt x="8478" y="1239"/>
                    <a:pt x="7264" y="1"/>
                    <a:pt x="5740" y="1"/>
                  </a:cubicBezTo>
                  <a:cubicBezTo>
                    <a:pt x="4620" y="1"/>
                    <a:pt x="3644" y="691"/>
                    <a:pt x="3215" y="1691"/>
                  </a:cubicBezTo>
                  <a:lnTo>
                    <a:pt x="1477" y="834"/>
                  </a:lnTo>
                  <a:cubicBezTo>
                    <a:pt x="1477" y="810"/>
                    <a:pt x="1477" y="786"/>
                    <a:pt x="1477" y="739"/>
                  </a:cubicBezTo>
                  <a:cubicBezTo>
                    <a:pt x="1477" y="334"/>
                    <a:pt x="1144" y="1"/>
                    <a:pt x="73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33" name="Google Shape;733;p72"/>
          <p:cNvSpPr/>
          <p:nvPr/>
        </p:nvSpPr>
        <p:spPr>
          <a:xfrm>
            <a:off x="1507999" y="2752419"/>
            <a:ext cx="416957" cy="418066"/>
          </a:xfrm>
          <a:custGeom>
            <a:rect b="b" l="l" r="r" t="t"/>
            <a:pathLst>
              <a:path extrusionOk="0" h="9051" w="9027">
                <a:moveTo>
                  <a:pt x="8240" y="3740"/>
                </a:moveTo>
                <a:cubicBezTo>
                  <a:pt x="8383" y="3740"/>
                  <a:pt x="8502" y="3859"/>
                  <a:pt x="8502" y="4002"/>
                </a:cubicBezTo>
                <a:cubicBezTo>
                  <a:pt x="8502" y="4144"/>
                  <a:pt x="8383" y="4264"/>
                  <a:pt x="8240" y="4264"/>
                </a:cubicBezTo>
                <a:cubicBezTo>
                  <a:pt x="8097" y="4264"/>
                  <a:pt x="7978" y="4144"/>
                  <a:pt x="7978" y="4002"/>
                </a:cubicBezTo>
                <a:cubicBezTo>
                  <a:pt x="7978" y="3859"/>
                  <a:pt x="8097" y="3740"/>
                  <a:pt x="8240" y="3740"/>
                </a:cubicBezTo>
                <a:close/>
                <a:moveTo>
                  <a:pt x="8240" y="5859"/>
                </a:moveTo>
                <a:cubicBezTo>
                  <a:pt x="8383" y="5859"/>
                  <a:pt x="8502" y="5978"/>
                  <a:pt x="8502" y="6121"/>
                </a:cubicBezTo>
                <a:cubicBezTo>
                  <a:pt x="8502" y="6264"/>
                  <a:pt x="8383" y="6383"/>
                  <a:pt x="8240" y="6383"/>
                </a:cubicBezTo>
                <a:cubicBezTo>
                  <a:pt x="8097" y="6383"/>
                  <a:pt x="7978" y="6264"/>
                  <a:pt x="7978" y="6121"/>
                </a:cubicBezTo>
                <a:cubicBezTo>
                  <a:pt x="7978" y="5978"/>
                  <a:pt x="8097" y="5859"/>
                  <a:pt x="8240" y="5859"/>
                </a:cubicBezTo>
                <a:close/>
                <a:moveTo>
                  <a:pt x="3168" y="549"/>
                </a:moveTo>
                <a:lnTo>
                  <a:pt x="3168" y="4264"/>
                </a:lnTo>
                <a:lnTo>
                  <a:pt x="3692" y="4264"/>
                </a:lnTo>
                <a:lnTo>
                  <a:pt x="3692" y="1072"/>
                </a:lnTo>
                <a:lnTo>
                  <a:pt x="4240" y="1072"/>
                </a:lnTo>
                <a:lnTo>
                  <a:pt x="4240" y="4264"/>
                </a:lnTo>
                <a:lnTo>
                  <a:pt x="4763" y="4264"/>
                </a:lnTo>
                <a:lnTo>
                  <a:pt x="4763" y="2120"/>
                </a:lnTo>
                <a:lnTo>
                  <a:pt x="5287" y="2120"/>
                </a:lnTo>
                <a:lnTo>
                  <a:pt x="5287" y="6073"/>
                </a:lnTo>
                <a:lnTo>
                  <a:pt x="4763" y="7669"/>
                </a:lnTo>
                <a:lnTo>
                  <a:pt x="4763" y="8526"/>
                </a:lnTo>
                <a:lnTo>
                  <a:pt x="1572" y="8526"/>
                </a:lnTo>
                <a:lnTo>
                  <a:pt x="1572" y="7598"/>
                </a:lnTo>
                <a:lnTo>
                  <a:pt x="524" y="6550"/>
                </a:lnTo>
                <a:lnTo>
                  <a:pt x="524" y="3787"/>
                </a:lnTo>
                <a:cubicBezTo>
                  <a:pt x="834" y="3883"/>
                  <a:pt x="1048" y="4192"/>
                  <a:pt x="1048" y="4526"/>
                </a:cubicBezTo>
                <a:lnTo>
                  <a:pt x="1048" y="5335"/>
                </a:lnTo>
                <a:lnTo>
                  <a:pt x="1310" y="5335"/>
                </a:lnTo>
                <a:cubicBezTo>
                  <a:pt x="2049" y="5335"/>
                  <a:pt x="2644" y="5931"/>
                  <a:pt x="2644" y="6645"/>
                </a:cubicBezTo>
                <a:lnTo>
                  <a:pt x="3168" y="6645"/>
                </a:lnTo>
                <a:cubicBezTo>
                  <a:pt x="3168" y="5716"/>
                  <a:pt x="2477" y="4954"/>
                  <a:pt x="1572" y="4811"/>
                </a:cubicBezTo>
                <a:lnTo>
                  <a:pt x="1572" y="1072"/>
                </a:lnTo>
                <a:lnTo>
                  <a:pt x="2120" y="1072"/>
                </a:lnTo>
                <a:lnTo>
                  <a:pt x="2120" y="4264"/>
                </a:lnTo>
                <a:lnTo>
                  <a:pt x="2644" y="4264"/>
                </a:lnTo>
                <a:lnTo>
                  <a:pt x="2644" y="549"/>
                </a:lnTo>
                <a:close/>
                <a:moveTo>
                  <a:pt x="8240" y="7979"/>
                </a:moveTo>
                <a:cubicBezTo>
                  <a:pt x="8383" y="7979"/>
                  <a:pt x="8502" y="8098"/>
                  <a:pt x="8502" y="8241"/>
                </a:cubicBezTo>
                <a:cubicBezTo>
                  <a:pt x="8502" y="8383"/>
                  <a:pt x="8383" y="8526"/>
                  <a:pt x="8240" y="8526"/>
                </a:cubicBezTo>
                <a:cubicBezTo>
                  <a:pt x="8097" y="8526"/>
                  <a:pt x="7978" y="8383"/>
                  <a:pt x="7978" y="8241"/>
                </a:cubicBezTo>
                <a:cubicBezTo>
                  <a:pt x="7978" y="8098"/>
                  <a:pt x="8097" y="7979"/>
                  <a:pt x="8240" y="7979"/>
                </a:cubicBezTo>
                <a:close/>
                <a:moveTo>
                  <a:pt x="2120" y="1"/>
                </a:moveTo>
                <a:lnTo>
                  <a:pt x="2120" y="549"/>
                </a:lnTo>
                <a:lnTo>
                  <a:pt x="1048" y="549"/>
                </a:lnTo>
                <a:lnTo>
                  <a:pt x="1048" y="3478"/>
                </a:lnTo>
                <a:cubicBezTo>
                  <a:pt x="834" y="3311"/>
                  <a:pt x="548" y="3216"/>
                  <a:pt x="263" y="3216"/>
                </a:cubicBezTo>
                <a:lnTo>
                  <a:pt x="1" y="3216"/>
                </a:lnTo>
                <a:lnTo>
                  <a:pt x="1" y="6764"/>
                </a:lnTo>
                <a:lnTo>
                  <a:pt x="1048" y="7812"/>
                </a:lnTo>
                <a:lnTo>
                  <a:pt x="1048" y="9050"/>
                </a:lnTo>
                <a:lnTo>
                  <a:pt x="5287" y="9050"/>
                </a:lnTo>
                <a:lnTo>
                  <a:pt x="5287" y="8098"/>
                </a:lnTo>
                <a:lnTo>
                  <a:pt x="7455" y="8407"/>
                </a:lnTo>
                <a:cubicBezTo>
                  <a:pt x="7526" y="8764"/>
                  <a:pt x="7859" y="9050"/>
                  <a:pt x="8240" y="9050"/>
                </a:cubicBezTo>
                <a:cubicBezTo>
                  <a:pt x="8693" y="9050"/>
                  <a:pt x="9026" y="8669"/>
                  <a:pt x="9026" y="8241"/>
                </a:cubicBezTo>
                <a:cubicBezTo>
                  <a:pt x="9026" y="7812"/>
                  <a:pt x="8669" y="7455"/>
                  <a:pt x="8240" y="7455"/>
                </a:cubicBezTo>
                <a:cubicBezTo>
                  <a:pt x="7931" y="7455"/>
                  <a:pt x="7669" y="7621"/>
                  <a:pt x="7550" y="7883"/>
                </a:cubicBezTo>
                <a:lnTo>
                  <a:pt x="5359" y="7574"/>
                </a:lnTo>
                <a:lnTo>
                  <a:pt x="5740" y="6383"/>
                </a:lnTo>
                <a:lnTo>
                  <a:pt x="7502" y="6383"/>
                </a:lnTo>
                <a:cubicBezTo>
                  <a:pt x="7597" y="6693"/>
                  <a:pt x="7907" y="6907"/>
                  <a:pt x="8240" y="6907"/>
                </a:cubicBezTo>
                <a:cubicBezTo>
                  <a:pt x="8669" y="6907"/>
                  <a:pt x="9026" y="6550"/>
                  <a:pt x="9026" y="6121"/>
                </a:cubicBezTo>
                <a:cubicBezTo>
                  <a:pt x="9026" y="5692"/>
                  <a:pt x="8669" y="5335"/>
                  <a:pt x="8240" y="5335"/>
                </a:cubicBezTo>
                <a:cubicBezTo>
                  <a:pt x="7907" y="5335"/>
                  <a:pt x="7597" y="5550"/>
                  <a:pt x="7502" y="5859"/>
                </a:cubicBezTo>
                <a:lnTo>
                  <a:pt x="5811" y="5859"/>
                </a:lnTo>
                <a:lnTo>
                  <a:pt x="5811" y="4740"/>
                </a:lnTo>
                <a:lnTo>
                  <a:pt x="7550" y="4406"/>
                </a:lnTo>
                <a:cubicBezTo>
                  <a:pt x="7693" y="4645"/>
                  <a:pt x="7955" y="4787"/>
                  <a:pt x="8240" y="4787"/>
                </a:cubicBezTo>
                <a:cubicBezTo>
                  <a:pt x="8669" y="4787"/>
                  <a:pt x="9026" y="4430"/>
                  <a:pt x="9026" y="4002"/>
                </a:cubicBezTo>
                <a:cubicBezTo>
                  <a:pt x="9026" y="3573"/>
                  <a:pt x="8669" y="3216"/>
                  <a:pt x="8240" y="3216"/>
                </a:cubicBezTo>
                <a:cubicBezTo>
                  <a:pt x="7836" y="3216"/>
                  <a:pt x="7502" y="3502"/>
                  <a:pt x="7455" y="3883"/>
                </a:cubicBezTo>
                <a:lnTo>
                  <a:pt x="5811" y="4216"/>
                </a:lnTo>
                <a:lnTo>
                  <a:pt x="5811" y="1596"/>
                </a:lnTo>
                <a:lnTo>
                  <a:pt x="4763" y="1596"/>
                </a:lnTo>
                <a:lnTo>
                  <a:pt x="4763" y="549"/>
                </a:lnTo>
                <a:lnTo>
                  <a:pt x="3692" y="549"/>
                </a:lnTo>
                <a:lnTo>
                  <a:pt x="3692"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72"/>
          <p:cNvSpPr txBox="1"/>
          <p:nvPr>
            <p:ph idx="5" type="title"/>
          </p:nvPr>
        </p:nvSpPr>
        <p:spPr>
          <a:xfrm>
            <a:off x="2077027" y="3635876"/>
            <a:ext cx="1815000" cy="487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MARS</a:t>
            </a:r>
            <a:endParaRPr/>
          </a:p>
        </p:txBody>
      </p:sp>
      <p:sp>
        <p:nvSpPr>
          <p:cNvPr id="735" name="Google Shape;735;p72"/>
          <p:cNvSpPr txBox="1"/>
          <p:nvPr>
            <p:ph idx="6" type="subTitle"/>
          </p:nvPr>
        </p:nvSpPr>
        <p:spPr>
          <a:xfrm>
            <a:off x="2077350" y="4180701"/>
            <a:ext cx="5908800" cy="41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Despite being red, Mars is a cold place. It’s full of iron oxide dust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725"/>
                                        </p:tgtEl>
                                        <p:attrNameLst>
                                          <p:attrName>style.visibility</p:attrName>
                                        </p:attrNameLst>
                                      </p:cBhvr>
                                      <p:to>
                                        <p:strVal val="visible"/>
                                      </p:to>
                                    </p:set>
                                    <p:anim calcmode="lin" valueType="num">
                                      <p:cBhvr additive="base">
                                        <p:cTn dur="1000"/>
                                        <p:tgtEl>
                                          <p:spTgt spid="725"/>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727"/>
                                        </p:tgtEl>
                                        <p:attrNameLst>
                                          <p:attrName>style.visibility</p:attrName>
                                        </p:attrNameLst>
                                      </p:cBhvr>
                                      <p:to>
                                        <p:strVal val="visible"/>
                                      </p:to>
                                    </p:set>
                                    <p:anim calcmode="lin" valueType="num">
                                      <p:cBhvr additive="base">
                                        <p:cTn dur="1000"/>
                                        <p:tgtEl>
                                          <p:spTgt spid="727"/>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734"/>
                                        </p:tgtEl>
                                        <p:attrNameLst>
                                          <p:attrName>style.visibility</p:attrName>
                                        </p:attrNameLst>
                                      </p:cBhvr>
                                      <p:to>
                                        <p:strVal val="visible"/>
                                      </p:to>
                                    </p:set>
                                    <p:anim calcmode="lin" valueType="num">
                                      <p:cBhvr additive="base">
                                        <p:cTn dur="1000"/>
                                        <p:tgtEl>
                                          <p:spTgt spid="734"/>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9" name="Shape 739"/>
        <p:cNvGrpSpPr/>
        <p:nvPr/>
      </p:nvGrpSpPr>
      <p:grpSpPr>
        <a:xfrm>
          <a:off x="0" y="0"/>
          <a:ext cx="0" cy="0"/>
          <a:chOff x="0" y="0"/>
          <a:chExt cx="0" cy="0"/>
        </a:xfrm>
      </p:grpSpPr>
      <p:sp>
        <p:nvSpPr>
          <p:cNvPr id="740" name="TextBox 739"/>
          <p:cNvSpPr txBox="1"/>
          <p:nvPr/>
        </p:nvSpPr>
        <p:spPr>
          <a:xfrm>
            <a:off x="731520" y="292608"/>
            <a:ext cx="7680960" cy="1234440"/>
          </a:xfrm>
          <a:prstGeom prst="rect">
            <a:avLst/>
          </a:prstGeom>
          <a:noFill/>
        </p:spPr>
        <p:txBody>
          <a:bodyPr wrap="square" lIns="0" tIns="0" rIns="0" bIns="0">
            <a:spAutoFit/>
          </a:bodyPr>
          <a:lstStyle/>
          <a:p>
            <a:pPr>
              <a:spcAft>
                <a:spcPts val="400"/>
              </a:spcAft>
              <a:defRPr sz="950" b="1">
                <a:solidFill>
                  <a:srgbClr val="7D6652"/>
                </a:solidFill>
                <a:latin typeface="Arial"/>
              </a:defRPr>
            </a:pPr>
            <a:r>
              <a:t>GLOBAL EXCELLENCE</a:t>
            </a:r>
          </a:p>
          <a:p>
            <a:pPr>
              <a:spcAft>
                <a:spcPts val="400"/>
              </a:spcAft>
            </a:pPr>
            <a:r>
              <a:rPr sz="2300" b="1">
                <a:solidFill>
                  <a:srgbClr val="1F1F1F"/>
                </a:solidFill>
                <a:latin typeface="Arial"/>
              </a:rPr>
              <a:t>A WORLD-FIRST INNOVATION </a:t>
            </a:r>
            <a:r>
              <a:rPr sz="2300" b="1">
                <a:solidFill>
                  <a:srgbClr val="7D6652"/>
                </a:solidFill>
                <a:latin typeface="Arial"/>
              </a:rPr>
              <a:t>FOR PAKISTAN</a:t>
            </a:r>
          </a:p>
          <a:p>
            <a:pPr>
              <a:defRPr sz="1100">
                <a:solidFill>
                  <a:srgbClr val="5F5F5F"/>
                </a:solidFill>
                <a:latin typeface="Arial"/>
              </a:defRPr>
            </a:pPr>
            <a:r>
              <a:t>No system on earth has ever combined multi-agent intelligence with Pakistan-specific realities.</a:t>
            </a:r>
          </a:p>
        </p:txBody>
      </p:sp>
      <p:sp>
        <p:nvSpPr>
          <p:cNvPr id="741" name="Rounded Rectangle 740"/>
          <p:cNvSpPr/>
          <p:nvPr/>
        </p:nvSpPr>
        <p:spPr>
          <a:xfrm>
            <a:off x="731520" y="1691640"/>
            <a:ext cx="3749039" cy="1389888"/>
          </a:xfrm>
          <a:prstGeom prst="roundRect">
            <a:avLst>
              <a:gd name="adj" fmla="val 10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Rounded Rectangle 741"/>
          <p:cNvSpPr/>
          <p:nvPr/>
        </p:nvSpPr>
        <p:spPr>
          <a:xfrm>
            <a:off x="868680" y="1819656"/>
            <a:ext cx="384048" cy="256032"/>
          </a:xfrm>
          <a:prstGeom prst="roundRect">
            <a:avLst>
              <a:gd name="adj" fmla="val 35000"/>
            </a:avLst>
          </a:prstGeom>
          <a:solidFill>
            <a:srgbClr val="DDE2D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50" b="1">
                <a:solidFill>
                  <a:srgbClr val="414E3E"/>
                </a:solidFill>
                <a:latin typeface="Arial"/>
              </a:defRPr>
            </a:pPr>
            <a:r>
              <a:t>01</a:t>
            </a:r>
          </a:p>
        </p:txBody>
      </p:sp>
      <p:sp>
        <p:nvSpPr>
          <p:cNvPr id="743" name="TextBox 742"/>
          <p:cNvSpPr txBox="1"/>
          <p:nvPr/>
        </p:nvSpPr>
        <p:spPr>
          <a:xfrm>
            <a:off x="868680" y="2112264"/>
            <a:ext cx="3474719" cy="914400"/>
          </a:xfrm>
          <a:prstGeom prst="rect">
            <a:avLst/>
          </a:prstGeom>
          <a:noFill/>
        </p:spPr>
        <p:txBody>
          <a:bodyPr wrap="square" lIns="0" rIns="0" tIns="0" bIns="0">
            <a:spAutoFit/>
          </a:bodyPr>
          <a:lstStyle/>
          <a:p>
            <a:pPr>
              <a:spcAft>
                <a:spcPts val="300"/>
              </a:spcAft>
              <a:defRPr sz="1100" b="1">
                <a:solidFill>
                  <a:srgbClr val="1F1F1F"/>
                </a:solidFill>
                <a:latin typeface="Arial"/>
              </a:defRPr>
            </a:pPr>
            <a:r>
              <a:t>Pakistan Credential Context</a:t>
            </a:r>
          </a:p>
          <a:p>
            <a:pPr>
              <a:defRPr sz="900">
                <a:solidFill>
                  <a:srgbClr val="5F5F5F"/>
                </a:solidFill>
                <a:latin typeface="Arial"/>
              </a:defRPr>
            </a:pPr>
            <a:r>
              <a:t>Understands HEC HAT/USAT benchmarks, IBCC 12-year equivalence rules, and MOFA seal requirements that generic platforms fail to recognize.</a:t>
            </a:r>
          </a:p>
        </p:txBody>
      </p:sp>
      <p:sp>
        <p:nvSpPr>
          <p:cNvPr id="744" name="Rounded Rectangle 743"/>
          <p:cNvSpPr/>
          <p:nvPr/>
        </p:nvSpPr>
        <p:spPr>
          <a:xfrm>
            <a:off x="4663439" y="1691640"/>
            <a:ext cx="3749039" cy="1389888"/>
          </a:xfrm>
          <a:prstGeom prst="roundRect">
            <a:avLst>
              <a:gd name="adj" fmla="val 10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Rounded Rectangle 744"/>
          <p:cNvSpPr/>
          <p:nvPr/>
        </p:nvSpPr>
        <p:spPr>
          <a:xfrm>
            <a:off x="4800599" y="1819656"/>
            <a:ext cx="384048" cy="256032"/>
          </a:xfrm>
          <a:prstGeom prst="roundRect">
            <a:avLst>
              <a:gd name="adj" fmla="val 35000"/>
            </a:avLst>
          </a:prstGeom>
          <a:solidFill>
            <a:srgbClr val="F5E5E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50" b="1">
                <a:solidFill>
                  <a:srgbClr val="80463E"/>
                </a:solidFill>
                <a:latin typeface="Arial"/>
              </a:defRPr>
            </a:pPr>
            <a:r>
              <a:t>02</a:t>
            </a:r>
          </a:p>
        </p:txBody>
      </p:sp>
      <p:sp>
        <p:nvSpPr>
          <p:cNvPr id="746" name="TextBox 745"/>
          <p:cNvSpPr txBox="1"/>
          <p:nvPr/>
        </p:nvSpPr>
        <p:spPr>
          <a:xfrm>
            <a:off x="4800599" y="2112264"/>
            <a:ext cx="3474719" cy="914400"/>
          </a:xfrm>
          <a:prstGeom prst="rect">
            <a:avLst/>
          </a:prstGeom>
          <a:noFill/>
        </p:spPr>
        <p:txBody>
          <a:bodyPr wrap="square" lIns="0" rIns="0" tIns="0" bIns="0">
            <a:spAutoFit/>
          </a:bodyPr>
          <a:lstStyle/>
          <a:p>
            <a:pPr>
              <a:spcAft>
                <a:spcPts val="300"/>
              </a:spcAft>
              <a:defRPr sz="1100" b="1">
                <a:solidFill>
                  <a:srgbClr val="1F1F1F"/>
                </a:solidFill>
                <a:latin typeface="Arial"/>
              </a:defRPr>
            </a:pPr>
            <a:r>
              <a:t>Unclaimed Bilateral Quotas</a:t>
            </a:r>
          </a:p>
          <a:p>
            <a:pPr>
              <a:defRPr sz="900">
                <a:solidFill>
                  <a:srgbClr val="5F5F5F"/>
                </a:solidFill>
                <a:latin typeface="Arial"/>
              </a:defRPr>
            </a:pPr>
            <a:r>
              <a:t>Discovers 400+ Hungarian, 200+ Chinese CSC, and Romanian government seats allocated specifically for Pakistani nationals that go unnoticed.</a:t>
            </a:r>
          </a:p>
        </p:txBody>
      </p:sp>
      <p:sp>
        <p:nvSpPr>
          <p:cNvPr id="747" name="Rounded Rectangle 746"/>
          <p:cNvSpPr/>
          <p:nvPr/>
        </p:nvSpPr>
        <p:spPr>
          <a:xfrm>
            <a:off x="731520" y="3264408"/>
            <a:ext cx="3749039" cy="1389888"/>
          </a:xfrm>
          <a:prstGeom prst="roundRect">
            <a:avLst>
              <a:gd name="adj" fmla="val 10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Rounded Rectangle 747"/>
          <p:cNvSpPr/>
          <p:nvPr/>
        </p:nvSpPr>
        <p:spPr>
          <a:xfrm>
            <a:off x="868680" y="3392424"/>
            <a:ext cx="384048" cy="256032"/>
          </a:xfrm>
          <a:prstGeom prst="roundRect">
            <a:avLst>
              <a:gd name="adj" fmla="val 35000"/>
            </a:avLst>
          </a:prstGeom>
          <a:solidFill>
            <a:srgbClr val="EAE6E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50" b="1">
                <a:solidFill>
                  <a:srgbClr val="55524C"/>
                </a:solidFill>
                <a:latin typeface="Arial"/>
              </a:defRPr>
            </a:pPr>
            <a:r>
              <a:t>03</a:t>
            </a:r>
          </a:p>
        </p:txBody>
      </p:sp>
      <p:sp>
        <p:nvSpPr>
          <p:cNvPr id="749" name="TextBox 748"/>
          <p:cNvSpPr txBox="1"/>
          <p:nvPr/>
        </p:nvSpPr>
        <p:spPr>
          <a:xfrm>
            <a:off x="868680" y="3685032"/>
            <a:ext cx="3474719" cy="914400"/>
          </a:xfrm>
          <a:prstGeom prst="rect">
            <a:avLst/>
          </a:prstGeom>
          <a:noFill/>
        </p:spPr>
        <p:txBody>
          <a:bodyPr wrap="square" lIns="0" rIns="0" tIns="0" bIns="0">
            <a:spAutoFit/>
          </a:bodyPr>
          <a:lstStyle/>
          <a:p>
            <a:pPr>
              <a:spcAft>
                <a:spcPts val="300"/>
              </a:spcAft>
              <a:defRPr sz="1100" b="1">
                <a:solidFill>
                  <a:srgbClr val="1F1F1F"/>
                </a:solidFill>
                <a:latin typeface="Arial"/>
              </a:defRPr>
            </a:pPr>
            <a:r>
              <a:t>True PKR Cost Deconstruction</a:t>
            </a:r>
          </a:p>
          <a:p>
            <a:pPr>
              <a:defRPr sz="900">
                <a:solidFill>
                  <a:srgbClr val="5F5F5F"/>
                </a:solidFill>
                <a:latin typeface="Arial"/>
              </a:defRPr>
            </a:pPr>
            <a:r>
              <a:t>Unmasks the myth of '100% Free'. Calculates upfront PKR requirements (PKR 76k IELTS, visa fees, document attestation, medical tests).</a:t>
            </a:r>
          </a:p>
        </p:txBody>
      </p:sp>
      <p:sp>
        <p:nvSpPr>
          <p:cNvPr id="750" name="Rounded Rectangle 749"/>
          <p:cNvSpPr/>
          <p:nvPr/>
        </p:nvSpPr>
        <p:spPr>
          <a:xfrm>
            <a:off x="4663439" y="3264408"/>
            <a:ext cx="3749039" cy="1389888"/>
          </a:xfrm>
          <a:prstGeom prst="roundRect">
            <a:avLst>
              <a:gd name="adj" fmla="val 10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Rounded Rectangle 750"/>
          <p:cNvSpPr/>
          <p:nvPr/>
        </p:nvSpPr>
        <p:spPr>
          <a:xfrm>
            <a:off x="4800599" y="3392424"/>
            <a:ext cx="384048" cy="256032"/>
          </a:xfrm>
          <a:prstGeom prst="roundRect">
            <a:avLst>
              <a:gd name="adj" fmla="val 35000"/>
            </a:avLst>
          </a:prstGeom>
          <a:solidFill>
            <a:srgbClr val="F0EAE1"/>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50" b="1">
                <a:solidFill>
                  <a:srgbClr val="706252"/>
                </a:solidFill>
                <a:latin typeface="Arial"/>
              </a:defRPr>
            </a:pPr>
            <a:r>
              <a:t>04</a:t>
            </a:r>
          </a:p>
        </p:txBody>
      </p:sp>
      <p:sp>
        <p:nvSpPr>
          <p:cNvPr id="752" name="TextBox 751"/>
          <p:cNvSpPr txBox="1"/>
          <p:nvPr/>
        </p:nvSpPr>
        <p:spPr>
          <a:xfrm>
            <a:off x="4800599" y="3685032"/>
            <a:ext cx="3474719" cy="914400"/>
          </a:xfrm>
          <a:prstGeom prst="rect">
            <a:avLst/>
          </a:prstGeom>
          <a:noFill/>
        </p:spPr>
        <p:txBody>
          <a:bodyPr wrap="square" lIns="0" rIns="0" tIns="0" bIns="0">
            <a:spAutoFit/>
          </a:bodyPr>
          <a:lstStyle/>
          <a:p>
            <a:pPr>
              <a:spcAft>
                <a:spcPts val="300"/>
              </a:spcAft>
              <a:defRPr sz="1100" b="1">
                <a:solidFill>
                  <a:srgbClr val="1F1F1F"/>
                </a:solidFill>
                <a:latin typeface="Arial"/>
              </a:defRPr>
            </a:pPr>
            <a:r>
              <a:t>Adversarial Skeptic Audit</a:t>
            </a:r>
          </a:p>
          <a:p>
            <a:pPr>
              <a:defRPr sz="900">
                <a:solidFill>
                  <a:srgbClr val="5F5F5F"/>
                </a:solidFill>
                <a:latin typeface="Arial"/>
              </a:defRPr>
            </a:pPr>
            <a:r>
              <a:t>First platform featuring a dedicated Skeptic Agent that actively attempts to disqualify matches, preventing students from scam application portals.</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0" name="Shape 750"/>
        <p:cNvGrpSpPr/>
        <p:nvPr/>
      </p:nvGrpSpPr>
      <p:grpSpPr>
        <a:xfrm>
          <a:off x="0" y="0"/>
          <a:ext cx="0" cy="0"/>
          <a:chOff x="0" y="0"/>
          <a:chExt cx="0" cy="0"/>
        </a:xfrm>
      </p:grpSpPr>
      <p:sp>
        <p:nvSpPr>
          <p:cNvPr id="751" name="Google Shape;751;p74"/>
          <p:cNvSpPr txBox="1"/>
          <p:nvPr>
            <p:ph type="title"/>
          </p:nvPr>
        </p:nvSpPr>
        <p:spPr>
          <a:xfrm>
            <a:off x="2014775" y="1710525"/>
            <a:ext cx="5114100" cy="4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MERCURY</a:t>
            </a:r>
            <a:endParaRPr/>
          </a:p>
        </p:txBody>
      </p:sp>
      <p:sp>
        <p:nvSpPr>
          <p:cNvPr id="752" name="Google Shape;752;p74"/>
          <p:cNvSpPr txBox="1"/>
          <p:nvPr>
            <p:ph idx="1" type="subTitle"/>
          </p:nvPr>
        </p:nvSpPr>
        <p:spPr>
          <a:xfrm>
            <a:off x="2014925" y="2255348"/>
            <a:ext cx="5114100" cy="69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Mercury is the closest planet to the Sun and the smallest one in the Solar System—it’s only a bit larger than the Moon</a:t>
            </a:r>
            <a:endParaRPr/>
          </a:p>
        </p:txBody>
      </p:sp>
      <p:sp>
        <p:nvSpPr>
          <p:cNvPr id="753" name="Google Shape;753;p74"/>
          <p:cNvSpPr txBox="1"/>
          <p:nvPr>
            <p:ph idx="2" type="title"/>
          </p:nvPr>
        </p:nvSpPr>
        <p:spPr>
          <a:xfrm>
            <a:off x="2014780" y="3258850"/>
            <a:ext cx="5113800" cy="4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VENUS</a:t>
            </a:r>
            <a:endParaRPr/>
          </a:p>
        </p:txBody>
      </p:sp>
      <p:sp>
        <p:nvSpPr>
          <p:cNvPr id="754" name="Google Shape;754;p74"/>
          <p:cNvSpPr txBox="1"/>
          <p:nvPr>
            <p:ph idx="3" type="subTitle"/>
          </p:nvPr>
        </p:nvSpPr>
        <p:spPr>
          <a:xfrm>
            <a:off x="2015075" y="3803672"/>
            <a:ext cx="5113800" cy="69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Venus has a beautiful name and is the second planet from the Sun. It’s hot and has a poisonous atmosphere</a:t>
            </a:r>
            <a:endParaRPr/>
          </a:p>
        </p:txBody>
      </p:sp>
      <p:sp>
        <p:nvSpPr>
          <p:cNvPr id="755" name="Google Shape;755;p74"/>
          <p:cNvSpPr txBox="1"/>
          <p:nvPr>
            <p:ph idx="4" type="title"/>
          </p:nvPr>
        </p:nvSpPr>
        <p:spPr>
          <a:xfrm>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TWO IMPORTANT </a:t>
            </a:r>
            <a:r>
              <a:rPr lang="en">
                <a:solidFill>
                  <a:schemeClr val="lt1"/>
                </a:solidFill>
              </a:rPr>
              <a:t>CONCEPTS</a:t>
            </a:r>
            <a:endParaRPr>
              <a:solidFill>
                <a:schemeClr val="lt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752"/>
                                        </p:tgtEl>
                                        <p:attrNameLst>
                                          <p:attrName>style.visibility</p:attrName>
                                        </p:attrNameLst>
                                      </p:cBhvr>
                                      <p:to>
                                        <p:strVal val="visible"/>
                                      </p:to>
                                    </p:set>
                                    <p:anim calcmode="lin" valueType="num">
                                      <p:cBhvr additive="base">
                                        <p:cTn dur="1000"/>
                                        <p:tgtEl>
                                          <p:spTgt spid="75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754"/>
                                        </p:tgtEl>
                                        <p:attrNameLst>
                                          <p:attrName>style.visibility</p:attrName>
                                        </p:attrNameLst>
                                      </p:cBhvr>
                                      <p:to>
                                        <p:strVal val="visible"/>
                                      </p:to>
                                    </p:set>
                                    <p:anim calcmode="lin" valueType="num">
                                      <p:cBhvr additive="base">
                                        <p:cTn dur="1000"/>
                                        <p:tgtEl>
                                          <p:spTgt spid="754"/>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9" name="Shape 759"/>
        <p:cNvGrpSpPr/>
        <p:nvPr/>
      </p:nvGrpSpPr>
      <p:grpSpPr>
        <a:xfrm>
          <a:off x="0" y="0"/>
          <a:ext cx="0" cy="0"/>
          <a:chOff x="0" y="0"/>
          <a:chExt cx="0" cy="0"/>
        </a:xfrm>
      </p:grpSpPr>
      <p:sp>
        <p:nvSpPr>
          <p:cNvPr id="760" name="Google Shape;760;p75"/>
          <p:cNvSpPr txBox="1"/>
          <p:nvPr>
            <p:ph idx="1" type="subTitle"/>
          </p:nvPr>
        </p:nvSpPr>
        <p:spPr>
          <a:xfrm>
            <a:off x="723300" y="2291463"/>
            <a:ext cx="3035100" cy="1388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a:t>
            </a:r>
            <a:r>
              <a:rPr b="1" lang="en"/>
              <a:t>replace the image</a:t>
            </a:r>
            <a:r>
              <a:rPr lang="en"/>
              <a:t> on the screen with your own work. Right-click on it and then choose "Replace image" so you can add yours</a:t>
            </a:r>
            <a:endParaRPr/>
          </a:p>
        </p:txBody>
      </p:sp>
      <p:sp>
        <p:nvSpPr>
          <p:cNvPr id="761" name="Google Shape;761;p75"/>
          <p:cNvSpPr txBox="1"/>
          <p:nvPr>
            <p:ph type="title"/>
          </p:nvPr>
        </p:nvSpPr>
        <p:spPr>
          <a:xfrm flipH="1">
            <a:off x="719825" y="1463638"/>
            <a:ext cx="3035100" cy="7110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PRODUCT </a:t>
            </a:r>
            <a:r>
              <a:rPr lang="en">
                <a:solidFill>
                  <a:schemeClr val="lt1"/>
                </a:solidFill>
              </a:rPr>
              <a:t>DEMO</a:t>
            </a:r>
            <a:endParaRPr>
              <a:solidFill>
                <a:schemeClr val="lt1"/>
              </a:solidFill>
            </a:endParaRPr>
          </a:p>
        </p:txBody>
      </p:sp>
      <p:grpSp>
        <p:nvGrpSpPr>
          <p:cNvPr id="762" name="Google Shape;762;p75"/>
          <p:cNvGrpSpPr/>
          <p:nvPr/>
        </p:nvGrpSpPr>
        <p:grpSpPr>
          <a:xfrm rot="137742">
            <a:off x="4516813" y="1106970"/>
            <a:ext cx="3750160" cy="2923690"/>
            <a:chOff x="2144600" y="1557475"/>
            <a:chExt cx="3330800" cy="2596750"/>
          </a:xfrm>
        </p:grpSpPr>
        <p:sp>
          <p:nvSpPr>
            <p:cNvPr id="763" name="Google Shape;763;p75"/>
            <p:cNvSpPr/>
            <p:nvPr/>
          </p:nvSpPr>
          <p:spPr>
            <a:xfrm>
              <a:off x="2144600" y="1557475"/>
              <a:ext cx="3330800" cy="2596750"/>
            </a:xfrm>
            <a:custGeom>
              <a:rect b="b" l="l" r="r" t="t"/>
              <a:pathLst>
                <a:path extrusionOk="0" h="103870" w="133232">
                  <a:moveTo>
                    <a:pt x="129564" y="869"/>
                  </a:moveTo>
                  <a:cubicBezTo>
                    <a:pt x="130314" y="869"/>
                    <a:pt x="131017" y="1155"/>
                    <a:pt x="131541" y="1691"/>
                  </a:cubicBezTo>
                  <a:cubicBezTo>
                    <a:pt x="132065" y="2215"/>
                    <a:pt x="132362" y="2917"/>
                    <a:pt x="132362" y="3655"/>
                  </a:cubicBezTo>
                  <a:lnTo>
                    <a:pt x="132362" y="6239"/>
                  </a:lnTo>
                  <a:lnTo>
                    <a:pt x="870" y="6239"/>
                  </a:lnTo>
                  <a:lnTo>
                    <a:pt x="870" y="3655"/>
                  </a:lnTo>
                  <a:cubicBezTo>
                    <a:pt x="870" y="2917"/>
                    <a:pt x="1167" y="2215"/>
                    <a:pt x="1691" y="1691"/>
                  </a:cubicBezTo>
                  <a:cubicBezTo>
                    <a:pt x="2215" y="1155"/>
                    <a:pt x="2918" y="869"/>
                    <a:pt x="3668" y="869"/>
                  </a:cubicBezTo>
                  <a:close/>
                  <a:moveTo>
                    <a:pt x="132362" y="7108"/>
                  </a:moveTo>
                  <a:lnTo>
                    <a:pt x="132362" y="76771"/>
                  </a:lnTo>
                  <a:lnTo>
                    <a:pt x="870" y="76771"/>
                  </a:lnTo>
                  <a:lnTo>
                    <a:pt x="870" y="7108"/>
                  </a:lnTo>
                  <a:close/>
                  <a:moveTo>
                    <a:pt x="132362" y="77641"/>
                  </a:moveTo>
                  <a:lnTo>
                    <a:pt x="132362" y="82939"/>
                  </a:lnTo>
                  <a:cubicBezTo>
                    <a:pt x="132362" y="83677"/>
                    <a:pt x="132065" y="84379"/>
                    <a:pt x="131541" y="84903"/>
                  </a:cubicBezTo>
                  <a:cubicBezTo>
                    <a:pt x="131017" y="85439"/>
                    <a:pt x="130314" y="85725"/>
                    <a:pt x="129564" y="85725"/>
                  </a:cubicBezTo>
                  <a:lnTo>
                    <a:pt x="3668" y="85725"/>
                  </a:lnTo>
                  <a:cubicBezTo>
                    <a:pt x="2918" y="85725"/>
                    <a:pt x="2215" y="85439"/>
                    <a:pt x="1691" y="84903"/>
                  </a:cubicBezTo>
                  <a:cubicBezTo>
                    <a:pt x="1167" y="84379"/>
                    <a:pt x="870" y="83677"/>
                    <a:pt x="870" y="82939"/>
                  </a:cubicBezTo>
                  <a:lnTo>
                    <a:pt x="870" y="77641"/>
                  </a:lnTo>
                  <a:close/>
                  <a:moveTo>
                    <a:pt x="78987" y="86594"/>
                  </a:moveTo>
                  <a:lnTo>
                    <a:pt x="78987" y="86665"/>
                  </a:lnTo>
                  <a:cubicBezTo>
                    <a:pt x="79058" y="94214"/>
                    <a:pt x="80951" y="97560"/>
                    <a:pt x="82082" y="98881"/>
                  </a:cubicBezTo>
                  <a:lnTo>
                    <a:pt x="82177" y="99000"/>
                  </a:lnTo>
                  <a:lnTo>
                    <a:pt x="51043" y="99000"/>
                  </a:lnTo>
                  <a:lnTo>
                    <a:pt x="51150" y="98881"/>
                  </a:lnTo>
                  <a:cubicBezTo>
                    <a:pt x="52281" y="97560"/>
                    <a:pt x="54174" y="94214"/>
                    <a:pt x="54257" y="86665"/>
                  </a:cubicBezTo>
                  <a:lnTo>
                    <a:pt x="54257" y="86594"/>
                  </a:lnTo>
                  <a:close/>
                  <a:moveTo>
                    <a:pt x="89833" y="99869"/>
                  </a:moveTo>
                  <a:cubicBezTo>
                    <a:pt x="90417" y="99869"/>
                    <a:pt x="91071" y="100108"/>
                    <a:pt x="91595" y="100501"/>
                  </a:cubicBezTo>
                  <a:cubicBezTo>
                    <a:pt x="92155" y="100917"/>
                    <a:pt x="92464" y="101453"/>
                    <a:pt x="92464" y="101965"/>
                  </a:cubicBezTo>
                  <a:lnTo>
                    <a:pt x="92464" y="103001"/>
                  </a:lnTo>
                  <a:lnTo>
                    <a:pt x="40768" y="103001"/>
                  </a:lnTo>
                  <a:lnTo>
                    <a:pt x="40768" y="101965"/>
                  </a:lnTo>
                  <a:cubicBezTo>
                    <a:pt x="40768" y="101453"/>
                    <a:pt x="41089" y="100917"/>
                    <a:pt x="41637" y="100501"/>
                  </a:cubicBezTo>
                  <a:cubicBezTo>
                    <a:pt x="42161" y="100108"/>
                    <a:pt x="42815" y="99869"/>
                    <a:pt x="43399" y="99869"/>
                  </a:cubicBezTo>
                  <a:close/>
                  <a:moveTo>
                    <a:pt x="3668" y="0"/>
                  </a:moveTo>
                  <a:cubicBezTo>
                    <a:pt x="1644" y="0"/>
                    <a:pt x="1" y="1643"/>
                    <a:pt x="1" y="3655"/>
                  </a:cubicBezTo>
                  <a:lnTo>
                    <a:pt x="1" y="82939"/>
                  </a:lnTo>
                  <a:cubicBezTo>
                    <a:pt x="1" y="84951"/>
                    <a:pt x="1644" y="86594"/>
                    <a:pt x="3668" y="86594"/>
                  </a:cubicBezTo>
                  <a:lnTo>
                    <a:pt x="53388" y="86594"/>
                  </a:lnTo>
                  <a:lnTo>
                    <a:pt x="53388" y="86665"/>
                  </a:lnTo>
                  <a:cubicBezTo>
                    <a:pt x="53329" y="91940"/>
                    <a:pt x="52352" y="95000"/>
                    <a:pt x="51555" y="96643"/>
                  </a:cubicBezTo>
                  <a:cubicBezTo>
                    <a:pt x="51066" y="97607"/>
                    <a:pt x="50590" y="98203"/>
                    <a:pt x="50281" y="98536"/>
                  </a:cubicBezTo>
                  <a:cubicBezTo>
                    <a:pt x="50138" y="98691"/>
                    <a:pt x="49995" y="98822"/>
                    <a:pt x="49852" y="98929"/>
                  </a:cubicBezTo>
                  <a:cubicBezTo>
                    <a:pt x="49828" y="98953"/>
                    <a:pt x="49804" y="98965"/>
                    <a:pt x="49781" y="98988"/>
                  </a:cubicBezTo>
                  <a:lnTo>
                    <a:pt x="49757" y="99000"/>
                  </a:lnTo>
                  <a:lnTo>
                    <a:pt x="43411" y="99000"/>
                  </a:lnTo>
                  <a:cubicBezTo>
                    <a:pt x="42601" y="99000"/>
                    <a:pt x="41720" y="99322"/>
                    <a:pt x="41041" y="99858"/>
                  </a:cubicBezTo>
                  <a:cubicBezTo>
                    <a:pt x="40303" y="100441"/>
                    <a:pt x="39898" y="101191"/>
                    <a:pt x="39898" y="101965"/>
                  </a:cubicBezTo>
                  <a:lnTo>
                    <a:pt x="39898" y="103441"/>
                  </a:lnTo>
                  <a:cubicBezTo>
                    <a:pt x="39898" y="103679"/>
                    <a:pt x="40089" y="103870"/>
                    <a:pt x="40339" y="103870"/>
                  </a:cubicBezTo>
                  <a:lnTo>
                    <a:pt x="92905" y="103870"/>
                  </a:lnTo>
                  <a:cubicBezTo>
                    <a:pt x="93143" y="103870"/>
                    <a:pt x="93334" y="103679"/>
                    <a:pt x="93334" y="103441"/>
                  </a:cubicBezTo>
                  <a:lnTo>
                    <a:pt x="93334" y="101977"/>
                  </a:lnTo>
                  <a:cubicBezTo>
                    <a:pt x="93334" y="101191"/>
                    <a:pt x="92929" y="100441"/>
                    <a:pt x="92191" y="99858"/>
                  </a:cubicBezTo>
                  <a:cubicBezTo>
                    <a:pt x="91512" y="99322"/>
                    <a:pt x="90631" y="99000"/>
                    <a:pt x="89833" y="99000"/>
                  </a:cubicBezTo>
                  <a:lnTo>
                    <a:pt x="83475" y="99000"/>
                  </a:lnTo>
                  <a:lnTo>
                    <a:pt x="83451" y="98988"/>
                  </a:lnTo>
                  <a:cubicBezTo>
                    <a:pt x="83166" y="98786"/>
                    <a:pt x="82416" y="98167"/>
                    <a:pt x="81666" y="96631"/>
                  </a:cubicBezTo>
                  <a:cubicBezTo>
                    <a:pt x="80511" y="94262"/>
                    <a:pt x="79891" y="90916"/>
                    <a:pt x="79856" y="86665"/>
                  </a:cubicBezTo>
                  <a:lnTo>
                    <a:pt x="79844" y="86594"/>
                  </a:lnTo>
                  <a:lnTo>
                    <a:pt x="129564" y="86594"/>
                  </a:lnTo>
                  <a:cubicBezTo>
                    <a:pt x="131588" y="86594"/>
                    <a:pt x="133231" y="84951"/>
                    <a:pt x="133231" y="82939"/>
                  </a:cubicBezTo>
                  <a:lnTo>
                    <a:pt x="133231" y="3655"/>
                  </a:lnTo>
                  <a:cubicBezTo>
                    <a:pt x="133231" y="1643"/>
                    <a:pt x="131588" y="0"/>
                    <a:pt x="12956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0C0C0C"/>
                </a:solidFill>
              </a:endParaRPr>
            </a:p>
          </p:txBody>
        </p:sp>
        <p:sp>
          <p:nvSpPr>
            <p:cNvPr id="764" name="Google Shape;764;p75"/>
            <p:cNvSpPr/>
            <p:nvPr/>
          </p:nvSpPr>
          <p:spPr>
            <a:xfrm>
              <a:off x="3678425" y="3558900"/>
              <a:ext cx="263150" cy="79800"/>
            </a:xfrm>
            <a:custGeom>
              <a:rect b="b" l="l" r="r" t="t"/>
              <a:pathLst>
                <a:path extrusionOk="0" h="3192" w="10526">
                  <a:moveTo>
                    <a:pt x="8930" y="941"/>
                  </a:moveTo>
                  <a:cubicBezTo>
                    <a:pt x="9121" y="941"/>
                    <a:pt x="9275" y="1013"/>
                    <a:pt x="9394" y="1132"/>
                  </a:cubicBezTo>
                  <a:cubicBezTo>
                    <a:pt x="9514" y="1251"/>
                    <a:pt x="9585" y="1417"/>
                    <a:pt x="9585" y="1596"/>
                  </a:cubicBezTo>
                  <a:cubicBezTo>
                    <a:pt x="9585" y="1775"/>
                    <a:pt x="9514" y="1929"/>
                    <a:pt x="9394" y="2048"/>
                  </a:cubicBezTo>
                  <a:cubicBezTo>
                    <a:pt x="9275" y="2167"/>
                    <a:pt x="9121" y="2239"/>
                    <a:pt x="8930" y="2239"/>
                  </a:cubicBezTo>
                  <a:lnTo>
                    <a:pt x="1596" y="2239"/>
                  </a:lnTo>
                  <a:cubicBezTo>
                    <a:pt x="1405" y="2239"/>
                    <a:pt x="1251" y="2167"/>
                    <a:pt x="1132" y="2048"/>
                  </a:cubicBezTo>
                  <a:cubicBezTo>
                    <a:pt x="1012" y="1929"/>
                    <a:pt x="941" y="1775"/>
                    <a:pt x="941" y="1596"/>
                  </a:cubicBezTo>
                  <a:cubicBezTo>
                    <a:pt x="941" y="1417"/>
                    <a:pt x="1012" y="1251"/>
                    <a:pt x="1132" y="1132"/>
                  </a:cubicBezTo>
                  <a:cubicBezTo>
                    <a:pt x="1251" y="1013"/>
                    <a:pt x="1405" y="941"/>
                    <a:pt x="1596" y="941"/>
                  </a:cubicBezTo>
                  <a:close/>
                  <a:moveTo>
                    <a:pt x="1596" y="1"/>
                  </a:moveTo>
                  <a:cubicBezTo>
                    <a:pt x="715" y="1"/>
                    <a:pt x="0" y="715"/>
                    <a:pt x="0" y="1596"/>
                  </a:cubicBezTo>
                  <a:cubicBezTo>
                    <a:pt x="0" y="2477"/>
                    <a:pt x="715" y="3191"/>
                    <a:pt x="1596" y="3191"/>
                  </a:cubicBezTo>
                  <a:lnTo>
                    <a:pt x="8942" y="3191"/>
                  </a:lnTo>
                  <a:cubicBezTo>
                    <a:pt x="9811" y="3191"/>
                    <a:pt x="10526" y="2465"/>
                    <a:pt x="10526" y="1596"/>
                  </a:cubicBezTo>
                  <a:cubicBezTo>
                    <a:pt x="10526" y="715"/>
                    <a:pt x="9811" y="1"/>
                    <a:pt x="894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0C0C0C"/>
                </a:solidFill>
              </a:endParaRPr>
            </a:p>
          </p:txBody>
        </p:sp>
      </p:grpSp>
      <p:pic>
        <p:nvPicPr>
          <p:cNvPr id="765" name="Google Shape;765;p75"/>
          <p:cNvPicPr preferRelativeResize="0"/>
          <p:nvPr/>
        </p:nvPicPr>
        <p:blipFill rotWithShape="1">
          <a:blip r:embed="rId3">
            <a:alphaModFix/>
          </a:blip>
          <a:srcRect b="2052" l="0" r="0" t="2052"/>
          <a:stretch/>
        </p:blipFill>
        <p:spPr>
          <a:xfrm rot="137821">
            <a:off x="4560978" y="1296974"/>
            <a:ext cx="3690376" cy="1990671"/>
          </a:xfrm>
          <a:prstGeom prst="rect">
            <a:avLst/>
          </a:prstGeom>
          <a:noFill/>
          <a:ln cap="flat" cmpd="sng" w="9525">
            <a:solidFill>
              <a:schemeClr val="dk2"/>
            </a:solidFill>
            <a:prstDash val="solid"/>
            <a:round/>
            <a:headEnd len="sm" w="sm" type="none"/>
            <a:tailEnd len="sm" w="sm" type="none"/>
          </a:ln>
        </p:spPr>
      </p:pic>
      <p:sp>
        <p:nvSpPr>
          <p:cNvPr id="766" name="Google Shape;766;p75"/>
          <p:cNvSpPr/>
          <p:nvPr/>
        </p:nvSpPr>
        <p:spPr>
          <a:xfrm flipH="1">
            <a:off x="6096978" y="2926263"/>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 name="Google Shape;767;p75"/>
          <p:cNvSpPr/>
          <p:nvPr/>
        </p:nvSpPr>
        <p:spPr>
          <a:xfrm flipH="1" rot="8921821">
            <a:off x="2549101" y="3961919"/>
            <a:ext cx="8201049" cy="3015736"/>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60"/>
                                        </p:tgtEl>
                                        <p:attrNameLst>
                                          <p:attrName>style.visibility</p:attrName>
                                        </p:attrNameLst>
                                      </p:cBhvr>
                                      <p:to>
                                        <p:strVal val="visible"/>
                                      </p:to>
                                    </p:set>
                                    <p:animEffect filter="fade" transition="in">
                                      <p:cBhvr>
                                        <p:cTn dur="1000"/>
                                        <p:tgtEl>
                                          <p:spTgt spid="76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1" name="Shape 771"/>
        <p:cNvGrpSpPr/>
        <p:nvPr/>
      </p:nvGrpSpPr>
      <p:grpSpPr>
        <a:xfrm>
          <a:off x="0" y="0"/>
          <a:ext cx="0" cy="0"/>
          <a:chOff x="0" y="0"/>
          <a:chExt cx="0" cy="0"/>
        </a:xfrm>
      </p:grpSpPr>
      <p:sp>
        <p:nvSpPr>
          <p:cNvPr id="772" name="Google Shape;772;p76"/>
          <p:cNvSpPr txBox="1"/>
          <p:nvPr>
            <p:ph idx="1" type="subTitle"/>
          </p:nvPr>
        </p:nvSpPr>
        <p:spPr>
          <a:xfrm>
            <a:off x="4959025" y="2291463"/>
            <a:ext cx="3035100" cy="1388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a:t>
            </a:r>
            <a:r>
              <a:rPr b="1" lang="en"/>
              <a:t>replace the image</a:t>
            </a:r>
            <a:r>
              <a:rPr lang="en"/>
              <a:t> on the screen with your own work. Right-click on it and then choose "Replace image" so you can add yours</a:t>
            </a:r>
            <a:endParaRPr/>
          </a:p>
        </p:txBody>
      </p:sp>
      <p:sp>
        <p:nvSpPr>
          <p:cNvPr id="773" name="Google Shape;773;p76"/>
          <p:cNvSpPr txBox="1"/>
          <p:nvPr>
            <p:ph type="title"/>
          </p:nvPr>
        </p:nvSpPr>
        <p:spPr>
          <a:xfrm flipH="1">
            <a:off x="4955550" y="1463638"/>
            <a:ext cx="3035100" cy="7110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TABLET </a:t>
            </a:r>
            <a:r>
              <a:rPr lang="en">
                <a:solidFill>
                  <a:schemeClr val="lt1"/>
                </a:solidFill>
              </a:rPr>
              <a:t>APP</a:t>
            </a:r>
            <a:endParaRPr>
              <a:solidFill>
                <a:schemeClr val="lt1"/>
              </a:solidFill>
            </a:endParaRPr>
          </a:p>
        </p:txBody>
      </p:sp>
      <p:grpSp>
        <p:nvGrpSpPr>
          <p:cNvPr id="774" name="Google Shape;774;p76"/>
          <p:cNvGrpSpPr/>
          <p:nvPr/>
        </p:nvGrpSpPr>
        <p:grpSpPr>
          <a:xfrm flipH="1" rot="-227136">
            <a:off x="1522039" y="1099242"/>
            <a:ext cx="2141485" cy="2944709"/>
            <a:chOff x="1835466" y="929768"/>
            <a:chExt cx="2388300" cy="3284100"/>
          </a:xfrm>
        </p:grpSpPr>
        <p:sp>
          <p:nvSpPr>
            <p:cNvPr id="775" name="Google Shape;775;p76"/>
            <p:cNvSpPr/>
            <p:nvPr/>
          </p:nvSpPr>
          <p:spPr>
            <a:xfrm>
              <a:off x="1835466" y="929768"/>
              <a:ext cx="2388300" cy="3284100"/>
            </a:xfrm>
            <a:prstGeom prst="roundRect">
              <a:avLst>
                <a:gd fmla="val 4846" name="adj"/>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400"/>
            </a:p>
          </p:txBody>
        </p:sp>
        <p:sp>
          <p:nvSpPr>
            <p:cNvPr id="776" name="Google Shape;776;p76"/>
            <p:cNvSpPr/>
            <p:nvPr/>
          </p:nvSpPr>
          <p:spPr>
            <a:xfrm>
              <a:off x="2010540" y="1124747"/>
              <a:ext cx="2038200" cy="2909100"/>
            </a:xfrm>
            <a:prstGeom prst="rect">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76"/>
            <p:cNvSpPr/>
            <p:nvPr/>
          </p:nvSpPr>
          <p:spPr>
            <a:xfrm>
              <a:off x="2947423" y="4083887"/>
              <a:ext cx="164400" cy="77100"/>
            </a:xfrm>
            <a:prstGeom prst="roundRect">
              <a:avLst>
                <a:gd fmla="val 50000" name="adj"/>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778" name="Google Shape;778;p76"/>
          <p:cNvPicPr preferRelativeResize="0"/>
          <p:nvPr/>
        </p:nvPicPr>
        <p:blipFill rotWithShape="1">
          <a:blip r:embed="rId3">
            <a:alphaModFix/>
          </a:blip>
          <a:srcRect b="-250" l="5958" r="54505" t="250"/>
          <a:stretch/>
        </p:blipFill>
        <p:spPr>
          <a:xfrm rot="-227178">
            <a:off x="1674065" y="1271662"/>
            <a:ext cx="1836543" cy="2612877"/>
          </a:xfrm>
          <a:prstGeom prst="rect">
            <a:avLst/>
          </a:prstGeom>
          <a:noFill/>
          <a:ln cap="flat" cmpd="sng" w="19050">
            <a:solidFill>
              <a:schemeClr val="dk2"/>
            </a:solidFill>
            <a:prstDash val="solid"/>
            <a:round/>
            <a:headEnd len="sm" w="sm" type="none"/>
            <a:tailEnd len="sm" w="sm" type="none"/>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78"/>
                                        </p:tgtEl>
                                        <p:attrNameLst>
                                          <p:attrName>style.visibility</p:attrName>
                                        </p:attrNameLst>
                                      </p:cBhvr>
                                      <p:to>
                                        <p:strVal val="visible"/>
                                      </p:to>
                                    </p:set>
                                    <p:animEffect filter="fade" transition="in">
                                      <p:cBhvr>
                                        <p:cTn dur="1000"/>
                                        <p:tgtEl>
                                          <p:spTgt spid="77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2" name="Shape 782"/>
        <p:cNvGrpSpPr/>
        <p:nvPr/>
      </p:nvGrpSpPr>
      <p:grpSpPr>
        <a:xfrm>
          <a:off x="0" y="0"/>
          <a:ext cx="0" cy="0"/>
          <a:chOff x="0" y="0"/>
          <a:chExt cx="0" cy="0"/>
        </a:xfrm>
      </p:grpSpPr>
      <p:sp>
        <p:nvSpPr>
          <p:cNvPr id="783" name="Google Shape;783;p77"/>
          <p:cNvSpPr txBox="1"/>
          <p:nvPr>
            <p:ph idx="1" type="subTitle"/>
          </p:nvPr>
        </p:nvSpPr>
        <p:spPr>
          <a:xfrm>
            <a:off x="1536900" y="2291463"/>
            <a:ext cx="3035100" cy="1388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a:t>
            </a:r>
            <a:r>
              <a:rPr b="1" lang="en"/>
              <a:t>replace the image</a:t>
            </a:r>
            <a:r>
              <a:rPr lang="en"/>
              <a:t> on the screen with your own work. Right-click on it and then choose "Replace image" so you can add yours</a:t>
            </a:r>
            <a:endParaRPr/>
          </a:p>
        </p:txBody>
      </p:sp>
      <p:sp>
        <p:nvSpPr>
          <p:cNvPr id="784" name="Google Shape;784;p77"/>
          <p:cNvSpPr/>
          <p:nvPr/>
        </p:nvSpPr>
        <p:spPr>
          <a:xfrm rot="344412">
            <a:off x="6077489" y="1031859"/>
            <a:ext cx="1544162" cy="3079661"/>
          </a:xfrm>
          <a:custGeom>
            <a:rect b="b" l="l" r="r" t="t"/>
            <a:pathLst>
              <a:path extrusionOk="0" h="206345" w="103480">
                <a:moveTo>
                  <a:pt x="61741" y="8558"/>
                </a:moveTo>
                <a:cubicBezTo>
                  <a:pt x="62649" y="8558"/>
                  <a:pt x="62637" y="9975"/>
                  <a:pt x="61704" y="9975"/>
                </a:cubicBezTo>
                <a:cubicBezTo>
                  <a:pt x="61677" y="9975"/>
                  <a:pt x="61650" y="9973"/>
                  <a:pt x="61623" y="9971"/>
                </a:cubicBezTo>
                <a:lnTo>
                  <a:pt x="40979" y="9971"/>
                </a:lnTo>
                <a:cubicBezTo>
                  <a:pt x="40952" y="9973"/>
                  <a:pt x="40925" y="9975"/>
                  <a:pt x="40898" y="9975"/>
                </a:cubicBezTo>
                <a:cubicBezTo>
                  <a:pt x="39965" y="9975"/>
                  <a:pt x="39952" y="8558"/>
                  <a:pt x="40861" y="8558"/>
                </a:cubicBezTo>
                <a:cubicBezTo>
                  <a:pt x="40899" y="8558"/>
                  <a:pt x="40938" y="8561"/>
                  <a:pt x="40979" y="8566"/>
                </a:cubicBezTo>
                <a:lnTo>
                  <a:pt x="61623" y="8566"/>
                </a:lnTo>
                <a:cubicBezTo>
                  <a:pt x="61664" y="8561"/>
                  <a:pt x="61703" y="8558"/>
                  <a:pt x="61741" y="8558"/>
                </a:cubicBezTo>
                <a:close/>
                <a:moveTo>
                  <a:pt x="100713" y="16164"/>
                </a:moveTo>
                <a:lnTo>
                  <a:pt x="100713" y="189567"/>
                </a:lnTo>
                <a:lnTo>
                  <a:pt x="2987" y="189567"/>
                </a:lnTo>
                <a:lnTo>
                  <a:pt x="2987" y="16164"/>
                </a:lnTo>
                <a:close/>
                <a:moveTo>
                  <a:pt x="22357" y="196638"/>
                </a:moveTo>
                <a:lnTo>
                  <a:pt x="22313" y="197165"/>
                </a:lnTo>
                <a:lnTo>
                  <a:pt x="18448" y="197165"/>
                </a:lnTo>
                <a:lnTo>
                  <a:pt x="18448" y="196638"/>
                </a:lnTo>
                <a:close/>
                <a:moveTo>
                  <a:pt x="53277" y="196726"/>
                </a:moveTo>
                <a:cubicBezTo>
                  <a:pt x="53365" y="196726"/>
                  <a:pt x="53453" y="196814"/>
                  <a:pt x="53453" y="196945"/>
                </a:cubicBezTo>
                <a:lnTo>
                  <a:pt x="53453" y="199976"/>
                </a:lnTo>
                <a:cubicBezTo>
                  <a:pt x="53453" y="200064"/>
                  <a:pt x="53365" y="200152"/>
                  <a:pt x="53234" y="200152"/>
                </a:cubicBezTo>
                <a:lnTo>
                  <a:pt x="50203" y="200152"/>
                </a:lnTo>
                <a:cubicBezTo>
                  <a:pt x="50071" y="200152"/>
                  <a:pt x="49983" y="200064"/>
                  <a:pt x="49983" y="199976"/>
                </a:cubicBezTo>
                <a:lnTo>
                  <a:pt x="49983" y="196945"/>
                </a:lnTo>
                <a:cubicBezTo>
                  <a:pt x="49983" y="196814"/>
                  <a:pt x="50071" y="196726"/>
                  <a:pt x="50203" y="196726"/>
                </a:cubicBezTo>
                <a:close/>
                <a:moveTo>
                  <a:pt x="80706" y="196517"/>
                </a:moveTo>
                <a:cubicBezTo>
                  <a:pt x="80761" y="196517"/>
                  <a:pt x="80816" y="196528"/>
                  <a:pt x="80860" y="196550"/>
                </a:cubicBezTo>
                <a:cubicBezTo>
                  <a:pt x="80948" y="196638"/>
                  <a:pt x="80948" y="196770"/>
                  <a:pt x="80860" y="196858"/>
                </a:cubicBezTo>
                <a:lnTo>
                  <a:pt x="79455" y="198263"/>
                </a:lnTo>
                <a:cubicBezTo>
                  <a:pt x="79367" y="198351"/>
                  <a:pt x="79323" y="198439"/>
                  <a:pt x="79323" y="198527"/>
                </a:cubicBezTo>
                <a:cubicBezTo>
                  <a:pt x="79323" y="198614"/>
                  <a:pt x="79367" y="198702"/>
                  <a:pt x="79455" y="198790"/>
                </a:cubicBezTo>
                <a:lnTo>
                  <a:pt x="80860" y="200196"/>
                </a:lnTo>
                <a:cubicBezTo>
                  <a:pt x="80948" y="200284"/>
                  <a:pt x="80948" y="200415"/>
                  <a:pt x="80860" y="200503"/>
                </a:cubicBezTo>
                <a:cubicBezTo>
                  <a:pt x="80816" y="200547"/>
                  <a:pt x="80761" y="200569"/>
                  <a:pt x="80706" y="200569"/>
                </a:cubicBezTo>
                <a:cubicBezTo>
                  <a:pt x="80652" y="200569"/>
                  <a:pt x="80597" y="200547"/>
                  <a:pt x="80553" y="200503"/>
                </a:cubicBezTo>
                <a:lnTo>
                  <a:pt x="79147" y="199098"/>
                </a:lnTo>
                <a:cubicBezTo>
                  <a:pt x="79015" y="198922"/>
                  <a:pt x="78928" y="198746"/>
                  <a:pt x="78928" y="198527"/>
                </a:cubicBezTo>
                <a:cubicBezTo>
                  <a:pt x="78928" y="198307"/>
                  <a:pt x="79015" y="198131"/>
                  <a:pt x="79147" y="198000"/>
                </a:cubicBezTo>
                <a:lnTo>
                  <a:pt x="80553" y="196550"/>
                </a:lnTo>
                <a:cubicBezTo>
                  <a:pt x="80597" y="196528"/>
                  <a:pt x="80652" y="196517"/>
                  <a:pt x="80706" y="196517"/>
                </a:cubicBezTo>
                <a:close/>
                <a:moveTo>
                  <a:pt x="15461" y="1"/>
                </a:moveTo>
                <a:cubicBezTo>
                  <a:pt x="6940" y="1"/>
                  <a:pt x="1" y="6941"/>
                  <a:pt x="1" y="15461"/>
                </a:cubicBezTo>
                <a:lnTo>
                  <a:pt x="1" y="190884"/>
                </a:lnTo>
                <a:cubicBezTo>
                  <a:pt x="1" y="199405"/>
                  <a:pt x="6940" y="206345"/>
                  <a:pt x="15461" y="206345"/>
                </a:cubicBezTo>
                <a:lnTo>
                  <a:pt x="88019" y="206345"/>
                </a:lnTo>
                <a:cubicBezTo>
                  <a:pt x="96540" y="206345"/>
                  <a:pt x="103480" y="199405"/>
                  <a:pt x="103480" y="190884"/>
                </a:cubicBezTo>
                <a:lnTo>
                  <a:pt x="103480" y="15461"/>
                </a:lnTo>
                <a:cubicBezTo>
                  <a:pt x="103480" y="6941"/>
                  <a:pt x="96540" y="1"/>
                  <a:pt x="88019" y="1"/>
                </a:cubicBezTo>
                <a:close/>
              </a:path>
            </a:pathLst>
          </a:cu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400"/>
          </a:p>
        </p:txBody>
      </p:sp>
      <p:pic>
        <p:nvPicPr>
          <p:cNvPr id="785" name="Google Shape;785;p77"/>
          <p:cNvPicPr preferRelativeResize="0"/>
          <p:nvPr/>
        </p:nvPicPr>
        <p:blipFill rotWithShape="1">
          <a:blip r:embed="rId3">
            <a:alphaModFix/>
          </a:blip>
          <a:srcRect b="3661" l="4996" r="69223" t="15341"/>
          <a:stretch/>
        </p:blipFill>
        <p:spPr>
          <a:xfrm rot="344702">
            <a:off x="6119892" y="1280554"/>
            <a:ext cx="1461841" cy="2583143"/>
          </a:xfrm>
          <a:prstGeom prst="rect">
            <a:avLst/>
          </a:prstGeom>
          <a:noFill/>
          <a:ln cap="flat" cmpd="sng" w="19050">
            <a:solidFill>
              <a:schemeClr val="dk2"/>
            </a:solidFill>
            <a:prstDash val="solid"/>
            <a:round/>
            <a:headEnd len="sm" w="sm" type="none"/>
            <a:tailEnd len="sm" w="sm" type="none"/>
          </a:ln>
        </p:spPr>
      </p:pic>
      <p:sp>
        <p:nvSpPr>
          <p:cNvPr id="786" name="Google Shape;786;p77"/>
          <p:cNvSpPr txBox="1"/>
          <p:nvPr>
            <p:ph type="title"/>
          </p:nvPr>
        </p:nvSpPr>
        <p:spPr>
          <a:xfrm>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MOBILE </a:t>
            </a:r>
            <a:r>
              <a:rPr lang="en">
                <a:solidFill>
                  <a:schemeClr val="lt1"/>
                </a:solidFill>
              </a:rPr>
              <a:t>APP</a:t>
            </a:r>
            <a:endParaRPr>
              <a:solidFill>
                <a:schemeClr val="lt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784"/>
                                        </p:tgtEl>
                                        <p:attrNameLst>
                                          <p:attrName>style.visibility</p:attrName>
                                        </p:attrNameLst>
                                      </p:cBhvr>
                                      <p:to>
                                        <p:strVal val="visible"/>
                                      </p:to>
                                    </p:set>
                                    <p:anim calcmode="lin" valueType="num">
                                      <p:cBhvr additive="base">
                                        <p:cTn dur="1000"/>
                                        <p:tgtEl>
                                          <p:spTgt spid="784"/>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785"/>
                                        </p:tgtEl>
                                        <p:attrNameLst>
                                          <p:attrName>style.visibility</p:attrName>
                                        </p:attrNameLst>
                                      </p:cBhvr>
                                      <p:to>
                                        <p:strVal val="visible"/>
                                      </p:to>
                                    </p:set>
                                    <p:anim calcmode="lin" valueType="num">
                                      <p:cBhvr additive="base">
                                        <p:cTn dur="1000"/>
                                        <p:tgtEl>
                                          <p:spTgt spid="785"/>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0" name="Shape 790"/>
        <p:cNvGrpSpPr/>
        <p:nvPr/>
      </p:nvGrpSpPr>
      <p:grpSpPr>
        <a:xfrm>
          <a:off x="0" y="0"/>
          <a:ext cx="0" cy="0"/>
          <a:chOff x="0" y="0"/>
          <a:chExt cx="0" cy="0"/>
        </a:xfrm>
      </p:grpSpPr>
      <p:sp>
        <p:nvSpPr>
          <p:cNvPr id="791" name="Google Shape;791;p78"/>
          <p:cNvSpPr txBox="1"/>
          <p:nvPr>
            <p:ph idx="8"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1"/>
                </a:solidFill>
              </a:rPr>
              <a:t>SOLUTION</a:t>
            </a:r>
            <a:endParaRPr>
              <a:solidFill>
                <a:schemeClr val="lt1"/>
              </a:solidFill>
            </a:endParaRPr>
          </a:p>
        </p:txBody>
      </p:sp>
      <p:sp>
        <p:nvSpPr>
          <p:cNvPr id="792" name="Google Shape;792;p78"/>
          <p:cNvSpPr txBox="1"/>
          <p:nvPr>
            <p:ph idx="2" type="title"/>
          </p:nvPr>
        </p:nvSpPr>
        <p:spPr>
          <a:xfrm>
            <a:off x="5664001" y="3198000"/>
            <a:ext cx="2227200" cy="487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SATURN</a:t>
            </a:r>
            <a:endParaRPr/>
          </a:p>
        </p:txBody>
      </p:sp>
      <p:sp>
        <p:nvSpPr>
          <p:cNvPr id="793" name="Google Shape;793;p78"/>
          <p:cNvSpPr txBox="1"/>
          <p:nvPr>
            <p:ph idx="4" type="title"/>
          </p:nvPr>
        </p:nvSpPr>
        <p:spPr>
          <a:xfrm>
            <a:off x="1252726" y="1703625"/>
            <a:ext cx="2227200" cy="4875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r>
              <a:rPr lang="en"/>
              <a:t>MARS</a:t>
            </a:r>
            <a:endParaRPr/>
          </a:p>
        </p:txBody>
      </p:sp>
      <p:sp>
        <p:nvSpPr>
          <p:cNvPr id="794" name="Google Shape;794;p78"/>
          <p:cNvSpPr txBox="1"/>
          <p:nvPr>
            <p:ph idx="3" type="subTitle"/>
          </p:nvPr>
        </p:nvSpPr>
        <p:spPr>
          <a:xfrm>
            <a:off x="5664025" y="3629875"/>
            <a:ext cx="2508600" cy="661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Saturn </a:t>
            </a:r>
            <a:r>
              <a:rPr lang="en"/>
              <a:t>is a gas giant and has several rings</a:t>
            </a:r>
            <a:endParaRPr/>
          </a:p>
        </p:txBody>
      </p:sp>
      <p:sp>
        <p:nvSpPr>
          <p:cNvPr id="795" name="Google Shape;795;p78"/>
          <p:cNvSpPr txBox="1"/>
          <p:nvPr>
            <p:ph type="title"/>
          </p:nvPr>
        </p:nvSpPr>
        <p:spPr>
          <a:xfrm>
            <a:off x="5664001" y="1703625"/>
            <a:ext cx="2227200" cy="487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NEPTUNE</a:t>
            </a:r>
            <a:endParaRPr/>
          </a:p>
        </p:txBody>
      </p:sp>
      <p:sp>
        <p:nvSpPr>
          <p:cNvPr id="796" name="Google Shape;796;p78"/>
          <p:cNvSpPr txBox="1"/>
          <p:nvPr>
            <p:ph idx="1" type="subTitle"/>
          </p:nvPr>
        </p:nvSpPr>
        <p:spPr>
          <a:xfrm>
            <a:off x="5664053" y="2135500"/>
            <a:ext cx="2508600" cy="661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Neptune is the farthest planet from the Sun</a:t>
            </a:r>
            <a:endParaRPr/>
          </a:p>
        </p:txBody>
      </p:sp>
      <p:sp>
        <p:nvSpPr>
          <p:cNvPr id="797" name="Google Shape;797;p78"/>
          <p:cNvSpPr txBox="1"/>
          <p:nvPr>
            <p:ph idx="5" type="subTitle"/>
          </p:nvPr>
        </p:nvSpPr>
        <p:spPr>
          <a:xfrm>
            <a:off x="971503" y="2135500"/>
            <a:ext cx="2508600" cy="6618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Despite being red, Mars is actually a cold place</a:t>
            </a:r>
            <a:endParaRPr/>
          </a:p>
        </p:txBody>
      </p:sp>
      <p:sp>
        <p:nvSpPr>
          <p:cNvPr id="798" name="Google Shape;798;p78"/>
          <p:cNvSpPr txBox="1"/>
          <p:nvPr>
            <p:ph idx="6" type="title"/>
          </p:nvPr>
        </p:nvSpPr>
        <p:spPr>
          <a:xfrm>
            <a:off x="1252726" y="3198000"/>
            <a:ext cx="2227200" cy="4875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r>
              <a:rPr lang="en"/>
              <a:t>JUPITER</a:t>
            </a:r>
            <a:endParaRPr/>
          </a:p>
        </p:txBody>
      </p:sp>
      <p:sp>
        <p:nvSpPr>
          <p:cNvPr id="799" name="Google Shape;799;p78"/>
          <p:cNvSpPr txBox="1"/>
          <p:nvPr>
            <p:ph idx="7" type="subTitle"/>
          </p:nvPr>
        </p:nvSpPr>
        <p:spPr>
          <a:xfrm>
            <a:off x="971475" y="3629875"/>
            <a:ext cx="2508600" cy="6618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Jupiter is the biggest planet in the Solar System</a:t>
            </a:r>
            <a:endParaRPr/>
          </a:p>
        </p:txBody>
      </p:sp>
      <p:sp>
        <p:nvSpPr>
          <p:cNvPr id="800" name="Google Shape;800;p78"/>
          <p:cNvSpPr/>
          <p:nvPr/>
        </p:nvSpPr>
        <p:spPr>
          <a:xfrm flipH="1" rot="2054661">
            <a:off x="3878216" y="2775150"/>
            <a:ext cx="1387525" cy="1233006"/>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1">
              <a:alpha val="462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 name="Google Shape;801;p78"/>
          <p:cNvSpPr/>
          <p:nvPr/>
        </p:nvSpPr>
        <p:spPr>
          <a:xfrm flipH="1" rot="2054801">
            <a:off x="3638095" y="1712943"/>
            <a:ext cx="1730791" cy="1246865"/>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alpha val="66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02" name="Google Shape;802;p78"/>
          <p:cNvGrpSpPr/>
          <p:nvPr/>
        </p:nvGrpSpPr>
        <p:grpSpPr>
          <a:xfrm>
            <a:off x="3865808" y="3351665"/>
            <a:ext cx="433116" cy="439743"/>
            <a:chOff x="6260610" y="2865563"/>
            <a:chExt cx="335827" cy="340965"/>
          </a:xfrm>
        </p:grpSpPr>
        <p:sp>
          <p:nvSpPr>
            <p:cNvPr id="803" name="Google Shape;803;p78"/>
            <p:cNvSpPr/>
            <p:nvPr/>
          </p:nvSpPr>
          <p:spPr>
            <a:xfrm>
              <a:off x="6260610" y="2865563"/>
              <a:ext cx="335827" cy="340965"/>
            </a:xfrm>
            <a:custGeom>
              <a:rect b="b" l="l" r="r" t="t"/>
              <a:pathLst>
                <a:path extrusionOk="0" h="10617" w="10457">
                  <a:moveTo>
                    <a:pt x="5228" y="607"/>
                  </a:moveTo>
                  <a:cubicBezTo>
                    <a:pt x="7370" y="607"/>
                    <a:pt x="9243" y="2266"/>
                    <a:pt x="9760" y="4622"/>
                  </a:cubicBezTo>
                  <a:cubicBezTo>
                    <a:pt x="9850" y="5014"/>
                    <a:pt x="9618" y="5407"/>
                    <a:pt x="9261" y="5549"/>
                  </a:cubicBezTo>
                  <a:cubicBezTo>
                    <a:pt x="9189" y="4443"/>
                    <a:pt x="8779" y="3408"/>
                    <a:pt x="8101" y="2623"/>
                  </a:cubicBezTo>
                  <a:cubicBezTo>
                    <a:pt x="7334" y="1731"/>
                    <a:pt x="6317" y="1231"/>
                    <a:pt x="5228" y="1231"/>
                  </a:cubicBezTo>
                  <a:cubicBezTo>
                    <a:pt x="4140" y="1231"/>
                    <a:pt x="3123" y="1731"/>
                    <a:pt x="2356" y="2623"/>
                  </a:cubicBezTo>
                  <a:cubicBezTo>
                    <a:pt x="1678" y="3408"/>
                    <a:pt x="1267" y="4443"/>
                    <a:pt x="1196" y="5532"/>
                  </a:cubicBezTo>
                  <a:cubicBezTo>
                    <a:pt x="839" y="5407"/>
                    <a:pt x="607" y="5014"/>
                    <a:pt x="696" y="4622"/>
                  </a:cubicBezTo>
                  <a:cubicBezTo>
                    <a:pt x="1214" y="2266"/>
                    <a:pt x="3087" y="607"/>
                    <a:pt x="5228" y="607"/>
                  </a:cubicBezTo>
                  <a:close/>
                  <a:moveTo>
                    <a:pt x="5228" y="1856"/>
                  </a:moveTo>
                  <a:cubicBezTo>
                    <a:pt x="7120" y="1856"/>
                    <a:pt x="8654" y="3676"/>
                    <a:pt x="8654" y="5906"/>
                  </a:cubicBezTo>
                  <a:cubicBezTo>
                    <a:pt x="8654" y="8154"/>
                    <a:pt x="7120" y="9992"/>
                    <a:pt x="5228" y="9992"/>
                  </a:cubicBezTo>
                  <a:cubicBezTo>
                    <a:pt x="3337" y="9992"/>
                    <a:pt x="1803" y="8154"/>
                    <a:pt x="1803" y="5906"/>
                  </a:cubicBezTo>
                  <a:cubicBezTo>
                    <a:pt x="1803" y="3676"/>
                    <a:pt x="3337" y="1856"/>
                    <a:pt x="5228" y="1856"/>
                  </a:cubicBezTo>
                  <a:close/>
                  <a:moveTo>
                    <a:pt x="5228" y="0"/>
                  </a:moveTo>
                  <a:cubicBezTo>
                    <a:pt x="4015" y="0"/>
                    <a:pt x="2855" y="464"/>
                    <a:pt x="1928" y="1285"/>
                  </a:cubicBezTo>
                  <a:cubicBezTo>
                    <a:pt x="1018" y="2106"/>
                    <a:pt x="375" y="3230"/>
                    <a:pt x="90" y="4497"/>
                  </a:cubicBezTo>
                  <a:cubicBezTo>
                    <a:pt x="1" y="4907"/>
                    <a:pt x="108" y="5353"/>
                    <a:pt x="375" y="5692"/>
                  </a:cubicBezTo>
                  <a:cubicBezTo>
                    <a:pt x="589" y="5942"/>
                    <a:pt x="875" y="6120"/>
                    <a:pt x="1196" y="6192"/>
                  </a:cubicBezTo>
                  <a:cubicBezTo>
                    <a:pt x="1249" y="7316"/>
                    <a:pt x="1660" y="8386"/>
                    <a:pt x="2356" y="9207"/>
                  </a:cubicBezTo>
                  <a:cubicBezTo>
                    <a:pt x="3123" y="10117"/>
                    <a:pt x="4140" y="10617"/>
                    <a:pt x="5228" y="10617"/>
                  </a:cubicBezTo>
                  <a:cubicBezTo>
                    <a:pt x="6317" y="10617"/>
                    <a:pt x="7334" y="10117"/>
                    <a:pt x="8101" y="9207"/>
                  </a:cubicBezTo>
                  <a:cubicBezTo>
                    <a:pt x="8797" y="8386"/>
                    <a:pt x="9207" y="7316"/>
                    <a:pt x="9261" y="6192"/>
                  </a:cubicBezTo>
                  <a:cubicBezTo>
                    <a:pt x="9582" y="6120"/>
                    <a:pt x="9867" y="5942"/>
                    <a:pt x="10082" y="5692"/>
                  </a:cubicBezTo>
                  <a:cubicBezTo>
                    <a:pt x="10349" y="5353"/>
                    <a:pt x="10456" y="4907"/>
                    <a:pt x="10367" y="4497"/>
                  </a:cubicBezTo>
                  <a:cubicBezTo>
                    <a:pt x="10082" y="3230"/>
                    <a:pt x="9439" y="2106"/>
                    <a:pt x="8529" y="1285"/>
                  </a:cubicBezTo>
                  <a:cubicBezTo>
                    <a:pt x="7601" y="464"/>
                    <a:pt x="6442" y="0"/>
                    <a:pt x="522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 name="Google Shape;804;p78"/>
            <p:cNvSpPr/>
            <p:nvPr/>
          </p:nvSpPr>
          <p:spPr>
            <a:xfrm>
              <a:off x="6373494" y="3128585"/>
              <a:ext cx="109480" cy="37253"/>
            </a:xfrm>
            <a:custGeom>
              <a:rect b="b" l="l" r="r" t="t"/>
              <a:pathLst>
                <a:path extrusionOk="0" h="1160" w="3409">
                  <a:moveTo>
                    <a:pt x="429" y="0"/>
                  </a:moveTo>
                  <a:lnTo>
                    <a:pt x="1" y="446"/>
                  </a:lnTo>
                  <a:cubicBezTo>
                    <a:pt x="500" y="910"/>
                    <a:pt x="1089" y="1160"/>
                    <a:pt x="1713" y="1160"/>
                  </a:cubicBezTo>
                  <a:cubicBezTo>
                    <a:pt x="2338" y="1160"/>
                    <a:pt x="2927" y="910"/>
                    <a:pt x="3408" y="446"/>
                  </a:cubicBezTo>
                  <a:lnTo>
                    <a:pt x="2998" y="0"/>
                  </a:lnTo>
                  <a:cubicBezTo>
                    <a:pt x="2623" y="339"/>
                    <a:pt x="2177" y="535"/>
                    <a:pt x="1713" y="535"/>
                  </a:cubicBezTo>
                  <a:cubicBezTo>
                    <a:pt x="1249" y="535"/>
                    <a:pt x="803" y="339"/>
                    <a:pt x="42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78"/>
            <p:cNvSpPr/>
            <p:nvPr/>
          </p:nvSpPr>
          <p:spPr>
            <a:xfrm>
              <a:off x="6398704" y="2945786"/>
              <a:ext cx="59638" cy="60184"/>
            </a:xfrm>
            <a:custGeom>
              <a:rect b="b" l="l" r="r" t="t"/>
              <a:pathLst>
                <a:path extrusionOk="0" h="1874" w="1857">
                  <a:moveTo>
                    <a:pt x="928" y="625"/>
                  </a:moveTo>
                  <a:cubicBezTo>
                    <a:pt x="1107" y="625"/>
                    <a:pt x="1232" y="767"/>
                    <a:pt x="1232" y="928"/>
                  </a:cubicBezTo>
                  <a:cubicBezTo>
                    <a:pt x="1232" y="1107"/>
                    <a:pt x="1107" y="1249"/>
                    <a:pt x="928" y="1249"/>
                  </a:cubicBezTo>
                  <a:cubicBezTo>
                    <a:pt x="750" y="1249"/>
                    <a:pt x="625" y="1107"/>
                    <a:pt x="625" y="928"/>
                  </a:cubicBezTo>
                  <a:cubicBezTo>
                    <a:pt x="625" y="767"/>
                    <a:pt x="750" y="625"/>
                    <a:pt x="928" y="625"/>
                  </a:cubicBezTo>
                  <a:close/>
                  <a:moveTo>
                    <a:pt x="928" y="0"/>
                  </a:moveTo>
                  <a:cubicBezTo>
                    <a:pt x="411" y="0"/>
                    <a:pt x="1" y="428"/>
                    <a:pt x="1" y="928"/>
                  </a:cubicBezTo>
                  <a:cubicBezTo>
                    <a:pt x="1" y="1446"/>
                    <a:pt x="411" y="1874"/>
                    <a:pt x="928" y="1874"/>
                  </a:cubicBezTo>
                  <a:cubicBezTo>
                    <a:pt x="1446" y="1874"/>
                    <a:pt x="1856" y="1446"/>
                    <a:pt x="1856" y="928"/>
                  </a:cubicBezTo>
                  <a:cubicBezTo>
                    <a:pt x="1856" y="428"/>
                    <a:pt x="1446" y="0"/>
                    <a:pt x="92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78"/>
            <p:cNvSpPr/>
            <p:nvPr/>
          </p:nvSpPr>
          <p:spPr>
            <a:xfrm>
              <a:off x="6338553" y="3045471"/>
              <a:ext cx="179940" cy="80255"/>
            </a:xfrm>
            <a:custGeom>
              <a:rect b="b" l="l" r="r" t="t"/>
              <a:pathLst>
                <a:path extrusionOk="0" h="2499" w="5603">
                  <a:moveTo>
                    <a:pt x="1856" y="1"/>
                  </a:moveTo>
                  <a:lnTo>
                    <a:pt x="1856" y="929"/>
                  </a:lnTo>
                  <a:cubicBezTo>
                    <a:pt x="1856" y="1250"/>
                    <a:pt x="1606" y="1535"/>
                    <a:pt x="1285" y="1571"/>
                  </a:cubicBezTo>
                  <a:cubicBezTo>
                    <a:pt x="1274" y="1572"/>
                    <a:pt x="1264" y="1572"/>
                    <a:pt x="1253" y="1572"/>
                  </a:cubicBezTo>
                  <a:cubicBezTo>
                    <a:pt x="910" y="1572"/>
                    <a:pt x="625" y="1293"/>
                    <a:pt x="625" y="947"/>
                  </a:cubicBezTo>
                  <a:lnTo>
                    <a:pt x="0" y="947"/>
                  </a:lnTo>
                  <a:cubicBezTo>
                    <a:pt x="0" y="1625"/>
                    <a:pt x="553" y="2196"/>
                    <a:pt x="1231" y="2196"/>
                  </a:cubicBezTo>
                  <a:cubicBezTo>
                    <a:pt x="1499" y="2196"/>
                    <a:pt x="1749" y="2106"/>
                    <a:pt x="1945" y="1964"/>
                  </a:cubicBezTo>
                  <a:cubicBezTo>
                    <a:pt x="2106" y="2285"/>
                    <a:pt x="2427" y="2499"/>
                    <a:pt x="2801" y="2499"/>
                  </a:cubicBezTo>
                  <a:cubicBezTo>
                    <a:pt x="3158" y="2499"/>
                    <a:pt x="3497" y="2285"/>
                    <a:pt x="3640" y="1964"/>
                  </a:cubicBezTo>
                  <a:cubicBezTo>
                    <a:pt x="3836" y="2106"/>
                    <a:pt x="4086" y="2196"/>
                    <a:pt x="4354" y="2196"/>
                  </a:cubicBezTo>
                  <a:cubicBezTo>
                    <a:pt x="5032" y="2196"/>
                    <a:pt x="5603" y="1625"/>
                    <a:pt x="5603" y="947"/>
                  </a:cubicBezTo>
                  <a:lnTo>
                    <a:pt x="4978" y="947"/>
                  </a:lnTo>
                  <a:cubicBezTo>
                    <a:pt x="4978" y="1293"/>
                    <a:pt x="4693" y="1572"/>
                    <a:pt x="4333" y="1572"/>
                  </a:cubicBezTo>
                  <a:cubicBezTo>
                    <a:pt x="4322" y="1572"/>
                    <a:pt x="4311" y="1572"/>
                    <a:pt x="4300" y="1571"/>
                  </a:cubicBezTo>
                  <a:cubicBezTo>
                    <a:pt x="3979" y="1535"/>
                    <a:pt x="3729" y="1250"/>
                    <a:pt x="3729" y="929"/>
                  </a:cubicBezTo>
                  <a:lnTo>
                    <a:pt x="3729" y="1"/>
                  </a:lnTo>
                  <a:lnTo>
                    <a:pt x="3105" y="1"/>
                  </a:lnTo>
                  <a:lnTo>
                    <a:pt x="3105" y="1553"/>
                  </a:lnTo>
                  <a:cubicBezTo>
                    <a:pt x="3105" y="1714"/>
                    <a:pt x="2998" y="1857"/>
                    <a:pt x="2837" y="1874"/>
                  </a:cubicBezTo>
                  <a:cubicBezTo>
                    <a:pt x="2826" y="1875"/>
                    <a:pt x="2815" y="1876"/>
                    <a:pt x="2804" y="1876"/>
                  </a:cubicBezTo>
                  <a:cubicBezTo>
                    <a:pt x="2623" y="1876"/>
                    <a:pt x="2480" y="1739"/>
                    <a:pt x="2480" y="1571"/>
                  </a:cubicBezTo>
                  <a:lnTo>
                    <a:pt x="248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78"/>
            <p:cNvSpPr/>
            <p:nvPr/>
          </p:nvSpPr>
          <p:spPr>
            <a:xfrm>
              <a:off x="6460012" y="3005937"/>
              <a:ext cx="55623" cy="36707"/>
            </a:xfrm>
            <a:custGeom>
              <a:rect b="b" l="l" r="r" t="t"/>
              <a:pathLst>
                <a:path extrusionOk="0" h="1143" w="1732">
                  <a:moveTo>
                    <a:pt x="1" y="1"/>
                  </a:moveTo>
                  <a:lnTo>
                    <a:pt x="1" y="625"/>
                  </a:lnTo>
                  <a:cubicBezTo>
                    <a:pt x="500" y="625"/>
                    <a:pt x="946" y="804"/>
                    <a:pt x="1285" y="1143"/>
                  </a:cubicBezTo>
                  <a:lnTo>
                    <a:pt x="1731" y="714"/>
                  </a:lnTo>
                  <a:cubicBezTo>
                    <a:pt x="1268" y="251"/>
                    <a:pt x="661" y="1"/>
                    <a:pt x="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78"/>
            <p:cNvSpPr/>
            <p:nvPr/>
          </p:nvSpPr>
          <p:spPr>
            <a:xfrm>
              <a:off x="6341989" y="3005937"/>
              <a:ext cx="55045" cy="36707"/>
            </a:xfrm>
            <a:custGeom>
              <a:rect b="b" l="l" r="r" t="t"/>
              <a:pathLst>
                <a:path extrusionOk="0" h="1143" w="1714">
                  <a:moveTo>
                    <a:pt x="1713" y="1"/>
                  </a:moveTo>
                  <a:cubicBezTo>
                    <a:pt x="1071" y="1"/>
                    <a:pt x="446" y="251"/>
                    <a:pt x="0" y="714"/>
                  </a:cubicBezTo>
                  <a:lnTo>
                    <a:pt x="428" y="1143"/>
                  </a:lnTo>
                  <a:cubicBezTo>
                    <a:pt x="767" y="804"/>
                    <a:pt x="1231" y="625"/>
                    <a:pt x="1713" y="625"/>
                  </a:cubicBezTo>
                  <a:lnTo>
                    <a:pt x="1713"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09" name="Google Shape;809;p78"/>
          <p:cNvSpPr/>
          <p:nvPr/>
        </p:nvSpPr>
        <p:spPr>
          <a:xfrm>
            <a:off x="4938461" y="3351642"/>
            <a:ext cx="283834" cy="439771"/>
          </a:xfrm>
          <a:custGeom>
            <a:rect b="b" l="l" r="r" t="t"/>
            <a:pathLst>
              <a:path extrusionOk="0" h="10618" w="6853">
                <a:moveTo>
                  <a:pt x="4675" y="625"/>
                </a:moveTo>
                <a:cubicBezTo>
                  <a:pt x="4890" y="625"/>
                  <a:pt x="5104" y="911"/>
                  <a:pt x="5407" y="1089"/>
                </a:cubicBezTo>
                <a:lnTo>
                  <a:pt x="3890" y="3106"/>
                </a:lnTo>
                <a:lnTo>
                  <a:pt x="2963" y="3106"/>
                </a:lnTo>
                <a:lnTo>
                  <a:pt x="1446" y="1089"/>
                </a:lnTo>
                <a:cubicBezTo>
                  <a:pt x="1749" y="911"/>
                  <a:pt x="1963" y="625"/>
                  <a:pt x="2177" y="625"/>
                </a:cubicBezTo>
                <a:cubicBezTo>
                  <a:pt x="2320" y="625"/>
                  <a:pt x="2445" y="732"/>
                  <a:pt x="2606" y="857"/>
                </a:cubicBezTo>
                <a:cubicBezTo>
                  <a:pt x="2820" y="1036"/>
                  <a:pt x="3070" y="1250"/>
                  <a:pt x="3426" y="1250"/>
                </a:cubicBezTo>
                <a:cubicBezTo>
                  <a:pt x="3783" y="1250"/>
                  <a:pt x="4033" y="1036"/>
                  <a:pt x="4247" y="857"/>
                </a:cubicBezTo>
                <a:cubicBezTo>
                  <a:pt x="4408" y="732"/>
                  <a:pt x="4533" y="625"/>
                  <a:pt x="4675" y="625"/>
                </a:cubicBezTo>
                <a:close/>
                <a:moveTo>
                  <a:pt x="3980" y="3730"/>
                </a:moveTo>
                <a:cubicBezTo>
                  <a:pt x="5371" y="4462"/>
                  <a:pt x="6228" y="5871"/>
                  <a:pt x="6228" y="7441"/>
                </a:cubicBezTo>
                <a:lnTo>
                  <a:pt x="6228" y="7459"/>
                </a:lnTo>
                <a:lnTo>
                  <a:pt x="625" y="7459"/>
                </a:lnTo>
                <a:lnTo>
                  <a:pt x="625" y="7441"/>
                </a:lnTo>
                <a:cubicBezTo>
                  <a:pt x="625" y="5871"/>
                  <a:pt x="1482" y="4462"/>
                  <a:pt x="2873" y="3730"/>
                </a:cubicBezTo>
                <a:lnTo>
                  <a:pt x="3123" y="3730"/>
                </a:lnTo>
                <a:lnTo>
                  <a:pt x="3123" y="4355"/>
                </a:lnTo>
                <a:cubicBezTo>
                  <a:pt x="3123" y="5033"/>
                  <a:pt x="2552" y="5603"/>
                  <a:pt x="1874" y="5603"/>
                </a:cubicBezTo>
                <a:lnTo>
                  <a:pt x="1874" y="6228"/>
                </a:lnTo>
                <a:cubicBezTo>
                  <a:pt x="2516" y="6228"/>
                  <a:pt x="3087" y="5889"/>
                  <a:pt x="3426" y="5389"/>
                </a:cubicBezTo>
                <a:cubicBezTo>
                  <a:pt x="3765" y="5889"/>
                  <a:pt x="4336" y="6228"/>
                  <a:pt x="4979" y="6228"/>
                </a:cubicBezTo>
                <a:lnTo>
                  <a:pt x="4979" y="5603"/>
                </a:lnTo>
                <a:cubicBezTo>
                  <a:pt x="4301" y="5603"/>
                  <a:pt x="3730" y="5033"/>
                  <a:pt x="3730" y="4355"/>
                </a:cubicBezTo>
                <a:lnTo>
                  <a:pt x="3730" y="3730"/>
                </a:lnTo>
                <a:close/>
                <a:moveTo>
                  <a:pt x="1250" y="8084"/>
                </a:moveTo>
                <a:lnTo>
                  <a:pt x="1250" y="9939"/>
                </a:lnTo>
                <a:cubicBezTo>
                  <a:pt x="893" y="9814"/>
                  <a:pt x="625" y="9457"/>
                  <a:pt x="625" y="9065"/>
                </a:cubicBezTo>
                <a:lnTo>
                  <a:pt x="625" y="8084"/>
                </a:lnTo>
                <a:close/>
                <a:moveTo>
                  <a:pt x="6228" y="8084"/>
                </a:moveTo>
                <a:lnTo>
                  <a:pt x="6228" y="9065"/>
                </a:lnTo>
                <a:cubicBezTo>
                  <a:pt x="6228" y="9457"/>
                  <a:pt x="5960" y="9814"/>
                  <a:pt x="5603" y="9939"/>
                </a:cubicBezTo>
                <a:lnTo>
                  <a:pt x="5603" y="8084"/>
                </a:lnTo>
                <a:close/>
                <a:moveTo>
                  <a:pt x="2499" y="8084"/>
                </a:moveTo>
                <a:lnTo>
                  <a:pt x="2499" y="9993"/>
                </a:lnTo>
                <a:lnTo>
                  <a:pt x="1874" y="9993"/>
                </a:lnTo>
                <a:lnTo>
                  <a:pt x="1874" y="8084"/>
                </a:lnTo>
                <a:close/>
                <a:moveTo>
                  <a:pt x="3730" y="8084"/>
                </a:moveTo>
                <a:lnTo>
                  <a:pt x="3730" y="9993"/>
                </a:lnTo>
                <a:lnTo>
                  <a:pt x="3123" y="9993"/>
                </a:lnTo>
                <a:lnTo>
                  <a:pt x="3123" y="8084"/>
                </a:lnTo>
                <a:close/>
                <a:moveTo>
                  <a:pt x="4979" y="8084"/>
                </a:moveTo>
                <a:lnTo>
                  <a:pt x="4979" y="9993"/>
                </a:lnTo>
                <a:lnTo>
                  <a:pt x="4354" y="9993"/>
                </a:lnTo>
                <a:lnTo>
                  <a:pt x="4354" y="8084"/>
                </a:lnTo>
                <a:close/>
                <a:moveTo>
                  <a:pt x="2177" y="1"/>
                </a:moveTo>
                <a:cubicBezTo>
                  <a:pt x="1821" y="1"/>
                  <a:pt x="1571" y="215"/>
                  <a:pt x="1357" y="376"/>
                </a:cubicBezTo>
                <a:cubicBezTo>
                  <a:pt x="1214" y="518"/>
                  <a:pt x="1071" y="625"/>
                  <a:pt x="946" y="625"/>
                </a:cubicBezTo>
                <a:lnTo>
                  <a:pt x="322" y="625"/>
                </a:lnTo>
                <a:lnTo>
                  <a:pt x="2338" y="3320"/>
                </a:lnTo>
                <a:cubicBezTo>
                  <a:pt x="1678" y="3712"/>
                  <a:pt x="1125" y="4265"/>
                  <a:pt x="732" y="4908"/>
                </a:cubicBezTo>
                <a:cubicBezTo>
                  <a:pt x="250" y="5675"/>
                  <a:pt x="1" y="6549"/>
                  <a:pt x="1" y="7441"/>
                </a:cubicBezTo>
                <a:lnTo>
                  <a:pt x="1" y="9065"/>
                </a:lnTo>
                <a:cubicBezTo>
                  <a:pt x="1" y="9921"/>
                  <a:pt x="697" y="10617"/>
                  <a:pt x="1553" y="10617"/>
                </a:cubicBezTo>
                <a:lnTo>
                  <a:pt x="5300" y="10617"/>
                </a:lnTo>
                <a:cubicBezTo>
                  <a:pt x="6156" y="10617"/>
                  <a:pt x="6852" y="9921"/>
                  <a:pt x="6852" y="9065"/>
                </a:cubicBezTo>
                <a:lnTo>
                  <a:pt x="6852" y="7441"/>
                </a:lnTo>
                <a:cubicBezTo>
                  <a:pt x="6852" y="6549"/>
                  <a:pt x="6602" y="5675"/>
                  <a:pt x="6121" y="4908"/>
                </a:cubicBezTo>
                <a:cubicBezTo>
                  <a:pt x="5728" y="4265"/>
                  <a:pt x="5175" y="3712"/>
                  <a:pt x="4515" y="3320"/>
                </a:cubicBezTo>
                <a:lnTo>
                  <a:pt x="6531" y="625"/>
                </a:lnTo>
                <a:lnTo>
                  <a:pt x="5907" y="625"/>
                </a:lnTo>
                <a:cubicBezTo>
                  <a:pt x="5782" y="625"/>
                  <a:pt x="5639" y="518"/>
                  <a:pt x="5496" y="376"/>
                </a:cubicBezTo>
                <a:cubicBezTo>
                  <a:pt x="5282" y="215"/>
                  <a:pt x="5032" y="1"/>
                  <a:pt x="4675" y="1"/>
                </a:cubicBezTo>
                <a:cubicBezTo>
                  <a:pt x="4319" y="1"/>
                  <a:pt x="4051" y="215"/>
                  <a:pt x="3855" y="376"/>
                </a:cubicBezTo>
                <a:cubicBezTo>
                  <a:pt x="3694" y="518"/>
                  <a:pt x="3551" y="625"/>
                  <a:pt x="3426" y="625"/>
                </a:cubicBezTo>
                <a:cubicBezTo>
                  <a:pt x="3302" y="625"/>
                  <a:pt x="3159" y="518"/>
                  <a:pt x="2998" y="376"/>
                </a:cubicBezTo>
                <a:cubicBezTo>
                  <a:pt x="2802" y="215"/>
                  <a:pt x="2534" y="1"/>
                  <a:pt x="217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10" name="Google Shape;810;p78"/>
          <p:cNvGrpSpPr/>
          <p:nvPr/>
        </p:nvGrpSpPr>
        <p:grpSpPr>
          <a:xfrm>
            <a:off x="4860498" y="1864419"/>
            <a:ext cx="439743" cy="439784"/>
            <a:chOff x="4029870" y="2317167"/>
            <a:chExt cx="340965" cy="340997"/>
          </a:xfrm>
        </p:grpSpPr>
        <p:sp>
          <p:nvSpPr>
            <p:cNvPr id="811" name="Google Shape;811;p78"/>
            <p:cNvSpPr/>
            <p:nvPr/>
          </p:nvSpPr>
          <p:spPr>
            <a:xfrm>
              <a:off x="4029870" y="2317167"/>
              <a:ext cx="340965" cy="340997"/>
            </a:xfrm>
            <a:custGeom>
              <a:rect b="b" l="l" r="r" t="t"/>
              <a:pathLst>
                <a:path extrusionOk="0" h="10618" w="10617">
                  <a:moveTo>
                    <a:pt x="8743" y="625"/>
                  </a:moveTo>
                  <a:lnTo>
                    <a:pt x="8743" y="1250"/>
                  </a:lnTo>
                  <a:lnTo>
                    <a:pt x="1891" y="1250"/>
                  </a:lnTo>
                  <a:lnTo>
                    <a:pt x="1891" y="625"/>
                  </a:lnTo>
                  <a:close/>
                  <a:moveTo>
                    <a:pt x="7155" y="1874"/>
                  </a:moveTo>
                  <a:lnTo>
                    <a:pt x="6459" y="2731"/>
                  </a:lnTo>
                  <a:cubicBezTo>
                    <a:pt x="6120" y="2570"/>
                    <a:pt x="5728" y="2481"/>
                    <a:pt x="5317" y="2481"/>
                  </a:cubicBezTo>
                  <a:cubicBezTo>
                    <a:pt x="4907" y="2481"/>
                    <a:pt x="4514" y="2570"/>
                    <a:pt x="4175" y="2731"/>
                  </a:cubicBezTo>
                  <a:lnTo>
                    <a:pt x="3479" y="1874"/>
                  </a:lnTo>
                  <a:close/>
                  <a:moveTo>
                    <a:pt x="5317" y="3106"/>
                  </a:moveTo>
                  <a:cubicBezTo>
                    <a:pt x="6513" y="3106"/>
                    <a:pt x="7494" y="4087"/>
                    <a:pt x="7494" y="5282"/>
                  </a:cubicBezTo>
                  <a:cubicBezTo>
                    <a:pt x="7494" y="6496"/>
                    <a:pt x="6513" y="7459"/>
                    <a:pt x="5317" y="7459"/>
                  </a:cubicBezTo>
                  <a:cubicBezTo>
                    <a:pt x="4122" y="7459"/>
                    <a:pt x="3140" y="6496"/>
                    <a:pt x="3140" y="5282"/>
                  </a:cubicBezTo>
                  <a:cubicBezTo>
                    <a:pt x="3140" y="4087"/>
                    <a:pt x="4122" y="3106"/>
                    <a:pt x="5317" y="3106"/>
                  </a:cubicBezTo>
                  <a:close/>
                  <a:moveTo>
                    <a:pt x="8743" y="1874"/>
                  </a:moveTo>
                  <a:lnTo>
                    <a:pt x="8743" y="8744"/>
                  </a:lnTo>
                  <a:lnTo>
                    <a:pt x="1891" y="8744"/>
                  </a:lnTo>
                  <a:lnTo>
                    <a:pt x="1891" y="1874"/>
                  </a:lnTo>
                  <a:lnTo>
                    <a:pt x="2676" y="1874"/>
                  </a:lnTo>
                  <a:lnTo>
                    <a:pt x="3622" y="3052"/>
                  </a:lnTo>
                  <a:cubicBezTo>
                    <a:pt x="2926" y="3587"/>
                    <a:pt x="2498" y="4426"/>
                    <a:pt x="2516" y="5372"/>
                  </a:cubicBezTo>
                  <a:cubicBezTo>
                    <a:pt x="2552" y="6835"/>
                    <a:pt x="3747" y="8048"/>
                    <a:pt x="5228" y="8084"/>
                  </a:cubicBezTo>
                  <a:cubicBezTo>
                    <a:pt x="5260" y="8085"/>
                    <a:pt x="5292" y="8085"/>
                    <a:pt x="5324" y="8085"/>
                  </a:cubicBezTo>
                  <a:cubicBezTo>
                    <a:pt x="6868" y="8085"/>
                    <a:pt x="8118" y="6821"/>
                    <a:pt x="8118" y="5282"/>
                  </a:cubicBezTo>
                  <a:cubicBezTo>
                    <a:pt x="8118" y="4372"/>
                    <a:pt x="7672" y="3569"/>
                    <a:pt x="6994" y="3052"/>
                  </a:cubicBezTo>
                  <a:lnTo>
                    <a:pt x="7958" y="1874"/>
                  </a:lnTo>
                  <a:close/>
                  <a:moveTo>
                    <a:pt x="8743" y="9368"/>
                  </a:moveTo>
                  <a:lnTo>
                    <a:pt x="8743" y="9993"/>
                  </a:lnTo>
                  <a:lnTo>
                    <a:pt x="1891" y="9993"/>
                  </a:lnTo>
                  <a:lnTo>
                    <a:pt x="1891" y="9368"/>
                  </a:lnTo>
                  <a:close/>
                  <a:moveTo>
                    <a:pt x="0" y="1"/>
                  </a:moveTo>
                  <a:lnTo>
                    <a:pt x="0" y="625"/>
                  </a:lnTo>
                  <a:lnTo>
                    <a:pt x="1267" y="625"/>
                  </a:lnTo>
                  <a:lnTo>
                    <a:pt x="1267" y="1250"/>
                  </a:lnTo>
                  <a:lnTo>
                    <a:pt x="642" y="1250"/>
                  </a:lnTo>
                  <a:lnTo>
                    <a:pt x="642" y="1874"/>
                  </a:lnTo>
                  <a:lnTo>
                    <a:pt x="1267" y="1874"/>
                  </a:lnTo>
                  <a:lnTo>
                    <a:pt x="1267" y="9993"/>
                  </a:lnTo>
                  <a:lnTo>
                    <a:pt x="642" y="9993"/>
                  </a:lnTo>
                  <a:lnTo>
                    <a:pt x="642" y="10617"/>
                  </a:lnTo>
                  <a:lnTo>
                    <a:pt x="9974" y="10617"/>
                  </a:lnTo>
                  <a:lnTo>
                    <a:pt x="9974" y="9993"/>
                  </a:lnTo>
                  <a:lnTo>
                    <a:pt x="9367" y="9993"/>
                  </a:lnTo>
                  <a:lnTo>
                    <a:pt x="9367" y="1874"/>
                  </a:lnTo>
                  <a:lnTo>
                    <a:pt x="9974" y="1874"/>
                  </a:lnTo>
                  <a:lnTo>
                    <a:pt x="9974" y="1250"/>
                  </a:lnTo>
                  <a:lnTo>
                    <a:pt x="9367" y="1250"/>
                  </a:lnTo>
                  <a:lnTo>
                    <a:pt x="9367" y="625"/>
                  </a:lnTo>
                  <a:lnTo>
                    <a:pt x="10616" y="625"/>
                  </a:lnTo>
                  <a:lnTo>
                    <a:pt x="1061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78"/>
            <p:cNvSpPr/>
            <p:nvPr/>
          </p:nvSpPr>
          <p:spPr>
            <a:xfrm>
              <a:off x="4150751" y="2436956"/>
              <a:ext cx="99749" cy="99717"/>
            </a:xfrm>
            <a:custGeom>
              <a:rect b="b" l="l" r="r" t="t"/>
              <a:pathLst>
                <a:path extrusionOk="0" h="3105" w="3106">
                  <a:moveTo>
                    <a:pt x="1553" y="625"/>
                  </a:moveTo>
                  <a:cubicBezTo>
                    <a:pt x="2071" y="625"/>
                    <a:pt x="2481" y="1035"/>
                    <a:pt x="2481" y="1552"/>
                  </a:cubicBezTo>
                  <a:cubicBezTo>
                    <a:pt x="2481" y="2070"/>
                    <a:pt x="2071" y="2498"/>
                    <a:pt x="1553" y="2498"/>
                  </a:cubicBezTo>
                  <a:cubicBezTo>
                    <a:pt x="1036" y="2498"/>
                    <a:pt x="625" y="2070"/>
                    <a:pt x="625" y="1552"/>
                  </a:cubicBezTo>
                  <a:cubicBezTo>
                    <a:pt x="625" y="1035"/>
                    <a:pt x="1036" y="625"/>
                    <a:pt x="1553" y="625"/>
                  </a:cubicBezTo>
                  <a:close/>
                  <a:moveTo>
                    <a:pt x="1553" y="0"/>
                  </a:moveTo>
                  <a:cubicBezTo>
                    <a:pt x="697" y="0"/>
                    <a:pt x="1" y="696"/>
                    <a:pt x="1" y="1552"/>
                  </a:cubicBezTo>
                  <a:cubicBezTo>
                    <a:pt x="1" y="2409"/>
                    <a:pt x="697" y="3105"/>
                    <a:pt x="1553" y="3105"/>
                  </a:cubicBezTo>
                  <a:cubicBezTo>
                    <a:pt x="2410" y="3105"/>
                    <a:pt x="3105" y="2409"/>
                    <a:pt x="3105" y="1552"/>
                  </a:cubicBezTo>
                  <a:cubicBezTo>
                    <a:pt x="3105" y="696"/>
                    <a:pt x="2410" y="0"/>
                    <a:pt x="155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3" name="Google Shape;813;p78"/>
          <p:cNvGrpSpPr/>
          <p:nvPr/>
        </p:nvGrpSpPr>
        <p:grpSpPr>
          <a:xfrm>
            <a:off x="3914568" y="1864419"/>
            <a:ext cx="335574" cy="439784"/>
            <a:chOff x="3327900" y="2317167"/>
            <a:chExt cx="260196" cy="340997"/>
          </a:xfrm>
        </p:grpSpPr>
        <p:sp>
          <p:nvSpPr>
            <p:cNvPr id="814" name="Google Shape;814;p78"/>
            <p:cNvSpPr/>
            <p:nvPr/>
          </p:nvSpPr>
          <p:spPr>
            <a:xfrm>
              <a:off x="3408123" y="2396844"/>
              <a:ext cx="99749" cy="100295"/>
            </a:xfrm>
            <a:custGeom>
              <a:rect b="b" l="l" r="r" t="t"/>
              <a:pathLst>
                <a:path extrusionOk="0" h="3123" w="3106">
                  <a:moveTo>
                    <a:pt x="1553" y="625"/>
                  </a:moveTo>
                  <a:cubicBezTo>
                    <a:pt x="2071" y="625"/>
                    <a:pt x="2481" y="1053"/>
                    <a:pt x="2481" y="1570"/>
                  </a:cubicBezTo>
                  <a:cubicBezTo>
                    <a:pt x="2481" y="1731"/>
                    <a:pt x="2338" y="1874"/>
                    <a:pt x="2178" y="1874"/>
                  </a:cubicBezTo>
                  <a:cubicBezTo>
                    <a:pt x="1999" y="1874"/>
                    <a:pt x="1856" y="1731"/>
                    <a:pt x="1856" y="1570"/>
                  </a:cubicBezTo>
                  <a:cubicBezTo>
                    <a:pt x="1856" y="1160"/>
                    <a:pt x="1607" y="803"/>
                    <a:pt x="1232" y="678"/>
                  </a:cubicBezTo>
                  <a:cubicBezTo>
                    <a:pt x="1339" y="642"/>
                    <a:pt x="1446" y="625"/>
                    <a:pt x="1553" y="625"/>
                  </a:cubicBezTo>
                  <a:close/>
                  <a:moveTo>
                    <a:pt x="929" y="1249"/>
                  </a:moveTo>
                  <a:cubicBezTo>
                    <a:pt x="1107" y="1249"/>
                    <a:pt x="1232" y="1392"/>
                    <a:pt x="1232" y="1570"/>
                  </a:cubicBezTo>
                  <a:cubicBezTo>
                    <a:pt x="1232" y="1963"/>
                    <a:pt x="1500" y="2320"/>
                    <a:pt x="1856" y="2444"/>
                  </a:cubicBezTo>
                  <a:cubicBezTo>
                    <a:pt x="1767" y="2480"/>
                    <a:pt x="1660" y="2498"/>
                    <a:pt x="1553" y="2498"/>
                  </a:cubicBezTo>
                  <a:cubicBezTo>
                    <a:pt x="1036" y="2498"/>
                    <a:pt x="625" y="2070"/>
                    <a:pt x="625" y="1570"/>
                  </a:cubicBezTo>
                  <a:cubicBezTo>
                    <a:pt x="625" y="1392"/>
                    <a:pt x="750" y="1249"/>
                    <a:pt x="929" y="1249"/>
                  </a:cubicBezTo>
                  <a:close/>
                  <a:moveTo>
                    <a:pt x="1553" y="0"/>
                  </a:moveTo>
                  <a:cubicBezTo>
                    <a:pt x="697" y="0"/>
                    <a:pt x="1" y="714"/>
                    <a:pt x="1" y="1570"/>
                  </a:cubicBezTo>
                  <a:cubicBezTo>
                    <a:pt x="1" y="2427"/>
                    <a:pt x="697" y="3122"/>
                    <a:pt x="1553" y="3122"/>
                  </a:cubicBezTo>
                  <a:cubicBezTo>
                    <a:pt x="2410" y="3122"/>
                    <a:pt x="3105" y="2409"/>
                    <a:pt x="3105" y="1570"/>
                  </a:cubicBezTo>
                  <a:cubicBezTo>
                    <a:pt x="3105" y="696"/>
                    <a:pt x="2410" y="0"/>
                    <a:pt x="155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78"/>
            <p:cNvSpPr/>
            <p:nvPr/>
          </p:nvSpPr>
          <p:spPr>
            <a:xfrm>
              <a:off x="3327900" y="2317167"/>
              <a:ext cx="260196" cy="340997"/>
            </a:xfrm>
            <a:custGeom>
              <a:rect b="b" l="l" r="r" t="t"/>
              <a:pathLst>
                <a:path extrusionOk="0" h="10618" w="8102">
                  <a:moveTo>
                    <a:pt x="4051" y="621"/>
                  </a:moveTo>
                  <a:cubicBezTo>
                    <a:pt x="4395" y="621"/>
                    <a:pt x="4738" y="670"/>
                    <a:pt x="5068" y="768"/>
                  </a:cubicBezTo>
                  <a:lnTo>
                    <a:pt x="4818" y="1357"/>
                  </a:lnTo>
                  <a:cubicBezTo>
                    <a:pt x="4569" y="1286"/>
                    <a:pt x="4310" y="1250"/>
                    <a:pt x="4049" y="1250"/>
                  </a:cubicBezTo>
                  <a:cubicBezTo>
                    <a:pt x="3788" y="1250"/>
                    <a:pt x="3525" y="1286"/>
                    <a:pt x="3266" y="1357"/>
                  </a:cubicBezTo>
                  <a:lnTo>
                    <a:pt x="3034" y="768"/>
                  </a:lnTo>
                  <a:cubicBezTo>
                    <a:pt x="3364" y="670"/>
                    <a:pt x="3708" y="621"/>
                    <a:pt x="4051" y="621"/>
                  </a:cubicBezTo>
                  <a:close/>
                  <a:moveTo>
                    <a:pt x="2463" y="1018"/>
                  </a:moveTo>
                  <a:lnTo>
                    <a:pt x="2695" y="1589"/>
                  </a:lnTo>
                  <a:cubicBezTo>
                    <a:pt x="2231" y="1839"/>
                    <a:pt x="1856" y="2231"/>
                    <a:pt x="1607" y="2695"/>
                  </a:cubicBezTo>
                  <a:lnTo>
                    <a:pt x="1018" y="2445"/>
                  </a:lnTo>
                  <a:cubicBezTo>
                    <a:pt x="1339" y="1839"/>
                    <a:pt x="1839" y="1339"/>
                    <a:pt x="2463" y="1018"/>
                  </a:cubicBezTo>
                  <a:close/>
                  <a:moveTo>
                    <a:pt x="5639" y="1018"/>
                  </a:moveTo>
                  <a:cubicBezTo>
                    <a:pt x="6246" y="1339"/>
                    <a:pt x="6763" y="1839"/>
                    <a:pt x="7084" y="2445"/>
                  </a:cubicBezTo>
                  <a:lnTo>
                    <a:pt x="6496" y="2695"/>
                  </a:lnTo>
                  <a:cubicBezTo>
                    <a:pt x="6246" y="2231"/>
                    <a:pt x="5871" y="1839"/>
                    <a:pt x="5407" y="1589"/>
                  </a:cubicBezTo>
                  <a:lnTo>
                    <a:pt x="5639" y="1018"/>
                  </a:lnTo>
                  <a:close/>
                  <a:moveTo>
                    <a:pt x="786" y="3034"/>
                  </a:moveTo>
                  <a:lnTo>
                    <a:pt x="1357" y="3266"/>
                  </a:lnTo>
                  <a:cubicBezTo>
                    <a:pt x="1214" y="3766"/>
                    <a:pt x="1214" y="4319"/>
                    <a:pt x="1357" y="4818"/>
                  </a:cubicBezTo>
                  <a:lnTo>
                    <a:pt x="786" y="5050"/>
                  </a:lnTo>
                  <a:cubicBezTo>
                    <a:pt x="572" y="4408"/>
                    <a:pt x="572" y="3694"/>
                    <a:pt x="786" y="3034"/>
                  </a:cubicBezTo>
                  <a:close/>
                  <a:moveTo>
                    <a:pt x="7316" y="3034"/>
                  </a:moveTo>
                  <a:cubicBezTo>
                    <a:pt x="7530" y="3694"/>
                    <a:pt x="7530" y="4408"/>
                    <a:pt x="7316" y="5050"/>
                  </a:cubicBezTo>
                  <a:lnTo>
                    <a:pt x="6745" y="4818"/>
                  </a:lnTo>
                  <a:cubicBezTo>
                    <a:pt x="6888" y="4319"/>
                    <a:pt x="6888" y="3766"/>
                    <a:pt x="6745" y="3266"/>
                  </a:cubicBezTo>
                  <a:lnTo>
                    <a:pt x="7316" y="3034"/>
                  </a:lnTo>
                  <a:close/>
                  <a:moveTo>
                    <a:pt x="4051" y="1874"/>
                  </a:moveTo>
                  <a:cubicBezTo>
                    <a:pt x="5247" y="1874"/>
                    <a:pt x="6228" y="2838"/>
                    <a:pt x="6228" y="4051"/>
                  </a:cubicBezTo>
                  <a:cubicBezTo>
                    <a:pt x="6228" y="5247"/>
                    <a:pt x="5247" y="6228"/>
                    <a:pt x="4051" y="6228"/>
                  </a:cubicBezTo>
                  <a:cubicBezTo>
                    <a:pt x="2856" y="6228"/>
                    <a:pt x="1874" y="5247"/>
                    <a:pt x="1874" y="4051"/>
                  </a:cubicBezTo>
                  <a:cubicBezTo>
                    <a:pt x="1874" y="2838"/>
                    <a:pt x="2856" y="1874"/>
                    <a:pt x="4051" y="1874"/>
                  </a:cubicBezTo>
                  <a:close/>
                  <a:moveTo>
                    <a:pt x="1607" y="5389"/>
                  </a:moveTo>
                  <a:cubicBezTo>
                    <a:pt x="1856" y="5853"/>
                    <a:pt x="2231" y="6246"/>
                    <a:pt x="2695" y="6496"/>
                  </a:cubicBezTo>
                  <a:lnTo>
                    <a:pt x="2463" y="7067"/>
                  </a:lnTo>
                  <a:cubicBezTo>
                    <a:pt x="1839" y="6745"/>
                    <a:pt x="1339" y="6246"/>
                    <a:pt x="1018" y="5639"/>
                  </a:cubicBezTo>
                  <a:lnTo>
                    <a:pt x="1607" y="5389"/>
                  </a:lnTo>
                  <a:close/>
                  <a:moveTo>
                    <a:pt x="6496" y="5389"/>
                  </a:moveTo>
                  <a:lnTo>
                    <a:pt x="7084" y="5639"/>
                  </a:lnTo>
                  <a:cubicBezTo>
                    <a:pt x="6763" y="6246"/>
                    <a:pt x="6246" y="6745"/>
                    <a:pt x="5639" y="7067"/>
                  </a:cubicBezTo>
                  <a:lnTo>
                    <a:pt x="5407" y="6496"/>
                  </a:lnTo>
                  <a:cubicBezTo>
                    <a:pt x="5871" y="6246"/>
                    <a:pt x="6246" y="5853"/>
                    <a:pt x="6496" y="5389"/>
                  </a:cubicBezTo>
                  <a:close/>
                  <a:moveTo>
                    <a:pt x="4818" y="6728"/>
                  </a:moveTo>
                  <a:lnTo>
                    <a:pt x="5068" y="7316"/>
                  </a:lnTo>
                  <a:cubicBezTo>
                    <a:pt x="4738" y="7415"/>
                    <a:pt x="4395" y="7464"/>
                    <a:pt x="4051" y="7464"/>
                  </a:cubicBezTo>
                  <a:cubicBezTo>
                    <a:pt x="3708" y="7464"/>
                    <a:pt x="3364" y="7415"/>
                    <a:pt x="3034" y="7316"/>
                  </a:cubicBezTo>
                  <a:lnTo>
                    <a:pt x="3266" y="6728"/>
                  </a:lnTo>
                  <a:cubicBezTo>
                    <a:pt x="3525" y="6799"/>
                    <a:pt x="3788" y="6835"/>
                    <a:pt x="4049" y="6835"/>
                  </a:cubicBezTo>
                  <a:cubicBezTo>
                    <a:pt x="4310" y="6835"/>
                    <a:pt x="4569" y="6799"/>
                    <a:pt x="4818" y="6728"/>
                  </a:cubicBezTo>
                  <a:close/>
                  <a:moveTo>
                    <a:pt x="6228" y="7441"/>
                  </a:moveTo>
                  <a:lnTo>
                    <a:pt x="6228" y="8726"/>
                  </a:lnTo>
                  <a:lnTo>
                    <a:pt x="1874" y="8726"/>
                  </a:lnTo>
                  <a:lnTo>
                    <a:pt x="1874" y="7441"/>
                  </a:lnTo>
                  <a:cubicBezTo>
                    <a:pt x="2499" y="7852"/>
                    <a:pt x="3248" y="8084"/>
                    <a:pt x="4051" y="8084"/>
                  </a:cubicBezTo>
                  <a:cubicBezTo>
                    <a:pt x="4854" y="8084"/>
                    <a:pt x="5603" y="7852"/>
                    <a:pt x="6228" y="7441"/>
                  </a:cubicBezTo>
                  <a:close/>
                  <a:moveTo>
                    <a:pt x="4051" y="1"/>
                  </a:moveTo>
                  <a:cubicBezTo>
                    <a:pt x="1821" y="1"/>
                    <a:pt x="1" y="1821"/>
                    <a:pt x="1" y="4051"/>
                  </a:cubicBezTo>
                  <a:cubicBezTo>
                    <a:pt x="1" y="5193"/>
                    <a:pt x="483" y="6228"/>
                    <a:pt x="1250" y="6960"/>
                  </a:cubicBezTo>
                  <a:lnTo>
                    <a:pt x="1250" y="8726"/>
                  </a:lnTo>
                  <a:lnTo>
                    <a:pt x="625" y="8726"/>
                  </a:lnTo>
                  <a:lnTo>
                    <a:pt x="625" y="9350"/>
                  </a:lnTo>
                  <a:lnTo>
                    <a:pt x="1250" y="9350"/>
                  </a:lnTo>
                  <a:lnTo>
                    <a:pt x="1250" y="10617"/>
                  </a:lnTo>
                  <a:lnTo>
                    <a:pt x="1874" y="10617"/>
                  </a:lnTo>
                  <a:lnTo>
                    <a:pt x="1874" y="9350"/>
                  </a:lnTo>
                  <a:lnTo>
                    <a:pt x="6228" y="9350"/>
                  </a:lnTo>
                  <a:lnTo>
                    <a:pt x="6228" y="10617"/>
                  </a:lnTo>
                  <a:lnTo>
                    <a:pt x="6852" y="10617"/>
                  </a:lnTo>
                  <a:lnTo>
                    <a:pt x="6852" y="9350"/>
                  </a:lnTo>
                  <a:lnTo>
                    <a:pt x="7477" y="9350"/>
                  </a:lnTo>
                  <a:lnTo>
                    <a:pt x="7477" y="8726"/>
                  </a:lnTo>
                  <a:lnTo>
                    <a:pt x="6852" y="8726"/>
                  </a:lnTo>
                  <a:lnTo>
                    <a:pt x="6852" y="6960"/>
                  </a:lnTo>
                  <a:cubicBezTo>
                    <a:pt x="7620" y="6228"/>
                    <a:pt x="8101" y="5193"/>
                    <a:pt x="8101" y="4051"/>
                  </a:cubicBezTo>
                  <a:cubicBezTo>
                    <a:pt x="8101" y="1821"/>
                    <a:pt x="6281" y="1"/>
                    <a:pt x="405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9" name="Shape 819"/>
        <p:cNvGrpSpPr/>
        <p:nvPr/>
      </p:nvGrpSpPr>
      <p:grpSpPr>
        <a:xfrm>
          <a:off x="0" y="0"/>
          <a:ext cx="0" cy="0"/>
          <a:chOff x="0" y="0"/>
          <a:chExt cx="0" cy="0"/>
        </a:xfrm>
      </p:grpSpPr>
      <p:sp>
        <p:nvSpPr>
          <p:cNvPr id="820" name="Google Shape;820;p79"/>
          <p:cNvSpPr txBox="1"/>
          <p:nvPr>
            <p:ph type="title"/>
          </p:nvPr>
        </p:nvSpPr>
        <p:spPr>
          <a:xfrm>
            <a:off x="4633263" y="2692525"/>
            <a:ext cx="1788600" cy="4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NEPTUNE</a:t>
            </a:r>
            <a:endParaRPr/>
          </a:p>
        </p:txBody>
      </p:sp>
      <p:sp>
        <p:nvSpPr>
          <p:cNvPr id="821" name="Google Shape;821;p79"/>
          <p:cNvSpPr txBox="1"/>
          <p:nvPr>
            <p:ph idx="1" type="subTitle"/>
          </p:nvPr>
        </p:nvSpPr>
        <p:spPr>
          <a:xfrm>
            <a:off x="4633297" y="3124400"/>
            <a:ext cx="1788600" cy="8445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Neptune is the farthest planet from the Sun</a:t>
            </a:r>
            <a:endParaRPr/>
          </a:p>
        </p:txBody>
      </p:sp>
      <p:sp>
        <p:nvSpPr>
          <p:cNvPr id="822" name="Google Shape;822;p79"/>
          <p:cNvSpPr txBox="1"/>
          <p:nvPr>
            <p:ph idx="2" type="title"/>
          </p:nvPr>
        </p:nvSpPr>
        <p:spPr>
          <a:xfrm>
            <a:off x="6544613" y="2692525"/>
            <a:ext cx="1788600" cy="4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SATURN</a:t>
            </a:r>
            <a:endParaRPr/>
          </a:p>
        </p:txBody>
      </p:sp>
      <p:sp>
        <p:nvSpPr>
          <p:cNvPr id="823" name="Google Shape;823;p79"/>
          <p:cNvSpPr txBox="1"/>
          <p:nvPr>
            <p:ph idx="3" type="subTitle"/>
          </p:nvPr>
        </p:nvSpPr>
        <p:spPr>
          <a:xfrm>
            <a:off x="6544625" y="3124400"/>
            <a:ext cx="1788600" cy="8445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Saturn is a gas giant and has several rings</a:t>
            </a:r>
            <a:endParaRPr/>
          </a:p>
        </p:txBody>
      </p:sp>
      <p:sp>
        <p:nvSpPr>
          <p:cNvPr id="824" name="Google Shape;824;p79"/>
          <p:cNvSpPr txBox="1"/>
          <p:nvPr>
            <p:ph idx="5" type="subTitle"/>
          </p:nvPr>
        </p:nvSpPr>
        <p:spPr>
          <a:xfrm>
            <a:off x="2722019" y="3124400"/>
            <a:ext cx="1788600" cy="8445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Jupiter is the biggest planet in the Solar System</a:t>
            </a:r>
            <a:endParaRPr/>
          </a:p>
        </p:txBody>
      </p:sp>
      <p:sp>
        <p:nvSpPr>
          <p:cNvPr id="825" name="Google Shape;825;p79"/>
          <p:cNvSpPr txBox="1"/>
          <p:nvPr>
            <p:ph idx="6" type="title"/>
          </p:nvPr>
        </p:nvSpPr>
        <p:spPr>
          <a:xfrm>
            <a:off x="810613" y="2692525"/>
            <a:ext cx="1788600" cy="4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MARS</a:t>
            </a:r>
            <a:endParaRPr/>
          </a:p>
        </p:txBody>
      </p:sp>
      <p:sp>
        <p:nvSpPr>
          <p:cNvPr id="826" name="Google Shape;826;p79"/>
          <p:cNvSpPr txBox="1"/>
          <p:nvPr>
            <p:ph idx="7" type="subTitle"/>
          </p:nvPr>
        </p:nvSpPr>
        <p:spPr>
          <a:xfrm>
            <a:off x="810750" y="3124400"/>
            <a:ext cx="1788600" cy="8445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Despite being red, Mars is actually a cold place</a:t>
            </a:r>
            <a:endParaRPr/>
          </a:p>
        </p:txBody>
      </p:sp>
      <p:sp>
        <p:nvSpPr>
          <p:cNvPr id="827" name="Google Shape;827;p79"/>
          <p:cNvSpPr txBox="1"/>
          <p:nvPr>
            <p:ph idx="4" type="title"/>
          </p:nvPr>
        </p:nvSpPr>
        <p:spPr>
          <a:xfrm>
            <a:off x="2721863" y="2692525"/>
            <a:ext cx="1788600" cy="4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JUPITER</a:t>
            </a:r>
            <a:endParaRPr/>
          </a:p>
        </p:txBody>
      </p:sp>
      <p:sp>
        <p:nvSpPr>
          <p:cNvPr id="828" name="Google Shape;828;p79"/>
          <p:cNvSpPr txBox="1"/>
          <p:nvPr>
            <p:ph idx="8"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FOUR COLUMNS</a:t>
            </a:r>
            <a:endParaRPr/>
          </a:p>
        </p:txBody>
      </p:sp>
      <p:grpSp>
        <p:nvGrpSpPr>
          <p:cNvPr id="829" name="Google Shape;829;p79"/>
          <p:cNvGrpSpPr/>
          <p:nvPr/>
        </p:nvGrpSpPr>
        <p:grpSpPr>
          <a:xfrm>
            <a:off x="1485142" y="2063481"/>
            <a:ext cx="439814" cy="439771"/>
            <a:chOff x="1458600" y="2266000"/>
            <a:chExt cx="258425" cy="258400"/>
          </a:xfrm>
        </p:grpSpPr>
        <p:sp>
          <p:nvSpPr>
            <p:cNvPr id="830" name="Google Shape;830;p79"/>
            <p:cNvSpPr/>
            <p:nvPr/>
          </p:nvSpPr>
          <p:spPr>
            <a:xfrm>
              <a:off x="1473500" y="2357100"/>
              <a:ext cx="60750" cy="60750"/>
            </a:xfrm>
            <a:custGeom>
              <a:rect b="b" l="l" r="r" t="t"/>
              <a:pathLst>
                <a:path extrusionOk="0" h="2430" w="2430">
                  <a:moveTo>
                    <a:pt x="1215" y="619"/>
                  </a:moveTo>
                  <a:cubicBezTo>
                    <a:pt x="1548" y="619"/>
                    <a:pt x="1834" y="881"/>
                    <a:pt x="1834" y="1215"/>
                  </a:cubicBezTo>
                  <a:cubicBezTo>
                    <a:pt x="1834" y="1548"/>
                    <a:pt x="1548" y="1810"/>
                    <a:pt x="1215" y="1810"/>
                  </a:cubicBezTo>
                  <a:cubicBezTo>
                    <a:pt x="881" y="1810"/>
                    <a:pt x="619" y="1548"/>
                    <a:pt x="619" y="1215"/>
                  </a:cubicBezTo>
                  <a:cubicBezTo>
                    <a:pt x="619" y="881"/>
                    <a:pt x="881" y="619"/>
                    <a:pt x="1215" y="619"/>
                  </a:cubicBezTo>
                  <a:close/>
                  <a:moveTo>
                    <a:pt x="1215" y="0"/>
                  </a:moveTo>
                  <a:cubicBezTo>
                    <a:pt x="548" y="0"/>
                    <a:pt x="0" y="548"/>
                    <a:pt x="0" y="1215"/>
                  </a:cubicBezTo>
                  <a:cubicBezTo>
                    <a:pt x="0" y="1881"/>
                    <a:pt x="548" y="2429"/>
                    <a:pt x="1215" y="2429"/>
                  </a:cubicBezTo>
                  <a:cubicBezTo>
                    <a:pt x="1881" y="2429"/>
                    <a:pt x="2429" y="1881"/>
                    <a:pt x="2429" y="1215"/>
                  </a:cubicBezTo>
                  <a:cubicBezTo>
                    <a:pt x="2429" y="548"/>
                    <a:pt x="1881" y="0"/>
                    <a:pt x="12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79"/>
            <p:cNvSpPr/>
            <p:nvPr/>
          </p:nvSpPr>
          <p:spPr>
            <a:xfrm>
              <a:off x="1458600" y="2357100"/>
              <a:ext cx="258425" cy="167300"/>
            </a:xfrm>
            <a:custGeom>
              <a:rect b="b" l="l" r="r" t="t"/>
              <a:pathLst>
                <a:path extrusionOk="0" h="6692" w="10337">
                  <a:moveTo>
                    <a:pt x="5168" y="1215"/>
                  </a:moveTo>
                  <a:cubicBezTo>
                    <a:pt x="5335" y="1215"/>
                    <a:pt x="5478" y="1357"/>
                    <a:pt x="5478" y="1524"/>
                  </a:cubicBezTo>
                  <a:lnTo>
                    <a:pt x="5478" y="1810"/>
                  </a:lnTo>
                  <a:lnTo>
                    <a:pt x="4859" y="1810"/>
                  </a:lnTo>
                  <a:lnTo>
                    <a:pt x="4859" y="1524"/>
                  </a:lnTo>
                  <a:cubicBezTo>
                    <a:pt x="4859" y="1357"/>
                    <a:pt x="5002" y="1215"/>
                    <a:pt x="5168" y="1215"/>
                  </a:cubicBezTo>
                  <a:close/>
                  <a:moveTo>
                    <a:pt x="8193" y="1215"/>
                  </a:moveTo>
                  <a:cubicBezTo>
                    <a:pt x="8360" y="1215"/>
                    <a:pt x="8502" y="1357"/>
                    <a:pt x="8502" y="1524"/>
                  </a:cubicBezTo>
                  <a:lnTo>
                    <a:pt x="8502" y="1810"/>
                  </a:lnTo>
                  <a:lnTo>
                    <a:pt x="7907" y="1810"/>
                  </a:lnTo>
                  <a:lnTo>
                    <a:pt x="7907" y="1524"/>
                  </a:lnTo>
                  <a:cubicBezTo>
                    <a:pt x="7907" y="1357"/>
                    <a:pt x="8026" y="1215"/>
                    <a:pt x="8193" y="1215"/>
                  </a:cubicBezTo>
                  <a:close/>
                  <a:moveTo>
                    <a:pt x="6073" y="2429"/>
                  </a:moveTo>
                  <a:lnTo>
                    <a:pt x="6073" y="3024"/>
                  </a:lnTo>
                  <a:lnTo>
                    <a:pt x="3454" y="3024"/>
                  </a:lnTo>
                  <a:lnTo>
                    <a:pt x="2239" y="4239"/>
                  </a:lnTo>
                  <a:lnTo>
                    <a:pt x="596" y="4239"/>
                  </a:lnTo>
                  <a:lnTo>
                    <a:pt x="596" y="3644"/>
                  </a:lnTo>
                  <a:lnTo>
                    <a:pt x="2001" y="3644"/>
                  </a:lnTo>
                  <a:lnTo>
                    <a:pt x="3120" y="2524"/>
                  </a:lnTo>
                  <a:cubicBezTo>
                    <a:pt x="3168" y="2453"/>
                    <a:pt x="3263" y="2429"/>
                    <a:pt x="3335" y="2429"/>
                  </a:cubicBezTo>
                  <a:close/>
                  <a:moveTo>
                    <a:pt x="6073" y="3644"/>
                  </a:moveTo>
                  <a:lnTo>
                    <a:pt x="6073" y="4239"/>
                  </a:lnTo>
                  <a:lnTo>
                    <a:pt x="3097" y="4239"/>
                  </a:lnTo>
                  <a:lnTo>
                    <a:pt x="3716" y="3644"/>
                  </a:lnTo>
                  <a:close/>
                  <a:moveTo>
                    <a:pt x="9741" y="2429"/>
                  </a:moveTo>
                  <a:lnTo>
                    <a:pt x="9741" y="4239"/>
                  </a:lnTo>
                  <a:lnTo>
                    <a:pt x="6693" y="4239"/>
                  </a:lnTo>
                  <a:lnTo>
                    <a:pt x="6693" y="2429"/>
                  </a:lnTo>
                  <a:close/>
                  <a:moveTo>
                    <a:pt x="4859" y="0"/>
                  </a:moveTo>
                  <a:lnTo>
                    <a:pt x="4859" y="667"/>
                  </a:lnTo>
                  <a:cubicBezTo>
                    <a:pt x="4525" y="786"/>
                    <a:pt x="4263" y="1119"/>
                    <a:pt x="4263" y="1524"/>
                  </a:cubicBezTo>
                  <a:lnTo>
                    <a:pt x="4263" y="1810"/>
                  </a:lnTo>
                  <a:lnTo>
                    <a:pt x="3335" y="1810"/>
                  </a:lnTo>
                  <a:cubicBezTo>
                    <a:pt x="3097" y="1810"/>
                    <a:pt x="2858" y="1905"/>
                    <a:pt x="2692" y="2096"/>
                  </a:cubicBezTo>
                  <a:lnTo>
                    <a:pt x="1739" y="3024"/>
                  </a:lnTo>
                  <a:lnTo>
                    <a:pt x="1" y="3024"/>
                  </a:lnTo>
                  <a:lnTo>
                    <a:pt x="1" y="6692"/>
                  </a:lnTo>
                  <a:lnTo>
                    <a:pt x="596" y="6692"/>
                  </a:lnTo>
                  <a:lnTo>
                    <a:pt x="596" y="4858"/>
                  </a:lnTo>
                  <a:lnTo>
                    <a:pt x="9741" y="4858"/>
                  </a:lnTo>
                  <a:lnTo>
                    <a:pt x="9741" y="6692"/>
                  </a:lnTo>
                  <a:lnTo>
                    <a:pt x="10336" y="6692"/>
                  </a:lnTo>
                  <a:lnTo>
                    <a:pt x="10336" y="1810"/>
                  </a:lnTo>
                  <a:lnTo>
                    <a:pt x="9122" y="1810"/>
                  </a:lnTo>
                  <a:lnTo>
                    <a:pt x="9122" y="1524"/>
                  </a:lnTo>
                  <a:cubicBezTo>
                    <a:pt x="9122" y="1119"/>
                    <a:pt x="8860" y="786"/>
                    <a:pt x="8502" y="667"/>
                  </a:cubicBezTo>
                  <a:lnTo>
                    <a:pt x="8502" y="0"/>
                  </a:lnTo>
                  <a:lnTo>
                    <a:pt x="7907" y="0"/>
                  </a:lnTo>
                  <a:lnTo>
                    <a:pt x="7907" y="667"/>
                  </a:lnTo>
                  <a:cubicBezTo>
                    <a:pt x="7550" y="786"/>
                    <a:pt x="7288" y="1119"/>
                    <a:pt x="7288" y="1524"/>
                  </a:cubicBezTo>
                  <a:lnTo>
                    <a:pt x="7288" y="1810"/>
                  </a:lnTo>
                  <a:lnTo>
                    <a:pt x="6073" y="1810"/>
                  </a:lnTo>
                  <a:lnTo>
                    <a:pt x="6073" y="1524"/>
                  </a:lnTo>
                  <a:cubicBezTo>
                    <a:pt x="6073" y="1119"/>
                    <a:pt x="5835" y="786"/>
                    <a:pt x="5478" y="667"/>
                  </a:cubicBezTo>
                  <a:lnTo>
                    <a:pt x="5478"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79"/>
            <p:cNvSpPr/>
            <p:nvPr/>
          </p:nvSpPr>
          <p:spPr>
            <a:xfrm>
              <a:off x="1580050" y="2266000"/>
              <a:ext cx="31600" cy="73250"/>
            </a:xfrm>
            <a:custGeom>
              <a:rect b="b" l="l" r="r" t="t"/>
              <a:pathLst>
                <a:path extrusionOk="0" h="2930" w="1264">
                  <a:moveTo>
                    <a:pt x="811" y="0"/>
                  </a:moveTo>
                  <a:lnTo>
                    <a:pt x="453" y="501"/>
                  </a:lnTo>
                  <a:cubicBezTo>
                    <a:pt x="572" y="572"/>
                    <a:pt x="644" y="715"/>
                    <a:pt x="644" y="858"/>
                  </a:cubicBezTo>
                  <a:cubicBezTo>
                    <a:pt x="644" y="1001"/>
                    <a:pt x="572" y="1120"/>
                    <a:pt x="453" y="1191"/>
                  </a:cubicBezTo>
                  <a:cubicBezTo>
                    <a:pt x="168" y="1405"/>
                    <a:pt x="1" y="1715"/>
                    <a:pt x="1" y="2072"/>
                  </a:cubicBezTo>
                  <a:cubicBezTo>
                    <a:pt x="1" y="2406"/>
                    <a:pt x="168" y="2715"/>
                    <a:pt x="453" y="2930"/>
                  </a:cubicBezTo>
                  <a:lnTo>
                    <a:pt x="811" y="2406"/>
                  </a:lnTo>
                  <a:cubicBezTo>
                    <a:pt x="691" y="2334"/>
                    <a:pt x="620" y="2215"/>
                    <a:pt x="620" y="2072"/>
                  </a:cubicBezTo>
                  <a:cubicBezTo>
                    <a:pt x="620" y="1906"/>
                    <a:pt x="691" y="1787"/>
                    <a:pt x="811" y="1715"/>
                  </a:cubicBezTo>
                  <a:cubicBezTo>
                    <a:pt x="1096" y="1525"/>
                    <a:pt x="1263" y="1191"/>
                    <a:pt x="1263" y="858"/>
                  </a:cubicBezTo>
                  <a:cubicBezTo>
                    <a:pt x="1263" y="501"/>
                    <a:pt x="1096" y="191"/>
                    <a:pt x="81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79"/>
            <p:cNvSpPr/>
            <p:nvPr/>
          </p:nvSpPr>
          <p:spPr>
            <a:xfrm>
              <a:off x="1618150" y="2266000"/>
              <a:ext cx="31000" cy="73250"/>
            </a:xfrm>
            <a:custGeom>
              <a:rect b="b" l="l" r="r" t="t"/>
              <a:pathLst>
                <a:path extrusionOk="0" h="2930" w="1240">
                  <a:moveTo>
                    <a:pt x="787" y="0"/>
                  </a:moveTo>
                  <a:lnTo>
                    <a:pt x="453" y="501"/>
                  </a:lnTo>
                  <a:cubicBezTo>
                    <a:pt x="573" y="572"/>
                    <a:pt x="644" y="715"/>
                    <a:pt x="644" y="858"/>
                  </a:cubicBezTo>
                  <a:cubicBezTo>
                    <a:pt x="644" y="1001"/>
                    <a:pt x="573" y="1120"/>
                    <a:pt x="453" y="1191"/>
                  </a:cubicBezTo>
                  <a:cubicBezTo>
                    <a:pt x="168" y="1405"/>
                    <a:pt x="1" y="1715"/>
                    <a:pt x="1" y="2072"/>
                  </a:cubicBezTo>
                  <a:cubicBezTo>
                    <a:pt x="1" y="2406"/>
                    <a:pt x="168" y="2715"/>
                    <a:pt x="453" y="2930"/>
                  </a:cubicBezTo>
                  <a:lnTo>
                    <a:pt x="787" y="2406"/>
                  </a:lnTo>
                  <a:cubicBezTo>
                    <a:pt x="668" y="2334"/>
                    <a:pt x="596" y="2215"/>
                    <a:pt x="596" y="2072"/>
                  </a:cubicBezTo>
                  <a:cubicBezTo>
                    <a:pt x="596" y="1906"/>
                    <a:pt x="668" y="1787"/>
                    <a:pt x="787" y="1715"/>
                  </a:cubicBezTo>
                  <a:cubicBezTo>
                    <a:pt x="1073" y="1525"/>
                    <a:pt x="1239" y="1191"/>
                    <a:pt x="1239" y="858"/>
                  </a:cubicBezTo>
                  <a:cubicBezTo>
                    <a:pt x="1239" y="501"/>
                    <a:pt x="1073" y="191"/>
                    <a:pt x="78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79"/>
            <p:cNvSpPr/>
            <p:nvPr/>
          </p:nvSpPr>
          <p:spPr>
            <a:xfrm>
              <a:off x="1655675" y="2266000"/>
              <a:ext cx="31575" cy="73250"/>
            </a:xfrm>
            <a:custGeom>
              <a:rect b="b" l="l" r="r" t="t"/>
              <a:pathLst>
                <a:path extrusionOk="0" h="2930" w="1263">
                  <a:moveTo>
                    <a:pt x="810" y="0"/>
                  </a:moveTo>
                  <a:lnTo>
                    <a:pt x="477" y="501"/>
                  </a:lnTo>
                  <a:cubicBezTo>
                    <a:pt x="596" y="572"/>
                    <a:pt x="667" y="715"/>
                    <a:pt x="667" y="858"/>
                  </a:cubicBezTo>
                  <a:cubicBezTo>
                    <a:pt x="667" y="1001"/>
                    <a:pt x="596" y="1120"/>
                    <a:pt x="477" y="1191"/>
                  </a:cubicBezTo>
                  <a:cubicBezTo>
                    <a:pt x="191" y="1405"/>
                    <a:pt x="0" y="1715"/>
                    <a:pt x="0" y="2072"/>
                  </a:cubicBezTo>
                  <a:cubicBezTo>
                    <a:pt x="0" y="2406"/>
                    <a:pt x="191" y="2715"/>
                    <a:pt x="477" y="2930"/>
                  </a:cubicBezTo>
                  <a:lnTo>
                    <a:pt x="810" y="2406"/>
                  </a:lnTo>
                  <a:cubicBezTo>
                    <a:pt x="691" y="2334"/>
                    <a:pt x="619" y="2215"/>
                    <a:pt x="619" y="2072"/>
                  </a:cubicBezTo>
                  <a:cubicBezTo>
                    <a:pt x="619" y="1906"/>
                    <a:pt x="691" y="1787"/>
                    <a:pt x="810" y="1715"/>
                  </a:cubicBezTo>
                  <a:cubicBezTo>
                    <a:pt x="1096" y="1525"/>
                    <a:pt x="1262" y="1191"/>
                    <a:pt x="1262" y="858"/>
                  </a:cubicBezTo>
                  <a:cubicBezTo>
                    <a:pt x="1262" y="501"/>
                    <a:pt x="1096" y="191"/>
                    <a:pt x="8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5" name="Google Shape;835;p79"/>
          <p:cNvGrpSpPr/>
          <p:nvPr/>
        </p:nvGrpSpPr>
        <p:grpSpPr>
          <a:xfrm>
            <a:off x="3391024" y="2075859"/>
            <a:ext cx="439826" cy="415015"/>
            <a:chOff x="2060525" y="2729775"/>
            <a:chExt cx="253050" cy="238775"/>
          </a:xfrm>
        </p:grpSpPr>
        <p:sp>
          <p:nvSpPr>
            <p:cNvPr id="836" name="Google Shape;836;p79"/>
            <p:cNvSpPr/>
            <p:nvPr/>
          </p:nvSpPr>
          <p:spPr>
            <a:xfrm>
              <a:off x="2157550" y="2760150"/>
              <a:ext cx="58975" cy="58950"/>
            </a:xfrm>
            <a:custGeom>
              <a:rect b="b" l="l" r="r" t="t"/>
              <a:pathLst>
                <a:path extrusionOk="0" h="2358" w="2359">
                  <a:moveTo>
                    <a:pt x="1168" y="596"/>
                  </a:moveTo>
                  <a:cubicBezTo>
                    <a:pt x="1501" y="596"/>
                    <a:pt x="1763" y="858"/>
                    <a:pt x="1763" y="1191"/>
                  </a:cubicBezTo>
                  <a:cubicBezTo>
                    <a:pt x="1763" y="1501"/>
                    <a:pt x="1501" y="1763"/>
                    <a:pt x="1168" y="1763"/>
                  </a:cubicBezTo>
                  <a:cubicBezTo>
                    <a:pt x="858" y="1763"/>
                    <a:pt x="596" y="1501"/>
                    <a:pt x="596" y="1191"/>
                  </a:cubicBezTo>
                  <a:cubicBezTo>
                    <a:pt x="596" y="858"/>
                    <a:pt x="858" y="596"/>
                    <a:pt x="1168" y="596"/>
                  </a:cubicBezTo>
                  <a:close/>
                  <a:moveTo>
                    <a:pt x="1168" y="0"/>
                  </a:moveTo>
                  <a:cubicBezTo>
                    <a:pt x="525" y="0"/>
                    <a:pt x="1" y="524"/>
                    <a:pt x="1" y="1191"/>
                  </a:cubicBezTo>
                  <a:cubicBezTo>
                    <a:pt x="1" y="1834"/>
                    <a:pt x="525" y="2358"/>
                    <a:pt x="1168" y="2358"/>
                  </a:cubicBezTo>
                  <a:cubicBezTo>
                    <a:pt x="1835" y="2358"/>
                    <a:pt x="2359" y="1834"/>
                    <a:pt x="2359" y="1191"/>
                  </a:cubicBezTo>
                  <a:cubicBezTo>
                    <a:pt x="2359" y="524"/>
                    <a:pt x="1835" y="0"/>
                    <a:pt x="116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79"/>
            <p:cNvSpPr/>
            <p:nvPr/>
          </p:nvSpPr>
          <p:spPr>
            <a:xfrm>
              <a:off x="2060525" y="2819075"/>
              <a:ext cx="253050" cy="149475"/>
            </a:xfrm>
            <a:custGeom>
              <a:rect b="b" l="l" r="r" t="t"/>
              <a:pathLst>
                <a:path extrusionOk="0" h="5979" w="10122">
                  <a:moveTo>
                    <a:pt x="6240" y="596"/>
                  </a:moveTo>
                  <a:cubicBezTo>
                    <a:pt x="6740" y="596"/>
                    <a:pt x="7144" y="1001"/>
                    <a:pt x="7144" y="1501"/>
                  </a:cubicBezTo>
                  <a:lnTo>
                    <a:pt x="7144" y="2382"/>
                  </a:lnTo>
                  <a:lnTo>
                    <a:pt x="6549" y="2382"/>
                  </a:lnTo>
                  <a:lnTo>
                    <a:pt x="6549" y="1192"/>
                  </a:lnTo>
                  <a:lnTo>
                    <a:pt x="5954" y="1192"/>
                  </a:lnTo>
                  <a:lnTo>
                    <a:pt x="5954" y="2240"/>
                  </a:lnTo>
                  <a:cubicBezTo>
                    <a:pt x="5668" y="2156"/>
                    <a:pt x="5364" y="2115"/>
                    <a:pt x="5061" y="2115"/>
                  </a:cubicBezTo>
                  <a:cubicBezTo>
                    <a:pt x="4757" y="2115"/>
                    <a:pt x="4453" y="2156"/>
                    <a:pt x="4168" y="2240"/>
                  </a:cubicBezTo>
                  <a:lnTo>
                    <a:pt x="4168" y="1192"/>
                  </a:lnTo>
                  <a:lnTo>
                    <a:pt x="3572" y="1192"/>
                  </a:lnTo>
                  <a:lnTo>
                    <a:pt x="3572" y="2382"/>
                  </a:lnTo>
                  <a:lnTo>
                    <a:pt x="2977" y="2382"/>
                  </a:lnTo>
                  <a:lnTo>
                    <a:pt x="2977" y="1501"/>
                  </a:lnTo>
                  <a:cubicBezTo>
                    <a:pt x="2977" y="1001"/>
                    <a:pt x="3382" y="596"/>
                    <a:pt x="3882" y="596"/>
                  </a:cubicBezTo>
                  <a:close/>
                  <a:moveTo>
                    <a:pt x="2382" y="2097"/>
                  </a:moveTo>
                  <a:lnTo>
                    <a:pt x="2382" y="2859"/>
                  </a:lnTo>
                  <a:cubicBezTo>
                    <a:pt x="1739" y="3502"/>
                    <a:pt x="1286" y="4383"/>
                    <a:pt x="1215" y="5383"/>
                  </a:cubicBezTo>
                  <a:lnTo>
                    <a:pt x="596" y="5383"/>
                  </a:lnTo>
                  <a:cubicBezTo>
                    <a:pt x="691" y="4073"/>
                    <a:pt x="1334" y="2883"/>
                    <a:pt x="2382" y="2097"/>
                  </a:cubicBezTo>
                  <a:close/>
                  <a:moveTo>
                    <a:pt x="5066" y="2706"/>
                  </a:moveTo>
                  <a:cubicBezTo>
                    <a:pt x="5381" y="2706"/>
                    <a:pt x="5742" y="2769"/>
                    <a:pt x="6120" y="2954"/>
                  </a:cubicBezTo>
                  <a:lnTo>
                    <a:pt x="6168" y="2978"/>
                  </a:lnTo>
                  <a:lnTo>
                    <a:pt x="6930" y="2978"/>
                  </a:lnTo>
                  <a:cubicBezTo>
                    <a:pt x="7740" y="3526"/>
                    <a:pt x="8216" y="4407"/>
                    <a:pt x="8311" y="5383"/>
                  </a:cubicBezTo>
                  <a:lnTo>
                    <a:pt x="1810" y="5383"/>
                  </a:lnTo>
                  <a:cubicBezTo>
                    <a:pt x="1881" y="4407"/>
                    <a:pt x="2382" y="3526"/>
                    <a:pt x="3191" y="2978"/>
                  </a:cubicBezTo>
                  <a:lnTo>
                    <a:pt x="3953" y="2978"/>
                  </a:lnTo>
                  <a:cubicBezTo>
                    <a:pt x="3953" y="2978"/>
                    <a:pt x="4410" y="2706"/>
                    <a:pt x="5066" y="2706"/>
                  </a:cubicBezTo>
                  <a:close/>
                  <a:moveTo>
                    <a:pt x="7740" y="2097"/>
                  </a:moveTo>
                  <a:cubicBezTo>
                    <a:pt x="8788" y="2883"/>
                    <a:pt x="9431" y="4073"/>
                    <a:pt x="9526" y="5383"/>
                  </a:cubicBezTo>
                  <a:lnTo>
                    <a:pt x="8907" y="5383"/>
                  </a:lnTo>
                  <a:cubicBezTo>
                    <a:pt x="8835" y="4383"/>
                    <a:pt x="8383" y="3502"/>
                    <a:pt x="7740" y="2859"/>
                  </a:cubicBezTo>
                  <a:lnTo>
                    <a:pt x="7740" y="2097"/>
                  </a:lnTo>
                  <a:close/>
                  <a:moveTo>
                    <a:pt x="3882" y="1"/>
                  </a:moveTo>
                  <a:cubicBezTo>
                    <a:pt x="3096" y="1"/>
                    <a:pt x="2453" y="596"/>
                    <a:pt x="2405" y="1358"/>
                  </a:cubicBezTo>
                  <a:cubicBezTo>
                    <a:pt x="905" y="2287"/>
                    <a:pt x="0" y="3930"/>
                    <a:pt x="0" y="5669"/>
                  </a:cubicBezTo>
                  <a:lnTo>
                    <a:pt x="0" y="5978"/>
                  </a:lnTo>
                  <a:lnTo>
                    <a:pt x="10121" y="5978"/>
                  </a:lnTo>
                  <a:lnTo>
                    <a:pt x="10121" y="5669"/>
                  </a:lnTo>
                  <a:cubicBezTo>
                    <a:pt x="10121" y="3930"/>
                    <a:pt x="9216" y="2287"/>
                    <a:pt x="7716" y="1358"/>
                  </a:cubicBezTo>
                  <a:cubicBezTo>
                    <a:pt x="7668" y="596"/>
                    <a:pt x="7025" y="1"/>
                    <a:pt x="624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 name="Google Shape;838;p79"/>
            <p:cNvSpPr/>
            <p:nvPr/>
          </p:nvSpPr>
          <p:spPr>
            <a:xfrm>
              <a:off x="2245075" y="2729775"/>
              <a:ext cx="30975" cy="72675"/>
            </a:xfrm>
            <a:custGeom>
              <a:rect b="b" l="l" r="r" t="t"/>
              <a:pathLst>
                <a:path extrusionOk="0" h="2907" w="1239">
                  <a:moveTo>
                    <a:pt x="787" y="1"/>
                  </a:moveTo>
                  <a:lnTo>
                    <a:pt x="453" y="477"/>
                  </a:lnTo>
                  <a:cubicBezTo>
                    <a:pt x="572" y="572"/>
                    <a:pt x="644" y="691"/>
                    <a:pt x="644" y="858"/>
                  </a:cubicBezTo>
                  <a:cubicBezTo>
                    <a:pt x="644" y="1001"/>
                    <a:pt x="572" y="1144"/>
                    <a:pt x="453" y="1215"/>
                  </a:cubicBezTo>
                  <a:cubicBezTo>
                    <a:pt x="191" y="1406"/>
                    <a:pt x="1" y="1715"/>
                    <a:pt x="1" y="2049"/>
                  </a:cubicBezTo>
                  <a:cubicBezTo>
                    <a:pt x="1" y="2406"/>
                    <a:pt x="191" y="2716"/>
                    <a:pt x="453" y="2906"/>
                  </a:cubicBezTo>
                  <a:lnTo>
                    <a:pt x="787" y="2406"/>
                  </a:lnTo>
                  <a:cubicBezTo>
                    <a:pt x="667" y="2335"/>
                    <a:pt x="596" y="2192"/>
                    <a:pt x="596" y="2049"/>
                  </a:cubicBezTo>
                  <a:cubicBezTo>
                    <a:pt x="596" y="1906"/>
                    <a:pt x="667" y="1787"/>
                    <a:pt x="787" y="1715"/>
                  </a:cubicBezTo>
                  <a:cubicBezTo>
                    <a:pt x="1072" y="1525"/>
                    <a:pt x="1239" y="1192"/>
                    <a:pt x="1239" y="858"/>
                  </a:cubicBezTo>
                  <a:cubicBezTo>
                    <a:pt x="1239" y="501"/>
                    <a:pt x="1072" y="168"/>
                    <a:pt x="78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79"/>
            <p:cNvSpPr/>
            <p:nvPr/>
          </p:nvSpPr>
          <p:spPr>
            <a:xfrm>
              <a:off x="2283175" y="2729775"/>
              <a:ext cx="30400" cy="72675"/>
            </a:xfrm>
            <a:custGeom>
              <a:rect b="b" l="l" r="r" t="t"/>
              <a:pathLst>
                <a:path extrusionOk="0" h="2907" w="1216">
                  <a:moveTo>
                    <a:pt x="763" y="1"/>
                  </a:moveTo>
                  <a:lnTo>
                    <a:pt x="453" y="477"/>
                  </a:lnTo>
                  <a:cubicBezTo>
                    <a:pt x="548" y="572"/>
                    <a:pt x="620" y="691"/>
                    <a:pt x="620" y="858"/>
                  </a:cubicBezTo>
                  <a:cubicBezTo>
                    <a:pt x="620" y="1001"/>
                    <a:pt x="548" y="1144"/>
                    <a:pt x="453" y="1215"/>
                  </a:cubicBezTo>
                  <a:cubicBezTo>
                    <a:pt x="167" y="1406"/>
                    <a:pt x="1" y="1715"/>
                    <a:pt x="1" y="2049"/>
                  </a:cubicBezTo>
                  <a:cubicBezTo>
                    <a:pt x="1" y="2406"/>
                    <a:pt x="167" y="2716"/>
                    <a:pt x="453" y="2906"/>
                  </a:cubicBezTo>
                  <a:lnTo>
                    <a:pt x="763" y="2406"/>
                  </a:lnTo>
                  <a:cubicBezTo>
                    <a:pt x="644" y="2335"/>
                    <a:pt x="596" y="2192"/>
                    <a:pt x="596" y="2049"/>
                  </a:cubicBezTo>
                  <a:cubicBezTo>
                    <a:pt x="596" y="1906"/>
                    <a:pt x="644" y="1787"/>
                    <a:pt x="763" y="1715"/>
                  </a:cubicBezTo>
                  <a:cubicBezTo>
                    <a:pt x="1049" y="1525"/>
                    <a:pt x="1215" y="1192"/>
                    <a:pt x="1215" y="858"/>
                  </a:cubicBezTo>
                  <a:cubicBezTo>
                    <a:pt x="1215" y="501"/>
                    <a:pt x="1049" y="168"/>
                    <a:pt x="76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79"/>
            <p:cNvSpPr/>
            <p:nvPr/>
          </p:nvSpPr>
          <p:spPr>
            <a:xfrm>
              <a:off x="2098025" y="2729775"/>
              <a:ext cx="30375" cy="72675"/>
            </a:xfrm>
            <a:custGeom>
              <a:rect b="b" l="l" r="r" t="t"/>
              <a:pathLst>
                <a:path extrusionOk="0" h="2907" w="1215">
                  <a:moveTo>
                    <a:pt x="453" y="1"/>
                  </a:moveTo>
                  <a:cubicBezTo>
                    <a:pt x="167" y="168"/>
                    <a:pt x="0" y="501"/>
                    <a:pt x="0" y="858"/>
                  </a:cubicBezTo>
                  <a:cubicBezTo>
                    <a:pt x="0" y="1192"/>
                    <a:pt x="167" y="1525"/>
                    <a:pt x="453" y="1715"/>
                  </a:cubicBezTo>
                  <a:cubicBezTo>
                    <a:pt x="572" y="1787"/>
                    <a:pt x="643" y="1906"/>
                    <a:pt x="643" y="2049"/>
                  </a:cubicBezTo>
                  <a:cubicBezTo>
                    <a:pt x="643" y="2192"/>
                    <a:pt x="572" y="2335"/>
                    <a:pt x="453" y="2406"/>
                  </a:cubicBezTo>
                  <a:lnTo>
                    <a:pt x="786" y="2906"/>
                  </a:lnTo>
                  <a:cubicBezTo>
                    <a:pt x="1048" y="2716"/>
                    <a:pt x="1215" y="2406"/>
                    <a:pt x="1215" y="2049"/>
                  </a:cubicBezTo>
                  <a:cubicBezTo>
                    <a:pt x="1215" y="1715"/>
                    <a:pt x="1048" y="1406"/>
                    <a:pt x="786" y="1215"/>
                  </a:cubicBezTo>
                  <a:cubicBezTo>
                    <a:pt x="667" y="1144"/>
                    <a:pt x="596" y="1001"/>
                    <a:pt x="596" y="858"/>
                  </a:cubicBezTo>
                  <a:cubicBezTo>
                    <a:pt x="596" y="691"/>
                    <a:pt x="667" y="572"/>
                    <a:pt x="786" y="477"/>
                  </a:cubicBezTo>
                  <a:lnTo>
                    <a:pt x="453"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79"/>
            <p:cNvSpPr/>
            <p:nvPr/>
          </p:nvSpPr>
          <p:spPr>
            <a:xfrm>
              <a:off x="2060525" y="2729775"/>
              <a:ext cx="30375" cy="72675"/>
            </a:xfrm>
            <a:custGeom>
              <a:rect b="b" l="l" r="r" t="t"/>
              <a:pathLst>
                <a:path extrusionOk="0" h="2907" w="1215">
                  <a:moveTo>
                    <a:pt x="453" y="1"/>
                  </a:moveTo>
                  <a:cubicBezTo>
                    <a:pt x="167" y="168"/>
                    <a:pt x="0" y="501"/>
                    <a:pt x="0" y="858"/>
                  </a:cubicBezTo>
                  <a:cubicBezTo>
                    <a:pt x="0" y="1192"/>
                    <a:pt x="167" y="1525"/>
                    <a:pt x="453" y="1715"/>
                  </a:cubicBezTo>
                  <a:cubicBezTo>
                    <a:pt x="572" y="1787"/>
                    <a:pt x="619" y="1906"/>
                    <a:pt x="619" y="2049"/>
                  </a:cubicBezTo>
                  <a:cubicBezTo>
                    <a:pt x="619" y="2192"/>
                    <a:pt x="572" y="2335"/>
                    <a:pt x="453" y="2406"/>
                  </a:cubicBezTo>
                  <a:lnTo>
                    <a:pt x="762" y="2906"/>
                  </a:lnTo>
                  <a:cubicBezTo>
                    <a:pt x="1048" y="2716"/>
                    <a:pt x="1215" y="2406"/>
                    <a:pt x="1215" y="2049"/>
                  </a:cubicBezTo>
                  <a:cubicBezTo>
                    <a:pt x="1215" y="1715"/>
                    <a:pt x="1048" y="1406"/>
                    <a:pt x="762" y="1215"/>
                  </a:cubicBezTo>
                  <a:cubicBezTo>
                    <a:pt x="667" y="1144"/>
                    <a:pt x="596" y="1001"/>
                    <a:pt x="596" y="858"/>
                  </a:cubicBezTo>
                  <a:cubicBezTo>
                    <a:pt x="596" y="691"/>
                    <a:pt x="667" y="572"/>
                    <a:pt x="762" y="477"/>
                  </a:cubicBezTo>
                  <a:lnTo>
                    <a:pt x="453"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2" name="Google Shape;842;p79"/>
          <p:cNvGrpSpPr/>
          <p:nvPr/>
        </p:nvGrpSpPr>
        <p:grpSpPr>
          <a:xfrm>
            <a:off x="5296918" y="2063454"/>
            <a:ext cx="439825" cy="439825"/>
            <a:chOff x="4355050" y="2720850"/>
            <a:chExt cx="256025" cy="256025"/>
          </a:xfrm>
        </p:grpSpPr>
        <p:sp>
          <p:nvSpPr>
            <p:cNvPr id="843" name="Google Shape;843;p79"/>
            <p:cNvSpPr/>
            <p:nvPr/>
          </p:nvSpPr>
          <p:spPr>
            <a:xfrm>
              <a:off x="4483050" y="2720850"/>
              <a:ext cx="60150" cy="60750"/>
            </a:xfrm>
            <a:custGeom>
              <a:rect b="b" l="l" r="r" t="t"/>
              <a:pathLst>
                <a:path extrusionOk="0" h="2430" w="2406">
                  <a:moveTo>
                    <a:pt x="1191" y="620"/>
                  </a:moveTo>
                  <a:cubicBezTo>
                    <a:pt x="1524" y="620"/>
                    <a:pt x="1810" y="906"/>
                    <a:pt x="1810" y="1239"/>
                  </a:cubicBezTo>
                  <a:cubicBezTo>
                    <a:pt x="1810" y="1572"/>
                    <a:pt x="1524" y="1834"/>
                    <a:pt x="1191" y="1834"/>
                  </a:cubicBezTo>
                  <a:cubicBezTo>
                    <a:pt x="881" y="1834"/>
                    <a:pt x="596" y="1572"/>
                    <a:pt x="596" y="1239"/>
                  </a:cubicBezTo>
                  <a:cubicBezTo>
                    <a:pt x="596" y="906"/>
                    <a:pt x="881" y="620"/>
                    <a:pt x="1191" y="620"/>
                  </a:cubicBezTo>
                  <a:close/>
                  <a:moveTo>
                    <a:pt x="1191" y="1"/>
                  </a:moveTo>
                  <a:cubicBezTo>
                    <a:pt x="524" y="1"/>
                    <a:pt x="0" y="572"/>
                    <a:pt x="0" y="1239"/>
                  </a:cubicBezTo>
                  <a:cubicBezTo>
                    <a:pt x="0" y="1882"/>
                    <a:pt x="548" y="2430"/>
                    <a:pt x="1191" y="2430"/>
                  </a:cubicBezTo>
                  <a:cubicBezTo>
                    <a:pt x="1858" y="2430"/>
                    <a:pt x="2406" y="1882"/>
                    <a:pt x="2406" y="1239"/>
                  </a:cubicBezTo>
                  <a:cubicBezTo>
                    <a:pt x="2406" y="572"/>
                    <a:pt x="1882" y="1"/>
                    <a:pt x="119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 name="Google Shape;844;p79"/>
            <p:cNvSpPr/>
            <p:nvPr/>
          </p:nvSpPr>
          <p:spPr>
            <a:xfrm>
              <a:off x="4355050" y="2781575"/>
              <a:ext cx="256025" cy="195300"/>
            </a:xfrm>
            <a:custGeom>
              <a:rect b="b" l="l" r="r" t="t"/>
              <a:pathLst>
                <a:path extrusionOk="0" h="7812" w="10241">
                  <a:moveTo>
                    <a:pt x="7526" y="596"/>
                  </a:moveTo>
                  <a:cubicBezTo>
                    <a:pt x="7907" y="596"/>
                    <a:pt x="8240" y="858"/>
                    <a:pt x="8359" y="1191"/>
                  </a:cubicBezTo>
                  <a:lnTo>
                    <a:pt x="6621" y="1191"/>
                  </a:lnTo>
                  <a:lnTo>
                    <a:pt x="6621" y="2406"/>
                  </a:lnTo>
                  <a:lnTo>
                    <a:pt x="5430" y="2406"/>
                  </a:lnTo>
                  <a:lnTo>
                    <a:pt x="5430" y="1191"/>
                  </a:lnTo>
                  <a:lnTo>
                    <a:pt x="4835" y="1191"/>
                  </a:lnTo>
                  <a:lnTo>
                    <a:pt x="4835" y="3001"/>
                  </a:lnTo>
                  <a:lnTo>
                    <a:pt x="6621" y="3001"/>
                  </a:lnTo>
                  <a:lnTo>
                    <a:pt x="6621" y="3597"/>
                  </a:lnTo>
                  <a:lnTo>
                    <a:pt x="4215" y="3597"/>
                  </a:lnTo>
                  <a:lnTo>
                    <a:pt x="4215" y="1501"/>
                  </a:lnTo>
                  <a:cubicBezTo>
                    <a:pt x="4215" y="1001"/>
                    <a:pt x="4620" y="596"/>
                    <a:pt x="5120" y="596"/>
                  </a:cubicBezTo>
                  <a:close/>
                  <a:moveTo>
                    <a:pt x="9645" y="1811"/>
                  </a:moveTo>
                  <a:lnTo>
                    <a:pt x="9645" y="2406"/>
                  </a:lnTo>
                  <a:lnTo>
                    <a:pt x="7811" y="2406"/>
                  </a:lnTo>
                  <a:lnTo>
                    <a:pt x="7811" y="3597"/>
                  </a:lnTo>
                  <a:lnTo>
                    <a:pt x="7216" y="3597"/>
                  </a:lnTo>
                  <a:lnTo>
                    <a:pt x="7216" y="1811"/>
                  </a:lnTo>
                  <a:close/>
                  <a:moveTo>
                    <a:pt x="1215" y="3597"/>
                  </a:moveTo>
                  <a:cubicBezTo>
                    <a:pt x="1548" y="3597"/>
                    <a:pt x="1810" y="3859"/>
                    <a:pt x="1810" y="4192"/>
                  </a:cubicBezTo>
                  <a:cubicBezTo>
                    <a:pt x="1810" y="4525"/>
                    <a:pt x="1548" y="4787"/>
                    <a:pt x="1215" y="4787"/>
                  </a:cubicBezTo>
                  <a:cubicBezTo>
                    <a:pt x="881" y="4787"/>
                    <a:pt x="596" y="4525"/>
                    <a:pt x="596" y="4192"/>
                  </a:cubicBezTo>
                  <a:cubicBezTo>
                    <a:pt x="596" y="3859"/>
                    <a:pt x="881" y="3597"/>
                    <a:pt x="1215" y="3597"/>
                  </a:cubicBezTo>
                  <a:close/>
                  <a:moveTo>
                    <a:pt x="9645" y="4192"/>
                  </a:moveTo>
                  <a:lnTo>
                    <a:pt x="9645" y="4787"/>
                  </a:lnTo>
                  <a:lnTo>
                    <a:pt x="3048" y="4787"/>
                  </a:lnTo>
                  <a:cubicBezTo>
                    <a:pt x="3191" y="4454"/>
                    <a:pt x="3525" y="4192"/>
                    <a:pt x="3930" y="4192"/>
                  </a:cubicBezTo>
                  <a:close/>
                  <a:moveTo>
                    <a:pt x="9645" y="5407"/>
                  </a:moveTo>
                  <a:lnTo>
                    <a:pt x="9645" y="6002"/>
                  </a:lnTo>
                  <a:lnTo>
                    <a:pt x="596" y="6002"/>
                  </a:lnTo>
                  <a:lnTo>
                    <a:pt x="596" y="5407"/>
                  </a:lnTo>
                  <a:close/>
                  <a:moveTo>
                    <a:pt x="5120" y="1"/>
                  </a:moveTo>
                  <a:cubicBezTo>
                    <a:pt x="4287" y="1"/>
                    <a:pt x="3620" y="667"/>
                    <a:pt x="3620" y="1501"/>
                  </a:cubicBezTo>
                  <a:lnTo>
                    <a:pt x="3620" y="3620"/>
                  </a:lnTo>
                  <a:cubicBezTo>
                    <a:pt x="3334" y="3692"/>
                    <a:pt x="3072" y="3835"/>
                    <a:pt x="2858" y="4025"/>
                  </a:cubicBezTo>
                  <a:cubicBezTo>
                    <a:pt x="2644" y="4240"/>
                    <a:pt x="2501" y="4502"/>
                    <a:pt x="2429" y="4787"/>
                  </a:cubicBezTo>
                  <a:lnTo>
                    <a:pt x="2239" y="4787"/>
                  </a:lnTo>
                  <a:cubicBezTo>
                    <a:pt x="2358" y="4621"/>
                    <a:pt x="2405" y="4406"/>
                    <a:pt x="2405" y="4192"/>
                  </a:cubicBezTo>
                  <a:cubicBezTo>
                    <a:pt x="2405" y="3525"/>
                    <a:pt x="1858" y="3001"/>
                    <a:pt x="1215" y="3001"/>
                  </a:cubicBezTo>
                  <a:cubicBezTo>
                    <a:pt x="548" y="3001"/>
                    <a:pt x="0" y="3525"/>
                    <a:pt x="0" y="4192"/>
                  </a:cubicBezTo>
                  <a:cubicBezTo>
                    <a:pt x="0" y="4406"/>
                    <a:pt x="72" y="4621"/>
                    <a:pt x="167" y="4787"/>
                  </a:cubicBezTo>
                  <a:lnTo>
                    <a:pt x="0" y="4787"/>
                  </a:lnTo>
                  <a:lnTo>
                    <a:pt x="0" y="7812"/>
                  </a:lnTo>
                  <a:lnTo>
                    <a:pt x="596" y="7812"/>
                  </a:lnTo>
                  <a:lnTo>
                    <a:pt x="596" y="6597"/>
                  </a:lnTo>
                  <a:lnTo>
                    <a:pt x="9645" y="6597"/>
                  </a:lnTo>
                  <a:lnTo>
                    <a:pt x="9645" y="7812"/>
                  </a:lnTo>
                  <a:lnTo>
                    <a:pt x="10240" y="7812"/>
                  </a:lnTo>
                  <a:lnTo>
                    <a:pt x="10240" y="3597"/>
                  </a:lnTo>
                  <a:lnTo>
                    <a:pt x="8430" y="3597"/>
                  </a:lnTo>
                  <a:lnTo>
                    <a:pt x="8430" y="3001"/>
                  </a:lnTo>
                  <a:lnTo>
                    <a:pt x="10240" y="3001"/>
                  </a:lnTo>
                  <a:lnTo>
                    <a:pt x="10240" y="1191"/>
                  </a:lnTo>
                  <a:lnTo>
                    <a:pt x="9002" y="1191"/>
                  </a:lnTo>
                  <a:cubicBezTo>
                    <a:pt x="8859" y="525"/>
                    <a:pt x="8240" y="1"/>
                    <a:pt x="752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5" name="Google Shape;845;p79"/>
          <p:cNvGrpSpPr/>
          <p:nvPr/>
        </p:nvGrpSpPr>
        <p:grpSpPr>
          <a:xfrm>
            <a:off x="7202811" y="2075851"/>
            <a:ext cx="472230" cy="415032"/>
            <a:chOff x="5461825" y="3170950"/>
            <a:chExt cx="255425" cy="224475"/>
          </a:xfrm>
        </p:grpSpPr>
        <p:sp>
          <p:nvSpPr>
            <p:cNvPr id="846" name="Google Shape;846;p79"/>
            <p:cNvSpPr/>
            <p:nvPr/>
          </p:nvSpPr>
          <p:spPr>
            <a:xfrm>
              <a:off x="5582675" y="3170950"/>
              <a:ext cx="30975" cy="72050"/>
            </a:xfrm>
            <a:custGeom>
              <a:rect b="b" l="l" r="r" t="t"/>
              <a:pathLst>
                <a:path extrusionOk="0" h="2882" w="1239">
                  <a:moveTo>
                    <a:pt x="787" y="0"/>
                  </a:moveTo>
                  <a:lnTo>
                    <a:pt x="453" y="500"/>
                  </a:lnTo>
                  <a:cubicBezTo>
                    <a:pt x="572" y="572"/>
                    <a:pt x="620" y="691"/>
                    <a:pt x="620" y="834"/>
                  </a:cubicBezTo>
                  <a:cubicBezTo>
                    <a:pt x="620" y="977"/>
                    <a:pt x="572" y="1120"/>
                    <a:pt x="453" y="1191"/>
                  </a:cubicBezTo>
                  <a:cubicBezTo>
                    <a:pt x="167" y="1381"/>
                    <a:pt x="1" y="1691"/>
                    <a:pt x="1" y="2048"/>
                  </a:cubicBezTo>
                  <a:cubicBezTo>
                    <a:pt x="1" y="2382"/>
                    <a:pt x="167" y="2691"/>
                    <a:pt x="453" y="2882"/>
                  </a:cubicBezTo>
                  <a:lnTo>
                    <a:pt x="787" y="2382"/>
                  </a:lnTo>
                  <a:cubicBezTo>
                    <a:pt x="667" y="2310"/>
                    <a:pt x="596" y="2191"/>
                    <a:pt x="596" y="2048"/>
                  </a:cubicBezTo>
                  <a:cubicBezTo>
                    <a:pt x="596" y="1905"/>
                    <a:pt x="667" y="1763"/>
                    <a:pt x="787" y="1691"/>
                  </a:cubicBezTo>
                  <a:cubicBezTo>
                    <a:pt x="1048" y="1501"/>
                    <a:pt x="1239" y="1191"/>
                    <a:pt x="1239" y="834"/>
                  </a:cubicBezTo>
                  <a:cubicBezTo>
                    <a:pt x="1239" y="500"/>
                    <a:pt x="1048" y="191"/>
                    <a:pt x="78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79"/>
            <p:cNvSpPr/>
            <p:nvPr/>
          </p:nvSpPr>
          <p:spPr>
            <a:xfrm>
              <a:off x="5619600" y="3170950"/>
              <a:ext cx="31575" cy="72050"/>
            </a:xfrm>
            <a:custGeom>
              <a:rect b="b" l="l" r="r" t="t"/>
              <a:pathLst>
                <a:path extrusionOk="0" h="2882" w="1263">
                  <a:moveTo>
                    <a:pt x="786" y="0"/>
                  </a:moveTo>
                  <a:lnTo>
                    <a:pt x="453" y="500"/>
                  </a:lnTo>
                  <a:cubicBezTo>
                    <a:pt x="572" y="572"/>
                    <a:pt x="643" y="691"/>
                    <a:pt x="643" y="834"/>
                  </a:cubicBezTo>
                  <a:cubicBezTo>
                    <a:pt x="643" y="977"/>
                    <a:pt x="572" y="1120"/>
                    <a:pt x="453" y="1191"/>
                  </a:cubicBezTo>
                  <a:cubicBezTo>
                    <a:pt x="191" y="1381"/>
                    <a:pt x="0" y="1691"/>
                    <a:pt x="0" y="2048"/>
                  </a:cubicBezTo>
                  <a:cubicBezTo>
                    <a:pt x="0" y="2382"/>
                    <a:pt x="191" y="2691"/>
                    <a:pt x="453" y="2882"/>
                  </a:cubicBezTo>
                  <a:lnTo>
                    <a:pt x="786" y="2382"/>
                  </a:lnTo>
                  <a:cubicBezTo>
                    <a:pt x="667" y="2310"/>
                    <a:pt x="619" y="2191"/>
                    <a:pt x="619" y="2048"/>
                  </a:cubicBezTo>
                  <a:cubicBezTo>
                    <a:pt x="619" y="1905"/>
                    <a:pt x="667" y="1763"/>
                    <a:pt x="786" y="1691"/>
                  </a:cubicBezTo>
                  <a:cubicBezTo>
                    <a:pt x="1072" y="1501"/>
                    <a:pt x="1262" y="1191"/>
                    <a:pt x="1262" y="834"/>
                  </a:cubicBezTo>
                  <a:cubicBezTo>
                    <a:pt x="1262" y="500"/>
                    <a:pt x="1072" y="191"/>
                    <a:pt x="78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79"/>
            <p:cNvSpPr/>
            <p:nvPr/>
          </p:nvSpPr>
          <p:spPr>
            <a:xfrm>
              <a:off x="5657100" y="3170950"/>
              <a:ext cx="30975" cy="72050"/>
            </a:xfrm>
            <a:custGeom>
              <a:rect b="b" l="l" r="r" t="t"/>
              <a:pathLst>
                <a:path extrusionOk="0" h="2882" w="1239">
                  <a:moveTo>
                    <a:pt x="786" y="0"/>
                  </a:moveTo>
                  <a:lnTo>
                    <a:pt x="453" y="500"/>
                  </a:lnTo>
                  <a:cubicBezTo>
                    <a:pt x="572" y="572"/>
                    <a:pt x="643" y="691"/>
                    <a:pt x="643" y="834"/>
                  </a:cubicBezTo>
                  <a:cubicBezTo>
                    <a:pt x="643" y="977"/>
                    <a:pt x="572" y="1120"/>
                    <a:pt x="453" y="1191"/>
                  </a:cubicBezTo>
                  <a:cubicBezTo>
                    <a:pt x="167" y="1381"/>
                    <a:pt x="0" y="1691"/>
                    <a:pt x="0" y="2048"/>
                  </a:cubicBezTo>
                  <a:cubicBezTo>
                    <a:pt x="0" y="2382"/>
                    <a:pt x="167" y="2691"/>
                    <a:pt x="453" y="2882"/>
                  </a:cubicBezTo>
                  <a:lnTo>
                    <a:pt x="786" y="2382"/>
                  </a:lnTo>
                  <a:cubicBezTo>
                    <a:pt x="667" y="2310"/>
                    <a:pt x="596" y="2191"/>
                    <a:pt x="596" y="2048"/>
                  </a:cubicBezTo>
                  <a:cubicBezTo>
                    <a:pt x="596" y="1905"/>
                    <a:pt x="667" y="1763"/>
                    <a:pt x="786" y="1691"/>
                  </a:cubicBezTo>
                  <a:cubicBezTo>
                    <a:pt x="1072" y="1501"/>
                    <a:pt x="1239" y="1191"/>
                    <a:pt x="1239" y="834"/>
                  </a:cubicBezTo>
                  <a:cubicBezTo>
                    <a:pt x="1239" y="500"/>
                    <a:pt x="1072" y="191"/>
                    <a:pt x="78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79"/>
            <p:cNvSpPr/>
            <p:nvPr/>
          </p:nvSpPr>
          <p:spPr>
            <a:xfrm>
              <a:off x="5461825" y="3260850"/>
              <a:ext cx="255425" cy="134575"/>
            </a:xfrm>
            <a:custGeom>
              <a:rect b="b" l="l" r="r" t="t"/>
              <a:pathLst>
                <a:path extrusionOk="0" h="5383" w="10217">
                  <a:moveTo>
                    <a:pt x="5430" y="596"/>
                  </a:moveTo>
                  <a:cubicBezTo>
                    <a:pt x="5787" y="596"/>
                    <a:pt x="6025" y="786"/>
                    <a:pt x="6025" y="905"/>
                  </a:cubicBezTo>
                  <a:cubicBezTo>
                    <a:pt x="6025" y="1024"/>
                    <a:pt x="5787" y="1191"/>
                    <a:pt x="5430" y="1191"/>
                  </a:cubicBezTo>
                  <a:cubicBezTo>
                    <a:pt x="5073" y="1191"/>
                    <a:pt x="4835" y="1024"/>
                    <a:pt x="4835" y="905"/>
                  </a:cubicBezTo>
                  <a:cubicBezTo>
                    <a:pt x="4835" y="786"/>
                    <a:pt x="5073" y="596"/>
                    <a:pt x="5430" y="596"/>
                  </a:cubicBezTo>
                  <a:close/>
                  <a:moveTo>
                    <a:pt x="7216" y="596"/>
                  </a:moveTo>
                  <a:cubicBezTo>
                    <a:pt x="7597" y="596"/>
                    <a:pt x="7835" y="786"/>
                    <a:pt x="7835" y="905"/>
                  </a:cubicBezTo>
                  <a:cubicBezTo>
                    <a:pt x="7835" y="1024"/>
                    <a:pt x="7597" y="1191"/>
                    <a:pt x="7216" y="1191"/>
                  </a:cubicBezTo>
                  <a:cubicBezTo>
                    <a:pt x="6859" y="1191"/>
                    <a:pt x="6621" y="1024"/>
                    <a:pt x="6621" y="905"/>
                  </a:cubicBezTo>
                  <a:cubicBezTo>
                    <a:pt x="6621" y="786"/>
                    <a:pt x="6859" y="596"/>
                    <a:pt x="7216" y="596"/>
                  </a:cubicBezTo>
                  <a:close/>
                  <a:moveTo>
                    <a:pt x="9026" y="596"/>
                  </a:moveTo>
                  <a:cubicBezTo>
                    <a:pt x="9383" y="596"/>
                    <a:pt x="9621" y="786"/>
                    <a:pt x="9621" y="905"/>
                  </a:cubicBezTo>
                  <a:cubicBezTo>
                    <a:pt x="9621" y="1024"/>
                    <a:pt x="9383" y="1191"/>
                    <a:pt x="9026" y="1191"/>
                  </a:cubicBezTo>
                  <a:cubicBezTo>
                    <a:pt x="8669" y="1191"/>
                    <a:pt x="8431" y="1024"/>
                    <a:pt x="8431" y="905"/>
                  </a:cubicBezTo>
                  <a:cubicBezTo>
                    <a:pt x="8431" y="786"/>
                    <a:pt x="8669" y="596"/>
                    <a:pt x="9026" y="596"/>
                  </a:cubicBezTo>
                  <a:close/>
                  <a:moveTo>
                    <a:pt x="1501" y="1191"/>
                  </a:moveTo>
                  <a:cubicBezTo>
                    <a:pt x="2001" y="1191"/>
                    <a:pt x="2406" y="1620"/>
                    <a:pt x="2406" y="2096"/>
                  </a:cubicBezTo>
                  <a:cubicBezTo>
                    <a:pt x="2406" y="2596"/>
                    <a:pt x="2001" y="3001"/>
                    <a:pt x="1501" y="3001"/>
                  </a:cubicBezTo>
                  <a:cubicBezTo>
                    <a:pt x="1001" y="3001"/>
                    <a:pt x="596" y="2596"/>
                    <a:pt x="596" y="2096"/>
                  </a:cubicBezTo>
                  <a:cubicBezTo>
                    <a:pt x="596" y="1596"/>
                    <a:pt x="1001" y="1191"/>
                    <a:pt x="1501" y="1191"/>
                  </a:cubicBezTo>
                  <a:close/>
                  <a:moveTo>
                    <a:pt x="4311" y="1215"/>
                  </a:moveTo>
                  <a:cubicBezTo>
                    <a:pt x="4477" y="1572"/>
                    <a:pt x="4906" y="1786"/>
                    <a:pt x="5430" y="1786"/>
                  </a:cubicBezTo>
                  <a:cubicBezTo>
                    <a:pt x="5787" y="1786"/>
                    <a:pt x="6121" y="1691"/>
                    <a:pt x="6335" y="1501"/>
                  </a:cubicBezTo>
                  <a:cubicBezTo>
                    <a:pt x="6549" y="1691"/>
                    <a:pt x="6859" y="1786"/>
                    <a:pt x="7216" y="1786"/>
                  </a:cubicBezTo>
                  <a:cubicBezTo>
                    <a:pt x="7597" y="1786"/>
                    <a:pt x="7907" y="1691"/>
                    <a:pt x="8121" y="1501"/>
                  </a:cubicBezTo>
                  <a:cubicBezTo>
                    <a:pt x="8335" y="1691"/>
                    <a:pt x="8669" y="1786"/>
                    <a:pt x="9026" y="1786"/>
                  </a:cubicBezTo>
                  <a:cubicBezTo>
                    <a:pt x="9240" y="1786"/>
                    <a:pt x="9455" y="1762"/>
                    <a:pt x="9621" y="1691"/>
                  </a:cubicBezTo>
                  <a:lnTo>
                    <a:pt x="9621" y="3001"/>
                  </a:lnTo>
                  <a:lnTo>
                    <a:pt x="4525" y="3001"/>
                  </a:lnTo>
                  <a:cubicBezTo>
                    <a:pt x="4025" y="3001"/>
                    <a:pt x="3620" y="2596"/>
                    <a:pt x="3620" y="2096"/>
                  </a:cubicBezTo>
                  <a:cubicBezTo>
                    <a:pt x="3620" y="1691"/>
                    <a:pt x="3906" y="1334"/>
                    <a:pt x="4311" y="1215"/>
                  </a:cubicBezTo>
                  <a:close/>
                  <a:moveTo>
                    <a:pt x="9621" y="3596"/>
                  </a:moveTo>
                  <a:lnTo>
                    <a:pt x="9621" y="4787"/>
                  </a:lnTo>
                  <a:lnTo>
                    <a:pt x="596" y="4787"/>
                  </a:lnTo>
                  <a:lnTo>
                    <a:pt x="596" y="3596"/>
                  </a:lnTo>
                  <a:close/>
                  <a:moveTo>
                    <a:pt x="5430" y="0"/>
                  </a:moveTo>
                  <a:cubicBezTo>
                    <a:pt x="4882" y="0"/>
                    <a:pt x="4430" y="262"/>
                    <a:pt x="4287" y="619"/>
                  </a:cubicBezTo>
                  <a:cubicBezTo>
                    <a:pt x="3572" y="738"/>
                    <a:pt x="3001" y="1334"/>
                    <a:pt x="3001" y="2096"/>
                  </a:cubicBezTo>
                  <a:cubicBezTo>
                    <a:pt x="3001" y="2429"/>
                    <a:pt x="3120" y="2739"/>
                    <a:pt x="3311" y="3001"/>
                  </a:cubicBezTo>
                  <a:lnTo>
                    <a:pt x="2715" y="3001"/>
                  </a:lnTo>
                  <a:cubicBezTo>
                    <a:pt x="2906" y="2739"/>
                    <a:pt x="3001" y="2429"/>
                    <a:pt x="3001" y="2096"/>
                  </a:cubicBezTo>
                  <a:cubicBezTo>
                    <a:pt x="3001" y="1262"/>
                    <a:pt x="2310" y="596"/>
                    <a:pt x="1501" y="596"/>
                  </a:cubicBezTo>
                  <a:cubicBezTo>
                    <a:pt x="667" y="596"/>
                    <a:pt x="0" y="1262"/>
                    <a:pt x="0" y="2096"/>
                  </a:cubicBezTo>
                  <a:cubicBezTo>
                    <a:pt x="0" y="2429"/>
                    <a:pt x="119" y="2739"/>
                    <a:pt x="286" y="3001"/>
                  </a:cubicBezTo>
                  <a:lnTo>
                    <a:pt x="0" y="3001"/>
                  </a:lnTo>
                  <a:lnTo>
                    <a:pt x="0" y="5382"/>
                  </a:lnTo>
                  <a:lnTo>
                    <a:pt x="10217" y="5382"/>
                  </a:lnTo>
                  <a:lnTo>
                    <a:pt x="10217" y="905"/>
                  </a:lnTo>
                  <a:cubicBezTo>
                    <a:pt x="10217" y="405"/>
                    <a:pt x="9693" y="0"/>
                    <a:pt x="9026" y="0"/>
                  </a:cubicBezTo>
                  <a:cubicBezTo>
                    <a:pt x="8669" y="0"/>
                    <a:pt x="8335" y="119"/>
                    <a:pt x="8121" y="310"/>
                  </a:cubicBezTo>
                  <a:cubicBezTo>
                    <a:pt x="7907" y="119"/>
                    <a:pt x="7597" y="0"/>
                    <a:pt x="7216" y="0"/>
                  </a:cubicBezTo>
                  <a:cubicBezTo>
                    <a:pt x="6859" y="0"/>
                    <a:pt x="6549" y="119"/>
                    <a:pt x="6335" y="310"/>
                  </a:cubicBezTo>
                  <a:cubicBezTo>
                    <a:pt x="6121" y="119"/>
                    <a:pt x="5787" y="0"/>
                    <a:pt x="543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9"/>
                                        </p:tgtEl>
                                        <p:attrNameLst>
                                          <p:attrName>style.visibility</p:attrName>
                                        </p:attrNameLst>
                                      </p:cBhvr>
                                      <p:to>
                                        <p:strVal val="visible"/>
                                      </p:to>
                                    </p:set>
                                    <p:animEffect filter="fade" transition="in">
                                      <p:cBhvr>
                                        <p:cTn dur="1000"/>
                                        <p:tgtEl>
                                          <p:spTgt spid="829"/>
                                        </p:tgtEl>
                                      </p:cBhvr>
                                    </p:animEffect>
                                  </p:childTnLst>
                                </p:cTn>
                              </p:par>
                              <p:par>
                                <p:cTn fill="hold" nodeType="withEffect" presetClass="entr" presetID="10" presetSubtype="0">
                                  <p:stCondLst>
                                    <p:cond delay="0"/>
                                  </p:stCondLst>
                                  <p:childTnLst>
                                    <p:set>
                                      <p:cBhvr>
                                        <p:cTn dur="1" fill="hold">
                                          <p:stCondLst>
                                            <p:cond delay="0"/>
                                          </p:stCondLst>
                                        </p:cTn>
                                        <p:tgtEl>
                                          <p:spTgt spid="835"/>
                                        </p:tgtEl>
                                        <p:attrNameLst>
                                          <p:attrName>style.visibility</p:attrName>
                                        </p:attrNameLst>
                                      </p:cBhvr>
                                      <p:to>
                                        <p:strVal val="visible"/>
                                      </p:to>
                                    </p:set>
                                    <p:animEffect filter="fade" transition="in">
                                      <p:cBhvr>
                                        <p:cTn dur="1000"/>
                                        <p:tgtEl>
                                          <p:spTgt spid="835"/>
                                        </p:tgtEl>
                                      </p:cBhvr>
                                    </p:animEffect>
                                  </p:childTnLst>
                                </p:cTn>
                              </p:par>
                              <p:par>
                                <p:cTn fill="hold" nodeType="withEffect" presetClass="entr" presetID="10" presetSubtype="0">
                                  <p:stCondLst>
                                    <p:cond delay="0"/>
                                  </p:stCondLst>
                                  <p:childTnLst>
                                    <p:set>
                                      <p:cBhvr>
                                        <p:cTn dur="1" fill="hold">
                                          <p:stCondLst>
                                            <p:cond delay="0"/>
                                          </p:stCondLst>
                                        </p:cTn>
                                        <p:tgtEl>
                                          <p:spTgt spid="842"/>
                                        </p:tgtEl>
                                        <p:attrNameLst>
                                          <p:attrName>style.visibility</p:attrName>
                                        </p:attrNameLst>
                                      </p:cBhvr>
                                      <p:to>
                                        <p:strVal val="visible"/>
                                      </p:to>
                                    </p:set>
                                    <p:animEffect filter="fade" transition="in">
                                      <p:cBhvr>
                                        <p:cTn dur="1000"/>
                                        <p:tgtEl>
                                          <p:spTgt spid="842"/>
                                        </p:tgtEl>
                                      </p:cBhvr>
                                    </p:animEffect>
                                  </p:childTnLst>
                                </p:cTn>
                              </p:par>
                              <p:par>
                                <p:cTn fill="hold" nodeType="withEffect" presetClass="entr" presetID="10" presetSubtype="0">
                                  <p:stCondLst>
                                    <p:cond delay="0"/>
                                  </p:stCondLst>
                                  <p:childTnLst>
                                    <p:set>
                                      <p:cBhvr>
                                        <p:cTn dur="1" fill="hold">
                                          <p:stCondLst>
                                            <p:cond delay="0"/>
                                          </p:stCondLst>
                                        </p:cTn>
                                        <p:tgtEl>
                                          <p:spTgt spid="845"/>
                                        </p:tgtEl>
                                        <p:attrNameLst>
                                          <p:attrName>style.visibility</p:attrName>
                                        </p:attrNameLst>
                                      </p:cBhvr>
                                      <p:to>
                                        <p:strVal val="visible"/>
                                      </p:to>
                                    </p:set>
                                    <p:animEffect filter="fade" transition="in">
                                      <p:cBhvr>
                                        <p:cTn dur="1000"/>
                                        <p:tgtEl>
                                          <p:spTgt spid="84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3" name="Shape 853"/>
        <p:cNvGrpSpPr/>
        <p:nvPr/>
      </p:nvGrpSpPr>
      <p:grpSpPr>
        <a:xfrm>
          <a:off x="0" y="0"/>
          <a:ext cx="0" cy="0"/>
          <a:chOff x="0" y="0"/>
          <a:chExt cx="0" cy="0"/>
        </a:xfrm>
      </p:grpSpPr>
      <p:pic>
        <p:nvPicPr>
          <p:cNvPr id="854" name="Google Shape;854;p80" title="abstract-minimal-concept-flowers-shadows (1).jpg"/>
          <p:cNvPicPr preferRelativeResize="0"/>
          <p:nvPr>
            <p:ph idx="2" type="pic"/>
          </p:nvPr>
        </p:nvPicPr>
        <p:blipFill rotWithShape="1">
          <a:blip r:embed="rId3">
            <a:alphaModFix/>
          </a:blip>
          <a:srcRect b="0" l="0" r="26406" t="0"/>
          <a:stretch/>
        </p:blipFill>
        <p:spPr>
          <a:xfrm>
            <a:off x="4411375" y="-75"/>
            <a:ext cx="4732800" cy="5143500"/>
          </a:xfrm>
          <a:prstGeom prst="rect">
            <a:avLst/>
          </a:prstGeom>
        </p:spPr>
      </p:pic>
      <p:sp>
        <p:nvSpPr>
          <p:cNvPr id="855" name="Google Shape;855;p80"/>
          <p:cNvSpPr/>
          <p:nvPr/>
        </p:nvSpPr>
        <p:spPr>
          <a:xfrm flipH="1" rot="-359004">
            <a:off x="3474573" y="-1551471"/>
            <a:ext cx="8440667" cy="8440025"/>
          </a:xfrm>
          <a:custGeom>
            <a:rect b="b" l="l" r="r" t="t"/>
            <a:pathLst>
              <a:path extrusionOk="0" h="122671" w="122671">
                <a:moveTo>
                  <a:pt x="61288" y="15890"/>
                </a:moveTo>
                <a:cubicBezTo>
                  <a:pt x="74134" y="15890"/>
                  <a:pt x="87890" y="17837"/>
                  <a:pt x="98492" y="25582"/>
                </a:cubicBezTo>
                <a:cubicBezTo>
                  <a:pt x="106392" y="31355"/>
                  <a:pt x="107052" y="41356"/>
                  <a:pt x="105729" y="50292"/>
                </a:cubicBezTo>
                <a:cubicBezTo>
                  <a:pt x="104207" y="60560"/>
                  <a:pt x="103318" y="70931"/>
                  <a:pt x="101429" y="81148"/>
                </a:cubicBezTo>
                <a:cubicBezTo>
                  <a:pt x="99916" y="89314"/>
                  <a:pt x="96431" y="97128"/>
                  <a:pt x="88124" y="99955"/>
                </a:cubicBezTo>
                <a:cubicBezTo>
                  <a:pt x="84437" y="101209"/>
                  <a:pt x="80540" y="101601"/>
                  <a:pt x="76602" y="101601"/>
                </a:cubicBezTo>
                <a:cubicBezTo>
                  <a:pt x="71796" y="101601"/>
                  <a:pt x="66926" y="101018"/>
                  <a:pt x="62297" y="100710"/>
                </a:cubicBezTo>
                <a:cubicBezTo>
                  <a:pt x="51217" y="99976"/>
                  <a:pt x="40203" y="98506"/>
                  <a:pt x="29211" y="96964"/>
                </a:cubicBezTo>
                <a:cubicBezTo>
                  <a:pt x="16647" y="95202"/>
                  <a:pt x="10610" y="89119"/>
                  <a:pt x="11276" y="76081"/>
                </a:cubicBezTo>
                <a:cubicBezTo>
                  <a:pt x="11770" y="66433"/>
                  <a:pt x="13452" y="56900"/>
                  <a:pt x="15516" y="47476"/>
                </a:cubicBezTo>
                <a:cubicBezTo>
                  <a:pt x="17086" y="40308"/>
                  <a:pt x="17867" y="30029"/>
                  <a:pt x="23464" y="24632"/>
                </a:cubicBezTo>
                <a:cubicBezTo>
                  <a:pt x="31878" y="16520"/>
                  <a:pt x="46079" y="16024"/>
                  <a:pt x="57526" y="15914"/>
                </a:cubicBezTo>
                <a:cubicBezTo>
                  <a:pt x="58439" y="15906"/>
                  <a:pt x="59335" y="15900"/>
                  <a:pt x="60210" y="15894"/>
                </a:cubicBezTo>
                <a:cubicBezTo>
                  <a:pt x="60569" y="15891"/>
                  <a:pt x="60928" y="15890"/>
                  <a:pt x="61288" y="15890"/>
                </a:cubicBezTo>
                <a:close/>
                <a:moveTo>
                  <a:pt x="0" y="0"/>
                </a:moveTo>
                <a:lnTo>
                  <a:pt x="0" y="122670"/>
                </a:lnTo>
                <a:lnTo>
                  <a:pt x="122671" y="122670"/>
                </a:lnTo>
                <a:lnTo>
                  <a:pt x="12267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80"/>
          <p:cNvSpPr txBox="1"/>
          <p:nvPr>
            <p:ph idx="1" type="subTitle"/>
          </p:nvPr>
        </p:nvSpPr>
        <p:spPr>
          <a:xfrm>
            <a:off x="723300" y="3021075"/>
            <a:ext cx="3394200" cy="113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Images reveal large amounts of data, so remember: </a:t>
            </a:r>
            <a:r>
              <a:rPr b="1" lang="en"/>
              <a:t>use an image instead of a long text</a:t>
            </a:r>
            <a:r>
              <a:rPr lang="en"/>
              <a:t>. Your audience will appreciate it</a:t>
            </a:r>
            <a:endParaRPr/>
          </a:p>
        </p:txBody>
      </p:sp>
      <p:sp>
        <p:nvSpPr>
          <p:cNvPr id="857" name="Google Shape;857;p80"/>
          <p:cNvSpPr txBox="1"/>
          <p:nvPr>
            <p:ph type="title"/>
          </p:nvPr>
        </p:nvSpPr>
        <p:spPr>
          <a:xfrm flipH="1">
            <a:off x="719825" y="986925"/>
            <a:ext cx="2888400" cy="1917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A PICTURE ALWAYS REINFORCES THE CONCEPT</a:t>
            </a:r>
            <a:endParaRPr/>
          </a:p>
        </p:txBody>
      </p:sp>
      <p:sp>
        <p:nvSpPr>
          <p:cNvPr id="858" name="Google Shape;858;p80"/>
          <p:cNvSpPr/>
          <p:nvPr/>
        </p:nvSpPr>
        <p:spPr>
          <a:xfrm>
            <a:off x="6731227" y="-2946022"/>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80"/>
          <p:cNvSpPr/>
          <p:nvPr/>
        </p:nvSpPr>
        <p:spPr>
          <a:xfrm rot="-1016915">
            <a:off x="5075473" y="-2308287"/>
            <a:ext cx="7826174" cy="2877885"/>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80"/>
          <p:cNvSpPr/>
          <p:nvPr/>
        </p:nvSpPr>
        <p:spPr>
          <a:xfrm flipH="1" rot="4533645">
            <a:off x="3033013" y="5149086"/>
            <a:ext cx="8703289" cy="555821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4" name="Shape 864"/>
        <p:cNvGrpSpPr/>
        <p:nvPr/>
      </p:nvGrpSpPr>
      <p:grpSpPr>
        <a:xfrm>
          <a:off x="0" y="0"/>
          <a:ext cx="0" cy="0"/>
          <a:chOff x="0" y="0"/>
          <a:chExt cx="0" cy="0"/>
        </a:xfrm>
      </p:grpSpPr>
      <p:pic>
        <p:nvPicPr>
          <p:cNvPr id="865" name="Google Shape;865;p81"/>
          <p:cNvPicPr preferRelativeResize="0"/>
          <p:nvPr/>
        </p:nvPicPr>
        <p:blipFill rotWithShape="1">
          <a:blip r:embed="rId3">
            <a:alphaModFix/>
          </a:blip>
          <a:srcRect b="15136" l="0" r="0" t="7953"/>
          <a:stretch/>
        </p:blipFill>
        <p:spPr>
          <a:xfrm rot="-358965">
            <a:off x="170703" y="211200"/>
            <a:ext cx="4144846" cy="4775801"/>
          </a:xfrm>
          <a:prstGeom prst="rect">
            <a:avLst/>
          </a:prstGeom>
          <a:noFill/>
          <a:ln>
            <a:noFill/>
          </a:ln>
        </p:spPr>
      </p:pic>
      <p:sp>
        <p:nvSpPr>
          <p:cNvPr id="866" name="Google Shape;866;p81"/>
          <p:cNvSpPr/>
          <p:nvPr/>
        </p:nvSpPr>
        <p:spPr>
          <a:xfrm rot="-541102">
            <a:off x="-162671" y="-319752"/>
            <a:ext cx="4893112" cy="5903461"/>
          </a:xfrm>
          <a:custGeom>
            <a:rect b="b" l="l" r="r" t="t"/>
            <a:pathLst>
              <a:path extrusionOk="0" h="122671" w="122671">
                <a:moveTo>
                  <a:pt x="61288" y="15890"/>
                </a:moveTo>
                <a:cubicBezTo>
                  <a:pt x="74134" y="15890"/>
                  <a:pt x="87890" y="17837"/>
                  <a:pt x="98492" y="25582"/>
                </a:cubicBezTo>
                <a:cubicBezTo>
                  <a:pt x="106392" y="31355"/>
                  <a:pt x="107052" y="41356"/>
                  <a:pt x="105729" y="50292"/>
                </a:cubicBezTo>
                <a:cubicBezTo>
                  <a:pt x="104207" y="60560"/>
                  <a:pt x="103318" y="70931"/>
                  <a:pt x="101429" y="81148"/>
                </a:cubicBezTo>
                <a:cubicBezTo>
                  <a:pt x="99916" y="89314"/>
                  <a:pt x="96431" y="97128"/>
                  <a:pt x="88124" y="99955"/>
                </a:cubicBezTo>
                <a:cubicBezTo>
                  <a:pt x="84437" y="101209"/>
                  <a:pt x="80540" y="101601"/>
                  <a:pt x="76602" y="101601"/>
                </a:cubicBezTo>
                <a:cubicBezTo>
                  <a:pt x="71796" y="101601"/>
                  <a:pt x="66926" y="101018"/>
                  <a:pt x="62297" y="100710"/>
                </a:cubicBezTo>
                <a:cubicBezTo>
                  <a:pt x="51217" y="99976"/>
                  <a:pt x="40203" y="98506"/>
                  <a:pt x="29211" y="96964"/>
                </a:cubicBezTo>
                <a:cubicBezTo>
                  <a:pt x="16647" y="95202"/>
                  <a:pt x="10610" y="89119"/>
                  <a:pt x="11276" y="76081"/>
                </a:cubicBezTo>
                <a:cubicBezTo>
                  <a:pt x="11770" y="66433"/>
                  <a:pt x="13452" y="56900"/>
                  <a:pt x="15516" y="47476"/>
                </a:cubicBezTo>
                <a:cubicBezTo>
                  <a:pt x="17086" y="40308"/>
                  <a:pt x="17867" y="30029"/>
                  <a:pt x="23464" y="24632"/>
                </a:cubicBezTo>
                <a:cubicBezTo>
                  <a:pt x="31878" y="16520"/>
                  <a:pt x="46079" y="16024"/>
                  <a:pt x="57526" y="15914"/>
                </a:cubicBezTo>
                <a:cubicBezTo>
                  <a:pt x="58439" y="15906"/>
                  <a:pt x="59335" y="15900"/>
                  <a:pt x="60210" y="15894"/>
                </a:cubicBezTo>
                <a:cubicBezTo>
                  <a:pt x="60569" y="15891"/>
                  <a:pt x="60928" y="15890"/>
                  <a:pt x="61288" y="15890"/>
                </a:cubicBezTo>
                <a:close/>
                <a:moveTo>
                  <a:pt x="0" y="0"/>
                </a:moveTo>
                <a:lnTo>
                  <a:pt x="0" y="122670"/>
                </a:lnTo>
                <a:lnTo>
                  <a:pt x="122671" y="122670"/>
                </a:lnTo>
                <a:lnTo>
                  <a:pt x="12267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81"/>
          <p:cNvSpPr txBox="1"/>
          <p:nvPr>
            <p:ph idx="1" type="subTitle"/>
          </p:nvPr>
        </p:nvSpPr>
        <p:spPr>
          <a:xfrm>
            <a:off x="4349577" y="2925675"/>
            <a:ext cx="4081200" cy="11355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Images reveal large amounts of data, so remember: </a:t>
            </a:r>
            <a:r>
              <a:rPr b="1" lang="en"/>
              <a:t>use an image instead of a long text</a:t>
            </a:r>
            <a:r>
              <a:rPr lang="en"/>
              <a:t>. Your audience will appreciate it</a:t>
            </a:r>
            <a:endParaRPr/>
          </a:p>
        </p:txBody>
      </p:sp>
      <p:sp>
        <p:nvSpPr>
          <p:cNvPr id="868" name="Google Shape;868;p81"/>
          <p:cNvSpPr txBox="1"/>
          <p:nvPr>
            <p:ph type="title"/>
          </p:nvPr>
        </p:nvSpPr>
        <p:spPr>
          <a:xfrm flipH="1">
            <a:off x="4349575" y="1266675"/>
            <a:ext cx="4081200" cy="15423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A PICTURE ALWAYS REINFORCES </a:t>
            </a:r>
            <a:endParaRPr/>
          </a:p>
          <a:p>
            <a:pPr indent="0" lvl="0" marL="0" rtl="0" algn="ctr">
              <a:spcBef>
                <a:spcPts val="0"/>
              </a:spcBef>
              <a:spcAft>
                <a:spcPts val="0"/>
              </a:spcAft>
              <a:buNone/>
            </a:pPr>
            <a:r>
              <a:rPr lang="en"/>
              <a:t>THE CONCEPT</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82"/>
          <p:cNvSpPr txBox="1"/>
          <p:nvPr>
            <p:ph type="title"/>
          </p:nvPr>
        </p:nvSpPr>
        <p:spPr>
          <a:xfrm>
            <a:off x="1549950" y="1929275"/>
            <a:ext cx="6044100" cy="1610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MARKET AND </a:t>
            </a:r>
            <a:r>
              <a:rPr lang="en">
                <a:solidFill>
                  <a:schemeClr val="lt1"/>
                </a:solidFill>
              </a:rPr>
              <a:t>COMPETITION</a:t>
            </a:r>
            <a:endParaRPr/>
          </a:p>
        </p:txBody>
      </p:sp>
      <p:sp>
        <p:nvSpPr>
          <p:cNvPr id="874" name="Google Shape;874;p82"/>
          <p:cNvSpPr txBox="1"/>
          <p:nvPr>
            <p:ph idx="2" type="title"/>
          </p:nvPr>
        </p:nvSpPr>
        <p:spPr>
          <a:xfrm>
            <a:off x="3822900" y="845239"/>
            <a:ext cx="1498200" cy="1123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02</a:t>
            </a:r>
            <a:endParaRPr/>
          </a:p>
        </p:txBody>
      </p:sp>
      <p:sp>
        <p:nvSpPr>
          <p:cNvPr id="875" name="Google Shape;875;p82"/>
          <p:cNvSpPr txBox="1"/>
          <p:nvPr>
            <p:ph idx="1" type="subTitle"/>
          </p:nvPr>
        </p:nvSpPr>
        <p:spPr>
          <a:xfrm>
            <a:off x="2414570" y="3578849"/>
            <a:ext cx="4314900" cy="719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You can enter a subtitle here if you need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1">
                                  <p:stCondLst>
                                    <p:cond delay="0"/>
                                  </p:stCondLst>
                                  <p:childTnLst>
                                    <p:set>
                                      <p:cBhvr>
                                        <p:cTn dur="1" fill="hold">
                                          <p:stCondLst>
                                            <p:cond delay="0"/>
                                          </p:stCondLst>
                                        </p:cTn>
                                        <p:tgtEl>
                                          <p:spTgt spid="873"/>
                                        </p:tgtEl>
                                        <p:attrNameLst>
                                          <p:attrName>style.visibility</p:attrName>
                                        </p:attrNameLst>
                                      </p:cBhvr>
                                      <p:to>
                                        <p:strVal val="visible"/>
                                      </p:to>
                                    </p:set>
                                    <p:anim calcmode="lin" valueType="num">
                                      <p:cBhvr additive="base">
                                        <p:cTn dur="1000"/>
                                        <p:tgtEl>
                                          <p:spTgt spid="873"/>
                                        </p:tgtEl>
                                        <p:attrNameLst>
                                          <p:attrName>ppt_y</p:attrName>
                                        </p:attrNameLst>
                                      </p:cBhvr>
                                      <p:tavLst>
                                        <p:tav fmla="" tm="0">
                                          <p:val>
                                            <p:strVal val="#ppt_y-1"/>
                                          </p:val>
                                        </p:tav>
                                        <p:tav fmla="" tm="100000">
                                          <p:val>
                                            <p:strVal val="#ppt_y"/>
                                          </p:val>
                                        </p:tav>
                                      </p:tavLst>
                                    </p:anim>
                                  </p:childTnLst>
                                </p:cTn>
                              </p:par>
                              <p:par>
                                <p:cTn fill="hold" nodeType="withEffect" presetClass="entr" presetID="2" presetSubtype="1">
                                  <p:stCondLst>
                                    <p:cond delay="0"/>
                                  </p:stCondLst>
                                  <p:childTnLst>
                                    <p:set>
                                      <p:cBhvr>
                                        <p:cTn dur="1" fill="hold">
                                          <p:stCondLst>
                                            <p:cond delay="0"/>
                                          </p:stCondLst>
                                        </p:cTn>
                                        <p:tgtEl>
                                          <p:spTgt spid="874"/>
                                        </p:tgtEl>
                                        <p:attrNameLst>
                                          <p:attrName>style.visibility</p:attrName>
                                        </p:attrNameLst>
                                      </p:cBhvr>
                                      <p:to>
                                        <p:strVal val="visible"/>
                                      </p:to>
                                    </p:set>
                                    <p:anim calcmode="lin" valueType="num">
                                      <p:cBhvr additive="base">
                                        <p:cTn dur="1000"/>
                                        <p:tgtEl>
                                          <p:spTgt spid="874"/>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9" name="Shape 879"/>
        <p:cNvGrpSpPr/>
        <p:nvPr/>
      </p:nvGrpSpPr>
      <p:grpSpPr>
        <a:xfrm>
          <a:off x="0" y="0"/>
          <a:ext cx="0" cy="0"/>
          <a:chOff x="0" y="0"/>
          <a:chExt cx="0" cy="0"/>
        </a:xfrm>
      </p:grpSpPr>
      <p:sp>
        <p:nvSpPr>
          <p:cNvPr id="880" name="TextBox 879"/>
          <p:cNvSpPr txBox="1"/>
          <p:nvPr/>
        </p:nvSpPr>
        <p:spPr>
          <a:xfrm>
            <a:off x="731520" y="292608"/>
            <a:ext cx="7680960" cy="1234440"/>
          </a:xfrm>
          <a:prstGeom prst="rect">
            <a:avLst/>
          </a:prstGeom>
          <a:noFill/>
        </p:spPr>
        <p:txBody>
          <a:bodyPr wrap="square" lIns="0" tIns="0" rIns="0" bIns="0">
            <a:spAutoFit/>
          </a:bodyPr>
          <a:lstStyle/>
          <a:p>
            <a:pPr>
              <a:spcAft>
                <a:spcPts val="400"/>
              </a:spcAft>
              <a:defRPr sz="950" b="1">
                <a:solidFill>
                  <a:srgbClr val="7D6652"/>
                </a:solidFill>
                <a:latin typeface="Arial"/>
              </a:defRPr>
            </a:pPr>
            <a:r>
              <a:t>SYSTEM SPECIFICATION</a:t>
            </a:r>
          </a:p>
          <a:p>
            <a:pPr>
              <a:spcAft>
                <a:spcPts val="400"/>
              </a:spcAft>
            </a:pPr>
            <a:r>
              <a:rPr sz="2300" b="1">
                <a:solidFill>
                  <a:srgbClr val="1F1F1F"/>
                </a:solidFill>
                <a:latin typeface="Arial"/>
              </a:rPr>
              <a:t>SYSTEM ARCHITECTURE </a:t>
            </a:r>
            <a:r>
              <a:rPr sz="2300" b="1">
                <a:solidFill>
                  <a:srgbClr val="7D6652"/>
                </a:solidFill>
                <a:latin typeface="Arial"/>
              </a:rPr>
              <a:t>MULTI-AGENT NETWORK</a:t>
            </a:r>
          </a:p>
          <a:p>
            <a:pPr>
              <a:defRPr sz="1100">
                <a:solidFill>
                  <a:srgbClr val="5F5F5F"/>
                </a:solidFill>
                <a:latin typeface="Arial"/>
              </a:defRPr>
            </a:pPr>
            <a:r>
              <a:t>Local-first orchestration combining 5 specialized agents with 7 deterministic workflows.</a:t>
            </a:r>
          </a:p>
        </p:txBody>
      </p:sp>
      <p:sp>
        <p:nvSpPr>
          <p:cNvPr id="881" name="Rounded Rectangle 880"/>
          <p:cNvSpPr/>
          <p:nvPr/>
        </p:nvSpPr>
        <p:spPr>
          <a:xfrm>
            <a:off x="731520" y="1691640"/>
            <a:ext cx="7680960" cy="658368"/>
          </a:xfrm>
          <a:prstGeom prst="roundRect">
            <a:avLst>
              <a:gd name="adj" fmla="val 15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Rounded Rectangle 881"/>
          <p:cNvSpPr/>
          <p:nvPr/>
        </p:nvSpPr>
        <p:spPr>
          <a:xfrm>
            <a:off x="868680" y="1819656"/>
            <a:ext cx="1645920" cy="402336"/>
          </a:xfrm>
          <a:prstGeom prst="roundRect">
            <a:avLst>
              <a:gd name="adj" fmla="val 25000"/>
            </a:avLst>
          </a:prstGeom>
          <a:solidFill>
            <a:srgbClr val="DDE2D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50" b="1">
                <a:solidFill>
                  <a:srgbClr val="414E3E"/>
                </a:solidFill>
                <a:latin typeface="Arial"/>
              </a:defRPr>
            </a:pPr>
            <a:r>
              <a:t>ORCHESTRATION</a:t>
            </a:r>
          </a:p>
        </p:txBody>
      </p:sp>
      <p:sp>
        <p:nvSpPr>
          <p:cNvPr id="883" name="TextBox 882"/>
          <p:cNvSpPr txBox="1"/>
          <p:nvPr/>
        </p:nvSpPr>
        <p:spPr>
          <a:xfrm>
            <a:off x="2651760" y="1783080"/>
            <a:ext cx="5623560" cy="475488"/>
          </a:xfrm>
          <a:prstGeom prst="rect">
            <a:avLst/>
          </a:prstGeom>
          <a:noFill/>
        </p:spPr>
        <p:txBody>
          <a:bodyPr wrap="square" lIns="0" rIns="0" tIns="0" bIns="0">
            <a:spAutoFit/>
          </a:bodyPr>
          <a:lstStyle/>
          <a:p>
            <a:pPr>
              <a:defRPr sz="1100" b="1">
                <a:solidFill>
                  <a:srgbClr val="1F1F1F"/>
                </a:solidFill>
                <a:latin typeface="Arial"/>
              </a:defRPr>
            </a:pPr>
            <a:r>
              <a:t>Commander Orchestrator (LangGraph StateGraph)</a:t>
            </a:r>
          </a:p>
          <a:p>
            <a:pPr>
              <a:defRPr sz="900">
                <a:solidFill>
                  <a:srgbClr val="5F5F5F"/>
                </a:solidFill>
                <a:latin typeface="Arial"/>
              </a:defRPr>
            </a:pPr>
            <a:r>
              <a:t>Root mission controller, DAG execution manager, dynamic failure recovery &amp; session persistence.</a:t>
            </a:r>
          </a:p>
        </p:txBody>
      </p:sp>
      <p:sp>
        <p:nvSpPr>
          <p:cNvPr id="884" name="Rounded Rectangle 883"/>
          <p:cNvSpPr/>
          <p:nvPr/>
        </p:nvSpPr>
        <p:spPr>
          <a:xfrm>
            <a:off x="731520" y="2459736"/>
            <a:ext cx="7680960" cy="658368"/>
          </a:xfrm>
          <a:prstGeom prst="roundRect">
            <a:avLst>
              <a:gd name="adj" fmla="val 15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Rounded Rectangle 884"/>
          <p:cNvSpPr/>
          <p:nvPr/>
        </p:nvSpPr>
        <p:spPr>
          <a:xfrm>
            <a:off x="868680" y="2587752"/>
            <a:ext cx="1645920" cy="402336"/>
          </a:xfrm>
          <a:prstGeom prst="roundRect">
            <a:avLst>
              <a:gd name="adj" fmla="val 25000"/>
            </a:avLst>
          </a:prstGeom>
          <a:solidFill>
            <a:srgbClr val="F5E5E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50" b="1">
                <a:solidFill>
                  <a:srgbClr val="80463E"/>
                </a:solidFill>
                <a:latin typeface="Arial"/>
              </a:defRPr>
            </a:pPr>
            <a:r>
              <a:t>PERCEPTION &amp; SCOUTING</a:t>
            </a:r>
          </a:p>
        </p:txBody>
      </p:sp>
      <p:sp>
        <p:nvSpPr>
          <p:cNvPr id="886" name="TextBox 885"/>
          <p:cNvSpPr txBox="1"/>
          <p:nvPr/>
        </p:nvSpPr>
        <p:spPr>
          <a:xfrm>
            <a:off x="2651760" y="2551176"/>
            <a:ext cx="5623560" cy="475488"/>
          </a:xfrm>
          <a:prstGeom prst="rect">
            <a:avLst/>
          </a:prstGeom>
          <a:noFill/>
        </p:spPr>
        <p:txBody>
          <a:bodyPr wrap="square" lIns="0" rIns="0" tIns="0" bIns="0">
            <a:spAutoFit/>
          </a:bodyPr>
          <a:lstStyle/>
          <a:p>
            <a:pPr>
              <a:defRPr sz="1100" b="1">
                <a:solidFill>
                  <a:srgbClr val="1F1F1F"/>
                </a:solidFill>
                <a:latin typeface="Arial"/>
              </a:defRPr>
            </a:pPr>
            <a:r>
              <a:t>Profile Analyst Agent + Regional Scout Workflows</a:t>
            </a:r>
          </a:p>
          <a:p>
            <a:pPr>
              <a:defRPr sz="900">
                <a:solidFill>
                  <a:srgbClr val="5F5F5F"/>
                </a:solidFill>
                <a:latin typeface="Arial"/>
              </a:defRPr>
            </a:pPr>
            <a:r>
              <a:t>Multimodal PDF document extraction -&gt; Parallel European, Asian, American &amp; MENA scrapers.</a:t>
            </a:r>
          </a:p>
        </p:txBody>
      </p:sp>
      <p:sp>
        <p:nvSpPr>
          <p:cNvPr id="887" name="Rounded Rectangle 886"/>
          <p:cNvSpPr/>
          <p:nvPr/>
        </p:nvSpPr>
        <p:spPr>
          <a:xfrm>
            <a:off x="731520" y="3227832"/>
            <a:ext cx="7680960" cy="658368"/>
          </a:xfrm>
          <a:prstGeom prst="roundRect">
            <a:avLst>
              <a:gd name="adj" fmla="val 15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Rounded Rectangle 887"/>
          <p:cNvSpPr/>
          <p:nvPr/>
        </p:nvSpPr>
        <p:spPr>
          <a:xfrm>
            <a:off x="868680" y="3355848"/>
            <a:ext cx="1645920" cy="402336"/>
          </a:xfrm>
          <a:prstGeom prst="roundRect">
            <a:avLst>
              <a:gd name="adj" fmla="val 25000"/>
            </a:avLst>
          </a:prstGeom>
          <a:solidFill>
            <a:srgbClr val="EAE6E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50" b="1">
                <a:solidFill>
                  <a:srgbClr val="55524C"/>
                </a:solidFill>
                <a:latin typeface="Arial"/>
              </a:defRPr>
            </a:pPr>
            <a:r>
              <a:t>VERIFICATION &amp; ADVERSARIAL</a:t>
            </a:r>
          </a:p>
        </p:txBody>
      </p:sp>
      <p:sp>
        <p:nvSpPr>
          <p:cNvPr id="889" name="TextBox 888"/>
          <p:cNvSpPr txBox="1"/>
          <p:nvPr/>
        </p:nvSpPr>
        <p:spPr>
          <a:xfrm>
            <a:off x="2651760" y="3319272"/>
            <a:ext cx="5623560" cy="475488"/>
          </a:xfrm>
          <a:prstGeom prst="rect">
            <a:avLst/>
          </a:prstGeom>
          <a:noFill/>
        </p:spPr>
        <p:txBody>
          <a:bodyPr wrap="square" lIns="0" rIns="0" tIns="0" bIns="0">
            <a:spAutoFit/>
          </a:bodyPr>
          <a:lstStyle/>
          <a:p>
            <a:pPr>
              <a:defRPr sz="1100" b="1">
                <a:solidFill>
                  <a:srgbClr val="1F1F1F"/>
                </a:solidFill>
                <a:latin typeface="Arial"/>
              </a:defRPr>
            </a:pPr>
            <a:r>
              <a:t>Eligibility Workflow + Skeptic Agent + Verification Agent</a:t>
            </a:r>
          </a:p>
          <a:p>
            <a:pPr>
              <a:defRPr sz="900">
                <a:solidFill>
                  <a:srgbClr val="5F5F5F"/>
                </a:solidFill>
                <a:latin typeface="Arial"/>
              </a:defRPr>
            </a:pPr>
            <a:r>
              <a:t>15-point criteria gatekeeper + Adversarial cross-examination challenging every scholarship claim.</a:t>
            </a:r>
          </a:p>
        </p:txBody>
      </p:sp>
      <p:sp>
        <p:nvSpPr>
          <p:cNvPr id="890" name="Rounded Rectangle 889"/>
          <p:cNvSpPr/>
          <p:nvPr/>
        </p:nvSpPr>
        <p:spPr>
          <a:xfrm>
            <a:off x="731520" y="3995928"/>
            <a:ext cx="7680960" cy="658368"/>
          </a:xfrm>
          <a:prstGeom prst="roundRect">
            <a:avLst>
              <a:gd name="adj" fmla="val 15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Rounded Rectangle 890"/>
          <p:cNvSpPr/>
          <p:nvPr/>
        </p:nvSpPr>
        <p:spPr>
          <a:xfrm>
            <a:off x="868680" y="4123944"/>
            <a:ext cx="1645920" cy="402336"/>
          </a:xfrm>
          <a:prstGeom prst="roundRect">
            <a:avLst>
              <a:gd name="adj" fmla="val 25000"/>
            </a:avLst>
          </a:prstGeom>
          <a:solidFill>
            <a:srgbClr val="F0EAE1"/>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50" b="1">
                <a:solidFill>
                  <a:srgbClr val="706252"/>
                </a:solidFill>
                <a:latin typeface="Arial"/>
              </a:defRPr>
            </a:pPr>
            <a:r>
              <a:t>FINANCIAL &amp; STRATEGY</a:t>
            </a:r>
          </a:p>
        </p:txBody>
      </p:sp>
      <p:sp>
        <p:nvSpPr>
          <p:cNvPr id="892" name="TextBox 891"/>
          <p:cNvSpPr txBox="1"/>
          <p:nvPr/>
        </p:nvSpPr>
        <p:spPr>
          <a:xfrm>
            <a:off x="2651760" y="4087368"/>
            <a:ext cx="5623560" cy="475488"/>
          </a:xfrm>
          <a:prstGeom prst="rect">
            <a:avLst/>
          </a:prstGeom>
          <a:noFill/>
        </p:spPr>
        <p:txBody>
          <a:bodyPr wrap="square" lIns="0" rIns="0" tIns="0" bIns="0">
            <a:spAutoFit/>
          </a:bodyPr>
          <a:lstStyle/>
          <a:p>
            <a:pPr>
              <a:defRPr sz="1100" b="1">
                <a:solidFill>
                  <a:srgbClr val="1F1F1F"/>
                </a:solidFill>
                <a:latin typeface="Arial"/>
              </a:defRPr>
            </a:pPr>
            <a:r>
              <a:t>True Cost (PKR) + Deadline Intelligence + Final Advisor</a:t>
            </a:r>
          </a:p>
          <a:p>
            <a:pPr>
              <a:defRPr sz="900">
                <a:solidFill>
                  <a:srgbClr val="5F5F5F"/>
                </a:solidFill>
                <a:latin typeface="Arial"/>
              </a:defRPr>
            </a:pPr>
            <a:r>
              <a:t>Deterministic fee calculations + Weighted ranking engine + Tailored action roadmap.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85"/>
                                        </p:tgtEl>
                                        <p:attrNameLst>
                                          <p:attrName>style.visibility</p:attrName>
                                        </p:attrNameLst>
                                      </p:cBhvr>
                                      <p:to>
                                        <p:strVal val="visible"/>
                                      </p:to>
                                    </p:set>
                                    <p:animEffect filter="fade" transition="in">
                                      <p:cBhvr>
                                        <p:cTn dur="1000"/>
                                        <p:tgtEl>
                                          <p:spTgt spid="885"/>
                                        </p:tgtEl>
                                      </p:cBhvr>
                                    </p:animEffect>
                                  </p:childTnLst>
                                </p:cTn>
                              </p:par>
                              <p:par>
                                <p:cTn fill="hold" nodeType="withEffect" presetClass="entr" presetID="10" presetSubtype="0">
                                  <p:stCondLst>
                                    <p:cond delay="0"/>
                                  </p:stCondLst>
                                  <p:childTnLst>
                                    <p:set>
                                      <p:cBhvr>
                                        <p:cTn dur="1" fill="hold">
                                          <p:stCondLst>
                                            <p:cond delay="0"/>
                                          </p:stCondLst>
                                        </p:cTn>
                                        <p:tgtEl>
                                          <p:spTgt spid="886"/>
                                        </p:tgtEl>
                                        <p:attrNameLst>
                                          <p:attrName>style.visibility</p:attrName>
                                        </p:attrNameLst>
                                      </p:cBhvr>
                                      <p:to>
                                        <p:strVal val="visible"/>
                                      </p:to>
                                    </p:set>
                                    <p:animEffect filter="fade" transition="in">
                                      <p:cBhvr>
                                        <p:cTn dur="1000"/>
                                        <p:tgtEl>
                                          <p:spTgt spid="886"/>
                                        </p:tgtEl>
                                      </p:cBhvr>
                                    </p:animEffect>
                                  </p:childTnLst>
                                </p:cTn>
                              </p:par>
                              <p:par>
                                <p:cTn fill="hold" nodeType="withEffect" presetClass="entr" presetID="10" presetSubtype="0">
                                  <p:stCondLst>
                                    <p:cond delay="0"/>
                                  </p:stCondLst>
                                  <p:childTnLst>
                                    <p:set>
                                      <p:cBhvr>
                                        <p:cTn dur="1" fill="hold">
                                          <p:stCondLst>
                                            <p:cond delay="0"/>
                                          </p:stCondLst>
                                        </p:cTn>
                                        <p:tgtEl>
                                          <p:spTgt spid="887"/>
                                        </p:tgtEl>
                                        <p:attrNameLst>
                                          <p:attrName>style.visibility</p:attrName>
                                        </p:attrNameLst>
                                      </p:cBhvr>
                                      <p:to>
                                        <p:strVal val="visible"/>
                                      </p:to>
                                    </p:set>
                                    <p:animEffect filter="fade" transition="in">
                                      <p:cBhvr>
                                        <p:cTn dur="1000"/>
                                        <p:tgtEl>
                                          <p:spTgt spid="887"/>
                                        </p:tgtEl>
                                      </p:cBhvr>
                                    </p:animEffect>
                                  </p:childTnLst>
                                </p:cTn>
                              </p:par>
                              <p:par>
                                <p:cTn fill="hold" nodeType="withEffect" presetClass="entr" presetID="10" presetSubtype="0">
                                  <p:stCondLst>
                                    <p:cond delay="0"/>
                                  </p:stCondLst>
                                  <p:childTnLst>
                                    <p:set>
                                      <p:cBhvr>
                                        <p:cTn dur="1" fill="hold">
                                          <p:stCondLst>
                                            <p:cond delay="0"/>
                                          </p:stCondLst>
                                        </p:cTn>
                                        <p:tgtEl>
                                          <p:spTgt spid="888"/>
                                        </p:tgtEl>
                                        <p:attrNameLst>
                                          <p:attrName>style.visibility</p:attrName>
                                        </p:attrNameLst>
                                      </p:cBhvr>
                                      <p:to>
                                        <p:strVal val="visible"/>
                                      </p:to>
                                    </p:set>
                                    <p:animEffect filter="fade" transition="in">
                                      <p:cBhvr>
                                        <p:cTn dur="1000"/>
                                        <p:tgtEl>
                                          <p:spTgt spid="88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3" name="Shape 903"/>
        <p:cNvGrpSpPr/>
        <p:nvPr/>
      </p:nvGrpSpPr>
      <p:grpSpPr>
        <a:xfrm>
          <a:off x="0" y="0"/>
          <a:ext cx="0" cy="0"/>
          <a:chOff x="0" y="0"/>
          <a:chExt cx="0" cy="0"/>
        </a:xfrm>
      </p:grpSpPr>
      <p:sp>
        <p:nvSpPr>
          <p:cNvPr id="904" name="TextBox 903"/>
          <p:cNvSpPr txBox="1"/>
          <p:nvPr/>
        </p:nvSpPr>
        <p:spPr>
          <a:xfrm>
            <a:off x="731520" y="292608"/>
            <a:ext cx="7680960" cy="1234440"/>
          </a:xfrm>
          <a:prstGeom prst="rect">
            <a:avLst/>
          </a:prstGeom>
          <a:noFill/>
        </p:spPr>
        <p:txBody>
          <a:bodyPr wrap="square" lIns="0" tIns="0" rIns="0" bIns="0">
            <a:spAutoFit/>
          </a:bodyPr>
          <a:lstStyle/>
          <a:p>
            <a:pPr>
              <a:spcAft>
                <a:spcPts val="400"/>
              </a:spcAft>
              <a:defRPr sz="950" b="1">
                <a:solidFill>
                  <a:srgbClr val="7D6652"/>
                </a:solidFill>
                <a:latin typeface="Arial"/>
              </a:defRPr>
            </a:pPr>
            <a:r>
              <a:t>END-TO-END EXECUTION</a:t>
            </a:r>
          </a:p>
          <a:p>
            <a:pPr>
              <a:spcAft>
                <a:spcPts val="400"/>
              </a:spcAft>
            </a:pPr>
            <a:r>
              <a:rPr sz="2300" b="1">
                <a:solidFill>
                  <a:srgbClr val="1F1F1F"/>
                </a:solidFill>
                <a:latin typeface="Arial"/>
              </a:rPr>
              <a:t>SYSTEM WORKFLOW </a:t>
            </a:r>
            <a:r>
              <a:rPr sz="2300" b="1">
                <a:solidFill>
                  <a:srgbClr val="7D6652"/>
                </a:solidFill>
                <a:latin typeface="Arial"/>
              </a:rPr>
              <a:t>THE SCHOLARSHIP PIPELINE</a:t>
            </a:r>
          </a:p>
          <a:p>
            <a:pPr>
              <a:defRPr sz="1100">
                <a:solidFill>
                  <a:srgbClr val="5F5F5F"/>
                </a:solidFill>
                <a:latin typeface="Arial"/>
              </a:defRPr>
            </a:pPr>
            <a:r>
              <a:t>How ScholarX turns raw student documents into an audited, personalized application roadmap.</a:t>
            </a:r>
          </a:p>
        </p:txBody>
      </p:sp>
      <p:sp>
        <p:nvSpPr>
          <p:cNvPr id="905" name="Rectangle 904"/>
          <p:cNvSpPr/>
          <p:nvPr/>
        </p:nvSpPr>
        <p:spPr>
          <a:xfrm>
            <a:off x="1097280" y="2468880"/>
            <a:ext cx="6949440" cy="25400"/>
          </a:xfrm>
          <a:prstGeom prst="rect">
            <a:avLst/>
          </a:prstGeom>
          <a:solidFill>
            <a:srgbClr val="C48D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Oval 905"/>
          <p:cNvSpPr/>
          <p:nvPr/>
        </p:nvSpPr>
        <p:spPr>
          <a:xfrm>
            <a:off x="1005840" y="2148840"/>
            <a:ext cx="640080" cy="640080"/>
          </a:xfrm>
          <a:prstGeom prst="ellipse">
            <a:avLst/>
          </a:prstGeom>
          <a:solidFill>
            <a:srgbClr val="DDE2D8"/>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414E3E"/>
                </a:solidFill>
                <a:latin typeface="Arial"/>
              </a:defRPr>
            </a:pPr>
            <a:r>
              <a:t>01</a:t>
            </a:r>
          </a:p>
        </p:txBody>
      </p:sp>
      <p:sp>
        <p:nvSpPr>
          <p:cNvPr id="907" name="TextBox 906"/>
          <p:cNvSpPr txBox="1"/>
          <p:nvPr/>
        </p:nvSpPr>
        <p:spPr>
          <a:xfrm>
            <a:off x="731520" y="2926080"/>
            <a:ext cx="1188720" cy="1828800"/>
          </a:xfrm>
          <a:prstGeom prst="rect">
            <a:avLst/>
          </a:prstGeom>
          <a:noFill/>
        </p:spPr>
        <p:txBody>
          <a:bodyPr wrap="square" lIns="0" rIns="0" tIns="0" bIns="0">
            <a:spAutoFit/>
          </a:bodyPr>
          <a:lstStyle/>
          <a:p>
            <a:pPr algn="ctr">
              <a:spcAft>
                <a:spcPts val="300"/>
              </a:spcAft>
              <a:defRPr sz="1000" b="1">
                <a:solidFill>
                  <a:srgbClr val="1F1F1F"/>
                </a:solidFill>
                <a:latin typeface="Arial"/>
              </a:defRPr>
            </a:pPr>
            <a:r>
              <a:t>Profile Ingestion</a:t>
            </a:r>
          </a:p>
          <a:p>
            <a:pPr algn="ctr">
              <a:defRPr sz="800">
                <a:solidFill>
                  <a:srgbClr val="5F5F5F"/>
                </a:solidFill>
                <a:latin typeface="Arial"/>
              </a:defRPr>
            </a:pPr>
            <a:r>
              <a:t>Multimodal parsing of messy transcripts &amp; documents.</a:t>
            </a:r>
          </a:p>
        </p:txBody>
      </p:sp>
      <p:sp>
        <p:nvSpPr>
          <p:cNvPr id="908" name="Oval 907"/>
          <p:cNvSpPr/>
          <p:nvPr/>
        </p:nvSpPr>
        <p:spPr>
          <a:xfrm>
            <a:off x="2304288" y="2148840"/>
            <a:ext cx="640080" cy="640080"/>
          </a:xfrm>
          <a:prstGeom prst="ellipse">
            <a:avLst/>
          </a:prstGeom>
          <a:solidFill>
            <a:srgbClr val="F5E5E0"/>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80463E"/>
                </a:solidFill>
                <a:latin typeface="Arial"/>
              </a:defRPr>
            </a:pPr>
            <a:r>
              <a:t>02</a:t>
            </a:r>
          </a:p>
        </p:txBody>
      </p:sp>
      <p:sp>
        <p:nvSpPr>
          <p:cNvPr id="909" name="TextBox 908"/>
          <p:cNvSpPr txBox="1"/>
          <p:nvPr/>
        </p:nvSpPr>
        <p:spPr>
          <a:xfrm>
            <a:off x="2029968" y="2926080"/>
            <a:ext cx="1188720" cy="1828800"/>
          </a:xfrm>
          <a:prstGeom prst="rect">
            <a:avLst/>
          </a:prstGeom>
          <a:noFill/>
        </p:spPr>
        <p:txBody>
          <a:bodyPr wrap="square" lIns="0" rIns="0" tIns="0" bIns="0">
            <a:spAutoFit/>
          </a:bodyPr>
          <a:lstStyle/>
          <a:p>
            <a:pPr algn="ctr">
              <a:spcAft>
                <a:spcPts val="300"/>
              </a:spcAft>
              <a:defRPr sz="1000" b="1">
                <a:solidFill>
                  <a:srgbClr val="1F1F1F"/>
                </a:solidFill>
                <a:latin typeface="Arial"/>
              </a:defRPr>
            </a:pPr>
            <a:r>
              <a:t>Scout Dispatch</a:t>
            </a:r>
          </a:p>
          <a:p>
            <a:pPr algn="ctr">
              <a:defRPr sz="800">
                <a:solidFill>
                  <a:srgbClr val="5F5F5F"/>
                </a:solidFill>
                <a:latin typeface="Arial"/>
              </a:defRPr>
            </a:pPr>
            <a:r>
              <a:t>Parallel regional workflows scan Hungarian, Asian &amp; EU portals.</a:t>
            </a:r>
          </a:p>
        </p:txBody>
      </p:sp>
      <p:sp>
        <p:nvSpPr>
          <p:cNvPr id="910" name="Oval 909"/>
          <p:cNvSpPr/>
          <p:nvPr/>
        </p:nvSpPr>
        <p:spPr>
          <a:xfrm>
            <a:off x="3602736" y="2148840"/>
            <a:ext cx="640080" cy="640080"/>
          </a:xfrm>
          <a:prstGeom prst="ellipse">
            <a:avLst/>
          </a:prstGeom>
          <a:solidFill>
            <a:srgbClr val="EAE6E0"/>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55524C"/>
                </a:solidFill>
                <a:latin typeface="Arial"/>
              </a:defRPr>
            </a:pPr>
            <a:r>
              <a:t>03</a:t>
            </a:r>
          </a:p>
        </p:txBody>
      </p:sp>
      <p:sp>
        <p:nvSpPr>
          <p:cNvPr id="911" name="TextBox 910"/>
          <p:cNvSpPr txBox="1"/>
          <p:nvPr/>
        </p:nvSpPr>
        <p:spPr>
          <a:xfrm>
            <a:off x="3328416" y="2926080"/>
            <a:ext cx="1188720" cy="1828800"/>
          </a:xfrm>
          <a:prstGeom prst="rect">
            <a:avLst/>
          </a:prstGeom>
          <a:noFill/>
        </p:spPr>
        <p:txBody>
          <a:bodyPr wrap="square" lIns="0" rIns="0" tIns="0" bIns="0">
            <a:spAutoFit/>
          </a:bodyPr>
          <a:lstStyle/>
          <a:p>
            <a:pPr algn="ctr">
              <a:spcAft>
                <a:spcPts val="300"/>
              </a:spcAft>
              <a:defRPr sz="1000" b="1">
                <a:solidFill>
                  <a:srgbClr val="1F1F1F"/>
                </a:solidFill>
                <a:latin typeface="Arial"/>
              </a:defRPr>
            </a:pPr>
            <a:r>
              <a:t>Eligibility Gate</a:t>
            </a:r>
          </a:p>
          <a:p>
            <a:pPr algn="ctr">
              <a:defRPr sz="800">
                <a:solidFill>
                  <a:srgbClr val="5F5F5F"/>
                </a:solidFill>
                <a:latin typeface="Arial"/>
              </a:defRPr>
            </a:pPr>
            <a:r>
              <a:t>Deterministic 15-rule check (grades, age, HEC/IBCC limits).</a:t>
            </a:r>
          </a:p>
        </p:txBody>
      </p:sp>
      <p:sp>
        <p:nvSpPr>
          <p:cNvPr id="912" name="Oval 911"/>
          <p:cNvSpPr/>
          <p:nvPr/>
        </p:nvSpPr>
        <p:spPr>
          <a:xfrm>
            <a:off x="4901184" y="2148840"/>
            <a:ext cx="640080" cy="640080"/>
          </a:xfrm>
          <a:prstGeom prst="ellipse">
            <a:avLst/>
          </a:prstGeom>
          <a:solidFill>
            <a:srgbClr val="F0EAE1"/>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706252"/>
                </a:solidFill>
                <a:latin typeface="Arial"/>
              </a:defRPr>
            </a:pPr>
            <a:r>
              <a:t>04</a:t>
            </a:r>
          </a:p>
        </p:txBody>
      </p:sp>
      <p:sp>
        <p:nvSpPr>
          <p:cNvPr id="913" name="TextBox 912"/>
          <p:cNvSpPr txBox="1"/>
          <p:nvPr/>
        </p:nvSpPr>
        <p:spPr>
          <a:xfrm>
            <a:off x="4626864" y="2926080"/>
            <a:ext cx="1188720" cy="1828800"/>
          </a:xfrm>
          <a:prstGeom prst="rect">
            <a:avLst/>
          </a:prstGeom>
          <a:noFill/>
        </p:spPr>
        <p:txBody>
          <a:bodyPr wrap="square" lIns="0" rIns="0" tIns="0" bIns="0">
            <a:spAutoFit/>
          </a:bodyPr>
          <a:lstStyle/>
          <a:p>
            <a:pPr algn="ctr">
              <a:spcAft>
                <a:spcPts val="300"/>
              </a:spcAft>
              <a:defRPr sz="1000" b="1">
                <a:solidFill>
                  <a:srgbClr val="1F1F1F"/>
                </a:solidFill>
                <a:latin typeface="Arial"/>
              </a:defRPr>
            </a:pPr>
            <a:r>
              <a:t>Skeptic Audit</a:t>
            </a:r>
          </a:p>
          <a:p>
            <a:pPr algn="ctr">
              <a:defRPr sz="800">
                <a:solidFill>
                  <a:srgbClr val="5F5F5F"/>
                </a:solidFill>
                <a:latin typeface="Arial"/>
              </a:defRPr>
            </a:pPr>
            <a:r>
              <a:t>Adversarial cross-check against fake &amp; expired quotas.</a:t>
            </a:r>
          </a:p>
        </p:txBody>
      </p:sp>
      <p:sp>
        <p:nvSpPr>
          <p:cNvPr id="914" name="Oval 913"/>
          <p:cNvSpPr/>
          <p:nvPr/>
        </p:nvSpPr>
        <p:spPr>
          <a:xfrm>
            <a:off x="6199632" y="2148840"/>
            <a:ext cx="640080" cy="640080"/>
          </a:xfrm>
          <a:prstGeom prst="ellipse">
            <a:avLst/>
          </a:prstGeom>
          <a:solidFill>
            <a:srgbClr val="EDE0D4"/>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694E3E"/>
                </a:solidFill>
                <a:latin typeface="Arial"/>
              </a:defRPr>
            </a:pPr>
            <a:r>
              <a:t>05</a:t>
            </a:r>
          </a:p>
        </p:txBody>
      </p:sp>
      <p:sp>
        <p:nvSpPr>
          <p:cNvPr id="915" name="TextBox 914"/>
          <p:cNvSpPr txBox="1"/>
          <p:nvPr/>
        </p:nvSpPr>
        <p:spPr>
          <a:xfrm>
            <a:off x="5925312" y="2926080"/>
            <a:ext cx="1188720" cy="1828800"/>
          </a:xfrm>
          <a:prstGeom prst="rect">
            <a:avLst/>
          </a:prstGeom>
          <a:noFill/>
        </p:spPr>
        <p:txBody>
          <a:bodyPr wrap="square" lIns="0" rIns="0" tIns="0" bIns="0">
            <a:spAutoFit/>
          </a:bodyPr>
          <a:lstStyle/>
          <a:p>
            <a:pPr algn="ctr">
              <a:spcAft>
                <a:spcPts val="300"/>
              </a:spcAft>
              <a:defRPr sz="1000" b="1">
                <a:solidFill>
                  <a:srgbClr val="1F1F1F"/>
                </a:solidFill>
                <a:latin typeface="Arial"/>
              </a:defRPr>
            </a:pPr>
            <a:r>
              <a:t>Cost &amp; Risk Math</a:t>
            </a:r>
          </a:p>
          <a:p>
            <a:pPr algn="ctr">
              <a:defRPr sz="800">
                <a:solidFill>
                  <a:srgbClr val="5F5F5F"/>
                </a:solidFill>
                <a:latin typeface="Arial"/>
              </a:defRPr>
            </a:pPr>
            <a:r>
              <a:t>True PKR fee computation &amp; timeline countdown engine.</a:t>
            </a:r>
          </a:p>
        </p:txBody>
      </p:sp>
      <p:sp>
        <p:nvSpPr>
          <p:cNvPr id="916" name="Oval 915"/>
          <p:cNvSpPr/>
          <p:nvPr/>
        </p:nvSpPr>
        <p:spPr>
          <a:xfrm>
            <a:off x="7498080" y="2148840"/>
            <a:ext cx="640080" cy="640080"/>
          </a:xfrm>
          <a:prstGeom prst="ellipse">
            <a:avLst/>
          </a:prstGeom>
          <a:solidFill>
            <a:srgbClr val="E1E6E8"/>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44555C"/>
                </a:solidFill>
                <a:latin typeface="Arial"/>
              </a:defRPr>
            </a:pPr>
            <a:r>
              <a:t>06</a:t>
            </a:r>
          </a:p>
        </p:txBody>
      </p:sp>
      <p:sp>
        <p:nvSpPr>
          <p:cNvPr id="917" name="TextBox 916"/>
          <p:cNvSpPr txBox="1"/>
          <p:nvPr/>
        </p:nvSpPr>
        <p:spPr>
          <a:xfrm>
            <a:off x="7223760" y="2926080"/>
            <a:ext cx="1188720" cy="1828800"/>
          </a:xfrm>
          <a:prstGeom prst="rect">
            <a:avLst/>
          </a:prstGeom>
          <a:noFill/>
        </p:spPr>
        <p:txBody>
          <a:bodyPr wrap="square" lIns="0" rIns="0" tIns="0" bIns="0">
            <a:spAutoFit/>
          </a:bodyPr>
          <a:lstStyle/>
          <a:p>
            <a:pPr algn="ctr">
              <a:spcAft>
                <a:spcPts val="300"/>
              </a:spcAft>
              <a:defRPr sz="1000" b="1">
                <a:solidFill>
                  <a:srgbClr val="1F1F1F"/>
                </a:solidFill>
                <a:latin typeface="Arial"/>
              </a:defRPr>
            </a:pPr>
            <a:r>
              <a:t>Action Roadmap</a:t>
            </a:r>
          </a:p>
          <a:p>
            <a:pPr algn="ctr">
              <a:defRPr sz="800">
                <a:solidFill>
                  <a:srgbClr val="5F5F5F"/>
                </a:solidFill>
                <a:latin typeface="Arial"/>
              </a:defRPr>
            </a:pPr>
            <a:r>
              <a:t>Evidence-backed ranking &amp; personalized guidance plan.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10"/>
                                        </p:tgtEl>
                                        <p:attrNameLst>
                                          <p:attrName>style.visibility</p:attrName>
                                        </p:attrNameLst>
                                      </p:cBhvr>
                                      <p:to>
                                        <p:strVal val="visible"/>
                                      </p:to>
                                    </p:set>
                                    <p:animEffect filter="fade" transition="in">
                                      <p:cBhvr>
                                        <p:cTn dur="1000"/>
                                        <p:tgtEl>
                                          <p:spTgt spid="910"/>
                                        </p:tgtEl>
                                      </p:cBhvr>
                                    </p:animEffect>
                                  </p:childTnLst>
                                </p:cTn>
                              </p:par>
                              <p:par>
                                <p:cTn fill="hold" nodeType="withEffect" presetClass="entr" presetID="10" presetSubtype="0">
                                  <p:stCondLst>
                                    <p:cond delay="0"/>
                                  </p:stCondLst>
                                  <p:childTnLst>
                                    <p:set>
                                      <p:cBhvr>
                                        <p:cTn dur="1" fill="hold">
                                          <p:stCondLst>
                                            <p:cond delay="0"/>
                                          </p:stCondLst>
                                        </p:cTn>
                                        <p:tgtEl>
                                          <p:spTgt spid="911"/>
                                        </p:tgtEl>
                                        <p:attrNameLst>
                                          <p:attrName>style.visibility</p:attrName>
                                        </p:attrNameLst>
                                      </p:cBhvr>
                                      <p:to>
                                        <p:strVal val="visible"/>
                                      </p:to>
                                    </p:set>
                                    <p:animEffect filter="fade" transition="in">
                                      <p:cBhvr>
                                        <p:cTn dur="1000"/>
                                        <p:tgtEl>
                                          <p:spTgt spid="911"/>
                                        </p:tgtEl>
                                      </p:cBhvr>
                                    </p:animEffect>
                                  </p:childTnLst>
                                </p:cTn>
                              </p:par>
                              <p:par>
                                <p:cTn fill="hold" nodeType="withEffect" presetClass="entr" presetID="10" presetSubtype="0">
                                  <p:stCondLst>
                                    <p:cond delay="0"/>
                                  </p:stCondLst>
                                  <p:childTnLst>
                                    <p:set>
                                      <p:cBhvr>
                                        <p:cTn dur="1" fill="hold">
                                          <p:stCondLst>
                                            <p:cond delay="0"/>
                                          </p:stCondLst>
                                        </p:cTn>
                                        <p:tgtEl>
                                          <p:spTgt spid="913"/>
                                        </p:tgtEl>
                                        <p:attrNameLst>
                                          <p:attrName>style.visibility</p:attrName>
                                        </p:attrNameLst>
                                      </p:cBhvr>
                                      <p:to>
                                        <p:strVal val="visible"/>
                                      </p:to>
                                    </p:set>
                                    <p:animEffect filter="fade" transition="in">
                                      <p:cBhvr>
                                        <p:cTn dur="1000"/>
                                        <p:tgtEl>
                                          <p:spTgt spid="913"/>
                                        </p:tgtEl>
                                      </p:cBhvr>
                                    </p:animEffect>
                                  </p:childTnLst>
                                </p:cTn>
                              </p:par>
                              <p:par>
                                <p:cTn fill="hold" nodeType="withEffect" presetClass="entr" presetID="10" presetSubtype="0">
                                  <p:stCondLst>
                                    <p:cond delay="0"/>
                                  </p:stCondLst>
                                  <p:childTnLst>
                                    <p:set>
                                      <p:cBhvr>
                                        <p:cTn dur="1" fill="hold">
                                          <p:stCondLst>
                                            <p:cond delay="0"/>
                                          </p:stCondLst>
                                        </p:cTn>
                                        <p:tgtEl>
                                          <p:spTgt spid="916"/>
                                        </p:tgtEl>
                                        <p:attrNameLst>
                                          <p:attrName>style.visibility</p:attrName>
                                        </p:attrNameLst>
                                      </p:cBhvr>
                                      <p:to>
                                        <p:strVal val="visible"/>
                                      </p:to>
                                    </p:set>
                                    <p:animEffect filter="fade" transition="in">
                                      <p:cBhvr>
                                        <p:cTn dur="1000"/>
                                        <p:tgtEl>
                                          <p:spTgt spid="91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2" name="Shape 932"/>
        <p:cNvGrpSpPr/>
        <p:nvPr/>
      </p:nvGrpSpPr>
      <p:grpSpPr>
        <a:xfrm>
          <a:off x="0" y="0"/>
          <a:ext cx="0" cy="0"/>
          <a:chOff x="0" y="0"/>
          <a:chExt cx="0" cy="0"/>
        </a:xfrm>
      </p:grpSpPr>
      <p:sp>
        <p:nvSpPr>
          <p:cNvPr id="933" name="TextBox 932"/>
          <p:cNvSpPr txBox="1"/>
          <p:nvPr/>
        </p:nvSpPr>
        <p:spPr>
          <a:xfrm>
            <a:off x="731520" y="292608"/>
            <a:ext cx="7680960" cy="1234440"/>
          </a:xfrm>
          <a:prstGeom prst="rect">
            <a:avLst/>
          </a:prstGeom>
          <a:noFill/>
        </p:spPr>
        <p:txBody>
          <a:bodyPr wrap="square" lIns="0" tIns="0" rIns="0" bIns="0">
            <a:spAutoFit/>
          </a:bodyPr>
          <a:lstStyle/>
          <a:p>
            <a:pPr>
              <a:spcAft>
                <a:spcPts val="400"/>
              </a:spcAft>
              <a:defRPr sz="950" b="1">
                <a:solidFill>
                  <a:srgbClr val="7D6652"/>
                </a:solidFill>
                <a:latin typeface="Arial"/>
              </a:defRPr>
            </a:pPr>
            <a:r>
              <a:t>STUDENT EMPOWERMENT</a:t>
            </a:r>
          </a:p>
          <a:p>
            <a:pPr>
              <a:spcAft>
                <a:spcPts val="400"/>
              </a:spcAft>
            </a:pPr>
            <a:r>
              <a:rPr sz="2400" b="1">
                <a:solidFill>
                  <a:srgbClr val="1F1F1F"/>
                </a:solidFill>
                <a:latin typeface="Arial"/>
              </a:rPr>
              <a:t>STUDENT IMPACT </a:t>
            </a:r>
            <a:r>
              <a:rPr sz="2400" b="1">
                <a:solidFill>
                  <a:srgbClr val="7D6652"/>
                </a:solidFill>
                <a:latin typeface="Arial"/>
              </a:rPr>
              <a:t>TRANSFORMING ACCESS</a:t>
            </a:r>
          </a:p>
          <a:p>
            <a:pPr>
              <a:defRPr sz="1100">
                <a:solidFill>
                  <a:srgbClr val="5F5F5F"/>
                </a:solidFill>
                <a:latin typeface="Arial"/>
              </a:defRPr>
            </a:pPr>
            <a:r>
              <a:t>Democratizing global education access for Pakistan's next generation of scholars.</a:t>
            </a:r>
          </a:p>
        </p:txBody>
      </p:sp>
      <p:sp>
        <p:nvSpPr>
          <p:cNvPr id="934" name="Rounded Rectangle 933"/>
          <p:cNvSpPr/>
          <p:nvPr/>
        </p:nvSpPr>
        <p:spPr>
          <a:xfrm>
            <a:off x="731520" y="1691640"/>
            <a:ext cx="2423160" cy="2971800"/>
          </a:xfrm>
          <a:prstGeom prst="roundRect">
            <a:avLst>
              <a:gd name="adj" fmla="val 8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Rounded Rectangle 934"/>
          <p:cNvSpPr/>
          <p:nvPr/>
        </p:nvSpPr>
        <p:spPr>
          <a:xfrm>
            <a:off x="914400" y="1874520"/>
            <a:ext cx="438912" cy="292608"/>
          </a:xfrm>
          <a:prstGeom prst="roundRect">
            <a:avLst>
              <a:gd name="adj" fmla="val 35000"/>
            </a:avLst>
          </a:prstGeom>
          <a:solidFill>
            <a:srgbClr val="DDE2D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414E3E"/>
                </a:solidFill>
                <a:latin typeface="Arial"/>
              </a:defRPr>
            </a:pPr>
            <a:r>
              <a:t>01</a:t>
            </a:r>
          </a:p>
        </p:txBody>
      </p:sp>
      <p:sp>
        <p:nvSpPr>
          <p:cNvPr id="936" name="TextBox 935"/>
          <p:cNvSpPr txBox="1"/>
          <p:nvPr/>
        </p:nvSpPr>
        <p:spPr>
          <a:xfrm>
            <a:off x="914400" y="2313432"/>
            <a:ext cx="2057400" cy="2194560"/>
          </a:xfrm>
          <a:prstGeom prst="rect">
            <a:avLst/>
          </a:prstGeom>
          <a:noFill/>
        </p:spPr>
        <p:txBody>
          <a:bodyPr wrap="square" lIns="0" rIns="0" tIns="0" bIns="0">
            <a:spAutoFit/>
          </a:bodyPr>
          <a:lstStyle/>
          <a:p>
            <a:pPr>
              <a:spcAft>
                <a:spcPts val="600"/>
              </a:spcAft>
              <a:defRPr sz="2000" b="1">
                <a:solidFill>
                  <a:srgbClr val="7D6652"/>
                </a:solidFill>
                <a:latin typeface="Arial"/>
              </a:defRPr>
            </a:pPr>
            <a:r>
              <a:t>PKR 300,000+</a:t>
            </a:r>
          </a:p>
          <a:p>
            <a:pPr>
              <a:spcAft>
                <a:spcPts val="800"/>
              </a:spcAft>
              <a:defRPr sz="1200" b="1">
                <a:solidFill>
                  <a:srgbClr val="1F1F1F"/>
                </a:solidFill>
                <a:latin typeface="Arial"/>
              </a:defRPr>
            </a:pPr>
            <a:r>
              <a:t>Saved in Consultant &amp; Hidden Fees</a:t>
            </a:r>
          </a:p>
          <a:p>
            <a:pPr>
              <a:defRPr sz="950">
                <a:solidFill>
                  <a:srgbClr val="5F5F5F"/>
                </a:solidFill>
                <a:latin typeface="Arial"/>
              </a:defRPr>
            </a:pPr>
            <a:r>
              <a:t>Protects middle-class Pakistani families from predatory educational agents and unbudgeted application costs.</a:t>
            </a:r>
          </a:p>
        </p:txBody>
      </p:sp>
      <p:sp>
        <p:nvSpPr>
          <p:cNvPr id="937" name="Rounded Rectangle 936"/>
          <p:cNvSpPr/>
          <p:nvPr/>
        </p:nvSpPr>
        <p:spPr>
          <a:xfrm>
            <a:off x="3355848" y="1691640"/>
            <a:ext cx="2423160" cy="2971800"/>
          </a:xfrm>
          <a:prstGeom prst="roundRect">
            <a:avLst>
              <a:gd name="adj" fmla="val 8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Rounded Rectangle 937"/>
          <p:cNvSpPr/>
          <p:nvPr/>
        </p:nvSpPr>
        <p:spPr>
          <a:xfrm>
            <a:off x="3538728" y="1874520"/>
            <a:ext cx="438912" cy="292608"/>
          </a:xfrm>
          <a:prstGeom prst="roundRect">
            <a:avLst>
              <a:gd name="adj" fmla="val 35000"/>
            </a:avLst>
          </a:prstGeom>
          <a:solidFill>
            <a:srgbClr val="F5E5E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80463E"/>
                </a:solidFill>
                <a:latin typeface="Arial"/>
              </a:defRPr>
            </a:pPr>
            <a:r>
              <a:t>02</a:t>
            </a:r>
          </a:p>
        </p:txBody>
      </p:sp>
      <p:sp>
        <p:nvSpPr>
          <p:cNvPr id="939" name="TextBox 938"/>
          <p:cNvSpPr txBox="1"/>
          <p:nvPr/>
        </p:nvSpPr>
        <p:spPr>
          <a:xfrm>
            <a:off x="3538728" y="2313432"/>
            <a:ext cx="2057400" cy="2194560"/>
          </a:xfrm>
          <a:prstGeom prst="rect">
            <a:avLst/>
          </a:prstGeom>
          <a:noFill/>
        </p:spPr>
        <p:txBody>
          <a:bodyPr wrap="square" lIns="0" rIns="0" tIns="0" bIns="0">
            <a:spAutoFit/>
          </a:bodyPr>
          <a:lstStyle/>
          <a:p>
            <a:pPr>
              <a:spcAft>
                <a:spcPts val="600"/>
              </a:spcAft>
              <a:defRPr sz="2000" b="1">
                <a:solidFill>
                  <a:srgbClr val="7D6652"/>
                </a:solidFill>
                <a:latin typeface="Arial"/>
              </a:defRPr>
            </a:pPr>
            <a:r>
              <a:t>600+ SEATS</a:t>
            </a:r>
          </a:p>
          <a:p>
            <a:pPr>
              <a:spcAft>
                <a:spcPts val="800"/>
              </a:spcAft>
              <a:defRPr sz="1200" b="1">
                <a:solidFill>
                  <a:srgbClr val="1F1F1F"/>
                </a:solidFill>
                <a:latin typeface="Arial"/>
              </a:defRPr>
            </a:pPr>
            <a:r>
              <a:t>Unclaimed Bilateral Quotas Reclaimed</a:t>
            </a:r>
          </a:p>
          <a:p>
            <a:pPr>
              <a:defRPr sz="950">
                <a:solidFill>
                  <a:srgbClr val="5F5F5F"/>
                </a:solidFill>
                <a:latin typeface="Arial"/>
              </a:defRPr>
            </a:pPr>
            <a:r>
              <a:t>Empowers talented students from small cities to claim reserved government quotas in Hungary, China, Turkey &amp; Europe.</a:t>
            </a:r>
          </a:p>
        </p:txBody>
      </p:sp>
      <p:sp>
        <p:nvSpPr>
          <p:cNvPr id="940" name="Rounded Rectangle 939"/>
          <p:cNvSpPr/>
          <p:nvPr/>
        </p:nvSpPr>
        <p:spPr>
          <a:xfrm>
            <a:off x="5980176" y="1691640"/>
            <a:ext cx="2423160" cy="2971800"/>
          </a:xfrm>
          <a:prstGeom prst="roundRect">
            <a:avLst>
              <a:gd name="adj" fmla="val 8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Rounded Rectangle 940"/>
          <p:cNvSpPr/>
          <p:nvPr/>
        </p:nvSpPr>
        <p:spPr>
          <a:xfrm>
            <a:off x="6163056" y="1874520"/>
            <a:ext cx="438912" cy="292608"/>
          </a:xfrm>
          <a:prstGeom prst="roundRect">
            <a:avLst>
              <a:gd name="adj" fmla="val 35000"/>
            </a:avLst>
          </a:prstGeom>
          <a:solidFill>
            <a:srgbClr val="EAE6E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55524C"/>
                </a:solidFill>
                <a:latin typeface="Arial"/>
              </a:defRPr>
            </a:pPr>
            <a:r>
              <a:t>03</a:t>
            </a:r>
          </a:p>
        </p:txBody>
      </p:sp>
      <p:sp>
        <p:nvSpPr>
          <p:cNvPr id="942" name="TextBox 941"/>
          <p:cNvSpPr txBox="1"/>
          <p:nvPr/>
        </p:nvSpPr>
        <p:spPr>
          <a:xfrm>
            <a:off x="6163056" y="2313432"/>
            <a:ext cx="2057400" cy="2194560"/>
          </a:xfrm>
          <a:prstGeom prst="rect">
            <a:avLst/>
          </a:prstGeom>
          <a:noFill/>
        </p:spPr>
        <p:txBody>
          <a:bodyPr wrap="square" lIns="0" rIns="0" tIns="0" bIns="0">
            <a:spAutoFit/>
          </a:bodyPr>
          <a:lstStyle/>
          <a:p>
            <a:pPr>
              <a:spcAft>
                <a:spcPts val="600"/>
              </a:spcAft>
              <a:defRPr sz="2000" b="1">
                <a:solidFill>
                  <a:srgbClr val="7D6652"/>
                </a:solidFill>
                <a:latin typeface="Arial"/>
              </a:defRPr>
            </a:pPr>
            <a:r>
              <a:t>100% PROVEN</a:t>
            </a:r>
          </a:p>
          <a:p>
            <a:pPr>
              <a:spcAft>
                <a:spcPts val="800"/>
              </a:spcAft>
              <a:defRPr sz="1200" b="1">
                <a:solidFill>
                  <a:srgbClr val="1F1F1F"/>
                </a:solidFill>
                <a:latin typeface="Arial"/>
              </a:defRPr>
            </a:pPr>
            <a:r>
              <a:t>Evidence-Backed Audit &amp; Total Privacy</a:t>
            </a:r>
          </a:p>
          <a:p>
            <a:pPr>
              <a:defRPr sz="950">
                <a:solidFill>
                  <a:srgbClr val="5F5F5F"/>
                </a:solidFill>
                <a:latin typeface="Arial"/>
              </a:defRPr>
            </a:pPr>
            <a:r>
              <a:t>Zero black-box recommendations. Every suggestion links directly to official circulars, running 100% locally on your machine.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5"/>
                                        </p:tgtEl>
                                        <p:attrNameLst>
                                          <p:attrName>style.visibility</p:attrName>
                                        </p:attrNameLst>
                                      </p:cBhvr>
                                      <p:to>
                                        <p:strVal val="visible"/>
                                      </p:to>
                                    </p:set>
                                    <p:animEffect filter="fade" transition="in">
                                      <p:cBhvr>
                                        <p:cTn dur="1000"/>
                                        <p:tgtEl>
                                          <p:spTgt spid="935"/>
                                        </p:tgtEl>
                                      </p:cBhvr>
                                    </p:animEffect>
                                  </p:childTnLst>
                                </p:cTn>
                              </p:par>
                              <p:par>
                                <p:cTn fill="hold" nodeType="withEffect" presetClass="entr" presetID="10" presetSubtype="0">
                                  <p:stCondLst>
                                    <p:cond delay="0"/>
                                  </p:stCondLst>
                                  <p:childTnLst>
                                    <p:set>
                                      <p:cBhvr>
                                        <p:cTn dur="1" fill="hold">
                                          <p:stCondLst>
                                            <p:cond delay="0"/>
                                          </p:stCondLst>
                                        </p:cTn>
                                        <p:tgtEl>
                                          <p:spTgt spid="936"/>
                                        </p:tgtEl>
                                        <p:attrNameLst>
                                          <p:attrName>style.visibility</p:attrName>
                                        </p:attrNameLst>
                                      </p:cBhvr>
                                      <p:to>
                                        <p:strVal val="visible"/>
                                      </p:to>
                                    </p:set>
                                    <p:animEffect filter="fade" transition="in">
                                      <p:cBhvr>
                                        <p:cTn dur="1000"/>
                                        <p:tgtEl>
                                          <p:spTgt spid="936"/>
                                        </p:tgtEl>
                                      </p:cBhvr>
                                    </p:animEffect>
                                  </p:childTnLst>
                                </p:cTn>
                              </p:par>
                              <p:par>
                                <p:cTn fill="hold" nodeType="withEffect" presetClass="entr" presetID="10" presetSubtype="0">
                                  <p:stCondLst>
                                    <p:cond delay="0"/>
                                  </p:stCondLst>
                                  <p:childTnLst>
                                    <p:set>
                                      <p:cBhvr>
                                        <p:cTn dur="1" fill="hold">
                                          <p:stCondLst>
                                            <p:cond delay="0"/>
                                          </p:stCondLst>
                                        </p:cTn>
                                        <p:tgtEl>
                                          <p:spTgt spid="937"/>
                                        </p:tgtEl>
                                        <p:attrNameLst>
                                          <p:attrName>style.visibility</p:attrName>
                                        </p:attrNameLst>
                                      </p:cBhvr>
                                      <p:to>
                                        <p:strVal val="visible"/>
                                      </p:to>
                                    </p:set>
                                    <p:animEffect filter="fade" transition="in">
                                      <p:cBhvr>
                                        <p:cTn dur="1000"/>
                                        <p:tgtEl>
                                          <p:spTgt spid="937"/>
                                        </p:tgtEl>
                                      </p:cBhvr>
                                    </p:animEffect>
                                  </p:childTnLst>
                                </p:cTn>
                              </p:par>
                              <p:par>
                                <p:cTn fill="hold" nodeType="withEffect" presetClass="entr" presetID="10" presetSubtype="0">
                                  <p:stCondLst>
                                    <p:cond delay="0"/>
                                  </p:stCondLst>
                                  <p:childTnLst>
                                    <p:set>
                                      <p:cBhvr>
                                        <p:cTn dur="1" fill="hold">
                                          <p:stCondLst>
                                            <p:cond delay="0"/>
                                          </p:stCondLst>
                                        </p:cTn>
                                        <p:tgtEl>
                                          <p:spTgt spid="938"/>
                                        </p:tgtEl>
                                        <p:attrNameLst>
                                          <p:attrName>style.visibility</p:attrName>
                                        </p:attrNameLst>
                                      </p:cBhvr>
                                      <p:to>
                                        <p:strVal val="visible"/>
                                      </p:to>
                                    </p:set>
                                    <p:animEffect filter="fade" transition="in">
                                      <p:cBhvr>
                                        <p:cTn dur="1000"/>
                                        <p:tgtEl>
                                          <p:spTgt spid="93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86"/>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LIST OF THINGS </a:t>
            </a:r>
            <a:r>
              <a:rPr lang="en">
                <a:solidFill>
                  <a:schemeClr val="lt1"/>
                </a:solidFill>
              </a:rPr>
              <a:t>TO DO</a:t>
            </a:r>
            <a:endParaRPr>
              <a:solidFill>
                <a:schemeClr val="lt1"/>
              </a:solidFill>
            </a:endParaRPr>
          </a:p>
        </p:txBody>
      </p:sp>
      <p:graphicFrame>
        <p:nvGraphicFramePr>
          <p:cNvPr id="944" name="Google Shape;944;p86"/>
          <p:cNvGraphicFramePr/>
          <p:nvPr/>
        </p:nvGraphicFramePr>
        <p:xfrm>
          <a:off x="953090" y="1454588"/>
          <a:ext cx="3000000" cy="3000000"/>
        </p:xfrm>
        <a:graphic>
          <a:graphicData uri="http://schemas.openxmlformats.org/drawingml/2006/table">
            <a:tbl>
              <a:tblPr>
                <a:noFill/>
                <a:tableStyleId>{6B559A85-E3F2-4DD9-B4AC-259FDCF23E7D}</a:tableStyleId>
              </a:tblPr>
              <a:tblGrid>
                <a:gridCol w="1033975"/>
                <a:gridCol w="1033975"/>
                <a:gridCol w="1033975"/>
                <a:gridCol w="1033975"/>
                <a:gridCol w="1033975"/>
                <a:gridCol w="1033975"/>
                <a:gridCol w="1033975"/>
              </a:tblGrid>
              <a:tr h="677425">
                <a:tc gridSpan="5">
                  <a:txBody>
                    <a:bodyPr/>
                    <a:lstStyle/>
                    <a:p>
                      <a:pPr indent="0" lvl="0" marL="0" rtl="0" algn="ctr">
                        <a:spcBef>
                          <a:spcPts val="0"/>
                        </a:spcBef>
                        <a:spcAft>
                          <a:spcPts val="0"/>
                        </a:spcAft>
                        <a:buNone/>
                      </a:pPr>
                      <a:r>
                        <a:t/>
                      </a:r>
                      <a:endParaRPr sz="1300">
                        <a:solidFill>
                          <a:srgbClr val="666666"/>
                        </a:solidFill>
                        <a:latin typeface="Montserrat"/>
                        <a:ea typeface="Montserrat"/>
                        <a:cs typeface="Montserrat"/>
                        <a:sym typeface="Montserrat"/>
                      </a:endParaRPr>
                    </a:p>
                  </a:txBody>
                  <a:tcPr marT="91425" marB="91425" marR="91425" marL="91425" anchor="ctr">
                    <a:lnL cap="flat" cmpd="sng" w="9525">
                      <a:solidFill>
                        <a:srgbClr val="2F4A8A">
                          <a:alpha val="0"/>
                        </a:srgbClr>
                      </a:solidFill>
                      <a:prstDash val="solid"/>
                      <a:round/>
                      <a:headEnd len="sm" w="sm" type="none"/>
                      <a:tailEnd len="sm" w="sm" type="none"/>
                    </a:lnL>
                    <a:lnR cap="flat" cmpd="sng" w="28575">
                      <a:solidFill>
                        <a:schemeClr val="dk2"/>
                      </a:solidFill>
                      <a:prstDash val="solid"/>
                      <a:round/>
                      <a:headEnd len="sm" w="sm" type="none"/>
                      <a:tailEnd len="sm" w="sm" type="none"/>
                    </a:lnR>
                    <a:lnT cap="flat" cmpd="sng" w="9525">
                      <a:solidFill>
                        <a:srgbClr val="2F4A8A">
                          <a:alpha val="0"/>
                        </a:srgbClr>
                      </a:solidFill>
                      <a:prstDash val="solid"/>
                      <a:round/>
                      <a:headEnd len="sm" w="sm" type="none"/>
                      <a:tailEnd len="sm" w="sm" type="none"/>
                    </a:lnT>
                    <a:lnB cap="flat" cmpd="sng" w="28575">
                      <a:solidFill>
                        <a:schemeClr val="dk2"/>
                      </a:solidFill>
                      <a:prstDash val="solid"/>
                      <a:round/>
                      <a:headEnd len="sm" w="sm" type="none"/>
                      <a:tailEnd len="sm" w="sm" type="none"/>
                    </a:lnB>
                  </a:tcPr>
                </a:tc>
                <a:tc hMerge="1"/>
                <a:tc hMerge="1"/>
                <a:tc hMerge="1"/>
                <a:tc hMerge="1"/>
                <a:tc>
                  <a:txBody>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DONE</a:t>
                      </a:r>
                      <a:endParaRPr sz="2000">
                        <a:solidFill>
                          <a:schemeClr val="dk1"/>
                        </a:solidFill>
                        <a:latin typeface="Kulim Park"/>
                        <a:ea typeface="Kulim Park"/>
                        <a:cs typeface="Kulim Park"/>
                        <a:sym typeface="Kulim Park"/>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NOT</a:t>
                      </a:r>
                      <a:endParaRPr sz="2000">
                        <a:solidFill>
                          <a:schemeClr val="dk1"/>
                        </a:solidFill>
                        <a:latin typeface="Kulim Park"/>
                        <a:ea typeface="Kulim Park"/>
                        <a:cs typeface="Kulim Park"/>
                        <a:sym typeface="Kulim Park"/>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r>
              <a:tr h="483925">
                <a:tc gridSpan="5">
                  <a:txBody>
                    <a:bodyPr/>
                    <a:lstStyle/>
                    <a:p>
                      <a:pPr indent="0" lvl="0" marL="0" rtl="0" algn="l">
                        <a:spcBef>
                          <a:spcPts val="0"/>
                        </a:spcBef>
                        <a:spcAft>
                          <a:spcPts val="0"/>
                        </a:spcAft>
                        <a:buNone/>
                      </a:pPr>
                      <a:r>
                        <a:rPr lang="en">
                          <a:solidFill>
                            <a:schemeClr val="dk1"/>
                          </a:solidFill>
                          <a:latin typeface="Manrope"/>
                          <a:ea typeface="Manrope"/>
                          <a:cs typeface="Manrope"/>
                          <a:sym typeface="Manrope"/>
                        </a:rPr>
                        <a:t>You can list here all the activities you would like to try</a:t>
                      </a:r>
                      <a:endParaRPr>
                        <a:solidFill>
                          <a:schemeClr val="dk1"/>
                        </a:solidFill>
                        <a:latin typeface="Manrope"/>
                        <a:ea typeface="Manrope"/>
                        <a:cs typeface="Manrope"/>
                        <a:sym typeface="Manrope"/>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hMerge="1"/>
                <a:tc hMerge="1"/>
                <a:tc hMerge="1"/>
                <a:tc hMerge="1"/>
                <a:tc>
                  <a:txBody>
                    <a:bodyPr/>
                    <a:lstStyle/>
                    <a:p>
                      <a:pPr indent="0" lvl="0" marL="0" rtl="0" algn="ctr">
                        <a:spcBef>
                          <a:spcPts val="0"/>
                        </a:spcBef>
                        <a:spcAft>
                          <a:spcPts val="0"/>
                        </a:spcAft>
                        <a:buNone/>
                      </a:pPr>
                      <a:r>
                        <a:rPr lang="en" sz="2000">
                          <a:solidFill>
                            <a:schemeClr val="dk1"/>
                          </a:solidFill>
                          <a:latin typeface="Comfortaa"/>
                          <a:ea typeface="Comfortaa"/>
                          <a:cs typeface="Comfortaa"/>
                          <a:sym typeface="Comfortaa"/>
                        </a:rPr>
                        <a:t>✔</a:t>
                      </a:r>
                      <a:endParaRPr sz="2000">
                        <a:solidFill>
                          <a:schemeClr val="dk1"/>
                        </a:solidFill>
                        <a:latin typeface="Comfortaa"/>
                        <a:ea typeface="Comfortaa"/>
                        <a:cs typeface="Comfortaa"/>
                        <a:sym typeface="Comfortaa"/>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r>
              <a:tr h="483925">
                <a:tc gridSpan="5">
                  <a:txBody>
                    <a:bodyPr/>
                    <a:lstStyle/>
                    <a:p>
                      <a:pPr indent="0" lvl="0" marL="0" rtl="0" algn="l">
                        <a:spcBef>
                          <a:spcPts val="0"/>
                        </a:spcBef>
                        <a:spcAft>
                          <a:spcPts val="0"/>
                        </a:spcAft>
                        <a:buNone/>
                      </a:pPr>
                      <a:r>
                        <a:rPr lang="en">
                          <a:solidFill>
                            <a:schemeClr val="dk1"/>
                          </a:solidFill>
                          <a:latin typeface="Manrope"/>
                          <a:ea typeface="Manrope"/>
                          <a:cs typeface="Manrope"/>
                          <a:sym typeface="Manrope"/>
                        </a:rPr>
                        <a:t>You can list here all the activities you would like to try</a:t>
                      </a:r>
                      <a:endParaRPr>
                        <a:solidFill>
                          <a:schemeClr val="dk1"/>
                        </a:solidFill>
                        <a:latin typeface="Manrope"/>
                        <a:ea typeface="Manrope"/>
                        <a:cs typeface="Manrope"/>
                        <a:sym typeface="Manrope"/>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hMerge="1"/>
                <a:tc hMerge="1"/>
                <a:tc hMerge="1"/>
                <a:tc hMerge="1"/>
                <a:tc>
                  <a:txBody>
                    <a:bodyPr/>
                    <a:lstStyle/>
                    <a:p>
                      <a:pPr indent="0" lvl="0" marL="0" rtl="0" algn="ctr">
                        <a:spcBef>
                          <a:spcPts val="0"/>
                        </a:spcBef>
                        <a:spcAft>
                          <a:spcPts val="0"/>
                        </a:spcAft>
                        <a:buNone/>
                      </a:pPr>
                      <a:r>
                        <a:t/>
                      </a:r>
                      <a:endParaRPr sz="2000">
                        <a:solidFill>
                          <a:schemeClr val="dk2"/>
                        </a:solidFill>
                        <a:latin typeface="Comfortaa"/>
                        <a:ea typeface="Comfortaa"/>
                        <a:cs typeface="Comfortaa"/>
                        <a:sym typeface="Comfortaa"/>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Comfortaa"/>
                          <a:ea typeface="Comfortaa"/>
                          <a:cs typeface="Comfortaa"/>
                          <a:sym typeface="Comfortaa"/>
                        </a:rPr>
                        <a:t>✔</a:t>
                      </a:r>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r>
              <a:tr h="483925">
                <a:tc gridSpan="5">
                  <a:txBody>
                    <a:bodyPr/>
                    <a:lstStyle/>
                    <a:p>
                      <a:pPr indent="0" lvl="0" marL="0" rtl="0" algn="l">
                        <a:spcBef>
                          <a:spcPts val="0"/>
                        </a:spcBef>
                        <a:spcAft>
                          <a:spcPts val="0"/>
                        </a:spcAft>
                        <a:buNone/>
                      </a:pPr>
                      <a:r>
                        <a:rPr lang="en">
                          <a:solidFill>
                            <a:schemeClr val="dk1"/>
                          </a:solidFill>
                          <a:latin typeface="Manrope"/>
                          <a:ea typeface="Manrope"/>
                          <a:cs typeface="Manrope"/>
                          <a:sym typeface="Manrope"/>
                        </a:rPr>
                        <a:t>You can list here all the activities you would like to try</a:t>
                      </a:r>
                      <a:endParaRPr>
                        <a:solidFill>
                          <a:schemeClr val="dk1"/>
                        </a:solidFill>
                        <a:latin typeface="Manrope"/>
                        <a:ea typeface="Manrope"/>
                        <a:cs typeface="Manrope"/>
                        <a:sym typeface="Manrope"/>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hMerge="1"/>
                <a:tc hMerge="1"/>
                <a:tc hMerge="1"/>
                <a:tc hMerge="1"/>
                <a:tc>
                  <a:txBody>
                    <a:bodyPr/>
                    <a:lstStyle/>
                    <a:p>
                      <a:pPr indent="0" lvl="0" marL="0" rtl="0" algn="ctr">
                        <a:spcBef>
                          <a:spcPts val="0"/>
                        </a:spcBef>
                        <a:spcAft>
                          <a:spcPts val="0"/>
                        </a:spcAft>
                        <a:buNone/>
                      </a:pPr>
                      <a:r>
                        <a:rPr lang="en" sz="2000">
                          <a:solidFill>
                            <a:schemeClr val="dk1"/>
                          </a:solidFill>
                          <a:latin typeface="Comfortaa"/>
                          <a:ea typeface="Comfortaa"/>
                          <a:cs typeface="Comfortaa"/>
                          <a:sym typeface="Comfortaa"/>
                        </a:rPr>
                        <a:t>✔</a:t>
                      </a:r>
                      <a:endParaRPr sz="2000">
                        <a:solidFill>
                          <a:schemeClr val="dk1"/>
                        </a:solidFill>
                        <a:latin typeface="Comfortaa"/>
                        <a:ea typeface="Comfortaa"/>
                        <a:cs typeface="Comfortaa"/>
                        <a:sym typeface="Comfortaa"/>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r>
              <a:tr h="483925">
                <a:tc gridSpan="5">
                  <a:txBody>
                    <a:bodyPr/>
                    <a:lstStyle/>
                    <a:p>
                      <a:pPr indent="0" lvl="0" marL="0" rtl="0" algn="l">
                        <a:spcBef>
                          <a:spcPts val="0"/>
                        </a:spcBef>
                        <a:spcAft>
                          <a:spcPts val="0"/>
                        </a:spcAft>
                        <a:buNone/>
                      </a:pPr>
                      <a:r>
                        <a:rPr lang="en">
                          <a:solidFill>
                            <a:schemeClr val="dk1"/>
                          </a:solidFill>
                          <a:latin typeface="Manrope"/>
                          <a:ea typeface="Manrope"/>
                          <a:cs typeface="Manrope"/>
                          <a:sym typeface="Manrope"/>
                        </a:rPr>
                        <a:t>You can list here all the activities you would like to try</a:t>
                      </a:r>
                      <a:endParaRPr>
                        <a:solidFill>
                          <a:schemeClr val="dk1"/>
                        </a:solidFill>
                        <a:latin typeface="Manrope"/>
                        <a:ea typeface="Manrope"/>
                        <a:cs typeface="Manrope"/>
                        <a:sym typeface="Manrope"/>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hMerge="1"/>
                <a:tc hMerge="1"/>
                <a:tc hMerge="1"/>
                <a:tc hMerge="1"/>
                <a:tc>
                  <a:txBody>
                    <a:bodyPr/>
                    <a:lstStyle/>
                    <a:p>
                      <a:pPr indent="0" lvl="0" marL="0" rtl="0" algn="ctr">
                        <a:spcBef>
                          <a:spcPts val="0"/>
                        </a:spcBef>
                        <a:spcAft>
                          <a:spcPts val="0"/>
                        </a:spcAft>
                        <a:buNone/>
                      </a:pPr>
                      <a:r>
                        <a:rPr lang="en" sz="2000">
                          <a:solidFill>
                            <a:schemeClr val="dk1"/>
                          </a:solidFill>
                          <a:latin typeface="Comfortaa"/>
                          <a:ea typeface="Comfortaa"/>
                          <a:cs typeface="Comfortaa"/>
                          <a:sym typeface="Comfortaa"/>
                        </a:rPr>
                        <a:t>✔</a:t>
                      </a:r>
                      <a:endParaRPr sz="2000">
                        <a:solidFill>
                          <a:schemeClr val="dk2"/>
                        </a:solidFill>
                        <a:latin typeface="Comfortaa"/>
                        <a:ea typeface="Comfortaa"/>
                        <a:cs typeface="Comfortaa"/>
                        <a:sym typeface="Comfortaa"/>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r>
              <a:tr h="483925">
                <a:tc gridSpan="5">
                  <a:txBody>
                    <a:bodyPr/>
                    <a:lstStyle/>
                    <a:p>
                      <a:pPr indent="0" lvl="0" marL="0" rtl="0" algn="l">
                        <a:spcBef>
                          <a:spcPts val="0"/>
                        </a:spcBef>
                        <a:spcAft>
                          <a:spcPts val="0"/>
                        </a:spcAft>
                        <a:buNone/>
                      </a:pPr>
                      <a:r>
                        <a:rPr lang="en">
                          <a:solidFill>
                            <a:schemeClr val="dk1"/>
                          </a:solidFill>
                          <a:latin typeface="Manrope"/>
                          <a:ea typeface="Manrope"/>
                          <a:cs typeface="Manrope"/>
                          <a:sym typeface="Manrope"/>
                        </a:rPr>
                        <a:t>You can list here all the activities you would like to try</a:t>
                      </a:r>
                      <a:endParaRPr>
                        <a:solidFill>
                          <a:schemeClr val="dk1"/>
                        </a:solidFill>
                        <a:latin typeface="Manrope"/>
                        <a:ea typeface="Manrope"/>
                        <a:cs typeface="Manrope"/>
                        <a:sym typeface="Manrope"/>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hMerge="1"/>
                <a:tc hMerge="1"/>
                <a:tc hMerge="1"/>
                <a:tc hMerge="1"/>
                <a:tc>
                  <a:txBody>
                    <a:bodyPr/>
                    <a:lstStyle/>
                    <a:p>
                      <a:pPr indent="0" lvl="0" marL="0" rtl="0" algn="ctr">
                        <a:spcBef>
                          <a:spcPts val="0"/>
                        </a:spcBef>
                        <a:spcAft>
                          <a:spcPts val="0"/>
                        </a:spcAft>
                        <a:buNone/>
                      </a:pPr>
                      <a:r>
                        <a:t/>
                      </a:r>
                      <a:endParaRPr sz="2000">
                        <a:solidFill>
                          <a:schemeClr val="dk1"/>
                        </a:solidFill>
                        <a:latin typeface="Comfortaa"/>
                        <a:ea typeface="Comfortaa"/>
                        <a:cs typeface="Comfortaa"/>
                        <a:sym typeface="Comfortaa"/>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Comfortaa"/>
                          <a:ea typeface="Comfortaa"/>
                          <a:cs typeface="Comfortaa"/>
                          <a:sym typeface="Comfortaa"/>
                        </a:rPr>
                        <a:t>✔</a:t>
                      </a:r>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8" name="Shape 948"/>
        <p:cNvGrpSpPr/>
        <p:nvPr/>
      </p:nvGrpSpPr>
      <p:grpSpPr>
        <a:xfrm>
          <a:off x="0" y="0"/>
          <a:ext cx="0" cy="0"/>
          <a:chOff x="0" y="0"/>
          <a:chExt cx="0" cy="0"/>
        </a:xfrm>
      </p:grpSpPr>
      <p:sp>
        <p:nvSpPr>
          <p:cNvPr id="949" name="Google Shape;949;p87"/>
          <p:cNvSpPr/>
          <p:nvPr/>
        </p:nvSpPr>
        <p:spPr>
          <a:xfrm rot="7269862">
            <a:off x="-2158264" y="-3462738"/>
            <a:ext cx="7471639" cy="4771786"/>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87"/>
          <p:cNvSpPr/>
          <p:nvPr/>
        </p:nvSpPr>
        <p:spPr>
          <a:xfrm flipH="1" rot="10558870">
            <a:off x="-4625089" y="957675"/>
            <a:ext cx="6402110" cy="5689154"/>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6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 name="Google Shape;951;p87"/>
          <p:cNvSpPr/>
          <p:nvPr/>
        </p:nvSpPr>
        <p:spPr>
          <a:xfrm flipH="1" rot="-7989178">
            <a:off x="-4350337" y="2229049"/>
            <a:ext cx="7826046" cy="287783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87"/>
          <p:cNvSpPr/>
          <p:nvPr/>
        </p:nvSpPr>
        <p:spPr>
          <a:xfrm flipH="1" rot="-514371">
            <a:off x="3008849" y="163322"/>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87"/>
          <p:cNvSpPr/>
          <p:nvPr/>
        </p:nvSpPr>
        <p:spPr>
          <a:xfrm flipH="1" rot="-2141143">
            <a:off x="5987211" y="-1789403"/>
            <a:ext cx="5766686" cy="3682912"/>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87"/>
          <p:cNvSpPr/>
          <p:nvPr/>
        </p:nvSpPr>
        <p:spPr>
          <a:xfrm flipH="1" rot="10800000">
            <a:off x="5337802" y="3129188"/>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4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87"/>
          <p:cNvSpPr txBox="1"/>
          <p:nvPr>
            <p:ph idx="1" type="subTitle"/>
          </p:nvPr>
        </p:nvSpPr>
        <p:spPr>
          <a:xfrm>
            <a:off x="723350" y="822500"/>
            <a:ext cx="4902000" cy="20781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“This is a quote, words full of wisdom that someone important said and can make the reader get inspired.”</a:t>
            </a:r>
            <a:endParaRPr/>
          </a:p>
        </p:txBody>
      </p:sp>
      <p:sp>
        <p:nvSpPr>
          <p:cNvPr id="956" name="Google Shape;956;p87"/>
          <p:cNvSpPr txBox="1"/>
          <p:nvPr>
            <p:ph type="title"/>
          </p:nvPr>
        </p:nvSpPr>
        <p:spPr>
          <a:xfrm>
            <a:off x="723300" y="3402013"/>
            <a:ext cx="3848700" cy="531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—SOMEONE </a:t>
            </a:r>
            <a:r>
              <a:rPr lang="en">
                <a:solidFill>
                  <a:schemeClr val="lt1"/>
                </a:solidFill>
              </a:rPr>
              <a:t>FAMOUS</a:t>
            </a:r>
            <a:endParaRPr>
              <a:solidFill>
                <a:schemeClr val="lt1"/>
              </a:solidFill>
            </a:endParaRPr>
          </a:p>
        </p:txBody>
      </p:sp>
      <p:sp>
        <p:nvSpPr>
          <p:cNvPr id="957" name="Google Shape;957;p87"/>
          <p:cNvSpPr txBox="1"/>
          <p:nvPr>
            <p:ph type="title"/>
          </p:nvPr>
        </p:nvSpPr>
        <p:spPr>
          <a:xfrm>
            <a:off x="6896225" y="1728500"/>
            <a:ext cx="1526700" cy="657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6000">
                <a:solidFill>
                  <a:schemeClr val="lt1"/>
                </a:solidFill>
              </a:rPr>
              <a:t>“”</a:t>
            </a:r>
            <a:endParaRPr sz="16000">
              <a:solidFill>
                <a:schemeClr val="lt1"/>
              </a:solidFill>
            </a:endParaRPr>
          </a:p>
        </p:txBody>
      </p:sp>
      <p:sp>
        <p:nvSpPr>
          <p:cNvPr id="958" name="Google Shape;958;p87"/>
          <p:cNvSpPr/>
          <p:nvPr/>
        </p:nvSpPr>
        <p:spPr>
          <a:xfrm flipH="1" rot="9748587">
            <a:off x="4304027" y="2585840"/>
            <a:ext cx="8200944" cy="301569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955"/>
                                        </p:tgtEl>
                                        <p:attrNameLst>
                                          <p:attrName>style.visibility</p:attrName>
                                        </p:attrNameLst>
                                      </p:cBhvr>
                                      <p:to>
                                        <p:strVal val="visible"/>
                                      </p:to>
                                    </p:set>
                                    <p:anim calcmode="lin" valueType="num">
                                      <p:cBhvr additive="base">
                                        <p:cTn dur="1000"/>
                                        <p:tgtEl>
                                          <p:spTgt spid="955"/>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88"/>
          <p:cNvSpPr txBox="1"/>
          <p:nvPr>
            <p:ph type="title"/>
          </p:nvPr>
        </p:nvSpPr>
        <p:spPr>
          <a:xfrm>
            <a:off x="2064826" y="3261285"/>
            <a:ext cx="5014500" cy="531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—SOMEONE </a:t>
            </a:r>
            <a:r>
              <a:rPr lang="en">
                <a:solidFill>
                  <a:schemeClr val="lt1"/>
                </a:solidFill>
              </a:rPr>
              <a:t>FAMOUS</a:t>
            </a:r>
            <a:endParaRPr/>
          </a:p>
        </p:txBody>
      </p:sp>
      <p:sp>
        <p:nvSpPr>
          <p:cNvPr id="964" name="Google Shape;964;p88"/>
          <p:cNvSpPr txBox="1"/>
          <p:nvPr>
            <p:ph idx="1" type="subTitle"/>
          </p:nvPr>
        </p:nvSpPr>
        <p:spPr>
          <a:xfrm>
            <a:off x="1378650" y="1348062"/>
            <a:ext cx="6386700" cy="1411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“This is a quote, words full of wisdom that someone important said and can make the reader get inspired.”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1">
                                  <p:stCondLst>
                                    <p:cond delay="0"/>
                                  </p:stCondLst>
                                  <p:childTnLst>
                                    <p:set>
                                      <p:cBhvr>
                                        <p:cTn dur="1" fill="hold">
                                          <p:stCondLst>
                                            <p:cond delay="0"/>
                                          </p:stCondLst>
                                        </p:cTn>
                                        <p:tgtEl>
                                          <p:spTgt spid="964"/>
                                        </p:tgtEl>
                                        <p:attrNameLst>
                                          <p:attrName>style.visibility</p:attrName>
                                        </p:attrNameLst>
                                      </p:cBhvr>
                                      <p:to>
                                        <p:strVal val="visible"/>
                                      </p:to>
                                    </p:set>
                                    <p:anim calcmode="lin" valueType="num">
                                      <p:cBhvr additive="base">
                                        <p:cTn dur="1000"/>
                                        <p:tgtEl>
                                          <p:spTgt spid="964"/>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8" name="Shape 968"/>
        <p:cNvGrpSpPr/>
        <p:nvPr/>
      </p:nvGrpSpPr>
      <p:grpSpPr>
        <a:xfrm>
          <a:off x="0" y="0"/>
          <a:ext cx="0" cy="0"/>
          <a:chOff x="0" y="0"/>
          <a:chExt cx="0" cy="0"/>
        </a:xfrm>
      </p:grpSpPr>
      <p:sp>
        <p:nvSpPr>
          <p:cNvPr id="969" name="Google Shape;969;p89"/>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OUR </a:t>
            </a:r>
            <a:r>
              <a:rPr lang="en"/>
              <a:t>TRACTION</a:t>
            </a:r>
            <a:endParaRPr/>
          </a:p>
        </p:txBody>
      </p:sp>
      <p:sp>
        <p:nvSpPr>
          <p:cNvPr id="970" name="Google Shape;970;p89"/>
          <p:cNvSpPr txBox="1"/>
          <p:nvPr/>
        </p:nvSpPr>
        <p:spPr>
          <a:xfrm>
            <a:off x="3792175" y="4048200"/>
            <a:ext cx="4612200" cy="6579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1200">
                <a:solidFill>
                  <a:schemeClr val="dk1"/>
                </a:solidFill>
                <a:latin typeface="Manrope"/>
                <a:ea typeface="Manrope"/>
                <a:cs typeface="Manrope"/>
                <a:sym typeface="Manrope"/>
              </a:rPr>
              <a:t>Follow the link in the graph to modify its data and then paste the new one here. </a:t>
            </a:r>
            <a:r>
              <a:rPr b="1" lang="en" sz="1200">
                <a:solidFill>
                  <a:schemeClr val="dk1"/>
                </a:solidFill>
                <a:uFill>
                  <a:noFill/>
                </a:uFill>
                <a:latin typeface="Manrope"/>
                <a:ea typeface="Manrope"/>
                <a:cs typeface="Manrope"/>
                <a:sym typeface="Manrope"/>
                <a:hlinkClick r:id="rId3">
                  <a:extLst>
                    <a:ext uri="{A12FA001-AC4F-418D-AE19-62706E023703}">
                      <ahyp:hlinkClr val="tx"/>
                    </a:ext>
                  </a:extLst>
                </a:hlinkClick>
              </a:rPr>
              <a:t>For more info, click here</a:t>
            </a:r>
            <a:endParaRPr b="1" sz="1200">
              <a:solidFill>
                <a:schemeClr val="dk1"/>
              </a:solidFill>
              <a:latin typeface="Manrope"/>
              <a:ea typeface="Manrope"/>
              <a:cs typeface="Manrope"/>
              <a:sym typeface="Manrope"/>
            </a:endParaRPr>
          </a:p>
        </p:txBody>
      </p:sp>
      <p:sp>
        <p:nvSpPr>
          <p:cNvPr id="971" name="Google Shape;971;p89"/>
          <p:cNvSpPr txBox="1"/>
          <p:nvPr>
            <p:ph idx="4294967295" type="title"/>
          </p:nvPr>
        </p:nvSpPr>
        <p:spPr>
          <a:xfrm flipH="1">
            <a:off x="5070950" y="1234950"/>
            <a:ext cx="33564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000"/>
              <a:t>MERCURY</a:t>
            </a:r>
            <a:endParaRPr sz="2000"/>
          </a:p>
        </p:txBody>
      </p:sp>
      <p:sp>
        <p:nvSpPr>
          <p:cNvPr id="972" name="Google Shape;972;p89"/>
          <p:cNvSpPr txBox="1"/>
          <p:nvPr>
            <p:ph idx="4294967295" type="subTitle"/>
          </p:nvPr>
        </p:nvSpPr>
        <p:spPr>
          <a:xfrm flipH="1">
            <a:off x="5070950" y="1546977"/>
            <a:ext cx="3356400" cy="4572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 sz="1400"/>
              <a:t>It’s the closest planet to the Sun</a:t>
            </a:r>
            <a:endParaRPr sz="1400"/>
          </a:p>
        </p:txBody>
      </p:sp>
      <p:sp>
        <p:nvSpPr>
          <p:cNvPr id="973" name="Google Shape;973;p89"/>
          <p:cNvSpPr txBox="1"/>
          <p:nvPr>
            <p:ph idx="4294967295" type="title"/>
          </p:nvPr>
        </p:nvSpPr>
        <p:spPr>
          <a:xfrm flipH="1">
            <a:off x="5070950" y="2149198"/>
            <a:ext cx="33564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000"/>
              <a:t>NEPTUNE</a:t>
            </a:r>
            <a:endParaRPr sz="2000"/>
          </a:p>
        </p:txBody>
      </p:sp>
      <p:sp>
        <p:nvSpPr>
          <p:cNvPr id="974" name="Google Shape;974;p89"/>
          <p:cNvSpPr txBox="1"/>
          <p:nvPr>
            <p:ph idx="4294967295" type="subTitle"/>
          </p:nvPr>
        </p:nvSpPr>
        <p:spPr>
          <a:xfrm flipH="1">
            <a:off x="5070950" y="2461224"/>
            <a:ext cx="3356400" cy="4572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 sz="1400"/>
              <a:t>It’s the farthest planet from the Sun</a:t>
            </a:r>
            <a:endParaRPr sz="1400"/>
          </a:p>
        </p:txBody>
      </p:sp>
      <p:sp>
        <p:nvSpPr>
          <p:cNvPr id="975" name="Google Shape;975;p89"/>
          <p:cNvSpPr txBox="1"/>
          <p:nvPr>
            <p:ph idx="4294967295" type="title"/>
          </p:nvPr>
        </p:nvSpPr>
        <p:spPr>
          <a:xfrm flipH="1">
            <a:off x="5070950" y="3063449"/>
            <a:ext cx="33564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000"/>
              <a:t>JUPITER</a:t>
            </a:r>
            <a:endParaRPr sz="2000"/>
          </a:p>
        </p:txBody>
      </p:sp>
      <p:sp>
        <p:nvSpPr>
          <p:cNvPr id="976" name="Google Shape;976;p89"/>
          <p:cNvSpPr txBox="1"/>
          <p:nvPr>
            <p:ph idx="4294967295" type="subTitle"/>
          </p:nvPr>
        </p:nvSpPr>
        <p:spPr>
          <a:xfrm flipH="1">
            <a:off x="5070950" y="3375475"/>
            <a:ext cx="3356400" cy="4572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 sz="1400"/>
              <a:t>It’s the biggest planet of them all</a:t>
            </a:r>
            <a:endParaRPr sz="1400"/>
          </a:p>
        </p:txBody>
      </p:sp>
      <p:pic>
        <p:nvPicPr>
          <p:cNvPr id="977" name="Google Shape;977;p89" title="Chart">
            <a:hlinkClick r:id="rId4"/>
          </p:cNvPr>
          <p:cNvPicPr preferRelativeResize="0"/>
          <p:nvPr/>
        </p:nvPicPr>
        <p:blipFill>
          <a:blip r:embed="rId5">
            <a:alphaModFix/>
          </a:blip>
          <a:stretch>
            <a:fillRect/>
          </a:stretch>
        </p:blipFill>
        <p:spPr>
          <a:xfrm>
            <a:off x="590488" y="1151219"/>
            <a:ext cx="3356538" cy="2660849"/>
          </a:xfrm>
          <a:prstGeom prst="rect">
            <a:avLst/>
          </a:prstGeom>
          <a:noFill/>
          <a:ln>
            <a:noFill/>
          </a:ln>
        </p:spPr>
      </p:pic>
      <p:sp>
        <p:nvSpPr>
          <p:cNvPr id="978" name="Google Shape;978;p89"/>
          <p:cNvSpPr/>
          <p:nvPr/>
        </p:nvSpPr>
        <p:spPr>
          <a:xfrm flipH="1">
            <a:off x="2280944" y="4238380"/>
            <a:ext cx="492514" cy="354808"/>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89"/>
          <p:cNvSpPr/>
          <p:nvPr/>
        </p:nvSpPr>
        <p:spPr>
          <a:xfrm>
            <a:off x="1046117" y="4227502"/>
            <a:ext cx="399257" cy="354795"/>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 name="Google Shape;980;p89"/>
          <p:cNvSpPr txBox="1"/>
          <p:nvPr>
            <p:ph idx="4294967295" type="subTitle"/>
          </p:nvPr>
        </p:nvSpPr>
        <p:spPr>
          <a:xfrm flipH="1">
            <a:off x="1445275" y="4187200"/>
            <a:ext cx="717900" cy="4572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 sz="1400"/>
              <a:t>Mars</a:t>
            </a:r>
            <a:endParaRPr sz="1400"/>
          </a:p>
        </p:txBody>
      </p:sp>
      <p:sp>
        <p:nvSpPr>
          <p:cNvPr id="981" name="Google Shape;981;p89"/>
          <p:cNvSpPr txBox="1"/>
          <p:nvPr>
            <p:ph idx="4294967295" type="subTitle"/>
          </p:nvPr>
        </p:nvSpPr>
        <p:spPr>
          <a:xfrm flipH="1">
            <a:off x="2773500" y="4187200"/>
            <a:ext cx="717900" cy="4572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 sz="1400"/>
              <a:t>Earth</a:t>
            </a:r>
            <a:endParaRPr sz="1400"/>
          </a:p>
        </p:txBody>
      </p:sp>
      <p:sp>
        <p:nvSpPr>
          <p:cNvPr id="982" name="Google Shape;982;p89"/>
          <p:cNvSpPr/>
          <p:nvPr/>
        </p:nvSpPr>
        <p:spPr>
          <a:xfrm rot="741942">
            <a:off x="4413506" y="2293603"/>
            <a:ext cx="464954" cy="464167"/>
          </a:xfrm>
          <a:custGeom>
            <a:rect b="b" l="l" r="r" t="t"/>
            <a:pathLst>
              <a:path extrusionOk="0" h="10617" w="10635">
                <a:moveTo>
                  <a:pt x="7584" y="625"/>
                </a:moveTo>
                <a:cubicBezTo>
                  <a:pt x="7940" y="1696"/>
                  <a:pt x="7940" y="1713"/>
                  <a:pt x="8012" y="1874"/>
                </a:cubicBezTo>
                <a:lnTo>
                  <a:pt x="2623" y="1874"/>
                </a:lnTo>
                <a:cubicBezTo>
                  <a:pt x="2695" y="1713"/>
                  <a:pt x="2695" y="1696"/>
                  <a:pt x="3052" y="625"/>
                </a:cubicBezTo>
                <a:close/>
                <a:moveTo>
                  <a:pt x="3765" y="2498"/>
                </a:moveTo>
                <a:lnTo>
                  <a:pt x="3765" y="3141"/>
                </a:lnTo>
                <a:lnTo>
                  <a:pt x="3141" y="3141"/>
                </a:lnTo>
                <a:lnTo>
                  <a:pt x="3141" y="2498"/>
                </a:lnTo>
                <a:close/>
                <a:moveTo>
                  <a:pt x="5014" y="2498"/>
                </a:moveTo>
                <a:lnTo>
                  <a:pt x="5014" y="3141"/>
                </a:lnTo>
                <a:lnTo>
                  <a:pt x="4390" y="3141"/>
                </a:lnTo>
                <a:lnTo>
                  <a:pt x="4390" y="2498"/>
                </a:lnTo>
                <a:close/>
                <a:moveTo>
                  <a:pt x="6245" y="2498"/>
                </a:moveTo>
                <a:lnTo>
                  <a:pt x="6245" y="3141"/>
                </a:lnTo>
                <a:lnTo>
                  <a:pt x="5621" y="3141"/>
                </a:lnTo>
                <a:lnTo>
                  <a:pt x="5621" y="2498"/>
                </a:lnTo>
                <a:close/>
                <a:moveTo>
                  <a:pt x="7494" y="2498"/>
                </a:moveTo>
                <a:lnTo>
                  <a:pt x="7494" y="3141"/>
                </a:lnTo>
                <a:lnTo>
                  <a:pt x="6870" y="3141"/>
                </a:lnTo>
                <a:lnTo>
                  <a:pt x="6870" y="2498"/>
                </a:lnTo>
                <a:close/>
                <a:moveTo>
                  <a:pt x="8208" y="3765"/>
                </a:moveTo>
                <a:cubicBezTo>
                  <a:pt x="8565" y="4818"/>
                  <a:pt x="8547" y="4854"/>
                  <a:pt x="8636" y="4996"/>
                </a:cubicBezTo>
                <a:lnTo>
                  <a:pt x="1999" y="4996"/>
                </a:lnTo>
                <a:cubicBezTo>
                  <a:pt x="2088" y="4854"/>
                  <a:pt x="2070" y="4818"/>
                  <a:pt x="2427" y="3765"/>
                </a:cubicBezTo>
                <a:close/>
                <a:moveTo>
                  <a:pt x="3141" y="5621"/>
                </a:moveTo>
                <a:lnTo>
                  <a:pt x="3141" y="6888"/>
                </a:lnTo>
                <a:lnTo>
                  <a:pt x="2516" y="6888"/>
                </a:lnTo>
                <a:lnTo>
                  <a:pt x="2516" y="5621"/>
                </a:lnTo>
                <a:close/>
                <a:moveTo>
                  <a:pt x="4390" y="5621"/>
                </a:moveTo>
                <a:lnTo>
                  <a:pt x="4390" y="6888"/>
                </a:lnTo>
                <a:lnTo>
                  <a:pt x="3765" y="6888"/>
                </a:lnTo>
                <a:lnTo>
                  <a:pt x="3765" y="5621"/>
                </a:lnTo>
                <a:close/>
                <a:moveTo>
                  <a:pt x="5621" y="5621"/>
                </a:moveTo>
                <a:lnTo>
                  <a:pt x="5621" y="6888"/>
                </a:lnTo>
                <a:lnTo>
                  <a:pt x="5014" y="6888"/>
                </a:lnTo>
                <a:lnTo>
                  <a:pt x="5014" y="5621"/>
                </a:lnTo>
                <a:close/>
                <a:moveTo>
                  <a:pt x="6870" y="5621"/>
                </a:moveTo>
                <a:lnTo>
                  <a:pt x="6870" y="6888"/>
                </a:lnTo>
                <a:lnTo>
                  <a:pt x="6245" y="6888"/>
                </a:lnTo>
                <a:lnTo>
                  <a:pt x="6245" y="5621"/>
                </a:lnTo>
                <a:close/>
                <a:moveTo>
                  <a:pt x="8119" y="5621"/>
                </a:moveTo>
                <a:lnTo>
                  <a:pt x="8119" y="6888"/>
                </a:lnTo>
                <a:lnTo>
                  <a:pt x="7494" y="6888"/>
                </a:lnTo>
                <a:lnTo>
                  <a:pt x="7494" y="5621"/>
                </a:lnTo>
                <a:close/>
                <a:moveTo>
                  <a:pt x="5326" y="8759"/>
                </a:moveTo>
                <a:cubicBezTo>
                  <a:pt x="5833" y="8759"/>
                  <a:pt x="6245" y="9175"/>
                  <a:pt x="6245" y="9689"/>
                </a:cubicBezTo>
                <a:lnTo>
                  <a:pt x="6245" y="9992"/>
                </a:lnTo>
                <a:lnTo>
                  <a:pt x="4390" y="9992"/>
                </a:lnTo>
                <a:lnTo>
                  <a:pt x="4390" y="9707"/>
                </a:lnTo>
                <a:cubicBezTo>
                  <a:pt x="4390" y="9225"/>
                  <a:pt x="4782" y="8779"/>
                  <a:pt x="5264" y="8761"/>
                </a:cubicBezTo>
                <a:cubicBezTo>
                  <a:pt x="5285" y="8760"/>
                  <a:pt x="5306" y="8759"/>
                  <a:pt x="5326" y="8759"/>
                </a:cubicBezTo>
                <a:close/>
                <a:moveTo>
                  <a:pt x="8850" y="7512"/>
                </a:moveTo>
                <a:lnTo>
                  <a:pt x="9725" y="9992"/>
                </a:lnTo>
                <a:lnTo>
                  <a:pt x="6870" y="9992"/>
                </a:lnTo>
                <a:lnTo>
                  <a:pt x="6870" y="9707"/>
                </a:lnTo>
                <a:cubicBezTo>
                  <a:pt x="6870" y="8868"/>
                  <a:pt x="6210" y="8172"/>
                  <a:pt x="5371" y="8137"/>
                </a:cubicBezTo>
                <a:cubicBezTo>
                  <a:pt x="5350" y="8136"/>
                  <a:pt x="5329" y="8135"/>
                  <a:pt x="5308" y="8135"/>
                </a:cubicBezTo>
                <a:cubicBezTo>
                  <a:pt x="4462" y="8135"/>
                  <a:pt x="3765" y="8836"/>
                  <a:pt x="3765" y="9689"/>
                </a:cubicBezTo>
                <a:lnTo>
                  <a:pt x="3765" y="9992"/>
                </a:lnTo>
                <a:lnTo>
                  <a:pt x="910" y="9992"/>
                </a:lnTo>
                <a:lnTo>
                  <a:pt x="1767" y="7512"/>
                </a:lnTo>
                <a:close/>
                <a:moveTo>
                  <a:pt x="2605" y="1"/>
                </a:moveTo>
                <a:lnTo>
                  <a:pt x="2106" y="1499"/>
                </a:lnTo>
                <a:cubicBezTo>
                  <a:pt x="2034" y="1713"/>
                  <a:pt x="1820" y="1874"/>
                  <a:pt x="1588" y="1874"/>
                </a:cubicBezTo>
                <a:cubicBezTo>
                  <a:pt x="1410" y="1874"/>
                  <a:pt x="1267" y="1731"/>
                  <a:pt x="1267" y="1553"/>
                </a:cubicBezTo>
                <a:lnTo>
                  <a:pt x="1267" y="1249"/>
                </a:lnTo>
                <a:lnTo>
                  <a:pt x="661" y="1249"/>
                </a:lnTo>
                <a:lnTo>
                  <a:pt x="661" y="1553"/>
                </a:lnTo>
                <a:cubicBezTo>
                  <a:pt x="661" y="2070"/>
                  <a:pt x="1071" y="2498"/>
                  <a:pt x="1588" y="2498"/>
                </a:cubicBezTo>
                <a:lnTo>
                  <a:pt x="2516" y="2498"/>
                </a:lnTo>
                <a:lnTo>
                  <a:pt x="2516" y="3141"/>
                </a:lnTo>
                <a:lnTo>
                  <a:pt x="1981" y="3141"/>
                </a:lnTo>
                <a:lnTo>
                  <a:pt x="1481" y="4622"/>
                </a:lnTo>
                <a:cubicBezTo>
                  <a:pt x="1414" y="4842"/>
                  <a:pt x="1201" y="4998"/>
                  <a:pt x="966" y="4998"/>
                </a:cubicBezTo>
                <a:cubicBezTo>
                  <a:pt x="954" y="4998"/>
                  <a:pt x="941" y="4997"/>
                  <a:pt x="928" y="4996"/>
                </a:cubicBezTo>
                <a:cubicBezTo>
                  <a:pt x="768" y="4996"/>
                  <a:pt x="625" y="4854"/>
                  <a:pt x="625" y="4693"/>
                </a:cubicBezTo>
                <a:lnTo>
                  <a:pt x="625" y="4372"/>
                </a:lnTo>
                <a:lnTo>
                  <a:pt x="0" y="4372"/>
                </a:lnTo>
                <a:lnTo>
                  <a:pt x="0" y="4693"/>
                </a:lnTo>
                <a:cubicBezTo>
                  <a:pt x="0" y="5211"/>
                  <a:pt x="429" y="5621"/>
                  <a:pt x="946" y="5621"/>
                </a:cubicBezTo>
                <a:lnTo>
                  <a:pt x="1892" y="5621"/>
                </a:lnTo>
                <a:lnTo>
                  <a:pt x="1892" y="6888"/>
                </a:lnTo>
                <a:lnTo>
                  <a:pt x="1339" y="6888"/>
                </a:lnTo>
                <a:lnTo>
                  <a:pt x="18" y="10617"/>
                </a:lnTo>
                <a:lnTo>
                  <a:pt x="10599" y="10617"/>
                </a:lnTo>
                <a:lnTo>
                  <a:pt x="9296" y="6888"/>
                </a:lnTo>
                <a:lnTo>
                  <a:pt x="8743" y="6888"/>
                </a:lnTo>
                <a:lnTo>
                  <a:pt x="8743" y="5621"/>
                </a:lnTo>
                <a:lnTo>
                  <a:pt x="9689" y="5621"/>
                </a:lnTo>
                <a:cubicBezTo>
                  <a:pt x="10206" y="5621"/>
                  <a:pt x="10635" y="5211"/>
                  <a:pt x="10635" y="4693"/>
                </a:cubicBezTo>
                <a:lnTo>
                  <a:pt x="10635" y="4372"/>
                </a:lnTo>
                <a:lnTo>
                  <a:pt x="10010" y="4372"/>
                </a:lnTo>
                <a:lnTo>
                  <a:pt x="10010" y="4693"/>
                </a:lnTo>
                <a:cubicBezTo>
                  <a:pt x="10010" y="4854"/>
                  <a:pt x="9867" y="4996"/>
                  <a:pt x="9707" y="4996"/>
                </a:cubicBezTo>
                <a:cubicBezTo>
                  <a:pt x="9694" y="4997"/>
                  <a:pt x="9682" y="4998"/>
                  <a:pt x="9669" y="4998"/>
                </a:cubicBezTo>
                <a:cubicBezTo>
                  <a:pt x="9434" y="4998"/>
                  <a:pt x="9221" y="4842"/>
                  <a:pt x="9154" y="4622"/>
                </a:cubicBezTo>
                <a:lnTo>
                  <a:pt x="8654" y="3141"/>
                </a:lnTo>
                <a:lnTo>
                  <a:pt x="8119" y="3141"/>
                </a:lnTo>
                <a:lnTo>
                  <a:pt x="8119" y="2498"/>
                </a:lnTo>
                <a:lnTo>
                  <a:pt x="9047" y="2498"/>
                </a:lnTo>
                <a:cubicBezTo>
                  <a:pt x="9564" y="2498"/>
                  <a:pt x="9974" y="2070"/>
                  <a:pt x="9974" y="1553"/>
                </a:cubicBezTo>
                <a:lnTo>
                  <a:pt x="9974" y="1249"/>
                </a:lnTo>
                <a:lnTo>
                  <a:pt x="9368" y="1249"/>
                </a:lnTo>
                <a:lnTo>
                  <a:pt x="9368" y="1553"/>
                </a:lnTo>
                <a:cubicBezTo>
                  <a:pt x="9368" y="1731"/>
                  <a:pt x="9225" y="1874"/>
                  <a:pt x="9047" y="1874"/>
                </a:cubicBezTo>
                <a:cubicBezTo>
                  <a:pt x="8815" y="1874"/>
                  <a:pt x="8601" y="1713"/>
                  <a:pt x="8529" y="1499"/>
                </a:cubicBezTo>
                <a:lnTo>
                  <a:pt x="803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3" name="Google Shape;983;p89"/>
          <p:cNvGrpSpPr/>
          <p:nvPr/>
        </p:nvGrpSpPr>
        <p:grpSpPr>
          <a:xfrm>
            <a:off x="4413523" y="1390542"/>
            <a:ext cx="464943" cy="463718"/>
            <a:chOff x="7000379" y="1769124"/>
            <a:chExt cx="341543" cy="340644"/>
          </a:xfrm>
        </p:grpSpPr>
        <p:sp>
          <p:nvSpPr>
            <p:cNvPr id="984" name="Google Shape;984;p89"/>
            <p:cNvSpPr/>
            <p:nvPr/>
          </p:nvSpPr>
          <p:spPr>
            <a:xfrm>
              <a:off x="7000379" y="1769124"/>
              <a:ext cx="341543" cy="340644"/>
            </a:xfrm>
            <a:custGeom>
              <a:rect b="b" l="l" r="r" t="t"/>
              <a:pathLst>
                <a:path extrusionOk="0" h="10607" w="10635">
                  <a:moveTo>
                    <a:pt x="7548" y="615"/>
                  </a:moveTo>
                  <a:lnTo>
                    <a:pt x="10010" y="3077"/>
                  </a:lnTo>
                  <a:cubicBezTo>
                    <a:pt x="10010" y="3416"/>
                    <a:pt x="9939" y="3755"/>
                    <a:pt x="9867" y="3827"/>
                  </a:cubicBezTo>
                  <a:cubicBezTo>
                    <a:pt x="9832" y="3862"/>
                    <a:pt x="9635" y="3862"/>
                    <a:pt x="9564" y="3862"/>
                  </a:cubicBezTo>
                  <a:cubicBezTo>
                    <a:pt x="9497" y="3858"/>
                    <a:pt x="9425" y="3853"/>
                    <a:pt x="9352" y="3853"/>
                  </a:cubicBezTo>
                  <a:cubicBezTo>
                    <a:pt x="9150" y="3853"/>
                    <a:pt x="8936" y="3889"/>
                    <a:pt x="8779" y="4059"/>
                  </a:cubicBezTo>
                  <a:cubicBezTo>
                    <a:pt x="8547" y="4273"/>
                    <a:pt x="8565" y="4594"/>
                    <a:pt x="8565" y="4844"/>
                  </a:cubicBezTo>
                  <a:cubicBezTo>
                    <a:pt x="8583" y="4915"/>
                    <a:pt x="8583" y="5129"/>
                    <a:pt x="8547" y="5147"/>
                  </a:cubicBezTo>
                  <a:cubicBezTo>
                    <a:pt x="8511" y="5183"/>
                    <a:pt x="8315" y="5183"/>
                    <a:pt x="8244" y="5183"/>
                  </a:cubicBezTo>
                  <a:cubicBezTo>
                    <a:pt x="8177" y="5178"/>
                    <a:pt x="8105" y="5173"/>
                    <a:pt x="8031" y="5173"/>
                  </a:cubicBezTo>
                  <a:cubicBezTo>
                    <a:pt x="7830" y="5173"/>
                    <a:pt x="7615" y="5209"/>
                    <a:pt x="7459" y="5379"/>
                  </a:cubicBezTo>
                  <a:cubicBezTo>
                    <a:pt x="7227" y="5593"/>
                    <a:pt x="7244" y="5914"/>
                    <a:pt x="7244" y="6164"/>
                  </a:cubicBezTo>
                  <a:cubicBezTo>
                    <a:pt x="7262" y="6235"/>
                    <a:pt x="7262" y="6450"/>
                    <a:pt x="7227" y="6467"/>
                  </a:cubicBezTo>
                  <a:cubicBezTo>
                    <a:pt x="7191" y="6503"/>
                    <a:pt x="6995" y="6503"/>
                    <a:pt x="6923" y="6503"/>
                  </a:cubicBezTo>
                  <a:cubicBezTo>
                    <a:pt x="6857" y="6498"/>
                    <a:pt x="6785" y="6494"/>
                    <a:pt x="6711" y="6494"/>
                  </a:cubicBezTo>
                  <a:cubicBezTo>
                    <a:pt x="6509" y="6494"/>
                    <a:pt x="6295" y="6529"/>
                    <a:pt x="6138" y="6699"/>
                  </a:cubicBezTo>
                  <a:cubicBezTo>
                    <a:pt x="5906" y="6913"/>
                    <a:pt x="5924" y="7235"/>
                    <a:pt x="5924" y="7484"/>
                  </a:cubicBezTo>
                  <a:cubicBezTo>
                    <a:pt x="5942" y="7556"/>
                    <a:pt x="5942" y="7770"/>
                    <a:pt x="5906" y="7788"/>
                  </a:cubicBezTo>
                  <a:cubicBezTo>
                    <a:pt x="5835" y="7877"/>
                    <a:pt x="5496" y="7930"/>
                    <a:pt x="5157" y="7930"/>
                  </a:cubicBezTo>
                  <a:lnTo>
                    <a:pt x="2695" y="5468"/>
                  </a:lnTo>
                  <a:cubicBezTo>
                    <a:pt x="2695" y="5129"/>
                    <a:pt x="2748" y="4790"/>
                    <a:pt x="2837" y="4719"/>
                  </a:cubicBezTo>
                  <a:cubicBezTo>
                    <a:pt x="2846" y="4701"/>
                    <a:pt x="2904" y="4697"/>
                    <a:pt x="2969" y="4697"/>
                  </a:cubicBezTo>
                  <a:cubicBezTo>
                    <a:pt x="3034" y="4697"/>
                    <a:pt x="3105" y="4701"/>
                    <a:pt x="3141" y="4701"/>
                  </a:cubicBezTo>
                  <a:cubicBezTo>
                    <a:pt x="3174" y="4701"/>
                    <a:pt x="3209" y="4701"/>
                    <a:pt x="3244" y="4701"/>
                  </a:cubicBezTo>
                  <a:cubicBezTo>
                    <a:pt x="3474" y="4701"/>
                    <a:pt x="3740" y="4688"/>
                    <a:pt x="3926" y="4487"/>
                  </a:cubicBezTo>
                  <a:cubicBezTo>
                    <a:pt x="4158" y="4273"/>
                    <a:pt x="4140" y="3952"/>
                    <a:pt x="4122" y="3720"/>
                  </a:cubicBezTo>
                  <a:cubicBezTo>
                    <a:pt x="4122" y="3630"/>
                    <a:pt x="4122" y="3434"/>
                    <a:pt x="4158" y="3398"/>
                  </a:cubicBezTo>
                  <a:cubicBezTo>
                    <a:pt x="4167" y="3381"/>
                    <a:pt x="4225" y="3376"/>
                    <a:pt x="4289" y="3376"/>
                  </a:cubicBezTo>
                  <a:cubicBezTo>
                    <a:pt x="4354" y="3376"/>
                    <a:pt x="4425" y="3381"/>
                    <a:pt x="4461" y="3381"/>
                  </a:cubicBezTo>
                  <a:cubicBezTo>
                    <a:pt x="4494" y="3381"/>
                    <a:pt x="4529" y="3381"/>
                    <a:pt x="4564" y="3381"/>
                  </a:cubicBezTo>
                  <a:cubicBezTo>
                    <a:pt x="4795" y="3381"/>
                    <a:pt x="5061" y="3368"/>
                    <a:pt x="5246" y="3166"/>
                  </a:cubicBezTo>
                  <a:cubicBezTo>
                    <a:pt x="5478" y="2952"/>
                    <a:pt x="5460" y="2631"/>
                    <a:pt x="5442" y="2381"/>
                  </a:cubicBezTo>
                  <a:cubicBezTo>
                    <a:pt x="5442" y="2310"/>
                    <a:pt x="5442" y="2114"/>
                    <a:pt x="5478" y="2078"/>
                  </a:cubicBezTo>
                  <a:cubicBezTo>
                    <a:pt x="5489" y="2057"/>
                    <a:pt x="5566" y="2049"/>
                    <a:pt x="5643" y="2049"/>
                  </a:cubicBezTo>
                  <a:cubicBezTo>
                    <a:pt x="5698" y="2049"/>
                    <a:pt x="5752" y="2053"/>
                    <a:pt x="5781" y="2060"/>
                  </a:cubicBezTo>
                  <a:cubicBezTo>
                    <a:pt x="5815" y="2060"/>
                    <a:pt x="5849" y="2061"/>
                    <a:pt x="5885" y="2061"/>
                  </a:cubicBezTo>
                  <a:cubicBezTo>
                    <a:pt x="6115" y="2061"/>
                    <a:pt x="6381" y="2047"/>
                    <a:pt x="6566" y="1846"/>
                  </a:cubicBezTo>
                  <a:cubicBezTo>
                    <a:pt x="6798" y="1632"/>
                    <a:pt x="6781" y="1311"/>
                    <a:pt x="6763" y="1061"/>
                  </a:cubicBezTo>
                  <a:cubicBezTo>
                    <a:pt x="6763" y="990"/>
                    <a:pt x="6763" y="793"/>
                    <a:pt x="6798" y="758"/>
                  </a:cubicBezTo>
                  <a:cubicBezTo>
                    <a:pt x="6870" y="686"/>
                    <a:pt x="7209" y="615"/>
                    <a:pt x="7548" y="615"/>
                  </a:cubicBezTo>
                  <a:close/>
                  <a:moveTo>
                    <a:pt x="7435" y="0"/>
                  </a:moveTo>
                  <a:cubicBezTo>
                    <a:pt x="7361" y="0"/>
                    <a:pt x="7280" y="2"/>
                    <a:pt x="7191" y="8"/>
                  </a:cubicBezTo>
                  <a:cubicBezTo>
                    <a:pt x="6781" y="62"/>
                    <a:pt x="6513" y="151"/>
                    <a:pt x="6352" y="312"/>
                  </a:cubicBezTo>
                  <a:cubicBezTo>
                    <a:pt x="6120" y="544"/>
                    <a:pt x="6138" y="847"/>
                    <a:pt x="6156" y="1097"/>
                  </a:cubicBezTo>
                  <a:cubicBezTo>
                    <a:pt x="6156" y="1168"/>
                    <a:pt x="6156" y="1382"/>
                    <a:pt x="6138" y="1418"/>
                  </a:cubicBezTo>
                  <a:cubicBezTo>
                    <a:pt x="6120" y="1436"/>
                    <a:pt x="6058" y="1440"/>
                    <a:pt x="5991" y="1440"/>
                  </a:cubicBezTo>
                  <a:cubicBezTo>
                    <a:pt x="5924" y="1440"/>
                    <a:pt x="5853" y="1436"/>
                    <a:pt x="5817" y="1436"/>
                  </a:cubicBezTo>
                  <a:cubicBezTo>
                    <a:pt x="5750" y="1431"/>
                    <a:pt x="5680" y="1426"/>
                    <a:pt x="5608" y="1426"/>
                  </a:cubicBezTo>
                  <a:cubicBezTo>
                    <a:pt x="5410" y="1426"/>
                    <a:pt x="5202" y="1462"/>
                    <a:pt x="5032" y="1632"/>
                  </a:cubicBezTo>
                  <a:cubicBezTo>
                    <a:pt x="4800" y="1864"/>
                    <a:pt x="4818" y="2167"/>
                    <a:pt x="4836" y="2417"/>
                  </a:cubicBezTo>
                  <a:cubicBezTo>
                    <a:pt x="4836" y="2488"/>
                    <a:pt x="4836" y="2703"/>
                    <a:pt x="4818" y="2738"/>
                  </a:cubicBezTo>
                  <a:cubicBezTo>
                    <a:pt x="4800" y="2756"/>
                    <a:pt x="4738" y="2761"/>
                    <a:pt x="4671" y="2761"/>
                  </a:cubicBezTo>
                  <a:cubicBezTo>
                    <a:pt x="4604" y="2761"/>
                    <a:pt x="4532" y="2756"/>
                    <a:pt x="4497" y="2756"/>
                  </a:cubicBezTo>
                  <a:cubicBezTo>
                    <a:pt x="4430" y="2751"/>
                    <a:pt x="4359" y="2747"/>
                    <a:pt x="4287" y="2747"/>
                  </a:cubicBezTo>
                  <a:cubicBezTo>
                    <a:pt x="4090" y="2747"/>
                    <a:pt x="3882" y="2782"/>
                    <a:pt x="3712" y="2952"/>
                  </a:cubicBezTo>
                  <a:cubicBezTo>
                    <a:pt x="3480" y="3184"/>
                    <a:pt x="3498" y="3488"/>
                    <a:pt x="3515" y="3737"/>
                  </a:cubicBezTo>
                  <a:cubicBezTo>
                    <a:pt x="3515" y="3809"/>
                    <a:pt x="3515" y="4023"/>
                    <a:pt x="3498" y="4059"/>
                  </a:cubicBezTo>
                  <a:cubicBezTo>
                    <a:pt x="3480" y="4076"/>
                    <a:pt x="3417" y="4081"/>
                    <a:pt x="3350" y="4081"/>
                  </a:cubicBezTo>
                  <a:cubicBezTo>
                    <a:pt x="3283" y="4081"/>
                    <a:pt x="3212" y="4076"/>
                    <a:pt x="3176" y="4076"/>
                  </a:cubicBezTo>
                  <a:cubicBezTo>
                    <a:pt x="3110" y="4072"/>
                    <a:pt x="3039" y="4067"/>
                    <a:pt x="2967" y="4067"/>
                  </a:cubicBezTo>
                  <a:cubicBezTo>
                    <a:pt x="2770" y="4067"/>
                    <a:pt x="2561" y="4103"/>
                    <a:pt x="2391" y="4273"/>
                  </a:cubicBezTo>
                  <a:cubicBezTo>
                    <a:pt x="2052" y="4612"/>
                    <a:pt x="2070" y="5415"/>
                    <a:pt x="2088" y="5736"/>
                  </a:cubicBezTo>
                  <a:lnTo>
                    <a:pt x="3266" y="6913"/>
                  </a:lnTo>
                  <a:lnTo>
                    <a:pt x="0" y="10161"/>
                  </a:lnTo>
                  <a:lnTo>
                    <a:pt x="446" y="10607"/>
                  </a:lnTo>
                  <a:lnTo>
                    <a:pt x="3712" y="7360"/>
                  </a:lnTo>
                  <a:lnTo>
                    <a:pt x="4889" y="8537"/>
                  </a:lnTo>
                  <a:cubicBezTo>
                    <a:pt x="4906" y="8537"/>
                    <a:pt x="5017" y="8546"/>
                    <a:pt x="5173" y="8546"/>
                  </a:cubicBezTo>
                  <a:cubicBezTo>
                    <a:pt x="5517" y="8546"/>
                    <a:pt x="6082" y="8504"/>
                    <a:pt x="6352" y="8234"/>
                  </a:cubicBezTo>
                  <a:cubicBezTo>
                    <a:pt x="6584" y="8002"/>
                    <a:pt x="6566" y="7699"/>
                    <a:pt x="6549" y="7449"/>
                  </a:cubicBezTo>
                  <a:cubicBezTo>
                    <a:pt x="6549" y="7377"/>
                    <a:pt x="6531" y="7163"/>
                    <a:pt x="6566" y="7128"/>
                  </a:cubicBezTo>
                  <a:cubicBezTo>
                    <a:pt x="6602" y="7110"/>
                    <a:pt x="6816" y="7110"/>
                    <a:pt x="6888" y="7110"/>
                  </a:cubicBezTo>
                  <a:cubicBezTo>
                    <a:pt x="6954" y="7114"/>
                    <a:pt x="7025" y="7119"/>
                    <a:pt x="7097" y="7119"/>
                  </a:cubicBezTo>
                  <a:cubicBezTo>
                    <a:pt x="7294" y="7119"/>
                    <a:pt x="7503" y="7083"/>
                    <a:pt x="7673" y="6913"/>
                  </a:cubicBezTo>
                  <a:cubicBezTo>
                    <a:pt x="7905" y="6681"/>
                    <a:pt x="7887" y="6378"/>
                    <a:pt x="7869" y="6128"/>
                  </a:cubicBezTo>
                  <a:cubicBezTo>
                    <a:pt x="7869" y="6057"/>
                    <a:pt x="7851" y="5843"/>
                    <a:pt x="7887" y="5807"/>
                  </a:cubicBezTo>
                  <a:cubicBezTo>
                    <a:pt x="7922" y="5789"/>
                    <a:pt x="8137" y="5789"/>
                    <a:pt x="8208" y="5789"/>
                  </a:cubicBezTo>
                  <a:cubicBezTo>
                    <a:pt x="8275" y="5794"/>
                    <a:pt x="8345" y="5799"/>
                    <a:pt x="8417" y="5799"/>
                  </a:cubicBezTo>
                  <a:cubicBezTo>
                    <a:pt x="8615" y="5799"/>
                    <a:pt x="8823" y="5763"/>
                    <a:pt x="8993" y="5593"/>
                  </a:cubicBezTo>
                  <a:cubicBezTo>
                    <a:pt x="9225" y="5361"/>
                    <a:pt x="9207" y="5058"/>
                    <a:pt x="9189" y="4808"/>
                  </a:cubicBezTo>
                  <a:cubicBezTo>
                    <a:pt x="9189" y="4737"/>
                    <a:pt x="9171" y="4523"/>
                    <a:pt x="9207" y="4487"/>
                  </a:cubicBezTo>
                  <a:cubicBezTo>
                    <a:pt x="9243" y="4469"/>
                    <a:pt x="9457" y="4469"/>
                    <a:pt x="9528" y="4469"/>
                  </a:cubicBezTo>
                  <a:cubicBezTo>
                    <a:pt x="9595" y="4474"/>
                    <a:pt x="9666" y="4479"/>
                    <a:pt x="9738" y="4479"/>
                  </a:cubicBezTo>
                  <a:cubicBezTo>
                    <a:pt x="9935" y="4479"/>
                    <a:pt x="10143" y="4443"/>
                    <a:pt x="10313" y="4273"/>
                  </a:cubicBezTo>
                  <a:cubicBezTo>
                    <a:pt x="10474" y="4112"/>
                    <a:pt x="10563" y="3845"/>
                    <a:pt x="10617" y="3434"/>
                  </a:cubicBezTo>
                  <a:cubicBezTo>
                    <a:pt x="10635" y="3166"/>
                    <a:pt x="10617" y="2970"/>
                    <a:pt x="10617" y="2827"/>
                  </a:cubicBezTo>
                  <a:lnTo>
                    <a:pt x="9439" y="1632"/>
                  </a:lnTo>
                  <a:lnTo>
                    <a:pt x="10099" y="972"/>
                  </a:lnTo>
                  <a:lnTo>
                    <a:pt x="9653" y="526"/>
                  </a:lnTo>
                  <a:lnTo>
                    <a:pt x="8993" y="1186"/>
                  </a:lnTo>
                  <a:lnTo>
                    <a:pt x="7798" y="8"/>
                  </a:lnTo>
                  <a:cubicBezTo>
                    <a:pt x="7702" y="8"/>
                    <a:pt x="7583" y="0"/>
                    <a:pt x="74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89"/>
            <p:cNvSpPr/>
            <p:nvPr/>
          </p:nvSpPr>
          <p:spPr>
            <a:xfrm>
              <a:off x="7133303" y="1934420"/>
              <a:ext cx="42456" cy="42424"/>
            </a:xfrm>
            <a:custGeom>
              <a:rect b="b" l="l" r="r" t="t"/>
              <a:pathLst>
                <a:path extrusionOk="0" h="1321" w="1322">
                  <a:moveTo>
                    <a:pt x="893" y="0"/>
                  </a:moveTo>
                  <a:lnTo>
                    <a:pt x="1" y="892"/>
                  </a:lnTo>
                  <a:lnTo>
                    <a:pt x="447" y="1320"/>
                  </a:lnTo>
                  <a:lnTo>
                    <a:pt x="1321" y="446"/>
                  </a:lnTo>
                  <a:lnTo>
                    <a:pt x="89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 name="Google Shape;986;p89"/>
            <p:cNvSpPr/>
            <p:nvPr/>
          </p:nvSpPr>
          <p:spPr>
            <a:xfrm>
              <a:off x="7183177" y="1885124"/>
              <a:ext cx="42424" cy="42424"/>
            </a:xfrm>
            <a:custGeom>
              <a:rect b="b" l="l" r="r" t="t"/>
              <a:pathLst>
                <a:path extrusionOk="0" h="1321" w="1321">
                  <a:moveTo>
                    <a:pt x="874" y="1"/>
                  </a:moveTo>
                  <a:lnTo>
                    <a:pt x="0" y="875"/>
                  </a:lnTo>
                  <a:lnTo>
                    <a:pt x="446" y="1321"/>
                  </a:lnTo>
                  <a:lnTo>
                    <a:pt x="1321" y="447"/>
                  </a:lnTo>
                  <a:lnTo>
                    <a:pt x="87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89"/>
            <p:cNvSpPr/>
            <p:nvPr/>
          </p:nvSpPr>
          <p:spPr>
            <a:xfrm>
              <a:off x="7232442" y="1835859"/>
              <a:ext cx="42424" cy="42424"/>
            </a:xfrm>
            <a:custGeom>
              <a:rect b="b" l="l" r="r" t="t"/>
              <a:pathLst>
                <a:path extrusionOk="0" h="1321" w="1321">
                  <a:moveTo>
                    <a:pt x="893" y="0"/>
                  </a:moveTo>
                  <a:lnTo>
                    <a:pt x="1" y="874"/>
                  </a:lnTo>
                  <a:lnTo>
                    <a:pt x="447" y="1320"/>
                  </a:lnTo>
                  <a:lnTo>
                    <a:pt x="1321" y="428"/>
                  </a:lnTo>
                  <a:lnTo>
                    <a:pt x="89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8" name="Google Shape;988;p89"/>
          <p:cNvGrpSpPr/>
          <p:nvPr/>
        </p:nvGrpSpPr>
        <p:grpSpPr>
          <a:xfrm rot="-547521">
            <a:off x="4460357" y="3196839"/>
            <a:ext cx="354168" cy="464166"/>
            <a:chOff x="6298441" y="1768803"/>
            <a:chExt cx="260164" cy="340965"/>
          </a:xfrm>
        </p:grpSpPr>
        <p:sp>
          <p:nvSpPr>
            <p:cNvPr id="989" name="Google Shape;989;p89"/>
            <p:cNvSpPr/>
            <p:nvPr/>
          </p:nvSpPr>
          <p:spPr>
            <a:xfrm>
              <a:off x="6298441" y="1969940"/>
              <a:ext cx="260164" cy="139829"/>
            </a:xfrm>
            <a:custGeom>
              <a:rect b="b" l="l" r="r" t="t"/>
              <a:pathLst>
                <a:path extrusionOk="0" h="4354" w="8101">
                  <a:moveTo>
                    <a:pt x="4550" y="625"/>
                  </a:moveTo>
                  <a:lnTo>
                    <a:pt x="4050" y="1124"/>
                  </a:lnTo>
                  <a:lnTo>
                    <a:pt x="3551" y="625"/>
                  </a:lnTo>
                  <a:close/>
                  <a:moveTo>
                    <a:pt x="2677" y="625"/>
                  </a:moveTo>
                  <a:lnTo>
                    <a:pt x="3604" y="1553"/>
                  </a:lnTo>
                  <a:lnTo>
                    <a:pt x="2677" y="2498"/>
                  </a:lnTo>
                  <a:lnTo>
                    <a:pt x="1249" y="2498"/>
                  </a:lnTo>
                  <a:lnTo>
                    <a:pt x="1249" y="3123"/>
                  </a:lnTo>
                  <a:lnTo>
                    <a:pt x="2498" y="3123"/>
                  </a:lnTo>
                  <a:lnTo>
                    <a:pt x="2498" y="3729"/>
                  </a:lnTo>
                  <a:lnTo>
                    <a:pt x="625" y="3729"/>
                  </a:lnTo>
                  <a:lnTo>
                    <a:pt x="625" y="1553"/>
                  </a:lnTo>
                  <a:cubicBezTo>
                    <a:pt x="625" y="1053"/>
                    <a:pt x="1053" y="625"/>
                    <a:pt x="1570" y="625"/>
                  </a:cubicBezTo>
                  <a:close/>
                  <a:moveTo>
                    <a:pt x="6531" y="625"/>
                  </a:moveTo>
                  <a:cubicBezTo>
                    <a:pt x="7048" y="625"/>
                    <a:pt x="7476" y="1053"/>
                    <a:pt x="7476" y="1553"/>
                  </a:cubicBezTo>
                  <a:lnTo>
                    <a:pt x="7476" y="3729"/>
                  </a:lnTo>
                  <a:lnTo>
                    <a:pt x="3123" y="3729"/>
                  </a:lnTo>
                  <a:lnTo>
                    <a:pt x="3123" y="3123"/>
                  </a:lnTo>
                  <a:lnTo>
                    <a:pt x="4354" y="3123"/>
                  </a:lnTo>
                  <a:lnTo>
                    <a:pt x="4354" y="2498"/>
                  </a:lnTo>
                  <a:lnTo>
                    <a:pt x="3551" y="2498"/>
                  </a:lnTo>
                  <a:lnTo>
                    <a:pt x="5424" y="625"/>
                  </a:lnTo>
                  <a:close/>
                  <a:moveTo>
                    <a:pt x="1570" y="0"/>
                  </a:moveTo>
                  <a:cubicBezTo>
                    <a:pt x="696" y="0"/>
                    <a:pt x="0" y="696"/>
                    <a:pt x="0" y="1553"/>
                  </a:cubicBezTo>
                  <a:lnTo>
                    <a:pt x="0" y="4354"/>
                  </a:lnTo>
                  <a:lnTo>
                    <a:pt x="8101" y="4354"/>
                  </a:lnTo>
                  <a:lnTo>
                    <a:pt x="8101" y="1553"/>
                  </a:lnTo>
                  <a:cubicBezTo>
                    <a:pt x="8101" y="696"/>
                    <a:pt x="7405" y="0"/>
                    <a:pt x="653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89"/>
            <p:cNvSpPr/>
            <p:nvPr/>
          </p:nvSpPr>
          <p:spPr>
            <a:xfrm>
              <a:off x="6378664" y="1768803"/>
              <a:ext cx="99717" cy="201168"/>
            </a:xfrm>
            <a:custGeom>
              <a:rect b="b" l="l" r="r" t="t"/>
              <a:pathLst>
                <a:path extrusionOk="0" h="6264" w="3105">
                  <a:moveTo>
                    <a:pt x="1552" y="625"/>
                  </a:moveTo>
                  <a:cubicBezTo>
                    <a:pt x="1731" y="625"/>
                    <a:pt x="1856" y="768"/>
                    <a:pt x="1856" y="946"/>
                  </a:cubicBezTo>
                  <a:cubicBezTo>
                    <a:pt x="1856" y="1107"/>
                    <a:pt x="1731" y="1249"/>
                    <a:pt x="1552" y="1249"/>
                  </a:cubicBezTo>
                  <a:cubicBezTo>
                    <a:pt x="1374" y="1249"/>
                    <a:pt x="1249" y="1107"/>
                    <a:pt x="1249" y="946"/>
                  </a:cubicBezTo>
                  <a:cubicBezTo>
                    <a:pt x="1249" y="768"/>
                    <a:pt x="1374" y="625"/>
                    <a:pt x="1552" y="625"/>
                  </a:cubicBezTo>
                  <a:close/>
                  <a:moveTo>
                    <a:pt x="1249" y="1928"/>
                  </a:moveTo>
                  <a:lnTo>
                    <a:pt x="1249" y="2177"/>
                  </a:lnTo>
                  <a:lnTo>
                    <a:pt x="1249" y="2802"/>
                  </a:lnTo>
                  <a:cubicBezTo>
                    <a:pt x="1249" y="2980"/>
                    <a:pt x="1106" y="3123"/>
                    <a:pt x="928" y="3123"/>
                  </a:cubicBezTo>
                  <a:lnTo>
                    <a:pt x="625" y="3123"/>
                  </a:lnTo>
                  <a:lnTo>
                    <a:pt x="625" y="2802"/>
                  </a:lnTo>
                  <a:cubicBezTo>
                    <a:pt x="625" y="2391"/>
                    <a:pt x="874" y="2052"/>
                    <a:pt x="1249" y="1928"/>
                  </a:cubicBezTo>
                  <a:close/>
                  <a:moveTo>
                    <a:pt x="1856" y="1928"/>
                  </a:moveTo>
                  <a:cubicBezTo>
                    <a:pt x="2230" y="2052"/>
                    <a:pt x="2480" y="2391"/>
                    <a:pt x="2480" y="2802"/>
                  </a:cubicBezTo>
                  <a:lnTo>
                    <a:pt x="2480" y="3123"/>
                  </a:lnTo>
                  <a:lnTo>
                    <a:pt x="2177" y="3123"/>
                  </a:lnTo>
                  <a:cubicBezTo>
                    <a:pt x="1998" y="3123"/>
                    <a:pt x="1856" y="2980"/>
                    <a:pt x="1856" y="2802"/>
                  </a:cubicBezTo>
                  <a:lnTo>
                    <a:pt x="1856" y="2177"/>
                  </a:lnTo>
                  <a:lnTo>
                    <a:pt x="1856" y="1928"/>
                  </a:lnTo>
                  <a:close/>
                  <a:moveTo>
                    <a:pt x="1552" y="3498"/>
                  </a:moveTo>
                  <a:cubicBezTo>
                    <a:pt x="1713" y="3640"/>
                    <a:pt x="1927" y="3730"/>
                    <a:pt x="2177" y="3730"/>
                  </a:cubicBezTo>
                  <a:lnTo>
                    <a:pt x="2480" y="3730"/>
                  </a:lnTo>
                  <a:lnTo>
                    <a:pt x="2480" y="4711"/>
                  </a:lnTo>
                  <a:cubicBezTo>
                    <a:pt x="2480" y="5225"/>
                    <a:pt x="2068" y="5641"/>
                    <a:pt x="1561" y="5641"/>
                  </a:cubicBezTo>
                  <a:cubicBezTo>
                    <a:pt x="1541" y="5641"/>
                    <a:pt x="1520" y="5640"/>
                    <a:pt x="1499" y="5639"/>
                  </a:cubicBezTo>
                  <a:cubicBezTo>
                    <a:pt x="1017" y="5621"/>
                    <a:pt x="625" y="5175"/>
                    <a:pt x="625" y="4693"/>
                  </a:cubicBezTo>
                  <a:lnTo>
                    <a:pt x="625" y="3730"/>
                  </a:lnTo>
                  <a:lnTo>
                    <a:pt x="928" y="3730"/>
                  </a:lnTo>
                  <a:cubicBezTo>
                    <a:pt x="1160" y="3730"/>
                    <a:pt x="1392" y="3640"/>
                    <a:pt x="1552" y="3498"/>
                  </a:cubicBezTo>
                  <a:close/>
                  <a:moveTo>
                    <a:pt x="1552" y="1"/>
                  </a:moveTo>
                  <a:cubicBezTo>
                    <a:pt x="1035" y="1"/>
                    <a:pt x="625" y="429"/>
                    <a:pt x="625" y="946"/>
                  </a:cubicBezTo>
                  <a:cubicBezTo>
                    <a:pt x="625" y="1125"/>
                    <a:pt x="678" y="1303"/>
                    <a:pt x="785" y="1464"/>
                  </a:cubicBezTo>
                  <a:cubicBezTo>
                    <a:pt x="303" y="1731"/>
                    <a:pt x="0" y="2231"/>
                    <a:pt x="0" y="2802"/>
                  </a:cubicBezTo>
                  <a:lnTo>
                    <a:pt x="0" y="4711"/>
                  </a:lnTo>
                  <a:cubicBezTo>
                    <a:pt x="0" y="5567"/>
                    <a:pt x="696" y="6263"/>
                    <a:pt x="1552" y="6263"/>
                  </a:cubicBezTo>
                  <a:cubicBezTo>
                    <a:pt x="2409" y="6263"/>
                    <a:pt x="3105" y="5567"/>
                    <a:pt x="3105" y="4711"/>
                  </a:cubicBezTo>
                  <a:lnTo>
                    <a:pt x="3105" y="2802"/>
                  </a:lnTo>
                  <a:cubicBezTo>
                    <a:pt x="3105" y="2231"/>
                    <a:pt x="2801" y="1731"/>
                    <a:pt x="2320" y="1464"/>
                  </a:cubicBezTo>
                  <a:cubicBezTo>
                    <a:pt x="2427" y="1303"/>
                    <a:pt x="2480" y="1125"/>
                    <a:pt x="2480" y="946"/>
                  </a:cubicBezTo>
                  <a:cubicBezTo>
                    <a:pt x="2480" y="429"/>
                    <a:pt x="2070" y="1"/>
                    <a:pt x="155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77"/>
                                        </p:tgtEl>
                                        <p:attrNameLst>
                                          <p:attrName>style.visibility</p:attrName>
                                        </p:attrNameLst>
                                      </p:cBhvr>
                                      <p:to>
                                        <p:strVal val="visible"/>
                                      </p:to>
                                    </p:set>
                                    <p:animEffect filter="fade" transition="in">
                                      <p:cBhvr>
                                        <p:cTn dur="1000"/>
                                        <p:tgtEl>
                                          <p:spTgt spid="97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90"/>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THIS IS A</a:t>
            </a:r>
            <a:r>
              <a:rPr lang="en">
                <a:solidFill>
                  <a:srgbClr val="F4C5B1"/>
                </a:solidFill>
              </a:rPr>
              <a:t> </a:t>
            </a:r>
            <a:r>
              <a:rPr lang="en">
                <a:solidFill>
                  <a:schemeClr val="lt1"/>
                </a:solidFill>
              </a:rPr>
              <a:t>GRAPH</a:t>
            </a:r>
            <a:endParaRPr/>
          </a:p>
        </p:txBody>
      </p:sp>
      <p:sp>
        <p:nvSpPr>
          <p:cNvPr id="996" name="Google Shape;996;p90"/>
          <p:cNvSpPr txBox="1"/>
          <p:nvPr>
            <p:ph idx="4294967295" type="title"/>
          </p:nvPr>
        </p:nvSpPr>
        <p:spPr>
          <a:xfrm flipH="1">
            <a:off x="1594300" y="1778825"/>
            <a:ext cx="20130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000"/>
              <a:t>MERCURY</a:t>
            </a:r>
            <a:endParaRPr sz="2000"/>
          </a:p>
        </p:txBody>
      </p:sp>
      <p:sp>
        <p:nvSpPr>
          <p:cNvPr id="997" name="Google Shape;997;p90"/>
          <p:cNvSpPr txBox="1"/>
          <p:nvPr>
            <p:ph idx="4294967295" type="subTitle"/>
          </p:nvPr>
        </p:nvSpPr>
        <p:spPr>
          <a:xfrm flipH="1">
            <a:off x="1594300" y="2090852"/>
            <a:ext cx="2013000" cy="4572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 sz="1400"/>
              <a:t>It’s the closest planet to the Sun</a:t>
            </a:r>
            <a:endParaRPr sz="1400"/>
          </a:p>
        </p:txBody>
      </p:sp>
      <p:sp>
        <p:nvSpPr>
          <p:cNvPr id="998" name="Google Shape;998;p90"/>
          <p:cNvSpPr txBox="1"/>
          <p:nvPr>
            <p:ph idx="4294967295" type="title"/>
          </p:nvPr>
        </p:nvSpPr>
        <p:spPr>
          <a:xfrm flipH="1">
            <a:off x="1594300" y="2903948"/>
            <a:ext cx="20130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000"/>
              <a:t>NEPTUNE</a:t>
            </a:r>
            <a:endParaRPr sz="2000"/>
          </a:p>
        </p:txBody>
      </p:sp>
      <p:sp>
        <p:nvSpPr>
          <p:cNvPr id="999" name="Google Shape;999;p90"/>
          <p:cNvSpPr txBox="1"/>
          <p:nvPr>
            <p:ph idx="4294967295" type="subTitle"/>
          </p:nvPr>
        </p:nvSpPr>
        <p:spPr>
          <a:xfrm flipH="1">
            <a:off x="1594300" y="3215975"/>
            <a:ext cx="2013000" cy="4572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 sz="1400"/>
              <a:t>It’s the farthest planet from the Sun</a:t>
            </a:r>
            <a:endParaRPr sz="1400"/>
          </a:p>
        </p:txBody>
      </p:sp>
      <p:sp>
        <p:nvSpPr>
          <p:cNvPr id="1000" name="Google Shape;1000;p90"/>
          <p:cNvSpPr/>
          <p:nvPr/>
        </p:nvSpPr>
        <p:spPr>
          <a:xfrm flipH="1">
            <a:off x="885186" y="2872116"/>
            <a:ext cx="596016" cy="429371"/>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 name="Google Shape;1001;p90"/>
          <p:cNvSpPr/>
          <p:nvPr/>
        </p:nvSpPr>
        <p:spPr>
          <a:xfrm>
            <a:off x="971702" y="1789327"/>
            <a:ext cx="483178" cy="429370"/>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p90"/>
          <p:cNvSpPr txBox="1"/>
          <p:nvPr/>
        </p:nvSpPr>
        <p:spPr>
          <a:xfrm>
            <a:off x="741150" y="4375325"/>
            <a:ext cx="7663200" cy="224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200">
                <a:solidFill>
                  <a:schemeClr val="dk1"/>
                </a:solidFill>
                <a:latin typeface="Manrope"/>
                <a:ea typeface="Manrope"/>
                <a:cs typeface="Manrope"/>
                <a:sym typeface="Manrope"/>
              </a:rPr>
              <a:t>Follow the link in the graph to modify its data and then paste the new one here. </a:t>
            </a:r>
            <a:r>
              <a:rPr b="1" lang="en" sz="1200">
                <a:solidFill>
                  <a:schemeClr val="dk1"/>
                </a:solidFill>
                <a:uFill>
                  <a:noFill/>
                </a:uFill>
                <a:latin typeface="Manrope"/>
                <a:ea typeface="Manrope"/>
                <a:cs typeface="Manrope"/>
                <a:sym typeface="Manrope"/>
                <a:hlinkClick r:id="rId3">
                  <a:extLst>
                    <a:ext uri="{A12FA001-AC4F-418D-AE19-62706E023703}">
                      <ahyp:hlinkClr val="tx"/>
                    </a:ext>
                  </a:extLst>
                </a:hlinkClick>
              </a:rPr>
              <a:t>For more info, click here</a:t>
            </a:r>
            <a:endParaRPr b="1" sz="1200">
              <a:solidFill>
                <a:schemeClr val="dk1"/>
              </a:solidFill>
              <a:latin typeface="Manrope"/>
              <a:ea typeface="Manrope"/>
              <a:cs typeface="Manrope"/>
              <a:sym typeface="Manrope"/>
            </a:endParaRPr>
          </a:p>
        </p:txBody>
      </p:sp>
      <p:pic>
        <p:nvPicPr>
          <p:cNvPr id="1003" name="Google Shape;1003;p90" title="Gráfico">
            <a:hlinkClick r:id="rId4"/>
          </p:cNvPr>
          <p:cNvPicPr preferRelativeResize="0"/>
          <p:nvPr/>
        </p:nvPicPr>
        <p:blipFill>
          <a:blip r:embed="rId5">
            <a:alphaModFix/>
          </a:blip>
          <a:stretch>
            <a:fillRect/>
          </a:stretch>
        </p:blipFill>
        <p:spPr>
          <a:xfrm>
            <a:off x="4138176" y="1463935"/>
            <a:ext cx="4118301" cy="254305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1003"/>
                                        </p:tgtEl>
                                        <p:attrNameLst>
                                          <p:attrName>style.visibility</p:attrName>
                                        </p:attrNameLst>
                                      </p:cBhvr>
                                      <p:to>
                                        <p:strVal val="visible"/>
                                      </p:to>
                                    </p:set>
                                    <p:anim calcmode="lin" valueType="num">
                                      <p:cBhvr additive="base">
                                        <p:cTn dur="1000"/>
                                        <p:tgtEl>
                                          <p:spTgt spid="1003"/>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graphicFrame>
        <p:nvGraphicFramePr>
          <p:cNvPr id="1008" name="Google Shape;1008;p91"/>
          <p:cNvGraphicFramePr/>
          <p:nvPr/>
        </p:nvGraphicFramePr>
        <p:xfrm>
          <a:off x="719906" y="1971228"/>
          <a:ext cx="3000000" cy="3000000"/>
        </p:xfrm>
        <a:graphic>
          <a:graphicData uri="http://schemas.openxmlformats.org/drawingml/2006/table">
            <a:tbl>
              <a:tblPr>
                <a:noFill/>
                <a:tableStyleId>{6B559A85-E3F2-4DD9-B4AC-259FDCF23E7D}</a:tableStyleId>
              </a:tblPr>
              <a:tblGrid>
                <a:gridCol w="1720350"/>
                <a:gridCol w="1893750"/>
                <a:gridCol w="2035250"/>
                <a:gridCol w="2035250"/>
              </a:tblGrid>
              <a:tr h="577750">
                <a:tc>
                  <a:txBody>
                    <a:bodyPr/>
                    <a:lstStyle/>
                    <a:p>
                      <a:pPr indent="0" lvl="0" marL="0" rtl="0" algn="ctr">
                        <a:spcBef>
                          <a:spcPts val="0"/>
                        </a:spcBef>
                        <a:spcAft>
                          <a:spcPts val="0"/>
                        </a:spcAft>
                        <a:buNone/>
                      </a:pPr>
                      <a:r>
                        <a:t/>
                      </a:r>
                      <a:endParaRPr sz="1600">
                        <a:solidFill>
                          <a:schemeClr val="lt1"/>
                        </a:solidFill>
                        <a:latin typeface="Barlow"/>
                        <a:ea typeface="Barlow"/>
                        <a:cs typeface="Barlow"/>
                        <a:sym typeface="Barlow"/>
                      </a:endParaRPr>
                    </a:p>
                  </a:txBody>
                  <a:tcPr marT="91425" marB="91425" marR="91425" marL="91425" anchor="ctr">
                    <a:lnL cap="flat" cmpd="sng" w="9525">
                      <a:solidFill>
                        <a:schemeClr val="accent5">
                          <a:alpha val="0"/>
                        </a:schemeClr>
                      </a:solidFill>
                      <a:prstDash val="solid"/>
                      <a:round/>
                      <a:headEnd len="sm" w="sm" type="none"/>
                      <a:tailEnd len="sm" w="sm" type="none"/>
                    </a:lnL>
                    <a:lnR cap="flat" cmpd="sng" w="9525">
                      <a:solidFill>
                        <a:schemeClr val="accent5">
                          <a:alpha val="0"/>
                        </a:schemeClr>
                      </a:solidFill>
                      <a:prstDash val="solid"/>
                      <a:round/>
                      <a:headEnd len="sm" w="sm" type="none"/>
                      <a:tailEnd len="sm" w="sm" type="none"/>
                    </a:lnR>
                    <a:lnT cap="flat" cmpd="sng" w="9525">
                      <a:solidFill>
                        <a:schemeClr val="accent5">
                          <a:alpha val="0"/>
                        </a:schemeClr>
                      </a:solidFill>
                      <a:prstDash val="solid"/>
                      <a:round/>
                      <a:headEnd len="sm" w="sm" type="none"/>
                      <a:tailEnd len="sm" w="sm" type="none"/>
                    </a:lnT>
                    <a:lnB cap="flat" cmpd="sng" w="28575">
                      <a:solidFill>
                        <a:schemeClr val="dk2">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CHALLENGE</a:t>
                      </a:r>
                      <a:endParaRPr sz="2000">
                        <a:solidFill>
                          <a:schemeClr val="dk1"/>
                        </a:solidFill>
                        <a:latin typeface="Kulim Park"/>
                        <a:ea typeface="Kulim Park"/>
                        <a:cs typeface="Kulim Park"/>
                        <a:sym typeface="Kulim Park"/>
                      </a:endParaRPr>
                    </a:p>
                  </a:txBody>
                  <a:tcPr marT="91425" marB="91425" marR="91425" marL="91425" anchor="ctr">
                    <a:lnL cap="flat" cmpd="sng" w="9525">
                      <a:solidFill>
                        <a:schemeClr val="accent5">
                          <a:alpha val="0"/>
                        </a:schemeClr>
                      </a:solidFill>
                      <a:prstDash val="solid"/>
                      <a:round/>
                      <a:headEnd len="sm" w="sm" type="none"/>
                      <a:tailEnd len="sm" w="sm" type="none"/>
                    </a:lnL>
                    <a:lnR cap="flat" cmpd="sng" w="19050">
                      <a:solidFill>
                        <a:schemeClr val="accent3">
                          <a:alpha val="0"/>
                        </a:schemeClr>
                      </a:solidFill>
                      <a:prstDash val="solid"/>
                      <a:round/>
                      <a:headEnd len="sm" w="sm" type="none"/>
                      <a:tailEnd len="sm" w="sm" type="none"/>
                    </a:lnR>
                    <a:lnT cap="flat" cmpd="sng" w="19050">
                      <a:solidFill>
                        <a:schemeClr val="accent3">
                          <a:alpha val="0"/>
                        </a:schemeClr>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RESULT</a:t>
                      </a:r>
                      <a:endParaRPr sz="2000">
                        <a:solidFill>
                          <a:schemeClr val="dk1"/>
                        </a:solidFill>
                        <a:latin typeface="Kulim Park"/>
                        <a:ea typeface="Kulim Park"/>
                        <a:cs typeface="Kulim Park"/>
                        <a:sym typeface="Kulim Park"/>
                      </a:endParaRPr>
                    </a:p>
                  </a:txBody>
                  <a:tcPr marT="91425" marB="91425" marR="91425" marL="91425" anchor="ctr">
                    <a:lnL cap="flat" cmpd="sng" w="19050">
                      <a:solidFill>
                        <a:schemeClr val="accent3">
                          <a:alpha val="0"/>
                        </a:schemeClr>
                      </a:solidFill>
                      <a:prstDash val="solid"/>
                      <a:round/>
                      <a:headEnd len="sm" w="sm" type="none"/>
                      <a:tailEnd len="sm" w="sm" type="none"/>
                    </a:lnL>
                    <a:lnR cap="flat" cmpd="sng" w="19050">
                      <a:solidFill>
                        <a:schemeClr val="accent3">
                          <a:alpha val="0"/>
                        </a:schemeClr>
                      </a:solidFill>
                      <a:prstDash val="solid"/>
                      <a:round/>
                      <a:headEnd len="sm" w="sm" type="none"/>
                      <a:tailEnd len="sm" w="sm" type="none"/>
                    </a:lnR>
                    <a:lnT cap="flat" cmpd="sng" w="19050">
                      <a:solidFill>
                        <a:schemeClr val="accent3">
                          <a:alpha val="0"/>
                        </a:schemeClr>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SOLUTION</a:t>
                      </a:r>
                      <a:endParaRPr sz="2000">
                        <a:solidFill>
                          <a:schemeClr val="dk1"/>
                        </a:solidFill>
                        <a:latin typeface="Kulim Park"/>
                        <a:ea typeface="Kulim Park"/>
                        <a:cs typeface="Kulim Park"/>
                        <a:sym typeface="Kulim Park"/>
                      </a:endParaRPr>
                    </a:p>
                  </a:txBody>
                  <a:tcPr marT="91425" marB="91425" marR="91425" marL="91425" anchor="ctr">
                    <a:lnL cap="flat" cmpd="sng" w="19050">
                      <a:solidFill>
                        <a:schemeClr val="accent3">
                          <a:alpha val="0"/>
                        </a:schemeClr>
                      </a:solidFill>
                      <a:prstDash val="solid"/>
                      <a:round/>
                      <a:headEnd len="sm" w="sm" type="none"/>
                      <a:tailEnd len="sm" w="sm" type="none"/>
                    </a:lnL>
                    <a:lnR cap="flat" cmpd="sng" w="19050">
                      <a:solidFill>
                        <a:schemeClr val="accent3">
                          <a:alpha val="0"/>
                        </a:schemeClr>
                      </a:solidFill>
                      <a:prstDash val="solid"/>
                      <a:round/>
                      <a:headEnd len="sm" w="sm" type="none"/>
                      <a:tailEnd len="sm" w="sm" type="none"/>
                    </a:lnR>
                    <a:lnT cap="flat" cmpd="sng" w="19050">
                      <a:solidFill>
                        <a:schemeClr val="accent3">
                          <a:alpha val="0"/>
                        </a:schemeClr>
                      </a:solidFill>
                      <a:prstDash val="solid"/>
                      <a:round/>
                      <a:headEnd len="sm" w="sm" type="none"/>
                      <a:tailEnd len="sm" w="sm" type="none"/>
                    </a:lnT>
                    <a:lnB cap="flat" cmpd="sng" w="28575">
                      <a:solidFill>
                        <a:schemeClr val="dk2"/>
                      </a:solidFill>
                      <a:prstDash val="solid"/>
                      <a:round/>
                      <a:headEnd len="sm" w="sm" type="none"/>
                      <a:tailEnd len="sm" w="sm" type="none"/>
                    </a:lnB>
                  </a:tcPr>
                </a:tc>
              </a:tr>
              <a:tr h="531725">
                <a:tc>
                  <a:txBody>
                    <a:bodyPr/>
                    <a:lstStyle/>
                    <a:p>
                      <a:pPr indent="0" lvl="0" marL="0" rtl="0" algn="r">
                        <a:spcBef>
                          <a:spcPts val="0"/>
                        </a:spcBef>
                        <a:spcAft>
                          <a:spcPts val="0"/>
                        </a:spcAft>
                        <a:buNone/>
                      </a:pPr>
                      <a:r>
                        <a:rPr lang="en" sz="2000">
                          <a:solidFill>
                            <a:schemeClr val="dk1"/>
                          </a:solidFill>
                          <a:latin typeface="Kulim Park"/>
                          <a:ea typeface="Kulim Park"/>
                          <a:cs typeface="Kulim Park"/>
                          <a:sym typeface="Kulim Park"/>
                        </a:rPr>
                        <a:t>1ST PROJECT</a:t>
                      </a:r>
                      <a:endParaRPr sz="2000">
                        <a:solidFill>
                          <a:schemeClr val="dk1"/>
                        </a:solidFill>
                        <a:latin typeface="Kulim Park"/>
                        <a:ea typeface="Kulim Park"/>
                        <a:cs typeface="Kulim Park"/>
                        <a:sym typeface="Kulim Park"/>
                      </a:endParaRPr>
                    </a:p>
                  </a:txBody>
                  <a:tcPr marT="0" marB="0" marR="91425" marL="0" anchor="ctr">
                    <a:lnL cap="flat" cmpd="sng" w="28575">
                      <a:solidFill>
                        <a:schemeClr val="dk2">
                          <a:alpha val="0"/>
                        </a:schemeClr>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alpha val="0"/>
                        </a:schemeClr>
                      </a:solidFill>
                      <a:prstDash val="solid"/>
                      <a:round/>
                      <a:headEnd len="sm" w="sm" type="none"/>
                      <a:tailEnd len="sm" w="sm" type="none"/>
                    </a:lnT>
                    <a:lnB cap="flat" cmpd="sng" w="28575">
                      <a:solidFill>
                        <a:schemeClr val="dk2">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sz="1600">
                          <a:solidFill>
                            <a:schemeClr val="dk1"/>
                          </a:solidFill>
                          <a:latin typeface="Manrope"/>
                          <a:ea typeface="Manrope"/>
                          <a:cs typeface="Manrope"/>
                          <a:sym typeface="Manrope"/>
                        </a:rPr>
                        <a:t>Mercury</a:t>
                      </a:r>
                      <a:endParaRPr sz="1600">
                        <a:solidFill>
                          <a:schemeClr val="dk1"/>
                        </a:solidFill>
                        <a:latin typeface="Manrope"/>
                        <a:ea typeface="Manrope"/>
                        <a:cs typeface="Manrope"/>
                        <a:sym typeface="Manrope"/>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Comfortaa"/>
                          <a:ea typeface="Comfortaa"/>
                          <a:cs typeface="Comfortaa"/>
                          <a:sym typeface="Comfortaa"/>
                        </a:rPr>
                        <a:t>✔</a:t>
                      </a:r>
                      <a:endParaRPr sz="2000">
                        <a:solidFill>
                          <a:schemeClr val="dk1"/>
                        </a:solidFill>
                        <a:latin typeface="Comfortaa"/>
                        <a:ea typeface="Comfortaa"/>
                        <a:cs typeface="Comfortaa"/>
                        <a:sym typeface="Comfortaa"/>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ctr">
                        <a:spcBef>
                          <a:spcPts val="0"/>
                        </a:spcBef>
                        <a:spcAft>
                          <a:spcPts val="0"/>
                        </a:spcAft>
                        <a:buNone/>
                      </a:pPr>
                      <a:r>
                        <a:rPr lang="en" sz="1600">
                          <a:solidFill>
                            <a:schemeClr val="dk1"/>
                          </a:solidFill>
                          <a:latin typeface="Manrope"/>
                          <a:ea typeface="Manrope"/>
                          <a:cs typeface="Manrope"/>
                          <a:sym typeface="Manrope"/>
                        </a:rPr>
                        <a:t>Mars</a:t>
                      </a:r>
                      <a:endParaRPr sz="1600">
                        <a:solidFill>
                          <a:schemeClr val="dk1"/>
                        </a:solidFill>
                        <a:latin typeface="Manrope"/>
                        <a:ea typeface="Manrope"/>
                        <a:cs typeface="Manrope"/>
                        <a:sym typeface="Manrope"/>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r>
              <a:tr h="526600">
                <a:tc>
                  <a:txBody>
                    <a:bodyPr/>
                    <a:lstStyle/>
                    <a:p>
                      <a:pPr indent="0" lvl="0" marL="0" rtl="0" algn="r">
                        <a:spcBef>
                          <a:spcPts val="0"/>
                        </a:spcBef>
                        <a:spcAft>
                          <a:spcPts val="0"/>
                        </a:spcAft>
                        <a:buNone/>
                      </a:pPr>
                      <a:r>
                        <a:rPr lang="en" sz="2000">
                          <a:solidFill>
                            <a:schemeClr val="dk1"/>
                          </a:solidFill>
                          <a:latin typeface="Kulim Park"/>
                          <a:ea typeface="Kulim Park"/>
                          <a:cs typeface="Kulim Park"/>
                          <a:sym typeface="Kulim Park"/>
                        </a:rPr>
                        <a:t>2ND PROJECT</a:t>
                      </a:r>
                      <a:endParaRPr sz="2000">
                        <a:solidFill>
                          <a:schemeClr val="dk1"/>
                        </a:solidFill>
                        <a:latin typeface="Kulim Park"/>
                        <a:ea typeface="Kulim Park"/>
                        <a:cs typeface="Kulim Park"/>
                        <a:sym typeface="Kulim Park"/>
                      </a:endParaRPr>
                    </a:p>
                  </a:txBody>
                  <a:tcPr marT="0" marB="0" marR="91425" marL="0" anchor="ctr">
                    <a:lnL cap="flat" cmpd="sng" w="28575">
                      <a:solidFill>
                        <a:schemeClr val="dk2">
                          <a:alpha val="0"/>
                        </a:schemeClr>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alpha val="0"/>
                        </a:schemeClr>
                      </a:solidFill>
                      <a:prstDash val="solid"/>
                      <a:round/>
                      <a:headEnd len="sm" w="sm" type="none"/>
                      <a:tailEnd len="sm" w="sm" type="none"/>
                    </a:lnT>
                    <a:lnB cap="flat" cmpd="sng" w="28575">
                      <a:solidFill>
                        <a:schemeClr val="dk2">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sz="1600">
                          <a:solidFill>
                            <a:schemeClr val="dk1"/>
                          </a:solidFill>
                          <a:latin typeface="Manrope"/>
                          <a:ea typeface="Manrope"/>
                          <a:cs typeface="Manrope"/>
                          <a:sym typeface="Manrope"/>
                        </a:rPr>
                        <a:t>Neptune</a:t>
                      </a:r>
                      <a:endParaRPr sz="1600">
                        <a:solidFill>
                          <a:schemeClr val="dk1"/>
                        </a:solidFill>
                        <a:latin typeface="Manrope"/>
                        <a:ea typeface="Manrope"/>
                        <a:cs typeface="Manrope"/>
                        <a:sym typeface="Manrope"/>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2"/>
                          </a:solidFill>
                          <a:latin typeface="Comfortaa"/>
                          <a:ea typeface="Comfortaa"/>
                          <a:cs typeface="Comfortaa"/>
                          <a:sym typeface="Comfortaa"/>
                        </a:rPr>
                        <a:t>✖</a:t>
                      </a:r>
                      <a:endParaRPr sz="2000">
                        <a:solidFill>
                          <a:schemeClr val="dk2"/>
                        </a:solidFill>
                        <a:latin typeface="Comfortaa"/>
                        <a:ea typeface="Comfortaa"/>
                        <a:cs typeface="Comfortaa"/>
                        <a:sym typeface="Comfortaa"/>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ctr">
                        <a:spcBef>
                          <a:spcPts val="0"/>
                        </a:spcBef>
                        <a:spcAft>
                          <a:spcPts val="0"/>
                        </a:spcAft>
                        <a:buNone/>
                      </a:pPr>
                      <a:r>
                        <a:rPr lang="en" sz="1600">
                          <a:solidFill>
                            <a:schemeClr val="dk1"/>
                          </a:solidFill>
                          <a:latin typeface="Manrope"/>
                          <a:ea typeface="Manrope"/>
                          <a:cs typeface="Manrope"/>
                          <a:sym typeface="Manrope"/>
                        </a:rPr>
                        <a:t>Saturn</a:t>
                      </a:r>
                      <a:endParaRPr sz="1600">
                        <a:solidFill>
                          <a:schemeClr val="dk1"/>
                        </a:solidFill>
                        <a:latin typeface="Manrope"/>
                        <a:ea typeface="Manrope"/>
                        <a:cs typeface="Manrope"/>
                        <a:sym typeface="Manrope"/>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r>
              <a:tr h="526600">
                <a:tc>
                  <a:txBody>
                    <a:bodyPr/>
                    <a:lstStyle/>
                    <a:p>
                      <a:pPr indent="0" lvl="0" marL="0" rtl="0" algn="r">
                        <a:spcBef>
                          <a:spcPts val="0"/>
                        </a:spcBef>
                        <a:spcAft>
                          <a:spcPts val="0"/>
                        </a:spcAft>
                        <a:buNone/>
                      </a:pPr>
                      <a:r>
                        <a:rPr lang="en" sz="2000">
                          <a:solidFill>
                            <a:schemeClr val="dk1"/>
                          </a:solidFill>
                          <a:latin typeface="Kulim Park"/>
                          <a:ea typeface="Kulim Park"/>
                          <a:cs typeface="Kulim Park"/>
                          <a:sym typeface="Kulim Park"/>
                        </a:rPr>
                        <a:t>3RD PROJECT</a:t>
                      </a:r>
                      <a:endParaRPr sz="2000">
                        <a:solidFill>
                          <a:schemeClr val="dk1"/>
                        </a:solidFill>
                        <a:latin typeface="Kulim Park"/>
                        <a:ea typeface="Kulim Park"/>
                        <a:cs typeface="Kulim Park"/>
                        <a:sym typeface="Kulim Park"/>
                      </a:endParaRPr>
                    </a:p>
                  </a:txBody>
                  <a:tcPr marT="0" marB="0" marR="91425" marL="0" anchor="ctr">
                    <a:lnL cap="flat" cmpd="sng" w="28575">
                      <a:solidFill>
                        <a:schemeClr val="dk2">
                          <a:alpha val="0"/>
                        </a:schemeClr>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alpha val="0"/>
                        </a:schemeClr>
                      </a:solidFill>
                      <a:prstDash val="solid"/>
                      <a:round/>
                      <a:headEnd len="sm" w="sm" type="none"/>
                      <a:tailEnd len="sm" w="sm" type="none"/>
                    </a:lnT>
                    <a:lnB cap="flat" cmpd="sng" w="28575">
                      <a:solidFill>
                        <a:schemeClr val="dk2">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sz="1600">
                          <a:solidFill>
                            <a:schemeClr val="dk1"/>
                          </a:solidFill>
                          <a:latin typeface="Manrope"/>
                          <a:ea typeface="Manrope"/>
                          <a:cs typeface="Manrope"/>
                          <a:sym typeface="Manrope"/>
                        </a:rPr>
                        <a:t>Earth</a:t>
                      </a:r>
                      <a:endParaRPr sz="1600">
                        <a:solidFill>
                          <a:schemeClr val="dk1"/>
                        </a:solidFill>
                        <a:latin typeface="Manrope"/>
                        <a:ea typeface="Manrope"/>
                        <a:cs typeface="Manrope"/>
                        <a:sym typeface="Manrope"/>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Comfortaa"/>
                          <a:ea typeface="Comfortaa"/>
                          <a:cs typeface="Comfortaa"/>
                          <a:sym typeface="Comfortaa"/>
                        </a:rPr>
                        <a:t>✔</a:t>
                      </a:r>
                      <a:endParaRPr sz="2000">
                        <a:solidFill>
                          <a:schemeClr val="dk1"/>
                        </a:solidFill>
                        <a:latin typeface="Comfortaa"/>
                        <a:ea typeface="Comfortaa"/>
                        <a:cs typeface="Comfortaa"/>
                        <a:sym typeface="Comfortaa"/>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ctr">
                        <a:spcBef>
                          <a:spcPts val="0"/>
                        </a:spcBef>
                        <a:spcAft>
                          <a:spcPts val="0"/>
                        </a:spcAft>
                        <a:buNone/>
                      </a:pPr>
                      <a:r>
                        <a:rPr lang="en" sz="1600">
                          <a:solidFill>
                            <a:schemeClr val="dk1"/>
                          </a:solidFill>
                          <a:latin typeface="Manrope"/>
                          <a:ea typeface="Manrope"/>
                          <a:cs typeface="Manrope"/>
                          <a:sym typeface="Manrope"/>
                        </a:rPr>
                        <a:t>Neptune</a:t>
                      </a:r>
                      <a:endParaRPr sz="1600">
                        <a:solidFill>
                          <a:schemeClr val="dk1"/>
                        </a:solidFill>
                        <a:latin typeface="Manrope"/>
                        <a:ea typeface="Manrope"/>
                        <a:cs typeface="Manrope"/>
                        <a:sym typeface="Manrope"/>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r>
              <a:tr h="526600">
                <a:tc>
                  <a:txBody>
                    <a:bodyPr/>
                    <a:lstStyle/>
                    <a:p>
                      <a:pPr indent="0" lvl="0" marL="0" rtl="0" algn="r">
                        <a:spcBef>
                          <a:spcPts val="0"/>
                        </a:spcBef>
                        <a:spcAft>
                          <a:spcPts val="0"/>
                        </a:spcAft>
                        <a:buNone/>
                      </a:pPr>
                      <a:r>
                        <a:rPr lang="en" sz="2000">
                          <a:solidFill>
                            <a:schemeClr val="dk1"/>
                          </a:solidFill>
                          <a:latin typeface="Kulim Park"/>
                          <a:ea typeface="Kulim Park"/>
                          <a:cs typeface="Kulim Park"/>
                          <a:sym typeface="Kulim Park"/>
                        </a:rPr>
                        <a:t>4ST PROJECT</a:t>
                      </a:r>
                      <a:endParaRPr sz="2000">
                        <a:solidFill>
                          <a:schemeClr val="dk1"/>
                        </a:solidFill>
                        <a:latin typeface="Kulim Park"/>
                        <a:ea typeface="Kulim Park"/>
                        <a:cs typeface="Kulim Park"/>
                        <a:sym typeface="Kulim Park"/>
                      </a:endParaRPr>
                    </a:p>
                  </a:txBody>
                  <a:tcPr marT="0" marB="0" marR="91425" marL="0" anchor="ctr">
                    <a:lnL cap="flat" cmpd="sng" w="28575">
                      <a:solidFill>
                        <a:schemeClr val="dk2">
                          <a:alpha val="0"/>
                        </a:schemeClr>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alpha val="0"/>
                        </a:schemeClr>
                      </a:solidFill>
                      <a:prstDash val="solid"/>
                      <a:round/>
                      <a:headEnd len="sm" w="sm" type="none"/>
                      <a:tailEnd len="sm" w="sm" type="none"/>
                    </a:lnT>
                    <a:lnB cap="flat" cmpd="sng" w="28575">
                      <a:solidFill>
                        <a:schemeClr val="dk2">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sz="1600">
                          <a:solidFill>
                            <a:schemeClr val="dk1"/>
                          </a:solidFill>
                          <a:latin typeface="Manrope"/>
                          <a:ea typeface="Manrope"/>
                          <a:cs typeface="Manrope"/>
                          <a:sym typeface="Manrope"/>
                        </a:rPr>
                        <a:t>Moon</a:t>
                      </a:r>
                      <a:endParaRPr sz="1600">
                        <a:solidFill>
                          <a:schemeClr val="dk1"/>
                        </a:solidFill>
                        <a:latin typeface="Manrope"/>
                        <a:ea typeface="Manrope"/>
                        <a:cs typeface="Manrope"/>
                        <a:sym typeface="Manrope"/>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2"/>
                          </a:solidFill>
                          <a:latin typeface="Comfortaa"/>
                          <a:ea typeface="Comfortaa"/>
                          <a:cs typeface="Comfortaa"/>
                          <a:sym typeface="Comfortaa"/>
                        </a:rPr>
                        <a:t>✖</a:t>
                      </a:r>
                      <a:endParaRPr sz="2000">
                        <a:solidFill>
                          <a:schemeClr val="dk2"/>
                        </a:solidFill>
                        <a:latin typeface="Comfortaa"/>
                        <a:ea typeface="Comfortaa"/>
                        <a:cs typeface="Comfortaa"/>
                        <a:sym typeface="Comfortaa"/>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c>
                  <a:txBody>
                    <a:bodyPr/>
                    <a:lstStyle/>
                    <a:p>
                      <a:pPr indent="0" lvl="0" marL="0" rtl="0" algn="ctr">
                        <a:spcBef>
                          <a:spcPts val="0"/>
                        </a:spcBef>
                        <a:spcAft>
                          <a:spcPts val="0"/>
                        </a:spcAft>
                        <a:buNone/>
                      </a:pPr>
                      <a:r>
                        <a:rPr lang="en" sz="1600">
                          <a:solidFill>
                            <a:schemeClr val="dk1"/>
                          </a:solidFill>
                          <a:latin typeface="Manrope"/>
                          <a:ea typeface="Manrope"/>
                          <a:cs typeface="Manrope"/>
                          <a:sym typeface="Manrope"/>
                        </a:rPr>
                        <a:t>Venus</a:t>
                      </a:r>
                      <a:endParaRPr sz="1600">
                        <a:solidFill>
                          <a:schemeClr val="dk1"/>
                        </a:solidFill>
                        <a:latin typeface="Manrope"/>
                        <a:ea typeface="Manrope"/>
                        <a:cs typeface="Manrope"/>
                        <a:sym typeface="Manrope"/>
                      </a:endParaRPr>
                    </a:p>
                  </a:txBody>
                  <a:tcPr marT="91425" marB="91425" marR="91425" marL="91425" anchor="ctr">
                    <a:lnL cap="flat" cmpd="sng" w="28575">
                      <a:solidFill>
                        <a:schemeClr val="dk2"/>
                      </a:solidFill>
                      <a:prstDash val="solid"/>
                      <a:round/>
                      <a:headEnd len="sm" w="sm" type="none"/>
                      <a:tailEnd len="sm" w="sm" type="none"/>
                    </a:lnL>
                    <a:lnR cap="flat" cmpd="sng" w="28575">
                      <a:solidFill>
                        <a:schemeClr val="dk2"/>
                      </a:solidFill>
                      <a:prstDash val="solid"/>
                      <a:round/>
                      <a:headEnd len="sm" w="sm" type="none"/>
                      <a:tailEnd len="sm" w="sm" type="none"/>
                    </a:lnR>
                    <a:lnT cap="flat" cmpd="sng" w="28575">
                      <a:solidFill>
                        <a:schemeClr val="dk2"/>
                      </a:solidFill>
                      <a:prstDash val="solid"/>
                      <a:round/>
                      <a:headEnd len="sm" w="sm" type="none"/>
                      <a:tailEnd len="sm" w="sm" type="none"/>
                    </a:lnT>
                    <a:lnB cap="flat" cmpd="sng" w="28575">
                      <a:solidFill>
                        <a:schemeClr val="dk2"/>
                      </a:solidFill>
                      <a:prstDash val="solid"/>
                      <a:round/>
                      <a:headEnd len="sm" w="sm" type="none"/>
                      <a:tailEnd len="sm" w="sm" type="none"/>
                    </a:lnB>
                  </a:tcPr>
                </a:tc>
              </a:tr>
            </a:tbl>
          </a:graphicData>
        </a:graphic>
      </p:graphicFrame>
      <p:sp>
        <p:nvSpPr>
          <p:cNvPr id="1009" name="Google Shape;1009;p91"/>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1"/>
                </a:solidFill>
              </a:rPr>
              <a:t>CASE</a:t>
            </a:r>
            <a:r>
              <a:rPr lang="en"/>
              <a:t> STUDY</a:t>
            </a:r>
            <a:endParaRPr/>
          </a:p>
        </p:txBody>
      </p:sp>
      <p:grpSp>
        <p:nvGrpSpPr>
          <p:cNvPr id="1010" name="Google Shape;1010;p91"/>
          <p:cNvGrpSpPr/>
          <p:nvPr/>
        </p:nvGrpSpPr>
        <p:grpSpPr>
          <a:xfrm>
            <a:off x="7153085" y="1410988"/>
            <a:ext cx="456112" cy="455863"/>
            <a:chOff x="6479471" y="2079003"/>
            <a:chExt cx="348923" cy="348706"/>
          </a:xfrm>
        </p:grpSpPr>
        <p:sp>
          <p:nvSpPr>
            <p:cNvPr id="1011" name="Google Shape;1011;p91"/>
            <p:cNvSpPr/>
            <p:nvPr/>
          </p:nvSpPr>
          <p:spPr>
            <a:xfrm>
              <a:off x="6479471" y="2200291"/>
              <a:ext cx="38170" cy="22566"/>
            </a:xfrm>
            <a:custGeom>
              <a:rect b="b" l="l" r="r" t="t"/>
              <a:pathLst>
                <a:path extrusionOk="0" h="820" w="1387">
                  <a:moveTo>
                    <a:pt x="379" y="0"/>
                  </a:moveTo>
                  <a:cubicBezTo>
                    <a:pt x="158" y="0"/>
                    <a:pt x="1" y="189"/>
                    <a:pt x="1" y="378"/>
                  </a:cubicBezTo>
                  <a:cubicBezTo>
                    <a:pt x="1" y="630"/>
                    <a:pt x="190" y="819"/>
                    <a:pt x="379" y="819"/>
                  </a:cubicBezTo>
                  <a:lnTo>
                    <a:pt x="946" y="819"/>
                  </a:lnTo>
                  <a:cubicBezTo>
                    <a:pt x="1166" y="819"/>
                    <a:pt x="1387" y="630"/>
                    <a:pt x="1387" y="378"/>
                  </a:cubicBezTo>
                  <a:cubicBezTo>
                    <a:pt x="1387" y="189"/>
                    <a:pt x="1166" y="0"/>
                    <a:pt x="94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2" name="Google Shape;1012;p91"/>
            <p:cNvGrpSpPr/>
            <p:nvPr/>
          </p:nvGrpSpPr>
          <p:grpSpPr>
            <a:xfrm>
              <a:off x="6520582" y="2079003"/>
              <a:ext cx="307811" cy="348706"/>
              <a:chOff x="-60218325" y="2304850"/>
              <a:chExt cx="279625" cy="316775"/>
            </a:xfrm>
          </p:grpSpPr>
          <p:sp>
            <p:nvSpPr>
              <p:cNvPr id="1013" name="Google Shape;1013;p91"/>
              <p:cNvSpPr/>
              <p:nvPr/>
            </p:nvSpPr>
            <p:spPr>
              <a:xfrm>
                <a:off x="-60218325" y="2304850"/>
                <a:ext cx="235525" cy="316775"/>
              </a:xfrm>
              <a:custGeom>
                <a:rect b="b" l="l" r="r" t="t"/>
                <a:pathLst>
                  <a:path extrusionOk="0" h="12671" w="9421">
                    <a:moveTo>
                      <a:pt x="4884" y="825"/>
                    </a:moveTo>
                    <a:cubicBezTo>
                      <a:pt x="6994" y="825"/>
                      <a:pt x="8633" y="2463"/>
                      <a:pt x="8633" y="4542"/>
                    </a:cubicBezTo>
                    <a:cubicBezTo>
                      <a:pt x="8570" y="6023"/>
                      <a:pt x="7688" y="7378"/>
                      <a:pt x="6364" y="7945"/>
                    </a:cubicBezTo>
                    <a:cubicBezTo>
                      <a:pt x="6207" y="8039"/>
                      <a:pt x="6112" y="8165"/>
                      <a:pt x="6112" y="8354"/>
                    </a:cubicBezTo>
                    <a:lnTo>
                      <a:pt x="6112" y="8543"/>
                    </a:lnTo>
                    <a:lnTo>
                      <a:pt x="3623" y="8543"/>
                    </a:lnTo>
                    <a:lnTo>
                      <a:pt x="3623" y="8354"/>
                    </a:lnTo>
                    <a:cubicBezTo>
                      <a:pt x="3623" y="8197"/>
                      <a:pt x="3560" y="8039"/>
                      <a:pt x="3403" y="7945"/>
                    </a:cubicBezTo>
                    <a:cubicBezTo>
                      <a:pt x="1828" y="7251"/>
                      <a:pt x="914" y="5582"/>
                      <a:pt x="1229" y="3880"/>
                    </a:cubicBezTo>
                    <a:cubicBezTo>
                      <a:pt x="1481" y="2431"/>
                      <a:pt x="2647" y="1203"/>
                      <a:pt x="4096" y="888"/>
                    </a:cubicBezTo>
                    <a:cubicBezTo>
                      <a:pt x="4379" y="856"/>
                      <a:pt x="4663" y="825"/>
                      <a:pt x="4884" y="825"/>
                    </a:cubicBezTo>
                    <a:close/>
                    <a:moveTo>
                      <a:pt x="6081" y="9362"/>
                    </a:moveTo>
                    <a:lnTo>
                      <a:pt x="6081" y="10213"/>
                    </a:lnTo>
                    <a:lnTo>
                      <a:pt x="3592" y="10213"/>
                    </a:lnTo>
                    <a:lnTo>
                      <a:pt x="3592" y="9362"/>
                    </a:lnTo>
                    <a:close/>
                    <a:moveTo>
                      <a:pt x="5986" y="11032"/>
                    </a:moveTo>
                    <a:cubicBezTo>
                      <a:pt x="5829" y="11505"/>
                      <a:pt x="5419" y="11851"/>
                      <a:pt x="4852" y="11851"/>
                    </a:cubicBezTo>
                    <a:cubicBezTo>
                      <a:pt x="4316" y="11851"/>
                      <a:pt x="3875" y="11505"/>
                      <a:pt x="3686" y="11032"/>
                    </a:cubicBezTo>
                    <a:close/>
                    <a:moveTo>
                      <a:pt x="4842" y="0"/>
                    </a:moveTo>
                    <a:cubicBezTo>
                      <a:pt x="4526" y="0"/>
                      <a:pt x="4202" y="32"/>
                      <a:pt x="3875" y="100"/>
                    </a:cubicBezTo>
                    <a:cubicBezTo>
                      <a:pt x="2111" y="509"/>
                      <a:pt x="693" y="1959"/>
                      <a:pt x="378" y="3723"/>
                    </a:cubicBezTo>
                    <a:cubicBezTo>
                      <a:pt x="0" y="5834"/>
                      <a:pt x="1071" y="7724"/>
                      <a:pt x="2773" y="8575"/>
                    </a:cubicBezTo>
                    <a:lnTo>
                      <a:pt x="2773" y="10591"/>
                    </a:lnTo>
                    <a:cubicBezTo>
                      <a:pt x="2773" y="11725"/>
                      <a:pt x="3718" y="12670"/>
                      <a:pt x="4852" y="12670"/>
                    </a:cubicBezTo>
                    <a:cubicBezTo>
                      <a:pt x="5986" y="12670"/>
                      <a:pt x="6963" y="11725"/>
                      <a:pt x="6963" y="10591"/>
                    </a:cubicBezTo>
                    <a:lnTo>
                      <a:pt x="6963" y="8575"/>
                    </a:lnTo>
                    <a:cubicBezTo>
                      <a:pt x="8444" y="7787"/>
                      <a:pt x="9420" y="6243"/>
                      <a:pt x="9420" y="4511"/>
                    </a:cubicBezTo>
                    <a:cubicBezTo>
                      <a:pt x="9392" y="1995"/>
                      <a:pt x="7331" y="0"/>
                      <a:pt x="484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91"/>
              <p:cNvSpPr/>
              <p:nvPr/>
            </p:nvSpPr>
            <p:spPr>
              <a:xfrm>
                <a:off x="-60127750" y="2347500"/>
                <a:ext cx="62250" cy="145750"/>
              </a:xfrm>
              <a:custGeom>
                <a:rect b="b" l="l" r="r" t="t"/>
                <a:pathLst>
                  <a:path extrusionOk="0" h="5830" w="2490">
                    <a:moveTo>
                      <a:pt x="1229" y="1"/>
                    </a:moveTo>
                    <a:cubicBezTo>
                      <a:pt x="1009" y="1"/>
                      <a:pt x="851" y="190"/>
                      <a:pt x="851" y="379"/>
                    </a:cubicBezTo>
                    <a:lnTo>
                      <a:pt x="851" y="662"/>
                    </a:lnTo>
                    <a:cubicBezTo>
                      <a:pt x="378" y="820"/>
                      <a:pt x="0" y="1292"/>
                      <a:pt x="0" y="1828"/>
                    </a:cubicBezTo>
                    <a:cubicBezTo>
                      <a:pt x="0" y="2521"/>
                      <a:pt x="567" y="2899"/>
                      <a:pt x="1009" y="3214"/>
                    </a:cubicBezTo>
                    <a:cubicBezTo>
                      <a:pt x="1324" y="3466"/>
                      <a:pt x="1670" y="3687"/>
                      <a:pt x="1670" y="3939"/>
                    </a:cubicBezTo>
                    <a:cubicBezTo>
                      <a:pt x="1670" y="4159"/>
                      <a:pt x="1481" y="4348"/>
                      <a:pt x="1229" y="4348"/>
                    </a:cubicBezTo>
                    <a:cubicBezTo>
                      <a:pt x="1009" y="4348"/>
                      <a:pt x="851" y="4159"/>
                      <a:pt x="851" y="3939"/>
                    </a:cubicBezTo>
                    <a:cubicBezTo>
                      <a:pt x="851" y="3687"/>
                      <a:pt x="630" y="3498"/>
                      <a:pt x="441" y="3498"/>
                    </a:cubicBezTo>
                    <a:cubicBezTo>
                      <a:pt x="221" y="3498"/>
                      <a:pt x="0" y="3687"/>
                      <a:pt x="0" y="3939"/>
                    </a:cubicBezTo>
                    <a:cubicBezTo>
                      <a:pt x="0" y="4474"/>
                      <a:pt x="378" y="4915"/>
                      <a:pt x="851" y="5104"/>
                    </a:cubicBezTo>
                    <a:lnTo>
                      <a:pt x="851" y="5388"/>
                    </a:lnTo>
                    <a:cubicBezTo>
                      <a:pt x="851" y="5608"/>
                      <a:pt x="1040" y="5829"/>
                      <a:pt x="1229" y="5829"/>
                    </a:cubicBezTo>
                    <a:cubicBezTo>
                      <a:pt x="1481" y="5829"/>
                      <a:pt x="1670" y="5608"/>
                      <a:pt x="1670" y="5388"/>
                    </a:cubicBezTo>
                    <a:lnTo>
                      <a:pt x="1670" y="5104"/>
                    </a:lnTo>
                    <a:cubicBezTo>
                      <a:pt x="2143" y="4947"/>
                      <a:pt x="2489" y="4474"/>
                      <a:pt x="2489" y="3939"/>
                    </a:cubicBezTo>
                    <a:cubicBezTo>
                      <a:pt x="2489" y="3246"/>
                      <a:pt x="1954" y="2868"/>
                      <a:pt x="1513" y="2553"/>
                    </a:cubicBezTo>
                    <a:cubicBezTo>
                      <a:pt x="1198" y="2300"/>
                      <a:pt x="851" y="2080"/>
                      <a:pt x="851" y="1828"/>
                    </a:cubicBezTo>
                    <a:cubicBezTo>
                      <a:pt x="788" y="1607"/>
                      <a:pt x="1009" y="1418"/>
                      <a:pt x="1229" y="1418"/>
                    </a:cubicBezTo>
                    <a:cubicBezTo>
                      <a:pt x="1481" y="1418"/>
                      <a:pt x="1670" y="1607"/>
                      <a:pt x="1670" y="1828"/>
                    </a:cubicBezTo>
                    <a:cubicBezTo>
                      <a:pt x="1670" y="2080"/>
                      <a:pt x="1859" y="2269"/>
                      <a:pt x="2048" y="2269"/>
                    </a:cubicBezTo>
                    <a:cubicBezTo>
                      <a:pt x="2300" y="2269"/>
                      <a:pt x="2489" y="2080"/>
                      <a:pt x="2489" y="1828"/>
                    </a:cubicBezTo>
                    <a:cubicBezTo>
                      <a:pt x="2489" y="1292"/>
                      <a:pt x="2143" y="851"/>
                      <a:pt x="1670" y="662"/>
                    </a:cubicBezTo>
                    <a:lnTo>
                      <a:pt x="1670" y="379"/>
                    </a:lnTo>
                    <a:cubicBezTo>
                      <a:pt x="1670" y="158"/>
                      <a:pt x="1481" y="1"/>
                      <a:pt x="122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91"/>
              <p:cNvSpPr/>
              <p:nvPr/>
            </p:nvSpPr>
            <p:spPr>
              <a:xfrm>
                <a:off x="-60212825" y="2510750"/>
                <a:ext cx="32325" cy="30325"/>
              </a:xfrm>
              <a:custGeom>
                <a:rect b="b" l="l" r="r" t="t"/>
                <a:pathLst>
                  <a:path extrusionOk="0" h="1213" w="1293">
                    <a:moveTo>
                      <a:pt x="836" y="0"/>
                    </a:moveTo>
                    <a:cubicBezTo>
                      <a:pt x="725" y="0"/>
                      <a:pt x="615" y="39"/>
                      <a:pt x="536" y="118"/>
                    </a:cubicBezTo>
                    <a:lnTo>
                      <a:pt x="158" y="496"/>
                    </a:lnTo>
                    <a:cubicBezTo>
                      <a:pt x="1" y="654"/>
                      <a:pt x="1" y="906"/>
                      <a:pt x="158" y="1095"/>
                    </a:cubicBezTo>
                    <a:cubicBezTo>
                      <a:pt x="237" y="1174"/>
                      <a:pt x="340" y="1213"/>
                      <a:pt x="442" y="1213"/>
                    </a:cubicBezTo>
                    <a:cubicBezTo>
                      <a:pt x="544" y="1213"/>
                      <a:pt x="647" y="1174"/>
                      <a:pt x="725" y="1095"/>
                    </a:cubicBezTo>
                    <a:lnTo>
                      <a:pt x="1135" y="717"/>
                    </a:lnTo>
                    <a:cubicBezTo>
                      <a:pt x="1293" y="559"/>
                      <a:pt x="1293" y="276"/>
                      <a:pt x="1135" y="118"/>
                    </a:cubicBezTo>
                    <a:cubicBezTo>
                      <a:pt x="1056" y="39"/>
                      <a:pt x="946" y="0"/>
                      <a:pt x="83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91"/>
              <p:cNvSpPr/>
              <p:nvPr/>
            </p:nvSpPr>
            <p:spPr>
              <a:xfrm>
                <a:off x="-60012750" y="2310675"/>
                <a:ext cx="32300" cy="30350"/>
              </a:xfrm>
              <a:custGeom>
                <a:rect b="b" l="l" r="r" t="t"/>
                <a:pathLst>
                  <a:path extrusionOk="0" h="1214" w="1292">
                    <a:moveTo>
                      <a:pt x="835" y="1"/>
                    </a:moveTo>
                    <a:cubicBezTo>
                      <a:pt x="725" y="1"/>
                      <a:pt x="614" y="40"/>
                      <a:pt x="536" y="119"/>
                    </a:cubicBezTo>
                    <a:lnTo>
                      <a:pt x="126" y="528"/>
                    </a:lnTo>
                    <a:cubicBezTo>
                      <a:pt x="0" y="686"/>
                      <a:pt x="0" y="938"/>
                      <a:pt x="126" y="1096"/>
                    </a:cubicBezTo>
                    <a:cubicBezTo>
                      <a:pt x="205" y="1174"/>
                      <a:pt x="315" y="1214"/>
                      <a:pt x="425" y="1214"/>
                    </a:cubicBezTo>
                    <a:cubicBezTo>
                      <a:pt x="536" y="1214"/>
                      <a:pt x="646" y="1174"/>
                      <a:pt x="725" y="1096"/>
                    </a:cubicBezTo>
                    <a:lnTo>
                      <a:pt x="1134" y="718"/>
                    </a:lnTo>
                    <a:cubicBezTo>
                      <a:pt x="1292" y="560"/>
                      <a:pt x="1292" y="276"/>
                      <a:pt x="1134" y="119"/>
                    </a:cubicBezTo>
                    <a:cubicBezTo>
                      <a:pt x="1056" y="40"/>
                      <a:pt x="945" y="1"/>
                      <a:pt x="8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91"/>
              <p:cNvSpPr/>
              <p:nvPr/>
            </p:nvSpPr>
            <p:spPr>
              <a:xfrm>
                <a:off x="-60012750" y="2510750"/>
                <a:ext cx="32300" cy="30325"/>
              </a:xfrm>
              <a:custGeom>
                <a:rect b="b" l="l" r="r" t="t"/>
                <a:pathLst>
                  <a:path extrusionOk="0" h="1213" w="1292">
                    <a:moveTo>
                      <a:pt x="425" y="0"/>
                    </a:moveTo>
                    <a:cubicBezTo>
                      <a:pt x="315" y="0"/>
                      <a:pt x="205" y="39"/>
                      <a:pt x="126" y="118"/>
                    </a:cubicBezTo>
                    <a:cubicBezTo>
                      <a:pt x="0" y="276"/>
                      <a:pt x="0" y="559"/>
                      <a:pt x="126" y="717"/>
                    </a:cubicBezTo>
                    <a:lnTo>
                      <a:pt x="536" y="1095"/>
                    </a:lnTo>
                    <a:cubicBezTo>
                      <a:pt x="614" y="1174"/>
                      <a:pt x="725" y="1213"/>
                      <a:pt x="835" y="1213"/>
                    </a:cubicBezTo>
                    <a:cubicBezTo>
                      <a:pt x="945" y="1213"/>
                      <a:pt x="1056" y="1174"/>
                      <a:pt x="1134" y="1095"/>
                    </a:cubicBezTo>
                    <a:cubicBezTo>
                      <a:pt x="1292" y="937"/>
                      <a:pt x="1292" y="654"/>
                      <a:pt x="1134" y="496"/>
                    </a:cubicBezTo>
                    <a:lnTo>
                      <a:pt x="725" y="118"/>
                    </a:lnTo>
                    <a:cubicBezTo>
                      <a:pt x="646" y="39"/>
                      <a:pt x="536" y="0"/>
                      <a:pt x="42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91"/>
              <p:cNvSpPr/>
              <p:nvPr/>
            </p:nvSpPr>
            <p:spPr>
              <a:xfrm>
                <a:off x="-60212825" y="2310675"/>
                <a:ext cx="32325" cy="30350"/>
              </a:xfrm>
              <a:custGeom>
                <a:rect b="b" l="l" r="r" t="t"/>
                <a:pathLst>
                  <a:path extrusionOk="0" h="1214" w="1293">
                    <a:moveTo>
                      <a:pt x="442" y="1"/>
                    </a:moveTo>
                    <a:cubicBezTo>
                      <a:pt x="340" y="1"/>
                      <a:pt x="237" y="40"/>
                      <a:pt x="158" y="119"/>
                    </a:cubicBezTo>
                    <a:cubicBezTo>
                      <a:pt x="1" y="276"/>
                      <a:pt x="1" y="560"/>
                      <a:pt x="158" y="718"/>
                    </a:cubicBezTo>
                    <a:lnTo>
                      <a:pt x="536" y="1096"/>
                    </a:lnTo>
                    <a:cubicBezTo>
                      <a:pt x="615" y="1174"/>
                      <a:pt x="725" y="1214"/>
                      <a:pt x="836" y="1214"/>
                    </a:cubicBezTo>
                    <a:cubicBezTo>
                      <a:pt x="946" y="1214"/>
                      <a:pt x="1056" y="1174"/>
                      <a:pt x="1135" y="1096"/>
                    </a:cubicBezTo>
                    <a:cubicBezTo>
                      <a:pt x="1293" y="938"/>
                      <a:pt x="1293" y="686"/>
                      <a:pt x="1135" y="528"/>
                    </a:cubicBezTo>
                    <a:lnTo>
                      <a:pt x="725" y="119"/>
                    </a:lnTo>
                    <a:cubicBezTo>
                      <a:pt x="647" y="40"/>
                      <a:pt x="544" y="1"/>
                      <a:pt x="44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 name="Google Shape;1019;p91"/>
              <p:cNvSpPr/>
              <p:nvPr/>
            </p:nvSpPr>
            <p:spPr>
              <a:xfrm>
                <a:off x="-59974175" y="2415250"/>
                <a:ext cx="35475" cy="20500"/>
              </a:xfrm>
              <a:custGeom>
                <a:rect b="b" l="l" r="r" t="t"/>
                <a:pathLst>
                  <a:path extrusionOk="0" h="820" w="1419">
                    <a:moveTo>
                      <a:pt x="442" y="0"/>
                    </a:moveTo>
                    <a:cubicBezTo>
                      <a:pt x="221" y="0"/>
                      <a:pt x="1" y="189"/>
                      <a:pt x="1" y="378"/>
                    </a:cubicBezTo>
                    <a:cubicBezTo>
                      <a:pt x="1" y="630"/>
                      <a:pt x="221" y="819"/>
                      <a:pt x="442" y="819"/>
                    </a:cubicBezTo>
                    <a:lnTo>
                      <a:pt x="1009" y="819"/>
                    </a:lnTo>
                    <a:cubicBezTo>
                      <a:pt x="1230" y="819"/>
                      <a:pt x="1387" y="630"/>
                      <a:pt x="1387" y="378"/>
                    </a:cubicBezTo>
                    <a:cubicBezTo>
                      <a:pt x="1419" y="189"/>
                      <a:pt x="1230" y="0"/>
                      <a:pt x="100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020" name="Google Shape;1020;p91"/>
          <p:cNvSpPr/>
          <p:nvPr/>
        </p:nvSpPr>
        <p:spPr>
          <a:xfrm>
            <a:off x="5075138" y="1460289"/>
            <a:ext cx="457926" cy="357052"/>
          </a:xfrm>
          <a:custGeom>
            <a:rect b="b" l="l" r="r" t="t"/>
            <a:pathLst>
              <a:path extrusionOk="0" h="9925" w="12729">
                <a:moveTo>
                  <a:pt x="925" y="3644"/>
                </a:moveTo>
                <a:cubicBezTo>
                  <a:pt x="944" y="3644"/>
                  <a:pt x="963" y="3648"/>
                  <a:pt x="978" y="3655"/>
                </a:cubicBezTo>
                <a:lnTo>
                  <a:pt x="1608" y="3970"/>
                </a:lnTo>
                <a:lnTo>
                  <a:pt x="1608" y="5923"/>
                </a:lnTo>
                <a:lnTo>
                  <a:pt x="978" y="6239"/>
                </a:lnTo>
                <a:cubicBezTo>
                  <a:pt x="963" y="6253"/>
                  <a:pt x="945" y="6259"/>
                  <a:pt x="926" y="6259"/>
                </a:cubicBezTo>
                <a:cubicBezTo>
                  <a:pt x="863" y="6259"/>
                  <a:pt x="788" y="6192"/>
                  <a:pt x="788" y="6144"/>
                </a:cubicBezTo>
                <a:lnTo>
                  <a:pt x="788" y="3781"/>
                </a:lnTo>
                <a:cubicBezTo>
                  <a:pt x="788" y="3685"/>
                  <a:pt x="862" y="3644"/>
                  <a:pt x="925" y="3644"/>
                </a:cubicBezTo>
                <a:close/>
                <a:moveTo>
                  <a:pt x="10177" y="1796"/>
                </a:moveTo>
                <a:lnTo>
                  <a:pt x="10177" y="8129"/>
                </a:lnTo>
                <a:lnTo>
                  <a:pt x="2458" y="5892"/>
                </a:lnTo>
                <a:lnTo>
                  <a:pt x="2458" y="4033"/>
                </a:lnTo>
                <a:lnTo>
                  <a:pt x="10177" y="1796"/>
                </a:lnTo>
                <a:close/>
                <a:moveTo>
                  <a:pt x="4128" y="7247"/>
                </a:moveTo>
                <a:lnTo>
                  <a:pt x="6963" y="8066"/>
                </a:lnTo>
                <a:cubicBezTo>
                  <a:pt x="6648" y="8507"/>
                  <a:pt x="6176" y="8822"/>
                  <a:pt x="5640" y="8822"/>
                </a:cubicBezTo>
                <a:cubicBezTo>
                  <a:pt x="4758" y="8822"/>
                  <a:pt x="4097" y="8097"/>
                  <a:pt x="4128" y="7247"/>
                </a:cubicBezTo>
                <a:close/>
                <a:moveTo>
                  <a:pt x="11374" y="820"/>
                </a:moveTo>
                <a:cubicBezTo>
                  <a:pt x="11626" y="820"/>
                  <a:pt x="11815" y="1009"/>
                  <a:pt x="11815" y="1261"/>
                </a:cubicBezTo>
                <a:lnTo>
                  <a:pt x="11815" y="8696"/>
                </a:lnTo>
                <a:cubicBezTo>
                  <a:pt x="11815" y="8916"/>
                  <a:pt x="11626" y="9137"/>
                  <a:pt x="11374" y="9137"/>
                </a:cubicBezTo>
                <a:cubicBezTo>
                  <a:pt x="11154" y="9137"/>
                  <a:pt x="10996" y="8916"/>
                  <a:pt x="10996" y="8696"/>
                </a:cubicBezTo>
                <a:lnTo>
                  <a:pt x="10996" y="1261"/>
                </a:lnTo>
                <a:cubicBezTo>
                  <a:pt x="10996" y="1009"/>
                  <a:pt x="11185" y="820"/>
                  <a:pt x="11374" y="820"/>
                </a:cubicBezTo>
                <a:close/>
                <a:moveTo>
                  <a:pt x="11437" y="1"/>
                </a:moveTo>
                <a:cubicBezTo>
                  <a:pt x="10839"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4"/>
                  <a:pt x="983" y="7094"/>
                </a:cubicBezTo>
                <a:cubicBezTo>
                  <a:pt x="1127" y="7094"/>
                  <a:pt x="1275" y="7063"/>
                  <a:pt x="1419" y="6995"/>
                </a:cubicBezTo>
                <a:lnTo>
                  <a:pt x="2143" y="6648"/>
                </a:lnTo>
                <a:lnTo>
                  <a:pt x="3340" y="6995"/>
                </a:lnTo>
                <a:cubicBezTo>
                  <a:pt x="3151" y="8412"/>
                  <a:pt x="4254" y="9641"/>
                  <a:pt x="5672" y="9641"/>
                </a:cubicBezTo>
                <a:cubicBezTo>
                  <a:pt x="6585" y="9641"/>
                  <a:pt x="7405" y="9074"/>
                  <a:pt x="7814" y="8286"/>
                </a:cubicBezTo>
                <a:lnTo>
                  <a:pt x="10271" y="9011"/>
                </a:lnTo>
                <a:cubicBezTo>
                  <a:pt x="10429" y="9515"/>
                  <a:pt x="10902" y="9925"/>
                  <a:pt x="11469" y="9925"/>
                </a:cubicBezTo>
                <a:cubicBezTo>
                  <a:pt x="12130" y="9925"/>
                  <a:pt x="12729" y="9358"/>
                  <a:pt x="12729" y="8664"/>
                </a:cubicBezTo>
                <a:lnTo>
                  <a:pt x="12729" y="1198"/>
                </a:lnTo>
                <a:cubicBezTo>
                  <a:pt x="12634" y="536"/>
                  <a:pt x="12099" y="1"/>
                  <a:pt x="114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21" name="Google Shape;1021;p91"/>
          <p:cNvGrpSpPr/>
          <p:nvPr/>
        </p:nvGrpSpPr>
        <p:grpSpPr>
          <a:xfrm>
            <a:off x="3137602" y="1416096"/>
            <a:ext cx="459041" cy="445442"/>
            <a:chOff x="-59481900" y="2290800"/>
            <a:chExt cx="319000" cy="309550"/>
          </a:xfrm>
        </p:grpSpPr>
        <p:sp>
          <p:nvSpPr>
            <p:cNvPr id="1022" name="Google Shape;1022;p91"/>
            <p:cNvSpPr/>
            <p:nvPr/>
          </p:nvSpPr>
          <p:spPr>
            <a:xfrm>
              <a:off x="-59481900" y="2290800"/>
              <a:ext cx="319000" cy="309550"/>
            </a:xfrm>
            <a:custGeom>
              <a:rect b="b" l="l" r="r" t="t"/>
              <a:pathLst>
                <a:path extrusionOk="0" h="12382" w="12760">
                  <a:moveTo>
                    <a:pt x="6427" y="851"/>
                  </a:moveTo>
                  <a:cubicBezTo>
                    <a:pt x="6900" y="851"/>
                    <a:pt x="7247" y="1197"/>
                    <a:pt x="7247" y="1670"/>
                  </a:cubicBezTo>
                  <a:lnTo>
                    <a:pt x="7247" y="4159"/>
                  </a:lnTo>
                  <a:lnTo>
                    <a:pt x="5608" y="4159"/>
                  </a:lnTo>
                  <a:lnTo>
                    <a:pt x="5608" y="1670"/>
                  </a:lnTo>
                  <a:cubicBezTo>
                    <a:pt x="5608" y="1197"/>
                    <a:pt x="5955" y="851"/>
                    <a:pt x="6427" y="851"/>
                  </a:cubicBezTo>
                  <a:close/>
                  <a:moveTo>
                    <a:pt x="11594" y="3308"/>
                  </a:moveTo>
                  <a:cubicBezTo>
                    <a:pt x="11846" y="3308"/>
                    <a:pt x="12004" y="3529"/>
                    <a:pt x="12004" y="3749"/>
                  </a:cubicBezTo>
                  <a:lnTo>
                    <a:pt x="12004" y="11185"/>
                  </a:lnTo>
                  <a:lnTo>
                    <a:pt x="11941" y="11185"/>
                  </a:lnTo>
                  <a:cubicBezTo>
                    <a:pt x="11941" y="11437"/>
                    <a:pt x="11752" y="11594"/>
                    <a:pt x="11563" y="11594"/>
                  </a:cubicBezTo>
                  <a:lnTo>
                    <a:pt x="1355" y="11594"/>
                  </a:lnTo>
                  <a:cubicBezTo>
                    <a:pt x="1103" y="11594"/>
                    <a:pt x="914" y="11405"/>
                    <a:pt x="914" y="11185"/>
                  </a:cubicBezTo>
                  <a:lnTo>
                    <a:pt x="914" y="3749"/>
                  </a:lnTo>
                  <a:cubicBezTo>
                    <a:pt x="914" y="3529"/>
                    <a:pt x="1103" y="3308"/>
                    <a:pt x="1355" y="3308"/>
                  </a:cubicBezTo>
                  <a:lnTo>
                    <a:pt x="4821" y="3308"/>
                  </a:lnTo>
                  <a:lnTo>
                    <a:pt x="4821" y="4568"/>
                  </a:lnTo>
                  <a:cubicBezTo>
                    <a:pt x="4821" y="4821"/>
                    <a:pt x="5010" y="5010"/>
                    <a:pt x="5199" y="5010"/>
                  </a:cubicBezTo>
                  <a:lnTo>
                    <a:pt x="7688" y="5010"/>
                  </a:lnTo>
                  <a:cubicBezTo>
                    <a:pt x="7940" y="5010"/>
                    <a:pt x="8129" y="4821"/>
                    <a:pt x="8129" y="4568"/>
                  </a:cubicBezTo>
                  <a:lnTo>
                    <a:pt x="8129" y="3308"/>
                  </a:lnTo>
                  <a:close/>
                  <a:moveTo>
                    <a:pt x="6396" y="0"/>
                  </a:moveTo>
                  <a:cubicBezTo>
                    <a:pt x="5482" y="0"/>
                    <a:pt x="4726" y="756"/>
                    <a:pt x="4726" y="1670"/>
                  </a:cubicBezTo>
                  <a:lnTo>
                    <a:pt x="4726" y="2489"/>
                  </a:lnTo>
                  <a:lnTo>
                    <a:pt x="1261" y="2489"/>
                  </a:lnTo>
                  <a:cubicBezTo>
                    <a:pt x="599" y="2489"/>
                    <a:pt x="0" y="3056"/>
                    <a:pt x="0" y="3718"/>
                  </a:cubicBezTo>
                  <a:lnTo>
                    <a:pt x="0" y="11153"/>
                  </a:lnTo>
                  <a:cubicBezTo>
                    <a:pt x="0" y="11815"/>
                    <a:pt x="568" y="12382"/>
                    <a:pt x="1261" y="12382"/>
                  </a:cubicBezTo>
                  <a:lnTo>
                    <a:pt x="11468" y="12382"/>
                  </a:lnTo>
                  <a:cubicBezTo>
                    <a:pt x="12130" y="12382"/>
                    <a:pt x="12697" y="11815"/>
                    <a:pt x="12697" y="11153"/>
                  </a:cubicBezTo>
                  <a:lnTo>
                    <a:pt x="12697" y="3749"/>
                  </a:lnTo>
                  <a:cubicBezTo>
                    <a:pt x="12760" y="3025"/>
                    <a:pt x="12193" y="2489"/>
                    <a:pt x="11500" y="2489"/>
                  </a:cubicBezTo>
                  <a:lnTo>
                    <a:pt x="8034" y="2489"/>
                  </a:lnTo>
                  <a:lnTo>
                    <a:pt x="8034" y="1670"/>
                  </a:lnTo>
                  <a:cubicBezTo>
                    <a:pt x="8034" y="756"/>
                    <a:pt x="7310" y="0"/>
                    <a:pt x="63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 name="Google Shape;1023;p91"/>
            <p:cNvSpPr/>
            <p:nvPr/>
          </p:nvSpPr>
          <p:spPr>
            <a:xfrm>
              <a:off x="-59287350" y="2456200"/>
              <a:ext cx="83500" cy="21275"/>
            </a:xfrm>
            <a:custGeom>
              <a:rect b="b" l="l" r="r" t="t"/>
              <a:pathLst>
                <a:path extrusionOk="0" h="851" w="3340">
                  <a:moveTo>
                    <a:pt x="410" y="0"/>
                  </a:moveTo>
                  <a:cubicBezTo>
                    <a:pt x="189" y="0"/>
                    <a:pt x="0" y="221"/>
                    <a:pt x="0" y="441"/>
                  </a:cubicBezTo>
                  <a:cubicBezTo>
                    <a:pt x="0" y="693"/>
                    <a:pt x="189" y="851"/>
                    <a:pt x="410" y="851"/>
                  </a:cubicBezTo>
                  <a:lnTo>
                    <a:pt x="2899" y="851"/>
                  </a:lnTo>
                  <a:cubicBezTo>
                    <a:pt x="3151" y="851"/>
                    <a:pt x="3308" y="630"/>
                    <a:pt x="3308" y="441"/>
                  </a:cubicBezTo>
                  <a:cubicBezTo>
                    <a:pt x="3340" y="221"/>
                    <a:pt x="3151" y="0"/>
                    <a:pt x="289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91"/>
            <p:cNvSpPr/>
            <p:nvPr/>
          </p:nvSpPr>
          <p:spPr>
            <a:xfrm>
              <a:off x="-59287350" y="2497950"/>
              <a:ext cx="83500" cy="21275"/>
            </a:xfrm>
            <a:custGeom>
              <a:rect b="b" l="l" r="r" t="t"/>
              <a:pathLst>
                <a:path extrusionOk="0" h="851" w="3340">
                  <a:moveTo>
                    <a:pt x="410" y="0"/>
                  </a:moveTo>
                  <a:cubicBezTo>
                    <a:pt x="189" y="0"/>
                    <a:pt x="0" y="189"/>
                    <a:pt x="0" y="441"/>
                  </a:cubicBezTo>
                  <a:cubicBezTo>
                    <a:pt x="0" y="662"/>
                    <a:pt x="189" y="851"/>
                    <a:pt x="410" y="851"/>
                  </a:cubicBezTo>
                  <a:lnTo>
                    <a:pt x="2899" y="851"/>
                  </a:lnTo>
                  <a:cubicBezTo>
                    <a:pt x="3151" y="851"/>
                    <a:pt x="3308" y="662"/>
                    <a:pt x="3308" y="441"/>
                  </a:cubicBezTo>
                  <a:cubicBezTo>
                    <a:pt x="3340" y="189"/>
                    <a:pt x="3151" y="0"/>
                    <a:pt x="289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91"/>
            <p:cNvSpPr/>
            <p:nvPr/>
          </p:nvSpPr>
          <p:spPr>
            <a:xfrm>
              <a:off x="-59287350" y="2538900"/>
              <a:ext cx="82700" cy="22075"/>
            </a:xfrm>
            <a:custGeom>
              <a:rect b="b" l="l" r="r" t="t"/>
              <a:pathLst>
                <a:path extrusionOk="0" h="883" w="3308">
                  <a:moveTo>
                    <a:pt x="410" y="0"/>
                  </a:moveTo>
                  <a:cubicBezTo>
                    <a:pt x="189" y="0"/>
                    <a:pt x="0" y="221"/>
                    <a:pt x="0" y="441"/>
                  </a:cubicBezTo>
                  <a:cubicBezTo>
                    <a:pt x="0" y="662"/>
                    <a:pt x="189" y="882"/>
                    <a:pt x="410" y="882"/>
                  </a:cubicBezTo>
                  <a:lnTo>
                    <a:pt x="2899" y="882"/>
                  </a:lnTo>
                  <a:cubicBezTo>
                    <a:pt x="3151" y="882"/>
                    <a:pt x="3308" y="662"/>
                    <a:pt x="3308" y="441"/>
                  </a:cubicBezTo>
                  <a:cubicBezTo>
                    <a:pt x="3308" y="221"/>
                    <a:pt x="3151" y="0"/>
                    <a:pt x="289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 name="Google Shape;1026;p91"/>
            <p:cNvSpPr/>
            <p:nvPr/>
          </p:nvSpPr>
          <p:spPr>
            <a:xfrm>
              <a:off x="-59439375" y="2425425"/>
              <a:ext cx="125250" cy="134750"/>
            </a:xfrm>
            <a:custGeom>
              <a:rect b="b" l="l" r="r" t="t"/>
              <a:pathLst>
                <a:path extrusionOk="0" h="5390" w="5010">
                  <a:moveTo>
                    <a:pt x="2518" y="855"/>
                  </a:moveTo>
                  <a:cubicBezTo>
                    <a:pt x="2722" y="855"/>
                    <a:pt x="2928" y="925"/>
                    <a:pt x="3088" y="1074"/>
                  </a:cubicBezTo>
                  <a:cubicBezTo>
                    <a:pt x="3277" y="1294"/>
                    <a:pt x="3340" y="1609"/>
                    <a:pt x="3277" y="1924"/>
                  </a:cubicBezTo>
                  <a:cubicBezTo>
                    <a:pt x="3183" y="2176"/>
                    <a:pt x="2994" y="2428"/>
                    <a:pt x="2710" y="2460"/>
                  </a:cubicBezTo>
                  <a:cubicBezTo>
                    <a:pt x="2626" y="2485"/>
                    <a:pt x="2546" y="2497"/>
                    <a:pt x="2469" y="2497"/>
                  </a:cubicBezTo>
                  <a:cubicBezTo>
                    <a:pt x="2260" y="2497"/>
                    <a:pt x="2076" y="2409"/>
                    <a:pt x="1891" y="2271"/>
                  </a:cubicBezTo>
                  <a:cubicBezTo>
                    <a:pt x="1702" y="2019"/>
                    <a:pt x="1607" y="1704"/>
                    <a:pt x="1702" y="1452"/>
                  </a:cubicBezTo>
                  <a:cubicBezTo>
                    <a:pt x="1802" y="1070"/>
                    <a:pt x="2158" y="855"/>
                    <a:pt x="2518" y="855"/>
                  </a:cubicBezTo>
                  <a:close/>
                  <a:moveTo>
                    <a:pt x="2521" y="3342"/>
                  </a:moveTo>
                  <a:cubicBezTo>
                    <a:pt x="3309" y="3342"/>
                    <a:pt x="3939" y="3846"/>
                    <a:pt x="4159" y="4539"/>
                  </a:cubicBezTo>
                  <a:lnTo>
                    <a:pt x="914" y="4539"/>
                  </a:lnTo>
                  <a:cubicBezTo>
                    <a:pt x="1103" y="3846"/>
                    <a:pt x="1733" y="3342"/>
                    <a:pt x="2521" y="3342"/>
                  </a:cubicBezTo>
                  <a:close/>
                  <a:moveTo>
                    <a:pt x="2473" y="0"/>
                  </a:moveTo>
                  <a:cubicBezTo>
                    <a:pt x="1781" y="0"/>
                    <a:pt x="1110" y="436"/>
                    <a:pt x="914" y="1200"/>
                  </a:cubicBezTo>
                  <a:cubicBezTo>
                    <a:pt x="757" y="1798"/>
                    <a:pt x="914" y="2334"/>
                    <a:pt x="1292" y="2775"/>
                  </a:cubicBezTo>
                  <a:cubicBezTo>
                    <a:pt x="568" y="3216"/>
                    <a:pt x="1" y="4004"/>
                    <a:pt x="1" y="4949"/>
                  </a:cubicBezTo>
                  <a:cubicBezTo>
                    <a:pt x="1" y="5169"/>
                    <a:pt x="190" y="5390"/>
                    <a:pt x="410" y="5390"/>
                  </a:cubicBezTo>
                  <a:lnTo>
                    <a:pt x="4537" y="5390"/>
                  </a:lnTo>
                  <a:cubicBezTo>
                    <a:pt x="4758" y="5390"/>
                    <a:pt x="4978" y="5169"/>
                    <a:pt x="4978" y="4949"/>
                  </a:cubicBezTo>
                  <a:cubicBezTo>
                    <a:pt x="5010" y="4035"/>
                    <a:pt x="4506" y="3216"/>
                    <a:pt x="3718" y="2807"/>
                  </a:cubicBezTo>
                  <a:cubicBezTo>
                    <a:pt x="3907" y="2618"/>
                    <a:pt x="4033" y="2397"/>
                    <a:pt x="4096" y="2113"/>
                  </a:cubicBezTo>
                  <a:cubicBezTo>
                    <a:pt x="4254" y="1515"/>
                    <a:pt x="4096" y="916"/>
                    <a:pt x="3655" y="507"/>
                  </a:cubicBezTo>
                  <a:cubicBezTo>
                    <a:pt x="3322" y="161"/>
                    <a:pt x="2894" y="0"/>
                    <a:pt x="247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91"/>
            <p:cNvSpPr/>
            <p:nvPr/>
          </p:nvSpPr>
          <p:spPr>
            <a:xfrm>
              <a:off x="-59327525" y="2325450"/>
              <a:ext cx="13400" cy="13425"/>
            </a:xfrm>
            <a:custGeom>
              <a:rect b="b" l="l" r="r" t="t"/>
              <a:pathLst>
                <a:path extrusionOk="0" h="537" w="536">
                  <a:moveTo>
                    <a:pt x="252" y="1"/>
                  </a:moveTo>
                  <a:cubicBezTo>
                    <a:pt x="95" y="1"/>
                    <a:pt x="0" y="127"/>
                    <a:pt x="0" y="284"/>
                  </a:cubicBezTo>
                  <a:cubicBezTo>
                    <a:pt x="0" y="442"/>
                    <a:pt x="95" y="536"/>
                    <a:pt x="252" y="536"/>
                  </a:cubicBezTo>
                  <a:cubicBezTo>
                    <a:pt x="410" y="536"/>
                    <a:pt x="536" y="442"/>
                    <a:pt x="536" y="284"/>
                  </a:cubicBezTo>
                  <a:cubicBezTo>
                    <a:pt x="536" y="127"/>
                    <a:pt x="410" y="1"/>
                    <a:pt x="25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10"/>
                                        </p:tgtEl>
                                        <p:attrNameLst>
                                          <p:attrName>style.visibility</p:attrName>
                                        </p:attrNameLst>
                                      </p:cBhvr>
                                      <p:to>
                                        <p:strVal val="visible"/>
                                      </p:to>
                                    </p:set>
                                    <p:animEffect filter="fade" transition="in">
                                      <p:cBhvr>
                                        <p:cTn dur="1000"/>
                                        <p:tgtEl>
                                          <p:spTgt spid="1010"/>
                                        </p:tgtEl>
                                      </p:cBhvr>
                                    </p:animEffect>
                                  </p:childTnLst>
                                </p:cTn>
                              </p:par>
                              <p:par>
                                <p:cTn fill="hold" nodeType="withEffect" presetClass="entr" presetID="10" presetSubtype="0">
                                  <p:stCondLst>
                                    <p:cond delay="0"/>
                                  </p:stCondLst>
                                  <p:childTnLst>
                                    <p:set>
                                      <p:cBhvr>
                                        <p:cTn dur="1" fill="hold">
                                          <p:stCondLst>
                                            <p:cond delay="0"/>
                                          </p:stCondLst>
                                        </p:cTn>
                                        <p:tgtEl>
                                          <p:spTgt spid="1020"/>
                                        </p:tgtEl>
                                        <p:attrNameLst>
                                          <p:attrName>style.visibility</p:attrName>
                                        </p:attrNameLst>
                                      </p:cBhvr>
                                      <p:to>
                                        <p:strVal val="visible"/>
                                      </p:to>
                                    </p:set>
                                    <p:animEffect filter="fade" transition="in">
                                      <p:cBhvr>
                                        <p:cTn dur="1000"/>
                                        <p:tgtEl>
                                          <p:spTgt spid="1020"/>
                                        </p:tgtEl>
                                      </p:cBhvr>
                                    </p:animEffect>
                                  </p:childTnLst>
                                </p:cTn>
                              </p:par>
                              <p:par>
                                <p:cTn fill="hold" nodeType="withEffect" presetClass="entr" presetID="10" presetSubtype="0">
                                  <p:stCondLst>
                                    <p:cond delay="0"/>
                                  </p:stCondLst>
                                  <p:childTnLst>
                                    <p:set>
                                      <p:cBhvr>
                                        <p:cTn dur="1" fill="hold">
                                          <p:stCondLst>
                                            <p:cond delay="0"/>
                                          </p:stCondLst>
                                        </p:cTn>
                                        <p:tgtEl>
                                          <p:spTgt spid="1021"/>
                                        </p:tgtEl>
                                        <p:attrNameLst>
                                          <p:attrName>style.visibility</p:attrName>
                                        </p:attrNameLst>
                                      </p:cBhvr>
                                      <p:to>
                                        <p:strVal val="visible"/>
                                      </p:to>
                                    </p:set>
                                    <p:animEffect filter="fade" transition="in">
                                      <p:cBhvr>
                                        <p:cTn dur="1000"/>
                                        <p:tgtEl>
                                          <p:spTgt spid="102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1" name="Shape 1031"/>
        <p:cNvGrpSpPr/>
        <p:nvPr/>
      </p:nvGrpSpPr>
      <p:grpSpPr>
        <a:xfrm>
          <a:off x="0" y="0"/>
          <a:ext cx="0" cy="0"/>
          <a:chOff x="0" y="0"/>
          <a:chExt cx="0" cy="0"/>
        </a:xfrm>
      </p:grpSpPr>
      <p:sp>
        <p:nvSpPr>
          <p:cNvPr id="1032" name="TextBox 1031"/>
          <p:cNvSpPr txBox="1"/>
          <p:nvPr/>
        </p:nvSpPr>
        <p:spPr>
          <a:xfrm>
            <a:off x="731520" y="292608"/>
            <a:ext cx="7680960" cy="1234440"/>
          </a:xfrm>
          <a:prstGeom prst="rect">
            <a:avLst/>
          </a:prstGeom>
          <a:noFill/>
        </p:spPr>
        <p:txBody>
          <a:bodyPr wrap="square" lIns="0" tIns="0" rIns="0" bIns="0">
            <a:spAutoFit/>
          </a:bodyPr>
          <a:lstStyle/>
          <a:p>
            <a:pPr>
              <a:spcAft>
                <a:spcPts val="400"/>
              </a:spcAft>
              <a:defRPr sz="950" b="1">
                <a:solidFill>
                  <a:srgbClr val="7D6652"/>
                </a:solidFill>
                <a:latin typeface="Arial"/>
              </a:defRPr>
            </a:pPr>
            <a:r>
              <a:t>THE MINDS BEHIND SCHOLARX</a:t>
            </a:r>
          </a:p>
          <a:p>
            <a:pPr>
              <a:spcAft>
                <a:spcPts val="400"/>
              </a:spcAft>
            </a:pPr>
            <a:r>
              <a:rPr sz="2400" b="1">
                <a:solidFill>
                  <a:srgbClr val="1F1F1F"/>
                </a:solidFill>
                <a:latin typeface="Arial"/>
              </a:rPr>
              <a:t>THE CREATORS </a:t>
            </a:r>
            <a:r>
              <a:rPr sz="2400" b="1">
                <a:solidFill>
                  <a:srgbClr val="7D6652"/>
                </a:solidFill>
                <a:latin typeface="Arial"/>
              </a:rPr>
              <a:t>&amp; LEADERSHIP</a:t>
            </a:r>
          </a:p>
          <a:p>
            <a:pPr>
              <a:defRPr sz="1100">
                <a:solidFill>
                  <a:srgbClr val="5F5F5F"/>
                </a:solidFill>
                <a:latin typeface="Arial"/>
              </a:defRPr>
            </a:pPr>
            <a:r>
              <a:t>The student innovators and academic mentorship behind Pakistan's first autonomous scholarship network.</a:t>
            </a:r>
          </a:p>
        </p:txBody>
      </p:sp>
      <p:sp>
        <p:nvSpPr>
          <p:cNvPr id="1033" name="Rounded Rectangle 1032"/>
          <p:cNvSpPr/>
          <p:nvPr/>
        </p:nvSpPr>
        <p:spPr>
          <a:xfrm>
            <a:off x="731520" y="1691640"/>
            <a:ext cx="3749039" cy="1965960"/>
          </a:xfrm>
          <a:prstGeom prst="roundRect">
            <a:avLst>
              <a:gd name="adj" fmla="val 8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Rounded Rectangle 1033"/>
          <p:cNvSpPr/>
          <p:nvPr/>
        </p:nvSpPr>
        <p:spPr>
          <a:xfrm>
            <a:off x="914400" y="1856232"/>
            <a:ext cx="438912" cy="292608"/>
          </a:xfrm>
          <a:prstGeom prst="roundRect">
            <a:avLst>
              <a:gd name="adj" fmla="val 35000"/>
            </a:avLst>
          </a:prstGeom>
          <a:solidFill>
            <a:srgbClr val="DDE2D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414E3E"/>
                </a:solidFill>
                <a:latin typeface="Arial"/>
              </a:defRPr>
            </a:pPr>
            <a:r>
              <a:t>01</a:t>
            </a:r>
          </a:p>
        </p:txBody>
      </p:sp>
      <p:sp>
        <p:nvSpPr>
          <p:cNvPr id="1035" name="TextBox 1034"/>
          <p:cNvSpPr txBox="1"/>
          <p:nvPr/>
        </p:nvSpPr>
        <p:spPr>
          <a:xfrm>
            <a:off x="914400" y="2240280"/>
            <a:ext cx="3383279" cy="1325880"/>
          </a:xfrm>
          <a:prstGeom prst="rect">
            <a:avLst/>
          </a:prstGeom>
          <a:noFill/>
        </p:spPr>
        <p:txBody>
          <a:bodyPr wrap="square" lIns="0" rIns="0" tIns="0" bIns="0">
            <a:spAutoFit/>
          </a:bodyPr>
          <a:lstStyle/>
          <a:p>
            <a:pPr>
              <a:spcAft>
                <a:spcPts val="200"/>
              </a:spcAft>
              <a:defRPr sz="850" b="1">
                <a:solidFill>
                  <a:srgbClr val="7D6652"/>
                </a:solidFill>
                <a:latin typeface="Arial"/>
              </a:defRPr>
            </a:pPr>
            <a:r>
              <a:t>CREATOR &amp; AI ARCHITECT</a:t>
            </a:r>
          </a:p>
          <a:p>
            <a:pPr>
              <a:spcAft>
                <a:spcPts val="600"/>
              </a:spcAft>
              <a:defRPr sz="1500" b="1">
                <a:solidFill>
                  <a:srgbClr val="1F1F1F"/>
                </a:solidFill>
                <a:latin typeface="Arial"/>
              </a:defRPr>
            </a:pPr>
            <a:r>
              <a:t>M. Hamza Gohar</a:t>
            </a:r>
          </a:p>
          <a:p>
            <a:pPr>
              <a:defRPr sz="950">
                <a:solidFill>
                  <a:srgbClr val="323232"/>
                </a:solidFill>
                <a:latin typeface="Arial"/>
              </a:defRPr>
            </a:pPr>
            <a:r>
              <a:t>Lead Architect of ScholarX. Designed the multi-agent LangGraph DAG orchestration, memory persistence engine, and local-first deployment.</a:t>
            </a:r>
          </a:p>
        </p:txBody>
      </p:sp>
      <p:sp>
        <p:nvSpPr>
          <p:cNvPr id="1036" name="Rounded Rectangle 1035"/>
          <p:cNvSpPr/>
          <p:nvPr/>
        </p:nvSpPr>
        <p:spPr>
          <a:xfrm>
            <a:off x="4663440" y="1691640"/>
            <a:ext cx="3749039" cy="1965960"/>
          </a:xfrm>
          <a:prstGeom prst="roundRect">
            <a:avLst>
              <a:gd name="adj" fmla="val 8000"/>
            </a:avLst>
          </a:prstGeom>
          <a:solidFill>
            <a:srgbClr val="FCFAF7"/>
          </a:solidFill>
          <a:ln w="12700">
            <a:solidFill>
              <a:srgbClr val="E6E0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Rounded Rectangle 1036"/>
          <p:cNvSpPr/>
          <p:nvPr/>
        </p:nvSpPr>
        <p:spPr>
          <a:xfrm>
            <a:off x="4846320" y="1856232"/>
            <a:ext cx="438912" cy="292608"/>
          </a:xfrm>
          <a:prstGeom prst="roundRect">
            <a:avLst>
              <a:gd name="adj" fmla="val 35000"/>
            </a:avLst>
          </a:prstGeom>
          <a:solidFill>
            <a:srgbClr val="F5E5E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80463E"/>
                </a:solidFill>
                <a:latin typeface="Arial"/>
              </a:defRPr>
            </a:pPr>
            <a:r>
              <a:t>02</a:t>
            </a:r>
          </a:p>
        </p:txBody>
      </p:sp>
      <p:sp>
        <p:nvSpPr>
          <p:cNvPr id="1038" name="TextBox 1037"/>
          <p:cNvSpPr txBox="1"/>
          <p:nvPr/>
        </p:nvSpPr>
        <p:spPr>
          <a:xfrm>
            <a:off x="4846320" y="2240280"/>
            <a:ext cx="3383279" cy="1325880"/>
          </a:xfrm>
          <a:prstGeom prst="rect">
            <a:avLst/>
          </a:prstGeom>
          <a:noFill/>
        </p:spPr>
        <p:txBody>
          <a:bodyPr wrap="square" lIns="0" rIns="0" tIns="0" bIns="0">
            <a:spAutoFit/>
          </a:bodyPr>
          <a:lstStyle/>
          <a:p>
            <a:pPr>
              <a:spcAft>
                <a:spcPts val="200"/>
              </a:spcAft>
              <a:defRPr sz="850" b="1">
                <a:solidFill>
                  <a:srgbClr val="7D6652"/>
                </a:solidFill>
                <a:latin typeface="Arial"/>
              </a:defRPr>
            </a:pPr>
            <a:r>
              <a:t>CREATOR &amp; SYSTEMS ENGINEER</a:t>
            </a:r>
          </a:p>
          <a:p>
            <a:pPr>
              <a:spcAft>
                <a:spcPts val="600"/>
              </a:spcAft>
              <a:defRPr sz="1500" b="1">
                <a:solidFill>
                  <a:srgbClr val="1F1F1F"/>
                </a:solidFill>
                <a:latin typeface="Arial"/>
              </a:defRPr>
            </a:pPr>
            <a:r>
              <a:t>Malik Hassan</a:t>
            </a:r>
          </a:p>
          <a:p>
            <a:pPr>
              <a:defRPr sz="950">
                <a:solidFill>
                  <a:srgbClr val="323232"/>
                </a:solidFill>
                <a:latin typeface="Arial"/>
              </a:defRPr>
            </a:pPr>
            <a:r>
              <a:t>Core Systems Engineer. Built the distributed regional scout workflows, deterministic eligibility filters, and the adversarial Skeptic verification agent.</a:t>
            </a:r>
          </a:p>
        </p:txBody>
      </p:sp>
      <p:sp>
        <p:nvSpPr>
          <p:cNvPr id="1039" name="Rounded Rectangle 1038"/>
          <p:cNvSpPr/>
          <p:nvPr/>
        </p:nvSpPr>
        <p:spPr>
          <a:xfrm>
            <a:off x="731520" y="3822191"/>
            <a:ext cx="7680960" cy="868680"/>
          </a:xfrm>
          <a:prstGeom prst="roundRect">
            <a:avLst>
              <a:gd name="adj" fmla="val 12000"/>
            </a:avLst>
          </a:prstGeom>
          <a:solidFill>
            <a:srgbClr val="EAE6E0"/>
          </a:solidFill>
          <a:ln w="12700">
            <a:solidFill>
              <a:srgbClr val="7D66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Rounded Rectangle 1039"/>
          <p:cNvSpPr/>
          <p:nvPr/>
        </p:nvSpPr>
        <p:spPr>
          <a:xfrm>
            <a:off x="914400" y="4059935"/>
            <a:ext cx="1371600" cy="384048"/>
          </a:xfrm>
          <a:prstGeom prst="roundRect">
            <a:avLst>
              <a:gd name="adj" fmla="val 25000"/>
            </a:avLst>
          </a:prstGeom>
          <a:solidFill>
            <a:srgbClr val="FCFAF7"/>
          </a:solidFill>
          <a:ln w="12700">
            <a:solidFill>
              <a:srgbClr val="7D6652"/>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50" b="1">
                <a:solidFill>
                  <a:srgbClr val="7D6652"/>
                </a:solidFill>
                <a:latin typeface="Arial"/>
              </a:defRPr>
            </a:pPr>
            <a:r>
              <a:t>SUPERVISED BY</a:t>
            </a:r>
          </a:p>
        </p:txBody>
      </p:sp>
      <p:sp>
        <p:nvSpPr>
          <p:cNvPr id="1041" name="TextBox 1040"/>
          <p:cNvSpPr txBox="1"/>
          <p:nvPr/>
        </p:nvSpPr>
        <p:spPr>
          <a:xfrm>
            <a:off x="2423160" y="3931919"/>
            <a:ext cx="5897880" cy="649224"/>
          </a:xfrm>
          <a:prstGeom prst="rect">
            <a:avLst/>
          </a:prstGeom>
          <a:noFill/>
        </p:spPr>
        <p:txBody>
          <a:bodyPr wrap="square" lIns="0" rIns="0" tIns="0" bIns="0">
            <a:spAutoFit/>
          </a:bodyPr>
          <a:lstStyle/>
          <a:p>
            <a:pPr>
              <a:spcAft>
                <a:spcPts val="200"/>
              </a:spcAft>
            </a:pPr>
            <a:r>
              <a:rPr sz="1300" b="1">
                <a:solidFill>
                  <a:srgbClr val="1F1F1F"/>
                </a:solidFill>
                <a:latin typeface="Arial"/>
              </a:rPr>
              <a:t>Sir Kaleem  </a:t>
            </a:r>
            <a:r>
              <a:rPr sz="950" b="1">
                <a:solidFill>
                  <a:srgbClr val="7D6652"/>
                </a:solidFill>
                <a:latin typeface="Arial"/>
              </a:rPr>
              <a:t>•  ACADEMIC SUPERVISOR &amp; RESEARCH ADVISOR</a:t>
            </a:r>
          </a:p>
          <a:p>
            <a:pPr>
              <a:defRPr sz="900">
                <a:solidFill>
                  <a:srgbClr val="323232"/>
                </a:solidFill>
                <a:latin typeface="Arial"/>
              </a:defRPr>
            </a:pPr>
            <a:r>
              <a:t>Guided architectural direction, algorithmic rigor, and system validation to ensure high-impact innovation for Pakistani students.</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pic>
        <p:nvPicPr>
          <p:cNvPr id="1038" name="Google Shape;1038;p93"/>
          <p:cNvPicPr preferRelativeResize="0"/>
          <p:nvPr/>
        </p:nvPicPr>
        <p:blipFill rotWithShape="1">
          <a:blip r:embed="rId3">
            <a:alphaModFix/>
          </a:blip>
          <a:srcRect b="-5253" l="34463" r="16291" t="-1951"/>
          <a:stretch/>
        </p:blipFill>
        <p:spPr>
          <a:xfrm flipH="1">
            <a:off x="-313501" y="-113200"/>
            <a:ext cx="4125276" cy="5985426"/>
          </a:xfrm>
          <a:prstGeom prst="rect">
            <a:avLst/>
          </a:prstGeom>
          <a:noFill/>
          <a:ln>
            <a:noFill/>
          </a:ln>
        </p:spPr>
      </p:pic>
      <p:sp>
        <p:nvSpPr>
          <p:cNvPr id="1039" name="Google Shape;1039;p93"/>
          <p:cNvSpPr/>
          <p:nvPr/>
        </p:nvSpPr>
        <p:spPr>
          <a:xfrm rot="-5942400">
            <a:off x="-3116548" y="-1381746"/>
            <a:ext cx="7606237" cy="7605679"/>
          </a:xfrm>
          <a:custGeom>
            <a:rect b="b" l="l" r="r" t="t"/>
            <a:pathLst>
              <a:path extrusionOk="0" h="122671" w="122671">
                <a:moveTo>
                  <a:pt x="61288" y="15890"/>
                </a:moveTo>
                <a:cubicBezTo>
                  <a:pt x="74134" y="15890"/>
                  <a:pt x="87890" y="17837"/>
                  <a:pt x="98492" y="25582"/>
                </a:cubicBezTo>
                <a:cubicBezTo>
                  <a:pt x="106392" y="31355"/>
                  <a:pt x="107052" y="41356"/>
                  <a:pt x="105729" y="50292"/>
                </a:cubicBezTo>
                <a:cubicBezTo>
                  <a:pt x="104207" y="60560"/>
                  <a:pt x="103318" y="70931"/>
                  <a:pt x="101429" y="81148"/>
                </a:cubicBezTo>
                <a:cubicBezTo>
                  <a:pt x="99916" y="89314"/>
                  <a:pt x="96431" y="97128"/>
                  <a:pt x="88124" y="99955"/>
                </a:cubicBezTo>
                <a:cubicBezTo>
                  <a:pt x="84437" y="101209"/>
                  <a:pt x="80540" y="101601"/>
                  <a:pt x="76602" y="101601"/>
                </a:cubicBezTo>
                <a:cubicBezTo>
                  <a:pt x="71796" y="101601"/>
                  <a:pt x="66926" y="101018"/>
                  <a:pt x="62297" y="100710"/>
                </a:cubicBezTo>
                <a:cubicBezTo>
                  <a:pt x="51217" y="99976"/>
                  <a:pt x="40203" y="98506"/>
                  <a:pt x="29211" y="96964"/>
                </a:cubicBezTo>
                <a:cubicBezTo>
                  <a:pt x="16647" y="95202"/>
                  <a:pt x="10610" y="89119"/>
                  <a:pt x="11276" y="76081"/>
                </a:cubicBezTo>
                <a:cubicBezTo>
                  <a:pt x="11770" y="66433"/>
                  <a:pt x="13452" y="56900"/>
                  <a:pt x="15516" y="47476"/>
                </a:cubicBezTo>
                <a:cubicBezTo>
                  <a:pt x="17086" y="40308"/>
                  <a:pt x="17867" y="30029"/>
                  <a:pt x="23464" y="24632"/>
                </a:cubicBezTo>
                <a:cubicBezTo>
                  <a:pt x="31878" y="16520"/>
                  <a:pt x="46079" y="16024"/>
                  <a:pt x="57526" y="15914"/>
                </a:cubicBezTo>
                <a:cubicBezTo>
                  <a:pt x="58439" y="15906"/>
                  <a:pt x="59335" y="15900"/>
                  <a:pt x="60210" y="15894"/>
                </a:cubicBezTo>
                <a:cubicBezTo>
                  <a:pt x="60569" y="15891"/>
                  <a:pt x="60928" y="15890"/>
                  <a:pt x="61288" y="15890"/>
                </a:cubicBezTo>
                <a:close/>
                <a:moveTo>
                  <a:pt x="0" y="0"/>
                </a:moveTo>
                <a:lnTo>
                  <a:pt x="0" y="122670"/>
                </a:lnTo>
                <a:lnTo>
                  <a:pt x="122671" y="122670"/>
                </a:lnTo>
                <a:lnTo>
                  <a:pt x="12267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93"/>
          <p:cNvSpPr txBox="1"/>
          <p:nvPr>
            <p:ph type="title"/>
          </p:nvPr>
        </p:nvSpPr>
        <p:spPr>
          <a:xfrm flipH="1">
            <a:off x="3993600" y="437700"/>
            <a:ext cx="4410900" cy="657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REVIEWS</a:t>
            </a:r>
            <a:endParaRPr/>
          </a:p>
        </p:txBody>
      </p:sp>
      <p:sp>
        <p:nvSpPr>
          <p:cNvPr id="1041" name="Google Shape;1041;p93"/>
          <p:cNvSpPr txBox="1"/>
          <p:nvPr>
            <p:ph idx="2" type="title"/>
          </p:nvPr>
        </p:nvSpPr>
        <p:spPr>
          <a:xfrm>
            <a:off x="4157088" y="2211700"/>
            <a:ext cx="1454400" cy="9297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EUN YEONG</a:t>
            </a:r>
            <a:endParaRPr/>
          </a:p>
        </p:txBody>
      </p:sp>
      <p:sp>
        <p:nvSpPr>
          <p:cNvPr id="1042" name="Google Shape;1042;p93"/>
          <p:cNvSpPr txBox="1"/>
          <p:nvPr>
            <p:ph idx="1" type="subTitle"/>
          </p:nvPr>
        </p:nvSpPr>
        <p:spPr>
          <a:xfrm>
            <a:off x="5964350" y="2211700"/>
            <a:ext cx="2440500" cy="929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“Mercury is the closest planet to the Sun and the smallest one”</a:t>
            </a:r>
            <a:endParaRPr/>
          </a:p>
        </p:txBody>
      </p:sp>
      <p:sp>
        <p:nvSpPr>
          <p:cNvPr id="1043" name="Google Shape;1043;p93"/>
          <p:cNvSpPr txBox="1"/>
          <p:nvPr>
            <p:ph idx="3" type="title"/>
          </p:nvPr>
        </p:nvSpPr>
        <p:spPr>
          <a:xfrm>
            <a:off x="4157088" y="3465525"/>
            <a:ext cx="1454400" cy="9297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GYEONG HUI</a:t>
            </a:r>
            <a:endParaRPr/>
          </a:p>
        </p:txBody>
      </p:sp>
      <p:sp>
        <p:nvSpPr>
          <p:cNvPr id="1044" name="Google Shape;1044;p93"/>
          <p:cNvSpPr txBox="1"/>
          <p:nvPr>
            <p:ph idx="4" type="subTitle"/>
          </p:nvPr>
        </p:nvSpPr>
        <p:spPr>
          <a:xfrm>
            <a:off x="5964350" y="3465525"/>
            <a:ext cx="2440500" cy="929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“Venus has a beautiful name and is the second from the Sun”</a:t>
            </a:r>
            <a:endParaRPr/>
          </a:p>
        </p:txBody>
      </p:sp>
      <p:sp>
        <p:nvSpPr>
          <p:cNvPr id="1045" name="Google Shape;1045;p93"/>
          <p:cNvSpPr/>
          <p:nvPr/>
        </p:nvSpPr>
        <p:spPr>
          <a:xfrm flipH="1" rot="4102346">
            <a:off x="-2341717" y="5192547"/>
            <a:ext cx="9416338" cy="601377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p93"/>
          <p:cNvSpPr/>
          <p:nvPr/>
        </p:nvSpPr>
        <p:spPr>
          <a:xfrm rot="813319">
            <a:off x="-1209515" y="-3847998"/>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93"/>
          <p:cNvSpPr/>
          <p:nvPr/>
        </p:nvSpPr>
        <p:spPr>
          <a:xfrm flipH="1" rot="-649760">
            <a:off x="-4004258" y="3693917"/>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42"/>
                                        </p:tgtEl>
                                        <p:attrNameLst>
                                          <p:attrName>style.visibility</p:attrName>
                                        </p:attrNameLst>
                                      </p:cBhvr>
                                      <p:to>
                                        <p:strVal val="visible"/>
                                      </p:to>
                                    </p:set>
                                    <p:animEffect filter="fade" transition="in">
                                      <p:cBhvr>
                                        <p:cTn dur="1000"/>
                                        <p:tgtEl>
                                          <p:spTgt spid="1042"/>
                                        </p:tgtEl>
                                      </p:cBhvr>
                                    </p:animEffect>
                                  </p:childTnLst>
                                </p:cTn>
                              </p:par>
                              <p:par>
                                <p:cTn fill="hold" nodeType="withEffect" presetClass="entr" presetID="10" presetSubtype="0">
                                  <p:stCondLst>
                                    <p:cond delay="0"/>
                                  </p:stCondLst>
                                  <p:childTnLst>
                                    <p:set>
                                      <p:cBhvr>
                                        <p:cTn dur="1" fill="hold">
                                          <p:stCondLst>
                                            <p:cond delay="0"/>
                                          </p:stCondLst>
                                        </p:cTn>
                                        <p:tgtEl>
                                          <p:spTgt spid="1044"/>
                                        </p:tgtEl>
                                        <p:attrNameLst>
                                          <p:attrName>style.visibility</p:attrName>
                                        </p:attrNameLst>
                                      </p:cBhvr>
                                      <p:to>
                                        <p:strVal val="visible"/>
                                      </p:to>
                                    </p:set>
                                    <p:animEffect filter="fade" transition="in">
                                      <p:cBhvr>
                                        <p:cTn dur="1000"/>
                                        <p:tgtEl>
                                          <p:spTgt spid="104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1" name="Shape 1051"/>
        <p:cNvGrpSpPr/>
        <p:nvPr/>
      </p:nvGrpSpPr>
      <p:grpSpPr>
        <a:xfrm>
          <a:off x="0" y="0"/>
          <a:ext cx="0" cy="0"/>
          <a:chOff x="0" y="0"/>
          <a:chExt cx="0" cy="0"/>
        </a:xfrm>
      </p:grpSpPr>
      <p:pic>
        <p:nvPicPr>
          <p:cNvPr id="1052" name="Google Shape;1052;p94"/>
          <p:cNvPicPr preferRelativeResize="0"/>
          <p:nvPr/>
        </p:nvPicPr>
        <p:blipFill rotWithShape="1">
          <a:blip r:embed="rId3">
            <a:alphaModFix/>
          </a:blip>
          <a:srcRect b="14561" l="6041" r="33971" t="13211"/>
          <a:stretch/>
        </p:blipFill>
        <p:spPr>
          <a:xfrm>
            <a:off x="2874325" y="1681575"/>
            <a:ext cx="3270676" cy="2628874"/>
          </a:xfrm>
          <a:prstGeom prst="rect">
            <a:avLst/>
          </a:prstGeom>
          <a:noFill/>
          <a:ln>
            <a:noFill/>
          </a:ln>
        </p:spPr>
      </p:pic>
      <p:sp>
        <p:nvSpPr>
          <p:cNvPr id="1053" name="Google Shape;1053;p94"/>
          <p:cNvSpPr/>
          <p:nvPr/>
        </p:nvSpPr>
        <p:spPr>
          <a:xfrm>
            <a:off x="2757832" y="1225575"/>
            <a:ext cx="3861990" cy="3655289"/>
          </a:xfrm>
          <a:custGeom>
            <a:rect b="b" l="l" r="r" t="t"/>
            <a:pathLst>
              <a:path extrusionOk="0" h="122671" w="122671">
                <a:moveTo>
                  <a:pt x="61288" y="15890"/>
                </a:moveTo>
                <a:cubicBezTo>
                  <a:pt x="74134" y="15890"/>
                  <a:pt x="87890" y="17837"/>
                  <a:pt x="98492" y="25582"/>
                </a:cubicBezTo>
                <a:cubicBezTo>
                  <a:pt x="106392" y="31355"/>
                  <a:pt x="107052" y="41356"/>
                  <a:pt x="105729" y="50292"/>
                </a:cubicBezTo>
                <a:cubicBezTo>
                  <a:pt x="104207" y="60560"/>
                  <a:pt x="103318" y="70931"/>
                  <a:pt x="101429" y="81148"/>
                </a:cubicBezTo>
                <a:cubicBezTo>
                  <a:pt x="99916" y="89314"/>
                  <a:pt x="96431" y="97128"/>
                  <a:pt x="88124" y="99955"/>
                </a:cubicBezTo>
                <a:cubicBezTo>
                  <a:pt x="84437" y="101209"/>
                  <a:pt x="80540" y="101601"/>
                  <a:pt x="76602" y="101601"/>
                </a:cubicBezTo>
                <a:cubicBezTo>
                  <a:pt x="71796" y="101601"/>
                  <a:pt x="66926" y="101018"/>
                  <a:pt x="62297" y="100710"/>
                </a:cubicBezTo>
                <a:cubicBezTo>
                  <a:pt x="51217" y="99976"/>
                  <a:pt x="40203" y="98506"/>
                  <a:pt x="29211" y="96964"/>
                </a:cubicBezTo>
                <a:cubicBezTo>
                  <a:pt x="16647" y="95202"/>
                  <a:pt x="10610" y="89119"/>
                  <a:pt x="11276" y="76081"/>
                </a:cubicBezTo>
                <a:cubicBezTo>
                  <a:pt x="11770" y="66433"/>
                  <a:pt x="13452" y="56900"/>
                  <a:pt x="15516" y="47476"/>
                </a:cubicBezTo>
                <a:cubicBezTo>
                  <a:pt x="17086" y="40308"/>
                  <a:pt x="17867" y="30029"/>
                  <a:pt x="23464" y="24632"/>
                </a:cubicBezTo>
                <a:cubicBezTo>
                  <a:pt x="31878" y="16520"/>
                  <a:pt x="46079" y="16024"/>
                  <a:pt x="57526" y="15914"/>
                </a:cubicBezTo>
                <a:cubicBezTo>
                  <a:pt x="58439" y="15906"/>
                  <a:pt x="59335" y="15900"/>
                  <a:pt x="60210" y="15894"/>
                </a:cubicBezTo>
                <a:cubicBezTo>
                  <a:pt x="60569" y="15891"/>
                  <a:pt x="60928" y="15890"/>
                  <a:pt x="61288" y="15890"/>
                </a:cubicBezTo>
                <a:close/>
                <a:moveTo>
                  <a:pt x="0" y="0"/>
                </a:moveTo>
                <a:lnTo>
                  <a:pt x="0" y="122670"/>
                </a:lnTo>
                <a:lnTo>
                  <a:pt x="122671" y="122670"/>
                </a:lnTo>
                <a:lnTo>
                  <a:pt x="12267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94"/>
          <p:cNvSpPr/>
          <p:nvPr/>
        </p:nvSpPr>
        <p:spPr>
          <a:xfrm flipH="1" rot="3394465">
            <a:off x="4010984" y="3890418"/>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 name="Google Shape;1055;p94"/>
          <p:cNvSpPr/>
          <p:nvPr/>
        </p:nvSpPr>
        <p:spPr>
          <a:xfrm>
            <a:off x="6800927" y="-15482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94"/>
          <p:cNvSpPr/>
          <p:nvPr/>
        </p:nvSpPr>
        <p:spPr>
          <a:xfrm rot="3952094">
            <a:off x="5912736" y="806084"/>
            <a:ext cx="7826127" cy="287786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94"/>
          <p:cNvSpPr/>
          <p:nvPr/>
        </p:nvSpPr>
        <p:spPr>
          <a:xfrm flipH="1" rot="-649760">
            <a:off x="8009042" y="-1018058"/>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94"/>
          <p:cNvSpPr/>
          <p:nvPr/>
        </p:nvSpPr>
        <p:spPr>
          <a:xfrm rot="813319">
            <a:off x="-1543852" y="-3379123"/>
            <a:ext cx="6402109" cy="568915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67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 name="Google Shape;1059;p94"/>
          <p:cNvSpPr/>
          <p:nvPr/>
        </p:nvSpPr>
        <p:spPr>
          <a:xfrm rot="-10285603">
            <a:off x="-3768004" y="3448042"/>
            <a:ext cx="7471761" cy="4771864"/>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94"/>
          <p:cNvSpPr/>
          <p:nvPr/>
        </p:nvSpPr>
        <p:spPr>
          <a:xfrm rot="-5626330">
            <a:off x="-4318807" y="751864"/>
            <a:ext cx="7826010" cy="2877825"/>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 name="Google Shape;1061;p94"/>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STUDIED </a:t>
            </a:r>
            <a:r>
              <a:rPr lang="en">
                <a:solidFill>
                  <a:schemeClr val="lt1"/>
                </a:solidFill>
              </a:rPr>
              <a:t>PROFILES</a:t>
            </a:r>
            <a:endParaRPr>
              <a:solidFill>
                <a:schemeClr val="lt1"/>
              </a:solidFill>
            </a:endParaRPr>
          </a:p>
        </p:txBody>
      </p:sp>
      <p:sp>
        <p:nvSpPr>
          <p:cNvPr id="1062" name="Google Shape;1062;p94"/>
          <p:cNvSpPr txBox="1"/>
          <p:nvPr/>
        </p:nvSpPr>
        <p:spPr>
          <a:xfrm>
            <a:off x="6395075" y="3198008"/>
            <a:ext cx="1962300" cy="4875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latin typeface="Kulim Park"/>
                <a:ea typeface="Kulim Park"/>
                <a:cs typeface="Kulim Park"/>
                <a:sym typeface="Kulim Park"/>
              </a:rPr>
              <a:t>SATURN</a:t>
            </a:r>
            <a:endParaRPr sz="2000">
              <a:solidFill>
                <a:schemeClr val="dk1"/>
              </a:solidFill>
              <a:latin typeface="Kulim Park"/>
              <a:ea typeface="Kulim Park"/>
              <a:cs typeface="Kulim Park"/>
              <a:sym typeface="Kulim Park"/>
            </a:endParaRPr>
          </a:p>
        </p:txBody>
      </p:sp>
      <p:sp>
        <p:nvSpPr>
          <p:cNvPr id="1063" name="Google Shape;1063;p94"/>
          <p:cNvSpPr txBox="1"/>
          <p:nvPr/>
        </p:nvSpPr>
        <p:spPr>
          <a:xfrm>
            <a:off x="786425" y="1703625"/>
            <a:ext cx="1962300" cy="487500"/>
          </a:xfrm>
          <a:prstGeom prst="rect">
            <a:avLst/>
          </a:prstGeom>
          <a:noFill/>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dk1"/>
                </a:solidFill>
                <a:latin typeface="Kulim Park"/>
                <a:ea typeface="Kulim Park"/>
                <a:cs typeface="Kulim Park"/>
                <a:sym typeface="Kulim Park"/>
              </a:rPr>
              <a:t>MARS</a:t>
            </a:r>
            <a:endParaRPr sz="2000">
              <a:solidFill>
                <a:schemeClr val="dk1"/>
              </a:solidFill>
              <a:latin typeface="Kulim Park"/>
              <a:ea typeface="Kulim Park"/>
              <a:cs typeface="Kulim Park"/>
              <a:sym typeface="Kulim Park"/>
            </a:endParaRPr>
          </a:p>
        </p:txBody>
      </p:sp>
      <p:sp>
        <p:nvSpPr>
          <p:cNvPr id="1064" name="Google Shape;1064;p94"/>
          <p:cNvSpPr txBox="1"/>
          <p:nvPr/>
        </p:nvSpPr>
        <p:spPr>
          <a:xfrm>
            <a:off x="6395096" y="3614824"/>
            <a:ext cx="1962300" cy="661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latin typeface="Manrope"/>
                <a:ea typeface="Manrope"/>
                <a:cs typeface="Manrope"/>
                <a:sym typeface="Manrope"/>
              </a:rPr>
              <a:t>Saturn is a gas giant and has rings</a:t>
            </a:r>
            <a:endParaRPr>
              <a:solidFill>
                <a:schemeClr val="dk1"/>
              </a:solidFill>
              <a:latin typeface="Manrope"/>
              <a:ea typeface="Manrope"/>
              <a:cs typeface="Manrope"/>
              <a:sym typeface="Manrope"/>
            </a:endParaRPr>
          </a:p>
        </p:txBody>
      </p:sp>
      <p:sp>
        <p:nvSpPr>
          <p:cNvPr id="1065" name="Google Shape;1065;p94"/>
          <p:cNvSpPr txBox="1"/>
          <p:nvPr/>
        </p:nvSpPr>
        <p:spPr>
          <a:xfrm>
            <a:off x="6395075" y="1703625"/>
            <a:ext cx="1962300" cy="4875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latin typeface="Kulim Park"/>
                <a:ea typeface="Kulim Park"/>
                <a:cs typeface="Kulim Park"/>
                <a:sym typeface="Kulim Park"/>
              </a:rPr>
              <a:t>NEPTUNE</a:t>
            </a:r>
            <a:endParaRPr sz="2000">
              <a:solidFill>
                <a:schemeClr val="dk1"/>
              </a:solidFill>
              <a:latin typeface="Kulim Park"/>
              <a:ea typeface="Kulim Park"/>
              <a:cs typeface="Kulim Park"/>
              <a:sym typeface="Kulim Park"/>
            </a:endParaRPr>
          </a:p>
        </p:txBody>
      </p:sp>
      <p:sp>
        <p:nvSpPr>
          <p:cNvPr id="1066" name="Google Shape;1066;p94"/>
          <p:cNvSpPr txBox="1"/>
          <p:nvPr/>
        </p:nvSpPr>
        <p:spPr>
          <a:xfrm>
            <a:off x="6395118" y="2120441"/>
            <a:ext cx="1962300" cy="661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latin typeface="Manrope"/>
                <a:ea typeface="Manrope"/>
                <a:cs typeface="Manrope"/>
                <a:sym typeface="Manrope"/>
              </a:rPr>
              <a:t>It’s the farthest planet from the Sun</a:t>
            </a:r>
            <a:endParaRPr>
              <a:solidFill>
                <a:schemeClr val="dk1"/>
              </a:solidFill>
              <a:latin typeface="Manrope"/>
              <a:ea typeface="Manrope"/>
              <a:cs typeface="Manrope"/>
              <a:sym typeface="Manrope"/>
            </a:endParaRPr>
          </a:p>
        </p:txBody>
      </p:sp>
      <p:sp>
        <p:nvSpPr>
          <p:cNvPr id="1067" name="Google Shape;1067;p94"/>
          <p:cNvSpPr txBox="1"/>
          <p:nvPr/>
        </p:nvSpPr>
        <p:spPr>
          <a:xfrm>
            <a:off x="786468" y="2120441"/>
            <a:ext cx="1962300" cy="6618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a:solidFill>
                  <a:schemeClr val="dk1"/>
                </a:solidFill>
                <a:latin typeface="Manrope"/>
                <a:ea typeface="Manrope"/>
                <a:cs typeface="Manrope"/>
                <a:sym typeface="Manrope"/>
              </a:rPr>
              <a:t>Mars is actually a very cold place</a:t>
            </a:r>
            <a:endParaRPr>
              <a:solidFill>
                <a:schemeClr val="dk1"/>
              </a:solidFill>
              <a:latin typeface="Manrope"/>
              <a:ea typeface="Manrope"/>
              <a:cs typeface="Manrope"/>
              <a:sym typeface="Manrope"/>
            </a:endParaRPr>
          </a:p>
        </p:txBody>
      </p:sp>
      <p:sp>
        <p:nvSpPr>
          <p:cNvPr id="1068" name="Google Shape;1068;p94"/>
          <p:cNvSpPr txBox="1"/>
          <p:nvPr/>
        </p:nvSpPr>
        <p:spPr>
          <a:xfrm>
            <a:off x="786425" y="3198009"/>
            <a:ext cx="1962300" cy="487500"/>
          </a:xfrm>
          <a:prstGeom prst="rect">
            <a:avLst/>
          </a:prstGeom>
          <a:noFill/>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dk1"/>
                </a:solidFill>
                <a:latin typeface="Kulim Park"/>
                <a:ea typeface="Kulim Park"/>
                <a:cs typeface="Kulim Park"/>
                <a:sym typeface="Kulim Park"/>
              </a:rPr>
              <a:t>JUPITER</a:t>
            </a:r>
            <a:endParaRPr sz="2000">
              <a:solidFill>
                <a:schemeClr val="dk1"/>
              </a:solidFill>
              <a:latin typeface="Kulim Park"/>
              <a:ea typeface="Kulim Park"/>
              <a:cs typeface="Kulim Park"/>
              <a:sym typeface="Kulim Park"/>
            </a:endParaRPr>
          </a:p>
        </p:txBody>
      </p:sp>
      <p:sp>
        <p:nvSpPr>
          <p:cNvPr id="1069" name="Google Shape;1069;p94"/>
          <p:cNvSpPr txBox="1"/>
          <p:nvPr/>
        </p:nvSpPr>
        <p:spPr>
          <a:xfrm>
            <a:off x="786446" y="3614825"/>
            <a:ext cx="1962300" cy="6618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a:solidFill>
                  <a:schemeClr val="dk1"/>
                </a:solidFill>
                <a:latin typeface="Manrope"/>
                <a:ea typeface="Manrope"/>
                <a:cs typeface="Manrope"/>
                <a:sym typeface="Manrope"/>
              </a:rPr>
              <a:t>It’s the biggest planet in the Solar System</a:t>
            </a:r>
            <a:endParaRPr>
              <a:solidFill>
                <a:schemeClr val="dk1"/>
              </a:solidFill>
              <a:latin typeface="Manrope"/>
              <a:ea typeface="Manrope"/>
              <a:cs typeface="Manrope"/>
              <a:sym typeface="Manrope"/>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52"/>
                                        </p:tgtEl>
                                        <p:attrNameLst>
                                          <p:attrName>style.visibility</p:attrName>
                                        </p:attrNameLst>
                                      </p:cBhvr>
                                      <p:to>
                                        <p:strVal val="visible"/>
                                      </p:to>
                                    </p:set>
                                    <p:animEffect filter="fade" transition="in">
                                      <p:cBhvr>
                                        <p:cTn dur="1000"/>
                                        <p:tgtEl>
                                          <p:spTgt spid="105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3" name="Shape 1073"/>
        <p:cNvGrpSpPr/>
        <p:nvPr/>
      </p:nvGrpSpPr>
      <p:grpSpPr>
        <a:xfrm>
          <a:off x="0" y="0"/>
          <a:ext cx="0" cy="0"/>
          <a:chOff x="0" y="0"/>
          <a:chExt cx="0" cy="0"/>
        </a:xfrm>
      </p:grpSpPr>
      <p:grpSp>
        <p:nvGrpSpPr>
          <p:cNvPr id="1074" name="Google Shape;1074;p95"/>
          <p:cNvGrpSpPr/>
          <p:nvPr/>
        </p:nvGrpSpPr>
        <p:grpSpPr>
          <a:xfrm>
            <a:off x="3574679" y="1608206"/>
            <a:ext cx="5073907" cy="2702675"/>
            <a:chOff x="233350" y="949250"/>
            <a:chExt cx="7137300" cy="3802300"/>
          </a:xfrm>
        </p:grpSpPr>
        <p:sp>
          <p:nvSpPr>
            <p:cNvPr id="1075" name="Google Shape;1075;p95"/>
            <p:cNvSpPr/>
            <p:nvPr/>
          </p:nvSpPr>
          <p:spPr>
            <a:xfrm>
              <a:off x="4428450" y="2808675"/>
              <a:ext cx="1478900" cy="330100"/>
            </a:xfrm>
            <a:custGeom>
              <a:rect b="b" l="l" r="r" t="t"/>
              <a:pathLst>
                <a:path extrusionOk="0" h="13204" w="59156">
                  <a:moveTo>
                    <a:pt x="1" y="0"/>
                  </a:moveTo>
                  <a:lnTo>
                    <a:pt x="1" y="0"/>
                  </a:lnTo>
                  <a:close/>
                  <a:moveTo>
                    <a:pt x="59155" y="13203"/>
                  </a:move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p95"/>
            <p:cNvSpPr/>
            <p:nvPr/>
          </p:nvSpPr>
          <p:spPr>
            <a:xfrm>
              <a:off x="2909400" y="1076125"/>
              <a:ext cx="4118650" cy="3109225"/>
            </a:xfrm>
            <a:custGeom>
              <a:rect b="b" l="l" r="r" t="t"/>
              <a:pathLst>
                <a:path extrusionOk="0" h="124369" w="164746">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95"/>
            <p:cNvSpPr/>
            <p:nvPr/>
          </p:nvSpPr>
          <p:spPr>
            <a:xfrm>
              <a:off x="5913800" y="3523050"/>
              <a:ext cx="1109075" cy="813875"/>
            </a:xfrm>
            <a:custGeom>
              <a:rect b="b" l="l" r="r" t="t"/>
              <a:pathLst>
                <a:path extrusionOk="0" h="32555" w="44363">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95"/>
            <p:cNvSpPr/>
            <p:nvPr/>
          </p:nvSpPr>
          <p:spPr>
            <a:xfrm>
              <a:off x="6442175" y="3238700"/>
              <a:ext cx="571625" cy="311800"/>
            </a:xfrm>
            <a:custGeom>
              <a:rect b="b" l="l" r="r" t="t"/>
              <a:pathLst>
                <a:path extrusionOk="0" h="12472" w="22865">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95"/>
            <p:cNvSpPr/>
            <p:nvPr/>
          </p:nvSpPr>
          <p:spPr>
            <a:xfrm>
              <a:off x="5898675" y="3029225"/>
              <a:ext cx="282150" cy="318450"/>
            </a:xfrm>
            <a:custGeom>
              <a:rect b="b" l="l" r="r" t="t"/>
              <a:pathLst>
                <a:path extrusionOk="0" h="12738" w="11286">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95"/>
            <p:cNvSpPr/>
            <p:nvPr/>
          </p:nvSpPr>
          <p:spPr>
            <a:xfrm>
              <a:off x="5544400" y="3065225"/>
              <a:ext cx="541800" cy="430700"/>
            </a:xfrm>
            <a:custGeom>
              <a:rect b="b" l="l" r="r" t="t"/>
              <a:pathLst>
                <a:path extrusionOk="0" h="17228" w="21672">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 name="Google Shape;1081;p95"/>
            <p:cNvSpPr/>
            <p:nvPr/>
          </p:nvSpPr>
          <p:spPr>
            <a:xfrm>
              <a:off x="4388700" y="3530600"/>
              <a:ext cx="227275" cy="395425"/>
            </a:xfrm>
            <a:custGeom>
              <a:rect b="b" l="l" r="r" t="t"/>
              <a:pathLst>
                <a:path extrusionOk="0" h="15817" w="9091">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 name="Google Shape;1082;p95"/>
            <p:cNvSpPr/>
            <p:nvPr/>
          </p:nvSpPr>
          <p:spPr>
            <a:xfrm>
              <a:off x="6438300" y="1893850"/>
              <a:ext cx="267450" cy="418275"/>
            </a:xfrm>
            <a:custGeom>
              <a:rect b="b" l="l" r="r" t="t"/>
              <a:pathLst>
                <a:path extrusionOk="0" h="16731" w="10698">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 name="Google Shape;1083;p95"/>
            <p:cNvSpPr/>
            <p:nvPr/>
          </p:nvSpPr>
          <p:spPr>
            <a:xfrm>
              <a:off x="6901875" y="4220725"/>
              <a:ext cx="468775" cy="354550"/>
            </a:xfrm>
            <a:custGeom>
              <a:rect b="b" l="l" r="r" t="t"/>
              <a:pathLst>
                <a:path extrusionOk="0" h="14182" w="18751">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95"/>
            <p:cNvSpPr/>
            <p:nvPr/>
          </p:nvSpPr>
          <p:spPr>
            <a:xfrm>
              <a:off x="6306100" y="2654825"/>
              <a:ext cx="232875" cy="385425"/>
            </a:xfrm>
            <a:custGeom>
              <a:rect b="b" l="l" r="r" t="t"/>
              <a:pathLst>
                <a:path extrusionOk="0" h="15417" w="9315">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 name="Google Shape;1085;p95"/>
            <p:cNvSpPr/>
            <p:nvPr/>
          </p:nvSpPr>
          <p:spPr>
            <a:xfrm>
              <a:off x="6139750" y="3178550"/>
              <a:ext cx="185375" cy="227425"/>
            </a:xfrm>
            <a:custGeom>
              <a:rect b="b" l="l" r="r" t="t"/>
              <a:pathLst>
                <a:path extrusionOk="0" h="9097" w="7415">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 name="Google Shape;1086;p95"/>
            <p:cNvSpPr/>
            <p:nvPr/>
          </p:nvSpPr>
          <p:spPr>
            <a:xfrm>
              <a:off x="4320000" y="1079225"/>
              <a:ext cx="260125" cy="163000"/>
            </a:xfrm>
            <a:custGeom>
              <a:rect b="b" l="l" r="r" t="t"/>
              <a:pathLst>
                <a:path extrusionOk="0" h="6520" w="10405">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95"/>
            <p:cNvSpPr/>
            <p:nvPr/>
          </p:nvSpPr>
          <p:spPr>
            <a:xfrm>
              <a:off x="3605850" y="1017225"/>
              <a:ext cx="246275" cy="88775"/>
            </a:xfrm>
            <a:custGeom>
              <a:rect b="b" l="l" r="r" t="t"/>
              <a:pathLst>
                <a:path extrusionOk="0" h="3551" w="9851">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95"/>
            <p:cNvSpPr/>
            <p:nvPr/>
          </p:nvSpPr>
          <p:spPr>
            <a:xfrm>
              <a:off x="3161275" y="1612775"/>
              <a:ext cx="115825" cy="115825"/>
            </a:xfrm>
            <a:custGeom>
              <a:rect b="b" l="l" r="r" t="t"/>
              <a:pathLst>
                <a:path extrusionOk="0" h="4633" w="4633">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95"/>
            <p:cNvSpPr/>
            <p:nvPr/>
          </p:nvSpPr>
          <p:spPr>
            <a:xfrm>
              <a:off x="6082850" y="3458350"/>
              <a:ext cx="215350" cy="82375"/>
            </a:xfrm>
            <a:custGeom>
              <a:rect b="b" l="l" r="r" t="t"/>
              <a:pathLst>
                <a:path extrusionOk="0" h="3295" w="8614">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95"/>
            <p:cNvSpPr/>
            <p:nvPr/>
          </p:nvSpPr>
          <p:spPr>
            <a:xfrm>
              <a:off x="5726825" y="1103850"/>
              <a:ext cx="262175" cy="54825"/>
            </a:xfrm>
            <a:custGeom>
              <a:rect b="b" l="l" r="r" t="t"/>
              <a:pathLst>
                <a:path extrusionOk="0" h="2193" w="10487">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 name="Google Shape;1091;p95"/>
            <p:cNvSpPr/>
            <p:nvPr/>
          </p:nvSpPr>
          <p:spPr>
            <a:xfrm>
              <a:off x="6497925" y="4391525"/>
              <a:ext cx="125725" cy="97375"/>
            </a:xfrm>
            <a:custGeom>
              <a:rect b="b" l="l" r="r" t="t"/>
              <a:pathLst>
                <a:path extrusionOk="0" h="3895" w="5029">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95"/>
            <p:cNvSpPr/>
            <p:nvPr/>
          </p:nvSpPr>
          <p:spPr>
            <a:xfrm>
              <a:off x="5334875" y="2906300"/>
              <a:ext cx="82100" cy="128050"/>
            </a:xfrm>
            <a:custGeom>
              <a:rect b="b" l="l" r="r" t="t"/>
              <a:pathLst>
                <a:path extrusionOk="0" h="5122" w="3284">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95"/>
            <p:cNvSpPr/>
            <p:nvPr/>
          </p:nvSpPr>
          <p:spPr>
            <a:xfrm>
              <a:off x="4869125" y="997550"/>
              <a:ext cx="160750" cy="66150"/>
            </a:xfrm>
            <a:custGeom>
              <a:rect b="b" l="l" r="r" t="t"/>
              <a:pathLst>
                <a:path extrusionOk="0" h="2646" w="643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 name="Google Shape;1094;p95"/>
            <p:cNvSpPr/>
            <p:nvPr/>
          </p:nvSpPr>
          <p:spPr>
            <a:xfrm>
              <a:off x="3763550" y="998475"/>
              <a:ext cx="117975" cy="55725"/>
            </a:xfrm>
            <a:custGeom>
              <a:rect b="b" l="l" r="r" t="t"/>
              <a:pathLst>
                <a:path extrusionOk="0" h="2229" w="4719">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 name="Google Shape;1095;p95"/>
            <p:cNvSpPr/>
            <p:nvPr/>
          </p:nvSpPr>
          <p:spPr>
            <a:xfrm>
              <a:off x="6244750" y="3463175"/>
              <a:ext cx="127900" cy="76650"/>
            </a:xfrm>
            <a:custGeom>
              <a:rect b="b" l="l" r="r" t="t"/>
              <a:pathLst>
                <a:path extrusionOk="0" h="3066" w="5116">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 name="Google Shape;1096;p95"/>
            <p:cNvSpPr/>
            <p:nvPr/>
          </p:nvSpPr>
          <p:spPr>
            <a:xfrm>
              <a:off x="6286725" y="2464325"/>
              <a:ext cx="67775" cy="93850"/>
            </a:xfrm>
            <a:custGeom>
              <a:rect b="b" l="l" r="r" t="t"/>
              <a:pathLst>
                <a:path extrusionOk="0" h="3754" w="2711">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95"/>
            <p:cNvSpPr/>
            <p:nvPr/>
          </p:nvSpPr>
          <p:spPr>
            <a:xfrm>
              <a:off x="6279300" y="2861375"/>
              <a:ext cx="75625" cy="97275"/>
            </a:xfrm>
            <a:custGeom>
              <a:rect b="b" l="l" r="r" t="t"/>
              <a:pathLst>
                <a:path extrusionOk="0" h="3891" w="3025">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 name="Google Shape;1098;p95"/>
            <p:cNvSpPr/>
            <p:nvPr/>
          </p:nvSpPr>
          <p:spPr>
            <a:xfrm>
              <a:off x="4145025" y="994975"/>
              <a:ext cx="111500" cy="47325"/>
            </a:xfrm>
            <a:custGeom>
              <a:rect b="b" l="l" r="r" t="t"/>
              <a:pathLst>
                <a:path extrusionOk="0" h="1893" w="446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p95"/>
            <p:cNvSpPr/>
            <p:nvPr/>
          </p:nvSpPr>
          <p:spPr>
            <a:xfrm>
              <a:off x="7213625" y="3803350"/>
              <a:ext cx="74075" cy="80050"/>
            </a:xfrm>
            <a:custGeom>
              <a:rect b="b" l="l" r="r" t="t"/>
              <a:pathLst>
                <a:path extrusionOk="0" h="3202" w="2963">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 name="Google Shape;1100;p95"/>
            <p:cNvSpPr/>
            <p:nvPr/>
          </p:nvSpPr>
          <p:spPr>
            <a:xfrm>
              <a:off x="6542025" y="3118350"/>
              <a:ext cx="66075" cy="79800"/>
            </a:xfrm>
            <a:custGeom>
              <a:rect b="b" l="l" r="r" t="t"/>
              <a:pathLst>
                <a:path extrusionOk="0" h="3192" w="2643">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 name="Google Shape;1101;p95"/>
            <p:cNvSpPr/>
            <p:nvPr/>
          </p:nvSpPr>
          <p:spPr>
            <a:xfrm>
              <a:off x="4278100" y="987200"/>
              <a:ext cx="87225" cy="50150"/>
            </a:xfrm>
            <a:custGeom>
              <a:rect b="b" l="l" r="r" t="t"/>
              <a:pathLst>
                <a:path extrusionOk="0" h="2006" w="3489">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 name="Google Shape;1102;p95"/>
            <p:cNvSpPr/>
            <p:nvPr/>
          </p:nvSpPr>
          <p:spPr>
            <a:xfrm>
              <a:off x="6595650" y="1204100"/>
              <a:ext cx="81075" cy="41800"/>
            </a:xfrm>
            <a:custGeom>
              <a:rect b="b" l="l" r="r" t="t"/>
              <a:pathLst>
                <a:path extrusionOk="0" h="1672" w="3243">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 name="Google Shape;1103;p95"/>
            <p:cNvSpPr/>
            <p:nvPr/>
          </p:nvSpPr>
          <p:spPr>
            <a:xfrm>
              <a:off x="5040350" y="1034625"/>
              <a:ext cx="81550" cy="46975"/>
            </a:xfrm>
            <a:custGeom>
              <a:rect b="b" l="l" r="r" t="t"/>
              <a:pathLst>
                <a:path extrusionOk="0" h="1879" w="3262">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95"/>
            <p:cNvSpPr/>
            <p:nvPr/>
          </p:nvSpPr>
          <p:spPr>
            <a:xfrm>
              <a:off x="6380950" y="3302475"/>
              <a:ext cx="77800" cy="40225"/>
            </a:xfrm>
            <a:custGeom>
              <a:rect b="b" l="l" r="r" t="t"/>
              <a:pathLst>
                <a:path extrusionOk="0" h="1609" w="3112">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95"/>
            <p:cNvSpPr/>
            <p:nvPr/>
          </p:nvSpPr>
          <p:spPr>
            <a:xfrm>
              <a:off x="4384825" y="996700"/>
              <a:ext cx="62025" cy="39775"/>
            </a:xfrm>
            <a:custGeom>
              <a:rect b="b" l="l" r="r" t="t"/>
              <a:pathLst>
                <a:path extrusionOk="0" h="1591" w="2481">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 name="Google Shape;1106;p95"/>
            <p:cNvSpPr/>
            <p:nvPr/>
          </p:nvSpPr>
          <p:spPr>
            <a:xfrm>
              <a:off x="2100625" y="1004500"/>
              <a:ext cx="520200" cy="95050"/>
            </a:xfrm>
            <a:custGeom>
              <a:rect b="b" l="l" r="r" t="t"/>
              <a:pathLst>
                <a:path extrusionOk="0" h="3802" w="20808">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95"/>
            <p:cNvSpPr/>
            <p:nvPr/>
          </p:nvSpPr>
          <p:spPr>
            <a:xfrm>
              <a:off x="233350" y="949250"/>
              <a:ext cx="3232550" cy="3802300"/>
            </a:xfrm>
            <a:custGeom>
              <a:rect b="b" l="l" r="r" t="t"/>
              <a:pathLst>
                <a:path extrusionOk="0" h="152092" w="129302">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95"/>
            <p:cNvSpPr/>
            <p:nvPr/>
          </p:nvSpPr>
          <p:spPr>
            <a:xfrm>
              <a:off x="1581325" y="1051125"/>
              <a:ext cx="283000" cy="91675"/>
            </a:xfrm>
            <a:custGeom>
              <a:rect b="b" l="l" r="r" t="t"/>
              <a:pathLst>
                <a:path extrusionOk="0" h="3667" w="1132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95"/>
            <p:cNvSpPr/>
            <p:nvPr/>
          </p:nvSpPr>
          <p:spPr>
            <a:xfrm>
              <a:off x="3144425" y="1319375"/>
              <a:ext cx="213450" cy="95575"/>
            </a:xfrm>
            <a:custGeom>
              <a:rect b="b" l="l" r="r" t="t"/>
              <a:pathLst>
                <a:path extrusionOk="0" h="3823" w="8538">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95"/>
            <p:cNvSpPr/>
            <p:nvPr/>
          </p:nvSpPr>
          <p:spPr>
            <a:xfrm>
              <a:off x="1453000" y="2509000"/>
              <a:ext cx="263575" cy="113100"/>
            </a:xfrm>
            <a:custGeom>
              <a:rect b="b" l="l" r="r" t="t"/>
              <a:pathLst>
                <a:path extrusionOk="0" h="4524" w="10543">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 name="Google Shape;1111;p95"/>
            <p:cNvSpPr/>
            <p:nvPr/>
          </p:nvSpPr>
          <p:spPr>
            <a:xfrm>
              <a:off x="1880725" y="1020350"/>
              <a:ext cx="162025" cy="112025"/>
            </a:xfrm>
            <a:custGeom>
              <a:rect b="b" l="l" r="r" t="t"/>
              <a:pathLst>
                <a:path extrusionOk="0" h="4481" w="6481">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95"/>
            <p:cNvSpPr/>
            <p:nvPr/>
          </p:nvSpPr>
          <p:spPr>
            <a:xfrm>
              <a:off x="1688900" y="2603450"/>
              <a:ext cx="165050" cy="73950"/>
            </a:xfrm>
            <a:custGeom>
              <a:rect b="b" l="l" r="r" t="t"/>
              <a:pathLst>
                <a:path extrusionOk="0" h="2958" w="6602">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p95"/>
            <p:cNvSpPr/>
            <p:nvPr/>
          </p:nvSpPr>
          <p:spPr>
            <a:xfrm>
              <a:off x="1922200" y="1344925"/>
              <a:ext cx="129625" cy="64525"/>
            </a:xfrm>
            <a:custGeom>
              <a:rect b="b" l="l" r="r" t="t"/>
              <a:pathLst>
                <a:path extrusionOk="0" h="2581" w="5185">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95"/>
            <p:cNvSpPr/>
            <p:nvPr/>
          </p:nvSpPr>
          <p:spPr>
            <a:xfrm>
              <a:off x="1787825" y="1030550"/>
              <a:ext cx="94250" cy="44825"/>
            </a:xfrm>
            <a:custGeom>
              <a:rect b="b" l="l" r="r" t="t"/>
              <a:pathLst>
                <a:path extrusionOk="0" h="1793" w="377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 name="Google Shape;1115;p95"/>
            <p:cNvSpPr/>
            <p:nvPr/>
          </p:nvSpPr>
          <p:spPr>
            <a:xfrm>
              <a:off x="1870350" y="2639275"/>
              <a:ext cx="59225" cy="44325"/>
            </a:xfrm>
            <a:custGeom>
              <a:rect b="b" l="l" r="r" t="t"/>
              <a:pathLst>
                <a:path extrusionOk="0" h="1773" w="2369">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 name="Google Shape;1116;p95"/>
            <p:cNvSpPr/>
            <p:nvPr/>
          </p:nvSpPr>
          <p:spPr>
            <a:xfrm>
              <a:off x="2264800" y="4630125"/>
              <a:ext cx="62675" cy="39225"/>
            </a:xfrm>
            <a:custGeom>
              <a:rect b="b" l="l" r="r" t="t"/>
              <a:pathLst>
                <a:path extrusionOk="0" h="1569" w="2507">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 name="Google Shape;1117;p95"/>
            <p:cNvSpPr/>
            <p:nvPr/>
          </p:nvSpPr>
          <p:spPr>
            <a:xfrm>
              <a:off x="1604225" y="2645350"/>
              <a:ext cx="56175" cy="38275"/>
            </a:xfrm>
            <a:custGeom>
              <a:rect b="b" l="l" r="r" t="t"/>
              <a:pathLst>
                <a:path extrusionOk="0" h="1531" w="2247">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 name="Google Shape;1118;p95"/>
            <p:cNvSpPr/>
            <p:nvPr/>
          </p:nvSpPr>
          <p:spPr>
            <a:xfrm>
              <a:off x="7045475" y="3384250"/>
              <a:ext cx="47375" cy="53550"/>
            </a:xfrm>
            <a:custGeom>
              <a:rect b="b" l="l" r="r" t="t"/>
              <a:pathLst>
                <a:path extrusionOk="0" h="2142" w="1895">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 name="Google Shape;1119;p95"/>
            <p:cNvSpPr/>
            <p:nvPr/>
          </p:nvSpPr>
          <p:spPr>
            <a:xfrm>
              <a:off x="4291500" y="1250400"/>
              <a:ext cx="54900" cy="37900"/>
            </a:xfrm>
            <a:custGeom>
              <a:rect b="b" l="l" r="r" t="t"/>
              <a:pathLst>
                <a:path extrusionOk="0" h="1516" w="2196">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 name="Google Shape;1120;p95"/>
            <p:cNvSpPr/>
            <p:nvPr/>
          </p:nvSpPr>
          <p:spPr>
            <a:xfrm>
              <a:off x="6323375" y="3314875"/>
              <a:ext cx="50125" cy="37325"/>
            </a:xfrm>
            <a:custGeom>
              <a:rect b="b" l="l" r="r" t="t"/>
              <a:pathLst>
                <a:path extrusionOk="0" h="1493" w="2005">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95"/>
            <p:cNvSpPr/>
            <p:nvPr/>
          </p:nvSpPr>
          <p:spPr>
            <a:xfrm>
              <a:off x="6680225" y="1890750"/>
              <a:ext cx="46075" cy="42200"/>
            </a:xfrm>
            <a:custGeom>
              <a:rect b="b" l="l" r="r" t="t"/>
              <a:pathLst>
                <a:path extrusionOk="0" h="1688" w="1843">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95"/>
            <p:cNvSpPr/>
            <p:nvPr/>
          </p:nvSpPr>
          <p:spPr>
            <a:xfrm>
              <a:off x="3550975" y="1955400"/>
              <a:ext cx="53600" cy="126175"/>
            </a:xfrm>
            <a:custGeom>
              <a:rect b="b" l="l" r="r" t="t"/>
              <a:pathLst>
                <a:path extrusionOk="0" h="5047" w="2144">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95"/>
            <p:cNvSpPr/>
            <p:nvPr/>
          </p:nvSpPr>
          <p:spPr>
            <a:xfrm>
              <a:off x="3910000" y="2161475"/>
              <a:ext cx="93775" cy="45400"/>
            </a:xfrm>
            <a:custGeom>
              <a:rect b="b" l="l" r="r" t="t"/>
              <a:pathLst>
                <a:path extrusionOk="0" h="1816" w="3751">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95"/>
            <p:cNvSpPr/>
            <p:nvPr/>
          </p:nvSpPr>
          <p:spPr>
            <a:xfrm>
              <a:off x="4125600" y="2173875"/>
              <a:ext cx="50575" cy="37600"/>
            </a:xfrm>
            <a:custGeom>
              <a:rect b="b" l="l" r="r" t="t"/>
              <a:pathLst>
                <a:path extrusionOk="0" h="1504" w="2023">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95"/>
            <p:cNvSpPr/>
            <p:nvPr/>
          </p:nvSpPr>
          <p:spPr>
            <a:xfrm>
              <a:off x="3415775" y="2038325"/>
              <a:ext cx="44925" cy="38175"/>
            </a:xfrm>
            <a:custGeom>
              <a:rect b="b" l="l" r="r" t="t"/>
              <a:pathLst>
                <a:path extrusionOk="0" h="1527" w="1797">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26" name="Google Shape;1126;p95"/>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THIS IS A</a:t>
            </a:r>
            <a:r>
              <a:rPr lang="en">
                <a:solidFill>
                  <a:srgbClr val="F4C5B1"/>
                </a:solidFill>
              </a:rPr>
              <a:t> </a:t>
            </a:r>
            <a:r>
              <a:rPr lang="en">
                <a:solidFill>
                  <a:schemeClr val="lt1"/>
                </a:solidFill>
              </a:rPr>
              <a:t>MAP</a:t>
            </a:r>
            <a:endParaRPr>
              <a:solidFill>
                <a:schemeClr val="lt1"/>
              </a:solidFill>
            </a:endParaRPr>
          </a:p>
        </p:txBody>
      </p:sp>
      <p:sp>
        <p:nvSpPr>
          <p:cNvPr id="1127" name="Google Shape;1127;p95"/>
          <p:cNvSpPr txBox="1"/>
          <p:nvPr/>
        </p:nvSpPr>
        <p:spPr>
          <a:xfrm>
            <a:off x="1299413" y="1713475"/>
            <a:ext cx="2035800" cy="4875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latin typeface="Kulim Park"/>
                <a:ea typeface="Kulim Park"/>
                <a:cs typeface="Kulim Park"/>
                <a:sym typeface="Kulim Park"/>
              </a:rPr>
              <a:t>VENUS</a:t>
            </a:r>
            <a:endParaRPr sz="2000">
              <a:solidFill>
                <a:schemeClr val="dk1"/>
              </a:solidFill>
              <a:latin typeface="Kulim Park"/>
              <a:ea typeface="Kulim Park"/>
              <a:cs typeface="Kulim Park"/>
              <a:sym typeface="Kulim Park"/>
            </a:endParaRPr>
          </a:p>
        </p:txBody>
      </p:sp>
      <p:sp>
        <p:nvSpPr>
          <p:cNvPr id="1128" name="Google Shape;1128;p95"/>
          <p:cNvSpPr txBox="1"/>
          <p:nvPr/>
        </p:nvSpPr>
        <p:spPr>
          <a:xfrm>
            <a:off x="1299458" y="2145350"/>
            <a:ext cx="2035800" cy="661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latin typeface="Manrope"/>
                <a:ea typeface="Manrope"/>
                <a:cs typeface="Manrope"/>
                <a:sym typeface="Manrope"/>
              </a:rPr>
              <a:t>Venus is the second planet from the Sun</a:t>
            </a:r>
            <a:endParaRPr>
              <a:solidFill>
                <a:schemeClr val="dk1"/>
              </a:solidFill>
              <a:latin typeface="Manrope"/>
              <a:ea typeface="Manrope"/>
              <a:cs typeface="Manrope"/>
              <a:sym typeface="Manrope"/>
            </a:endParaRPr>
          </a:p>
        </p:txBody>
      </p:sp>
      <p:sp>
        <p:nvSpPr>
          <p:cNvPr id="1129" name="Google Shape;1129;p95"/>
          <p:cNvSpPr txBox="1"/>
          <p:nvPr/>
        </p:nvSpPr>
        <p:spPr>
          <a:xfrm>
            <a:off x="1299413" y="3035750"/>
            <a:ext cx="2035800" cy="4875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latin typeface="Kulim Park"/>
                <a:ea typeface="Kulim Park"/>
                <a:cs typeface="Kulim Park"/>
                <a:sym typeface="Kulim Park"/>
              </a:rPr>
              <a:t>MERCURY</a:t>
            </a:r>
            <a:endParaRPr sz="2000">
              <a:solidFill>
                <a:schemeClr val="dk1"/>
              </a:solidFill>
              <a:latin typeface="Kulim Park"/>
              <a:ea typeface="Kulim Park"/>
              <a:cs typeface="Kulim Park"/>
              <a:sym typeface="Kulim Park"/>
            </a:endParaRPr>
          </a:p>
        </p:txBody>
      </p:sp>
      <p:sp>
        <p:nvSpPr>
          <p:cNvPr id="1130" name="Google Shape;1130;p95"/>
          <p:cNvSpPr txBox="1"/>
          <p:nvPr/>
        </p:nvSpPr>
        <p:spPr>
          <a:xfrm>
            <a:off x="1299458" y="3467625"/>
            <a:ext cx="2035800" cy="661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latin typeface="Manrope"/>
                <a:ea typeface="Manrope"/>
                <a:cs typeface="Manrope"/>
                <a:sym typeface="Manrope"/>
              </a:rPr>
              <a:t>It’s the closest planet to the Sun</a:t>
            </a:r>
            <a:endParaRPr>
              <a:solidFill>
                <a:schemeClr val="dk1"/>
              </a:solidFill>
              <a:latin typeface="Manrope"/>
              <a:ea typeface="Manrope"/>
              <a:cs typeface="Manrope"/>
              <a:sym typeface="Manrope"/>
            </a:endParaRPr>
          </a:p>
        </p:txBody>
      </p:sp>
      <p:sp>
        <p:nvSpPr>
          <p:cNvPr id="1131" name="Google Shape;1131;p95"/>
          <p:cNvSpPr/>
          <p:nvPr/>
        </p:nvSpPr>
        <p:spPr>
          <a:xfrm flipH="1">
            <a:off x="654636" y="3064816"/>
            <a:ext cx="596016" cy="429371"/>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95"/>
          <p:cNvSpPr/>
          <p:nvPr/>
        </p:nvSpPr>
        <p:spPr>
          <a:xfrm>
            <a:off x="741152" y="1742540"/>
            <a:ext cx="483178" cy="429370"/>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p95"/>
          <p:cNvSpPr/>
          <p:nvPr/>
        </p:nvSpPr>
        <p:spPr>
          <a:xfrm>
            <a:off x="4529050" y="2251810"/>
            <a:ext cx="329244" cy="292649"/>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 name="Google Shape;1134;p95"/>
          <p:cNvSpPr/>
          <p:nvPr/>
        </p:nvSpPr>
        <p:spPr>
          <a:xfrm flipH="1">
            <a:off x="4809818" y="2989162"/>
            <a:ext cx="406240" cy="292656"/>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 name="Google Shape;1135;p95"/>
          <p:cNvSpPr/>
          <p:nvPr/>
        </p:nvSpPr>
        <p:spPr>
          <a:xfrm>
            <a:off x="7463952" y="3541079"/>
            <a:ext cx="329244" cy="292649"/>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 name="Google Shape;1136;p95"/>
          <p:cNvSpPr/>
          <p:nvPr/>
        </p:nvSpPr>
        <p:spPr>
          <a:xfrm flipH="1">
            <a:off x="5751615" y="2197841"/>
            <a:ext cx="406240" cy="292656"/>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33"/>
                                        </p:tgtEl>
                                        <p:attrNameLst>
                                          <p:attrName>style.visibility</p:attrName>
                                        </p:attrNameLst>
                                      </p:cBhvr>
                                      <p:to>
                                        <p:strVal val="visible"/>
                                      </p:to>
                                    </p:set>
                                    <p:animEffect filter="fade" transition="in">
                                      <p:cBhvr>
                                        <p:cTn dur="1000"/>
                                        <p:tgtEl>
                                          <p:spTgt spid="1133"/>
                                        </p:tgtEl>
                                      </p:cBhvr>
                                    </p:animEffect>
                                  </p:childTnLst>
                                </p:cTn>
                              </p:par>
                              <p:par>
                                <p:cTn fill="hold" nodeType="withEffect" presetClass="entr" presetID="10" presetSubtype="0">
                                  <p:stCondLst>
                                    <p:cond delay="0"/>
                                  </p:stCondLst>
                                  <p:childTnLst>
                                    <p:set>
                                      <p:cBhvr>
                                        <p:cTn dur="1" fill="hold">
                                          <p:stCondLst>
                                            <p:cond delay="0"/>
                                          </p:stCondLst>
                                        </p:cTn>
                                        <p:tgtEl>
                                          <p:spTgt spid="1134"/>
                                        </p:tgtEl>
                                        <p:attrNameLst>
                                          <p:attrName>style.visibility</p:attrName>
                                        </p:attrNameLst>
                                      </p:cBhvr>
                                      <p:to>
                                        <p:strVal val="visible"/>
                                      </p:to>
                                    </p:set>
                                    <p:animEffect filter="fade" transition="in">
                                      <p:cBhvr>
                                        <p:cTn dur="1000"/>
                                        <p:tgtEl>
                                          <p:spTgt spid="1134"/>
                                        </p:tgtEl>
                                      </p:cBhvr>
                                    </p:animEffect>
                                  </p:childTnLst>
                                </p:cTn>
                              </p:par>
                              <p:par>
                                <p:cTn fill="hold" nodeType="withEffect" presetClass="entr" presetID="10" presetSubtype="0">
                                  <p:stCondLst>
                                    <p:cond delay="0"/>
                                  </p:stCondLst>
                                  <p:childTnLst>
                                    <p:set>
                                      <p:cBhvr>
                                        <p:cTn dur="1" fill="hold">
                                          <p:stCondLst>
                                            <p:cond delay="0"/>
                                          </p:stCondLst>
                                        </p:cTn>
                                        <p:tgtEl>
                                          <p:spTgt spid="1135"/>
                                        </p:tgtEl>
                                        <p:attrNameLst>
                                          <p:attrName>style.visibility</p:attrName>
                                        </p:attrNameLst>
                                      </p:cBhvr>
                                      <p:to>
                                        <p:strVal val="visible"/>
                                      </p:to>
                                    </p:set>
                                    <p:animEffect filter="fade" transition="in">
                                      <p:cBhvr>
                                        <p:cTn dur="1000"/>
                                        <p:tgtEl>
                                          <p:spTgt spid="1135"/>
                                        </p:tgtEl>
                                      </p:cBhvr>
                                    </p:animEffect>
                                  </p:childTnLst>
                                </p:cTn>
                              </p:par>
                              <p:par>
                                <p:cTn fill="hold" nodeType="withEffect" presetClass="entr" presetID="10" presetSubtype="0">
                                  <p:stCondLst>
                                    <p:cond delay="0"/>
                                  </p:stCondLst>
                                  <p:childTnLst>
                                    <p:set>
                                      <p:cBhvr>
                                        <p:cTn dur="1" fill="hold">
                                          <p:stCondLst>
                                            <p:cond delay="0"/>
                                          </p:stCondLst>
                                        </p:cTn>
                                        <p:tgtEl>
                                          <p:spTgt spid="1136"/>
                                        </p:tgtEl>
                                        <p:attrNameLst>
                                          <p:attrName>style.visibility</p:attrName>
                                        </p:attrNameLst>
                                      </p:cBhvr>
                                      <p:to>
                                        <p:strVal val="visible"/>
                                      </p:to>
                                    </p:set>
                                    <p:animEffect filter="fade" transition="in">
                                      <p:cBhvr>
                                        <p:cTn dur="1000"/>
                                        <p:tgtEl>
                                          <p:spTgt spid="113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0" name="Shape 1140"/>
        <p:cNvGrpSpPr/>
        <p:nvPr/>
      </p:nvGrpSpPr>
      <p:grpSpPr>
        <a:xfrm>
          <a:off x="0" y="0"/>
          <a:ext cx="0" cy="0"/>
          <a:chOff x="0" y="0"/>
          <a:chExt cx="0" cy="0"/>
        </a:xfrm>
      </p:grpSpPr>
      <p:sp>
        <p:nvSpPr>
          <p:cNvPr id="1141" name="Google Shape;1141;p96"/>
          <p:cNvSpPr/>
          <p:nvPr/>
        </p:nvSpPr>
        <p:spPr>
          <a:xfrm>
            <a:off x="5997925" y="509647"/>
            <a:ext cx="2057932" cy="1482538"/>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96"/>
          <p:cNvSpPr txBox="1"/>
          <p:nvPr>
            <p:ph type="title"/>
          </p:nvPr>
        </p:nvSpPr>
        <p:spPr>
          <a:xfrm>
            <a:off x="1309450" y="2081675"/>
            <a:ext cx="6746400" cy="1610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THE PRODUCT </a:t>
            </a:r>
            <a:endParaRPr/>
          </a:p>
          <a:p>
            <a:pPr indent="0" lvl="0" marL="0" rtl="0" algn="l">
              <a:spcBef>
                <a:spcPts val="0"/>
              </a:spcBef>
              <a:spcAft>
                <a:spcPts val="0"/>
              </a:spcAft>
              <a:buNone/>
            </a:pPr>
            <a:r>
              <a:rPr lang="en">
                <a:solidFill>
                  <a:schemeClr val="lt1"/>
                </a:solidFill>
              </a:rPr>
              <a:t>WE HAVE</a:t>
            </a:r>
            <a:endParaRPr>
              <a:solidFill>
                <a:schemeClr val="lt1"/>
              </a:solidFill>
            </a:endParaRPr>
          </a:p>
        </p:txBody>
      </p:sp>
      <p:sp>
        <p:nvSpPr>
          <p:cNvPr id="1143" name="Google Shape;1143;p96"/>
          <p:cNvSpPr txBox="1"/>
          <p:nvPr>
            <p:ph idx="2" type="title"/>
          </p:nvPr>
        </p:nvSpPr>
        <p:spPr>
          <a:xfrm>
            <a:off x="6066050" y="691889"/>
            <a:ext cx="1498200" cy="1123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03</a:t>
            </a:r>
            <a:endParaRPr/>
          </a:p>
        </p:txBody>
      </p:sp>
      <p:sp>
        <p:nvSpPr>
          <p:cNvPr id="1144" name="Google Shape;1144;p96"/>
          <p:cNvSpPr txBox="1"/>
          <p:nvPr>
            <p:ph idx="1" type="subTitle"/>
          </p:nvPr>
        </p:nvSpPr>
        <p:spPr>
          <a:xfrm>
            <a:off x="1309450" y="3731250"/>
            <a:ext cx="6746400" cy="719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You can enter a subtitle here if you need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1142"/>
                                        </p:tgtEl>
                                        <p:attrNameLst>
                                          <p:attrName>style.visibility</p:attrName>
                                        </p:attrNameLst>
                                      </p:cBhvr>
                                      <p:to>
                                        <p:strVal val="visible"/>
                                      </p:to>
                                    </p:set>
                                    <p:anim calcmode="lin" valueType="num">
                                      <p:cBhvr additive="base">
                                        <p:cTn dur="1000"/>
                                        <p:tgtEl>
                                          <p:spTgt spid="1142"/>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97"/>
          <p:cNvSpPr txBox="1"/>
          <p:nvPr>
            <p:ph idx="15"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AWARDS</a:t>
            </a:r>
            <a:endParaRPr/>
          </a:p>
        </p:txBody>
      </p:sp>
      <p:sp>
        <p:nvSpPr>
          <p:cNvPr id="1150" name="Google Shape;1150;p97"/>
          <p:cNvSpPr txBox="1"/>
          <p:nvPr>
            <p:ph type="title"/>
          </p:nvPr>
        </p:nvSpPr>
        <p:spPr>
          <a:xfrm>
            <a:off x="721076" y="1932225"/>
            <a:ext cx="2227200" cy="4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MARS</a:t>
            </a:r>
            <a:endParaRPr/>
          </a:p>
        </p:txBody>
      </p:sp>
      <p:sp>
        <p:nvSpPr>
          <p:cNvPr id="1151" name="Google Shape;1151;p97"/>
          <p:cNvSpPr txBox="1"/>
          <p:nvPr>
            <p:ph idx="1" type="subTitle"/>
          </p:nvPr>
        </p:nvSpPr>
        <p:spPr>
          <a:xfrm>
            <a:off x="721125" y="2287900"/>
            <a:ext cx="2227200" cy="661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Mars is actually a very cold place</a:t>
            </a:r>
            <a:endParaRPr/>
          </a:p>
        </p:txBody>
      </p:sp>
      <p:sp>
        <p:nvSpPr>
          <p:cNvPr id="1152" name="Google Shape;1152;p97"/>
          <p:cNvSpPr txBox="1"/>
          <p:nvPr>
            <p:ph idx="2" type="title"/>
          </p:nvPr>
        </p:nvSpPr>
        <p:spPr>
          <a:xfrm>
            <a:off x="721076" y="3841025"/>
            <a:ext cx="2227200" cy="4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SATURN</a:t>
            </a:r>
            <a:endParaRPr/>
          </a:p>
        </p:txBody>
      </p:sp>
      <p:sp>
        <p:nvSpPr>
          <p:cNvPr id="1153" name="Google Shape;1153;p97"/>
          <p:cNvSpPr txBox="1"/>
          <p:nvPr>
            <p:ph idx="3" type="subTitle"/>
          </p:nvPr>
        </p:nvSpPr>
        <p:spPr>
          <a:xfrm>
            <a:off x="721100" y="4196700"/>
            <a:ext cx="2227200" cy="661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Saturn is the ringed planet and a gas giant</a:t>
            </a:r>
            <a:endParaRPr/>
          </a:p>
        </p:txBody>
      </p:sp>
      <p:sp>
        <p:nvSpPr>
          <p:cNvPr id="1154" name="Google Shape;1154;p97"/>
          <p:cNvSpPr txBox="1"/>
          <p:nvPr>
            <p:ph idx="4" type="title"/>
          </p:nvPr>
        </p:nvSpPr>
        <p:spPr>
          <a:xfrm>
            <a:off x="3458376" y="1932225"/>
            <a:ext cx="2227200" cy="4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NEPTUNE</a:t>
            </a:r>
            <a:endParaRPr/>
          </a:p>
        </p:txBody>
      </p:sp>
      <p:sp>
        <p:nvSpPr>
          <p:cNvPr id="1155" name="Google Shape;1155;p97"/>
          <p:cNvSpPr txBox="1"/>
          <p:nvPr>
            <p:ph idx="5" type="subTitle"/>
          </p:nvPr>
        </p:nvSpPr>
        <p:spPr>
          <a:xfrm>
            <a:off x="3458425" y="2287900"/>
            <a:ext cx="2227200" cy="661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It’s the farthest </a:t>
            </a:r>
            <a:r>
              <a:rPr lang="en"/>
              <a:t>planet </a:t>
            </a:r>
            <a:r>
              <a:rPr lang="en"/>
              <a:t>from the Sun</a:t>
            </a:r>
            <a:endParaRPr/>
          </a:p>
        </p:txBody>
      </p:sp>
      <p:sp>
        <p:nvSpPr>
          <p:cNvPr id="1156" name="Google Shape;1156;p97"/>
          <p:cNvSpPr txBox="1"/>
          <p:nvPr>
            <p:ph idx="6" type="title"/>
          </p:nvPr>
        </p:nvSpPr>
        <p:spPr>
          <a:xfrm>
            <a:off x="3458376" y="3841025"/>
            <a:ext cx="2227200" cy="4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JUPITER</a:t>
            </a:r>
            <a:endParaRPr/>
          </a:p>
        </p:txBody>
      </p:sp>
      <p:sp>
        <p:nvSpPr>
          <p:cNvPr id="1157" name="Google Shape;1157;p97"/>
          <p:cNvSpPr txBox="1"/>
          <p:nvPr>
            <p:ph idx="7" type="subTitle"/>
          </p:nvPr>
        </p:nvSpPr>
        <p:spPr>
          <a:xfrm>
            <a:off x="3458400" y="4196700"/>
            <a:ext cx="2227200" cy="661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Jupiter is the biggest planet of them all</a:t>
            </a:r>
            <a:endParaRPr/>
          </a:p>
        </p:txBody>
      </p:sp>
      <p:sp>
        <p:nvSpPr>
          <p:cNvPr id="1158" name="Google Shape;1158;p97"/>
          <p:cNvSpPr txBox="1"/>
          <p:nvPr>
            <p:ph idx="8" type="title"/>
          </p:nvPr>
        </p:nvSpPr>
        <p:spPr>
          <a:xfrm>
            <a:off x="6195726" y="1932225"/>
            <a:ext cx="2227200" cy="4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MERCURY</a:t>
            </a:r>
            <a:endParaRPr/>
          </a:p>
        </p:txBody>
      </p:sp>
      <p:sp>
        <p:nvSpPr>
          <p:cNvPr id="1159" name="Google Shape;1159;p97"/>
          <p:cNvSpPr txBox="1"/>
          <p:nvPr>
            <p:ph idx="9" type="subTitle"/>
          </p:nvPr>
        </p:nvSpPr>
        <p:spPr>
          <a:xfrm>
            <a:off x="6195775" y="2287900"/>
            <a:ext cx="2227200" cy="661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It’s the closest planet to the Sun</a:t>
            </a:r>
            <a:endParaRPr/>
          </a:p>
        </p:txBody>
      </p:sp>
      <p:sp>
        <p:nvSpPr>
          <p:cNvPr id="1160" name="Google Shape;1160;p97"/>
          <p:cNvSpPr txBox="1"/>
          <p:nvPr>
            <p:ph idx="13" type="title"/>
          </p:nvPr>
        </p:nvSpPr>
        <p:spPr>
          <a:xfrm>
            <a:off x="6195726" y="3841025"/>
            <a:ext cx="2227200" cy="4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VENUS</a:t>
            </a:r>
            <a:endParaRPr/>
          </a:p>
        </p:txBody>
      </p:sp>
      <p:sp>
        <p:nvSpPr>
          <p:cNvPr id="1161" name="Google Shape;1161;p97"/>
          <p:cNvSpPr txBox="1"/>
          <p:nvPr>
            <p:ph idx="14" type="subTitle"/>
          </p:nvPr>
        </p:nvSpPr>
        <p:spPr>
          <a:xfrm>
            <a:off x="6195750" y="4196700"/>
            <a:ext cx="2227200" cy="661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Venus is the second planet from the Sun</a:t>
            </a:r>
            <a:endParaRPr/>
          </a:p>
        </p:txBody>
      </p:sp>
      <p:grpSp>
        <p:nvGrpSpPr>
          <p:cNvPr id="1162" name="Google Shape;1162;p97"/>
          <p:cNvGrpSpPr/>
          <p:nvPr/>
        </p:nvGrpSpPr>
        <p:grpSpPr>
          <a:xfrm>
            <a:off x="7079014" y="3263005"/>
            <a:ext cx="494498" cy="490388"/>
            <a:chOff x="4769607" y="2317167"/>
            <a:chExt cx="343855" cy="340997"/>
          </a:xfrm>
        </p:grpSpPr>
        <p:sp>
          <p:nvSpPr>
            <p:cNvPr id="1163" name="Google Shape;1163;p97"/>
            <p:cNvSpPr/>
            <p:nvPr/>
          </p:nvSpPr>
          <p:spPr>
            <a:xfrm>
              <a:off x="4922057" y="2408855"/>
              <a:ext cx="99717" cy="99749"/>
            </a:xfrm>
            <a:custGeom>
              <a:rect b="b" l="l" r="r" t="t"/>
              <a:pathLst>
                <a:path extrusionOk="0" h="3106" w="3105">
                  <a:moveTo>
                    <a:pt x="1963" y="714"/>
                  </a:moveTo>
                  <a:cubicBezTo>
                    <a:pt x="2052" y="768"/>
                    <a:pt x="2141" y="821"/>
                    <a:pt x="2213" y="893"/>
                  </a:cubicBezTo>
                  <a:cubicBezTo>
                    <a:pt x="2391" y="1071"/>
                    <a:pt x="2480" y="1303"/>
                    <a:pt x="2480" y="1553"/>
                  </a:cubicBezTo>
                  <a:cubicBezTo>
                    <a:pt x="2480" y="1803"/>
                    <a:pt x="2391" y="2035"/>
                    <a:pt x="2213" y="2213"/>
                  </a:cubicBezTo>
                  <a:cubicBezTo>
                    <a:pt x="2150" y="2276"/>
                    <a:pt x="2070" y="2307"/>
                    <a:pt x="1990" y="2307"/>
                  </a:cubicBezTo>
                  <a:cubicBezTo>
                    <a:pt x="1909" y="2307"/>
                    <a:pt x="1829" y="2276"/>
                    <a:pt x="1767" y="2213"/>
                  </a:cubicBezTo>
                  <a:cubicBezTo>
                    <a:pt x="1713" y="2160"/>
                    <a:pt x="1677" y="2088"/>
                    <a:pt x="1677" y="1999"/>
                  </a:cubicBezTo>
                  <a:cubicBezTo>
                    <a:pt x="1677" y="1910"/>
                    <a:pt x="1713" y="1839"/>
                    <a:pt x="1767" y="1785"/>
                  </a:cubicBezTo>
                  <a:cubicBezTo>
                    <a:pt x="2052" y="1500"/>
                    <a:pt x="2123" y="1071"/>
                    <a:pt x="1963" y="714"/>
                  </a:cubicBezTo>
                  <a:close/>
                  <a:moveTo>
                    <a:pt x="1106" y="804"/>
                  </a:moveTo>
                  <a:cubicBezTo>
                    <a:pt x="1196" y="804"/>
                    <a:pt x="1267" y="839"/>
                    <a:pt x="1338" y="893"/>
                  </a:cubicBezTo>
                  <a:cubicBezTo>
                    <a:pt x="1463" y="1018"/>
                    <a:pt x="1463" y="1214"/>
                    <a:pt x="1338" y="1339"/>
                  </a:cubicBezTo>
                  <a:cubicBezTo>
                    <a:pt x="1160" y="1517"/>
                    <a:pt x="1053" y="1749"/>
                    <a:pt x="1053" y="1999"/>
                  </a:cubicBezTo>
                  <a:cubicBezTo>
                    <a:pt x="1053" y="2142"/>
                    <a:pt x="1088" y="2285"/>
                    <a:pt x="1142" y="2392"/>
                  </a:cubicBezTo>
                  <a:cubicBezTo>
                    <a:pt x="1053" y="2356"/>
                    <a:pt x="964" y="2302"/>
                    <a:pt x="892" y="2213"/>
                  </a:cubicBezTo>
                  <a:cubicBezTo>
                    <a:pt x="714" y="2035"/>
                    <a:pt x="625" y="1803"/>
                    <a:pt x="625" y="1553"/>
                  </a:cubicBezTo>
                  <a:cubicBezTo>
                    <a:pt x="625" y="1303"/>
                    <a:pt x="714" y="1071"/>
                    <a:pt x="892" y="893"/>
                  </a:cubicBezTo>
                  <a:cubicBezTo>
                    <a:pt x="946" y="839"/>
                    <a:pt x="1035" y="804"/>
                    <a:pt x="1106" y="804"/>
                  </a:cubicBezTo>
                  <a:close/>
                  <a:moveTo>
                    <a:pt x="1552" y="1"/>
                  </a:moveTo>
                  <a:cubicBezTo>
                    <a:pt x="1160" y="1"/>
                    <a:pt x="767" y="161"/>
                    <a:pt x="482" y="429"/>
                  </a:cubicBezTo>
                  <a:cubicBezTo>
                    <a:pt x="482" y="429"/>
                    <a:pt x="464" y="447"/>
                    <a:pt x="446" y="465"/>
                  </a:cubicBezTo>
                  <a:cubicBezTo>
                    <a:pt x="161" y="750"/>
                    <a:pt x="0" y="1143"/>
                    <a:pt x="0" y="1553"/>
                  </a:cubicBezTo>
                  <a:cubicBezTo>
                    <a:pt x="0" y="1981"/>
                    <a:pt x="161" y="2356"/>
                    <a:pt x="446" y="2659"/>
                  </a:cubicBezTo>
                  <a:cubicBezTo>
                    <a:pt x="749" y="2945"/>
                    <a:pt x="1142" y="3105"/>
                    <a:pt x="1552" y="3105"/>
                  </a:cubicBezTo>
                  <a:cubicBezTo>
                    <a:pt x="1963" y="3105"/>
                    <a:pt x="2355" y="2945"/>
                    <a:pt x="2659" y="2659"/>
                  </a:cubicBezTo>
                  <a:cubicBezTo>
                    <a:pt x="2944" y="2356"/>
                    <a:pt x="3105" y="1981"/>
                    <a:pt x="3105" y="1553"/>
                  </a:cubicBezTo>
                  <a:cubicBezTo>
                    <a:pt x="3105" y="1143"/>
                    <a:pt x="2944" y="750"/>
                    <a:pt x="2659" y="465"/>
                  </a:cubicBezTo>
                  <a:cubicBezTo>
                    <a:pt x="2355" y="161"/>
                    <a:pt x="1963" y="1"/>
                    <a:pt x="155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97"/>
            <p:cNvSpPr/>
            <p:nvPr/>
          </p:nvSpPr>
          <p:spPr>
            <a:xfrm>
              <a:off x="4769607" y="2317167"/>
              <a:ext cx="343855" cy="340997"/>
            </a:xfrm>
            <a:custGeom>
              <a:rect b="b" l="l" r="r" t="t"/>
              <a:pathLst>
                <a:path extrusionOk="0" h="10618" w="10707">
                  <a:moveTo>
                    <a:pt x="6514" y="625"/>
                  </a:moveTo>
                  <a:cubicBezTo>
                    <a:pt x="6763" y="625"/>
                    <a:pt x="6995" y="715"/>
                    <a:pt x="7174" y="893"/>
                  </a:cubicBezTo>
                  <a:lnTo>
                    <a:pt x="9814" y="3534"/>
                  </a:lnTo>
                  <a:cubicBezTo>
                    <a:pt x="9993" y="3712"/>
                    <a:pt x="10100" y="3944"/>
                    <a:pt x="10100" y="4194"/>
                  </a:cubicBezTo>
                  <a:cubicBezTo>
                    <a:pt x="10100" y="4444"/>
                    <a:pt x="9993" y="4676"/>
                    <a:pt x="9814" y="4854"/>
                  </a:cubicBezTo>
                  <a:lnTo>
                    <a:pt x="7834" y="6835"/>
                  </a:lnTo>
                  <a:cubicBezTo>
                    <a:pt x="7316" y="7370"/>
                    <a:pt x="6603" y="7655"/>
                    <a:pt x="5853" y="7655"/>
                  </a:cubicBezTo>
                  <a:cubicBezTo>
                    <a:pt x="5104" y="7655"/>
                    <a:pt x="4408" y="7370"/>
                    <a:pt x="3873" y="6835"/>
                  </a:cubicBezTo>
                  <a:cubicBezTo>
                    <a:pt x="3355" y="6299"/>
                    <a:pt x="3052" y="5603"/>
                    <a:pt x="3052" y="4854"/>
                  </a:cubicBezTo>
                  <a:cubicBezTo>
                    <a:pt x="3052" y="4105"/>
                    <a:pt x="3355" y="3409"/>
                    <a:pt x="3873" y="2874"/>
                  </a:cubicBezTo>
                  <a:lnTo>
                    <a:pt x="5853" y="893"/>
                  </a:lnTo>
                  <a:cubicBezTo>
                    <a:pt x="6032" y="715"/>
                    <a:pt x="6264" y="625"/>
                    <a:pt x="6514" y="625"/>
                  </a:cubicBezTo>
                  <a:close/>
                  <a:moveTo>
                    <a:pt x="3230" y="7049"/>
                  </a:moveTo>
                  <a:cubicBezTo>
                    <a:pt x="3373" y="7209"/>
                    <a:pt x="3516" y="7352"/>
                    <a:pt x="3677" y="7477"/>
                  </a:cubicBezTo>
                  <a:lnTo>
                    <a:pt x="2784" y="8369"/>
                  </a:lnTo>
                  <a:lnTo>
                    <a:pt x="2356" y="7923"/>
                  </a:lnTo>
                  <a:lnTo>
                    <a:pt x="3230" y="7049"/>
                  </a:lnTo>
                  <a:close/>
                  <a:moveTo>
                    <a:pt x="1910" y="8369"/>
                  </a:moveTo>
                  <a:lnTo>
                    <a:pt x="2356" y="8797"/>
                  </a:lnTo>
                  <a:lnTo>
                    <a:pt x="1910" y="9243"/>
                  </a:lnTo>
                  <a:lnTo>
                    <a:pt x="1464" y="8797"/>
                  </a:lnTo>
                  <a:lnTo>
                    <a:pt x="1910" y="8369"/>
                  </a:lnTo>
                  <a:close/>
                  <a:moveTo>
                    <a:pt x="1036" y="9243"/>
                  </a:moveTo>
                  <a:lnTo>
                    <a:pt x="1464" y="9689"/>
                  </a:lnTo>
                  <a:lnTo>
                    <a:pt x="1250" y="9904"/>
                  </a:lnTo>
                  <a:cubicBezTo>
                    <a:pt x="1187" y="9966"/>
                    <a:pt x="1107" y="9997"/>
                    <a:pt x="1027" y="9997"/>
                  </a:cubicBezTo>
                  <a:cubicBezTo>
                    <a:pt x="947" y="9997"/>
                    <a:pt x="866" y="9966"/>
                    <a:pt x="804" y="9904"/>
                  </a:cubicBezTo>
                  <a:cubicBezTo>
                    <a:pt x="697" y="9779"/>
                    <a:pt x="697" y="9582"/>
                    <a:pt x="804" y="9457"/>
                  </a:cubicBezTo>
                  <a:lnTo>
                    <a:pt x="1036" y="9243"/>
                  </a:lnTo>
                  <a:close/>
                  <a:moveTo>
                    <a:pt x="6514" y="1"/>
                  </a:moveTo>
                  <a:cubicBezTo>
                    <a:pt x="6103" y="1"/>
                    <a:pt x="5711" y="161"/>
                    <a:pt x="5425" y="447"/>
                  </a:cubicBezTo>
                  <a:lnTo>
                    <a:pt x="3445" y="2427"/>
                  </a:lnTo>
                  <a:cubicBezTo>
                    <a:pt x="2802" y="3088"/>
                    <a:pt x="2445" y="3944"/>
                    <a:pt x="2445" y="4854"/>
                  </a:cubicBezTo>
                  <a:cubicBezTo>
                    <a:pt x="2445" y="5443"/>
                    <a:pt x="2588" y="6014"/>
                    <a:pt x="2874" y="6513"/>
                  </a:cubicBezTo>
                  <a:lnTo>
                    <a:pt x="376" y="9029"/>
                  </a:lnTo>
                  <a:cubicBezTo>
                    <a:pt x="1" y="9386"/>
                    <a:pt x="1" y="9975"/>
                    <a:pt x="376" y="10350"/>
                  </a:cubicBezTo>
                  <a:cubicBezTo>
                    <a:pt x="554" y="10528"/>
                    <a:pt x="790" y="10617"/>
                    <a:pt x="1029" y="10617"/>
                  </a:cubicBezTo>
                  <a:cubicBezTo>
                    <a:pt x="1268" y="10617"/>
                    <a:pt x="1509" y="10528"/>
                    <a:pt x="1696" y="10350"/>
                  </a:cubicBezTo>
                  <a:lnTo>
                    <a:pt x="4194" y="7834"/>
                  </a:lnTo>
                  <a:cubicBezTo>
                    <a:pt x="4711" y="8137"/>
                    <a:pt x="5282" y="8280"/>
                    <a:pt x="5853" y="8280"/>
                  </a:cubicBezTo>
                  <a:cubicBezTo>
                    <a:pt x="6728" y="8280"/>
                    <a:pt x="7620" y="7941"/>
                    <a:pt x="8280" y="7281"/>
                  </a:cubicBezTo>
                  <a:lnTo>
                    <a:pt x="10260" y="5300"/>
                  </a:lnTo>
                  <a:cubicBezTo>
                    <a:pt x="10546" y="4997"/>
                    <a:pt x="10707" y="4604"/>
                    <a:pt x="10707" y="4194"/>
                  </a:cubicBezTo>
                  <a:cubicBezTo>
                    <a:pt x="10707" y="3784"/>
                    <a:pt x="10546" y="3391"/>
                    <a:pt x="10260" y="3088"/>
                  </a:cubicBezTo>
                  <a:lnTo>
                    <a:pt x="7620" y="447"/>
                  </a:lnTo>
                  <a:cubicBezTo>
                    <a:pt x="7334" y="161"/>
                    <a:pt x="6942" y="1"/>
                    <a:pt x="651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5" name="Google Shape;1165;p97"/>
          <p:cNvGrpSpPr/>
          <p:nvPr/>
        </p:nvGrpSpPr>
        <p:grpSpPr>
          <a:xfrm rot="-664625">
            <a:off x="7080995" y="1339781"/>
            <a:ext cx="490339" cy="490385"/>
            <a:chOff x="4029870" y="2317167"/>
            <a:chExt cx="340965" cy="340997"/>
          </a:xfrm>
        </p:grpSpPr>
        <p:sp>
          <p:nvSpPr>
            <p:cNvPr id="1166" name="Google Shape;1166;p97"/>
            <p:cNvSpPr/>
            <p:nvPr/>
          </p:nvSpPr>
          <p:spPr>
            <a:xfrm>
              <a:off x="4029870" y="2317167"/>
              <a:ext cx="340965" cy="340997"/>
            </a:xfrm>
            <a:custGeom>
              <a:rect b="b" l="l" r="r" t="t"/>
              <a:pathLst>
                <a:path extrusionOk="0" h="10618" w="10617">
                  <a:moveTo>
                    <a:pt x="8743" y="625"/>
                  </a:moveTo>
                  <a:lnTo>
                    <a:pt x="8743" y="1250"/>
                  </a:lnTo>
                  <a:lnTo>
                    <a:pt x="1891" y="1250"/>
                  </a:lnTo>
                  <a:lnTo>
                    <a:pt x="1891" y="625"/>
                  </a:lnTo>
                  <a:close/>
                  <a:moveTo>
                    <a:pt x="7155" y="1874"/>
                  </a:moveTo>
                  <a:lnTo>
                    <a:pt x="6459" y="2731"/>
                  </a:lnTo>
                  <a:cubicBezTo>
                    <a:pt x="6120" y="2570"/>
                    <a:pt x="5728" y="2481"/>
                    <a:pt x="5317" y="2481"/>
                  </a:cubicBezTo>
                  <a:cubicBezTo>
                    <a:pt x="4907" y="2481"/>
                    <a:pt x="4514" y="2570"/>
                    <a:pt x="4175" y="2731"/>
                  </a:cubicBezTo>
                  <a:lnTo>
                    <a:pt x="3479" y="1874"/>
                  </a:lnTo>
                  <a:close/>
                  <a:moveTo>
                    <a:pt x="5317" y="3106"/>
                  </a:moveTo>
                  <a:cubicBezTo>
                    <a:pt x="6513" y="3106"/>
                    <a:pt x="7494" y="4087"/>
                    <a:pt x="7494" y="5282"/>
                  </a:cubicBezTo>
                  <a:cubicBezTo>
                    <a:pt x="7494" y="6496"/>
                    <a:pt x="6513" y="7459"/>
                    <a:pt x="5317" y="7459"/>
                  </a:cubicBezTo>
                  <a:cubicBezTo>
                    <a:pt x="4122" y="7459"/>
                    <a:pt x="3140" y="6496"/>
                    <a:pt x="3140" y="5282"/>
                  </a:cubicBezTo>
                  <a:cubicBezTo>
                    <a:pt x="3140" y="4087"/>
                    <a:pt x="4122" y="3106"/>
                    <a:pt x="5317" y="3106"/>
                  </a:cubicBezTo>
                  <a:close/>
                  <a:moveTo>
                    <a:pt x="8743" y="1874"/>
                  </a:moveTo>
                  <a:lnTo>
                    <a:pt x="8743" y="8744"/>
                  </a:lnTo>
                  <a:lnTo>
                    <a:pt x="1891" y="8744"/>
                  </a:lnTo>
                  <a:lnTo>
                    <a:pt x="1891" y="1874"/>
                  </a:lnTo>
                  <a:lnTo>
                    <a:pt x="2676" y="1874"/>
                  </a:lnTo>
                  <a:lnTo>
                    <a:pt x="3622" y="3052"/>
                  </a:lnTo>
                  <a:cubicBezTo>
                    <a:pt x="2926" y="3587"/>
                    <a:pt x="2498" y="4426"/>
                    <a:pt x="2516" y="5372"/>
                  </a:cubicBezTo>
                  <a:cubicBezTo>
                    <a:pt x="2552" y="6835"/>
                    <a:pt x="3747" y="8048"/>
                    <a:pt x="5228" y="8084"/>
                  </a:cubicBezTo>
                  <a:cubicBezTo>
                    <a:pt x="5260" y="8085"/>
                    <a:pt x="5292" y="8085"/>
                    <a:pt x="5324" y="8085"/>
                  </a:cubicBezTo>
                  <a:cubicBezTo>
                    <a:pt x="6868" y="8085"/>
                    <a:pt x="8118" y="6821"/>
                    <a:pt x="8118" y="5282"/>
                  </a:cubicBezTo>
                  <a:cubicBezTo>
                    <a:pt x="8118" y="4372"/>
                    <a:pt x="7672" y="3569"/>
                    <a:pt x="6994" y="3052"/>
                  </a:cubicBezTo>
                  <a:lnTo>
                    <a:pt x="7958" y="1874"/>
                  </a:lnTo>
                  <a:close/>
                  <a:moveTo>
                    <a:pt x="8743" y="9368"/>
                  </a:moveTo>
                  <a:lnTo>
                    <a:pt x="8743" y="9993"/>
                  </a:lnTo>
                  <a:lnTo>
                    <a:pt x="1891" y="9993"/>
                  </a:lnTo>
                  <a:lnTo>
                    <a:pt x="1891" y="9368"/>
                  </a:lnTo>
                  <a:close/>
                  <a:moveTo>
                    <a:pt x="0" y="1"/>
                  </a:moveTo>
                  <a:lnTo>
                    <a:pt x="0" y="625"/>
                  </a:lnTo>
                  <a:lnTo>
                    <a:pt x="1267" y="625"/>
                  </a:lnTo>
                  <a:lnTo>
                    <a:pt x="1267" y="1250"/>
                  </a:lnTo>
                  <a:lnTo>
                    <a:pt x="642" y="1250"/>
                  </a:lnTo>
                  <a:lnTo>
                    <a:pt x="642" y="1874"/>
                  </a:lnTo>
                  <a:lnTo>
                    <a:pt x="1267" y="1874"/>
                  </a:lnTo>
                  <a:lnTo>
                    <a:pt x="1267" y="9993"/>
                  </a:lnTo>
                  <a:lnTo>
                    <a:pt x="642" y="9993"/>
                  </a:lnTo>
                  <a:lnTo>
                    <a:pt x="642" y="10617"/>
                  </a:lnTo>
                  <a:lnTo>
                    <a:pt x="9974" y="10617"/>
                  </a:lnTo>
                  <a:lnTo>
                    <a:pt x="9974" y="9993"/>
                  </a:lnTo>
                  <a:lnTo>
                    <a:pt x="9367" y="9993"/>
                  </a:lnTo>
                  <a:lnTo>
                    <a:pt x="9367" y="1874"/>
                  </a:lnTo>
                  <a:lnTo>
                    <a:pt x="9974" y="1874"/>
                  </a:lnTo>
                  <a:lnTo>
                    <a:pt x="9974" y="1250"/>
                  </a:lnTo>
                  <a:lnTo>
                    <a:pt x="9367" y="1250"/>
                  </a:lnTo>
                  <a:lnTo>
                    <a:pt x="9367" y="625"/>
                  </a:lnTo>
                  <a:lnTo>
                    <a:pt x="10616" y="625"/>
                  </a:lnTo>
                  <a:lnTo>
                    <a:pt x="1061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 name="Google Shape;1167;p97"/>
            <p:cNvSpPr/>
            <p:nvPr/>
          </p:nvSpPr>
          <p:spPr>
            <a:xfrm>
              <a:off x="4150751" y="2436956"/>
              <a:ext cx="99749" cy="99717"/>
            </a:xfrm>
            <a:custGeom>
              <a:rect b="b" l="l" r="r" t="t"/>
              <a:pathLst>
                <a:path extrusionOk="0" h="3105" w="3106">
                  <a:moveTo>
                    <a:pt x="1553" y="625"/>
                  </a:moveTo>
                  <a:cubicBezTo>
                    <a:pt x="2071" y="625"/>
                    <a:pt x="2481" y="1035"/>
                    <a:pt x="2481" y="1552"/>
                  </a:cubicBezTo>
                  <a:cubicBezTo>
                    <a:pt x="2481" y="2070"/>
                    <a:pt x="2071" y="2498"/>
                    <a:pt x="1553" y="2498"/>
                  </a:cubicBezTo>
                  <a:cubicBezTo>
                    <a:pt x="1036" y="2498"/>
                    <a:pt x="625" y="2070"/>
                    <a:pt x="625" y="1552"/>
                  </a:cubicBezTo>
                  <a:cubicBezTo>
                    <a:pt x="625" y="1035"/>
                    <a:pt x="1036" y="625"/>
                    <a:pt x="1553" y="625"/>
                  </a:cubicBezTo>
                  <a:close/>
                  <a:moveTo>
                    <a:pt x="1553" y="0"/>
                  </a:moveTo>
                  <a:cubicBezTo>
                    <a:pt x="697" y="0"/>
                    <a:pt x="1" y="696"/>
                    <a:pt x="1" y="1552"/>
                  </a:cubicBezTo>
                  <a:cubicBezTo>
                    <a:pt x="1" y="2409"/>
                    <a:pt x="697" y="3105"/>
                    <a:pt x="1553" y="3105"/>
                  </a:cubicBezTo>
                  <a:cubicBezTo>
                    <a:pt x="2410" y="3105"/>
                    <a:pt x="3105" y="2409"/>
                    <a:pt x="3105" y="1552"/>
                  </a:cubicBezTo>
                  <a:cubicBezTo>
                    <a:pt x="3105" y="696"/>
                    <a:pt x="2410" y="0"/>
                    <a:pt x="155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8" name="Google Shape;1168;p97"/>
          <p:cNvGrpSpPr/>
          <p:nvPr/>
        </p:nvGrpSpPr>
        <p:grpSpPr>
          <a:xfrm rot="757459">
            <a:off x="4384845" y="3263013"/>
            <a:ext cx="374179" cy="490376"/>
            <a:chOff x="3327900" y="2317167"/>
            <a:chExt cx="260196" cy="340997"/>
          </a:xfrm>
        </p:grpSpPr>
        <p:sp>
          <p:nvSpPr>
            <p:cNvPr id="1169" name="Google Shape;1169;p97"/>
            <p:cNvSpPr/>
            <p:nvPr/>
          </p:nvSpPr>
          <p:spPr>
            <a:xfrm>
              <a:off x="3408123" y="2396844"/>
              <a:ext cx="99749" cy="100295"/>
            </a:xfrm>
            <a:custGeom>
              <a:rect b="b" l="l" r="r" t="t"/>
              <a:pathLst>
                <a:path extrusionOk="0" h="3123" w="3106">
                  <a:moveTo>
                    <a:pt x="1553" y="625"/>
                  </a:moveTo>
                  <a:cubicBezTo>
                    <a:pt x="2071" y="625"/>
                    <a:pt x="2481" y="1053"/>
                    <a:pt x="2481" y="1570"/>
                  </a:cubicBezTo>
                  <a:cubicBezTo>
                    <a:pt x="2481" y="1731"/>
                    <a:pt x="2338" y="1874"/>
                    <a:pt x="2178" y="1874"/>
                  </a:cubicBezTo>
                  <a:cubicBezTo>
                    <a:pt x="1999" y="1874"/>
                    <a:pt x="1856" y="1731"/>
                    <a:pt x="1856" y="1570"/>
                  </a:cubicBezTo>
                  <a:cubicBezTo>
                    <a:pt x="1856" y="1160"/>
                    <a:pt x="1607" y="803"/>
                    <a:pt x="1232" y="678"/>
                  </a:cubicBezTo>
                  <a:cubicBezTo>
                    <a:pt x="1339" y="642"/>
                    <a:pt x="1446" y="625"/>
                    <a:pt x="1553" y="625"/>
                  </a:cubicBezTo>
                  <a:close/>
                  <a:moveTo>
                    <a:pt x="929" y="1249"/>
                  </a:moveTo>
                  <a:cubicBezTo>
                    <a:pt x="1107" y="1249"/>
                    <a:pt x="1232" y="1392"/>
                    <a:pt x="1232" y="1570"/>
                  </a:cubicBezTo>
                  <a:cubicBezTo>
                    <a:pt x="1232" y="1963"/>
                    <a:pt x="1500" y="2320"/>
                    <a:pt x="1856" y="2444"/>
                  </a:cubicBezTo>
                  <a:cubicBezTo>
                    <a:pt x="1767" y="2480"/>
                    <a:pt x="1660" y="2498"/>
                    <a:pt x="1553" y="2498"/>
                  </a:cubicBezTo>
                  <a:cubicBezTo>
                    <a:pt x="1036" y="2498"/>
                    <a:pt x="625" y="2070"/>
                    <a:pt x="625" y="1570"/>
                  </a:cubicBezTo>
                  <a:cubicBezTo>
                    <a:pt x="625" y="1392"/>
                    <a:pt x="750" y="1249"/>
                    <a:pt x="929" y="1249"/>
                  </a:cubicBezTo>
                  <a:close/>
                  <a:moveTo>
                    <a:pt x="1553" y="0"/>
                  </a:moveTo>
                  <a:cubicBezTo>
                    <a:pt x="697" y="0"/>
                    <a:pt x="1" y="714"/>
                    <a:pt x="1" y="1570"/>
                  </a:cubicBezTo>
                  <a:cubicBezTo>
                    <a:pt x="1" y="2427"/>
                    <a:pt x="697" y="3122"/>
                    <a:pt x="1553" y="3122"/>
                  </a:cubicBezTo>
                  <a:cubicBezTo>
                    <a:pt x="2410" y="3122"/>
                    <a:pt x="3105" y="2409"/>
                    <a:pt x="3105" y="1570"/>
                  </a:cubicBezTo>
                  <a:cubicBezTo>
                    <a:pt x="3105" y="696"/>
                    <a:pt x="2410" y="0"/>
                    <a:pt x="155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 name="Google Shape;1170;p97"/>
            <p:cNvSpPr/>
            <p:nvPr/>
          </p:nvSpPr>
          <p:spPr>
            <a:xfrm>
              <a:off x="3327900" y="2317167"/>
              <a:ext cx="260196" cy="340997"/>
            </a:xfrm>
            <a:custGeom>
              <a:rect b="b" l="l" r="r" t="t"/>
              <a:pathLst>
                <a:path extrusionOk="0" h="10618" w="8102">
                  <a:moveTo>
                    <a:pt x="4051" y="621"/>
                  </a:moveTo>
                  <a:cubicBezTo>
                    <a:pt x="4395" y="621"/>
                    <a:pt x="4738" y="670"/>
                    <a:pt x="5068" y="768"/>
                  </a:cubicBezTo>
                  <a:lnTo>
                    <a:pt x="4818" y="1357"/>
                  </a:lnTo>
                  <a:cubicBezTo>
                    <a:pt x="4569" y="1286"/>
                    <a:pt x="4310" y="1250"/>
                    <a:pt x="4049" y="1250"/>
                  </a:cubicBezTo>
                  <a:cubicBezTo>
                    <a:pt x="3788" y="1250"/>
                    <a:pt x="3525" y="1286"/>
                    <a:pt x="3266" y="1357"/>
                  </a:cubicBezTo>
                  <a:lnTo>
                    <a:pt x="3034" y="768"/>
                  </a:lnTo>
                  <a:cubicBezTo>
                    <a:pt x="3364" y="670"/>
                    <a:pt x="3708" y="621"/>
                    <a:pt x="4051" y="621"/>
                  </a:cubicBezTo>
                  <a:close/>
                  <a:moveTo>
                    <a:pt x="2463" y="1018"/>
                  </a:moveTo>
                  <a:lnTo>
                    <a:pt x="2695" y="1589"/>
                  </a:lnTo>
                  <a:cubicBezTo>
                    <a:pt x="2231" y="1839"/>
                    <a:pt x="1856" y="2231"/>
                    <a:pt x="1607" y="2695"/>
                  </a:cubicBezTo>
                  <a:lnTo>
                    <a:pt x="1018" y="2445"/>
                  </a:lnTo>
                  <a:cubicBezTo>
                    <a:pt x="1339" y="1839"/>
                    <a:pt x="1839" y="1339"/>
                    <a:pt x="2463" y="1018"/>
                  </a:cubicBezTo>
                  <a:close/>
                  <a:moveTo>
                    <a:pt x="5639" y="1018"/>
                  </a:moveTo>
                  <a:cubicBezTo>
                    <a:pt x="6246" y="1339"/>
                    <a:pt x="6763" y="1839"/>
                    <a:pt x="7084" y="2445"/>
                  </a:cubicBezTo>
                  <a:lnTo>
                    <a:pt x="6496" y="2695"/>
                  </a:lnTo>
                  <a:cubicBezTo>
                    <a:pt x="6246" y="2231"/>
                    <a:pt x="5871" y="1839"/>
                    <a:pt x="5407" y="1589"/>
                  </a:cubicBezTo>
                  <a:lnTo>
                    <a:pt x="5639" y="1018"/>
                  </a:lnTo>
                  <a:close/>
                  <a:moveTo>
                    <a:pt x="786" y="3034"/>
                  </a:moveTo>
                  <a:lnTo>
                    <a:pt x="1357" y="3266"/>
                  </a:lnTo>
                  <a:cubicBezTo>
                    <a:pt x="1214" y="3766"/>
                    <a:pt x="1214" y="4319"/>
                    <a:pt x="1357" y="4818"/>
                  </a:cubicBezTo>
                  <a:lnTo>
                    <a:pt x="786" y="5050"/>
                  </a:lnTo>
                  <a:cubicBezTo>
                    <a:pt x="572" y="4408"/>
                    <a:pt x="572" y="3694"/>
                    <a:pt x="786" y="3034"/>
                  </a:cubicBezTo>
                  <a:close/>
                  <a:moveTo>
                    <a:pt x="7316" y="3034"/>
                  </a:moveTo>
                  <a:cubicBezTo>
                    <a:pt x="7530" y="3694"/>
                    <a:pt x="7530" y="4408"/>
                    <a:pt x="7316" y="5050"/>
                  </a:cubicBezTo>
                  <a:lnTo>
                    <a:pt x="6745" y="4818"/>
                  </a:lnTo>
                  <a:cubicBezTo>
                    <a:pt x="6888" y="4319"/>
                    <a:pt x="6888" y="3766"/>
                    <a:pt x="6745" y="3266"/>
                  </a:cubicBezTo>
                  <a:lnTo>
                    <a:pt x="7316" y="3034"/>
                  </a:lnTo>
                  <a:close/>
                  <a:moveTo>
                    <a:pt x="4051" y="1874"/>
                  </a:moveTo>
                  <a:cubicBezTo>
                    <a:pt x="5247" y="1874"/>
                    <a:pt x="6228" y="2838"/>
                    <a:pt x="6228" y="4051"/>
                  </a:cubicBezTo>
                  <a:cubicBezTo>
                    <a:pt x="6228" y="5247"/>
                    <a:pt x="5247" y="6228"/>
                    <a:pt x="4051" y="6228"/>
                  </a:cubicBezTo>
                  <a:cubicBezTo>
                    <a:pt x="2856" y="6228"/>
                    <a:pt x="1874" y="5247"/>
                    <a:pt x="1874" y="4051"/>
                  </a:cubicBezTo>
                  <a:cubicBezTo>
                    <a:pt x="1874" y="2838"/>
                    <a:pt x="2856" y="1874"/>
                    <a:pt x="4051" y="1874"/>
                  </a:cubicBezTo>
                  <a:close/>
                  <a:moveTo>
                    <a:pt x="1607" y="5389"/>
                  </a:moveTo>
                  <a:cubicBezTo>
                    <a:pt x="1856" y="5853"/>
                    <a:pt x="2231" y="6246"/>
                    <a:pt x="2695" y="6496"/>
                  </a:cubicBezTo>
                  <a:lnTo>
                    <a:pt x="2463" y="7067"/>
                  </a:lnTo>
                  <a:cubicBezTo>
                    <a:pt x="1839" y="6745"/>
                    <a:pt x="1339" y="6246"/>
                    <a:pt x="1018" y="5639"/>
                  </a:cubicBezTo>
                  <a:lnTo>
                    <a:pt x="1607" y="5389"/>
                  </a:lnTo>
                  <a:close/>
                  <a:moveTo>
                    <a:pt x="6496" y="5389"/>
                  </a:moveTo>
                  <a:lnTo>
                    <a:pt x="7084" y="5639"/>
                  </a:lnTo>
                  <a:cubicBezTo>
                    <a:pt x="6763" y="6246"/>
                    <a:pt x="6246" y="6745"/>
                    <a:pt x="5639" y="7067"/>
                  </a:cubicBezTo>
                  <a:lnTo>
                    <a:pt x="5407" y="6496"/>
                  </a:lnTo>
                  <a:cubicBezTo>
                    <a:pt x="5871" y="6246"/>
                    <a:pt x="6246" y="5853"/>
                    <a:pt x="6496" y="5389"/>
                  </a:cubicBezTo>
                  <a:close/>
                  <a:moveTo>
                    <a:pt x="4818" y="6728"/>
                  </a:moveTo>
                  <a:lnTo>
                    <a:pt x="5068" y="7316"/>
                  </a:lnTo>
                  <a:cubicBezTo>
                    <a:pt x="4738" y="7415"/>
                    <a:pt x="4395" y="7464"/>
                    <a:pt x="4051" y="7464"/>
                  </a:cubicBezTo>
                  <a:cubicBezTo>
                    <a:pt x="3708" y="7464"/>
                    <a:pt x="3364" y="7415"/>
                    <a:pt x="3034" y="7316"/>
                  </a:cubicBezTo>
                  <a:lnTo>
                    <a:pt x="3266" y="6728"/>
                  </a:lnTo>
                  <a:cubicBezTo>
                    <a:pt x="3525" y="6799"/>
                    <a:pt x="3788" y="6835"/>
                    <a:pt x="4049" y="6835"/>
                  </a:cubicBezTo>
                  <a:cubicBezTo>
                    <a:pt x="4310" y="6835"/>
                    <a:pt x="4569" y="6799"/>
                    <a:pt x="4818" y="6728"/>
                  </a:cubicBezTo>
                  <a:close/>
                  <a:moveTo>
                    <a:pt x="6228" y="7441"/>
                  </a:moveTo>
                  <a:lnTo>
                    <a:pt x="6228" y="8726"/>
                  </a:lnTo>
                  <a:lnTo>
                    <a:pt x="1874" y="8726"/>
                  </a:lnTo>
                  <a:lnTo>
                    <a:pt x="1874" y="7441"/>
                  </a:lnTo>
                  <a:cubicBezTo>
                    <a:pt x="2499" y="7852"/>
                    <a:pt x="3248" y="8084"/>
                    <a:pt x="4051" y="8084"/>
                  </a:cubicBezTo>
                  <a:cubicBezTo>
                    <a:pt x="4854" y="8084"/>
                    <a:pt x="5603" y="7852"/>
                    <a:pt x="6228" y="7441"/>
                  </a:cubicBezTo>
                  <a:close/>
                  <a:moveTo>
                    <a:pt x="4051" y="1"/>
                  </a:moveTo>
                  <a:cubicBezTo>
                    <a:pt x="1821" y="1"/>
                    <a:pt x="1" y="1821"/>
                    <a:pt x="1" y="4051"/>
                  </a:cubicBezTo>
                  <a:cubicBezTo>
                    <a:pt x="1" y="5193"/>
                    <a:pt x="483" y="6228"/>
                    <a:pt x="1250" y="6960"/>
                  </a:cubicBezTo>
                  <a:lnTo>
                    <a:pt x="1250" y="8726"/>
                  </a:lnTo>
                  <a:lnTo>
                    <a:pt x="625" y="8726"/>
                  </a:lnTo>
                  <a:lnTo>
                    <a:pt x="625" y="9350"/>
                  </a:lnTo>
                  <a:lnTo>
                    <a:pt x="1250" y="9350"/>
                  </a:lnTo>
                  <a:lnTo>
                    <a:pt x="1250" y="10617"/>
                  </a:lnTo>
                  <a:lnTo>
                    <a:pt x="1874" y="10617"/>
                  </a:lnTo>
                  <a:lnTo>
                    <a:pt x="1874" y="9350"/>
                  </a:lnTo>
                  <a:lnTo>
                    <a:pt x="6228" y="9350"/>
                  </a:lnTo>
                  <a:lnTo>
                    <a:pt x="6228" y="10617"/>
                  </a:lnTo>
                  <a:lnTo>
                    <a:pt x="6852" y="10617"/>
                  </a:lnTo>
                  <a:lnTo>
                    <a:pt x="6852" y="9350"/>
                  </a:lnTo>
                  <a:lnTo>
                    <a:pt x="7477" y="9350"/>
                  </a:lnTo>
                  <a:lnTo>
                    <a:pt x="7477" y="8726"/>
                  </a:lnTo>
                  <a:lnTo>
                    <a:pt x="6852" y="8726"/>
                  </a:lnTo>
                  <a:lnTo>
                    <a:pt x="6852" y="6960"/>
                  </a:lnTo>
                  <a:cubicBezTo>
                    <a:pt x="7620" y="6228"/>
                    <a:pt x="8101" y="5193"/>
                    <a:pt x="8101" y="4051"/>
                  </a:cubicBezTo>
                  <a:cubicBezTo>
                    <a:pt x="8101" y="1821"/>
                    <a:pt x="6281" y="1"/>
                    <a:pt x="405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71" name="Google Shape;1171;p97"/>
          <p:cNvSpPr/>
          <p:nvPr/>
        </p:nvSpPr>
        <p:spPr>
          <a:xfrm>
            <a:off x="1534791" y="1339702"/>
            <a:ext cx="496139" cy="490551"/>
          </a:xfrm>
          <a:custGeom>
            <a:rect b="b" l="l" r="r" t="t"/>
            <a:pathLst>
              <a:path extrusionOk="0" h="10622" w="10743">
                <a:moveTo>
                  <a:pt x="7176" y="620"/>
                </a:moveTo>
                <a:cubicBezTo>
                  <a:pt x="7334" y="620"/>
                  <a:pt x="7495" y="683"/>
                  <a:pt x="7620" y="808"/>
                </a:cubicBezTo>
                <a:lnTo>
                  <a:pt x="9814" y="3002"/>
                </a:lnTo>
                <a:cubicBezTo>
                  <a:pt x="10064" y="3252"/>
                  <a:pt x="10064" y="3645"/>
                  <a:pt x="9814" y="3895"/>
                </a:cubicBezTo>
                <a:cubicBezTo>
                  <a:pt x="9698" y="4011"/>
                  <a:pt x="9542" y="4069"/>
                  <a:pt x="9384" y="4069"/>
                </a:cubicBezTo>
                <a:cubicBezTo>
                  <a:pt x="9226" y="4069"/>
                  <a:pt x="9065" y="4011"/>
                  <a:pt x="8940" y="3895"/>
                </a:cubicBezTo>
                <a:lnTo>
                  <a:pt x="6745" y="1682"/>
                </a:lnTo>
                <a:cubicBezTo>
                  <a:pt x="6496" y="1450"/>
                  <a:pt x="6496" y="1058"/>
                  <a:pt x="6745" y="808"/>
                </a:cubicBezTo>
                <a:cubicBezTo>
                  <a:pt x="6861" y="683"/>
                  <a:pt x="7018" y="620"/>
                  <a:pt x="7176" y="620"/>
                </a:cubicBezTo>
                <a:close/>
                <a:moveTo>
                  <a:pt x="5856" y="1941"/>
                </a:moveTo>
                <a:cubicBezTo>
                  <a:pt x="6014" y="1941"/>
                  <a:pt x="6174" y="2003"/>
                  <a:pt x="6299" y="2128"/>
                </a:cubicBezTo>
                <a:lnTo>
                  <a:pt x="8494" y="4323"/>
                </a:lnTo>
                <a:cubicBezTo>
                  <a:pt x="8744" y="4573"/>
                  <a:pt x="8744" y="4965"/>
                  <a:pt x="8494" y="5215"/>
                </a:cubicBezTo>
                <a:cubicBezTo>
                  <a:pt x="8378" y="5331"/>
                  <a:pt x="8222" y="5389"/>
                  <a:pt x="8064" y="5389"/>
                </a:cubicBezTo>
                <a:cubicBezTo>
                  <a:pt x="7905" y="5389"/>
                  <a:pt x="7745" y="5331"/>
                  <a:pt x="7620" y="5215"/>
                </a:cubicBezTo>
                <a:lnTo>
                  <a:pt x="5425" y="3002"/>
                </a:lnTo>
                <a:cubicBezTo>
                  <a:pt x="5175" y="2771"/>
                  <a:pt x="5175" y="2378"/>
                  <a:pt x="5425" y="2128"/>
                </a:cubicBezTo>
                <a:cubicBezTo>
                  <a:pt x="5541" y="2003"/>
                  <a:pt x="5697" y="1941"/>
                  <a:pt x="5856" y="1941"/>
                </a:cubicBezTo>
                <a:close/>
                <a:moveTo>
                  <a:pt x="4542" y="3261"/>
                </a:moveTo>
                <a:cubicBezTo>
                  <a:pt x="4702" y="3261"/>
                  <a:pt x="4863" y="3324"/>
                  <a:pt x="4979" y="3449"/>
                </a:cubicBezTo>
                <a:lnTo>
                  <a:pt x="7174" y="5643"/>
                </a:lnTo>
                <a:cubicBezTo>
                  <a:pt x="7423" y="5893"/>
                  <a:pt x="7423" y="6286"/>
                  <a:pt x="7174" y="6517"/>
                </a:cubicBezTo>
                <a:cubicBezTo>
                  <a:pt x="7058" y="6642"/>
                  <a:pt x="6902" y="6705"/>
                  <a:pt x="6743" y="6705"/>
                </a:cubicBezTo>
                <a:cubicBezTo>
                  <a:pt x="6585" y="6705"/>
                  <a:pt x="6424" y="6642"/>
                  <a:pt x="6299" y="6517"/>
                </a:cubicBezTo>
                <a:lnTo>
                  <a:pt x="4105" y="4323"/>
                </a:lnTo>
                <a:cubicBezTo>
                  <a:pt x="3855" y="4091"/>
                  <a:pt x="3855" y="3698"/>
                  <a:pt x="4105" y="3449"/>
                </a:cubicBezTo>
                <a:cubicBezTo>
                  <a:pt x="4221" y="3324"/>
                  <a:pt x="4381" y="3261"/>
                  <a:pt x="4542" y="3261"/>
                </a:cubicBezTo>
                <a:close/>
                <a:moveTo>
                  <a:pt x="3228" y="4582"/>
                </a:moveTo>
                <a:cubicBezTo>
                  <a:pt x="3387" y="4582"/>
                  <a:pt x="3543" y="4644"/>
                  <a:pt x="3659" y="4769"/>
                </a:cubicBezTo>
                <a:lnTo>
                  <a:pt x="5853" y="6964"/>
                </a:lnTo>
                <a:cubicBezTo>
                  <a:pt x="6103" y="7213"/>
                  <a:pt x="6103" y="7606"/>
                  <a:pt x="5853" y="7838"/>
                </a:cubicBezTo>
                <a:cubicBezTo>
                  <a:pt x="5737" y="7963"/>
                  <a:pt x="5581" y="8025"/>
                  <a:pt x="5423" y="8025"/>
                </a:cubicBezTo>
                <a:cubicBezTo>
                  <a:pt x="5265" y="8025"/>
                  <a:pt x="5104" y="7963"/>
                  <a:pt x="4979" y="7838"/>
                </a:cubicBezTo>
                <a:lnTo>
                  <a:pt x="2784" y="5643"/>
                </a:lnTo>
                <a:cubicBezTo>
                  <a:pt x="2535" y="5411"/>
                  <a:pt x="2535" y="5001"/>
                  <a:pt x="2784" y="4769"/>
                </a:cubicBezTo>
                <a:cubicBezTo>
                  <a:pt x="2909" y="4644"/>
                  <a:pt x="3070" y="4582"/>
                  <a:pt x="3228" y="4582"/>
                </a:cubicBezTo>
                <a:close/>
                <a:moveTo>
                  <a:pt x="7176" y="0"/>
                </a:moveTo>
                <a:cubicBezTo>
                  <a:pt x="6857" y="0"/>
                  <a:pt x="6540" y="121"/>
                  <a:pt x="6299" y="362"/>
                </a:cubicBezTo>
                <a:cubicBezTo>
                  <a:pt x="6032" y="629"/>
                  <a:pt x="5925" y="986"/>
                  <a:pt x="5943" y="1325"/>
                </a:cubicBezTo>
                <a:cubicBezTo>
                  <a:pt x="5921" y="1324"/>
                  <a:pt x="5900" y="1324"/>
                  <a:pt x="5879" y="1324"/>
                </a:cubicBezTo>
                <a:cubicBezTo>
                  <a:pt x="5559" y="1324"/>
                  <a:pt x="5230" y="1448"/>
                  <a:pt x="4979" y="1682"/>
                </a:cubicBezTo>
                <a:cubicBezTo>
                  <a:pt x="4711" y="1950"/>
                  <a:pt x="4604" y="2307"/>
                  <a:pt x="4622" y="2646"/>
                </a:cubicBezTo>
                <a:cubicBezTo>
                  <a:pt x="4601" y="2644"/>
                  <a:pt x="4580" y="2644"/>
                  <a:pt x="4558" y="2644"/>
                </a:cubicBezTo>
                <a:cubicBezTo>
                  <a:pt x="4239" y="2644"/>
                  <a:pt x="3910" y="2768"/>
                  <a:pt x="3659" y="3002"/>
                </a:cubicBezTo>
                <a:cubicBezTo>
                  <a:pt x="3391" y="3270"/>
                  <a:pt x="3284" y="3627"/>
                  <a:pt x="3302" y="3966"/>
                </a:cubicBezTo>
                <a:cubicBezTo>
                  <a:pt x="3281" y="3965"/>
                  <a:pt x="3259" y="3964"/>
                  <a:pt x="3238" y="3964"/>
                </a:cubicBezTo>
                <a:cubicBezTo>
                  <a:pt x="2918" y="3964"/>
                  <a:pt x="2589" y="4089"/>
                  <a:pt x="2338" y="4323"/>
                </a:cubicBezTo>
                <a:cubicBezTo>
                  <a:pt x="1857" y="4805"/>
                  <a:pt x="1857" y="5607"/>
                  <a:pt x="2338" y="6089"/>
                </a:cubicBezTo>
                <a:lnTo>
                  <a:pt x="3230" y="6964"/>
                </a:lnTo>
                <a:lnTo>
                  <a:pt x="1" y="10175"/>
                </a:lnTo>
                <a:lnTo>
                  <a:pt x="447" y="10621"/>
                </a:lnTo>
                <a:lnTo>
                  <a:pt x="3659" y="7410"/>
                </a:lnTo>
                <a:lnTo>
                  <a:pt x="4551" y="8284"/>
                </a:lnTo>
                <a:cubicBezTo>
                  <a:pt x="4792" y="8525"/>
                  <a:pt x="5108" y="8645"/>
                  <a:pt x="5425" y="8645"/>
                </a:cubicBezTo>
                <a:cubicBezTo>
                  <a:pt x="5742" y="8645"/>
                  <a:pt x="6059" y="8525"/>
                  <a:pt x="6299" y="8284"/>
                </a:cubicBezTo>
                <a:cubicBezTo>
                  <a:pt x="6567" y="8016"/>
                  <a:pt x="6692" y="7677"/>
                  <a:pt x="6656" y="7320"/>
                </a:cubicBezTo>
                <a:lnTo>
                  <a:pt x="6656" y="7320"/>
                </a:lnTo>
                <a:cubicBezTo>
                  <a:pt x="6694" y="7324"/>
                  <a:pt x="6732" y="7326"/>
                  <a:pt x="6770" y="7326"/>
                </a:cubicBezTo>
                <a:cubicBezTo>
                  <a:pt x="7099" y="7326"/>
                  <a:pt x="7395" y="7188"/>
                  <a:pt x="7620" y="6964"/>
                </a:cubicBezTo>
                <a:cubicBezTo>
                  <a:pt x="7887" y="6696"/>
                  <a:pt x="8012" y="6357"/>
                  <a:pt x="7977" y="6000"/>
                </a:cubicBezTo>
                <a:lnTo>
                  <a:pt x="7977" y="6000"/>
                </a:lnTo>
                <a:cubicBezTo>
                  <a:pt x="8013" y="6004"/>
                  <a:pt x="8049" y="6005"/>
                  <a:pt x="8086" y="6005"/>
                </a:cubicBezTo>
                <a:cubicBezTo>
                  <a:pt x="8405" y="6005"/>
                  <a:pt x="8716" y="5867"/>
                  <a:pt x="8940" y="5643"/>
                </a:cubicBezTo>
                <a:cubicBezTo>
                  <a:pt x="9208" y="5376"/>
                  <a:pt x="9315" y="5037"/>
                  <a:pt x="9297" y="4680"/>
                </a:cubicBezTo>
                <a:lnTo>
                  <a:pt x="9297" y="4680"/>
                </a:lnTo>
                <a:cubicBezTo>
                  <a:pt x="9333" y="4683"/>
                  <a:pt x="9370" y="4685"/>
                  <a:pt x="9406" y="4685"/>
                </a:cubicBezTo>
                <a:cubicBezTo>
                  <a:pt x="9726" y="4685"/>
                  <a:pt x="10036" y="4547"/>
                  <a:pt x="10260" y="4323"/>
                </a:cubicBezTo>
                <a:cubicBezTo>
                  <a:pt x="10742" y="3841"/>
                  <a:pt x="10742" y="3056"/>
                  <a:pt x="10260" y="2574"/>
                </a:cubicBezTo>
                <a:lnTo>
                  <a:pt x="9386" y="1682"/>
                </a:lnTo>
                <a:lnTo>
                  <a:pt x="10046" y="1022"/>
                </a:lnTo>
                <a:lnTo>
                  <a:pt x="9600" y="594"/>
                </a:lnTo>
                <a:lnTo>
                  <a:pt x="8940" y="1254"/>
                </a:lnTo>
                <a:lnTo>
                  <a:pt x="8066" y="362"/>
                </a:lnTo>
                <a:cubicBezTo>
                  <a:pt x="7816" y="121"/>
                  <a:pt x="7495" y="0"/>
                  <a:pt x="717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97"/>
          <p:cNvSpPr/>
          <p:nvPr/>
        </p:nvSpPr>
        <p:spPr>
          <a:xfrm rot="-444143">
            <a:off x="1530294" y="3258555"/>
            <a:ext cx="505143" cy="490180"/>
          </a:xfrm>
          <a:custGeom>
            <a:rect b="b" l="l" r="r" t="t"/>
            <a:pathLst>
              <a:path extrusionOk="0" h="10614" w="10938">
                <a:moveTo>
                  <a:pt x="5478" y="625"/>
                </a:moveTo>
                <a:cubicBezTo>
                  <a:pt x="5603" y="625"/>
                  <a:pt x="5710" y="697"/>
                  <a:pt x="5763" y="822"/>
                </a:cubicBezTo>
                <a:lnTo>
                  <a:pt x="5888" y="1107"/>
                </a:lnTo>
                <a:cubicBezTo>
                  <a:pt x="6120" y="1000"/>
                  <a:pt x="6227" y="929"/>
                  <a:pt x="6406" y="929"/>
                </a:cubicBezTo>
                <a:cubicBezTo>
                  <a:pt x="6745" y="929"/>
                  <a:pt x="7030" y="1214"/>
                  <a:pt x="7030" y="1553"/>
                </a:cubicBezTo>
                <a:cubicBezTo>
                  <a:pt x="7030" y="2499"/>
                  <a:pt x="6727" y="3801"/>
                  <a:pt x="5871" y="4765"/>
                </a:cubicBezTo>
                <a:cubicBezTo>
                  <a:pt x="5746" y="4711"/>
                  <a:pt x="5621" y="4694"/>
                  <a:pt x="5478" y="4694"/>
                </a:cubicBezTo>
                <a:lnTo>
                  <a:pt x="5353" y="4694"/>
                </a:lnTo>
                <a:cubicBezTo>
                  <a:pt x="5032" y="4176"/>
                  <a:pt x="4639" y="3712"/>
                  <a:pt x="4158" y="3320"/>
                </a:cubicBezTo>
                <a:lnTo>
                  <a:pt x="4175" y="3320"/>
                </a:lnTo>
                <a:cubicBezTo>
                  <a:pt x="4015" y="2874"/>
                  <a:pt x="3926" y="2071"/>
                  <a:pt x="3926" y="1553"/>
                </a:cubicBezTo>
                <a:cubicBezTo>
                  <a:pt x="3926" y="1214"/>
                  <a:pt x="4193" y="929"/>
                  <a:pt x="4550" y="929"/>
                </a:cubicBezTo>
                <a:cubicBezTo>
                  <a:pt x="4729" y="929"/>
                  <a:pt x="4818" y="1000"/>
                  <a:pt x="5068" y="1107"/>
                </a:cubicBezTo>
                <a:lnTo>
                  <a:pt x="5192" y="822"/>
                </a:lnTo>
                <a:cubicBezTo>
                  <a:pt x="5228" y="697"/>
                  <a:pt x="5353" y="625"/>
                  <a:pt x="5478" y="625"/>
                </a:cubicBezTo>
                <a:close/>
                <a:moveTo>
                  <a:pt x="5478" y="5300"/>
                </a:moveTo>
                <a:cubicBezTo>
                  <a:pt x="5639" y="5300"/>
                  <a:pt x="5781" y="5443"/>
                  <a:pt x="5781" y="5621"/>
                </a:cubicBezTo>
                <a:cubicBezTo>
                  <a:pt x="5781" y="5782"/>
                  <a:pt x="5639" y="5925"/>
                  <a:pt x="5478" y="5925"/>
                </a:cubicBezTo>
                <a:cubicBezTo>
                  <a:pt x="5300" y="5925"/>
                  <a:pt x="5157" y="5782"/>
                  <a:pt x="5157" y="5621"/>
                </a:cubicBezTo>
                <a:cubicBezTo>
                  <a:pt x="5157" y="5443"/>
                  <a:pt x="5300" y="5300"/>
                  <a:pt x="5478" y="5300"/>
                </a:cubicBezTo>
                <a:close/>
                <a:moveTo>
                  <a:pt x="8898" y="2950"/>
                </a:moveTo>
                <a:cubicBezTo>
                  <a:pt x="9159" y="2950"/>
                  <a:pt x="9406" y="3118"/>
                  <a:pt x="9493" y="3391"/>
                </a:cubicBezTo>
                <a:cubicBezTo>
                  <a:pt x="9546" y="3569"/>
                  <a:pt x="9510" y="3676"/>
                  <a:pt x="9493" y="3944"/>
                </a:cubicBezTo>
                <a:lnTo>
                  <a:pt x="9796" y="3962"/>
                </a:lnTo>
                <a:cubicBezTo>
                  <a:pt x="9956" y="3980"/>
                  <a:pt x="10117" y="4087"/>
                  <a:pt x="10153" y="4176"/>
                </a:cubicBezTo>
                <a:cubicBezTo>
                  <a:pt x="10188" y="4265"/>
                  <a:pt x="10099" y="4408"/>
                  <a:pt x="9974" y="4515"/>
                </a:cubicBezTo>
                <a:lnTo>
                  <a:pt x="9742" y="4711"/>
                </a:lnTo>
                <a:cubicBezTo>
                  <a:pt x="9903" y="4908"/>
                  <a:pt x="10010" y="4979"/>
                  <a:pt x="10064" y="5157"/>
                </a:cubicBezTo>
                <a:cubicBezTo>
                  <a:pt x="10171" y="5479"/>
                  <a:pt x="9992" y="5835"/>
                  <a:pt x="9671" y="5942"/>
                </a:cubicBezTo>
                <a:cubicBezTo>
                  <a:pt x="9244" y="6083"/>
                  <a:pt x="8792" y="6153"/>
                  <a:pt x="8334" y="6153"/>
                </a:cubicBezTo>
                <a:cubicBezTo>
                  <a:pt x="7685" y="6153"/>
                  <a:pt x="7024" y="6011"/>
                  <a:pt x="6406" y="5728"/>
                </a:cubicBezTo>
                <a:cubicBezTo>
                  <a:pt x="6406" y="5693"/>
                  <a:pt x="6406" y="5657"/>
                  <a:pt x="6406" y="5621"/>
                </a:cubicBezTo>
                <a:cubicBezTo>
                  <a:pt x="6406" y="5479"/>
                  <a:pt x="6370" y="5336"/>
                  <a:pt x="6317" y="5211"/>
                </a:cubicBezTo>
                <a:cubicBezTo>
                  <a:pt x="6709" y="4765"/>
                  <a:pt x="7030" y="4247"/>
                  <a:pt x="7244" y="3659"/>
                </a:cubicBezTo>
                <a:lnTo>
                  <a:pt x="7262" y="3659"/>
                </a:lnTo>
                <a:cubicBezTo>
                  <a:pt x="7566" y="3427"/>
                  <a:pt x="8065" y="3195"/>
                  <a:pt x="8707" y="2981"/>
                </a:cubicBezTo>
                <a:cubicBezTo>
                  <a:pt x="8770" y="2960"/>
                  <a:pt x="8835" y="2950"/>
                  <a:pt x="8898" y="2950"/>
                </a:cubicBezTo>
                <a:close/>
                <a:moveTo>
                  <a:pt x="2022" y="2950"/>
                </a:moveTo>
                <a:cubicBezTo>
                  <a:pt x="2086" y="2950"/>
                  <a:pt x="2150" y="2960"/>
                  <a:pt x="2213" y="2981"/>
                </a:cubicBezTo>
                <a:cubicBezTo>
                  <a:pt x="3337" y="3355"/>
                  <a:pt x="4247" y="4051"/>
                  <a:pt x="4800" y="4979"/>
                </a:cubicBezTo>
                <a:cubicBezTo>
                  <a:pt x="4675" y="5104"/>
                  <a:pt x="4586" y="5282"/>
                  <a:pt x="4550" y="5461"/>
                </a:cubicBezTo>
                <a:cubicBezTo>
                  <a:pt x="3961" y="5586"/>
                  <a:pt x="3408" y="5835"/>
                  <a:pt x="2891" y="6174"/>
                </a:cubicBezTo>
                <a:cubicBezTo>
                  <a:pt x="2891" y="6192"/>
                  <a:pt x="2891" y="6192"/>
                  <a:pt x="2891" y="6192"/>
                </a:cubicBezTo>
                <a:lnTo>
                  <a:pt x="2873" y="6139"/>
                </a:lnTo>
                <a:cubicBezTo>
                  <a:pt x="2821" y="6141"/>
                  <a:pt x="2767" y="6141"/>
                  <a:pt x="2712" y="6141"/>
                </a:cubicBezTo>
                <a:cubicBezTo>
                  <a:pt x="2221" y="6141"/>
                  <a:pt x="1636" y="6071"/>
                  <a:pt x="1267" y="5942"/>
                </a:cubicBezTo>
                <a:cubicBezTo>
                  <a:pt x="928" y="5835"/>
                  <a:pt x="750" y="5479"/>
                  <a:pt x="857" y="5157"/>
                </a:cubicBezTo>
                <a:cubicBezTo>
                  <a:pt x="910" y="4979"/>
                  <a:pt x="1017" y="4908"/>
                  <a:pt x="1178" y="4711"/>
                </a:cubicBezTo>
                <a:lnTo>
                  <a:pt x="946" y="4515"/>
                </a:lnTo>
                <a:cubicBezTo>
                  <a:pt x="839" y="4426"/>
                  <a:pt x="768" y="4283"/>
                  <a:pt x="803" y="4176"/>
                </a:cubicBezTo>
                <a:cubicBezTo>
                  <a:pt x="839" y="4069"/>
                  <a:pt x="982" y="3980"/>
                  <a:pt x="1124" y="3962"/>
                </a:cubicBezTo>
                <a:lnTo>
                  <a:pt x="1428" y="3944"/>
                </a:lnTo>
                <a:cubicBezTo>
                  <a:pt x="1428" y="3676"/>
                  <a:pt x="1374" y="3569"/>
                  <a:pt x="1446" y="3391"/>
                </a:cubicBezTo>
                <a:cubicBezTo>
                  <a:pt x="1517" y="3118"/>
                  <a:pt x="1762" y="2950"/>
                  <a:pt x="2022" y="2950"/>
                </a:cubicBezTo>
                <a:close/>
                <a:moveTo>
                  <a:pt x="4657" y="6067"/>
                </a:moveTo>
                <a:cubicBezTo>
                  <a:pt x="4746" y="6228"/>
                  <a:pt x="4871" y="6353"/>
                  <a:pt x="5032" y="6442"/>
                </a:cubicBezTo>
                <a:cubicBezTo>
                  <a:pt x="4961" y="7102"/>
                  <a:pt x="4996" y="7762"/>
                  <a:pt x="5139" y="8387"/>
                </a:cubicBezTo>
                <a:cubicBezTo>
                  <a:pt x="4961" y="8976"/>
                  <a:pt x="4746" y="9440"/>
                  <a:pt x="4532" y="9743"/>
                </a:cubicBezTo>
                <a:cubicBezTo>
                  <a:pt x="4415" y="9904"/>
                  <a:pt x="4226" y="9993"/>
                  <a:pt x="4036" y="9993"/>
                </a:cubicBezTo>
                <a:cubicBezTo>
                  <a:pt x="3910" y="9993"/>
                  <a:pt x="3783" y="9954"/>
                  <a:pt x="3676" y="9868"/>
                </a:cubicBezTo>
                <a:cubicBezTo>
                  <a:pt x="3515" y="9761"/>
                  <a:pt x="3480" y="9654"/>
                  <a:pt x="3337" y="9422"/>
                </a:cubicBezTo>
                <a:lnTo>
                  <a:pt x="3069" y="9600"/>
                </a:lnTo>
                <a:cubicBezTo>
                  <a:pt x="3020" y="9625"/>
                  <a:pt x="2966" y="9638"/>
                  <a:pt x="2912" y="9638"/>
                </a:cubicBezTo>
                <a:cubicBezTo>
                  <a:pt x="2850" y="9638"/>
                  <a:pt x="2788" y="9621"/>
                  <a:pt x="2730" y="9582"/>
                </a:cubicBezTo>
                <a:cubicBezTo>
                  <a:pt x="2623" y="9511"/>
                  <a:pt x="2587" y="9386"/>
                  <a:pt x="2605" y="9261"/>
                </a:cubicBezTo>
                <a:lnTo>
                  <a:pt x="2695" y="8958"/>
                </a:lnTo>
                <a:cubicBezTo>
                  <a:pt x="2427" y="8887"/>
                  <a:pt x="2320" y="8887"/>
                  <a:pt x="2159" y="8779"/>
                </a:cubicBezTo>
                <a:cubicBezTo>
                  <a:pt x="1892" y="8583"/>
                  <a:pt x="1820" y="8191"/>
                  <a:pt x="2016" y="7905"/>
                </a:cubicBezTo>
                <a:cubicBezTo>
                  <a:pt x="2748" y="6924"/>
                  <a:pt x="3622" y="6299"/>
                  <a:pt x="4657" y="6067"/>
                </a:cubicBezTo>
                <a:close/>
                <a:moveTo>
                  <a:pt x="6120" y="6282"/>
                </a:moveTo>
                <a:cubicBezTo>
                  <a:pt x="6709" y="6549"/>
                  <a:pt x="7316" y="6710"/>
                  <a:pt x="7940" y="6763"/>
                </a:cubicBezTo>
                <a:cubicBezTo>
                  <a:pt x="8297" y="7031"/>
                  <a:pt x="8654" y="7530"/>
                  <a:pt x="8922" y="7905"/>
                </a:cubicBezTo>
                <a:cubicBezTo>
                  <a:pt x="9136" y="8191"/>
                  <a:pt x="9064" y="8583"/>
                  <a:pt x="8797" y="8779"/>
                </a:cubicBezTo>
                <a:cubicBezTo>
                  <a:pt x="8636" y="8887"/>
                  <a:pt x="8511" y="8887"/>
                  <a:pt x="8261" y="8958"/>
                </a:cubicBezTo>
                <a:lnTo>
                  <a:pt x="8333" y="9261"/>
                </a:lnTo>
                <a:cubicBezTo>
                  <a:pt x="8368" y="9368"/>
                  <a:pt x="8315" y="9511"/>
                  <a:pt x="8226" y="9582"/>
                </a:cubicBezTo>
                <a:cubicBezTo>
                  <a:pt x="8172" y="9618"/>
                  <a:pt x="8110" y="9636"/>
                  <a:pt x="8047" y="9636"/>
                </a:cubicBezTo>
                <a:cubicBezTo>
                  <a:pt x="7985" y="9636"/>
                  <a:pt x="7922" y="9618"/>
                  <a:pt x="7869" y="9582"/>
                </a:cubicBezTo>
                <a:lnTo>
                  <a:pt x="7601" y="9422"/>
                </a:lnTo>
                <a:cubicBezTo>
                  <a:pt x="7459" y="9654"/>
                  <a:pt x="7441" y="9761"/>
                  <a:pt x="7280" y="9868"/>
                </a:cubicBezTo>
                <a:cubicBezTo>
                  <a:pt x="7166" y="9954"/>
                  <a:pt x="7037" y="9993"/>
                  <a:pt x="6911" y="9993"/>
                </a:cubicBezTo>
                <a:cubicBezTo>
                  <a:pt x="6721" y="9993"/>
                  <a:pt x="6534" y="9904"/>
                  <a:pt x="6406" y="9743"/>
                </a:cubicBezTo>
                <a:cubicBezTo>
                  <a:pt x="5781" y="8887"/>
                  <a:pt x="5514" y="7727"/>
                  <a:pt x="5656" y="6531"/>
                </a:cubicBezTo>
                <a:cubicBezTo>
                  <a:pt x="5835" y="6496"/>
                  <a:pt x="5995" y="6406"/>
                  <a:pt x="6120" y="6282"/>
                </a:cubicBezTo>
                <a:close/>
                <a:moveTo>
                  <a:pt x="5478" y="1"/>
                </a:moveTo>
                <a:cubicBezTo>
                  <a:pt x="5192" y="1"/>
                  <a:pt x="4943" y="126"/>
                  <a:pt x="4764" y="322"/>
                </a:cubicBezTo>
                <a:cubicBezTo>
                  <a:pt x="4695" y="311"/>
                  <a:pt x="4626" y="305"/>
                  <a:pt x="4558" y="305"/>
                </a:cubicBezTo>
                <a:cubicBezTo>
                  <a:pt x="3877" y="305"/>
                  <a:pt x="3301" y="855"/>
                  <a:pt x="3301" y="1553"/>
                </a:cubicBezTo>
                <a:cubicBezTo>
                  <a:pt x="3301" y="1910"/>
                  <a:pt x="3337" y="2392"/>
                  <a:pt x="3408" y="2820"/>
                </a:cubicBezTo>
                <a:cubicBezTo>
                  <a:pt x="3105" y="2659"/>
                  <a:pt x="2766" y="2517"/>
                  <a:pt x="2409" y="2392"/>
                </a:cubicBezTo>
                <a:cubicBezTo>
                  <a:pt x="2284" y="2352"/>
                  <a:pt x="2157" y="2333"/>
                  <a:pt x="2033" y="2333"/>
                </a:cubicBezTo>
                <a:cubicBezTo>
                  <a:pt x="1434" y="2333"/>
                  <a:pt x="892" y="2773"/>
                  <a:pt x="803" y="3409"/>
                </a:cubicBezTo>
                <a:cubicBezTo>
                  <a:pt x="553" y="3498"/>
                  <a:pt x="304" y="3694"/>
                  <a:pt x="197" y="3980"/>
                </a:cubicBezTo>
                <a:cubicBezTo>
                  <a:pt x="125" y="4247"/>
                  <a:pt x="179" y="4533"/>
                  <a:pt x="357" y="4765"/>
                </a:cubicBezTo>
                <a:cubicBezTo>
                  <a:pt x="0" y="5461"/>
                  <a:pt x="339" y="6299"/>
                  <a:pt x="1071" y="6531"/>
                </a:cubicBezTo>
                <a:cubicBezTo>
                  <a:pt x="1410" y="6638"/>
                  <a:pt x="1820" y="6710"/>
                  <a:pt x="2213" y="6745"/>
                </a:cubicBezTo>
                <a:cubicBezTo>
                  <a:pt x="1963" y="6977"/>
                  <a:pt x="1731" y="7245"/>
                  <a:pt x="1517" y="7548"/>
                </a:cubicBezTo>
                <a:cubicBezTo>
                  <a:pt x="1071" y="8173"/>
                  <a:pt x="1285" y="9065"/>
                  <a:pt x="1981" y="9386"/>
                </a:cubicBezTo>
                <a:cubicBezTo>
                  <a:pt x="1999" y="9672"/>
                  <a:pt x="2141" y="9921"/>
                  <a:pt x="2373" y="10082"/>
                </a:cubicBezTo>
                <a:cubicBezTo>
                  <a:pt x="2525" y="10196"/>
                  <a:pt x="2712" y="10256"/>
                  <a:pt x="2904" y="10256"/>
                </a:cubicBezTo>
                <a:cubicBezTo>
                  <a:pt x="2983" y="10256"/>
                  <a:pt x="3062" y="10246"/>
                  <a:pt x="3141" y="10225"/>
                </a:cubicBezTo>
                <a:cubicBezTo>
                  <a:pt x="3386" y="10487"/>
                  <a:pt x="3711" y="10614"/>
                  <a:pt x="4035" y="10614"/>
                </a:cubicBezTo>
                <a:cubicBezTo>
                  <a:pt x="4417" y="10614"/>
                  <a:pt x="4799" y="10438"/>
                  <a:pt x="5050" y="10100"/>
                </a:cubicBezTo>
                <a:cubicBezTo>
                  <a:pt x="5192" y="9904"/>
                  <a:pt x="5335" y="9636"/>
                  <a:pt x="5460" y="9333"/>
                </a:cubicBezTo>
                <a:cubicBezTo>
                  <a:pt x="5585" y="9600"/>
                  <a:pt x="5728" y="9868"/>
                  <a:pt x="5906" y="10100"/>
                </a:cubicBezTo>
                <a:cubicBezTo>
                  <a:pt x="6157" y="10438"/>
                  <a:pt x="6539" y="10614"/>
                  <a:pt x="6921" y="10614"/>
                </a:cubicBezTo>
                <a:cubicBezTo>
                  <a:pt x="7245" y="10614"/>
                  <a:pt x="7570" y="10487"/>
                  <a:pt x="7815" y="10225"/>
                </a:cubicBezTo>
                <a:cubicBezTo>
                  <a:pt x="7893" y="10246"/>
                  <a:pt x="7972" y="10256"/>
                  <a:pt x="8049" y="10256"/>
                </a:cubicBezTo>
                <a:cubicBezTo>
                  <a:pt x="8236" y="10256"/>
                  <a:pt x="8418" y="10196"/>
                  <a:pt x="8583" y="10082"/>
                </a:cubicBezTo>
                <a:cubicBezTo>
                  <a:pt x="8815" y="9921"/>
                  <a:pt x="8939" y="9672"/>
                  <a:pt x="8957" y="9386"/>
                </a:cubicBezTo>
                <a:cubicBezTo>
                  <a:pt x="9671" y="9065"/>
                  <a:pt x="9885" y="8173"/>
                  <a:pt x="9439" y="7548"/>
                </a:cubicBezTo>
                <a:cubicBezTo>
                  <a:pt x="9243" y="7281"/>
                  <a:pt x="9046" y="7013"/>
                  <a:pt x="8832" y="6745"/>
                </a:cubicBezTo>
                <a:cubicBezTo>
                  <a:pt x="9171" y="6710"/>
                  <a:pt x="9528" y="6638"/>
                  <a:pt x="9867" y="6531"/>
                </a:cubicBezTo>
                <a:cubicBezTo>
                  <a:pt x="10599" y="6299"/>
                  <a:pt x="10938" y="5461"/>
                  <a:pt x="10581" y="4783"/>
                </a:cubicBezTo>
                <a:cubicBezTo>
                  <a:pt x="10742" y="4551"/>
                  <a:pt x="10849" y="4283"/>
                  <a:pt x="10742" y="3980"/>
                </a:cubicBezTo>
                <a:cubicBezTo>
                  <a:pt x="10652" y="3694"/>
                  <a:pt x="10403" y="3498"/>
                  <a:pt x="10135" y="3409"/>
                </a:cubicBezTo>
                <a:cubicBezTo>
                  <a:pt x="10046" y="2773"/>
                  <a:pt x="9492" y="2333"/>
                  <a:pt x="8888" y="2333"/>
                </a:cubicBezTo>
                <a:cubicBezTo>
                  <a:pt x="8763" y="2333"/>
                  <a:pt x="8637" y="2352"/>
                  <a:pt x="8511" y="2392"/>
                </a:cubicBezTo>
                <a:cubicBezTo>
                  <a:pt x="8137" y="2517"/>
                  <a:pt x="7798" y="2659"/>
                  <a:pt x="7512" y="2784"/>
                </a:cubicBezTo>
                <a:cubicBezTo>
                  <a:pt x="7601" y="2374"/>
                  <a:pt x="7655" y="1964"/>
                  <a:pt x="7655" y="1553"/>
                </a:cubicBezTo>
                <a:cubicBezTo>
                  <a:pt x="7655" y="855"/>
                  <a:pt x="7079" y="305"/>
                  <a:pt x="6398" y="305"/>
                </a:cubicBezTo>
                <a:cubicBezTo>
                  <a:pt x="6330" y="305"/>
                  <a:pt x="6261" y="311"/>
                  <a:pt x="6192" y="322"/>
                </a:cubicBezTo>
                <a:cubicBezTo>
                  <a:pt x="6013" y="126"/>
                  <a:pt x="5763" y="1"/>
                  <a:pt x="547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73" name="Google Shape;1173;p97"/>
          <p:cNvGrpSpPr/>
          <p:nvPr/>
        </p:nvGrpSpPr>
        <p:grpSpPr>
          <a:xfrm rot="403721">
            <a:off x="4326778" y="1369482"/>
            <a:ext cx="490390" cy="430996"/>
            <a:chOff x="1059329" y="2337817"/>
            <a:chExt cx="340997" cy="299697"/>
          </a:xfrm>
        </p:grpSpPr>
        <p:sp>
          <p:nvSpPr>
            <p:cNvPr id="1174" name="Google Shape;1174;p97"/>
            <p:cNvSpPr/>
            <p:nvPr/>
          </p:nvSpPr>
          <p:spPr>
            <a:xfrm>
              <a:off x="1160202" y="2417462"/>
              <a:ext cx="139829" cy="139829"/>
            </a:xfrm>
            <a:custGeom>
              <a:rect b="b" l="l" r="r" t="t"/>
              <a:pathLst>
                <a:path extrusionOk="0" h="4354" w="4354">
                  <a:moveTo>
                    <a:pt x="2177" y="625"/>
                  </a:moveTo>
                  <a:cubicBezTo>
                    <a:pt x="3033" y="625"/>
                    <a:pt x="3729" y="1321"/>
                    <a:pt x="3729" y="2177"/>
                  </a:cubicBezTo>
                  <a:cubicBezTo>
                    <a:pt x="3729" y="2534"/>
                    <a:pt x="3444" y="2802"/>
                    <a:pt x="3105" y="2802"/>
                  </a:cubicBezTo>
                  <a:cubicBezTo>
                    <a:pt x="2766" y="2802"/>
                    <a:pt x="2480" y="2534"/>
                    <a:pt x="2480" y="2177"/>
                  </a:cubicBezTo>
                  <a:cubicBezTo>
                    <a:pt x="2480" y="1499"/>
                    <a:pt x="1927" y="946"/>
                    <a:pt x="1249" y="946"/>
                  </a:cubicBezTo>
                  <a:cubicBezTo>
                    <a:pt x="1499" y="750"/>
                    <a:pt x="1820" y="625"/>
                    <a:pt x="2177" y="625"/>
                  </a:cubicBezTo>
                  <a:close/>
                  <a:moveTo>
                    <a:pt x="1249" y="1571"/>
                  </a:moveTo>
                  <a:cubicBezTo>
                    <a:pt x="1588" y="1571"/>
                    <a:pt x="1856" y="1838"/>
                    <a:pt x="1856" y="2177"/>
                  </a:cubicBezTo>
                  <a:cubicBezTo>
                    <a:pt x="1856" y="2873"/>
                    <a:pt x="2427" y="3426"/>
                    <a:pt x="3105" y="3426"/>
                  </a:cubicBezTo>
                  <a:cubicBezTo>
                    <a:pt x="2837" y="3622"/>
                    <a:pt x="2516" y="3747"/>
                    <a:pt x="2177" y="3747"/>
                  </a:cubicBezTo>
                  <a:cubicBezTo>
                    <a:pt x="1320" y="3747"/>
                    <a:pt x="625" y="3034"/>
                    <a:pt x="625" y="2177"/>
                  </a:cubicBezTo>
                  <a:cubicBezTo>
                    <a:pt x="625" y="1838"/>
                    <a:pt x="892" y="1571"/>
                    <a:pt x="1249" y="1571"/>
                  </a:cubicBezTo>
                  <a:close/>
                  <a:moveTo>
                    <a:pt x="2177" y="0"/>
                  </a:moveTo>
                  <a:cubicBezTo>
                    <a:pt x="981" y="0"/>
                    <a:pt x="0" y="982"/>
                    <a:pt x="0" y="2177"/>
                  </a:cubicBezTo>
                  <a:cubicBezTo>
                    <a:pt x="0" y="3390"/>
                    <a:pt x="981" y="4354"/>
                    <a:pt x="2177" y="4354"/>
                  </a:cubicBezTo>
                  <a:cubicBezTo>
                    <a:pt x="3372" y="4354"/>
                    <a:pt x="4354" y="3390"/>
                    <a:pt x="4354" y="2177"/>
                  </a:cubicBezTo>
                  <a:cubicBezTo>
                    <a:pt x="4354" y="982"/>
                    <a:pt x="3372" y="0"/>
                    <a:pt x="217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 name="Google Shape;1175;p97"/>
            <p:cNvSpPr/>
            <p:nvPr/>
          </p:nvSpPr>
          <p:spPr>
            <a:xfrm>
              <a:off x="1126385" y="2522318"/>
              <a:ext cx="53889" cy="59059"/>
            </a:xfrm>
            <a:custGeom>
              <a:rect b="b" l="l" r="r" t="t"/>
              <a:pathLst>
                <a:path extrusionOk="0" h="1839" w="1678">
                  <a:moveTo>
                    <a:pt x="482" y="1"/>
                  </a:moveTo>
                  <a:lnTo>
                    <a:pt x="0" y="411"/>
                  </a:lnTo>
                  <a:lnTo>
                    <a:pt x="1214" y="1838"/>
                  </a:lnTo>
                  <a:lnTo>
                    <a:pt x="1678" y="1428"/>
                  </a:lnTo>
                  <a:lnTo>
                    <a:pt x="482"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 name="Google Shape;1176;p97"/>
            <p:cNvSpPr/>
            <p:nvPr/>
          </p:nvSpPr>
          <p:spPr>
            <a:xfrm>
              <a:off x="1096004" y="2548106"/>
              <a:ext cx="53889" cy="59059"/>
            </a:xfrm>
            <a:custGeom>
              <a:rect b="b" l="l" r="r" t="t"/>
              <a:pathLst>
                <a:path extrusionOk="0" h="1839" w="1678">
                  <a:moveTo>
                    <a:pt x="482" y="0"/>
                  </a:moveTo>
                  <a:lnTo>
                    <a:pt x="1" y="393"/>
                  </a:lnTo>
                  <a:lnTo>
                    <a:pt x="1196" y="1838"/>
                  </a:lnTo>
                  <a:lnTo>
                    <a:pt x="1678" y="1428"/>
                  </a:lnTo>
                  <a:lnTo>
                    <a:pt x="48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 name="Google Shape;1177;p97"/>
            <p:cNvSpPr/>
            <p:nvPr/>
          </p:nvSpPr>
          <p:spPr>
            <a:xfrm>
              <a:off x="1279381" y="2393954"/>
              <a:ext cx="53889" cy="59059"/>
            </a:xfrm>
            <a:custGeom>
              <a:rect b="b" l="l" r="r" t="t"/>
              <a:pathLst>
                <a:path extrusionOk="0" h="1839" w="1678">
                  <a:moveTo>
                    <a:pt x="482" y="1"/>
                  </a:moveTo>
                  <a:lnTo>
                    <a:pt x="0" y="393"/>
                  </a:lnTo>
                  <a:lnTo>
                    <a:pt x="1214" y="1839"/>
                  </a:lnTo>
                  <a:lnTo>
                    <a:pt x="1678" y="1428"/>
                  </a:lnTo>
                  <a:lnTo>
                    <a:pt x="482"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97"/>
            <p:cNvSpPr/>
            <p:nvPr/>
          </p:nvSpPr>
          <p:spPr>
            <a:xfrm>
              <a:off x="1310307" y="2368166"/>
              <a:ext cx="53921" cy="59059"/>
            </a:xfrm>
            <a:custGeom>
              <a:rect b="b" l="l" r="r" t="t"/>
              <a:pathLst>
                <a:path extrusionOk="0" h="1839" w="1679">
                  <a:moveTo>
                    <a:pt x="483" y="1"/>
                  </a:moveTo>
                  <a:lnTo>
                    <a:pt x="1" y="411"/>
                  </a:lnTo>
                  <a:lnTo>
                    <a:pt x="1196" y="1839"/>
                  </a:lnTo>
                  <a:lnTo>
                    <a:pt x="1678" y="1428"/>
                  </a:lnTo>
                  <a:lnTo>
                    <a:pt x="483"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 name="Google Shape;1179;p97"/>
            <p:cNvSpPr/>
            <p:nvPr/>
          </p:nvSpPr>
          <p:spPr>
            <a:xfrm>
              <a:off x="1126385" y="2393954"/>
              <a:ext cx="53889" cy="59059"/>
            </a:xfrm>
            <a:custGeom>
              <a:rect b="b" l="l" r="r" t="t"/>
              <a:pathLst>
                <a:path extrusionOk="0" h="1839" w="1678">
                  <a:moveTo>
                    <a:pt x="1214" y="1"/>
                  </a:moveTo>
                  <a:lnTo>
                    <a:pt x="0" y="1428"/>
                  </a:lnTo>
                  <a:lnTo>
                    <a:pt x="482" y="1839"/>
                  </a:lnTo>
                  <a:lnTo>
                    <a:pt x="1678" y="411"/>
                  </a:lnTo>
                  <a:lnTo>
                    <a:pt x="121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97"/>
            <p:cNvSpPr/>
            <p:nvPr/>
          </p:nvSpPr>
          <p:spPr>
            <a:xfrm>
              <a:off x="1096004" y="2368166"/>
              <a:ext cx="53889" cy="59059"/>
            </a:xfrm>
            <a:custGeom>
              <a:rect b="b" l="l" r="r" t="t"/>
              <a:pathLst>
                <a:path extrusionOk="0" h="1839" w="1678">
                  <a:moveTo>
                    <a:pt x="1196" y="1"/>
                  </a:moveTo>
                  <a:lnTo>
                    <a:pt x="1" y="1428"/>
                  </a:lnTo>
                  <a:lnTo>
                    <a:pt x="482" y="1839"/>
                  </a:lnTo>
                  <a:lnTo>
                    <a:pt x="1678" y="411"/>
                  </a:lnTo>
                  <a:lnTo>
                    <a:pt x="119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 name="Google Shape;1181;p97"/>
            <p:cNvSpPr/>
            <p:nvPr/>
          </p:nvSpPr>
          <p:spPr>
            <a:xfrm>
              <a:off x="1279381" y="2522318"/>
              <a:ext cx="53889" cy="59059"/>
            </a:xfrm>
            <a:custGeom>
              <a:rect b="b" l="l" r="r" t="t"/>
              <a:pathLst>
                <a:path extrusionOk="0" h="1839" w="1678">
                  <a:moveTo>
                    <a:pt x="1214" y="1"/>
                  </a:moveTo>
                  <a:lnTo>
                    <a:pt x="0" y="1428"/>
                  </a:lnTo>
                  <a:lnTo>
                    <a:pt x="482" y="1838"/>
                  </a:lnTo>
                  <a:lnTo>
                    <a:pt x="1678" y="411"/>
                  </a:lnTo>
                  <a:lnTo>
                    <a:pt x="121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 name="Google Shape;1182;p97"/>
            <p:cNvSpPr/>
            <p:nvPr/>
          </p:nvSpPr>
          <p:spPr>
            <a:xfrm>
              <a:off x="1310307" y="2548106"/>
              <a:ext cx="53921" cy="59059"/>
            </a:xfrm>
            <a:custGeom>
              <a:rect b="b" l="l" r="r" t="t"/>
              <a:pathLst>
                <a:path extrusionOk="0" h="1839" w="1679">
                  <a:moveTo>
                    <a:pt x="1196" y="0"/>
                  </a:moveTo>
                  <a:lnTo>
                    <a:pt x="1" y="1428"/>
                  </a:lnTo>
                  <a:lnTo>
                    <a:pt x="483" y="1838"/>
                  </a:lnTo>
                  <a:lnTo>
                    <a:pt x="1678" y="411"/>
                  </a:lnTo>
                  <a:lnTo>
                    <a:pt x="119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97"/>
            <p:cNvSpPr/>
            <p:nvPr/>
          </p:nvSpPr>
          <p:spPr>
            <a:xfrm>
              <a:off x="1059329" y="2337817"/>
              <a:ext cx="340997" cy="299697"/>
            </a:xfrm>
            <a:custGeom>
              <a:rect b="b" l="l" r="r" t="t"/>
              <a:pathLst>
                <a:path extrusionOk="0" h="9332" w="10618">
                  <a:moveTo>
                    <a:pt x="9993" y="625"/>
                  </a:moveTo>
                  <a:lnTo>
                    <a:pt x="9993" y="8707"/>
                  </a:lnTo>
                  <a:lnTo>
                    <a:pt x="625" y="8707"/>
                  </a:lnTo>
                  <a:lnTo>
                    <a:pt x="625" y="625"/>
                  </a:lnTo>
                  <a:close/>
                  <a:moveTo>
                    <a:pt x="1" y="0"/>
                  </a:moveTo>
                  <a:lnTo>
                    <a:pt x="1" y="9332"/>
                  </a:lnTo>
                  <a:lnTo>
                    <a:pt x="10617" y="9332"/>
                  </a:lnTo>
                  <a:lnTo>
                    <a:pt x="10617"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62"/>
                                        </p:tgtEl>
                                        <p:attrNameLst>
                                          <p:attrName>style.visibility</p:attrName>
                                        </p:attrNameLst>
                                      </p:cBhvr>
                                      <p:to>
                                        <p:strVal val="visible"/>
                                      </p:to>
                                    </p:set>
                                    <p:animEffect filter="fade" transition="in">
                                      <p:cBhvr>
                                        <p:cTn dur="1000"/>
                                        <p:tgtEl>
                                          <p:spTgt spid="1162"/>
                                        </p:tgtEl>
                                      </p:cBhvr>
                                    </p:animEffect>
                                  </p:childTnLst>
                                </p:cTn>
                              </p:par>
                              <p:par>
                                <p:cTn fill="hold" nodeType="withEffect" presetClass="entr" presetID="10" presetSubtype="0">
                                  <p:stCondLst>
                                    <p:cond delay="0"/>
                                  </p:stCondLst>
                                  <p:childTnLst>
                                    <p:set>
                                      <p:cBhvr>
                                        <p:cTn dur="1" fill="hold">
                                          <p:stCondLst>
                                            <p:cond delay="0"/>
                                          </p:stCondLst>
                                        </p:cTn>
                                        <p:tgtEl>
                                          <p:spTgt spid="1165"/>
                                        </p:tgtEl>
                                        <p:attrNameLst>
                                          <p:attrName>style.visibility</p:attrName>
                                        </p:attrNameLst>
                                      </p:cBhvr>
                                      <p:to>
                                        <p:strVal val="visible"/>
                                      </p:to>
                                    </p:set>
                                    <p:animEffect filter="fade" transition="in">
                                      <p:cBhvr>
                                        <p:cTn dur="1000"/>
                                        <p:tgtEl>
                                          <p:spTgt spid="1165"/>
                                        </p:tgtEl>
                                      </p:cBhvr>
                                    </p:animEffect>
                                  </p:childTnLst>
                                </p:cTn>
                              </p:par>
                              <p:par>
                                <p:cTn fill="hold" nodeType="withEffect" presetClass="entr" presetID="10" presetSubtype="0">
                                  <p:stCondLst>
                                    <p:cond delay="0"/>
                                  </p:stCondLst>
                                  <p:childTnLst>
                                    <p:set>
                                      <p:cBhvr>
                                        <p:cTn dur="1" fill="hold">
                                          <p:stCondLst>
                                            <p:cond delay="0"/>
                                          </p:stCondLst>
                                        </p:cTn>
                                        <p:tgtEl>
                                          <p:spTgt spid="1168"/>
                                        </p:tgtEl>
                                        <p:attrNameLst>
                                          <p:attrName>style.visibility</p:attrName>
                                        </p:attrNameLst>
                                      </p:cBhvr>
                                      <p:to>
                                        <p:strVal val="visible"/>
                                      </p:to>
                                    </p:set>
                                    <p:animEffect filter="fade" transition="in">
                                      <p:cBhvr>
                                        <p:cTn dur="1000"/>
                                        <p:tgtEl>
                                          <p:spTgt spid="1168"/>
                                        </p:tgtEl>
                                      </p:cBhvr>
                                    </p:animEffect>
                                  </p:childTnLst>
                                </p:cTn>
                              </p:par>
                              <p:par>
                                <p:cTn fill="hold" nodeType="withEffect" presetClass="entr" presetID="10" presetSubtype="0">
                                  <p:stCondLst>
                                    <p:cond delay="0"/>
                                  </p:stCondLst>
                                  <p:childTnLst>
                                    <p:set>
                                      <p:cBhvr>
                                        <p:cTn dur="1" fill="hold">
                                          <p:stCondLst>
                                            <p:cond delay="0"/>
                                          </p:stCondLst>
                                        </p:cTn>
                                        <p:tgtEl>
                                          <p:spTgt spid="1171"/>
                                        </p:tgtEl>
                                        <p:attrNameLst>
                                          <p:attrName>style.visibility</p:attrName>
                                        </p:attrNameLst>
                                      </p:cBhvr>
                                      <p:to>
                                        <p:strVal val="visible"/>
                                      </p:to>
                                    </p:set>
                                    <p:animEffect filter="fade" transition="in">
                                      <p:cBhvr>
                                        <p:cTn dur="1000"/>
                                        <p:tgtEl>
                                          <p:spTgt spid="1171"/>
                                        </p:tgtEl>
                                      </p:cBhvr>
                                    </p:animEffect>
                                  </p:childTnLst>
                                </p:cTn>
                              </p:par>
                              <p:par>
                                <p:cTn fill="hold" nodeType="withEffect" presetClass="entr" presetID="10" presetSubtype="0">
                                  <p:stCondLst>
                                    <p:cond delay="0"/>
                                  </p:stCondLst>
                                  <p:childTnLst>
                                    <p:set>
                                      <p:cBhvr>
                                        <p:cTn dur="1" fill="hold">
                                          <p:stCondLst>
                                            <p:cond delay="0"/>
                                          </p:stCondLst>
                                        </p:cTn>
                                        <p:tgtEl>
                                          <p:spTgt spid="1172"/>
                                        </p:tgtEl>
                                        <p:attrNameLst>
                                          <p:attrName>style.visibility</p:attrName>
                                        </p:attrNameLst>
                                      </p:cBhvr>
                                      <p:to>
                                        <p:strVal val="visible"/>
                                      </p:to>
                                    </p:set>
                                    <p:animEffect filter="fade" transition="in">
                                      <p:cBhvr>
                                        <p:cTn dur="1000"/>
                                        <p:tgtEl>
                                          <p:spTgt spid="1172"/>
                                        </p:tgtEl>
                                      </p:cBhvr>
                                    </p:animEffect>
                                  </p:childTnLst>
                                </p:cTn>
                              </p:par>
                              <p:par>
                                <p:cTn fill="hold" nodeType="withEffect" presetClass="entr" presetID="10" presetSubtype="0">
                                  <p:stCondLst>
                                    <p:cond delay="0"/>
                                  </p:stCondLst>
                                  <p:childTnLst>
                                    <p:set>
                                      <p:cBhvr>
                                        <p:cTn dur="1" fill="hold">
                                          <p:stCondLst>
                                            <p:cond delay="0"/>
                                          </p:stCondLst>
                                        </p:cTn>
                                        <p:tgtEl>
                                          <p:spTgt spid="1173"/>
                                        </p:tgtEl>
                                        <p:attrNameLst>
                                          <p:attrName>style.visibility</p:attrName>
                                        </p:attrNameLst>
                                      </p:cBhvr>
                                      <p:to>
                                        <p:strVal val="visible"/>
                                      </p:to>
                                    </p:set>
                                    <p:animEffect filter="fade" transition="in">
                                      <p:cBhvr>
                                        <p:cTn dur="1000"/>
                                        <p:tgtEl>
                                          <p:spTgt spid="117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7" name="Shape 1187"/>
        <p:cNvGrpSpPr/>
        <p:nvPr/>
      </p:nvGrpSpPr>
      <p:grpSpPr>
        <a:xfrm>
          <a:off x="0" y="0"/>
          <a:ext cx="0" cy="0"/>
          <a:chOff x="0" y="0"/>
          <a:chExt cx="0" cy="0"/>
        </a:xfrm>
      </p:grpSpPr>
      <p:sp>
        <p:nvSpPr>
          <p:cNvPr id="1188" name="Google Shape;1188;p98"/>
          <p:cNvSpPr txBox="1"/>
          <p:nvPr>
            <p:ph type="title"/>
          </p:nvPr>
        </p:nvSpPr>
        <p:spPr>
          <a:xfrm>
            <a:off x="1242888" y="1932225"/>
            <a:ext cx="1874700" cy="487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MARS</a:t>
            </a:r>
            <a:endParaRPr/>
          </a:p>
        </p:txBody>
      </p:sp>
      <p:sp>
        <p:nvSpPr>
          <p:cNvPr id="1189" name="Google Shape;1189;p98"/>
          <p:cNvSpPr txBox="1"/>
          <p:nvPr>
            <p:ph idx="1" type="subTitle"/>
          </p:nvPr>
        </p:nvSpPr>
        <p:spPr>
          <a:xfrm>
            <a:off x="1242930" y="2287900"/>
            <a:ext cx="1874700" cy="661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Mars is actually a very cold place</a:t>
            </a:r>
            <a:endParaRPr/>
          </a:p>
        </p:txBody>
      </p:sp>
      <p:sp>
        <p:nvSpPr>
          <p:cNvPr id="1190" name="Google Shape;1190;p98"/>
          <p:cNvSpPr txBox="1"/>
          <p:nvPr>
            <p:ph idx="2" type="title"/>
          </p:nvPr>
        </p:nvSpPr>
        <p:spPr>
          <a:xfrm>
            <a:off x="1242889" y="3588576"/>
            <a:ext cx="1874700" cy="487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SATURN</a:t>
            </a:r>
            <a:endParaRPr/>
          </a:p>
        </p:txBody>
      </p:sp>
      <p:sp>
        <p:nvSpPr>
          <p:cNvPr id="1191" name="Google Shape;1191;p98"/>
          <p:cNvSpPr txBox="1"/>
          <p:nvPr>
            <p:ph idx="3" type="subTitle"/>
          </p:nvPr>
        </p:nvSpPr>
        <p:spPr>
          <a:xfrm>
            <a:off x="1242909" y="3944251"/>
            <a:ext cx="1874700" cy="661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a:t>
            </a:r>
            <a:r>
              <a:rPr lang="en"/>
              <a:t>s the ringed planet and a gas giant</a:t>
            </a:r>
            <a:endParaRPr/>
          </a:p>
        </p:txBody>
      </p:sp>
      <p:sp>
        <p:nvSpPr>
          <p:cNvPr id="1192" name="Google Shape;1192;p98"/>
          <p:cNvSpPr txBox="1"/>
          <p:nvPr>
            <p:ph idx="5" type="subTitle"/>
          </p:nvPr>
        </p:nvSpPr>
        <p:spPr>
          <a:xfrm>
            <a:off x="3973205" y="2287900"/>
            <a:ext cx="1874700" cy="661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It’s the farthest planet from the Sun</a:t>
            </a:r>
            <a:endParaRPr/>
          </a:p>
        </p:txBody>
      </p:sp>
      <p:sp>
        <p:nvSpPr>
          <p:cNvPr id="1193" name="Google Shape;1193;p98"/>
          <p:cNvSpPr txBox="1"/>
          <p:nvPr>
            <p:ph idx="6" type="title"/>
          </p:nvPr>
        </p:nvSpPr>
        <p:spPr>
          <a:xfrm>
            <a:off x="3973164" y="3588576"/>
            <a:ext cx="1874700" cy="487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JUPITER</a:t>
            </a:r>
            <a:endParaRPr/>
          </a:p>
        </p:txBody>
      </p:sp>
      <p:sp>
        <p:nvSpPr>
          <p:cNvPr id="1194" name="Google Shape;1194;p98"/>
          <p:cNvSpPr txBox="1"/>
          <p:nvPr>
            <p:ph idx="7" type="subTitle"/>
          </p:nvPr>
        </p:nvSpPr>
        <p:spPr>
          <a:xfrm>
            <a:off x="3973184" y="3944251"/>
            <a:ext cx="1874700" cy="661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a:t>
            </a:r>
            <a:r>
              <a:rPr lang="en"/>
              <a:t>s the biggest planet of them all</a:t>
            </a:r>
            <a:endParaRPr/>
          </a:p>
        </p:txBody>
      </p:sp>
      <p:sp>
        <p:nvSpPr>
          <p:cNvPr id="1195" name="Google Shape;1195;p98"/>
          <p:cNvSpPr txBox="1"/>
          <p:nvPr>
            <p:ph idx="4" type="title"/>
          </p:nvPr>
        </p:nvSpPr>
        <p:spPr>
          <a:xfrm>
            <a:off x="3973163" y="1932225"/>
            <a:ext cx="1874700" cy="487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NEPTUNE</a:t>
            </a:r>
            <a:endParaRPr/>
          </a:p>
        </p:txBody>
      </p:sp>
      <p:sp>
        <p:nvSpPr>
          <p:cNvPr id="1196" name="Google Shape;1196;p98"/>
          <p:cNvSpPr txBox="1"/>
          <p:nvPr>
            <p:ph idx="8" type="title"/>
          </p:nvPr>
        </p:nvSpPr>
        <p:spPr>
          <a:xfrm>
            <a:off x="6703489" y="1932225"/>
            <a:ext cx="1874700" cy="487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MERCURY</a:t>
            </a:r>
            <a:endParaRPr/>
          </a:p>
        </p:txBody>
      </p:sp>
      <p:sp>
        <p:nvSpPr>
          <p:cNvPr id="1197" name="Google Shape;1197;p98"/>
          <p:cNvSpPr txBox="1"/>
          <p:nvPr>
            <p:ph idx="9" type="subTitle"/>
          </p:nvPr>
        </p:nvSpPr>
        <p:spPr>
          <a:xfrm>
            <a:off x="6703530" y="2287900"/>
            <a:ext cx="1874700" cy="661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It’s the closest planet to the Sun</a:t>
            </a:r>
            <a:endParaRPr/>
          </a:p>
        </p:txBody>
      </p:sp>
      <p:sp>
        <p:nvSpPr>
          <p:cNvPr id="1198" name="Google Shape;1198;p98"/>
          <p:cNvSpPr txBox="1"/>
          <p:nvPr>
            <p:ph idx="13" type="title"/>
          </p:nvPr>
        </p:nvSpPr>
        <p:spPr>
          <a:xfrm>
            <a:off x="6703489" y="3588576"/>
            <a:ext cx="1874700" cy="487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VENUS</a:t>
            </a:r>
            <a:endParaRPr/>
          </a:p>
        </p:txBody>
      </p:sp>
      <p:sp>
        <p:nvSpPr>
          <p:cNvPr id="1199" name="Google Shape;1199;p98"/>
          <p:cNvSpPr txBox="1"/>
          <p:nvPr>
            <p:ph idx="14" type="subTitle"/>
          </p:nvPr>
        </p:nvSpPr>
        <p:spPr>
          <a:xfrm>
            <a:off x="6703509" y="3944251"/>
            <a:ext cx="1874700" cy="661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a:t>
            </a:r>
            <a:r>
              <a:rPr lang="en"/>
              <a:t>s the second planet from the Sun</a:t>
            </a:r>
            <a:endParaRPr/>
          </a:p>
        </p:txBody>
      </p:sp>
      <p:sp>
        <p:nvSpPr>
          <p:cNvPr id="1200" name="Google Shape;1200;p98"/>
          <p:cNvSpPr txBox="1"/>
          <p:nvPr>
            <p:ph idx="15"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TRY DIVIDING</a:t>
            </a:r>
            <a:r>
              <a:rPr lang="en"/>
              <a:t> THE CONTENT</a:t>
            </a:r>
            <a:endParaRPr/>
          </a:p>
        </p:txBody>
      </p:sp>
      <p:sp>
        <p:nvSpPr>
          <p:cNvPr id="1201" name="Google Shape;1201;p98"/>
          <p:cNvSpPr/>
          <p:nvPr/>
        </p:nvSpPr>
        <p:spPr>
          <a:xfrm>
            <a:off x="565755" y="2114136"/>
            <a:ext cx="496131" cy="496155"/>
          </a:xfrm>
          <a:custGeom>
            <a:rect b="b" l="l" r="r" t="t"/>
            <a:pathLst>
              <a:path extrusionOk="0" h="9479" w="9479">
                <a:moveTo>
                  <a:pt x="5573" y="548"/>
                </a:moveTo>
                <a:lnTo>
                  <a:pt x="5573" y="2667"/>
                </a:lnTo>
                <a:cubicBezTo>
                  <a:pt x="5311" y="2739"/>
                  <a:pt x="5025" y="2786"/>
                  <a:pt x="4739" y="2786"/>
                </a:cubicBezTo>
                <a:cubicBezTo>
                  <a:pt x="4454" y="2786"/>
                  <a:pt x="4168" y="2834"/>
                  <a:pt x="3906" y="2882"/>
                </a:cubicBezTo>
                <a:lnTo>
                  <a:pt x="3906" y="548"/>
                </a:lnTo>
                <a:close/>
                <a:moveTo>
                  <a:pt x="2144" y="3906"/>
                </a:moveTo>
                <a:cubicBezTo>
                  <a:pt x="1691" y="4358"/>
                  <a:pt x="1382" y="4930"/>
                  <a:pt x="1215" y="5573"/>
                </a:cubicBezTo>
                <a:lnTo>
                  <a:pt x="548" y="5573"/>
                </a:lnTo>
                <a:lnTo>
                  <a:pt x="548" y="3906"/>
                </a:lnTo>
                <a:close/>
                <a:moveTo>
                  <a:pt x="8931" y="3906"/>
                </a:moveTo>
                <a:lnTo>
                  <a:pt x="8931" y="5573"/>
                </a:lnTo>
                <a:lnTo>
                  <a:pt x="7216" y="5573"/>
                </a:lnTo>
                <a:cubicBezTo>
                  <a:pt x="7645" y="5073"/>
                  <a:pt x="7954" y="4501"/>
                  <a:pt x="8145" y="3906"/>
                </a:cubicBezTo>
                <a:close/>
                <a:moveTo>
                  <a:pt x="6811" y="2691"/>
                </a:moveTo>
                <a:cubicBezTo>
                  <a:pt x="5668" y="4263"/>
                  <a:pt x="4120" y="5430"/>
                  <a:pt x="2310" y="6120"/>
                </a:cubicBezTo>
                <a:cubicBezTo>
                  <a:pt x="2096" y="6192"/>
                  <a:pt x="1882" y="6311"/>
                  <a:pt x="1691" y="6454"/>
                </a:cubicBezTo>
                <a:lnTo>
                  <a:pt x="1691" y="6406"/>
                </a:lnTo>
                <a:cubicBezTo>
                  <a:pt x="1691" y="4715"/>
                  <a:pt x="3049" y="3334"/>
                  <a:pt x="4739" y="3334"/>
                </a:cubicBezTo>
                <a:cubicBezTo>
                  <a:pt x="5478" y="3334"/>
                  <a:pt x="6192" y="3120"/>
                  <a:pt x="6811" y="2691"/>
                </a:cubicBezTo>
                <a:close/>
                <a:moveTo>
                  <a:pt x="7788" y="2262"/>
                </a:moveTo>
                <a:lnTo>
                  <a:pt x="7788" y="2501"/>
                </a:lnTo>
                <a:cubicBezTo>
                  <a:pt x="7788" y="4811"/>
                  <a:pt x="5930" y="6668"/>
                  <a:pt x="3620" y="6668"/>
                </a:cubicBezTo>
                <a:lnTo>
                  <a:pt x="2382" y="6668"/>
                </a:lnTo>
                <a:cubicBezTo>
                  <a:pt x="2429" y="6668"/>
                  <a:pt x="2477" y="6644"/>
                  <a:pt x="2501" y="6621"/>
                </a:cubicBezTo>
                <a:cubicBezTo>
                  <a:pt x="6097" y="5287"/>
                  <a:pt x="7502" y="2596"/>
                  <a:pt x="7788" y="2262"/>
                </a:cubicBezTo>
                <a:close/>
                <a:moveTo>
                  <a:pt x="5573" y="6811"/>
                </a:moveTo>
                <a:lnTo>
                  <a:pt x="5573" y="8931"/>
                </a:lnTo>
                <a:lnTo>
                  <a:pt x="3906" y="8931"/>
                </a:lnTo>
                <a:lnTo>
                  <a:pt x="3906" y="7216"/>
                </a:lnTo>
                <a:cubicBezTo>
                  <a:pt x="4477" y="7192"/>
                  <a:pt x="5049" y="7049"/>
                  <a:pt x="5573" y="6811"/>
                </a:cubicBezTo>
                <a:close/>
                <a:moveTo>
                  <a:pt x="3358" y="0"/>
                </a:moveTo>
                <a:lnTo>
                  <a:pt x="3358" y="3072"/>
                </a:lnTo>
                <a:cubicBezTo>
                  <a:pt x="3168" y="3144"/>
                  <a:pt x="2977" y="3239"/>
                  <a:pt x="2810" y="3334"/>
                </a:cubicBezTo>
                <a:lnTo>
                  <a:pt x="0" y="3334"/>
                </a:lnTo>
                <a:lnTo>
                  <a:pt x="0" y="6120"/>
                </a:lnTo>
                <a:lnTo>
                  <a:pt x="1143" y="6120"/>
                </a:lnTo>
                <a:cubicBezTo>
                  <a:pt x="1120" y="6216"/>
                  <a:pt x="1120" y="6311"/>
                  <a:pt x="1120" y="6406"/>
                </a:cubicBezTo>
                <a:lnTo>
                  <a:pt x="1120" y="6978"/>
                </a:lnTo>
                <a:cubicBezTo>
                  <a:pt x="762" y="7478"/>
                  <a:pt x="572" y="8049"/>
                  <a:pt x="572" y="8621"/>
                </a:cubicBezTo>
                <a:lnTo>
                  <a:pt x="1120" y="8621"/>
                </a:lnTo>
                <a:cubicBezTo>
                  <a:pt x="1120" y="8097"/>
                  <a:pt x="1310" y="7621"/>
                  <a:pt x="1644" y="7240"/>
                </a:cubicBezTo>
                <a:lnTo>
                  <a:pt x="3358" y="7240"/>
                </a:lnTo>
                <a:lnTo>
                  <a:pt x="3358" y="9478"/>
                </a:lnTo>
                <a:lnTo>
                  <a:pt x="6121" y="9478"/>
                </a:lnTo>
                <a:lnTo>
                  <a:pt x="6121" y="6525"/>
                </a:lnTo>
                <a:cubicBezTo>
                  <a:pt x="6311" y="6406"/>
                  <a:pt x="6502" y="6263"/>
                  <a:pt x="6668" y="6120"/>
                </a:cubicBezTo>
                <a:lnTo>
                  <a:pt x="9478" y="6120"/>
                </a:lnTo>
                <a:lnTo>
                  <a:pt x="9478" y="3334"/>
                </a:lnTo>
                <a:lnTo>
                  <a:pt x="8288" y="3334"/>
                </a:lnTo>
                <a:cubicBezTo>
                  <a:pt x="8335" y="3072"/>
                  <a:pt x="8359" y="2786"/>
                  <a:pt x="8359" y="2501"/>
                </a:cubicBezTo>
                <a:lnTo>
                  <a:pt x="8359" y="834"/>
                </a:lnTo>
                <a:lnTo>
                  <a:pt x="6573" y="2167"/>
                </a:lnTo>
                <a:cubicBezTo>
                  <a:pt x="6430" y="2286"/>
                  <a:pt x="6287" y="2382"/>
                  <a:pt x="6121" y="2453"/>
                </a:cubicBezTo>
                <a:lnTo>
                  <a:pt x="612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 name="Google Shape;1202;p98"/>
          <p:cNvSpPr/>
          <p:nvPr/>
        </p:nvSpPr>
        <p:spPr>
          <a:xfrm>
            <a:off x="3318241" y="2118942"/>
            <a:ext cx="496127" cy="486540"/>
          </a:xfrm>
          <a:custGeom>
            <a:rect b="b" l="l" r="r" t="t"/>
            <a:pathLst>
              <a:path extrusionOk="0" h="9693" w="9884">
                <a:moveTo>
                  <a:pt x="4572" y="1738"/>
                </a:moveTo>
                <a:lnTo>
                  <a:pt x="4572" y="2286"/>
                </a:lnTo>
                <a:lnTo>
                  <a:pt x="572" y="2286"/>
                </a:lnTo>
                <a:lnTo>
                  <a:pt x="572" y="1738"/>
                </a:lnTo>
                <a:close/>
                <a:moveTo>
                  <a:pt x="5715" y="1143"/>
                </a:moveTo>
                <a:lnTo>
                  <a:pt x="5715" y="2858"/>
                </a:lnTo>
                <a:lnTo>
                  <a:pt x="5144" y="2858"/>
                </a:lnTo>
                <a:lnTo>
                  <a:pt x="5144" y="1143"/>
                </a:lnTo>
                <a:close/>
                <a:moveTo>
                  <a:pt x="9121" y="1143"/>
                </a:moveTo>
                <a:lnTo>
                  <a:pt x="9121" y="2858"/>
                </a:lnTo>
                <a:lnTo>
                  <a:pt x="8549" y="2858"/>
                </a:lnTo>
                <a:lnTo>
                  <a:pt x="8549" y="1143"/>
                </a:lnTo>
                <a:close/>
                <a:moveTo>
                  <a:pt x="6835" y="572"/>
                </a:moveTo>
                <a:lnTo>
                  <a:pt x="6835" y="3429"/>
                </a:lnTo>
                <a:lnTo>
                  <a:pt x="6263" y="3429"/>
                </a:lnTo>
                <a:lnTo>
                  <a:pt x="6263" y="572"/>
                </a:lnTo>
                <a:close/>
                <a:moveTo>
                  <a:pt x="7978" y="572"/>
                </a:moveTo>
                <a:lnTo>
                  <a:pt x="7978" y="3429"/>
                </a:lnTo>
                <a:lnTo>
                  <a:pt x="7406" y="3429"/>
                </a:lnTo>
                <a:lnTo>
                  <a:pt x="7406" y="572"/>
                </a:lnTo>
                <a:close/>
                <a:moveTo>
                  <a:pt x="7121" y="4430"/>
                </a:moveTo>
                <a:lnTo>
                  <a:pt x="7335" y="4668"/>
                </a:lnTo>
                <a:cubicBezTo>
                  <a:pt x="7502" y="4834"/>
                  <a:pt x="7382" y="5144"/>
                  <a:pt x="7121" y="5144"/>
                </a:cubicBezTo>
                <a:cubicBezTo>
                  <a:pt x="6882" y="5144"/>
                  <a:pt x="6763" y="4834"/>
                  <a:pt x="6906" y="4668"/>
                </a:cubicBezTo>
                <a:lnTo>
                  <a:pt x="7121" y="4430"/>
                </a:lnTo>
                <a:close/>
                <a:moveTo>
                  <a:pt x="8549" y="5692"/>
                </a:moveTo>
                <a:lnTo>
                  <a:pt x="8549" y="6263"/>
                </a:lnTo>
                <a:lnTo>
                  <a:pt x="5715" y="6263"/>
                </a:lnTo>
                <a:lnTo>
                  <a:pt x="5715" y="5692"/>
                </a:lnTo>
                <a:close/>
                <a:moveTo>
                  <a:pt x="8716" y="6835"/>
                </a:moveTo>
                <a:cubicBezTo>
                  <a:pt x="9192" y="7406"/>
                  <a:pt x="9264" y="8240"/>
                  <a:pt x="8835" y="8883"/>
                </a:cubicBezTo>
                <a:lnTo>
                  <a:pt x="8668" y="9121"/>
                </a:lnTo>
                <a:lnTo>
                  <a:pt x="5573" y="9121"/>
                </a:lnTo>
                <a:lnTo>
                  <a:pt x="5406" y="8883"/>
                </a:lnTo>
                <a:cubicBezTo>
                  <a:pt x="5001" y="8240"/>
                  <a:pt x="5049" y="7406"/>
                  <a:pt x="5549" y="6835"/>
                </a:cubicBezTo>
                <a:close/>
                <a:moveTo>
                  <a:pt x="5715" y="0"/>
                </a:moveTo>
                <a:lnTo>
                  <a:pt x="5715" y="572"/>
                </a:lnTo>
                <a:lnTo>
                  <a:pt x="4572" y="572"/>
                </a:lnTo>
                <a:lnTo>
                  <a:pt x="4572" y="1167"/>
                </a:lnTo>
                <a:lnTo>
                  <a:pt x="0" y="1167"/>
                </a:lnTo>
                <a:lnTo>
                  <a:pt x="0" y="2858"/>
                </a:lnTo>
                <a:lnTo>
                  <a:pt x="4572" y="2858"/>
                </a:lnTo>
                <a:lnTo>
                  <a:pt x="4572" y="3429"/>
                </a:lnTo>
                <a:lnTo>
                  <a:pt x="5715" y="3429"/>
                </a:lnTo>
                <a:lnTo>
                  <a:pt x="5715" y="4001"/>
                </a:lnTo>
                <a:lnTo>
                  <a:pt x="6740" y="4001"/>
                </a:lnTo>
                <a:lnTo>
                  <a:pt x="6501" y="4287"/>
                </a:lnTo>
                <a:cubicBezTo>
                  <a:pt x="6287" y="4525"/>
                  <a:pt x="6216" y="4834"/>
                  <a:pt x="6335" y="5144"/>
                </a:cubicBezTo>
                <a:lnTo>
                  <a:pt x="4572" y="5144"/>
                </a:lnTo>
                <a:lnTo>
                  <a:pt x="4572" y="5692"/>
                </a:lnTo>
                <a:lnTo>
                  <a:pt x="5144" y="5692"/>
                </a:lnTo>
                <a:lnTo>
                  <a:pt x="5144" y="6430"/>
                </a:lnTo>
                <a:cubicBezTo>
                  <a:pt x="4453" y="7192"/>
                  <a:pt x="4382" y="8335"/>
                  <a:pt x="4953" y="9192"/>
                </a:cubicBezTo>
                <a:lnTo>
                  <a:pt x="5263" y="9692"/>
                </a:lnTo>
                <a:lnTo>
                  <a:pt x="8978" y="9692"/>
                </a:lnTo>
                <a:lnTo>
                  <a:pt x="9311" y="9192"/>
                </a:lnTo>
                <a:cubicBezTo>
                  <a:pt x="9883" y="8335"/>
                  <a:pt x="9788" y="7192"/>
                  <a:pt x="9121" y="6430"/>
                </a:cubicBezTo>
                <a:lnTo>
                  <a:pt x="9121" y="5692"/>
                </a:lnTo>
                <a:lnTo>
                  <a:pt x="9669" y="5692"/>
                </a:lnTo>
                <a:lnTo>
                  <a:pt x="9669" y="5144"/>
                </a:lnTo>
                <a:lnTo>
                  <a:pt x="7930" y="5144"/>
                </a:lnTo>
                <a:cubicBezTo>
                  <a:pt x="8025" y="4834"/>
                  <a:pt x="7978" y="4525"/>
                  <a:pt x="7764" y="4287"/>
                </a:cubicBezTo>
                <a:lnTo>
                  <a:pt x="7502" y="4001"/>
                </a:lnTo>
                <a:lnTo>
                  <a:pt x="8549" y="4001"/>
                </a:lnTo>
                <a:lnTo>
                  <a:pt x="8549" y="3429"/>
                </a:lnTo>
                <a:lnTo>
                  <a:pt x="9669" y="3429"/>
                </a:lnTo>
                <a:lnTo>
                  <a:pt x="9669" y="572"/>
                </a:lnTo>
                <a:lnTo>
                  <a:pt x="8549" y="572"/>
                </a:lnTo>
                <a:lnTo>
                  <a:pt x="8549"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98"/>
          <p:cNvSpPr/>
          <p:nvPr/>
        </p:nvSpPr>
        <p:spPr>
          <a:xfrm>
            <a:off x="6026314" y="2100879"/>
            <a:ext cx="496127" cy="522654"/>
          </a:xfrm>
          <a:custGeom>
            <a:rect b="b" l="l" r="r" t="t"/>
            <a:pathLst>
              <a:path extrusionOk="0" h="9860" w="9360">
                <a:moveTo>
                  <a:pt x="2620" y="882"/>
                </a:moveTo>
                <a:cubicBezTo>
                  <a:pt x="2906" y="1239"/>
                  <a:pt x="3215" y="1739"/>
                  <a:pt x="3215" y="2025"/>
                </a:cubicBezTo>
                <a:cubicBezTo>
                  <a:pt x="3215" y="2192"/>
                  <a:pt x="3191" y="2263"/>
                  <a:pt x="3168" y="2287"/>
                </a:cubicBezTo>
                <a:cubicBezTo>
                  <a:pt x="3120" y="2311"/>
                  <a:pt x="3025" y="2335"/>
                  <a:pt x="2906" y="2335"/>
                </a:cubicBezTo>
                <a:lnTo>
                  <a:pt x="2334" y="2335"/>
                </a:lnTo>
                <a:cubicBezTo>
                  <a:pt x="2239" y="2335"/>
                  <a:pt x="2120" y="2311"/>
                  <a:pt x="2096" y="2287"/>
                </a:cubicBezTo>
                <a:cubicBezTo>
                  <a:pt x="2072" y="2263"/>
                  <a:pt x="2048" y="2192"/>
                  <a:pt x="2048" y="2025"/>
                </a:cubicBezTo>
                <a:cubicBezTo>
                  <a:pt x="2048" y="1739"/>
                  <a:pt x="2358" y="1239"/>
                  <a:pt x="2620" y="882"/>
                </a:cubicBezTo>
                <a:close/>
                <a:moveTo>
                  <a:pt x="4454" y="3668"/>
                </a:moveTo>
                <a:cubicBezTo>
                  <a:pt x="4430" y="3740"/>
                  <a:pt x="4430" y="3787"/>
                  <a:pt x="4430" y="3859"/>
                </a:cubicBezTo>
                <a:cubicBezTo>
                  <a:pt x="4311" y="3930"/>
                  <a:pt x="4215" y="4002"/>
                  <a:pt x="4120" y="4097"/>
                </a:cubicBezTo>
                <a:cubicBezTo>
                  <a:pt x="3906" y="4311"/>
                  <a:pt x="3763" y="4549"/>
                  <a:pt x="3668" y="4811"/>
                </a:cubicBezTo>
                <a:cubicBezTo>
                  <a:pt x="3573" y="4764"/>
                  <a:pt x="3501" y="4716"/>
                  <a:pt x="3453" y="4668"/>
                </a:cubicBezTo>
                <a:cubicBezTo>
                  <a:pt x="3263" y="4430"/>
                  <a:pt x="3144" y="4168"/>
                  <a:pt x="3239" y="4073"/>
                </a:cubicBezTo>
                <a:cubicBezTo>
                  <a:pt x="3406" y="3906"/>
                  <a:pt x="3882" y="3763"/>
                  <a:pt x="4454" y="3668"/>
                </a:cubicBezTo>
                <a:close/>
                <a:moveTo>
                  <a:pt x="929" y="3668"/>
                </a:moveTo>
                <a:lnTo>
                  <a:pt x="929" y="3668"/>
                </a:lnTo>
                <a:cubicBezTo>
                  <a:pt x="1453" y="3763"/>
                  <a:pt x="1834" y="3906"/>
                  <a:pt x="2001" y="4073"/>
                </a:cubicBezTo>
                <a:cubicBezTo>
                  <a:pt x="2120" y="4168"/>
                  <a:pt x="1929" y="4502"/>
                  <a:pt x="1786" y="4692"/>
                </a:cubicBezTo>
                <a:cubicBezTo>
                  <a:pt x="1692" y="4768"/>
                  <a:pt x="1478" y="4918"/>
                  <a:pt x="1334" y="4918"/>
                </a:cubicBezTo>
                <a:cubicBezTo>
                  <a:pt x="1296" y="4918"/>
                  <a:pt x="1263" y="4907"/>
                  <a:pt x="1239" y="4883"/>
                </a:cubicBezTo>
                <a:cubicBezTo>
                  <a:pt x="1072" y="4716"/>
                  <a:pt x="977" y="4144"/>
                  <a:pt x="929" y="3668"/>
                </a:cubicBezTo>
                <a:close/>
                <a:moveTo>
                  <a:pt x="2906" y="4978"/>
                </a:moveTo>
                <a:lnTo>
                  <a:pt x="3049" y="5073"/>
                </a:lnTo>
                <a:cubicBezTo>
                  <a:pt x="3049" y="5097"/>
                  <a:pt x="3263" y="5264"/>
                  <a:pt x="3525" y="5383"/>
                </a:cubicBezTo>
                <a:cubicBezTo>
                  <a:pt x="3525" y="5430"/>
                  <a:pt x="3525" y="5478"/>
                  <a:pt x="3525" y="5550"/>
                </a:cubicBezTo>
                <a:cubicBezTo>
                  <a:pt x="3525" y="5645"/>
                  <a:pt x="3525" y="5764"/>
                  <a:pt x="3549" y="5859"/>
                </a:cubicBezTo>
                <a:cubicBezTo>
                  <a:pt x="3311" y="5931"/>
                  <a:pt x="3096" y="6026"/>
                  <a:pt x="2906" y="6121"/>
                </a:cubicBezTo>
                <a:lnTo>
                  <a:pt x="2906" y="4978"/>
                </a:lnTo>
                <a:close/>
                <a:moveTo>
                  <a:pt x="4954" y="4216"/>
                </a:moveTo>
                <a:lnTo>
                  <a:pt x="4954" y="4216"/>
                </a:lnTo>
                <a:cubicBezTo>
                  <a:pt x="5525" y="5002"/>
                  <a:pt x="5525" y="6073"/>
                  <a:pt x="4906" y="6836"/>
                </a:cubicBezTo>
                <a:cubicBezTo>
                  <a:pt x="4763" y="6764"/>
                  <a:pt x="4644" y="6669"/>
                  <a:pt x="4525" y="6550"/>
                </a:cubicBezTo>
                <a:cubicBezTo>
                  <a:pt x="4263" y="6288"/>
                  <a:pt x="4096" y="5931"/>
                  <a:pt x="4096" y="5526"/>
                </a:cubicBezTo>
                <a:cubicBezTo>
                  <a:pt x="4096" y="5145"/>
                  <a:pt x="4263" y="4787"/>
                  <a:pt x="4525" y="4526"/>
                </a:cubicBezTo>
                <a:cubicBezTo>
                  <a:pt x="4644" y="4383"/>
                  <a:pt x="4787" y="4287"/>
                  <a:pt x="4954" y="4216"/>
                </a:cubicBezTo>
                <a:close/>
                <a:moveTo>
                  <a:pt x="5549" y="4097"/>
                </a:moveTo>
                <a:cubicBezTo>
                  <a:pt x="5930" y="4097"/>
                  <a:pt x="6311" y="4240"/>
                  <a:pt x="6573" y="4526"/>
                </a:cubicBezTo>
                <a:cubicBezTo>
                  <a:pt x="7145" y="5073"/>
                  <a:pt x="7145" y="6002"/>
                  <a:pt x="6573" y="6550"/>
                </a:cubicBezTo>
                <a:cubicBezTo>
                  <a:pt x="6305" y="6817"/>
                  <a:pt x="5975" y="6981"/>
                  <a:pt x="5602" y="6981"/>
                </a:cubicBezTo>
                <a:cubicBezTo>
                  <a:pt x="5576" y="6981"/>
                  <a:pt x="5551" y="6980"/>
                  <a:pt x="5525" y="6978"/>
                </a:cubicBezTo>
                <a:cubicBezTo>
                  <a:pt x="5787" y="6550"/>
                  <a:pt x="5954" y="6050"/>
                  <a:pt x="5954" y="5550"/>
                </a:cubicBezTo>
                <a:cubicBezTo>
                  <a:pt x="5954" y="5026"/>
                  <a:pt x="5811" y="4526"/>
                  <a:pt x="5549" y="4097"/>
                </a:cubicBezTo>
                <a:close/>
                <a:moveTo>
                  <a:pt x="596" y="6240"/>
                </a:moveTo>
                <a:lnTo>
                  <a:pt x="596" y="6240"/>
                </a:lnTo>
                <a:cubicBezTo>
                  <a:pt x="1096" y="6288"/>
                  <a:pt x="1905" y="6431"/>
                  <a:pt x="2215" y="6740"/>
                </a:cubicBezTo>
                <a:cubicBezTo>
                  <a:pt x="2548" y="7097"/>
                  <a:pt x="2072" y="7693"/>
                  <a:pt x="2001" y="7788"/>
                </a:cubicBezTo>
                <a:cubicBezTo>
                  <a:pt x="1948" y="7824"/>
                  <a:pt x="1631" y="8096"/>
                  <a:pt x="1335" y="8096"/>
                </a:cubicBezTo>
                <a:cubicBezTo>
                  <a:pt x="1233" y="8096"/>
                  <a:pt x="1134" y="8064"/>
                  <a:pt x="1048" y="7979"/>
                </a:cubicBezTo>
                <a:cubicBezTo>
                  <a:pt x="739" y="7693"/>
                  <a:pt x="620" y="6859"/>
                  <a:pt x="596" y="6240"/>
                </a:cubicBezTo>
                <a:close/>
                <a:moveTo>
                  <a:pt x="3715" y="6431"/>
                </a:moveTo>
                <a:cubicBezTo>
                  <a:pt x="3834" y="6621"/>
                  <a:pt x="3954" y="6812"/>
                  <a:pt x="4120" y="6978"/>
                </a:cubicBezTo>
                <a:cubicBezTo>
                  <a:pt x="4263" y="7121"/>
                  <a:pt x="4406" y="7240"/>
                  <a:pt x="4597" y="7312"/>
                </a:cubicBezTo>
                <a:cubicBezTo>
                  <a:pt x="4477" y="7693"/>
                  <a:pt x="4358" y="7883"/>
                  <a:pt x="4263" y="7979"/>
                </a:cubicBezTo>
                <a:cubicBezTo>
                  <a:pt x="4176" y="8066"/>
                  <a:pt x="4070" y="8099"/>
                  <a:pt x="3961" y="8099"/>
                </a:cubicBezTo>
                <a:cubicBezTo>
                  <a:pt x="3652" y="8099"/>
                  <a:pt x="3309" y="7835"/>
                  <a:pt x="3239" y="7764"/>
                </a:cubicBezTo>
                <a:cubicBezTo>
                  <a:pt x="3168" y="7669"/>
                  <a:pt x="2715" y="7074"/>
                  <a:pt x="3049" y="6740"/>
                </a:cubicBezTo>
                <a:cubicBezTo>
                  <a:pt x="3120" y="6669"/>
                  <a:pt x="3334" y="6526"/>
                  <a:pt x="3715" y="6431"/>
                </a:cubicBezTo>
                <a:close/>
                <a:moveTo>
                  <a:pt x="8002" y="7574"/>
                </a:moveTo>
                <a:lnTo>
                  <a:pt x="8621" y="8193"/>
                </a:lnTo>
                <a:cubicBezTo>
                  <a:pt x="8740" y="8312"/>
                  <a:pt x="8740" y="8503"/>
                  <a:pt x="8621" y="8598"/>
                </a:cubicBezTo>
                <a:cubicBezTo>
                  <a:pt x="8562" y="8657"/>
                  <a:pt x="8484" y="8687"/>
                  <a:pt x="8410" y="8687"/>
                </a:cubicBezTo>
                <a:cubicBezTo>
                  <a:pt x="8335" y="8687"/>
                  <a:pt x="8264" y="8657"/>
                  <a:pt x="8216" y="8598"/>
                </a:cubicBezTo>
                <a:lnTo>
                  <a:pt x="7597" y="8002"/>
                </a:lnTo>
                <a:lnTo>
                  <a:pt x="8002" y="7574"/>
                </a:lnTo>
                <a:close/>
                <a:moveTo>
                  <a:pt x="2620" y="1"/>
                </a:moveTo>
                <a:lnTo>
                  <a:pt x="2406" y="239"/>
                </a:lnTo>
                <a:cubicBezTo>
                  <a:pt x="2310" y="334"/>
                  <a:pt x="1477" y="1311"/>
                  <a:pt x="1477" y="2025"/>
                </a:cubicBezTo>
                <a:cubicBezTo>
                  <a:pt x="1477" y="2335"/>
                  <a:pt x="1548" y="2549"/>
                  <a:pt x="1691" y="2692"/>
                </a:cubicBezTo>
                <a:cubicBezTo>
                  <a:pt x="1858" y="2859"/>
                  <a:pt x="2096" y="2906"/>
                  <a:pt x="2334" y="2906"/>
                </a:cubicBezTo>
                <a:lnTo>
                  <a:pt x="2334" y="3573"/>
                </a:lnTo>
                <a:cubicBezTo>
                  <a:pt x="1882" y="3216"/>
                  <a:pt x="1001" y="3097"/>
                  <a:pt x="643" y="3049"/>
                </a:cubicBezTo>
                <a:lnTo>
                  <a:pt x="286" y="3025"/>
                </a:lnTo>
                <a:lnTo>
                  <a:pt x="286" y="3025"/>
                </a:lnTo>
                <a:lnTo>
                  <a:pt x="334" y="3382"/>
                </a:lnTo>
                <a:cubicBezTo>
                  <a:pt x="405" y="4216"/>
                  <a:pt x="500" y="4954"/>
                  <a:pt x="834" y="5288"/>
                </a:cubicBezTo>
                <a:cubicBezTo>
                  <a:pt x="977" y="5430"/>
                  <a:pt x="1143" y="5502"/>
                  <a:pt x="1334" y="5502"/>
                </a:cubicBezTo>
                <a:cubicBezTo>
                  <a:pt x="1667" y="5502"/>
                  <a:pt x="1953" y="5311"/>
                  <a:pt x="2191" y="5097"/>
                </a:cubicBezTo>
                <a:cubicBezTo>
                  <a:pt x="2239" y="5049"/>
                  <a:pt x="2287" y="4978"/>
                  <a:pt x="2334" y="4930"/>
                </a:cubicBezTo>
                <a:lnTo>
                  <a:pt x="2334" y="6121"/>
                </a:lnTo>
                <a:cubicBezTo>
                  <a:pt x="2048" y="5954"/>
                  <a:pt x="1667" y="5835"/>
                  <a:pt x="1215" y="5740"/>
                </a:cubicBezTo>
                <a:cubicBezTo>
                  <a:pt x="739" y="5669"/>
                  <a:pt x="334" y="5645"/>
                  <a:pt x="310" y="5645"/>
                </a:cubicBezTo>
                <a:lnTo>
                  <a:pt x="24" y="5645"/>
                </a:lnTo>
                <a:lnTo>
                  <a:pt x="24" y="5931"/>
                </a:lnTo>
                <a:cubicBezTo>
                  <a:pt x="24" y="6121"/>
                  <a:pt x="0" y="7764"/>
                  <a:pt x="643" y="8383"/>
                </a:cubicBezTo>
                <a:cubicBezTo>
                  <a:pt x="841" y="8581"/>
                  <a:pt x="1072" y="8670"/>
                  <a:pt x="1321" y="8670"/>
                </a:cubicBezTo>
                <a:cubicBezTo>
                  <a:pt x="1493" y="8670"/>
                  <a:pt x="1673" y="8628"/>
                  <a:pt x="1858" y="8550"/>
                </a:cubicBezTo>
                <a:cubicBezTo>
                  <a:pt x="2072" y="8455"/>
                  <a:pt x="2239" y="8336"/>
                  <a:pt x="2334" y="8264"/>
                </a:cubicBezTo>
                <a:lnTo>
                  <a:pt x="2334" y="9860"/>
                </a:lnTo>
                <a:lnTo>
                  <a:pt x="2906" y="9860"/>
                </a:lnTo>
                <a:lnTo>
                  <a:pt x="2906" y="8241"/>
                </a:lnTo>
                <a:cubicBezTo>
                  <a:pt x="3025" y="8336"/>
                  <a:pt x="3191" y="8455"/>
                  <a:pt x="3430" y="8550"/>
                </a:cubicBezTo>
                <a:cubicBezTo>
                  <a:pt x="3614" y="8628"/>
                  <a:pt x="3798" y="8670"/>
                  <a:pt x="3975" y="8670"/>
                </a:cubicBezTo>
                <a:cubicBezTo>
                  <a:pt x="4231" y="8670"/>
                  <a:pt x="4470" y="8581"/>
                  <a:pt x="4668" y="8383"/>
                </a:cubicBezTo>
                <a:cubicBezTo>
                  <a:pt x="4858" y="8193"/>
                  <a:pt x="5025" y="7907"/>
                  <a:pt x="5144" y="7526"/>
                </a:cubicBezTo>
                <a:cubicBezTo>
                  <a:pt x="5281" y="7556"/>
                  <a:pt x="5421" y="7571"/>
                  <a:pt x="5561" y="7571"/>
                </a:cubicBezTo>
                <a:cubicBezTo>
                  <a:pt x="5982" y="7571"/>
                  <a:pt x="6406" y="7437"/>
                  <a:pt x="6764" y="7169"/>
                </a:cubicBezTo>
                <a:lnTo>
                  <a:pt x="7192" y="7574"/>
                </a:lnTo>
                <a:lnTo>
                  <a:pt x="6787" y="8002"/>
                </a:lnTo>
                <a:lnTo>
                  <a:pt x="7811" y="9026"/>
                </a:lnTo>
                <a:cubicBezTo>
                  <a:pt x="7978" y="9193"/>
                  <a:pt x="8198" y="9276"/>
                  <a:pt x="8419" y="9276"/>
                </a:cubicBezTo>
                <a:cubicBezTo>
                  <a:pt x="8639" y="9276"/>
                  <a:pt x="8859" y="9193"/>
                  <a:pt x="9026" y="9026"/>
                </a:cubicBezTo>
                <a:cubicBezTo>
                  <a:pt x="9359" y="8669"/>
                  <a:pt x="9359" y="8121"/>
                  <a:pt x="9026" y="7788"/>
                </a:cubicBezTo>
                <a:lnTo>
                  <a:pt x="8002" y="6764"/>
                </a:lnTo>
                <a:lnTo>
                  <a:pt x="7597" y="7169"/>
                </a:lnTo>
                <a:lnTo>
                  <a:pt x="7168" y="6740"/>
                </a:lnTo>
                <a:cubicBezTo>
                  <a:pt x="7764" y="5954"/>
                  <a:pt x="7692" y="4835"/>
                  <a:pt x="6978" y="4097"/>
                </a:cubicBezTo>
                <a:cubicBezTo>
                  <a:pt x="6597" y="3716"/>
                  <a:pt x="6097" y="3502"/>
                  <a:pt x="5549" y="3502"/>
                </a:cubicBezTo>
                <a:cubicBezTo>
                  <a:pt x="5382" y="3502"/>
                  <a:pt x="5216" y="3525"/>
                  <a:pt x="5049" y="3573"/>
                </a:cubicBezTo>
                <a:cubicBezTo>
                  <a:pt x="5049" y="3502"/>
                  <a:pt x="5049" y="3430"/>
                  <a:pt x="5073" y="3382"/>
                </a:cubicBezTo>
                <a:lnTo>
                  <a:pt x="5097" y="3025"/>
                </a:lnTo>
                <a:lnTo>
                  <a:pt x="5097" y="3025"/>
                </a:lnTo>
                <a:lnTo>
                  <a:pt x="4739" y="3049"/>
                </a:lnTo>
                <a:cubicBezTo>
                  <a:pt x="4335" y="3097"/>
                  <a:pt x="3382" y="3216"/>
                  <a:pt x="2906" y="3573"/>
                </a:cubicBezTo>
                <a:lnTo>
                  <a:pt x="2906" y="2906"/>
                </a:lnTo>
                <a:cubicBezTo>
                  <a:pt x="3144" y="2906"/>
                  <a:pt x="3382" y="2859"/>
                  <a:pt x="3573" y="2692"/>
                </a:cubicBezTo>
                <a:cubicBezTo>
                  <a:pt x="3715" y="2549"/>
                  <a:pt x="3787" y="2335"/>
                  <a:pt x="3787" y="2025"/>
                </a:cubicBezTo>
                <a:cubicBezTo>
                  <a:pt x="3787" y="1311"/>
                  <a:pt x="2930" y="334"/>
                  <a:pt x="2834" y="239"/>
                </a:cubicBezTo>
                <a:lnTo>
                  <a:pt x="262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98"/>
          <p:cNvSpPr/>
          <p:nvPr/>
        </p:nvSpPr>
        <p:spPr>
          <a:xfrm>
            <a:off x="565757" y="3711497"/>
            <a:ext cx="496128" cy="496171"/>
          </a:xfrm>
          <a:custGeom>
            <a:rect b="b" l="l" r="r" t="t"/>
            <a:pathLst>
              <a:path extrusionOk="0" h="8575" w="8575">
                <a:moveTo>
                  <a:pt x="6050" y="501"/>
                </a:moveTo>
                <a:lnTo>
                  <a:pt x="6050" y="1382"/>
                </a:lnTo>
                <a:lnTo>
                  <a:pt x="6550" y="1882"/>
                </a:lnTo>
                <a:lnTo>
                  <a:pt x="6550" y="3549"/>
                </a:lnTo>
                <a:lnTo>
                  <a:pt x="6050" y="3549"/>
                </a:lnTo>
                <a:lnTo>
                  <a:pt x="6050" y="2787"/>
                </a:lnTo>
                <a:lnTo>
                  <a:pt x="5550" y="2787"/>
                </a:lnTo>
                <a:lnTo>
                  <a:pt x="5550" y="4049"/>
                </a:lnTo>
                <a:lnTo>
                  <a:pt x="5050" y="4049"/>
                </a:lnTo>
                <a:lnTo>
                  <a:pt x="5050" y="2787"/>
                </a:lnTo>
                <a:lnTo>
                  <a:pt x="4549" y="2787"/>
                </a:lnTo>
                <a:lnTo>
                  <a:pt x="4549" y="5050"/>
                </a:lnTo>
                <a:lnTo>
                  <a:pt x="4049" y="5050"/>
                </a:lnTo>
                <a:lnTo>
                  <a:pt x="4049" y="2287"/>
                </a:lnTo>
                <a:lnTo>
                  <a:pt x="3525" y="2287"/>
                </a:lnTo>
                <a:lnTo>
                  <a:pt x="3525" y="3549"/>
                </a:lnTo>
                <a:lnTo>
                  <a:pt x="3025" y="3549"/>
                </a:lnTo>
                <a:lnTo>
                  <a:pt x="3025" y="1882"/>
                </a:lnTo>
                <a:lnTo>
                  <a:pt x="3525" y="1382"/>
                </a:lnTo>
                <a:lnTo>
                  <a:pt x="3525" y="501"/>
                </a:lnTo>
                <a:close/>
                <a:moveTo>
                  <a:pt x="5002" y="5550"/>
                </a:moveTo>
                <a:cubicBezTo>
                  <a:pt x="4907" y="5835"/>
                  <a:pt x="4621" y="6050"/>
                  <a:pt x="4287" y="6050"/>
                </a:cubicBezTo>
                <a:cubicBezTo>
                  <a:pt x="3954" y="6050"/>
                  <a:pt x="3692" y="5835"/>
                  <a:pt x="3573" y="5550"/>
                </a:cubicBezTo>
                <a:close/>
                <a:moveTo>
                  <a:pt x="6026" y="5550"/>
                </a:moveTo>
                <a:cubicBezTo>
                  <a:pt x="5907" y="6407"/>
                  <a:pt x="5169" y="7050"/>
                  <a:pt x="4287" y="7050"/>
                </a:cubicBezTo>
                <a:cubicBezTo>
                  <a:pt x="3406" y="7050"/>
                  <a:pt x="2668" y="6407"/>
                  <a:pt x="2549" y="5550"/>
                </a:cubicBezTo>
                <a:lnTo>
                  <a:pt x="3049" y="5550"/>
                </a:lnTo>
                <a:cubicBezTo>
                  <a:pt x="3168" y="6121"/>
                  <a:pt x="3692" y="6550"/>
                  <a:pt x="4287" y="6550"/>
                </a:cubicBezTo>
                <a:cubicBezTo>
                  <a:pt x="4907" y="6550"/>
                  <a:pt x="5407" y="6121"/>
                  <a:pt x="5526" y="5550"/>
                </a:cubicBezTo>
                <a:close/>
                <a:moveTo>
                  <a:pt x="7050" y="5550"/>
                </a:moveTo>
                <a:cubicBezTo>
                  <a:pt x="6931" y="6979"/>
                  <a:pt x="5740" y="8074"/>
                  <a:pt x="4287" y="8074"/>
                </a:cubicBezTo>
                <a:cubicBezTo>
                  <a:pt x="2859" y="8074"/>
                  <a:pt x="1668" y="6979"/>
                  <a:pt x="1525" y="5550"/>
                </a:cubicBezTo>
                <a:lnTo>
                  <a:pt x="2049" y="5550"/>
                </a:lnTo>
                <a:cubicBezTo>
                  <a:pt x="2168" y="6669"/>
                  <a:pt x="3121" y="7574"/>
                  <a:pt x="4287" y="7574"/>
                </a:cubicBezTo>
                <a:cubicBezTo>
                  <a:pt x="5454" y="7574"/>
                  <a:pt x="6407" y="6669"/>
                  <a:pt x="6550" y="5550"/>
                </a:cubicBezTo>
                <a:close/>
                <a:moveTo>
                  <a:pt x="3025" y="1"/>
                </a:moveTo>
                <a:lnTo>
                  <a:pt x="3025" y="1168"/>
                </a:lnTo>
                <a:lnTo>
                  <a:pt x="2525" y="1668"/>
                </a:lnTo>
                <a:lnTo>
                  <a:pt x="2525" y="4049"/>
                </a:lnTo>
                <a:lnTo>
                  <a:pt x="3525" y="4049"/>
                </a:lnTo>
                <a:lnTo>
                  <a:pt x="3525" y="5050"/>
                </a:lnTo>
                <a:lnTo>
                  <a:pt x="1" y="5050"/>
                </a:lnTo>
                <a:lnTo>
                  <a:pt x="1" y="5550"/>
                </a:lnTo>
                <a:lnTo>
                  <a:pt x="1025" y="5550"/>
                </a:lnTo>
                <a:cubicBezTo>
                  <a:pt x="1168" y="7217"/>
                  <a:pt x="2549" y="8574"/>
                  <a:pt x="4287" y="8574"/>
                </a:cubicBezTo>
                <a:cubicBezTo>
                  <a:pt x="6026" y="8574"/>
                  <a:pt x="7431" y="7217"/>
                  <a:pt x="7550" y="5550"/>
                </a:cubicBezTo>
                <a:lnTo>
                  <a:pt x="8574" y="5550"/>
                </a:lnTo>
                <a:lnTo>
                  <a:pt x="8574" y="5050"/>
                </a:lnTo>
                <a:lnTo>
                  <a:pt x="5050" y="5050"/>
                </a:lnTo>
                <a:lnTo>
                  <a:pt x="5050" y="4549"/>
                </a:lnTo>
                <a:lnTo>
                  <a:pt x="6050" y="4549"/>
                </a:lnTo>
                <a:lnTo>
                  <a:pt x="6050" y="4049"/>
                </a:lnTo>
                <a:lnTo>
                  <a:pt x="7050" y="4049"/>
                </a:lnTo>
                <a:lnTo>
                  <a:pt x="7050" y="1668"/>
                </a:lnTo>
                <a:lnTo>
                  <a:pt x="6550" y="1168"/>
                </a:lnTo>
                <a:lnTo>
                  <a:pt x="655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 name="Google Shape;1205;p98"/>
          <p:cNvSpPr/>
          <p:nvPr/>
        </p:nvSpPr>
        <p:spPr>
          <a:xfrm>
            <a:off x="6026318" y="3748090"/>
            <a:ext cx="496119" cy="422973"/>
          </a:xfrm>
          <a:custGeom>
            <a:rect b="b" l="l" r="r" t="t"/>
            <a:pathLst>
              <a:path extrusionOk="0" h="8122" w="9527">
                <a:moveTo>
                  <a:pt x="7835" y="2549"/>
                </a:moveTo>
                <a:lnTo>
                  <a:pt x="7835" y="3096"/>
                </a:lnTo>
                <a:lnTo>
                  <a:pt x="572" y="3096"/>
                </a:lnTo>
                <a:lnTo>
                  <a:pt x="572" y="2549"/>
                </a:lnTo>
                <a:close/>
                <a:moveTo>
                  <a:pt x="1763" y="3644"/>
                </a:moveTo>
                <a:lnTo>
                  <a:pt x="1953" y="4216"/>
                </a:lnTo>
                <a:lnTo>
                  <a:pt x="905" y="4216"/>
                </a:lnTo>
                <a:lnTo>
                  <a:pt x="691" y="3644"/>
                </a:lnTo>
                <a:close/>
                <a:moveTo>
                  <a:pt x="3930" y="3644"/>
                </a:moveTo>
                <a:lnTo>
                  <a:pt x="3930" y="4216"/>
                </a:lnTo>
                <a:lnTo>
                  <a:pt x="2549" y="4216"/>
                </a:lnTo>
                <a:lnTo>
                  <a:pt x="2358" y="3644"/>
                </a:lnTo>
                <a:close/>
                <a:moveTo>
                  <a:pt x="6049" y="3644"/>
                </a:moveTo>
                <a:lnTo>
                  <a:pt x="5883" y="4216"/>
                </a:lnTo>
                <a:lnTo>
                  <a:pt x="4501" y="4216"/>
                </a:lnTo>
                <a:lnTo>
                  <a:pt x="4501" y="3644"/>
                </a:lnTo>
                <a:close/>
                <a:moveTo>
                  <a:pt x="7716" y="3644"/>
                </a:moveTo>
                <a:lnTo>
                  <a:pt x="7502" y="4216"/>
                </a:lnTo>
                <a:lnTo>
                  <a:pt x="6454" y="4216"/>
                </a:lnTo>
                <a:lnTo>
                  <a:pt x="6645" y="3644"/>
                </a:lnTo>
                <a:close/>
                <a:moveTo>
                  <a:pt x="7288" y="4763"/>
                </a:moveTo>
                <a:lnTo>
                  <a:pt x="7097" y="5335"/>
                </a:lnTo>
                <a:lnTo>
                  <a:pt x="1310" y="5335"/>
                </a:lnTo>
                <a:lnTo>
                  <a:pt x="1120" y="4763"/>
                </a:lnTo>
                <a:close/>
                <a:moveTo>
                  <a:pt x="2501" y="5883"/>
                </a:moveTo>
                <a:lnTo>
                  <a:pt x="2691" y="6454"/>
                </a:lnTo>
                <a:lnTo>
                  <a:pt x="1739" y="6454"/>
                </a:lnTo>
                <a:lnTo>
                  <a:pt x="1525" y="5883"/>
                </a:lnTo>
                <a:close/>
                <a:moveTo>
                  <a:pt x="3930" y="5883"/>
                </a:moveTo>
                <a:lnTo>
                  <a:pt x="3930" y="6454"/>
                </a:lnTo>
                <a:lnTo>
                  <a:pt x="3287" y="6454"/>
                </a:lnTo>
                <a:lnTo>
                  <a:pt x="3096" y="5883"/>
                </a:lnTo>
                <a:close/>
                <a:moveTo>
                  <a:pt x="5311" y="5883"/>
                </a:moveTo>
                <a:lnTo>
                  <a:pt x="5121" y="6454"/>
                </a:lnTo>
                <a:lnTo>
                  <a:pt x="4501" y="6454"/>
                </a:lnTo>
                <a:lnTo>
                  <a:pt x="4501" y="5883"/>
                </a:lnTo>
                <a:close/>
                <a:moveTo>
                  <a:pt x="6168" y="5883"/>
                </a:moveTo>
                <a:lnTo>
                  <a:pt x="6168" y="6454"/>
                </a:lnTo>
                <a:lnTo>
                  <a:pt x="5716" y="6454"/>
                </a:lnTo>
                <a:lnTo>
                  <a:pt x="5906" y="5883"/>
                </a:lnTo>
                <a:close/>
                <a:moveTo>
                  <a:pt x="6264" y="7002"/>
                </a:moveTo>
                <a:cubicBezTo>
                  <a:pt x="6287" y="7097"/>
                  <a:pt x="6335" y="7169"/>
                  <a:pt x="6383" y="7240"/>
                </a:cubicBezTo>
                <a:lnTo>
                  <a:pt x="6264" y="7550"/>
                </a:lnTo>
                <a:lnTo>
                  <a:pt x="2168" y="7550"/>
                </a:lnTo>
                <a:lnTo>
                  <a:pt x="1953" y="7002"/>
                </a:lnTo>
                <a:close/>
                <a:moveTo>
                  <a:pt x="8979" y="5883"/>
                </a:moveTo>
                <a:lnTo>
                  <a:pt x="8979" y="6454"/>
                </a:lnTo>
                <a:cubicBezTo>
                  <a:pt x="8979" y="7050"/>
                  <a:pt x="8455" y="7550"/>
                  <a:pt x="7835" y="7550"/>
                </a:cubicBezTo>
                <a:cubicBezTo>
                  <a:pt x="7216" y="7550"/>
                  <a:pt x="6716" y="7050"/>
                  <a:pt x="6716" y="6454"/>
                </a:cubicBezTo>
                <a:lnTo>
                  <a:pt x="6716" y="5883"/>
                </a:lnTo>
                <a:close/>
                <a:moveTo>
                  <a:pt x="8979" y="1"/>
                </a:moveTo>
                <a:lnTo>
                  <a:pt x="8979" y="5335"/>
                </a:lnTo>
                <a:lnTo>
                  <a:pt x="7693" y="5335"/>
                </a:lnTo>
                <a:lnTo>
                  <a:pt x="8407" y="3430"/>
                </a:lnTo>
                <a:lnTo>
                  <a:pt x="8407" y="1977"/>
                </a:lnTo>
                <a:lnTo>
                  <a:pt x="0" y="1977"/>
                </a:lnTo>
                <a:lnTo>
                  <a:pt x="0" y="3430"/>
                </a:lnTo>
                <a:lnTo>
                  <a:pt x="1763" y="8121"/>
                </a:lnTo>
                <a:lnTo>
                  <a:pt x="6645" y="8121"/>
                </a:lnTo>
                <a:lnTo>
                  <a:pt x="6788" y="7740"/>
                </a:lnTo>
                <a:cubicBezTo>
                  <a:pt x="7073" y="7978"/>
                  <a:pt x="7431" y="8121"/>
                  <a:pt x="7835" y="8121"/>
                </a:cubicBezTo>
                <a:cubicBezTo>
                  <a:pt x="8764" y="8121"/>
                  <a:pt x="9526" y="7359"/>
                  <a:pt x="9526" y="6454"/>
                </a:cubicBezTo>
                <a:lnTo>
                  <a:pt x="952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p98"/>
          <p:cNvSpPr/>
          <p:nvPr/>
        </p:nvSpPr>
        <p:spPr>
          <a:xfrm>
            <a:off x="3318245" y="3726516"/>
            <a:ext cx="496118" cy="466125"/>
          </a:xfrm>
          <a:custGeom>
            <a:rect b="b" l="l" r="r" t="t"/>
            <a:pathLst>
              <a:path extrusionOk="0" h="8860" w="9431">
                <a:moveTo>
                  <a:pt x="4453" y="1049"/>
                </a:moveTo>
                <a:lnTo>
                  <a:pt x="4453" y="2787"/>
                </a:lnTo>
                <a:lnTo>
                  <a:pt x="3239" y="2787"/>
                </a:lnTo>
                <a:cubicBezTo>
                  <a:pt x="3596" y="2073"/>
                  <a:pt x="4096" y="1454"/>
                  <a:pt x="4453" y="1049"/>
                </a:cubicBezTo>
                <a:close/>
                <a:moveTo>
                  <a:pt x="5001" y="1072"/>
                </a:moveTo>
                <a:cubicBezTo>
                  <a:pt x="5287" y="1382"/>
                  <a:pt x="5644" y="1835"/>
                  <a:pt x="5954" y="2335"/>
                </a:cubicBezTo>
                <a:lnTo>
                  <a:pt x="5358" y="2787"/>
                </a:lnTo>
                <a:lnTo>
                  <a:pt x="5001" y="2787"/>
                </a:lnTo>
                <a:lnTo>
                  <a:pt x="5001" y="1072"/>
                </a:lnTo>
                <a:close/>
                <a:moveTo>
                  <a:pt x="8335" y="4430"/>
                </a:moveTo>
                <a:lnTo>
                  <a:pt x="8335" y="5002"/>
                </a:lnTo>
                <a:lnTo>
                  <a:pt x="7144" y="5002"/>
                </a:lnTo>
                <a:cubicBezTo>
                  <a:pt x="7192" y="4811"/>
                  <a:pt x="7216" y="4621"/>
                  <a:pt x="7216" y="4430"/>
                </a:cubicBezTo>
                <a:close/>
                <a:moveTo>
                  <a:pt x="6216" y="2835"/>
                </a:moveTo>
                <a:cubicBezTo>
                  <a:pt x="6406" y="3216"/>
                  <a:pt x="6573" y="3644"/>
                  <a:pt x="6621" y="4049"/>
                </a:cubicBezTo>
                <a:lnTo>
                  <a:pt x="5001" y="5264"/>
                </a:lnTo>
                <a:lnTo>
                  <a:pt x="5001" y="4168"/>
                </a:lnTo>
                <a:cubicBezTo>
                  <a:pt x="5263" y="3978"/>
                  <a:pt x="5454" y="3692"/>
                  <a:pt x="5525" y="3359"/>
                </a:cubicBezTo>
                <a:lnTo>
                  <a:pt x="6216" y="2835"/>
                </a:lnTo>
                <a:close/>
                <a:moveTo>
                  <a:pt x="8883" y="5550"/>
                </a:moveTo>
                <a:lnTo>
                  <a:pt x="8883" y="6097"/>
                </a:lnTo>
                <a:lnTo>
                  <a:pt x="6692" y="6097"/>
                </a:lnTo>
                <a:cubicBezTo>
                  <a:pt x="6811" y="5907"/>
                  <a:pt x="6906" y="5740"/>
                  <a:pt x="6978" y="5550"/>
                </a:cubicBezTo>
                <a:close/>
                <a:moveTo>
                  <a:pt x="4453" y="4407"/>
                </a:moveTo>
                <a:lnTo>
                  <a:pt x="4453" y="6978"/>
                </a:lnTo>
                <a:cubicBezTo>
                  <a:pt x="4215" y="6836"/>
                  <a:pt x="3882" y="6597"/>
                  <a:pt x="3596" y="6288"/>
                </a:cubicBezTo>
                <a:cubicBezTo>
                  <a:pt x="3787" y="6002"/>
                  <a:pt x="3882" y="5645"/>
                  <a:pt x="3882" y="5264"/>
                </a:cubicBezTo>
                <a:lnTo>
                  <a:pt x="3882" y="4430"/>
                </a:lnTo>
                <a:lnTo>
                  <a:pt x="4168" y="4430"/>
                </a:lnTo>
                <a:cubicBezTo>
                  <a:pt x="4263" y="4430"/>
                  <a:pt x="4358" y="4430"/>
                  <a:pt x="4453" y="4407"/>
                </a:cubicBezTo>
                <a:close/>
                <a:moveTo>
                  <a:pt x="6644" y="4740"/>
                </a:moveTo>
                <a:cubicBezTo>
                  <a:pt x="6525" y="5692"/>
                  <a:pt x="5811" y="6455"/>
                  <a:pt x="5001" y="6978"/>
                </a:cubicBezTo>
                <a:lnTo>
                  <a:pt x="5001" y="5954"/>
                </a:lnTo>
                <a:lnTo>
                  <a:pt x="6644" y="4740"/>
                </a:lnTo>
                <a:close/>
                <a:moveTo>
                  <a:pt x="8335" y="6645"/>
                </a:moveTo>
                <a:lnTo>
                  <a:pt x="8335" y="7193"/>
                </a:lnTo>
                <a:lnTo>
                  <a:pt x="5644" y="7193"/>
                </a:lnTo>
                <a:cubicBezTo>
                  <a:pt x="5882" y="7026"/>
                  <a:pt x="6073" y="6859"/>
                  <a:pt x="6263" y="6645"/>
                </a:cubicBezTo>
                <a:close/>
                <a:moveTo>
                  <a:pt x="4953" y="3335"/>
                </a:moveTo>
                <a:cubicBezTo>
                  <a:pt x="4834" y="3644"/>
                  <a:pt x="4525" y="3883"/>
                  <a:pt x="4168" y="3883"/>
                </a:cubicBezTo>
                <a:lnTo>
                  <a:pt x="3334" y="3883"/>
                </a:lnTo>
                <a:lnTo>
                  <a:pt x="3334" y="5264"/>
                </a:lnTo>
                <a:cubicBezTo>
                  <a:pt x="3334" y="6026"/>
                  <a:pt x="2715" y="6645"/>
                  <a:pt x="1953" y="6645"/>
                </a:cubicBezTo>
                <a:lnTo>
                  <a:pt x="1953" y="7193"/>
                </a:lnTo>
                <a:cubicBezTo>
                  <a:pt x="2453" y="7193"/>
                  <a:pt x="2905" y="7026"/>
                  <a:pt x="3239" y="6716"/>
                </a:cubicBezTo>
                <a:cubicBezTo>
                  <a:pt x="3620" y="7121"/>
                  <a:pt x="4120" y="7479"/>
                  <a:pt x="4715" y="7764"/>
                </a:cubicBezTo>
                <a:lnTo>
                  <a:pt x="7216" y="7764"/>
                </a:lnTo>
                <a:lnTo>
                  <a:pt x="7216" y="8312"/>
                </a:lnTo>
                <a:lnTo>
                  <a:pt x="3120" y="8312"/>
                </a:lnTo>
                <a:lnTo>
                  <a:pt x="1453" y="7764"/>
                </a:lnTo>
                <a:lnTo>
                  <a:pt x="548" y="7764"/>
                </a:lnTo>
                <a:lnTo>
                  <a:pt x="548" y="4430"/>
                </a:lnTo>
                <a:lnTo>
                  <a:pt x="1524" y="4430"/>
                </a:lnTo>
                <a:lnTo>
                  <a:pt x="2620" y="3335"/>
                </a:lnTo>
                <a:close/>
                <a:moveTo>
                  <a:pt x="4715" y="1"/>
                </a:moveTo>
                <a:lnTo>
                  <a:pt x="4525" y="168"/>
                </a:lnTo>
                <a:cubicBezTo>
                  <a:pt x="4477" y="215"/>
                  <a:pt x="3286" y="1334"/>
                  <a:pt x="2620" y="2787"/>
                </a:cubicBezTo>
                <a:lnTo>
                  <a:pt x="2405" y="2787"/>
                </a:lnTo>
                <a:lnTo>
                  <a:pt x="1286" y="3883"/>
                </a:lnTo>
                <a:lnTo>
                  <a:pt x="0" y="3883"/>
                </a:lnTo>
                <a:lnTo>
                  <a:pt x="0" y="8312"/>
                </a:lnTo>
                <a:lnTo>
                  <a:pt x="1358" y="8312"/>
                </a:lnTo>
                <a:lnTo>
                  <a:pt x="3025" y="8860"/>
                </a:lnTo>
                <a:lnTo>
                  <a:pt x="7764" y="8860"/>
                </a:lnTo>
                <a:lnTo>
                  <a:pt x="7764" y="7764"/>
                </a:lnTo>
                <a:lnTo>
                  <a:pt x="8883" y="7764"/>
                </a:lnTo>
                <a:lnTo>
                  <a:pt x="8883" y="6645"/>
                </a:lnTo>
                <a:lnTo>
                  <a:pt x="9431" y="6645"/>
                </a:lnTo>
                <a:lnTo>
                  <a:pt x="9431" y="5002"/>
                </a:lnTo>
                <a:lnTo>
                  <a:pt x="8883" y="5002"/>
                </a:lnTo>
                <a:lnTo>
                  <a:pt x="8883" y="3883"/>
                </a:lnTo>
                <a:lnTo>
                  <a:pt x="7168" y="3883"/>
                </a:lnTo>
                <a:cubicBezTo>
                  <a:pt x="7025" y="3144"/>
                  <a:pt x="6668" y="2358"/>
                  <a:pt x="6049" y="1501"/>
                </a:cubicBezTo>
                <a:cubicBezTo>
                  <a:pt x="5501" y="715"/>
                  <a:pt x="4930" y="191"/>
                  <a:pt x="4906" y="168"/>
                </a:cubicBezTo>
                <a:lnTo>
                  <a:pt x="47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0" name="Shape 1210"/>
        <p:cNvGrpSpPr/>
        <p:nvPr/>
      </p:nvGrpSpPr>
      <p:grpSpPr>
        <a:xfrm>
          <a:off x="0" y="0"/>
          <a:ext cx="0" cy="0"/>
          <a:chOff x="0" y="0"/>
          <a:chExt cx="0" cy="0"/>
        </a:xfrm>
      </p:grpSpPr>
      <p:sp>
        <p:nvSpPr>
          <p:cNvPr id="1211" name="Google Shape;1211;p99"/>
          <p:cNvSpPr txBox="1"/>
          <p:nvPr>
            <p:ph type="title"/>
          </p:nvPr>
        </p:nvSpPr>
        <p:spPr>
          <a:xfrm>
            <a:off x="1796850" y="1301800"/>
            <a:ext cx="5550300" cy="2539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AWESOME </a:t>
            </a:r>
            <a:r>
              <a:rPr lang="en">
                <a:solidFill>
                  <a:schemeClr val="dk2"/>
                </a:solidFill>
              </a:rPr>
              <a:t>WORDS</a:t>
            </a:r>
            <a:endParaRPr>
              <a:solidFill>
                <a:schemeClr val="dk2"/>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11"/>
                                        </p:tgtEl>
                                        <p:attrNameLst>
                                          <p:attrName>style.visibility</p:attrName>
                                        </p:attrNameLst>
                                      </p:cBhvr>
                                      <p:to>
                                        <p:strVal val="visible"/>
                                      </p:to>
                                    </p:set>
                                    <p:animEffect filter="fade" transition="in">
                                      <p:cBhvr>
                                        <p:cTn dur="1000"/>
                                        <p:tgtEl>
                                          <p:spTgt spid="121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5" name="Shape 1215"/>
        <p:cNvGrpSpPr/>
        <p:nvPr/>
      </p:nvGrpSpPr>
      <p:grpSpPr>
        <a:xfrm>
          <a:off x="0" y="0"/>
          <a:ext cx="0" cy="0"/>
          <a:chOff x="0" y="0"/>
          <a:chExt cx="0" cy="0"/>
        </a:xfrm>
      </p:grpSpPr>
      <p:pic>
        <p:nvPicPr>
          <p:cNvPr id="1216" name="Google Shape;1216;p100" title="Chart">
            <a:hlinkClick r:id="rId3"/>
          </p:cNvPr>
          <p:cNvPicPr preferRelativeResize="0"/>
          <p:nvPr/>
        </p:nvPicPr>
        <p:blipFill>
          <a:blip r:embed="rId4">
            <a:alphaModFix/>
          </a:blip>
          <a:stretch>
            <a:fillRect/>
          </a:stretch>
        </p:blipFill>
        <p:spPr>
          <a:xfrm rot="-10799998">
            <a:off x="3186877" y="1288152"/>
            <a:ext cx="2770248" cy="2669495"/>
          </a:xfrm>
          <a:prstGeom prst="rect">
            <a:avLst/>
          </a:prstGeom>
          <a:noFill/>
          <a:ln>
            <a:noFill/>
          </a:ln>
        </p:spPr>
      </p:pic>
      <p:sp>
        <p:nvSpPr>
          <p:cNvPr id="1217" name="Google Shape;1217;p100"/>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MARKET SIZE</a:t>
            </a:r>
            <a:endParaRPr/>
          </a:p>
        </p:txBody>
      </p:sp>
      <p:sp>
        <p:nvSpPr>
          <p:cNvPr id="1218" name="Google Shape;1218;p100"/>
          <p:cNvSpPr txBox="1"/>
          <p:nvPr/>
        </p:nvSpPr>
        <p:spPr>
          <a:xfrm flipH="1">
            <a:off x="726188" y="1660125"/>
            <a:ext cx="1839000" cy="2742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2000">
                <a:solidFill>
                  <a:schemeClr val="dk1"/>
                </a:solidFill>
                <a:latin typeface="Kulim Park"/>
                <a:ea typeface="Kulim Park"/>
                <a:cs typeface="Kulim Park"/>
                <a:sym typeface="Kulim Park"/>
              </a:rPr>
              <a:t>MARS | 26% </a:t>
            </a:r>
            <a:endParaRPr sz="2000">
              <a:solidFill>
                <a:schemeClr val="dk1"/>
              </a:solidFill>
              <a:latin typeface="Kulim Park"/>
              <a:ea typeface="Kulim Park"/>
              <a:cs typeface="Kulim Park"/>
              <a:sym typeface="Kulim Park"/>
            </a:endParaRPr>
          </a:p>
        </p:txBody>
      </p:sp>
      <p:sp>
        <p:nvSpPr>
          <p:cNvPr id="1219" name="Google Shape;1219;p100"/>
          <p:cNvSpPr txBox="1"/>
          <p:nvPr/>
        </p:nvSpPr>
        <p:spPr>
          <a:xfrm flipH="1">
            <a:off x="726178" y="2013777"/>
            <a:ext cx="1839000" cy="4572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a:solidFill>
                  <a:schemeClr val="dk1"/>
                </a:solidFill>
                <a:latin typeface="Manrope"/>
                <a:ea typeface="Manrope"/>
                <a:cs typeface="Manrope"/>
                <a:sym typeface="Manrope"/>
              </a:rPr>
              <a:t>Despite being red, Mars is a cold place</a:t>
            </a:r>
            <a:endParaRPr>
              <a:solidFill>
                <a:schemeClr val="dk1"/>
              </a:solidFill>
              <a:latin typeface="Manrope"/>
              <a:ea typeface="Manrope"/>
              <a:cs typeface="Manrope"/>
              <a:sym typeface="Manrope"/>
            </a:endParaRPr>
          </a:p>
        </p:txBody>
      </p:sp>
      <p:sp>
        <p:nvSpPr>
          <p:cNvPr id="1220" name="Google Shape;1220;p100"/>
          <p:cNvSpPr txBox="1"/>
          <p:nvPr/>
        </p:nvSpPr>
        <p:spPr>
          <a:xfrm>
            <a:off x="2557650" y="4196100"/>
            <a:ext cx="4028700" cy="5100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1200">
                <a:solidFill>
                  <a:schemeClr val="dk1"/>
                </a:solidFill>
                <a:latin typeface="Manrope Medium"/>
                <a:ea typeface="Manrope Medium"/>
                <a:cs typeface="Manrope Medium"/>
                <a:sym typeface="Manrope Medium"/>
              </a:rPr>
              <a:t>Follow the link in the graph to modify its data and then paste the new one here. </a:t>
            </a:r>
            <a:r>
              <a:rPr b="1" lang="en" sz="1200">
                <a:solidFill>
                  <a:schemeClr val="dk1"/>
                </a:solidFill>
                <a:uFill>
                  <a:noFill/>
                </a:uFill>
                <a:latin typeface="Manrope"/>
                <a:ea typeface="Manrope"/>
                <a:cs typeface="Manrope"/>
                <a:sym typeface="Manrope"/>
                <a:hlinkClick r:id="rId5">
                  <a:extLst>
                    <a:ext uri="{A12FA001-AC4F-418D-AE19-62706E023703}">
                      <ahyp:hlinkClr val="tx"/>
                    </a:ext>
                  </a:extLst>
                </a:hlinkClick>
              </a:rPr>
              <a:t>For more info, click here</a:t>
            </a:r>
            <a:endParaRPr b="1" sz="1200">
              <a:solidFill>
                <a:schemeClr val="dk1"/>
              </a:solidFill>
              <a:latin typeface="Manrope"/>
              <a:ea typeface="Manrope"/>
              <a:cs typeface="Manrope"/>
              <a:sym typeface="Manrope"/>
            </a:endParaRPr>
          </a:p>
        </p:txBody>
      </p:sp>
      <p:sp>
        <p:nvSpPr>
          <p:cNvPr id="1221" name="Google Shape;1221;p100"/>
          <p:cNvSpPr txBox="1"/>
          <p:nvPr/>
        </p:nvSpPr>
        <p:spPr>
          <a:xfrm flipH="1">
            <a:off x="726188" y="2803125"/>
            <a:ext cx="1839000" cy="2742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2000">
                <a:solidFill>
                  <a:schemeClr val="dk1"/>
                </a:solidFill>
                <a:latin typeface="Kulim Park"/>
                <a:ea typeface="Kulim Park"/>
                <a:cs typeface="Kulim Park"/>
                <a:sym typeface="Kulim Park"/>
              </a:rPr>
              <a:t>VENUS | 17% </a:t>
            </a:r>
            <a:endParaRPr sz="2000">
              <a:solidFill>
                <a:schemeClr val="dk1"/>
              </a:solidFill>
              <a:latin typeface="Kulim Park"/>
              <a:ea typeface="Kulim Park"/>
              <a:cs typeface="Kulim Park"/>
              <a:sym typeface="Kulim Park"/>
            </a:endParaRPr>
          </a:p>
        </p:txBody>
      </p:sp>
      <p:sp>
        <p:nvSpPr>
          <p:cNvPr id="1222" name="Google Shape;1222;p100"/>
          <p:cNvSpPr txBox="1"/>
          <p:nvPr/>
        </p:nvSpPr>
        <p:spPr>
          <a:xfrm flipH="1">
            <a:off x="726178" y="3156775"/>
            <a:ext cx="1839000" cy="4572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a:solidFill>
                  <a:schemeClr val="dk1"/>
                </a:solidFill>
                <a:latin typeface="Manrope"/>
                <a:ea typeface="Manrope"/>
                <a:cs typeface="Manrope"/>
                <a:sym typeface="Manrope"/>
              </a:rPr>
              <a:t>Venus the second planet from the Sun</a:t>
            </a:r>
            <a:endParaRPr>
              <a:solidFill>
                <a:schemeClr val="dk1"/>
              </a:solidFill>
              <a:latin typeface="Manrope"/>
              <a:ea typeface="Manrope"/>
              <a:cs typeface="Manrope"/>
              <a:sym typeface="Manrope"/>
            </a:endParaRPr>
          </a:p>
        </p:txBody>
      </p:sp>
      <p:sp>
        <p:nvSpPr>
          <p:cNvPr id="1223" name="Google Shape;1223;p100"/>
          <p:cNvSpPr txBox="1"/>
          <p:nvPr/>
        </p:nvSpPr>
        <p:spPr>
          <a:xfrm>
            <a:off x="6578313" y="1660125"/>
            <a:ext cx="1839000" cy="274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000">
                <a:solidFill>
                  <a:schemeClr val="dk1"/>
                </a:solidFill>
                <a:latin typeface="Kulim Park"/>
                <a:ea typeface="Kulim Park"/>
                <a:cs typeface="Kulim Park"/>
                <a:sym typeface="Kulim Park"/>
              </a:rPr>
              <a:t>JUPITER | 14%</a:t>
            </a:r>
            <a:endParaRPr sz="2000">
              <a:solidFill>
                <a:schemeClr val="dk1"/>
              </a:solidFill>
              <a:latin typeface="Kulim Park"/>
              <a:ea typeface="Kulim Park"/>
              <a:cs typeface="Kulim Park"/>
              <a:sym typeface="Kulim Park"/>
            </a:endParaRPr>
          </a:p>
        </p:txBody>
      </p:sp>
      <p:sp>
        <p:nvSpPr>
          <p:cNvPr id="1224" name="Google Shape;1224;p100"/>
          <p:cNvSpPr txBox="1"/>
          <p:nvPr/>
        </p:nvSpPr>
        <p:spPr>
          <a:xfrm>
            <a:off x="6578322" y="2013777"/>
            <a:ext cx="18390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solidFill>
                  <a:schemeClr val="dk1"/>
                </a:solidFill>
                <a:latin typeface="Manrope"/>
                <a:ea typeface="Manrope"/>
                <a:cs typeface="Manrope"/>
                <a:sym typeface="Manrope"/>
              </a:rPr>
              <a:t>Jupiter is the biggest planet</a:t>
            </a:r>
            <a:endParaRPr>
              <a:solidFill>
                <a:schemeClr val="dk1"/>
              </a:solidFill>
              <a:latin typeface="Manrope"/>
              <a:ea typeface="Manrope"/>
              <a:cs typeface="Manrope"/>
              <a:sym typeface="Manrope"/>
            </a:endParaRPr>
          </a:p>
        </p:txBody>
      </p:sp>
      <p:sp>
        <p:nvSpPr>
          <p:cNvPr id="1225" name="Google Shape;1225;p100"/>
          <p:cNvSpPr txBox="1"/>
          <p:nvPr/>
        </p:nvSpPr>
        <p:spPr>
          <a:xfrm>
            <a:off x="6578313" y="2803125"/>
            <a:ext cx="1839000" cy="274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000">
                <a:solidFill>
                  <a:schemeClr val="dk1"/>
                </a:solidFill>
                <a:latin typeface="Kulim Park"/>
                <a:ea typeface="Kulim Park"/>
                <a:cs typeface="Kulim Park"/>
                <a:sym typeface="Kulim Park"/>
              </a:rPr>
              <a:t>SATURN | 43%</a:t>
            </a:r>
            <a:endParaRPr sz="2000">
              <a:solidFill>
                <a:schemeClr val="dk1"/>
              </a:solidFill>
              <a:latin typeface="Kulim Park"/>
              <a:ea typeface="Kulim Park"/>
              <a:cs typeface="Kulim Park"/>
              <a:sym typeface="Kulim Park"/>
            </a:endParaRPr>
          </a:p>
        </p:txBody>
      </p:sp>
      <p:sp>
        <p:nvSpPr>
          <p:cNvPr id="1226" name="Google Shape;1226;p100"/>
          <p:cNvSpPr txBox="1"/>
          <p:nvPr/>
        </p:nvSpPr>
        <p:spPr>
          <a:xfrm>
            <a:off x="6578322" y="3156775"/>
            <a:ext cx="18390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solidFill>
                  <a:schemeClr val="dk1"/>
                </a:solidFill>
                <a:latin typeface="Manrope"/>
                <a:ea typeface="Manrope"/>
                <a:cs typeface="Manrope"/>
                <a:sym typeface="Manrope"/>
              </a:rPr>
              <a:t>Saturn is a gas giant with several rings</a:t>
            </a:r>
            <a:endParaRPr>
              <a:solidFill>
                <a:schemeClr val="dk1"/>
              </a:solidFill>
              <a:latin typeface="Manrope"/>
              <a:ea typeface="Manrope"/>
              <a:cs typeface="Manrope"/>
              <a:sym typeface="Manrope"/>
            </a:endParaRPr>
          </a:p>
        </p:txBody>
      </p:sp>
      <p:grpSp>
        <p:nvGrpSpPr>
          <p:cNvPr id="1227" name="Google Shape;1227;p100"/>
          <p:cNvGrpSpPr/>
          <p:nvPr/>
        </p:nvGrpSpPr>
        <p:grpSpPr>
          <a:xfrm rot="978523">
            <a:off x="4360091" y="2382128"/>
            <a:ext cx="423316" cy="481620"/>
            <a:chOff x="4050488" y="2865563"/>
            <a:chExt cx="299729" cy="340965"/>
          </a:xfrm>
        </p:grpSpPr>
        <p:sp>
          <p:nvSpPr>
            <p:cNvPr id="1228" name="Google Shape;1228;p100"/>
            <p:cNvSpPr/>
            <p:nvPr/>
          </p:nvSpPr>
          <p:spPr>
            <a:xfrm>
              <a:off x="4050488" y="2865563"/>
              <a:ext cx="299729" cy="340965"/>
            </a:xfrm>
            <a:custGeom>
              <a:rect b="b" l="l" r="r" t="t"/>
              <a:pathLst>
                <a:path extrusionOk="0" h="10617" w="9333">
                  <a:moveTo>
                    <a:pt x="6227" y="607"/>
                  </a:moveTo>
                  <a:lnTo>
                    <a:pt x="6227" y="1285"/>
                  </a:lnTo>
                  <a:lnTo>
                    <a:pt x="3123" y="1285"/>
                  </a:lnTo>
                  <a:lnTo>
                    <a:pt x="3123" y="607"/>
                  </a:lnTo>
                  <a:close/>
                  <a:moveTo>
                    <a:pt x="6459" y="1892"/>
                  </a:moveTo>
                  <a:cubicBezTo>
                    <a:pt x="7209" y="2177"/>
                    <a:pt x="7780" y="2587"/>
                    <a:pt x="8155" y="3141"/>
                  </a:cubicBezTo>
                  <a:lnTo>
                    <a:pt x="1178" y="3141"/>
                  </a:lnTo>
                  <a:cubicBezTo>
                    <a:pt x="1553" y="2587"/>
                    <a:pt x="2124" y="2177"/>
                    <a:pt x="2855" y="1892"/>
                  </a:cubicBezTo>
                  <a:close/>
                  <a:moveTo>
                    <a:pt x="8494" y="3765"/>
                  </a:moveTo>
                  <a:cubicBezTo>
                    <a:pt x="8636" y="4140"/>
                    <a:pt x="8725" y="4568"/>
                    <a:pt x="8725" y="5014"/>
                  </a:cubicBezTo>
                  <a:cubicBezTo>
                    <a:pt x="8725" y="5781"/>
                    <a:pt x="8315" y="7102"/>
                    <a:pt x="7566" y="8101"/>
                  </a:cubicBezTo>
                  <a:cubicBezTo>
                    <a:pt x="7566" y="8119"/>
                    <a:pt x="7566" y="8119"/>
                    <a:pt x="7548" y="8119"/>
                  </a:cubicBezTo>
                  <a:lnTo>
                    <a:pt x="1785" y="8119"/>
                  </a:lnTo>
                  <a:cubicBezTo>
                    <a:pt x="1785" y="8119"/>
                    <a:pt x="1785" y="8119"/>
                    <a:pt x="1785" y="8101"/>
                  </a:cubicBezTo>
                  <a:cubicBezTo>
                    <a:pt x="1017" y="7102"/>
                    <a:pt x="625" y="5781"/>
                    <a:pt x="625" y="5014"/>
                  </a:cubicBezTo>
                  <a:cubicBezTo>
                    <a:pt x="625" y="4568"/>
                    <a:pt x="696" y="4140"/>
                    <a:pt x="857" y="3765"/>
                  </a:cubicBezTo>
                  <a:close/>
                  <a:moveTo>
                    <a:pt x="7191" y="8743"/>
                  </a:moveTo>
                  <a:cubicBezTo>
                    <a:pt x="6995" y="9136"/>
                    <a:pt x="6888" y="9546"/>
                    <a:pt x="6852" y="9992"/>
                  </a:cubicBezTo>
                  <a:lnTo>
                    <a:pt x="2481" y="9992"/>
                  </a:lnTo>
                  <a:cubicBezTo>
                    <a:pt x="2445" y="9564"/>
                    <a:pt x="2338" y="9136"/>
                    <a:pt x="2159" y="8743"/>
                  </a:cubicBezTo>
                  <a:close/>
                  <a:moveTo>
                    <a:pt x="1874" y="0"/>
                  </a:moveTo>
                  <a:lnTo>
                    <a:pt x="1874" y="607"/>
                  </a:lnTo>
                  <a:lnTo>
                    <a:pt x="2498" y="607"/>
                  </a:lnTo>
                  <a:lnTo>
                    <a:pt x="2498" y="1374"/>
                  </a:lnTo>
                  <a:cubicBezTo>
                    <a:pt x="1785" y="1660"/>
                    <a:pt x="1196" y="2106"/>
                    <a:pt x="768" y="2659"/>
                  </a:cubicBezTo>
                  <a:cubicBezTo>
                    <a:pt x="268" y="3319"/>
                    <a:pt x="0" y="4104"/>
                    <a:pt x="0" y="5014"/>
                  </a:cubicBezTo>
                  <a:cubicBezTo>
                    <a:pt x="0" y="6049"/>
                    <a:pt x="536" y="7476"/>
                    <a:pt x="1285" y="8476"/>
                  </a:cubicBezTo>
                  <a:cubicBezTo>
                    <a:pt x="1660" y="8993"/>
                    <a:pt x="1874" y="9617"/>
                    <a:pt x="1874" y="10260"/>
                  </a:cubicBezTo>
                  <a:lnTo>
                    <a:pt x="1874" y="10617"/>
                  </a:lnTo>
                  <a:lnTo>
                    <a:pt x="7476" y="10617"/>
                  </a:lnTo>
                  <a:lnTo>
                    <a:pt x="7476" y="10260"/>
                  </a:lnTo>
                  <a:cubicBezTo>
                    <a:pt x="7476" y="9617"/>
                    <a:pt x="7673" y="8993"/>
                    <a:pt x="8065" y="8476"/>
                  </a:cubicBezTo>
                  <a:cubicBezTo>
                    <a:pt x="8815" y="7476"/>
                    <a:pt x="9332" y="6049"/>
                    <a:pt x="9332" y="5014"/>
                  </a:cubicBezTo>
                  <a:cubicBezTo>
                    <a:pt x="9332" y="3337"/>
                    <a:pt x="8440" y="2034"/>
                    <a:pt x="6852" y="1392"/>
                  </a:cubicBezTo>
                  <a:lnTo>
                    <a:pt x="6852" y="607"/>
                  </a:lnTo>
                  <a:lnTo>
                    <a:pt x="7476" y="607"/>
                  </a:lnTo>
                  <a:lnTo>
                    <a:pt x="747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 name="Google Shape;1229;p100"/>
            <p:cNvSpPr/>
            <p:nvPr/>
          </p:nvSpPr>
          <p:spPr>
            <a:xfrm>
              <a:off x="4150751" y="3006515"/>
              <a:ext cx="99749" cy="99749"/>
            </a:xfrm>
            <a:custGeom>
              <a:rect b="b" l="l" r="r" t="t"/>
              <a:pathLst>
                <a:path extrusionOk="0" h="3106" w="3106">
                  <a:moveTo>
                    <a:pt x="1553" y="625"/>
                  </a:moveTo>
                  <a:cubicBezTo>
                    <a:pt x="2071" y="625"/>
                    <a:pt x="2481" y="1035"/>
                    <a:pt x="2481" y="1553"/>
                  </a:cubicBezTo>
                  <a:cubicBezTo>
                    <a:pt x="2481" y="1731"/>
                    <a:pt x="2338" y="1874"/>
                    <a:pt x="2178" y="1874"/>
                  </a:cubicBezTo>
                  <a:cubicBezTo>
                    <a:pt x="1999" y="1874"/>
                    <a:pt x="1857" y="1731"/>
                    <a:pt x="1857" y="1553"/>
                  </a:cubicBezTo>
                  <a:cubicBezTo>
                    <a:pt x="1857" y="1143"/>
                    <a:pt x="1607" y="804"/>
                    <a:pt x="1232" y="679"/>
                  </a:cubicBezTo>
                  <a:cubicBezTo>
                    <a:pt x="1339" y="643"/>
                    <a:pt x="1446" y="625"/>
                    <a:pt x="1553" y="625"/>
                  </a:cubicBezTo>
                  <a:close/>
                  <a:moveTo>
                    <a:pt x="929" y="1250"/>
                  </a:moveTo>
                  <a:cubicBezTo>
                    <a:pt x="1107" y="1250"/>
                    <a:pt x="1232" y="1374"/>
                    <a:pt x="1232" y="1553"/>
                  </a:cubicBezTo>
                  <a:cubicBezTo>
                    <a:pt x="1232" y="1963"/>
                    <a:pt x="1500" y="2302"/>
                    <a:pt x="1857" y="2427"/>
                  </a:cubicBezTo>
                  <a:cubicBezTo>
                    <a:pt x="1767" y="2463"/>
                    <a:pt x="1660" y="2481"/>
                    <a:pt x="1553" y="2481"/>
                  </a:cubicBezTo>
                  <a:cubicBezTo>
                    <a:pt x="1036" y="2481"/>
                    <a:pt x="625" y="2070"/>
                    <a:pt x="625" y="1553"/>
                  </a:cubicBezTo>
                  <a:cubicBezTo>
                    <a:pt x="625" y="1374"/>
                    <a:pt x="750" y="1250"/>
                    <a:pt x="929" y="1250"/>
                  </a:cubicBezTo>
                  <a:close/>
                  <a:moveTo>
                    <a:pt x="1553" y="1"/>
                  </a:moveTo>
                  <a:cubicBezTo>
                    <a:pt x="697" y="1"/>
                    <a:pt x="1" y="696"/>
                    <a:pt x="1" y="1553"/>
                  </a:cubicBezTo>
                  <a:cubicBezTo>
                    <a:pt x="1" y="2409"/>
                    <a:pt x="697" y="3105"/>
                    <a:pt x="1553" y="3105"/>
                  </a:cubicBezTo>
                  <a:cubicBezTo>
                    <a:pt x="2410" y="3105"/>
                    <a:pt x="3105" y="2409"/>
                    <a:pt x="3105" y="1553"/>
                  </a:cubicBezTo>
                  <a:cubicBezTo>
                    <a:pt x="3105" y="696"/>
                    <a:pt x="2410" y="1"/>
                    <a:pt x="155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30" name="Google Shape;1230;p100"/>
          <p:cNvSpPr/>
          <p:nvPr/>
        </p:nvSpPr>
        <p:spPr>
          <a:xfrm rot="10800000">
            <a:off x="5861186" y="3031354"/>
            <a:ext cx="596016" cy="429371"/>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 name="Google Shape;1231;p100"/>
          <p:cNvSpPr/>
          <p:nvPr/>
        </p:nvSpPr>
        <p:spPr>
          <a:xfrm flipH="1">
            <a:off x="5947702" y="1852452"/>
            <a:ext cx="483178" cy="429370"/>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 name="Google Shape;1232;p100"/>
          <p:cNvSpPr/>
          <p:nvPr/>
        </p:nvSpPr>
        <p:spPr>
          <a:xfrm flipH="1">
            <a:off x="2683161" y="3031354"/>
            <a:ext cx="596016" cy="429371"/>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 name="Google Shape;1233;p100"/>
          <p:cNvSpPr/>
          <p:nvPr/>
        </p:nvSpPr>
        <p:spPr>
          <a:xfrm>
            <a:off x="2769677" y="1852452"/>
            <a:ext cx="483178" cy="429370"/>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27"/>
                                        </p:tgtEl>
                                        <p:attrNameLst>
                                          <p:attrName>style.visibility</p:attrName>
                                        </p:attrNameLst>
                                      </p:cBhvr>
                                      <p:to>
                                        <p:strVal val="visible"/>
                                      </p:to>
                                    </p:set>
                                    <p:animEffect filter="fade" transition="in">
                                      <p:cBhvr>
                                        <p:cTn dur="1000"/>
                                        <p:tgtEl>
                                          <p:spTgt spid="122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7" name="Shape 1237"/>
        <p:cNvGrpSpPr/>
        <p:nvPr/>
      </p:nvGrpSpPr>
      <p:grpSpPr>
        <a:xfrm>
          <a:off x="0" y="0"/>
          <a:ext cx="0" cy="0"/>
          <a:chOff x="0" y="0"/>
          <a:chExt cx="0" cy="0"/>
        </a:xfrm>
      </p:grpSpPr>
      <p:sp>
        <p:nvSpPr>
          <p:cNvPr id="1238" name="Google Shape;1238;p101"/>
          <p:cNvSpPr/>
          <p:nvPr/>
        </p:nvSpPr>
        <p:spPr>
          <a:xfrm flipH="1">
            <a:off x="7614182" y="1995254"/>
            <a:ext cx="694806" cy="617431"/>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alpha val="318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101"/>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 OUR TARGET</a:t>
            </a:r>
            <a:endParaRPr/>
          </a:p>
        </p:txBody>
      </p:sp>
      <p:sp>
        <p:nvSpPr>
          <p:cNvPr id="1240" name="Google Shape;1240;p101"/>
          <p:cNvSpPr txBox="1"/>
          <p:nvPr/>
        </p:nvSpPr>
        <p:spPr>
          <a:xfrm>
            <a:off x="2648501" y="1746962"/>
            <a:ext cx="923400" cy="3138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Original</a:t>
            </a:r>
            <a:endParaRPr>
              <a:solidFill>
                <a:schemeClr val="dk1"/>
              </a:solidFill>
              <a:latin typeface="Manrope"/>
              <a:ea typeface="Manrope"/>
              <a:cs typeface="Manrope"/>
              <a:sym typeface="Manrope"/>
            </a:endParaRPr>
          </a:p>
        </p:txBody>
      </p:sp>
      <p:sp>
        <p:nvSpPr>
          <p:cNvPr id="1241" name="Google Shape;1241;p101"/>
          <p:cNvSpPr txBox="1"/>
          <p:nvPr/>
        </p:nvSpPr>
        <p:spPr>
          <a:xfrm>
            <a:off x="719275" y="1223000"/>
            <a:ext cx="2944200" cy="446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PERSONALITY</a:t>
            </a:r>
            <a:endParaRPr sz="2000">
              <a:solidFill>
                <a:schemeClr val="dk1"/>
              </a:solidFill>
              <a:latin typeface="Kulim Park"/>
              <a:ea typeface="Kulim Park"/>
              <a:cs typeface="Kulim Park"/>
              <a:sym typeface="Kulim Park"/>
            </a:endParaRPr>
          </a:p>
        </p:txBody>
      </p:sp>
      <p:sp>
        <p:nvSpPr>
          <p:cNvPr id="1242" name="Google Shape;1242;p101"/>
          <p:cNvSpPr txBox="1"/>
          <p:nvPr/>
        </p:nvSpPr>
        <p:spPr>
          <a:xfrm>
            <a:off x="1619412" y="1746950"/>
            <a:ext cx="1158900" cy="3138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Creative</a:t>
            </a:r>
            <a:endParaRPr>
              <a:solidFill>
                <a:schemeClr val="dk1"/>
              </a:solidFill>
              <a:latin typeface="Manrope"/>
              <a:ea typeface="Manrope"/>
              <a:cs typeface="Manrope"/>
              <a:sym typeface="Manrope"/>
            </a:endParaRPr>
          </a:p>
        </p:txBody>
      </p:sp>
      <p:sp>
        <p:nvSpPr>
          <p:cNvPr id="1243" name="Google Shape;1243;p101"/>
          <p:cNvSpPr txBox="1"/>
          <p:nvPr/>
        </p:nvSpPr>
        <p:spPr>
          <a:xfrm>
            <a:off x="795825" y="1746962"/>
            <a:ext cx="953400" cy="3138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Funny</a:t>
            </a:r>
            <a:endParaRPr>
              <a:solidFill>
                <a:schemeClr val="dk1"/>
              </a:solidFill>
              <a:latin typeface="Manrope"/>
              <a:ea typeface="Manrope"/>
              <a:cs typeface="Manrope"/>
              <a:sym typeface="Manrope"/>
            </a:endParaRPr>
          </a:p>
        </p:txBody>
      </p:sp>
      <p:sp>
        <p:nvSpPr>
          <p:cNvPr id="1244" name="Google Shape;1244;p101"/>
          <p:cNvSpPr txBox="1"/>
          <p:nvPr/>
        </p:nvSpPr>
        <p:spPr>
          <a:xfrm>
            <a:off x="896775" y="4040718"/>
            <a:ext cx="751500" cy="446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25</a:t>
            </a:r>
            <a:r>
              <a:rPr lang="en" sz="2000">
                <a:solidFill>
                  <a:schemeClr val="dk1"/>
                </a:solidFill>
                <a:latin typeface="Kulim Park"/>
                <a:ea typeface="Kulim Park"/>
                <a:cs typeface="Kulim Park"/>
                <a:sym typeface="Kulim Park"/>
              </a:rPr>
              <a:t>%</a:t>
            </a:r>
            <a:endParaRPr sz="2000">
              <a:solidFill>
                <a:schemeClr val="dk1"/>
              </a:solidFill>
              <a:latin typeface="Kulim Park"/>
              <a:ea typeface="Kulim Park"/>
              <a:cs typeface="Kulim Park"/>
              <a:sym typeface="Kulim Park"/>
            </a:endParaRPr>
          </a:p>
        </p:txBody>
      </p:sp>
      <p:sp>
        <p:nvSpPr>
          <p:cNvPr id="1245" name="Google Shape;1245;p101"/>
          <p:cNvSpPr txBox="1"/>
          <p:nvPr/>
        </p:nvSpPr>
        <p:spPr>
          <a:xfrm>
            <a:off x="1815623" y="4040718"/>
            <a:ext cx="751500" cy="446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60</a:t>
            </a:r>
            <a:r>
              <a:rPr lang="en" sz="2000">
                <a:solidFill>
                  <a:schemeClr val="dk1"/>
                </a:solidFill>
                <a:latin typeface="Kulim Park"/>
                <a:ea typeface="Kulim Park"/>
                <a:cs typeface="Kulim Park"/>
                <a:sym typeface="Kulim Park"/>
              </a:rPr>
              <a:t>%</a:t>
            </a:r>
            <a:endParaRPr sz="2000">
              <a:solidFill>
                <a:schemeClr val="dk1"/>
              </a:solidFill>
              <a:latin typeface="Kulim Park"/>
              <a:ea typeface="Kulim Park"/>
              <a:cs typeface="Kulim Park"/>
              <a:sym typeface="Kulim Park"/>
            </a:endParaRPr>
          </a:p>
        </p:txBody>
      </p:sp>
      <p:sp>
        <p:nvSpPr>
          <p:cNvPr id="1246" name="Google Shape;1246;p101"/>
          <p:cNvSpPr txBox="1"/>
          <p:nvPr/>
        </p:nvSpPr>
        <p:spPr>
          <a:xfrm>
            <a:off x="2734472" y="4040718"/>
            <a:ext cx="751500" cy="446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45</a:t>
            </a:r>
            <a:r>
              <a:rPr lang="en" sz="2000">
                <a:solidFill>
                  <a:schemeClr val="dk1"/>
                </a:solidFill>
                <a:latin typeface="Kulim Park"/>
                <a:ea typeface="Kulim Park"/>
                <a:cs typeface="Kulim Park"/>
                <a:sym typeface="Kulim Park"/>
              </a:rPr>
              <a:t>%</a:t>
            </a:r>
            <a:endParaRPr sz="2000">
              <a:solidFill>
                <a:schemeClr val="dk1"/>
              </a:solidFill>
              <a:latin typeface="Kulim Park"/>
              <a:ea typeface="Kulim Park"/>
              <a:cs typeface="Kulim Park"/>
              <a:sym typeface="Kulim Park"/>
            </a:endParaRPr>
          </a:p>
        </p:txBody>
      </p:sp>
      <p:sp>
        <p:nvSpPr>
          <p:cNvPr id="1247" name="Google Shape;1247;p101"/>
          <p:cNvSpPr txBox="1"/>
          <p:nvPr/>
        </p:nvSpPr>
        <p:spPr>
          <a:xfrm>
            <a:off x="4644075" y="3197850"/>
            <a:ext cx="3780300" cy="438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HOUSEHOLD INCOME</a:t>
            </a:r>
            <a:endParaRPr sz="2000">
              <a:solidFill>
                <a:schemeClr val="dk1"/>
              </a:solidFill>
              <a:latin typeface="Kulim Park"/>
              <a:ea typeface="Kulim Park"/>
              <a:cs typeface="Kulim Park"/>
              <a:sym typeface="Kulim Park"/>
            </a:endParaRPr>
          </a:p>
        </p:txBody>
      </p:sp>
      <p:sp>
        <p:nvSpPr>
          <p:cNvPr id="1248" name="Google Shape;1248;p101"/>
          <p:cNvSpPr txBox="1"/>
          <p:nvPr/>
        </p:nvSpPr>
        <p:spPr>
          <a:xfrm>
            <a:off x="7141276" y="3740250"/>
            <a:ext cx="1283100" cy="37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n" sz="1600">
                <a:solidFill>
                  <a:schemeClr val="dk1"/>
                </a:solidFill>
                <a:latin typeface="Kulim Park"/>
                <a:ea typeface="Kulim Park"/>
                <a:cs typeface="Kulim Park"/>
                <a:sym typeface="Kulim Park"/>
              </a:rPr>
              <a:t>$</a:t>
            </a:r>
            <a:r>
              <a:rPr lang="en" sz="1600">
                <a:solidFill>
                  <a:schemeClr val="dk1"/>
                </a:solidFill>
                <a:latin typeface="Kulim Park"/>
                <a:ea typeface="Kulim Park"/>
                <a:cs typeface="Kulim Park"/>
                <a:sym typeface="Kulim Park"/>
              </a:rPr>
              <a:t>45,000+</a:t>
            </a:r>
            <a:endParaRPr sz="1600">
              <a:solidFill>
                <a:schemeClr val="dk1"/>
              </a:solidFill>
              <a:latin typeface="Kulim Park"/>
              <a:ea typeface="Kulim Park"/>
              <a:cs typeface="Kulim Park"/>
              <a:sym typeface="Kulim Park"/>
            </a:endParaRPr>
          </a:p>
        </p:txBody>
      </p:sp>
      <p:sp>
        <p:nvSpPr>
          <p:cNvPr id="1249" name="Google Shape;1249;p101"/>
          <p:cNvSpPr txBox="1"/>
          <p:nvPr/>
        </p:nvSpPr>
        <p:spPr>
          <a:xfrm>
            <a:off x="5062125" y="1223000"/>
            <a:ext cx="2944200" cy="446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GENDER</a:t>
            </a:r>
            <a:endParaRPr sz="2000">
              <a:solidFill>
                <a:schemeClr val="dk1"/>
              </a:solidFill>
              <a:latin typeface="Kulim Park"/>
              <a:ea typeface="Kulim Park"/>
              <a:cs typeface="Kulim Park"/>
              <a:sym typeface="Kulim Park"/>
            </a:endParaRPr>
          </a:p>
        </p:txBody>
      </p:sp>
      <p:sp>
        <p:nvSpPr>
          <p:cNvPr id="1250" name="Google Shape;1250;p101"/>
          <p:cNvSpPr txBox="1"/>
          <p:nvPr/>
        </p:nvSpPr>
        <p:spPr>
          <a:xfrm>
            <a:off x="7141276" y="4115988"/>
            <a:ext cx="1283100" cy="37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n" sz="1600">
                <a:solidFill>
                  <a:schemeClr val="dk1"/>
                </a:solidFill>
                <a:latin typeface="Kulim Park"/>
                <a:ea typeface="Kulim Park"/>
                <a:cs typeface="Kulim Park"/>
                <a:sym typeface="Kulim Park"/>
              </a:rPr>
              <a:t>$3</a:t>
            </a:r>
            <a:r>
              <a:rPr lang="en" sz="1600">
                <a:solidFill>
                  <a:schemeClr val="dk1"/>
                </a:solidFill>
                <a:latin typeface="Kulim Park"/>
                <a:ea typeface="Kulim Park"/>
                <a:cs typeface="Kulim Park"/>
                <a:sym typeface="Kulim Park"/>
              </a:rPr>
              <a:t>0,000+</a:t>
            </a:r>
            <a:endParaRPr sz="1600">
              <a:solidFill>
                <a:schemeClr val="dk1"/>
              </a:solidFill>
              <a:latin typeface="Kulim Park"/>
              <a:ea typeface="Kulim Park"/>
              <a:cs typeface="Kulim Park"/>
              <a:sym typeface="Kulim Park"/>
            </a:endParaRPr>
          </a:p>
        </p:txBody>
      </p:sp>
      <p:sp>
        <p:nvSpPr>
          <p:cNvPr id="1251" name="Google Shape;1251;p101"/>
          <p:cNvSpPr txBox="1"/>
          <p:nvPr/>
        </p:nvSpPr>
        <p:spPr>
          <a:xfrm>
            <a:off x="4759463" y="2053325"/>
            <a:ext cx="694800" cy="3657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2000">
                <a:solidFill>
                  <a:schemeClr val="dk1"/>
                </a:solidFill>
                <a:latin typeface="Kulim Park"/>
                <a:ea typeface="Kulim Park"/>
                <a:cs typeface="Kulim Park"/>
                <a:sym typeface="Kulim Park"/>
              </a:rPr>
              <a:t>34%</a:t>
            </a:r>
            <a:endParaRPr sz="2000">
              <a:solidFill>
                <a:schemeClr val="dk1"/>
              </a:solidFill>
              <a:latin typeface="Kulim Park"/>
              <a:ea typeface="Kulim Park"/>
              <a:cs typeface="Kulim Park"/>
              <a:sym typeface="Kulim Park"/>
            </a:endParaRPr>
          </a:p>
        </p:txBody>
      </p:sp>
      <p:sp>
        <p:nvSpPr>
          <p:cNvPr id="1252" name="Google Shape;1252;p101"/>
          <p:cNvSpPr txBox="1"/>
          <p:nvPr/>
        </p:nvSpPr>
        <p:spPr>
          <a:xfrm>
            <a:off x="4759463" y="2586725"/>
            <a:ext cx="694800" cy="3657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2000">
                <a:solidFill>
                  <a:schemeClr val="dk1"/>
                </a:solidFill>
                <a:latin typeface="Kulim Park"/>
                <a:ea typeface="Kulim Park"/>
                <a:cs typeface="Kulim Park"/>
                <a:sym typeface="Kulim Park"/>
              </a:rPr>
              <a:t>66%</a:t>
            </a:r>
            <a:endParaRPr sz="2000">
              <a:solidFill>
                <a:schemeClr val="dk1"/>
              </a:solidFill>
              <a:latin typeface="Kulim Park"/>
              <a:ea typeface="Kulim Park"/>
              <a:cs typeface="Kulim Park"/>
              <a:sym typeface="Kulim Park"/>
            </a:endParaRPr>
          </a:p>
        </p:txBody>
      </p:sp>
      <p:sp>
        <p:nvSpPr>
          <p:cNvPr id="1253" name="Google Shape;1253;p101"/>
          <p:cNvSpPr txBox="1"/>
          <p:nvPr/>
        </p:nvSpPr>
        <p:spPr>
          <a:xfrm>
            <a:off x="6114960" y="2079275"/>
            <a:ext cx="923400" cy="31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solidFill>
                  <a:schemeClr val="dk1"/>
                </a:solidFill>
                <a:latin typeface="Manrope"/>
                <a:ea typeface="Manrope"/>
                <a:cs typeface="Manrope"/>
                <a:sym typeface="Manrope"/>
              </a:rPr>
              <a:t>Male</a:t>
            </a:r>
            <a:endParaRPr>
              <a:solidFill>
                <a:schemeClr val="dk1"/>
              </a:solidFill>
              <a:latin typeface="Manrope"/>
              <a:ea typeface="Manrope"/>
              <a:cs typeface="Manrope"/>
              <a:sym typeface="Manrope"/>
            </a:endParaRPr>
          </a:p>
        </p:txBody>
      </p:sp>
      <p:sp>
        <p:nvSpPr>
          <p:cNvPr id="1254" name="Google Shape;1254;p101"/>
          <p:cNvSpPr txBox="1"/>
          <p:nvPr/>
        </p:nvSpPr>
        <p:spPr>
          <a:xfrm>
            <a:off x="6114960" y="2612675"/>
            <a:ext cx="923400" cy="31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solidFill>
                  <a:schemeClr val="dk1"/>
                </a:solidFill>
                <a:latin typeface="Manrope"/>
                <a:ea typeface="Manrope"/>
                <a:cs typeface="Manrope"/>
                <a:sym typeface="Manrope"/>
              </a:rPr>
              <a:t>Female</a:t>
            </a:r>
            <a:endParaRPr>
              <a:solidFill>
                <a:schemeClr val="dk1"/>
              </a:solidFill>
              <a:latin typeface="Manrope"/>
              <a:ea typeface="Manrope"/>
              <a:cs typeface="Manrope"/>
              <a:sym typeface="Manrope"/>
            </a:endParaRPr>
          </a:p>
        </p:txBody>
      </p:sp>
      <p:sp>
        <p:nvSpPr>
          <p:cNvPr id="1255" name="Google Shape;1255;p101"/>
          <p:cNvSpPr/>
          <p:nvPr/>
        </p:nvSpPr>
        <p:spPr>
          <a:xfrm flipH="1">
            <a:off x="5634684" y="2079285"/>
            <a:ext cx="353165" cy="313835"/>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 name="Google Shape;1256;p101"/>
          <p:cNvSpPr/>
          <p:nvPr/>
        </p:nvSpPr>
        <p:spPr>
          <a:xfrm>
            <a:off x="5634684" y="2638572"/>
            <a:ext cx="353165" cy="313835"/>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 name="Google Shape;1257;p101"/>
          <p:cNvSpPr/>
          <p:nvPr/>
        </p:nvSpPr>
        <p:spPr>
          <a:xfrm>
            <a:off x="7212676" y="2203425"/>
            <a:ext cx="828872" cy="73663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3">
              <a:alpha val="486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 name="Google Shape;1258;p101"/>
          <p:cNvSpPr/>
          <p:nvPr/>
        </p:nvSpPr>
        <p:spPr>
          <a:xfrm>
            <a:off x="4728451" y="3796509"/>
            <a:ext cx="300714" cy="26729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101"/>
          <p:cNvSpPr/>
          <p:nvPr/>
        </p:nvSpPr>
        <p:spPr>
          <a:xfrm>
            <a:off x="5046663" y="3796509"/>
            <a:ext cx="300714" cy="26729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 name="Google Shape;1260;p101"/>
          <p:cNvSpPr/>
          <p:nvPr/>
        </p:nvSpPr>
        <p:spPr>
          <a:xfrm>
            <a:off x="5364876" y="3796509"/>
            <a:ext cx="300714" cy="26729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101"/>
          <p:cNvSpPr/>
          <p:nvPr/>
        </p:nvSpPr>
        <p:spPr>
          <a:xfrm>
            <a:off x="5683088" y="3796509"/>
            <a:ext cx="300714" cy="26729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 name="Google Shape;1262;p101"/>
          <p:cNvSpPr/>
          <p:nvPr/>
        </p:nvSpPr>
        <p:spPr>
          <a:xfrm>
            <a:off x="6001301" y="3796509"/>
            <a:ext cx="300714" cy="26729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101"/>
          <p:cNvSpPr/>
          <p:nvPr/>
        </p:nvSpPr>
        <p:spPr>
          <a:xfrm>
            <a:off x="6319513" y="3796509"/>
            <a:ext cx="300714" cy="26729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3">
              <a:alpha val="385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 name="Google Shape;1264;p101"/>
          <p:cNvSpPr/>
          <p:nvPr/>
        </p:nvSpPr>
        <p:spPr>
          <a:xfrm>
            <a:off x="6637726" y="3796509"/>
            <a:ext cx="300714" cy="26729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3">
              <a:alpha val="385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 name="Google Shape;1265;p101"/>
          <p:cNvSpPr/>
          <p:nvPr/>
        </p:nvSpPr>
        <p:spPr>
          <a:xfrm rot="10800000">
            <a:off x="6637726" y="4172259"/>
            <a:ext cx="300714" cy="26729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3">
              <a:alpha val="385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 name="Google Shape;1266;p101"/>
          <p:cNvSpPr/>
          <p:nvPr/>
        </p:nvSpPr>
        <p:spPr>
          <a:xfrm rot="10800000">
            <a:off x="6319513" y="4172259"/>
            <a:ext cx="300714" cy="26729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3">
              <a:alpha val="385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 name="Google Shape;1267;p101"/>
          <p:cNvSpPr/>
          <p:nvPr/>
        </p:nvSpPr>
        <p:spPr>
          <a:xfrm rot="10800000">
            <a:off x="6001301" y="4172259"/>
            <a:ext cx="300714" cy="26729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3">
              <a:alpha val="385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 name="Google Shape;1268;p101"/>
          <p:cNvSpPr/>
          <p:nvPr/>
        </p:nvSpPr>
        <p:spPr>
          <a:xfrm rot="10800000">
            <a:off x="5683088" y="4172259"/>
            <a:ext cx="300714" cy="26729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 name="Google Shape;1269;p101"/>
          <p:cNvSpPr/>
          <p:nvPr/>
        </p:nvSpPr>
        <p:spPr>
          <a:xfrm rot="10800000">
            <a:off x="5364876" y="4172259"/>
            <a:ext cx="300714" cy="26729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101"/>
          <p:cNvSpPr/>
          <p:nvPr/>
        </p:nvSpPr>
        <p:spPr>
          <a:xfrm rot="10800000">
            <a:off x="5046663" y="4172259"/>
            <a:ext cx="300714" cy="26729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101"/>
          <p:cNvSpPr/>
          <p:nvPr/>
        </p:nvSpPr>
        <p:spPr>
          <a:xfrm rot="10800000">
            <a:off x="4728451" y="4172259"/>
            <a:ext cx="300714" cy="267297"/>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 name="Google Shape;1272;p101"/>
          <p:cNvSpPr/>
          <p:nvPr/>
        </p:nvSpPr>
        <p:spPr>
          <a:xfrm rot="-189165">
            <a:off x="961031" y="2121024"/>
            <a:ext cx="634336" cy="1939342"/>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3">
              <a:alpha val="486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 name="Google Shape;1273;p101"/>
          <p:cNvSpPr/>
          <p:nvPr/>
        </p:nvSpPr>
        <p:spPr>
          <a:xfrm flipH="1" rot="-10610835">
            <a:off x="1874206" y="2121024"/>
            <a:ext cx="634336" cy="1939342"/>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3">
              <a:alpha val="486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101"/>
          <p:cNvSpPr/>
          <p:nvPr/>
        </p:nvSpPr>
        <p:spPr>
          <a:xfrm flipH="1" rot="189165">
            <a:off x="2787381" y="2121024"/>
            <a:ext cx="634336" cy="1939342"/>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3">
              <a:alpha val="486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101"/>
          <p:cNvSpPr/>
          <p:nvPr/>
        </p:nvSpPr>
        <p:spPr>
          <a:xfrm rot="-189165">
            <a:off x="1001971" y="3492226"/>
            <a:ext cx="634336" cy="585902"/>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101"/>
          <p:cNvSpPr/>
          <p:nvPr/>
        </p:nvSpPr>
        <p:spPr>
          <a:xfrm flipH="1" rot="-10610835">
            <a:off x="1863315" y="2670735"/>
            <a:ext cx="634336" cy="1408040"/>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 name="Google Shape;1277;p101"/>
          <p:cNvSpPr/>
          <p:nvPr/>
        </p:nvSpPr>
        <p:spPr>
          <a:xfrm flipH="1" rot="189165">
            <a:off x="2759894" y="3272710"/>
            <a:ext cx="634336" cy="805583"/>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1" name="Shape 1281"/>
        <p:cNvGrpSpPr/>
        <p:nvPr/>
      </p:nvGrpSpPr>
      <p:grpSpPr>
        <a:xfrm>
          <a:off x="0" y="0"/>
          <a:ext cx="0" cy="0"/>
          <a:chOff x="0" y="0"/>
          <a:chExt cx="0" cy="0"/>
        </a:xfrm>
      </p:grpSpPr>
      <p:pic>
        <p:nvPicPr>
          <p:cNvPr id="1282" name="Google Shape;1282;p102"/>
          <p:cNvPicPr preferRelativeResize="0"/>
          <p:nvPr/>
        </p:nvPicPr>
        <p:blipFill rotWithShape="1">
          <a:blip r:embed="rId3">
            <a:alphaModFix/>
          </a:blip>
          <a:srcRect b="7856" l="52823" r="7502" t="7848"/>
          <a:stretch/>
        </p:blipFill>
        <p:spPr>
          <a:xfrm>
            <a:off x="5763046" y="457985"/>
            <a:ext cx="3207603" cy="4548952"/>
          </a:xfrm>
          <a:prstGeom prst="rect">
            <a:avLst/>
          </a:prstGeom>
          <a:noFill/>
          <a:ln>
            <a:noFill/>
          </a:ln>
        </p:spPr>
      </p:pic>
      <p:sp>
        <p:nvSpPr>
          <p:cNvPr id="1283" name="Google Shape;1283;p102"/>
          <p:cNvSpPr/>
          <p:nvPr/>
        </p:nvSpPr>
        <p:spPr>
          <a:xfrm rot="-5399797">
            <a:off x="4892606" y="600663"/>
            <a:ext cx="5193277" cy="3951233"/>
          </a:xfrm>
          <a:custGeom>
            <a:rect b="b" l="l" r="r" t="t"/>
            <a:pathLst>
              <a:path extrusionOk="0" h="122671" w="122671">
                <a:moveTo>
                  <a:pt x="61288" y="15890"/>
                </a:moveTo>
                <a:cubicBezTo>
                  <a:pt x="74134" y="15890"/>
                  <a:pt x="87890" y="17837"/>
                  <a:pt x="98492" y="25582"/>
                </a:cubicBezTo>
                <a:cubicBezTo>
                  <a:pt x="106392" y="31355"/>
                  <a:pt x="107052" y="41356"/>
                  <a:pt x="105729" y="50292"/>
                </a:cubicBezTo>
                <a:cubicBezTo>
                  <a:pt x="104207" y="60560"/>
                  <a:pt x="103318" y="70931"/>
                  <a:pt x="101429" y="81148"/>
                </a:cubicBezTo>
                <a:cubicBezTo>
                  <a:pt x="99916" y="89314"/>
                  <a:pt x="96431" y="97128"/>
                  <a:pt x="88124" y="99955"/>
                </a:cubicBezTo>
                <a:cubicBezTo>
                  <a:pt x="84437" y="101209"/>
                  <a:pt x="80540" y="101601"/>
                  <a:pt x="76602" y="101601"/>
                </a:cubicBezTo>
                <a:cubicBezTo>
                  <a:pt x="71796" y="101601"/>
                  <a:pt x="66926" y="101018"/>
                  <a:pt x="62297" y="100710"/>
                </a:cubicBezTo>
                <a:cubicBezTo>
                  <a:pt x="51217" y="99976"/>
                  <a:pt x="40203" y="98506"/>
                  <a:pt x="29211" y="96964"/>
                </a:cubicBezTo>
                <a:cubicBezTo>
                  <a:pt x="16647" y="95202"/>
                  <a:pt x="10610" y="89119"/>
                  <a:pt x="11276" y="76081"/>
                </a:cubicBezTo>
                <a:cubicBezTo>
                  <a:pt x="11770" y="66433"/>
                  <a:pt x="13452" y="56900"/>
                  <a:pt x="15516" y="47476"/>
                </a:cubicBezTo>
                <a:cubicBezTo>
                  <a:pt x="17086" y="40308"/>
                  <a:pt x="17867" y="30029"/>
                  <a:pt x="23464" y="24632"/>
                </a:cubicBezTo>
                <a:cubicBezTo>
                  <a:pt x="31878" y="16520"/>
                  <a:pt x="46079" y="16024"/>
                  <a:pt x="57526" y="15914"/>
                </a:cubicBezTo>
                <a:cubicBezTo>
                  <a:pt x="58439" y="15906"/>
                  <a:pt x="59335" y="15900"/>
                  <a:pt x="60210" y="15894"/>
                </a:cubicBezTo>
                <a:cubicBezTo>
                  <a:pt x="60569" y="15891"/>
                  <a:pt x="60928" y="15890"/>
                  <a:pt x="61288" y="15890"/>
                </a:cubicBezTo>
                <a:close/>
                <a:moveTo>
                  <a:pt x="0" y="0"/>
                </a:moveTo>
                <a:lnTo>
                  <a:pt x="0" y="122670"/>
                </a:lnTo>
                <a:lnTo>
                  <a:pt x="122671" y="122670"/>
                </a:lnTo>
                <a:lnTo>
                  <a:pt x="12267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102"/>
          <p:cNvSpPr/>
          <p:nvPr/>
        </p:nvSpPr>
        <p:spPr>
          <a:xfrm>
            <a:off x="709700" y="3156699"/>
            <a:ext cx="1876817" cy="1352062"/>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 name="Google Shape;1285;p102"/>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 TARGET PROFILE</a:t>
            </a:r>
            <a:endParaRPr/>
          </a:p>
        </p:txBody>
      </p:sp>
      <p:sp>
        <p:nvSpPr>
          <p:cNvPr id="1286" name="Google Shape;1286;p102"/>
          <p:cNvSpPr txBox="1"/>
          <p:nvPr/>
        </p:nvSpPr>
        <p:spPr>
          <a:xfrm>
            <a:off x="1813299" y="1801991"/>
            <a:ext cx="993300" cy="334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3000">
                <a:solidFill>
                  <a:schemeClr val="dk1"/>
                </a:solidFill>
                <a:latin typeface="Kulim Park"/>
                <a:ea typeface="Kulim Park"/>
                <a:cs typeface="Kulim Park"/>
                <a:sym typeface="Kulim Park"/>
              </a:rPr>
              <a:t>75%</a:t>
            </a:r>
            <a:endParaRPr sz="3000">
              <a:solidFill>
                <a:schemeClr val="dk1"/>
              </a:solidFill>
              <a:latin typeface="Kulim Park"/>
              <a:ea typeface="Kulim Park"/>
              <a:cs typeface="Kulim Park"/>
              <a:sym typeface="Kulim Park"/>
            </a:endParaRPr>
          </a:p>
        </p:txBody>
      </p:sp>
      <p:sp>
        <p:nvSpPr>
          <p:cNvPr id="1287" name="Google Shape;1287;p102"/>
          <p:cNvSpPr txBox="1"/>
          <p:nvPr/>
        </p:nvSpPr>
        <p:spPr>
          <a:xfrm>
            <a:off x="1813299" y="2139449"/>
            <a:ext cx="949800" cy="546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latin typeface="Manrope"/>
                <a:ea typeface="Manrope"/>
                <a:cs typeface="Manrope"/>
                <a:sym typeface="Manrope"/>
              </a:rPr>
              <a:t>Young women</a:t>
            </a:r>
            <a:endParaRPr>
              <a:solidFill>
                <a:schemeClr val="dk1"/>
              </a:solidFill>
              <a:latin typeface="Manrope"/>
              <a:ea typeface="Manrope"/>
              <a:cs typeface="Manrope"/>
              <a:sym typeface="Manrope"/>
            </a:endParaRPr>
          </a:p>
        </p:txBody>
      </p:sp>
      <p:sp>
        <p:nvSpPr>
          <p:cNvPr id="1288" name="Google Shape;1288;p102"/>
          <p:cNvSpPr txBox="1"/>
          <p:nvPr/>
        </p:nvSpPr>
        <p:spPr>
          <a:xfrm>
            <a:off x="4344675" y="1778158"/>
            <a:ext cx="993300" cy="334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3000">
                <a:solidFill>
                  <a:schemeClr val="dk1"/>
                </a:solidFill>
                <a:latin typeface="Kulim Park"/>
                <a:ea typeface="Kulim Park"/>
                <a:cs typeface="Kulim Park"/>
                <a:sym typeface="Kulim Park"/>
              </a:rPr>
              <a:t>55%</a:t>
            </a:r>
            <a:endParaRPr sz="3000">
              <a:solidFill>
                <a:schemeClr val="dk1"/>
              </a:solidFill>
              <a:latin typeface="Kulim Park"/>
              <a:ea typeface="Kulim Park"/>
              <a:cs typeface="Kulim Park"/>
              <a:sym typeface="Kulim Park"/>
            </a:endParaRPr>
          </a:p>
        </p:txBody>
      </p:sp>
      <p:sp>
        <p:nvSpPr>
          <p:cNvPr id="1289" name="Google Shape;1289;p102"/>
          <p:cNvSpPr txBox="1"/>
          <p:nvPr/>
        </p:nvSpPr>
        <p:spPr>
          <a:xfrm>
            <a:off x="4344675" y="2115616"/>
            <a:ext cx="949800" cy="546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latin typeface="Manrope"/>
                <a:ea typeface="Manrope"/>
                <a:cs typeface="Manrope"/>
                <a:sym typeface="Manrope"/>
              </a:rPr>
              <a:t>Retired people</a:t>
            </a:r>
            <a:endParaRPr>
              <a:solidFill>
                <a:schemeClr val="dk1"/>
              </a:solidFill>
              <a:latin typeface="Manrope"/>
              <a:ea typeface="Manrope"/>
              <a:cs typeface="Manrope"/>
              <a:sym typeface="Manrope"/>
            </a:endParaRPr>
          </a:p>
        </p:txBody>
      </p:sp>
      <p:sp>
        <p:nvSpPr>
          <p:cNvPr id="1290" name="Google Shape;1290;p102"/>
          <p:cNvSpPr txBox="1"/>
          <p:nvPr/>
        </p:nvSpPr>
        <p:spPr>
          <a:xfrm>
            <a:off x="993100" y="3418225"/>
            <a:ext cx="1125000" cy="334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3000">
                <a:solidFill>
                  <a:schemeClr val="dk1"/>
                </a:solidFill>
                <a:latin typeface="Kulim Park"/>
                <a:ea typeface="Kulim Park"/>
                <a:cs typeface="Kulim Park"/>
                <a:sym typeface="Kulim Park"/>
              </a:rPr>
              <a:t>85%</a:t>
            </a:r>
            <a:endParaRPr sz="3000">
              <a:solidFill>
                <a:schemeClr val="dk1"/>
              </a:solidFill>
              <a:latin typeface="Kulim Park"/>
              <a:ea typeface="Kulim Park"/>
              <a:cs typeface="Kulim Park"/>
              <a:sym typeface="Kulim Park"/>
            </a:endParaRPr>
          </a:p>
        </p:txBody>
      </p:sp>
      <p:sp>
        <p:nvSpPr>
          <p:cNvPr id="1291" name="Google Shape;1291;p102"/>
          <p:cNvSpPr txBox="1"/>
          <p:nvPr/>
        </p:nvSpPr>
        <p:spPr>
          <a:xfrm>
            <a:off x="787300" y="3899850"/>
            <a:ext cx="1536600" cy="334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MERCURY</a:t>
            </a:r>
            <a:endParaRPr sz="2000">
              <a:solidFill>
                <a:schemeClr val="dk1"/>
              </a:solidFill>
              <a:latin typeface="Kulim Park"/>
              <a:ea typeface="Kulim Park"/>
              <a:cs typeface="Kulim Park"/>
              <a:sym typeface="Kulim Park"/>
            </a:endParaRPr>
          </a:p>
        </p:txBody>
      </p:sp>
      <p:sp>
        <p:nvSpPr>
          <p:cNvPr id="1292" name="Google Shape;1292;p102"/>
          <p:cNvSpPr/>
          <p:nvPr/>
        </p:nvSpPr>
        <p:spPr>
          <a:xfrm>
            <a:off x="792331" y="1787194"/>
            <a:ext cx="939900" cy="939900"/>
          </a:xfrm>
          <a:prstGeom prst="donut">
            <a:avLst>
              <a:gd fmla="val 11930" name="adj"/>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 name="Google Shape;1293;p102"/>
          <p:cNvSpPr/>
          <p:nvPr/>
        </p:nvSpPr>
        <p:spPr>
          <a:xfrm flipH="1">
            <a:off x="787288" y="1782013"/>
            <a:ext cx="949800" cy="949800"/>
          </a:xfrm>
          <a:prstGeom prst="blockArc">
            <a:avLst>
              <a:gd fmla="val 21585372" name="adj1"/>
              <a:gd fmla="val 16256715" name="adj2"/>
              <a:gd fmla="val 1271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 name="Google Shape;1294;p102"/>
          <p:cNvSpPr/>
          <p:nvPr/>
        </p:nvSpPr>
        <p:spPr>
          <a:xfrm>
            <a:off x="3323706" y="1787194"/>
            <a:ext cx="939900" cy="939900"/>
          </a:xfrm>
          <a:prstGeom prst="donut">
            <a:avLst>
              <a:gd fmla="val 11930" name="adj"/>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102"/>
          <p:cNvSpPr/>
          <p:nvPr/>
        </p:nvSpPr>
        <p:spPr>
          <a:xfrm flipH="1">
            <a:off x="3318663" y="1782013"/>
            <a:ext cx="949800" cy="949800"/>
          </a:xfrm>
          <a:prstGeom prst="blockArc">
            <a:avLst>
              <a:gd fmla="val 4615306" name="adj1"/>
              <a:gd fmla="val 16256715" name="adj2"/>
              <a:gd fmla="val 1271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 name="Google Shape;1296;p102"/>
          <p:cNvSpPr/>
          <p:nvPr/>
        </p:nvSpPr>
        <p:spPr>
          <a:xfrm flipH="1" rot="3394465">
            <a:off x="3077084" y="3433218"/>
            <a:ext cx="8703343" cy="5558223"/>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102"/>
          <p:cNvSpPr/>
          <p:nvPr/>
        </p:nvSpPr>
        <p:spPr>
          <a:xfrm>
            <a:off x="5867027" y="-1243497"/>
            <a:ext cx="7065492" cy="5396392"/>
          </a:xfrm>
          <a:custGeom>
            <a:rect b="b" l="l" r="r" t="t"/>
            <a:pathLst>
              <a:path extrusionOk="0" h="29633" w="38799">
                <a:moveTo>
                  <a:pt x="24862" y="1"/>
                </a:moveTo>
                <a:cubicBezTo>
                  <a:pt x="17606" y="1"/>
                  <a:pt x="2522" y="6530"/>
                  <a:pt x="2408" y="6818"/>
                </a:cubicBezTo>
                <a:cubicBezTo>
                  <a:pt x="0" y="12908"/>
                  <a:pt x="709" y="23105"/>
                  <a:pt x="5362" y="28314"/>
                </a:cubicBezTo>
                <a:cubicBezTo>
                  <a:pt x="6190" y="29241"/>
                  <a:pt x="7638" y="29632"/>
                  <a:pt x="9471" y="29632"/>
                </a:cubicBezTo>
                <a:cubicBezTo>
                  <a:pt x="17936" y="29632"/>
                  <a:pt x="34625" y="21288"/>
                  <a:pt x="36508" y="18846"/>
                </a:cubicBezTo>
                <a:cubicBezTo>
                  <a:pt x="38798" y="15872"/>
                  <a:pt x="32779" y="1993"/>
                  <a:pt x="26923" y="249"/>
                </a:cubicBezTo>
                <a:cubicBezTo>
                  <a:pt x="26348" y="78"/>
                  <a:pt x="25651" y="1"/>
                  <a:pt x="24862" y="1"/>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 name="Google Shape;1298;p102"/>
          <p:cNvSpPr/>
          <p:nvPr/>
        </p:nvSpPr>
        <p:spPr>
          <a:xfrm rot="3952094">
            <a:off x="4978836" y="-32116"/>
            <a:ext cx="7826127" cy="2877868"/>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 name="Google Shape;1299;p102"/>
          <p:cNvSpPr/>
          <p:nvPr/>
        </p:nvSpPr>
        <p:spPr>
          <a:xfrm flipH="1" rot="-649760">
            <a:off x="7075142" y="-713258"/>
            <a:ext cx="4974484" cy="1490372"/>
          </a:xfrm>
          <a:custGeom>
            <a:rect b="b" l="l" r="r" t="t"/>
            <a:pathLst>
              <a:path extrusionOk="0" h="14730" w="49165">
                <a:moveTo>
                  <a:pt x="10042" y="1"/>
                </a:moveTo>
                <a:cubicBezTo>
                  <a:pt x="7738" y="1"/>
                  <a:pt x="5495" y="326"/>
                  <a:pt x="4009" y="1712"/>
                </a:cubicBezTo>
                <a:cubicBezTo>
                  <a:pt x="1833" y="3743"/>
                  <a:pt x="1312" y="7198"/>
                  <a:pt x="759" y="9976"/>
                </a:cubicBezTo>
                <a:cubicBezTo>
                  <a:pt x="1" y="13802"/>
                  <a:pt x="5815" y="14642"/>
                  <a:pt x="11014" y="14723"/>
                </a:cubicBezTo>
                <a:cubicBezTo>
                  <a:pt x="11312" y="14728"/>
                  <a:pt x="11609" y="14730"/>
                  <a:pt x="11901" y="14730"/>
                </a:cubicBezTo>
                <a:cubicBezTo>
                  <a:pt x="14717" y="14730"/>
                  <a:pt x="17219" y="14537"/>
                  <a:pt x="18198" y="14531"/>
                </a:cubicBezTo>
                <a:cubicBezTo>
                  <a:pt x="20643" y="14515"/>
                  <a:pt x="23088" y="14508"/>
                  <a:pt x="25533" y="14508"/>
                </a:cubicBezTo>
                <a:cubicBezTo>
                  <a:pt x="31860" y="14508"/>
                  <a:pt x="38186" y="14553"/>
                  <a:pt x="44512" y="14593"/>
                </a:cubicBezTo>
                <a:cubicBezTo>
                  <a:pt x="44551" y="14593"/>
                  <a:pt x="44589" y="14594"/>
                  <a:pt x="44628" y="14594"/>
                </a:cubicBezTo>
                <a:cubicBezTo>
                  <a:pt x="45065" y="14594"/>
                  <a:pt x="45520" y="14568"/>
                  <a:pt x="45879" y="14323"/>
                </a:cubicBezTo>
                <a:cubicBezTo>
                  <a:pt x="46214" y="14095"/>
                  <a:pt x="46403" y="13708"/>
                  <a:pt x="46569" y="13337"/>
                </a:cubicBezTo>
                <a:cubicBezTo>
                  <a:pt x="47681" y="10865"/>
                  <a:pt x="49165" y="7692"/>
                  <a:pt x="48504" y="4911"/>
                </a:cubicBezTo>
                <a:cubicBezTo>
                  <a:pt x="47559" y="915"/>
                  <a:pt x="42091" y="691"/>
                  <a:pt x="37832" y="691"/>
                </a:cubicBezTo>
                <a:cubicBezTo>
                  <a:pt x="37295" y="691"/>
                  <a:pt x="36777" y="694"/>
                  <a:pt x="36289" y="694"/>
                </a:cubicBezTo>
                <a:cubicBezTo>
                  <a:pt x="35639" y="694"/>
                  <a:pt x="35044" y="688"/>
                  <a:pt x="34531" y="658"/>
                </a:cubicBezTo>
                <a:cubicBezTo>
                  <a:pt x="29340" y="361"/>
                  <a:pt x="24149" y="242"/>
                  <a:pt x="18952" y="242"/>
                </a:cubicBezTo>
                <a:cubicBezTo>
                  <a:pt x="17950" y="242"/>
                  <a:pt x="16949" y="246"/>
                  <a:pt x="15946" y="255"/>
                </a:cubicBezTo>
                <a:cubicBezTo>
                  <a:pt x="15904" y="255"/>
                  <a:pt x="15862" y="255"/>
                  <a:pt x="15819" y="255"/>
                </a:cubicBezTo>
                <a:cubicBezTo>
                  <a:pt x="14168" y="255"/>
                  <a:pt x="12081" y="1"/>
                  <a:pt x="10042" y="1"/>
                </a:cubicBezTo>
                <a:close/>
              </a:path>
            </a:pathLst>
          </a:custGeom>
          <a:solidFill>
            <a:schemeClr val="accent3">
              <a:alpha val="346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 name="Google Shape;1300;p102"/>
          <p:cNvSpPr txBox="1"/>
          <p:nvPr/>
        </p:nvSpPr>
        <p:spPr>
          <a:xfrm>
            <a:off x="3027800" y="3258900"/>
            <a:ext cx="2088600" cy="1029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434343"/>
              </a:buClr>
              <a:buFont typeface="Arial"/>
              <a:buNone/>
            </a:pPr>
            <a:r>
              <a:rPr lang="en">
                <a:solidFill>
                  <a:schemeClr val="dk1"/>
                </a:solidFill>
                <a:latin typeface="Manrope"/>
                <a:ea typeface="Manrope"/>
                <a:cs typeface="Manrope"/>
                <a:sym typeface="Manrope"/>
              </a:rPr>
              <a:t>Mercury is the smallest one in the Solar System—it’s only a bit larger than the Moon</a:t>
            </a:r>
            <a:endParaRPr>
              <a:solidFill>
                <a:schemeClr val="dk1"/>
              </a:solidFill>
              <a:latin typeface="Manrope"/>
              <a:ea typeface="Manrope"/>
              <a:cs typeface="Manrope"/>
              <a:sym typeface="Manrope"/>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86"/>
                                        </p:tgtEl>
                                        <p:attrNameLst>
                                          <p:attrName>style.visibility</p:attrName>
                                        </p:attrNameLst>
                                      </p:cBhvr>
                                      <p:to>
                                        <p:strVal val="visible"/>
                                      </p:to>
                                    </p:set>
                                    <p:animEffect filter="fade" transition="in">
                                      <p:cBhvr>
                                        <p:cTn dur="1000"/>
                                        <p:tgtEl>
                                          <p:spTgt spid="1286"/>
                                        </p:tgtEl>
                                      </p:cBhvr>
                                    </p:animEffect>
                                  </p:childTnLst>
                                </p:cTn>
                              </p:par>
                              <p:par>
                                <p:cTn fill="hold" nodeType="withEffect" presetClass="entr" presetID="10" presetSubtype="0">
                                  <p:stCondLst>
                                    <p:cond delay="0"/>
                                  </p:stCondLst>
                                  <p:childTnLst>
                                    <p:set>
                                      <p:cBhvr>
                                        <p:cTn dur="1" fill="hold">
                                          <p:stCondLst>
                                            <p:cond delay="0"/>
                                          </p:stCondLst>
                                        </p:cTn>
                                        <p:tgtEl>
                                          <p:spTgt spid="1288"/>
                                        </p:tgtEl>
                                        <p:attrNameLst>
                                          <p:attrName>style.visibility</p:attrName>
                                        </p:attrNameLst>
                                      </p:cBhvr>
                                      <p:to>
                                        <p:strVal val="visible"/>
                                      </p:to>
                                    </p:set>
                                    <p:animEffect filter="fade" transition="in">
                                      <p:cBhvr>
                                        <p:cTn dur="1000"/>
                                        <p:tgtEl>
                                          <p:spTgt spid="1288"/>
                                        </p:tgtEl>
                                      </p:cBhvr>
                                    </p:animEffect>
                                  </p:childTnLst>
                                </p:cTn>
                              </p:par>
                              <p:par>
                                <p:cTn fill="hold" nodeType="withEffect" presetClass="entr" presetID="10" presetSubtype="0">
                                  <p:stCondLst>
                                    <p:cond delay="0"/>
                                  </p:stCondLst>
                                  <p:childTnLst>
                                    <p:set>
                                      <p:cBhvr>
                                        <p:cTn dur="1" fill="hold">
                                          <p:stCondLst>
                                            <p:cond delay="0"/>
                                          </p:stCondLst>
                                        </p:cTn>
                                        <p:tgtEl>
                                          <p:spTgt spid="1290"/>
                                        </p:tgtEl>
                                        <p:attrNameLst>
                                          <p:attrName>style.visibility</p:attrName>
                                        </p:attrNameLst>
                                      </p:cBhvr>
                                      <p:to>
                                        <p:strVal val="visible"/>
                                      </p:to>
                                    </p:set>
                                    <p:animEffect filter="fade" transition="in">
                                      <p:cBhvr>
                                        <p:cTn dur="1000"/>
                                        <p:tgtEl>
                                          <p:spTgt spid="129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4" name="Shape 1304"/>
        <p:cNvGrpSpPr/>
        <p:nvPr/>
      </p:nvGrpSpPr>
      <p:grpSpPr>
        <a:xfrm>
          <a:off x="0" y="0"/>
          <a:ext cx="0" cy="0"/>
          <a:chOff x="0" y="0"/>
          <a:chExt cx="0" cy="0"/>
        </a:xfrm>
      </p:grpSpPr>
      <p:sp>
        <p:nvSpPr>
          <p:cNvPr id="1305" name="Google Shape;1305;p103"/>
          <p:cNvSpPr txBox="1"/>
          <p:nvPr>
            <p:ph idx="2" type="title"/>
          </p:nvPr>
        </p:nvSpPr>
        <p:spPr>
          <a:xfrm>
            <a:off x="1465625" y="2665450"/>
            <a:ext cx="2746500" cy="460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NEPTUNE</a:t>
            </a:r>
            <a:endParaRPr/>
          </a:p>
        </p:txBody>
      </p:sp>
      <p:sp>
        <p:nvSpPr>
          <p:cNvPr id="1306" name="Google Shape;1306;p103"/>
          <p:cNvSpPr txBox="1"/>
          <p:nvPr>
            <p:ph type="title"/>
          </p:nvPr>
        </p:nvSpPr>
        <p:spPr>
          <a:xfrm>
            <a:off x="1465625" y="1627425"/>
            <a:ext cx="2746500" cy="460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MARS</a:t>
            </a:r>
            <a:endParaRPr/>
          </a:p>
        </p:txBody>
      </p:sp>
      <p:sp>
        <p:nvSpPr>
          <p:cNvPr id="1307" name="Google Shape;1307;p103"/>
          <p:cNvSpPr txBox="1"/>
          <p:nvPr>
            <p:ph idx="1" type="subTitle"/>
          </p:nvPr>
        </p:nvSpPr>
        <p:spPr>
          <a:xfrm>
            <a:off x="1465675" y="2087600"/>
            <a:ext cx="2746500" cy="46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It’s actually a cold place</a:t>
            </a:r>
            <a:endParaRPr/>
          </a:p>
        </p:txBody>
      </p:sp>
      <p:sp>
        <p:nvSpPr>
          <p:cNvPr id="1308" name="Google Shape;1308;p103"/>
          <p:cNvSpPr txBox="1"/>
          <p:nvPr>
            <p:ph idx="3" type="subTitle"/>
          </p:nvPr>
        </p:nvSpPr>
        <p:spPr>
          <a:xfrm>
            <a:off x="1465675" y="3124625"/>
            <a:ext cx="2746500" cy="46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Neptune is far away from Earth</a:t>
            </a:r>
            <a:endParaRPr/>
          </a:p>
        </p:txBody>
      </p:sp>
      <p:sp>
        <p:nvSpPr>
          <p:cNvPr id="1309" name="Google Shape;1309;p103"/>
          <p:cNvSpPr txBox="1"/>
          <p:nvPr>
            <p:ph idx="4" type="title"/>
          </p:nvPr>
        </p:nvSpPr>
        <p:spPr>
          <a:xfrm>
            <a:off x="1465625" y="3703475"/>
            <a:ext cx="2746500" cy="460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JUPITER</a:t>
            </a:r>
            <a:endParaRPr/>
          </a:p>
        </p:txBody>
      </p:sp>
      <p:sp>
        <p:nvSpPr>
          <p:cNvPr id="1310" name="Google Shape;1310;p103"/>
          <p:cNvSpPr txBox="1"/>
          <p:nvPr>
            <p:ph idx="5" type="subTitle"/>
          </p:nvPr>
        </p:nvSpPr>
        <p:spPr>
          <a:xfrm>
            <a:off x="1465675" y="4162650"/>
            <a:ext cx="2746500" cy="46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It’s the biggest planet</a:t>
            </a:r>
            <a:endParaRPr/>
          </a:p>
        </p:txBody>
      </p:sp>
      <p:sp>
        <p:nvSpPr>
          <p:cNvPr id="1311" name="Google Shape;1311;p103"/>
          <p:cNvSpPr txBox="1"/>
          <p:nvPr>
            <p:ph idx="6" type="title"/>
          </p:nvPr>
        </p:nvSpPr>
        <p:spPr>
          <a:xfrm>
            <a:off x="5348850" y="1627425"/>
            <a:ext cx="2746500" cy="460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MERCURY</a:t>
            </a:r>
            <a:endParaRPr/>
          </a:p>
        </p:txBody>
      </p:sp>
      <p:sp>
        <p:nvSpPr>
          <p:cNvPr id="1312" name="Google Shape;1312;p103"/>
          <p:cNvSpPr txBox="1"/>
          <p:nvPr>
            <p:ph idx="7" type="subTitle"/>
          </p:nvPr>
        </p:nvSpPr>
        <p:spPr>
          <a:xfrm>
            <a:off x="5348900" y="2087600"/>
            <a:ext cx="2746500" cy="46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It’s the smallest planet</a:t>
            </a:r>
            <a:endParaRPr/>
          </a:p>
        </p:txBody>
      </p:sp>
      <p:sp>
        <p:nvSpPr>
          <p:cNvPr id="1313" name="Google Shape;1313;p103"/>
          <p:cNvSpPr txBox="1"/>
          <p:nvPr>
            <p:ph idx="8" type="title"/>
          </p:nvPr>
        </p:nvSpPr>
        <p:spPr>
          <a:xfrm>
            <a:off x="5348850" y="2665450"/>
            <a:ext cx="2746500" cy="460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SATURN</a:t>
            </a:r>
            <a:endParaRPr/>
          </a:p>
        </p:txBody>
      </p:sp>
      <p:sp>
        <p:nvSpPr>
          <p:cNvPr id="1314" name="Google Shape;1314;p103"/>
          <p:cNvSpPr txBox="1"/>
          <p:nvPr>
            <p:ph idx="9" type="subTitle"/>
          </p:nvPr>
        </p:nvSpPr>
        <p:spPr>
          <a:xfrm>
            <a:off x="5348900" y="3124625"/>
            <a:ext cx="2746500" cy="46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Saturn is the ringed planet</a:t>
            </a:r>
            <a:endParaRPr/>
          </a:p>
        </p:txBody>
      </p:sp>
      <p:sp>
        <p:nvSpPr>
          <p:cNvPr id="1315" name="Google Shape;1315;p103"/>
          <p:cNvSpPr txBox="1"/>
          <p:nvPr>
            <p:ph idx="13" type="title"/>
          </p:nvPr>
        </p:nvSpPr>
        <p:spPr>
          <a:xfrm>
            <a:off x="5348850" y="3703475"/>
            <a:ext cx="2746500" cy="460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VENUS</a:t>
            </a:r>
            <a:endParaRPr/>
          </a:p>
        </p:txBody>
      </p:sp>
      <p:sp>
        <p:nvSpPr>
          <p:cNvPr id="1316" name="Google Shape;1316;p103"/>
          <p:cNvSpPr txBox="1"/>
          <p:nvPr>
            <p:ph idx="14" type="subTitle"/>
          </p:nvPr>
        </p:nvSpPr>
        <p:spPr>
          <a:xfrm>
            <a:off x="5348900" y="4162650"/>
            <a:ext cx="2746500" cy="46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Venus has a beautiful name</a:t>
            </a:r>
            <a:endParaRPr/>
          </a:p>
        </p:txBody>
      </p:sp>
      <p:sp>
        <p:nvSpPr>
          <p:cNvPr id="1317" name="Google Shape;1317;p103"/>
          <p:cNvSpPr txBox="1"/>
          <p:nvPr>
            <p:ph idx="15" type="title"/>
          </p:nvPr>
        </p:nvSpPr>
        <p:spPr>
          <a:xfrm>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COMPETITORS</a:t>
            </a:r>
            <a:endParaRPr/>
          </a:p>
        </p:txBody>
      </p:sp>
      <p:sp>
        <p:nvSpPr>
          <p:cNvPr id="1318" name="Google Shape;1318;p103"/>
          <p:cNvSpPr/>
          <p:nvPr/>
        </p:nvSpPr>
        <p:spPr>
          <a:xfrm rot="-764138">
            <a:off x="4804227" y="1837748"/>
            <a:ext cx="441025" cy="441066"/>
          </a:xfrm>
          <a:custGeom>
            <a:rect b="b" l="l" r="r" t="t"/>
            <a:pathLst>
              <a:path extrusionOk="0" h="10618" w="10617">
                <a:moveTo>
                  <a:pt x="6959" y="625"/>
                </a:moveTo>
                <a:lnTo>
                  <a:pt x="7244" y="1393"/>
                </a:lnTo>
                <a:lnTo>
                  <a:pt x="7994" y="1874"/>
                </a:lnTo>
                <a:lnTo>
                  <a:pt x="2641" y="1874"/>
                </a:lnTo>
                <a:lnTo>
                  <a:pt x="3390" y="1393"/>
                </a:lnTo>
                <a:lnTo>
                  <a:pt x="3676" y="625"/>
                </a:lnTo>
                <a:close/>
                <a:moveTo>
                  <a:pt x="3765" y="2499"/>
                </a:moveTo>
                <a:lnTo>
                  <a:pt x="3765" y="3766"/>
                </a:lnTo>
                <a:lnTo>
                  <a:pt x="2516" y="3766"/>
                </a:lnTo>
                <a:lnTo>
                  <a:pt x="2516" y="2499"/>
                </a:lnTo>
                <a:close/>
                <a:moveTo>
                  <a:pt x="6245" y="2499"/>
                </a:moveTo>
                <a:lnTo>
                  <a:pt x="6245" y="3766"/>
                </a:lnTo>
                <a:lnTo>
                  <a:pt x="4390" y="3766"/>
                </a:lnTo>
                <a:lnTo>
                  <a:pt x="4390" y="2499"/>
                </a:lnTo>
                <a:close/>
                <a:moveTo>
                  <a:pt x="8119" y="2499"/>
                </a:moveTo>
                <a:lnTo>
                  <a:pt x="8119" y="3766"/>
                </a:lnTo>
                <a:lnTo>
                  <a:pt x="6870" y="3766"/>
                </a:lnTo>
                <a:lnTo>
                  <a:pt x="6870" y="2499"/>
                </a:lnTo>
                <a:close/>
                <a:moveTo>
                  <a:pt x="8315" y="4372"/>
                </a:moveTo>
                <a:lnTo>
                  <a:pt x="9029" y="5015"/>
                </a:lnTo>
                <a:lnTo>
                  <a:pt x="1624" y="4997"/>
                </a:lnTo>
                <a:lnTo>
                  <a:pt x="2320" y="4372"/>
                </a:lnTo>
                <a:close/>
                <a:moveTo>
                  <a:pt x="3141" y="5621"/>
                </a:moveTo>
                <a:lnTo>
                  <a:pt x="3141" y="6246"/>
                </a:lnTo>
                <a:lnTo>
                  <a:pt x="1892" y="6246"/>
                </a:lnTo>
                <a:lnTo>
                  <a:pt x="1892" y="5621"/>
                </a:lnTo>
                <a:close/>
                <a:moveTo>
                  <a:pt x="3765" y="5621"/>
                </a:moveTo>
                <a:lnTo>
                  <a:pt x="6870" y="5639"/>
                </a:lnTo>
                <a:lnTo>
                  <a:pt x="6870" y="6246"/>
                </a:lnTo>
                <a:lnTo>
                  <a:pt x="3765" y="6246"/>
                </a:lnTo>
                <a:lnTo>
                  <a:pt x="3765" y="5621"/>
                </a:lnTo>
                <a:close/>
                <a:moveTo>
                  <a:pt x="8743" y="5639"/>
                </a:moveTo>
                <a:lnTo>
                  <a:pt x="8743" y="6246"/>
                </a:lnTo>
                <a:lnTo>
                  <a:pt x="7494" y="6246"/>
                </a:lnTo>
                <a:lnTo>
                  <a:pt x="7494" y="5639"/>
                </a:lnTo>
                <a:close/>
                <a:moveTo>
                  <a:pt x="3141" y="6870"/>
                </a:moveTo>
                <a:lnTo>
                  <a:pt x="3141" y="8137"/>
                </a:lnTo>
                <a:lnTo>
                  <a:pt x="1892" y="8137"/>
                </a:lnTo>
                <a:lnTo>
                  <a:pt x="1892" y="6870"/>
                </a:lnTo>
                <a:close/>
                <a:moveTo>
                  <a:pt x="6870" y="6870"/>
                </a:moveTo>
                <a:lnTo>
                  <a:pt x="6870" y="8137"/>
                </a:lnTo>
                <a:lnTo>
                  <a:pt x="3765" y="8137"/>
                </a:lnTo>
                <a:lnTo>
                  <a:pt x="3765" y="6870"/>
                </a:lnTo>
                <a:close/>
                <a:moveTo>
                  <a:pt x="8743" y="6870"/>
                </a:moveTo>
                <a:lnTo>
                  <a:pt x="8743" y="8137"/>
                </a:lnTo>
                <a:lnTo>
                  <a:pt x="7494" y="8137"/>
                </a:lnTo>
                <a:lnTo>
                  <a:pt x="7494" y="6870"/>
                </a:lnTo>
                <a:close/>
                <a:moveTo>
                  <a:pt x="4265" y="8762"/>
                </a:moveTo>
                <a:lnTo>
                  <a:pt x="3854" y="9993"/>
                </a:lnTo>
                <a:lnTo>
                  <a:pt x="625" y="9993"/>
                </a:lnTo>
                <a:lnTo>
                  <a:pt x="625" y="9368"/>
                </a:lnTo>
                <a:lnTo>
                  <a:pt x="1267" y="9368"/>
                </a:lnTo>
                <a:lnTo>
                  <a:pt x="1267" y="8762"/>
                </a:lnTo>
                <a:close/>
                <a:moveTo>
                  <a:pt x="5710" y="8762"/>
                </a:moveTo>
                <a:lnTo>
                  <a:pt x="6138" y="9993"/>
                </a:lnTo>
                <a:lnTo>
                  <a:pt x="4497" y="9993"/>
                </a:lnTo>
                <a:lnTo>
                  <a:pt x="4925" y="8762"/>
                </a:lnTo>
                <a:close/>
                <a:moveTo>
                  <a:pt x="9368" y="8762"/>
                </a:moveTo>
                <a:lnTo>
                  <a:pt x="9368" y="9368"/>
                </a:lnTo>
                <a:lnTo>
                  <a:pt x="10010" y="9368"/>
                </a:lnTo>
                <a:lnTo>
                  <a:pt x="10010" y="9993"/>
                </a:lnTo>
                <a:lnTo>
                  <a:pt x="6781" y="9993"/>
                </a:lnTo>
                <a:lnTo>
                  <a:pt x="6370" y="8762"/>
                </a:lnTo>
                <a:close/>
                <a:moveTo>
                  <a:pt x="3230" y="1"/>
                </a:moveTo>
                <a:lnTo>
                  <a:pt x="2891" y="982"/>
                </a:lnTo>
                <a:lnTo>
                  <a:pt x="518" y="2499"/>
                </a:lnTo>
                <a:lnTo>
                  <a:pt x="1892" y="2499"/>
                </a:lnTo>
                <a:lnTo>
                  <a:pt x="1892" y="3926"/>
                </a:lnTo>
                <a:lnTo>
                  <a:pt x="0" y="5621"/>
                </a:lnTo>
                <a:lnTo>
                  <a:pt x="1267" y="5621"/>
                </a:lnTo>
                <a:lnTo>
                  <a:pt x="1267" y="8137"/>
                </a:lnTo>
                <a:lnTo>
                  <a:pt x="661" y="8137"/>
                </a:lnTo>
                <a:lnTo>
                  <a:pt x="661" y="8762"/>
                </a:lnTo>
                <a:lnTo>
                  <a:pt x="0" y="8762"/>
                </a:lnTo>
                <a:lnTo>
                  <a:pt x="0" y="10617"/>
                </a:lnTo>
                <a:lnTo>
                  <a:pt x="10617" y="10617"/>
                </a:lnTo>
                <a:lnTo>
                  <a:pt x="10617" y="8762"/>
                </a:lnTo>
                <a:lnTo>
                  <a:pt x="9974" y="8762"/>
                </a:lnTo>
                <a:lnTo>
                  <a:pt x="9974" y="8137"/>
                </a:lnTo>
                <a:lnTo>
                  <a:pt x="9368" y="8137"/>
                </a:lnTo>
                <a:lnTo>
                  <a:pt x="9368" y="5639"/>
                </a:lnTo>
                <a:lnTo>
                  <a:pt x="10617" y="5639"/>
                </a:lnTo>
                <a:lnTo>
                  <a:pt x="8743" y="3926"/>
                </a:lnTo>
                <a:lnTo>
                  <a:pt x="8743" y="2499"/>
                </a:lnTo>
                <a:lnTo>
                  <a:pt x="10117" y="2499"/>
                </a:lnTo>
                <a:lnTo>
                  <a:pt x="7744" y="982"/>
                </a:lnTo>
                <a:lnTo>
                  <a:pt x="740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19" name="Google Shape;1319;p103"/>
          <p:cNvGrpSpPr/>
          <p:nvPr/>
        </p:nvGrpSpPr>
        <p:grpSpPr>
          <a:xfrm rot="536105">
            <a:off x="4882292" y="3905581"/>
            <a:ext cx="284678" cy="441079"/>
            <a:chOff x="6318481" y="3413348"/>
            <a:chExt cx="220084" cy="340997"/>
          </a:xfrm>
        </p:grpSpPr>
        <p:sp>
          <p:nvSpPr>
            <p:cNvPr id="1320" name="Google Shape;1320;p103"/>
            <p:cNvSpPr/>
            <p:nvPr/>
          </p:nvSpPr>
          <p:spPr>
            <a:xfrm>
              <a:off x="6318481" y="3413348"/>
              <a:ext cx="139861" cy="340997"/>
            </a:xfrm>
            <a:custGeom>
              <a:rect b="b" l="l" r="r" t="t"/>
              <a:pathLst>
                <a:path extrusionOk="0" h="10618" w="4355">
                  <a:moveTo>
                    <a:pt x="1250" y="4372"/>
                  </a:moveTo>
                  <a:lnTo>
                    <a:pt x="1250" y="4997"/>
                  </a:lnTo>
                  <a:lnTo>
                    <a:pt x="625" y="4997"/>
                  </a:lnTo>
                  <a:lnTo>
                    <a:pt x="625" y="4372"/>
                  </a:lnTo>
                  <a:close/>
                  <a:moveTo>
                    <a:pt x="2499" y="4372"/>
                  </a:moveTo>
                  <a:lnTo>
                    <a:pt x="2499" y="4997"/>
                  </a:lnTo>
                  <a:lnTo>
                    <a:pt x="1874" y="4997"/>
                  </a:lnTo>
                  <a:lnTo>
                    <a:pt x="1874" y="4372"/>
                  </a:lnTo>
                  <a:close/>
                  <a:moveTo>
                    <a:pt x="3730" y="4372"/>
                  </a:moveTo>
                  <a:lnTo>
                    <a:pt x="3730" y="4997"/>
                  </a:lnTo>
                  <a:lnTo>
                    <a:pt x="3123" y="4997"/>
                  </a:lnTo>
                  <a:lnTo>
                    <a:pt x="3123" y="4372"/>
                  </a:lnTo>
                  <a:close/>
                  <a:moveTo>
                    <a:pt x="1250" y="1"/>
                  </a:moveTo>
                  <a:lnTo>
                    <a:pt x="1250" y="3766"/>
                  </a:lnTo>
                  <a:lnTo>
                    <a:pt x="1" y="3766"/>
                  </a:lnTo>
                  <a:lnTo>
                    <a:pt x="1" y="5621"/>
                  </a:lnTo>
                  <a:lnTo>
                    <a:pt x="1250" y="5621"/>
                  </a:lnTo>
                  <a:lnTo>
                    <a:pt x="1250" y="10617"/>
                  </a:lnTo>
                  <a:lnTo>
                    <a:pt x="1874" y="10617"/>
                  </a:lnTo>
                  <a:lnTo>
                    <a:pt x="1874" y="5621"/>
                  </a:lnTo>
                  <a:lnTo>
                    <a:pt x="2499" y="5621"/>
                  </a:lnTo>
                  <a:lnTo>
                    <a:pt x="2499" y="10617"/>
                  </a:lnTo>
                  <a:lnTo>
                    <a:pt x="3123" y="10617"/>
                  </a:lnTo>
                  <a:lnTo>
                    <a:pt x="3123" y="5621"/>
                  </a:lnTo>
                  <a:lnTo>
                    <a:pt x="4354" y="5621"/>
                  </a:lnTo>
                  <a:lnTo>
                    <a:pt x="4354" y="3766"/>
                  </a:lnTo>
                  <a:lnTo>
                    <a:pt x="3123" y="3766"/>
                  </a:lnTo>
                  <a:lnTo>
                    <a:pt x="3123" y="1"/>
                  </a:lnTo>
                  <a:lnTo>
                    <a:pt x="2499" y="1"/>
                  </a:lnTo>
                  <a:lnTo>
                    <a:pt x="2499" y="3766"/>
                  </a:lnTo>
                  <a:lnTo>
                    <a:pt x="1874" y="3766"/>
                  </a:lnTo>
                  <a:lnTo>
                    <a:pt x="187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p103"/>
            <p:cNvSpPr/>
            <p:nvPr/>
          </p:nvSpPr>
          <p:spPr>
            <a:xfrm>
              <a:off x="6438238" y="3413348"/>
              <a:ext cx="100327" cy="340997"/>
            </a:xfrm>
            <a:custGeom>
              <a:rect b="b" l="l" r="r" t="t"/>
              <a:pathLst>
                <a:path extrusionOk="0" h="10618" w="3124">
                  <a:moveTo>
                    <a:pt x="1571" y="625"/>
                  </a:moveTo>
                  <a:cubicBezTo>
                    <a:pt x="2070" y="625"/>
                    <a:pt x="2499" y="1178"/>
                    <a:pt x="2499" y="1874"/>
                  </a:cubicBezTo>
                  <a:cubicBezTo>
                    <a:pt x="2499" y="2552"/>
                    <a:pt x="2070" y="3123"/>
                    <a:pt x="1571" y="3123"/>
                  </a:cubicBezTo>
                  <a:cubicBezTo>
                    <a:pt x="1053" y="3123"/>
                    <a:pt x="625" y="2552"/>
                    <a:pt x="625" y="1874"/>
                  </a:cubicBezTo>
                  <a:cubicBezTo>
                    <a:pt x="625" y="1178"/>
                    <a:pt x="1053" y="625"/>
                    <a:pt x="1571" y="625"/>
                  </a:cubicBezTo>
                  <a:close/>
                  <a:moveTo>
                    <a:pt x="1571" y="1"/>
                  </a:moveTo>
                  <a:cubicBezTo>
                    <a:pt x="643" y="1"/>
                    <a:pt x="1" y="911"/>
                    <a:pt x="1" y="1874"/>
                  </a:cubicBezTo>
                  <a:cubicBezTo>
                    <a:pt x="1" y="2713"/>
                    <a:pt x="500" y="3516"/>
                    <a:pt x="1250" y="3694"/>
                  </a:cubicBezTo>
                  <a:lnTo>
                    <a:pt x="1250" y="10617"/>
                  </a:lnTo>
                  <a:lnTo>
                    <a:pt x="1874" y="10617"/>
                  </a:lnTo>
                  <a:lnTo>
                    <a:pt x="1874" y="3694"/>
                  </a:lnTo>
                  <a:cubicBezTo>
                    <a:pt x="2641" y="3516"/>
                    <a:pt x="3123" y="2713"/>
                    <a:pt x="3123" y="1874"/>
                  </a:cubicBezTo>
                  <a:cubicBezTo>
                    <a:pt x="3123" y="893"/>
                    <a:pt x="2481" y="1"/>
                    <a:pt x="157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22" name="Google Shape;1322;p103"/>
          <p:cNvSpPr/>
          <p:nvPr/>
        </p:nvSpPr>
        <p:spPr>
          <a:xfrm rot="-806847">
            <a:off x="989839" y="3932215"/>
            <a:ext cx="441018" cy="387640"/>
          </a:xfrm>
          <a:custGeom>
            <a:rect b="b" l="l" r="r" t="t"/>
            <a:pathLst>
              <a:path extrusionOk="0" h="9332" w="10617">
                <a:moveTo>
                  <a:pt x="2802" y="750"/>
                </a:moveTo>
                <a:lnTo>
                  <a:pt x="4550" y="2498"/>
                </a:lnTo>
                <a:lnTo>
                  <a:pt x="1071" y="2498"/>
                </a:lnTo>
                <a:lnTo>
                  <a:pt x="2802" y="750"/>
                </a:lnTo>
                <a:close/>
                <a:moveTo>
                  <a:pt x="4978" y="3123"/>
                </a:moveTo>
                <a:lnTo>
                  <a:pt x="4978" y="5603"/>
                </a:lnTo>
                <a:lnTo>
                  <a:pt x="625" y="5603"/>
                </a:lnTo>
                <a:lnTo>
                  <a:pt x="625" y="3123"/>
                </a:lnTo>
                <a:close/>
                <a:moveTo>
                  <a:pt x="4978" y="6227"/>
                </a:moveTo>
                <a:lnTo>
                  <a:pt x="4978" y="8707"/>
                </a:lnTo>
                <a:lnTo>
                  <a:pt x="625" y="8707"/>
                </a:lnTo>
                <a:lnTo>
                  <a:pt x="625" y="6227"/>
                </a:lnTo>
                <a:close/>
                <a:moveTo>
                  <a:pt x="1249" y="0"/>
                </a:moveTo>
                <a:lnTo>
                  <a:pt x="1249" y="625"/>
                </a:lnTo>
                <a:lnTo>
                  <a:pt x="2052" y="625"/>
                </a:lnTo>
                <a:lnTo>
                  <a:pt x="0" y="2677"/>
                </a:lnTo>
                <a:lnTo>
                  <a:pt x="0" y="9332"/>
                </a:lnTo>
                <a:lnTo>
                  <a:pt x="5603" y="9332"/>
                </a:lnTo>
                <a:lnTo>
                  <a:pt x="5603" y="2677"/>
                </a:lnTo>
                <a:lnTo>
                  <a:pt x="3551" y="625"/>
                </a:lnTo>
                <a:lnTo>
                  <a:pt x="10617" y="625"/>
                </a:lnTo>
                <a:lnTo>
                  <a:pt x="10617"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23" name="Google Shape;1323;p103"/>
          <p:cNvGrpSpPr/>
          <p:nvPr/>
        </p:nvGrpSpPr>
        <p:grpSpPr>
          <a:xfrm rot="571104">
            <a:off x="990181" y="2884622"/>
            <a:ext cx="284681" cy="441083"/>
            <a:chOff x="4833226" y="3413348"/>
            <a:chExt cx="220084" cy="340997"/>
          </a:xfrm>
        </p:grpSpPr>
        <p:sp>
          <p:nvSpPr>
            <p:cNvPr id="1324" name="Google Shape;1324;p103"/>
            <p:cNvSpPr/>
            <p:nvPr/>
          </p:nvSpPr>
          <p:spPr>
            <a:xfrm>
              <a:off x="4833226" y="3493571"/>
              <a:ext cx="220084" cy="260774"/>
            </a:xfrm>
            <a:custGeom>
              <a:rect b="b" l="l" r="r" t="t"/>
              <a:pathLst>
                <a:path extrusionOk="0" h="8120" w="6853">
                  <a:moveTo>
                    <a:pt x="5603" y="3766"/>
                  </a:moveTo>
                  <a:lnTo>
                    <a:pt x="5603" y="4087"/>
                  </a:lnTo>
                  <a:cubicBezTo>
                    <a:pt x="5603" y="4247"/>
                    <a:pt x="5460" y="4390"/>
                    <a:pt x="5300" y="4390"/>
                  </a:cubicBezTo>
                  <a:lnTo>
                    <a:pt x="1553" y="4390"/>
                  </a:lnTo>
                  <a:cubicBezTo>
                    <a:pt x="1392" y="4390"/>
                    <a:pt x="1249" y="4247"/>
                    <a:pt x="1249" y="4087"/>
                  </a:cubicBezTo>
                  <a:lnTo>
                    <a:pt x="1249" y="3766"/>
                  </a:lnTo>
                  <a:close/>
                  <a:moveTo>
                    <a:pt x="5300" y="5015"/>
                  </a:moveTo>
                  <a:cubicBezTo>
                    <a:pt x="5799" y="5015"/>
                    <a:pt x="6228" y="5568"/>
                    <a:pt x="6228" y="6264"/>
                  </a:cubicBezTo>
                  <a:cubicBezTo>
                    <a:pt x="6228" y="6942"/>
                    <a:pt x="5799" y="7495"/>
                    <a:pt x="5300" y="7495"/>
                  </a:cubicBezTo>
                  <a:lnTo>
                    <a:pt x="1553" y="7495"/>
                  </a:lnTo>
                  <a:cubicBezTo>
                    <a:pt x="1035" y="7495"/>
                    <a:pt x="625" y="6942"/>
                    <a:pt x="625" y="6264"/>
                  </a:cubicBezTo>
                  <a:cubicBezTo>
                    <a:pt x="625" y="5568"/>
                    <a:pt x="1035" y="5015"/>
                    <a:pt x="1553" y="5015"/>
                  </a:cubicBezTo>
                  <a:close/>
                  <a:moveTo>
                    <a:pt x="1874" y="1"/>
                  </a:moveTo>
                  <a:lnTo>
                    <a:pt x="1874" y="3141"/>
                  </a:lnTo>
                  <a:lnTo>
                    <a:pt x="625" y="3141"/>
                  </a:lnTo>
                  <a:lnTo>
                    <a:pt x="625" y="4087"/>
                  </a:lnTo>
                  <a:cubicBezTo>
                    <a:pt x="625" y="4283"/>
                    <a:pt x="696" y="4479"/>
                    <a:pt x="803" y="4622"/>
                  </a:cubicBezTo>
                  <a:cubicBezTo>
                    <a:pt x="661" y="4711"/>
                    <a:pt x="554" y="4818"/>
                    <a:pt x="429" y="4961"/>
                  </a:cubicBezTo>
                  <a:cubicBezTo>
                    <a:pt x="161" y="5318"/>
                    <a:pt x="0" y="5764"/>
                    <a:pt x="0" y="6264"/>
                  </a:cubicBezTo>
                  <a:cubicBezTo>
                    <a:pt x="0" y="6745"/>
                    <a:pt x="161" y="7209"/>
                    <a:pt x="429" y="7548"/>
                  </a:cubicBezTo>
                  <a:cubicBezTo>
                    <a:pt x="732" y="7923"/>
                    <a:pt x="1125" y="8119"/>
                    <a:pt x="1553" y="8119"/>
                  </a:cubicBezTo>
                  <a:lnTo>
                    <a:pt x="5300" y="8119"/>
                  </a:lnTo>
                  <a:cubicBezTo>
                    <a:pt x="5728" y="8119"/>
                    <a:pt x="6120" y="7923"/>
                    <a:pt x="6406" y="7548"/>
                  </a:cubicBezTo>
                  <a:cubicBezTo>
                    <a:pt x="6691" y="7209"/>
                    <a:pt x="6852" y="6745"/>
                    <a:pt x="6852" y="6264"/>
                  </a:cubicBezTo>
                  <a:cubicBezTo>
                    <a:pt x="6852" y="5764"/>
                    <a:pt x="6691" y="5318"/>
                    <a:pt x="6406" y="4961"/>
                  </a:cubicBezTo>
                  <a:cubicBezTo>
                    <a:pt x="6299" y="4818"/>
                    <a:pt x="6174" y="4711"/>
                    <a:pt x="6049" y="4622"/>
                  </a:cubicBezTo>
                  <a:cubicBezTo>
                    <a:pt x="6156" y="4479"/>
                    <a:pt x="6228" y="4283"/>
                    <a:pt x="6228" y="4087"/>
                  </a:cubicBezTo>
                  <a:lnTo>
                    <a:pt x="6228" y="3141"/>
                  </a:lnTo>
                  <a:lnTo>
                    <a:pt x="4979" y="3141"/>
                  </a:lnTo>
                  <a:lnTo>
                    <a:pt x="4979" y="1"/>
                  </a:lnTo>
                  <a:lnTo>
                    <a:pt x="4354" y="1"/>
                  </a:lnTo>
                  <a:lnTo>
                    <a:pt x="4354" y="3141"/>
                  </a:lnTo>
                  <a:lnTo>
                    <a:pt x="3730" y="3141"/>
                  </a:lnTo>
                  <a:lnTo>
                    <a:pt x="3730" y="1"/>
                  </a:lnTo>
                  <a:lnTo>
                    <a:pt x="3105" y="1"/>
                  </a:lnTo>
                  <a:lnTo>
                    <a:pt x="3105" y="3141"/>
                  </a:lnTo>
                  <a:lnTo>
                    <a:pt x="2498" y="3141"/>
                  </a:lnTo>
                  <a:lnTo>
                    <a:pt x="2498"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 name="Google Shape;1325;p103"/>
            <p:cNvSpPr/>
            <p:nvPr/>
          </p:nvSpPr>
          <p:spPr>
            <a:xfrm>
              <a:off x="4932944" y="3413348"/>
              <a:ext cx="20072" cy="60216"/>
            </a:xfrm>
            <a:custGeom>
              <a:rect b="b" l="l" r="r" t="t"/>
              <a:pathLst>
                <a:path extrusionOk="0" h="1875" w="625">
                  <a:moveTo>
                    <a:pt x="0" y="1"/>
                  </a:moveTo>
                  <a:lnTo>
                    <a:pt x="0" y="1874"/>
                  </a:lnTo>
                  <a:lnTo>
                    <a:pt x="625" y="1874"/>
                  </a:lnTo>
                  <a:lnTo>
                    <a:pt x="62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103"/>
            <p:cNvSpPr/>
            <p:nvPr/>
          </p:nvSpPr>
          <p:spPr>
            <a:xfrm>
              <a:off x="4973055" y="3413348"/>
              <a:ext cx="80255" cy="60216"/>
            </a:xfrm>
            <a:custGeom>
              <a:rect b="b" l="l" r="r" t="t"/>
              <a:pathLst>
                <a:path extrusionOk="0" h="1875" w="2499">
                  <a:moveTo>
                    <a:pt x="1874" y="1"/>
                  </a:moveTo>
                  <a:cubicBezTo>
                    <a:pt x="1874" y="340"/>
                    <a:pt x="1588" y="625"/>
                    <a:pt x="1249" y="625"/>
                  </a:cubicBezTo>
                  <a:cubicBezTo>
                    <a:pt x="553" y="625"/>
                    <a:pt x="0" y="1178"/>
                    <a:pt x="0" y="1874"/>
                  </a:cubicBezTo>
                  <a:lnTo>
                    <a:pt x="625" y="1874"/>
                  </a:lnTo>
                  <a:cubicBezTo>
                    <a:pt x="625" y="1535"/>
                    <a:pt x="910" y="1250"/>
                    <a:pt x="1249" y="1250"/>
                  </a:cubicBezTo>
                  <a:cubicBezTo>
                    <a:pt x="1927" y="1250"/>
                    <a:pt x="2498" y="697"/>
                    <a:pt x="249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103"/>
            <p:cNvSpPr/>
            <p:nvPr/>
          </p:nvSpPr>
          <p:spPr>
            <a:xfrm>
              <a:off x="4833226" y="3413348"/>
              <a:ext cx="80255" cy="60216"/>
            </a:xfrm>
            <a:custGeom>
              <a:rect b="b" l="l" r="r" t="t"/>
              <a:pathLst>
                <a:path extrusionOk="0" h="1875" w="2499">
                  <a:moveTo>
                    <a:pt x="0" y="1"/>
                  </a:moveTo>
                  <a:cubicBezTo>
                    <a:pt x="0" y="697"/>
                    <a:pt x="554" y="1250"/>
                    <a:pt x="1249" y="1250"/>
                  </a:cubicBezTo>
                  <a:cubicBezTo>
                    <a:pt x="1588" y="1250"/>
                    <a:pt x="1874" y="1535"/>
                    <a:pt x="1874" y="1874"/>
                  </a:cubicBezTo>
                  <a:lnTo>
                    <a:pt x="2498" y="1874"/>
                  </a:lnTo>
                  <a:cubicBezTo>
                    <a:pt x="2498" y="1178"/>
                    <a:pt x="1927" y="625"/>
                    <a:pt x="1249" y="625"/>
                  </a:cubicBezTo>
                  <a:cubicBezTo>
                    <a:pt x="910" y="625"/>
                    <a:pt x="625" y="340"/>
                    <a:pt x="62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28" name="Google Shape;1328;p103"/>
          <p:cNvSpPr/>
          <p:nvPr/>
        </p:nvSpPr>
        <p:spPr>
          <a:xfrm rot="722622">
            <a:off x="989862" y="1837751"/>
            <a:ext cx="284628" cy="441065"/>
          </a:xfrm>
          <a:custGeom>
            <a:rect b="b" l="l" r="r" t="t"/>
            <a:pathLst>
              <a:path extrusionOk="0" h="10618" w="6852">
                <a:moveTo>
                  <a:pt x="3426" y="625"/>
                </a:moveTo>
                <a:cubicBezTo>
                  <a:pt x="3605" y="625"/>
                  <a:pt x="3730" y="768"/>
                  <a:pt x="3730" y="929"/>
                </a:cubicBezTo>
                <a:cubicBezTo>
                  <a:pt x="3730" y="1107"/>
                  <a:pt x="3605" y="1250"/>
                  <a:pt x="3426" y="1250"/>
                </a:cubicBezTo>
                <a:cubicBezTo>
                  <a:pt x="3248" y="1250"/>
                  <a:pt x="3105" y="1107"/>
                  <a:pt x="3105" y="929"/>
                </a:cubicBezTo>
                <a:cubicBezTo>
                  <a:pt x="3105" y="768"/>
                  <a:pt x="3248" y="625"/>
                  <a:pt x="3426" y="625"/>
                </a:cubicBezTo>
                <a:close/>
                <a:moveTo>
                  <a:pt x="3426" y="1874"/>
                </a:moveTo>
                <a:cubicBezTo>
                  <a:pt x="4176" y="1874"/>
                  <a:pt x="4800" y="2410"/>
                  <a:pt x="4943" y="3123"/>
                </a:cubicBezTo>
                <a:lnTo>
                  <a:pt x="1892" y="3123"/>
                </a:lnTo>
                <a:cubicBezTo>
                  <a:pt x="2052" y="2410"/>
                  <a:pt x="2677" y="1874"/>
                  <a:pt x="3426" y="1874"/>
                </a:cubicBezTo>
                <a:close/>
                <a:moveTo>
                  <a:pt x="4978" y="3730"/>
                </a:moveTo>
                <a:lnTo>
                  <a:pt x="4978" y="4979"/>
                </a:lnTo>
                <a:lnTo>
                  <a:pt x="1874" y="4979"/>
                </a:lnTo>
                <a:lnTo>
                  <a:pt x="1874" y="3730"/>
                </a:lnTo>
                <a:close/>
                <a:moveTo>
                  <a:pt x="4978" y="5603"/>
                </a:moveTo>
                <a:lnTo>
                  <a:pt x="4978" y="5907"/>
                </a:lnTo>
                <a:cubicBezTo>
                  <a:pt x="4978" y="6264"/>
                  <a:pt x="5103" y="6585"/>
                  <a:pt x="5300" y="6852"/>
                </a:cubicBezTo>
                <a:lnTo>
                  <a:pt x="1553" y="6852"/>
                </a:lnTo>
                <a:cubicBezTo>
                  <a:pt x="1749" y="6585"/>
                  <a:pt x="1874" y="6264"/>
                  <a:pt x="1874" y="5907"/>
                </a:cubicBezTo>
                <a:lnTo>
                  <a:pt x="1874" y="5603"/>
                </a:lnTo>
                <a:close/>
                <a:moveTo>
                  <a:pt x="5906" y="8994"/>
                </a:moveTo>
                <a:lnTo>
                  <a:pt x="5906" y="9689"/>
                </a:lnTo>
                <a:cubicBezTo>
                  <a:pt x="5728" y="9600"/>
                  <a:pt x="5567" y="9475"/>
                  <a:pt x="5442" y="9368"/>
                </a:cubicBezTo>
                <a:cubicBezTo>
                  <a:pt x="5567" y="9243"/>
                  <a:pt x="5746" y="9118"/>
                  <a:pt x="5906" y="8994"/>
                </a:cubicBezTo>
                <a:close/>
                <a:moveTo>
                  <a:pt x="3426" y="8762"/>
                </a:moveTo>
                <a:cubicBezTo>
                  <a:pt x="3747" y="8762"/>
                  <a:pt x="4211" y="9083"/>
                  <a:pt x="4532" y="9368"/>
                </a:cubicBezTo>
                <a:cubicBezTo>
                  <a:pt x="4211" y="9672"/>
                  <a:pt x="3747" y="9993"/>
                  <a:pt x="3426" y="9993"/>
                </a:cubicBezTo>
                <a:cubicBezTo>
                  <a:pt x="3105" y="9993"/>
                  <a:pt x="2641" y="9672"/>
                  <a:pt x="2320" y="9368"/>
                </a:cubicBezTo>
                <a:cubicBezTo>
                  <a:pt x="2641" y="9083"/>
                  <a:pt x="3105" y="8762"/>
                  <a:pt x="3426" y="8762"/>
                </a:cubicBezTo>
                <a:close/>
                <a:moveTo>
                  <a:pt x="3426" y="1"/>
                </a:moveTo>
                <a:cubicBezTo>
                  <a:pt x="2909" y="1"/>
                  <a:pt x="2498" y="429"/>
                  <a:pt x="2498" y="929"/>
                </a:cubicBezTo>
                <a:cubicBezTo>
                  <a:pt x="2498" y="1107"/>
                  <a:pt x="2534" y="1268"/>
                  <a:pt x="2623" y="1410"/>
                </a:cubicBezTo>
                <a:cubicBezTo>
                  <a:pt x="1910" y="1696"/>
                  <a:pt x="1374" y="2338"/>
                  <a:pt x="1267" y="3123"/>
                </a:cubicBezTo>
                <a:lnTo>
                  <a:pt x="625" y="3123"/>
                </a:lnTo>
                <a:lnTo>
                  <a:pt x="625" y="3730"/>
                </a:lnTo>
                <a:lnTo>
                  <a:pt x="1249" y="3730"/>
                </a:lnTo>
                <a:lnTo>
                  <a:pt x="1249" y="4979"/>
                </a:lnTo>
                <a:lnTo>
                  <a:pt x="625" y="4979"/>
                </a:lnTo>
                <a:lnTo>
                  <a:pt x="625" y="5603"/>
                </a:lnTo>
                <a:lnTo>
                  <a:pt x="1249" y="5603"/>
                </a:lnTo>
                <a:lnTo>
                  <a:pt x="1249" y="5907"/>
                </a:lnTo>
                <a:cubicBezTo>
                  <a:pt x="1249" y="6424"/>
                  <a:pt x="821" y="6852"/>
                  <a:pt x="322" y="6852"/>
                </a:cubicBezTo>
                <a:lnTo>
                  <a:pt x="0" y="6852"/>
                </a:lnTo>
                <a:lnTo>
                  <a:pt x="0" y="7477"/>
                </a:lnTo>
                <a:lnTo>
                  <a:pt x="3105" y="7477"/>
                </a:lnTo>
                <a:lnTo>
                  <a:pt x="3105" y="8173"/>
                </a:lnTo>
                <a:cubicBezTo>
                  <a:pt x="2409" y="8351"/>
                  <a:pt x="1731" y="9065"/>
                  <a:pt x="1642" y="9172"/>
                </a:cubicBezTo>
                <a:lnTo>
                  <a:pt x="1446" y="9368"/>
                </a:lnTo>
                <a:lnTo>
                  <a:pt x="1642" y="9582"/>
                </a:lnTo>
                <a:cubicBezTo>
                  <a:pt x="1731" y="9689"/>
                  <a:pt x="2623" y="10617"/>
                  <a:pt x="3426" y="10617"/>
                </a:cubicBezTo>
                <a:cubicBezTo>
                  <a:pt x="4015" y="10617"/>
                  <a:pt x="4657" y="10100"/>
                  <a:pt x="4996" y="9796"/>
                </a:cubicBezTo>
                <a:cubicBezTo>
                  <a:pt x="5246" y="10011"/>
                  <a:pt x="5692" y="10350"/>
                  <a:pt x="6120" y="10492"/>
                </a:cubicBezTo>
                <a:lnTo>
                  <a:pt x="6531" y="10617"/>
                </a:lnTo>
                <a:lnTo>
                  <a:pt x="6531" y="8066"/>
                </a:lnTo>
                <a:lnTo>
                  <a:pt x="6120" y="8208"/>
                </a:lnTo>
                <a:cubicBezTo>
                  <a:pt x="5674" y="8351"/>
                  <a:pt x="5246" y="8708"/>
                  <a:pt x="4978" y="8940"/>
                </a:cubicBezTo>
                <a:cubicBezTo>
                  <a:pt x="4711" y="8690"/>
                  <a:pt x="4229" y="8298"/>
                  <a:pt x="3730" y="8173"/>
                </a:cubicBezTo>
                <a:lnTo>
                  <a:pt x="3730" y="7477"/>
                </a:lnTo>
                <a:lnTo>
                  <a:pt x="6852" y="7477"/>
                </a:lnTo>
                <a:lnTo>
                  <a:pt x="6852" y="6852"/>
                </a:lnTo>
                <a:lnTo>
                  <a:pt x="6531" y="6852"/>
                </a:lnTo>
                <a:cubicBezTo>
                  <a:pt x="6013" y="6852"/>
                  <a:pt x="5603" y="6424"/>
                  <a:pt x="5603" y="5907"/>
                </a:cubicBezTo>
                <a:lnTo>
                  <a:pt x="5603" y="5603"/>
                </a:lnTo>
                <a:lnTo>
                  <a:pt x="6227" y="5603"/>
                </a:lnTo>
                <a:lnTo>
                  <a:pt x="6227" y="4979"/>
                </a:lnTo>
                <a:lnTo>
                  <a:pt x="5603" y="4979"/>
                </a:lnTo>
                <a:lnTo>
                  <a:pt x="5603" y="3730"/>
                </a:lnTo>
                <a:lnTo>
                  <a:pt x="6227" y="3730"/>
                </a:lnTo>
                <a:lnTo>
                  <a:pt x="6227" y="3123"/>
                </a:lnTo>
                <a:lnTo>
                  <a:pt x="5585" y="3123"/>
                </a:lnTo>
                <a:cubicBezTo>
                  <a:pt x="5460" y="2338"/>
                  <a:pt x="4943" y="1696"/>
                  <a:pt x="4229" y="1410"/>
                </a:cubicBezTo>
                <a:cubicBezTo>
                  <a:pt x="4318" y="1268"/>
                  <a:pt x="4354" y="1107"/>
                  <a:pt x="4354" y="929"/>
                </a:cubicBezTo>
                <a:cubicBezTo>
                  <a:pt x="4354" y="429"/>
                  <a:pt x="3944" y="1"/>
                  <a:pt x="342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29" name="Google Shape;1329;p103"/>
          <p:cNvGrpSpPr/>
          <p:nvPr/>
        </p:nvGrpSpPr>
        <p:grpSpPr>
          <a:xfrm rot="-879690">
            <a:off x="4804045" y="2884785"/>
            <a:ext cx="441793" cy="441086"/>
            <a:chOff x="7743006" y="3413348"/>
            <a:chExt cx="341543" cy="340997"/>
          </a:xfrm>
        </p:grpSpPr>
        <p:sp>
          <p:nvSpPr>
            <p:cNvPr id="1330" name="Google Shape;1330;p103"/>
            <p:cNvSpPr/>
            <p:nvPr/>
          </p:nvSpPr>
          <p:spPr>
            <a:xfrm>
              <a:off x="7743006" y="3413348"/>
              <a:ext cx="341543" cy="340997"/>
            </a:xfrm>
            <a:custGeom>
              <a:rect b="b" l="l" r="r" t="t"/>
              <a:pathLst>
                <a:path extrusionOk="0" h="10618" w="10635">
                  <a:moveTo>
                    <a:pt x="2980" y="625"/>
                  </a:moveTo>
                  <a:cubicBezTo>
                    <a:pt x="3266" y="964"/>
                    <a:pt x="3426" y="1178"/>
                    <a:pt x="3426" y="1553"/>
                  </a:cubicBezTo>
                  <a:cubicBezTo>
                    <a:pt x="3426" y="1714"/>
                    <a:pt x="3355" y="1803"/>
                    <a:pt x="3194" y="1981"/>
                  </a:cubicBezTo>
                  <a:cubicBezTo>
                    <a:pt x="3016" y="2178"/>
                    <a:pt x="2802" y="2410"/>
                    <a:pt x="2802" y="2802"/>
                  </a:cubicBezTo>
                  <a:cubicBezTo>
                    <a:pt x="2802" y="3195"/>
                    <a:pt x="3016" y="3444"/>
                    <a:pt x="3194" y="3641"/>
                  </a:cubicBezTo>
                  <a:cubicBezTo>
                    <a:pt x="3355" y="3801"/>
                    <a:pt x="3426" y="3908"/>
                    <a:pt x="3426" y="4051"/>
                  </a:cubicBezTo>
                  <a:cubicBezTo>
                    <a:pt x="3426" y="4426"/>
                    <a:pt x="3266" y="4640"/>
                    <a:pt x="2980" y="4979"/>
                  </a:cubicBezTo>
                  <a:lnTo>
                    <a:pt x="2213" y="4979"/>
                  </a:lnTo>
                  <a:cubicBezTo>
                    <a:pt x="2391" y="4729"/>
                    <a:pt x="2498" y="4444"/>
                    <a:pt x="2498" y="4051"/>
                  </a:cubicBezTo>
                  <a:cubicBezTo>
                    <a:pt x="2498" y="3659"/>
                    <a:pt x="2284" y="3409"/>
                    <a:pt x="2106" y="3213"/>
                  </a:cubicBezTo>
                  <a:cubicBezTo>
                    <a:pt x="1963" y="3052"/>
                    <a:pt x="1874" y="2945"/>
                    <a:pt x="1874" y="2802"/>
                  </a:cubicBezTo>
                  <a:cubicBezTo>
                    <a:pt x="1874" y="2659"/>
                    <a:pt x="1963" y="2552"/>
                    <a:pt x="2106" y="2392"/>
                  </a:cubicBezTo>
                  <a:cubicBezTo>
                    <a:pt x="2284" y="2195"/>
                    <a:pt x="2498" y="1946"/>
                    <a:pt x="2498" y="1553"/>
                  </a:cubicBezTo>
                  <a:cubicBezTo>
                    <a:pt x="2498" y="1178"/>
                    <a:pt x="2391" y="875"/>
                    <a:pt x="2213" y="625"/>
                  </a:cubicBezTo>
                  <a:close/>
                  <a:moveTo>
                    <a:pt x="4532" y="625"/>
                  </a:moveTo>
                  <a:cubicBezTo>
                    <a:pt x="4818" y="964"/>
                    <a:pt x="4979" y="1178"/>
                    <a:pt x="4979" y="1553"/>
                  </a:cubicBezTo>
                  <a:cubicBezTo>
                    <a:pt x="4979" y="1714"/>
                    <a:pt x="4907" y="1803"/>
                    <a:pt x="4747" y="1981"/>
                  </a:cubicBezTo>
                  <a:cubicBezTo>
                    <a:pt x="4586" y="2178"/>
                    <a:pt x="4372" y="2410"/>
                    <a:pt x="4372" y="2802"/>
                  </a:cubicBezTo>
                  <a:cubicBezTo>
                    <a:pt x="4372" y="3195"/>
                    <a:pt x="4586" y="3444"/>
                    <a:pt x="4747" y="3641"/>
                  </a:cubicBezTo>
                  <a:cubicBezTo>
                    <a:pt x="4907" y="3801"/>
                    <a:pt x="4979" y="3908"/>
                    <a:pt x="4979" y="4051"/>
                  </a:cubicBezTo>
                  <a:cubicBezTo>
                    <a:pt x="4979" y="4426"/>
                    <a:pt x="4818" y="4640"/>
                    <a:pt x="4532" y="4979"/>
                  </a:cubicBezTo>
                  <a:lnTo>
                    <a:pt x="3765" y="4979"/>
                  </a:lnTo>
                  <a:cubicBezTo>
                    <a:pt x="3944" y="4729"/>
                    <a:pt x="4051" y="4444"/>
                    <a:pt x="4051" y="4051"/>
                  </a:cubicBezTo>
                  <a:cubicBezTo>
                    <a:pt x="4051" y="3659"/>
                    <a:pt x="3837" y="3409"/>
                    <a:pt x="3658" y="3213"/>
                  </a:cubicBezTo>
                  <a:cubicBezTo>
                    <a:pt x="3515" y="3052"/>
                    <a:pt x="3426" y="2945"/>
                    <a:pt x="3426" y="2802"/>
                  </a:cubicBezTo>
                  <a:cubicBezTo>
                    <a:pt x="3426" y="2659"/>
                    <a:pt x="3515" y="2552"/>
                    <a:pt x="3658" y="2392"/>
                  </a:cubicBezTo>
                  <a:cubicBezTo>
                    <a:pt x="3837" y="2195"/>
                    <a:pt x="4051" y="1946"/>
                    <a:pt x="4051" y="1553"/>
                  </a:cubicBezTo>
                  <a:cubicBezTo>
                    <a:pt x="4051" y="1178"/>
                    <a:pt x="3944" y="875"/>
                    <a:pt x="3765" y="625"/>
                  </a:cubicBezTo>
                  <a:close/>
                  <a:moveTo>
                    <a:pt x="7477" y="5603"/>
                  </a:moveTo>
                  <a:lnTo>
                    <a:pt x="7477" y="7745"/>
                  </a:lnTo>
                  <a:cubicBezTo>
                    <a:pt x="7477" y="8405"/>
                    <a:pt x="7048" y="8994"/>
                    <a:pt x="6406" y="9190"/>
                  </a:cubicBezTo>
                  <a:cubicBezTo>
                    <a:pt x="6031" y="9315"/>
                    <a:pt x="5746" y="9636"/>
                    <a:pt x="5657" y="9993"/>
                  </a:cubicBezTo>
                  <a:lnTo>
                    <a:pt x="2463" y="9993"/>
                  </a:lnTo>
                  <a:cubicBezTo>
                    <a:pt x="2356" y="9636"/>
                    <a:pt x="2070" y="9315"/>
                    <a:pt x="1695" y="9190"/>
                  </a:cubicBezTo>
                  <a:cubicBezTo>
                    <a:pt x="1053" y="8976"/>
                    <a:pt x="625" y="8387"/>
                    <a:pt x="625" y="7727"/>
                  </a:cubicBezTo>
                  <a:lnTo>
                    <a:pt x="625" y="5603"/>
                  </a:lnTo>
                  <a:close/>
                  <a:moveTo>
                    <a:pt x="0" y="1"/>
                  </a:moveTo>
                  <a:lnTo>
                    <a:pt x="0" y="625"/>
                  </a:lnTo>
                  <a:lnTo>
                    <a:pt x="1428" y="625"/>
                  </a:lnTo>
                  <a:cubicBezTo>
                    <a:pt x="1624" y="857"/>
                    <a:pt x="1767" y="1036"/>
                    <a:pt x="1838" y="1250"/>
                  </a:cubicBezTo>
                  <a:lnTo>
                    <a:pt x="0" y="1250"/>
                  </a:lnTo>
                  <a:lnTo>
                    <a:pt x="0" y="1874"/>
                  </a:lnTo>
                  <a:lnTo>
                    <a:pt x="1731" y="1874"/>
                  </a:lnTo>
                  <a:cubicBezTo>
                    <a:pt x="1713" y="1910"/>
                    <a:pt x="1678" y="1946"/>
                    <a:pt x="1642" y="1981"/>
                  </a:cubicBezTo>
                  <a:cubicBezTo>
                    <a:pt x="1464" y="2178"/>
                    <a:pt x="1249" y="2410"/>
                    <a:pt x="1249" y="2802"/>
                  </a:cubicBezTo>
                  <a:cubicBezTo>
                    <a:pt x="1249" y="3195"/>
                    <a:pt x="1464" y="3444"/>
                    <a:pt x="1642" y="3641"/>
                  </a:cubicBezTo>
                  <a:cubicBezTo>
                    <a:pt x="1785" y="3801"/>
                    <a:pt x="1874" y="3908"/>
                    <a:pt x="1874" y="4051"/>
                  </a:cubicBezTo>
                  <a:cubicBezTo>
                    <a:pt x="1874" y="4426"/>
                    <a:pt x="1713" y="4640"/>
                    <a:pt x="1428" y="4979"/>
                  </a:cubicBezTo>
                  <a:lnTo>
                    <a:pt x="0" y="4979"/>
                  </a:lnTo>
                  <a:lnTo>
                    <a:pt x="0" y="7727"/>
                  </a:lnTo>
                  <a:cubicBezTo>
                    <a:pt x="0" y="8655"/>
                    <a:pt x="607" y="9493"/>
                    <a:pt x="1499" y="9779"/>
                  </a:cubicBezTo>
                  <a:cubicBezTo>
                    <a:pt x="1731" y="9868"/>
                    <a:pt x="1874" y="10064"/>
                    <a:pt x="1874" y="10314"/>
                  </a:cubicBezTo>
                  <a:lnTo>
                    <a:pt x="1874" y="10617"/>
                  </a:lnTo>
                  <a:lnTo>
                    <a:pt x="6228" y="10617"/>
                  </a:lnTo>
                  <a:lnTo>
                    <a:pt x="6228" y="10314"/>
                  </a:lnTo>
                  <a:cubicBezTo>
                    <a:pt x="6228" y="10064"/>
                    <a:pt x="6388" y="9868"/>
                    <a:pt x="6602" y="9779"/>
                  </a:cubicBezTo>
                  <a:cubicBezTo>
                    <a:pt x="7494" y="9493"/>
                    <a:pt x="8101" y="8655"/>
                    <a:pt x="8101" y="7727"/>
                  </a:cubicBezTo>
                  <a:lnTo>
                    <a:pt x="8101" y="4979"/>
                  </a:lnTo>
                  <a:lnTo>
                    <a:pt x="5318" y="4979"/>
                  </a:lnTo>
                  <a:cubicBezTo>
                    <a:pt x="5496" y="4729"/>
                    <a:pt x="5603" y="4444"/>
                    <a:pt x="5603" y="4051"/>
                  </a:cubicBezTo>
                  <a:cubicBezTo>
                    <a:pt x="5603" y="3659"/>
                    <a:pt x="5389" y="3409"/>
                    <a:pt x="5210" y="3213"/>
                  </a:cubicBezTo>
                  <a:cubicBezTo>
                    <a:pt x="5068" y="3052"/>
                    <a:pt x="4979" y="2945"/>
                    <a:pt x="4979" y="2802"/>
                  </a:cubicBezTo>
                  <a:cubicBezTo>
                    <a:pt x="4979" y="2659"/>
                    <a:pt x="5068" y="2552"/>
                    <a:pt x="5210" y="2392"/>
                  </a:cubicBezTo>
                  <a:cubicBezTo>
                    <a:pt x="5335" y="2249"/>
                    <a:pt x="5478" y="2088"/>
                    <a:pt x="5549" y="1874"/>
                  </a:cubicBezTo>
                  <a:lnTo>
                    <a:pt x="10635" y="1874"/>
                  </a:lnTo>
                  <a:lnTo>
                    <a:pt x="10635" y="1250"/>
                  </a:lnTo>
                  <a:lnTo>
                    <a:pt x="5585" y="1250"/>
                  </a:lnTo>
                  <a:cubicBezTo>
                    <a:pt x="5532" y="1000"/>
                    <a:pt x="5442" y="804"/>
                    <a:pt x="5318" y="625"/>
                  </a:cubicBezTo>
                  <a:lnTo>
                    <a:pt x="10635" y="625"/>
                  </a:lnTo>
                  <a:lnTo>
                    <a:pt x="106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 name="Google Shape;1331;p103"/>
            <p:cNvSpPr/>
            <p:nvPr/>
          </p:nvSpPr>
          <p:spPr>
            <a:xfrm>
              <a:off x="7823229" y="3614484"/>
              <a:ext cx="101451" cy="99749"/>
            </a:xfrm>
            <a:custGeom>
              <a:rect b="b" l="l" r="r" t="t"/>
              <a:pathLst>
                <a:path extrusionOk="0" h="3106" w="3159">
                  <a:moveTo>
                    <a:pt x="1553" y="625"/>
                  </a:moveTo>
                  <a:cubicBezTo>
                    <a:pt x="2070" y="625"/>
                    <a:pt x="2481" y="1035"/>
                    <a:pt x="2481" y="1553"/>
                  </a:cubicBezTo>
                  <a:cubicBezTo>
                    <a:pt x="2481" y="1731"/>
                    <a:pt x="2356" y="1874"/>
                    <a:pt x="2177" y="1874"/>
                  </a:cubicBezTo>
                  <a:cubicBezTo>
                    <a:pt x="1999" y="1874"/>
                    <a:pt x="1874" y="1731"/>
                    <a:pt x="1874" y="1553"/>
                  </a:cubicBezTo>
                  <a:cubicBezTo>
                    <a:pt x="1874" y="1160"/>
                    <a:pt x="1606" y="804"/>
                    <a:pt x="1249" y="679"/>
                  </a:cubicBezTo>
                  <a:cubicBezTo>
                    <a:pt x="1339" y="643"/>
                    <a:pt x="1446" y="625"/>
                    <a:pt x="1553" y="625"/>
                  </a:cubicBezTo>
                  <a:close/>
                  <a:moveTo>
                    <a:pt x="928" y="1250"/>
                  </a:moveTo>
                  <a:cubicBezTo>
                    <a:pt x="1107" y="1250"/>
                    <a:pt x="1249" y="1392"/>
                    <a:pt x="1249" y="1553"/>
                  </a:cubicBezTo>
                  <a:cubicBezTo>
                    <a:pt x="1249" y="1963"/>
                    <a:pt x="1499" y="2302"/>
                    <a:pt x="1874" y="2445"/>
                  </a:cubicBezTo>
                  <a:cubicBezTo>
                    <a:pt x="1767" y="2481"/>
                    <a:pt x="1660" y="2499"/>
                    <a:pt x="1553" y="2499"/>
                  </a:cubicBezTo>
                  <a:cubicBezTo>
                    <a:pt x="1035" y="2499"/>
                    <a:pt x="625" y="2070"/>
                    <a:pt x="625" y="1553"/>
                  </a:cubicBezTo>
                  <a:cubicBezTo>
                    <a:pt x="625" y="1392"/>
                    <a:pt x="768" y="1250"/>
                    <a:pt x="928" y="1250"/>
                  </a:cubicBezTo>
                  <a:close/>
                  <a:moveTo>
                    <a:pt x="1553" y="1"/>
                  </a:moveTo>
                  <a:cubicBezTo>
                    <a:pt x="696" y="1"/>
                    <a:pt x="0" y="714"/>
                    <a:pt x="0" y="1553"/>
                  </a:cubicBezTo>
                  <a:cubicBezTo>
                    <a:pt x="0" y="2409"/>
                    <a:pt x="696" y="3105"/>
                    <a:pt x="1553" y="3105"/>
                  </a:cubicBezTo>
                  <a:cubicBezTo>
                    <a:pt x="2391" y="3105"/>
                    <a:pt x="3087" y="2445"/>
                    <a:pt x="3105" y="1606"/>
                  </a:cubicBezTo>
                  <a:cubicBezTo>
                    <a:pt x="3159" y="786"/>
                    <a:pt x="2463" y="1"/>
                    <a:pt x="155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1305"/>
                                        </p:tgtEl>
                                        <p:attrNameLst>
                                          <p:attrName>style.visibility</p:attrName>
                                        </p:attrNameLst>
                                      </p:cBhvr>
                                      <p:to>
                                        <p:strVal val="visible"/>
                                      </p:to>
                                    </p:set>
                                    <p:anim calcmode="lin" valueType="num">
                                      <p:cBhvr additive="base">
                                        <p:cTn dur="1000"/>
                                        <p:tgtEl>
                                          <p:spTgt spid="1305"/>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8">
                                  <p:stCondLst>
                                    <p:cond delay="0"/>
                                  </p:stCondLst>
                                  <p:childTnLst>
                                    <p:set>
                                      <p:cBhvr>
                                        <p:cTn dur="1" fill="hold">
                                          <p:stCondLst>
                                            <p:cond delay="0"/>
                                          </p:stCondLst>
                                        </p:cTn>
                                        <p:tgtEl>
                                          <p:spTgt spid="1306"/>
                                        </p:tgtEl>
                                        <p:attrNameLst>
                                          <p:attrName>style.visibility</p:attrName>
                                        </p:attrNameLst>
                                      </p:cBhvr>
                                      <p:to>
                                        <p:strVal val="visible"/>
                                      </p:to>
                                    </p:set>
                                    <p:anim calcmode="lin" valueType="num">
                                      <p:cBhvr additive="base">
                                        <p:cTn dur="1000"/>
                                        <p:tgtEl>
                                          <p:spTgt spid="1306"/>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8">
                                  <p:stCondLst>
                                    <p:cond delay="0"/>
                                  </p:stCondLst>
                                  <p:childTnLst>
                                    <p:set>
                                      <p:cBhvr>
                                        <p:cTn dur="1" fill="hold">
                                          <p:stCondLst>
                                            <p:cond delay="0"/>
                                          </p:stCondLst>
                                        </p:cTn>
                                        <p:tgtEl>
                                          <p:spTgt spid="1309"/>
                                        </p:tgtEl>
                                        <p:attrNameLst>
                                          <p:attrName>style.visibility</p:attrName>
                                        </p:attrNameLst>
                                      </p:cBhvr>
                                      <p:to>
                                        <p:strVal val="visible"/>
                                      </p:to>
                                    </p:set>
                                    <p:anim calcmode="lin" valueType="num">
                                      <p:cBhvr additive="base">
                                        <p:cTn dur="1000"/>
                                        <p:tgtEl>
                                          <p:spTgt spid="1309"/>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1311"/>
                                        </p:tgtEl>
                                        <p:attrNameLst>
                                          <p:attrName>style.visibility</p:attrName>
                                        </p:attrNameLst>
                                      </p:cBhvr>
                                      <p:to>
                                        <p:strVal val="visible"/>
                                      </p:to>
                                    </p:set>
                                    <p:anim calcmode="lin" valueType="num">
                                      <p:cBhvr additive="base">
                                        <p:cTn dur="1000"/>
                                        <p:tgtEl>
                                          <p:spTgt spid="1311"/>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1313"/>
                                        </p:tgtEl>
                                        <p:attrNameLst>
                                          <p:attrName>style.visibility</p:attrName>
                                        </p:attrNameLst>
                                      </p:cBhvr>
                                      <p:to>
                                        <p:strVal val="visible"/>
                                      </p:to>
                                    </p:set>
                                    <p:anim calcmode="lin" valueType="num">
                                      <p:cBhvr additive="base">
                                        <p:cTn dur="1000"/>
                                        <p:tgtEl>
                                          <p:spTgt spid="1313"/>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1315"/>
                                        </p:tgtEl>
                                        <p:attrNameLst>
                                          <p:attrName>style.visibility</p:attrName>
                                        </p:attrNameLst>
                                      </p:cBhvr>
                                      <p:to>
                                        <p:strVal val="visible"/>
                                      </p:to>
                                    </p:set>
                                    <p:anim calcmode="lin" valueType="num">
                                      <p:cBhvr additive="base">
                                        <p:cTn dur="1000"/>
                                        <p:tgtEl>
                                          <p:spTgt spid="1315"/>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5" name="Shape 1335"/>
        <p:cNvGrpSpPr/>
        <p:nvPr/>
      </p:nvGrpSpPr>
      <p:grpSpPr>
        <a:xfrm>
          <a:off x="0" y="0"/>
          <a:ext cx="0" cy="0"/>
          <a:chOff x="0" y="0"/>
          <a:chExt cx="0" cy="0"/>
        </a:xfrm>
      </p:grpSpPr>
      <p:cxnSp>
        <p:nvCxnSpPr>
          <p:cNvPr id="1336" name="Google Shape;1336;p104"/>
          <p:cNvCxnSpPr/>
          <p:nvPr/>
        </p:nvCxnSpPr>
        <p:spPr>
          <a:xfrm flipH="1" rot="10800000">
            <a:off x="1698000" y="2193375"/>
            <a:ext cx="1966800" cy="1315800"/>
          </a:xfrm>
          <a:prstGeom prst="straightConnector1">
            <a:avLst/>
          </a:prstGeom>
          <a:noFill/>
          <a:ln cap="flat" cmpd="sng" w="28575">
            <a:solidFill>
              <a:schemeClr val="dk2"/>
            </a:solidFill>
            <a:prstDash val="solid"/>
            <a:round/>
            <a:headEnd len="med" w="med" type="none"/>
            <a:tailEnd len="med" w="med" type="none"/>
          </a:ln>
        </p:spPr>
      </p:cxnSp>
      <p:cxnSp>
        <p:nvCxnSpPr>
          <p:cNvPr id="1337" name="Google Shape;1337;p104"/>
          <p:cNvCxnSpPr/>
          <p:nvPr/>
        </p:nvCxnSpPr>
        <p:spPr>
          <a:xfrm>
            <a:off x="3664825" y="2207400"/>
            <a:ext cx="1999800" cy="1154400"/>
          </a:xfrm>
          <a:prstGeom prst="straightConnector1">
            <a:avLst/>
          </a:prstGeom>
          <a:noFill/>
          <a:ln cap="flat" cmpd="sng" w="28575">
            <a:solidFill>
              <a:schemeClr val="dk2"/>
            </a:solidFill>
            <a:prstDash val="solid"/>
            <a:round/>
            <a:headEnd len="med" w="med" type="none"/>
            <a:tailEnd len="med" w="med" type="none"/>
          </a:ln>
        </p:spPr>
      </p:cxnSp>
      <p:cxnSp>
        <p:nvCxnSpPr>
          <p:cNvPr id="1338" name="Google Shape;1338;p104"/>
          <p:cNvCxnSpPr/>
          <p:nvPr/>
        </p:nvCxnSpPr>
        <p:spPr>
          <a:xfrm flipH="1" rot="10800000">
            <a:off x="5405300" y="2193375"/>
            <a:ext cx="1966800" cy="1315800"/>
          </a:xfrm>
          <a:prstGeom prst="straightConnector1">
            <a:avLst/>
          </a:prstGeom>
          <a:noFill/>
          <a:ln cap="flat" cmpd="sng" w="28575">
            <a:solidFill>
              <a:schemeClr val="dk2"/>
            </a:solidFill>
            <a:prstDash val="solid"/>
            <a:round/>
            <a:headEnd len="med" w="med" type="none"/>
            <a:tailEnd len="med" w="med" type="none"/>
          </a:ln>
        </p:spPr>
      </p:cxnSp>
      <p:sp>
        <p:nvSpPr>
          <p:cNvPr id="1339" name="Google Shape;1339;p104"/>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 OUR </a:t>
            </a:r>
            <a:r>
              <a:rPr lang="en"/>
              <a:t>TIMING</a:t>
            </a:r>
            <a:endParaRPr/>
          </a:p>
        </p:txBody>
      </p:sp>
      <p:sp>
        <p:nvSpPr>
          <p:cNvPr id="1340" name="Google Shape;1340;p104"/>
          <p:cNvSpPr txBox="1"/>
          <p:nvPr/>
        </p:nvSpPr>
        <p:spPr>
          <a:xfrm flipH="1">
            <a:off x="893925" y="1736325"/>
            <a:ext cx="1839000" cy="274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MONTH</a:t>
            </a:r>
            <a:r>
              <a:rPr lang="en" sz="2000">
                <a:solidFill>
                  <a:schemeClr val="dk1"/>
                </a:solidFill>
                <a:latin typeface="Kulim Park"/>
                <a:ea typeface="Kulim Park"/>
                <a:cs typeface="Kulim Park"/>
                <a:sym typeface="Kulim Park"/>
              </a:rPr>
              <a:t> </a:t>
            </a:r>
            <a:r>
              <a:rPr lang="en" sz="2000">
                <a:solidFill>
                  <a:schemeClr val="dk1"/>
                </a:solidFill>
                <a:latin typeface="Kulim Park"/>
                <a:ea typeface="Kulim Park"/>
                <a:cs typeface="Kulim Park"/>
                <a:sym typeface="Kulim Park"/>
              </a:rPr>
              <a:t>1</a:t>
            </a:r>
            <a:endParaRPr sz="2000">
              <a:solidFill>
                <a:schemeClr val="dk1"/>
              </a:solidFill>
              <a:latin typeface="Kulim Park"/>
              <a:ea typeface="Kulim Park"/>
              <a:cs typeface="Kulim Park"/>
              <a:sym typeface="Kulim Park"/>
            </a:endParaRPr>
          </a:p>
        </p:txBody>
      </p:sp>
      <p:sp>
        <p:nvSpPr>
          <p:cNvPr id="1341" name="Google Shape;1341;p104"/>
          <p:cNvSpPr txBox="1"/>
          <p:nvPr/>
        </p:nvSpPr>
        <p:spPr>
          <a:xfrm flipH="1">
            <a:off x="893919" y="2013774"/>
            <a:ext cx="1839000" cy="657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Venus is the second planet from the Sun</a:t>
            </a:r>
            <a:endParaRPr>
              <a:solidFill>
                <a:schemeClr val="dk1"/>
              </a:solidFill>
              <a:latin typeface="Manrope"/>
              <a:ea typeface="Manrope"/>
              <a:cs typeface="Manrope"/>
              <a:sym typeface="Manrope"/>
            </a:endParaRPr>
          </a:p>
        </p:txBody>
      </p:sp>
      <p:sp>
        <p:nvSpPr>
          <p:cNvPr id="1342" name="Google Shape;1342;p104"/>
          <p:cNvSpPr txBox="1"/>
          <p:nvPr/>
        </p:nvSpPr>
        <p:spPr>
          <a:xfrm flipH="1">
            <a:off x="2732950" y="3107925"/>
            <a:ext cx="1839000" cy="274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MONTH 2</a:t>
            </a:r>
            <a:endParaRPr sz="2000">
              <a:solidFill>
                <a:schemeClr val="dk1"/>
              </a:solidFill>
              <a:latin typeface="Kulim Park"/>
              <a:ea typeface="Kulim Park"/>
              <a:cs typeface="Kulim Park"/>
              <a:sym typeface="Kulim Park"/>
            </a:endParaRPr>
          </a:p>
        </p:txBody>
      </p:sp>
      <p:sp>
        <p:nvSpPr>
          <p:cNvPr id="1343" name="Google Shape;1343;p104"/>
          <p:cNvSpPr txBox="1"/>
          <p:nvPr/>
        </p:nvSpPr>
        <p:spPr>
          <a:xfrm flipH="1">
            <a:off x="2732944" y="3385375"/>
            <a:ext cx="1839000" cy="657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Jupiter is the biggest planet</a:t>
            </a:r>
            <a:endParaRPr>
              <a:solidFill>
                <a:schemeClr val="dk1"/>
              </a:solidFill>
              <a:latin typeface="Manrope"/>
              <a:ea typeface="Manrope"/>
              <a:cs typeface="Manrope"/>
              <a:sym typeface="Manrope"/>
            </a:endParaRPr>
          </a:p>
        </p:txBody>
      </p:sp>
      <p:sp>
        <p:nvSpPr>
          <p:cNvPr id="1344" name="Google Shape;1344;p104"/>
          <p:cNvSpPr txBox="1"/>
          <p:nvPr/>
        </p:nvSpPr>
        <p:spPr>
          <a:xfrm>
            <a:off x="4571925" y="1736325"/>
            <a:ext cx="1839000" cy="274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MONTH 3</a:t>
            </a:r>
            <a:endParaRPr sz="2000">
              <a:solidFill>
                <a:schemeClr val="dk1"/>
              </a:solidFill>
              <a:latin typeface="Kulim Park"/>
              <a:ea typeface="Kulim Park"/>
              <a:cs typeface="Kulim Park"/>
              <a:sym typeface="Kulim Park"/>
            </a:endParaRPr>
          </a:p>
        </p:txBody>
      </p:sp>
      <p:sp>
        <p:nvSpPr>
          <p:cNvPr id="1345" name="Google Shape;1345;p104"/>
          <p:cNvSpPr txBox="1"/>
          <p:nvPr/>
        </p:nvSpPr>
        <p:spPr>
          <a:xfrm>
            <a:off x="4571931" y="2013774"/>
            <a:ext cx="1839000" cy="657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Saturn is a gas giant with several rings</a:t>
            </a:r>
            <a:endParaRPr>
              <a:solidFill>
                <a:schemeClr val="dk1"/>
              </a:solidFill>
              <a:latin typeface="Manrope"/>
              <a:ea typeface="Manrope"/>
              <a:cs typeface="Manrope"/>
              <a:sym typeface="Manrope"/>
            </a:endParaRPr>
          </a:p>
        </p:txBody>
      </p:sp>
      <p:sp>
        <p:nvSpPr>
          <p:cNvPr id="1346" name="Google Shape;1346;p104"/>
          <p:cNvSpPr txBox="1"/>
          <p:nvPr/>
        </p:nvSpPr>
        <p:spPr>
          <a:xfrm>
            <a:off x="6410925" y="3107925"/>
            <a:ext cx="1839000" cy="274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MONTH 4</a:t>
            </a:r>
            <a:endParaRPr sz="2000">
              <a:solidFill>
                <a:schemeClr val="dk1"/>
              </a:solidFill>
              <a:latin typeface="Kulim Park"/>
              <a:ea typeface="Kulim Park"/>
              <a:cs typeface="Kulim Park"/>
              <a:sym typeface="Kulim Park"/>
            </a:endParaRPr>
          </a:p>
        </p:txBody>
      </p:sp>
      <p:sp>
        <p:nvSpPr>
          <p:cNvPr id="1347" name="Google Shape;1347;p104"/>
          <p:cNvSpPr txBox="1"/>
          <p:nvPr/>
        </p:nvSpPr>
        <p:spPr>
          <a:xfrm>
            <a:off x="6410931" y="3385375"/>
            <a:ext cx="1839000" cy="657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Despite being red, Mars is cold</a:t>
            </a:r>
            <a:endParaRPr>
              <a:solidFill>
                <a:schemeClr val="dk1"/>
              </a:solidFill>
              <a:latin typeface="Manrope"/>
              <a:ea typeface="Manrope"/>
              <a:cs typeface="Manrope"/>
              <a:sym typeface="Manrope"/>
            </a:endParaRPr>
          </a:p>
        </p:txBody>
      </p:sp>
      <p:sp>
        <p:nvSpPr>
          <p:cNvPr id="1348" name="Google Shape;1348;p104"/>
          <p:cNvSpPr/>
          <p:nvPr/>
        </p:nvSpPr>
        <p:spPr>
          <a:xfrm>
            <a:off x="1240579" y="3016297"/>
            <a:ext cx="1184360" cy="853181"/>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104"/>
          <p:cNvSpPr/>
          <p:nvPr/>
        </p:nvSpPr>
        <p:spPr>
          <a:xfrm flipH="1">
            <a:off x="4865571" y="3016227"/>
            <a:ext cx="1184360" cy="853316"/>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 name="Google Shape;1350;p104"/>
          <p:cNvSpPr/>
          <p:nvPr/>
        </p:nvSpPr>
        <p:spPr>
          <a:xfrm flipH="1">
            <a:off x="6819408" y="1778805"/>
            <a:ext cx="960236" cy="853301"/>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 name="Google Shape;1351;p104"/>
          <p:cNvSpPr/>
          <p:nvPr/>
        </p:nvSpPr>
        <p:spPr>
          <a:xfrm>
            <a:off x="3127012" y="1751302"/>
            <a:ext cx="960236" cy="853301"/>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52" name="Google Shape;1352;p104"/>
          <p:cNvGrpSpPr/>
          <p:nvPr/>
        </p:nvGrpSpPr>
        <p:grpSpPr>
          <a:xfrm rot="-672679">
            <a:off x="1502127" y="3215026"/>
            <a:ext cx="490580" cy="487536"/>
            <a:chOff x="-61354075" y="1940500"/>
            <a:chExt cx="314275" cy="312325"/>
          </a:xfrm>
        </p:grpSpPr>
        <p:sp>
          <p:nvSpPr>
            <p:cNvPr id="1353" name="Google Shape;1353;p104"/>
            <p:cNvSpPr/>
            <p:nvPr/>
          </p:nvSpPr>
          <p:spPr>
            <a:xfrm>
              <a:off x="-61354075" y="1940500"/>
              <a:ext cx="314275" cy="312325"/>
            </a:xfrm>
            <a:custGeom>
              <a:rect b="b" l="l" r="r" t="t"/>
              <a:pathLst>
                <a:path extrusionOk="0" h="12493" w="12571">
                  <a:moveTo>
                    <a:pt x="6270" y="1001"/>
                  </a:moveTo>
                  <a:lnTo>
                    <a:pt x="7687" y="2419"/>
                  </a:lnTo>
                  <a:cubicBezTo>
                    <a:pt x="7750" y="2482"/>
                    <a:pt x="7876" y="2513"/>
                    <a:pt x="7971" y="2513"/>
                  </a:cubicBezTo>
                  <a:lnTo>
                    <a:pt x="9956" y="2513"/>
                  </a:lnTo>
                  <a:lnTo>
                    <a:pt x="9956" y="4529"/>
                  </a:lnTo>
                  <a:cubicBezTo>
                    <a:pt x="9956" y="4655"/>
                    <a:pt x="10019" y="4718"/>
                    <a:pt x="10082" y="4813"/>
                  </a:cubicBezTo>
                  <a:lnTo>
                    <a:pt x="11499" y="6231"/>
                  </a:lnTo>
                  <a:lnTo>
                    <a:pt x="10082" y="7648"/>
                  </a:lnTo>
                  <a:cubicBezTo>
                    <a:pt x="10019" y="7711"/>
                    <a:pt x="9956" y="7837"/>
                    <a:pt x="9956" y="7900"/>
                  </a:cubicBezTo>
                  <a:lnTo>
                    <a:pt x="9956" y="9917"/>
                  </a:lnTo>
                  <a:lnTo>
                    <a:pt x="7971" y="9917"/>
                  </a:lnTo>
                  <a:cubicBezTo>
                    <a:pt x="7845" y="9917"/>
                    <a:pt x="7750" y="9948"/>
                    <a:pt x="7687" y="10043"/>
                  </a:cubicBezTo>
                  <a:lnTo>
                    <a:pt x="6270" y="11460"/>
                  </a:lnTo>
                  <a:lnTo>
                    <a:pt x="4852" y="10043"/>
                  </a:lnTo>
                  <a:cubicBezTo>
                    <a:pt x="4757" y="9948"/>
                    <a:pt x="4631" y="9917"/>
                    <a:pt x="4568" y="9917"/>
                  </a:cubicBezTo>
                  <a:lnTo>
                    <a:pt x="2552" y="9917"/>
                  </a:lnTo>
                  <a:lnTo>
                    <a:pt x="2552" y="7900"/>
                  </a:lnTo>
                  <a:cubicBezTo>
                    <a:pt x="2552" y="7806"/>
                    <a:pt x="2521" y="7711"/>
                    <a:pt x="2426" y="7648"/>
                  </a:cubicBezTo>
                  <a:lnTo>
                    <a:pt x="1008" y="6231"/>
                  </a:lnTo>
                  <a:lnTo>
                    <a:pt x="2426" y="4813"/>
                  </a:lnTo>
                  <a:cubicBezTo>
                    <a:pt x="2521" y="4718"/>
                    <a:pt x="2552" y="4624"/>
                    <a:pt x="2552" y="4529"/>
                  </a:cubicBezTo>
                  <a:lnTo>
                    <a:pt x="2552" y="2513"/>
                  </a:lnTo>
                  <a:lnTo>
                    <a:pt x="4568" y="2513"/>
                  </a:lnTo>
                  <a:cubicBezTo>
                    <a:pt x="4694" y="2513"/>
                    <a:pt x="4757" y="2482"/>
                    <a:pt x="4852" y="2419"/>
                  </a:cubicBezTo>
                  <a:lnTo>
                    <a:pt x="6270" y="1001"/>
                  </a:lnTo>
                  <a:close/>
                  <a:moveTo>
                    <a:pt x="6285" y="1"/>
                  </a:moveTo>
                  <a:cubicBezTo>
                    <a:pt x="6175" y="1"/>
                    <a:pt x="6065" y="40"/>
                    <a:pt x="5986" y="119"/>
                  </a:cubicBezTo>
                  <a:lnTo>
                    <a:pt x="4411" y="1694"/>
                  </a:lnTo>
                  <a:lnTo>
                    <a:pt x="2174" y="1694"/>
                  </a:lnTo>
                  <a:cubicBezTo>
                    <a:pt x="1922" y="1694"/>
                    <a:pt x="1733" y="1883"/>
                    <a:pt x="1733" y="2135"/>
                  </a:cubicBezTo>
                  <a:lnTo>
                    <a:pt x="1733" y="4372"/>
                  </a:lnTo>
                  <a:lnTo>
                    <a:pt x="158" y="5947"/>
                  </a:lnTo>
                  <a:cubicBezTo>
                    <a:pt x="0" y="6105"/>
                    <a:pt x="0" y="6388"/>
                    <a:pt x="158" y="6546"/>
                  </a:cubicBezTo>
                  <a:lnTo>
                    <a:pt x="1733" y="8121"/>
                  </a:lnTo>
                  <a:lnTo>
                    <a:pt x="1733" y="10358"/>
                  </a:lnTo>
                  <a:cubicBezTo>
                    <a:pt x="1733" y="10578"/>
                    <a:pt x="1922" y="10736"/>
                    <a:pt x="2174" y="10736"/>
                  </a:cubicBezTo>
                  <a:lnTo>
                    <a:pt x="4411" y="10736"/>
                  </a:lnTo>
                  <a:lnTo>
                    <a:pt x="5986" y="12374"/>
                  </a:lnTo>
                  <a:cubicBezTo>
                    <a:pt x="6065" y="12453"/>
                    <a:pt x="6175" y="12492"/>
                    <a:pt x="6285" y="12492"/>
                  </a:cubicBezTo>
                  <a:cubicBezTo>
                    <a:pt x="6396" y="12492"/>
                    <a:pt x="6506" y="12453"/>
                    <a:pt x="6585" y="12374"/>
                  </a:cubicBezTo>
                  <a:lnTo>
                    <a:pt x="8160" y="10736"/>
                  </a:lnTo>
                  <a:lnTo>
                    <a:pt x="10397" y="10736"/>
                  </a:lnTo>
                  <a:cubicBezTo>
                    <a:pt x="10617" y="10736"/>
                    <a:pt x="10775" y="10547"/>
                    <a:pt x="10775" y="10358"/>
                  </a:cubicBezTo>
                  <a:lnTo>
                    <a:pt x="10775" y="8121"/>
                  </a:lnTo>
                  <a:lnTo>
                    <a:pt x="12413" y="6546"/>
                  </a:lnTo>
                  <a:cubicBezTo>
                    <a:pt x="12571" y="6388"/>
                    <a:pt x="12571" y="6105"/>
                    <a:pt x="12413" y="5947"/>
                  </a:cubicBezTo>
                  <a:lnTo>
                    <a:pt x="10775" y="4372"/>
                  </a:lnTo>
                  <a:lnTo>
                    <a:pt x="10775" y="2135"/>
                  </a:lnTo>
                  <a:cubicBezTo>
                    <a:pt x="10775" y="1883"/>
                    <a:pt x="10586" y="1694"/>
                    <a:pt x="10397" y="1694"/>
                  </a:cubicBezTo>
                  <a:lnTo>
                    <a:pt x="8160" y="1694"/>
                  </a:lnTo>
                  <a:lnTo>
                    <a:pt x="6585" y="119"/>
                  </a:lnTo>
                  <a:cubicBezTo>
                    <a:pt x="6506" y="40"/>
                    <a:pt x="6396" y="1"/>
                    <a:pt x="628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p104"/>
            <p:cNvSpPr/>
            <p:nvPr/>
          </p:nvSpPr>
          <p:spPr>
            <a:xfrm>
              <a:off x="-61268225" y="2024575"/>
              <a:ext cx="60650" cy="61475"/>
            </a:xfrm>
            <a:custGeom>
              <a:rect b="b" l="l" r="r" t="t"/>
              <a:pathLst>
                <a:path extrusionOk="0" h="2459" w="2426">
                  <a:moveTo>
                    <a:pt x="1197" y="820"/>
                  </a:moveTo>
                  <a:cubicBezTo>
                    <a:pt x="1449" y="820"/>
                    <a:pt x="1607" y="1009"/>
                    <a:pt x="1607" y="1261"/>
                  </a:cubicBezTo>
                  <a:cubicBezTo>
                    <a:pt x="1607" y="1481"/>
                    <a:pt x="1418" y="1639"/>
                    <a:pt x="1197" y="1639"/>
                  </a:cubicBezTo>
                  <a:cubicBezTo>
                    <a:pt x="1008" y="1639"/>
                    <a:pt x="819" y="1450"/>
                    <a:pt x="819" y="1261"/>
                  </a:cubicBezTo>
                  <a:cubicBezTo>
                    <a:pt x="788" y="977"/>
                    <a:pt x="977" y="820"/>
                    <a:pt x="1197" y="820"/>
                  </a:cubicBezTo>
                  <a:close/>
                  <a:moveTo>
                    <a:pt x="1197" y="1"/>
                  </a:moveTo>
                  <a:cubicBezTo>
                    <a:pt x="536" y="1"/>
                    <a:pt x="0" y="536"/>
                    <a:pt x="0" y="1261"/>
                  </a:cubicBezTo>
                  <a:cubicBezTo>
                    <a:pt x="0" y="1954"/>
                    <a:pt x="504" y="2458"/>
                    <a:pt x="1197" y="2458"/>
                  </a:cubicBezTo>
                  <a:cubicBezTo>
                    <a:pt x="1890" y="2458"/>
                    <a:pt x="2426" y="1922"/>
                    <a:pt x="2426" y="1261"/>
                  </a:cubicBezTo>
                  <a:cubicBezTo>
                    <a:pt x="2426" y="568"/>
                    <a:pt x="1890" y="1"/>
                    <a:pt x="1197"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 name="Google Shape;1355;p104"/>
            <p:cNvSpPr/>
            <p:nvPr/>
          </p:nvSpPr>
          <p:spPr>
            <a:xfrm>
              <a:off x="-61187100" y="2107275"/>
              <a:ext cx="61450" cy="61475"/>
            </a:xfrm>
            <a:custGeom>
              <a:rect b="b" l="l" r="r" t="t"/>
              <a:pathLst>
                <a:path extrusionOk="0" h="2459" w="2458">
                  <a:moveTo>
                    <a:pt x="1229" y="788"/>
                  </a:moveTo>
                  <a:cubicBezTo>
                    <a:pt x="1512" y="820"/>
                    <a:pt x="1670" y="977"/>
                    <a:pt x="1670" y="1198"/>
                  </a:cubicBezTo>
                  <a:cubicBezTo>
                    <a:pt x="1670" y="1450"/>
                    <a:pt x="1481" y="1639"/>
                    <a:pt x="1229" y="1639"/>
                  </a:cubicBezTo>
                  <a:cubicBezTo>
                    <a:pt x="1008" y="1639"/>
                    <a:pt x="851" y="1450"/>
                    <a:pt x="851" y="1198"/>
                  </a:cubicBezTo>
                  <a:cubicBezTo>
                    <a:pt x="851" y="977"/>
                    <a:pt x="1040" y="788"/>
                    <a:pt x="1229" y="788"/>
                  </a:cubicBezTo>
                  <a:close/>
                  <a:moveTo>
                    <a:pt x="1229" y="1"/>
                  </a:moveTo>
                  <a:cubicBezTo>
                    <a:pt x="567" y="1"/>
                    <a:pt x="0" y="536"/>
                    <a:pt x="0" y="1198"/>
                  </a:cubicBezTo>
                  <a:cubicBezTo>
                    <a:pt x="0" y="1891"/>
                    <a:pt x="567" y="2458"/>
                    <a:pt x="1229" y="2458"/>
                  </a:cubicBezTo>
                  <a:cubicBezTo>
                    <a:pt x="1922" y="2458"/>
                    <a:pt x="2458" y="1922"/>
                    <a:pt x="2458" y="1198"/>
                  </a:cubicBezTo>
                  <a:cubicBezTo>
                    <a:pt x="2458" y="536"/>
                    <a:pt x="1922" y="1"/>
                    <a:pt x="1229"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6" name="Google Shape;1356;p104"/>
            <p:cNvSpPr/>
            <p:nvPr/>
          </p:nvSpPr>
          <p:spPr>
            <a:xfrm>
              <a:off x="-61250125" y="2044475"/>
              <a:ext cx="105575" cy="103600"/>
            </a:xfrm>
            <a:custGeom>
              <a:rect b="b" l="l" r="r" t="t"/>
              <a:pathLst>
                <a:path extrusionOk="0" h="4144" w="4223">
                  <a:moveTo>
                    <a:pt x="3766" y="0"/>
                  </a:moveTo>
                  <a:cubicBezTo>
                    <a:pt x="3655" y="0"/>
                    <a:pt x="3545" y="40"/>
                    <a:pt x="3466" y="118"/>
                  </a:cubicBezTo>
                  <a:lnTo>
                    <a:pt x="158" y="3426"/>
                  </a:lnTo>
                  <a:cubicBezTo>
                    <a:pt x="1" y="3615"/>
                    <a:pt x="1" y="3836"/>
                    <a:pt x="158" y="4025"/>
                  </a:cubicBezTo>
                  <a:cubicBezTo>
                    <a:pt x="237" y="4104"/>
                    <a:pt x="347" y="4143"/>
                    <a:pt x="458" y="4143"/>
                  </a:cubicBezTo>
                  <a:cubicBezTo>
                    <a:pt x="568" y="4143"/>
                    <a:pt x="678" y="4104"/>
                    <a:pt x="757" y="4025"/>
                  </a:cubicBezTo>
                  <a:lnTo>
                    <a:pt x="4065" y="717"/>
                  </a:lnTo>
                  <a:cubicBezTo>
                    <a:pt x="4222" y="559"/>
                    <a:pt x="4222" y="276"/>
                    <a:pt x="4065" y="118"/>
                  </a:cubicBezTo>
                  <a:cubicBezTo>
                    <a:pt x="3986" y="40"/>
                    <a:pt x="3876" y="0"/>
                    <a:pt x="376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57" name="Google Shape;1357;p104"/>
          <p:cNvSpPr/>
          <p:nvPr/>
        </p:nvSpPr>
        <p:spPr>
          <a:xfrm>
            <a:off x="3358118" y="1931953"/>
            <a:ext cx="497998" cy="491988"/>
          </a:xfrm>
          <a:custGeom>
            <a:rect b="b" l="l" r="r" t="t"/>
            <a:pathLst>
              <a:path extrusionOk="0" h="12607" w="12761">
                <a:moveTo>
                  <a:pt x="1860" y="2084"/>
                </a:moveTo>
                <a:lnTo>
                  <a:pt x="7373" y="2997"/>
                </a:lnTo>
                <a:lnTo>
                  <a:pt x="5861" y="4509"/>
                </a:lnTo>
                <a:lnTo>
                  <a:pt x="1261" y="2682"/>
                </a:lnTo>
                <a:lnTo>
                  <a:pt x="1860" y="2084"/>
                </a:lnTo>
                <a:close/>
                <a:moveTo>
                  <a:pt x="11229" y="836"/>
                </a:moveTo>
                <a:cubicBezTo>
                  <a:pt x="11412" y="836"/>
                  <a:pt x="11578" y="881"/>
                  <a:pt x="11689" y="981"/>
                </a:cubicBezTo>
                <a:cubicBezTo>
                  <a:pt x="11847" y="1107"/>
                  <a:pt x="11878" y="1359"/>
                  <a:pt x="11847" y="1611"/>
                </a:cubicBezTo>
                <a:cubicBezTo>
                  <a:pt x="11815" y="1894"/>
                  <a:pt x="11658" y="2210"/>
                  <a:pt x="11500" y="2367"/>
                </a:cubicBezTo>
                <a:lnTo>
                  <a:pt x="7405" y="6463"/>
                </a:lnTo>
                <a:lnTo>
                  <a:pt x="5168" y="8700"/>
                </a:lnTo>
                <a:cubicBezTo>
                  <a:pt x="5073" y="8794"/>
                  <a:pt x="5010" y="8952"/>
                  <a:pt x="5042" y="9078"/>
                </a:cubicBezTo>
                <a:lnTo>
                  <a:pt x="5262" y="10306"/>
                </a:lnTo>
                <a:lnTo>
                  <a:pt x="4223" y="11377"/>
                </a:lnTo>
                <a:lnTo>
                  <a:pt x="3782" y="9204"/>
                </a:lnTo>
                <a:cubicBezTo>
                  <a:pt x="3750" y="9046"/>
                  <a:pt x="3624" y="8952"/>
                  <a:pt x="3466" y="8889"/>
                </a:cubicBezTo>
                <a:lnTo>
                  <a:pt x="1293" y="8479"/>
                </a:lnTo>
                <a:lnTo>
                  <a:pt x="2364" y="7408"/>
                </a:lnTo>
                <a:lnTo>
                  <a:pt x="3624" y="7628"/>
                </a:lnTo>
                <a:cubicBezTo>
                  <a:pt x="3659" y="7646"/>
                  <a:pt x="3697" y="7654"/>
                  <a:pt x="3734" y="7654"/>
                </a:cubicBezTo>
                <a:cubicBezTo>
                  <a:pt x="3831" y="7654"/>
                  <a:pt x="3925" y="7602"/>
                  <a:pt x="3971" y="7534"/>
                </a:cubicBezTo>
                <a:lnTo>
                  <a:pt x="6207" y="5266"/>
                </a:lnTo>
                <a:lnTo>
                  <a:pt x="10272" y="1233"/>
                </a:lnTo>
                <a:cubicBezTo>
                  <a:pt x="10496" y="988"/>
                  <a:pt x="10892" y="836"/>
                  <a:pt x="11229" y="836"/>
                </a:cubicBezTo>
                <a:close/>
                <a:moveTo>
                  <a:pt x="9641" y="5360"/>
                </a:moveTo>
                <a:lnTo>
                  <a:pt x="10587" y="10873"/>
                </a:lnTo>
                <a:lnTo>
                  <a:pt x="9988" y="11472"/>
                </a:lnTo>
                <a:lnTo>
                  <a:pt x="8161" y="6872"/>
                </a:lnTo>
                <a:lnTo>
                  <a:pt x="9641" y="5360"/>
                </a:lnTo>
                <a:close/>
                <a:moveTo>
                  <a:pt x="11241" y="1"/>
                </a:moveTo>
                <a:cubicBezTo>
                  <a:pt x="10688" y="1"/>
                  <a:pt x="10104" y="248"/>
                  <a:pt x="9736" y="634"/>
                </a:cubicBezTo>
                <a:lnTo>
                  <a:pt x="8066" y="2304"/>
                </a:lnTo>
                <a:lnTo>
                  <a:pt x="1765" y="1233"/>
                </a:lnTo>
                <a:cubicBezTo>
                  <a:pt x="1742" y="1227"/>
                  <a:pt x="1718" y="1225"/>
                  <a:pt x="1693" y="1225"/>
                </a:cubicBezTo>
                <a:cubicBezTo>
                  <a:pt x="1585" y="1225"/>
                  <a:pt x="1470" y="1276"/>
                  <a:pt x="1419" y="1327"/>
                </a:cubicBezTo>
                <a:lnTo>
                  <a:pt x="221" y="2525"/>
                </a:lnTo>
                <a:cubicBezTo>
                  <a:pt x="158" y="2588"/>
                  <a:pt x="64" y="2745"/>
                  <a:pt x="127" y="2903"/>
                </a:cubicBezTo>
                <a:cubicBezTo>
                  <a:pt x="158" y="3029"/>
                  <a:pt x="221" y="3155"/>
                  <a:pt x="348" y="3218"/>
                </a:cubicBezTo>
                <a:lnTo>
                  <a:pt x="5199" y="5171"/>
                </a:lnTo>
                <a:lnTo>
                  <a:pt x="3561" y="6809"/>
                </a:lnTo>
                <a:lnTo>
                  <a:pt x="2301" y="6589"/>
                </a:lnTo>
                <a:cubicBezTo>
                  <a:pt x="2267" y="6572"/>
                  <a:pt x="2231" y="6564"/>
                  <a:pt x="2195" y="6564"/>
                </a:cubicBezTo>
                <a:cubicBezTo>
                  <a:pt x="2095" y="6564"/>
                  <a:pt x="1992" y="6622"/>
                  <a:pt x="1923" y="6715"/>
                </a:cubicBezTo>
                <a:lnTo>
                  <a:pt x="158" y="8479"/>
                </a:lnTo>
                <a:cubicBezTo>
                  <a:pt x="32" y="8605"/>
                  <a:pt x="1" y="8731"/>
                  <a:pt x="32" y="8857"/>
                </a:cubicBezTo>
                <a:cubicBezTo>
                  <a:pt x="95" y="9015"/>
                  <a:pt x="190" y="9109"/>
                  <a:pt x="348" y="9141"/>
                </a:cubicBezTo>
                <a:lnTo>
                  <a:pt x="2994" y="9645"/>
                </a:lnTo>
                <a:lnTo>
                  <a:pt x="3498" y="12291"/>
                </a:lnTo>
                <a:cubicBezTo>
                  <a:pt x="3561" y="12449"/>
                  <a:pt x="3656" y="12575"/>
                  <a:pt x="3782" y="12606"/>
                </a:cubicBezTo>
                <a:lnTo>
                  <a:pt x="3908" y="12606"/>
                </a:lnTo>
                <a:cubicBezTo>
                  <a:pt x="4034" y="12606"/>
                  <a:pt x="4097" y="12575"/>
                  <a:pt x="4191" y="12480"/>
                </a:cubicBezTo>
                <a:lnTo>
                  <a:pt x="5955" y="10716"/>
                </a:lnTo>
                <a:cubicBezTo>
                  <a:pt x="6018" y="10653"/>
                  <a:pt x="6113" y="10464"/>
                  <a:pt x="6081" y="10369"/>
                </a:cubicBezTo>
                <a:lnTo>
                  <a:pt x="5829" y="9109"/>
                </a:lnTo>
                <a:lnTo>
                  <a:pt x="7499" y="7439"/>
                </a:lnTo>
                <a:lnTo>
                  <a:pt x="9421" y="12291"/>
                </a:lnTo>
                <a:cubicBezTo>
                  <a:pt x="9452" y="12417"/>
                  <a:pt x="9578" y="12543"/>
                  <a:pt x="9736" y="12543"/>
                </a:cubicBezTo>
                <a:lnTo>
                  <a:pt x="9799" y="12543"/>
                </a:lnTo>
                <a:cubicBezTo>
                  <a:pt x="9925" y="12543"/>
                  <a:pt x="9988" y="12480"/>
                  <a:pt x="10083" y="12417"/>
                </a:cubicBezTo>
                <a:lnTo>
                  <a:pt x="11248" y="11220"/>
                </a:lnTo>
                <a:cubicBezTo>
                  <a:pt x="11343" y="11157"/>
                  <a:pt x="11374" y="10999"/>
                  <a:pt x="11374" y="10873"/>
                </a:cubicBezTo>
                <a:lnTo>
                  <a:pt x="10303" y="4572"/>
                </a:lnTo>
                <a:lnTo>
                  <a:pt x="11973" y="2903"/>
                </a:lnTo>
                <a:cubicBezTo>
                  <a:pt x="12288" y="2588"/>
                  <a:pt x="12477" y="2178"/>
                  <a:pt x="12571" y="1705"/>
                </a:cubicBezTo>
                <a:cubicBezTo>
                  <a:pt x="12760" y="1201"/>
                  <a:pt x="12603" y="729"/>
                  <a:pt x="12288" y="414"/>
                </a:cubicBezTo>
                <a:cubicBezTo>
                  <a:pt x="12013" y="126"/>
                  <a:pt x="11635" y="1"/>
                  <a:pt x="11241"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58" name="Google Shape;1358;p104"/>
          <p:cNvGrpSpPr/>
          <p:nvPr/>
        </p:nvGrpSpPr>
        <p:grpSpPr>
          <a:xfrm rot="640372">
            <a:off x="5355565" y="3197054"/>
            <a:ext cx="418076" cy="493043"/>
            <a:chOff x="-60597975" y="1939525"/>
            <a:chExt cx="267825" cy="315850"/>
          </a:xfrm>
        </p:grpSpPr>
        <p:sp>
          <p:nvSpPr>
            <p:cNvPr id="1359" name="Google Shape;1359;p104"/>
            <p:cNvSpPr/>
            <p:nvPr/>
          </p:nvSpPr>
          <p:spPr>
            <a:xfrm>
              <a:off x="-60597975" y="1939525"/>
              <a:ext cx="267825" cy="315850"/>
            </a:xfrm>
            <a:custGeom>
              <a:rect b="b" l="l" r="r" t="t"/>
              <a:pathLst>
                <a:path extrusionOk="0" h="12634" w="10713">
                  <a:moveTo>
                    <a:pt x="7436" y="788"/>
                  </a:moveTo>
                  <a:lnTo>
                    <a:pt x="7436" y="1859"/>
                  </a:lnTo>
                  <a:cubicBezTo>
                    <a:pt x="7310" y="1733"/>
                    <a:pt x="7247" y="1607"/>
                    <a:pt x="6995" y="1607"/>
                  </a:cubicBezTo>
                  <a:cubicBezTo>
                    <a:pt x="6806" y="1607"/>
                    <a:pt x="6743" y="1733"/>
                    <a:pt x="6617" y="1859"/>
                  </a:cubicBezTo>
                  <a:lnTo>
                    <a:pt x="6617" y="788"/>
                  </a:lnTo>
                  <a:close/>
                  <a:moveTo>
                    <a:pt x="9515" y="788"/>
                  </a:moveTo>
                  <a:cubicBezTo>
                    <a:pt x="9767" y="788"/>
                    <a:pt x="9925" y="977"/>
                    <a:pt x="9925" y="1197"/>
                  </a:cubicBezTo>
                  <a:lnTo>
                    <a:pt x="9925" y="4222"/>
                  </a:lnTo>
                  <a:lnTo>
                    <a:pt x="2490" y="4222"/>
                  </a:lnTo>
                  <a:lnTo>
                    <a:pt x="2490" y="788"/>
                  </a:lnTo>
                  <a:lnTo>
                    <a:pt x="5798" y="788"/>
                  </a:lnTo>
                  <a:lnTo>
                    <a:pt x="5798" y="2867"/>
                  </a:lnTo>
                  <a:cubicBezTo>
                    <a:pt x="5798" y="3119"/>
                    <a:pt x="5980" y="3287"/>
                    <a:pt x="6185" y="3287"/>
                  </a:cubicBezTo>
                  <a:cubicBezTo>
                    <a:pt x="6288" y="3287"/>
                    <a:pt x="6396" y="3245"/>
                    <a:pt x="6491" y="3151"/>
                  </a:cubicBezTo>
                  <a:lnTo>
                    <a:pt x="7058" y="2615"/>
                  </a:lnTo>
                  <a:lnTo>
                    <a:pt x="7594" y="3151"/>
                  </a:lnTo>
                  <a:cubicBezTo>
                    <a:pt x="7688" y="3245"/>
                    <a:pt x="7800" y="3287"/>
                    <a:pt x="7907" y="3287"/>
                  </a:cubicBezTo>
                  <a:cubicBezTo>
                    <a:pt x="8122" y="3287"/>
                    <a:pt x="8318" y="3119"/>
                    <a:pt x="8318" y="2867"/>
                  </a:cubicBezTo>
                  <a:lnTo>
                    <a:pt x="8318" y="788"/>
                  </a:lnTo>
                  <a:close/>
                  <a:moveTo>
                    <a:pt x="9925" y="5041"/>
                  </a:moveTo>
                  <a:lnTo>
                    <a:pt x="9925" y="8349"/>
                  </a:lnTo>
                  <a:lnTo>
                    <a:pt x="2490" y="8349"/>
                  </a:lnTo>
                  <a:lnTo>
                    <a:pt x="2490" y="5041"/>
                  </a:lnTo>
                  <a:close/>
                  <a:moveTo>
                    <a:pt x="9925" y="9168"/>
                  </a:moveTo>
                  <a:lnTo>
                    <a:pt x="9925" y="11373"/>
                  </a:lnTo>
                  <a:cubicBezTo>
                    <a:pt x="9925" y="11625"/>
                    <a:pt x="9736" y="11783"/>
                    <a:pt x="9515" y="11783"/>
                  </a:cubicBezTo>
                  <a:lnTo>
                    <a:pt x="2490" y="11783"/>
                  </a:lnTo>
                  <a:lnTo>
                    <a:pt x="2490" y="9168"/>
                  </a:lnTo>
                  <a:close/>
                  <a:moveTo>
                    <a:pt x="1639" y="788"/>
                  </a:moveTo>
                  <a:lnTo>
                    <a:pt x="1639" y="11814"/>
                  </a:lnTo>
                  <a:lnTo>
                    <a:pt x="820" y="11814"/>
                  </a:lnTo>
                  <a:lnTo>
                    <a:pt x="820" y="788"/>
                  </a:lnTo>
                  <a:close/>
                  <a:moveTo>
                    <a:pt x="379" y="0"/>
                  </a:moveTo>
                  <a:cubicBezTo>
                    <a:pt x="158" y="0"/>
                    <a:pt x="1" y="189"/>
                    <a:pt x="1" y="410"/>
                  </a:cubicBezTo>
                  <a:lnTo>
                    <a:pt x="1" y="12256"/>
                  </a:lnTo>
                  <a:cubicBezTo>
                    <a:pt x="1" y="12445"/>
                    <a:pt x="190" y="12634"/>
                    <a:pt x="379" y="12634"/>
                  </a:cubicBezTo>
                  <a:lnTo>
                    <a:pt x="9484" y="12634"/>
                  </a:lnTo>
                  <a:cubicBezTo>
                    <a:pt x="10146" y="12634"/>
                    <a:pt x="10713" y="12098"/>
                    <a:pt x="10713" y="11436"/>
                  </a:cubicBezTo>
                  <a:lnTo>
                    <a:pt x="10713" y="1229"/>
                  </a:lnTo>
                  <a:cubicBezTo>
                    <a:pt x="10713" y="567"/>
                    <a:pt x="10177" y="0"/>
                    <a:pt x="948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 name="Google Shape;1360;p104"/>
            <p:cNvSpPr/>
            <p:nvPr/>
          </p:nvSpPr>
          <p:spPr>
            <a:xfrm>
              <a:off x="-60494775" y="2097050"/>
              <a:ext cx="103175" cy="20500"/>
            </a:xfrm>
            <a:custGeom>
              <a:rect b="b" l="l" r="r" t="t"/>
              <a:pathLst>
                <a:path extrusionOk="0" h="820" w="4127">
                  <a:moveTo>
                    <a:pt x="410" y="0"/>
                  </a:moveTo>
                  <a:cubicBezTo>
                    <a:pt x="158" y="0"/>
                    <a:pt x="0" y="189"/>
                    <a:pt x="0" y="410"/>
                  </a:cubicBezTo>
                  <a:cubicBezTo>
                    <a:pt x="0" y="630"/>
                    <a:pt x="189" y="819"/>
                    <a:pt x="410" y="819"/>
                  </a:cubicBezTo>
                  <a:lnTo>
                    <a:pt x="3718" y="819"/>
                  </a:lnTo>
                  <a:cubicBezTo>
                    <a:pt x="3938" y="819"/>
                    <a:pt x="4127" y="630"/>
                    <a:pt x="4127" y="410"/>
                  </a:cubicBezTo>
                  <a:cubicBezTo>
                    <a:pt x="4127" y="158"/>
                    <a:pt x="3938" y="0"/>
                    <a:pt x="371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61" name="Google Shape;1361;p104"/>
          <p:cNvGrpSpPr/>
          <p:nvPr/>
        </p:nvGrpSpPr>
        <p:grpSpPr>
          <a:xfrm rot="-555611">
            <a:off x="7048718" y="1954686"/>
            <a:ext cx="495514" cy="497856"/>
            <a:chOff x="-60254550" y="1938025"/>
            <a:chExt cx="317425" cy="318925"/>
          </a:xfrm>
        </p:grpSpPr>
        <p:sp>
          <p:nvSpPr>
            <p:cNvPr id="1362" name="Google Shape;1362;p104"/>
            <p:cNvSpPr/>
            <p:nvPr/>
          </p:nvSpPr>
          <p:spPr>
            <a:xfrm>
              <a:off x="-60254550" y="2049000"/>
              <a:ext cx="317425" cy="207950"/>
            </a:xfrm>
            <a:custGeom>
              <a:rect b="b" l="l" r="r" t="t"/>
              <a:pathLst>
                <a:path extrusionOk="0" h="8318" w="12697">
                  <a:moveTo>
                    <a:pt x="10428" y="1639"/>
                  </a:moveTo>
                  <a:cubicBezTo>
                    <a:pt x="11184" y="1639"/>
                    <a:pt x="11814" y="2269"/>
                    <a:pt x="11814" y="3025"/>
                  </a:cubicBezTo>
                  <a:cubicBezTo>
                    <a:pt x="11814" y="3781"/>
                    <a:pt x="11184" y="4411"/>
                    <a:pt x="10428" y="4411"/>
                  </a:cubicBezTo>
                  <a:lnTo>
                    <a:pt x="9767" y="4411"/>
                  </a:lnTo>
                  <a:cubicBezTo>
                    <a:pt x="9861" y="4033"/>
                    <a:pt x="9893" y="3686"/>
                    <a:pt x="9893" y="3308"/>
                  </a:cubicBezTo>
                  <a:lnTo>
                    <a:pt x="9893" y="1639"/>
                  </a:lnTo>
                  <a:close/>
                  <a:moveTo>
                    <a:pt x="9073" y="819"/>
                  </a:moveTo>
                  <a:lnTo>
                    <a:pt x="9073" y="3308"/>
                  </a:lnTo>
                  <a:cubicBezTo>
                    <a:pt x="9073" y="5577"/>
                    <a:pt x="7215" y="7435"/>
                    <a:pt x="4915" y="7435"/>
                  </a:cubicBezTo>
                  <a:cubicBezTo>
                    <a:pt x="2646" y="7435"/>
                    <a:pt x="788" y="5577"/>
                    <a:pt x="788" y="3308"/>
                  </a:cubicBezTo>
                  <a:lnTo>
                    <a:pt x="788" y="819"/>
                  </a:lnTo>
                  <a:close/>
                  <a:moveTo>
                    <a:pt x="410" y="0"/>
                  </a:moveTo>
                  <a:cubicBezTo>
                    <a:pt x="158" y="0"/>
                    <a:pt x="0" y="189"/>
                    <a:pt x="0" y="441"/>
                  </a:cubicBezTo>
                  <a:lnTo>
                    <a:pt x="0" y="3308"/>
                  </a:lnTo>
                  <a:cubicBezTo>
                    <a:pt x="0" y="5041"/>
                    <a:pt x="882" y="6522"/>
                    <a:pt x="2205" y="7435"/>
                  </a:cubicBezTo>
                  <a:lnTo>
                    <a:pt x="410" y="7435"/>
                  </a:lnTo>
                  <a:cubicBezTo>
                    <a:pt x="158" y="7435"/>
                    <a:pt x="0" y="7624"/>
                    <a:pt x="0" y="7877"/>
                  </a:cubicBezTo>
                  <a:cubicBezTo>
                    <a:pt x="0" y="8097"/>
                    <a:pt x="189" y="8318"/>
                    <a:pt x="410" y="8318"/>
                  </a:cubicBezTo>
                  <a:lnTo>
                    <a:pt x="9483" y="8318"/>
                  </a:lnTo>
                  <a:cubicBezTo>
                    <a:pt x="9735" y="8318"/>
                    <a:pt x="9893" y="8097"/>
                    <a:pt x="9893" y="7877"/>
                  </a:cubicBezTo>
                  <a:cubicBezTo>
                    <a:pt x="9893" y="7624"/>
                    <a:pt x="9704" y="7435"/>
                    <a:pt x="9483" y="7435"/>
                  </a:cubicBezTo>
                  <a:lnTo>
                    <a:pt x="7687" y="7435"/>
                  </a:lnTo>
                  <a:cubicBezTo>
                    <a:pt x="8506" y="6900"/>
                    <a:pt x="9137" y="6144"/>
                    <a:pt x="9546" y="5230"/>
                  </a:cubicBezTo>
                  <a:lnTo>
                    <a:pt x="10491" y="5230"/>
                  </a:lnTo>
                  <a:cubicBezTo>
                    <a:pt x="11688" y="5230"/>
                    <a:pt x="12697" y="4253"/>
                    <a:pt x="12697" y="3025"/>
                  </a:cubicBezTo>
                  <a:cubicBezTo>
                    <a:pt x="12697" y="1796"/>
                    <a:pt x="11657" y="819"/>
                    <a:pt x="10428" y="819"/>
                  </a:cubicBezTo>
                  <a:lnTo>
                    <a:pt x="9893" y="819"/>
                  </a:lnTo>
                  <a:lnTo>
                    <a:pt x="9893" y="441"/>
                  </a:lnTo>
                  <a:cubicBezTo>
                    <a:pt x="9893" y="189"/>
                    <a:pt x="9704" y="0"/>
                    <a:pt x="948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 name="Google Shape;1363;p104"/>
            <p:cNvSpPr/>
            <p:nvPr/>
          </p:nvSpPr>
          <p:spPr>
            <a:xfrm>
              <a:off x="-60219125" y="1938025"/>
              <a:ext cx="51225" cy="103625"/>
            </a:xfrm>
            <a:custGeom>
              <a:rect b="b" l="l" r="r" t="t"/>
              <a:pathLst>
                <a:path extrusionOk="0" h="4145" w="2049">
                  <a:moveTo>
                    <a:pt x="1068" y="0"/>
                  </a:moveTo>
                  <a:cubicBezTo>
                    <a:pt x="947" y="0"/>
                    <a:pt x="819" y="61"/>
                    <a:pt x="725" y="155"/>
                  </a:cubicBezTo>
                  <a:cubicBezTo>
                    <a:pt x="568" y="312"/>
                    <a:pt x="568" y="564"/>
                    <a:pt x="757" y="722"/>
                  </a:cubicBezTo>
                  <a:cubicBezTo>
                    <a:pt x="1103" y="1100"/>
                    <a:pt x="1103" y="1446"/>
                    <a:pt x="757" y="1761"/>
                  </a:cubicBezTo>
                  <a:cubicBezTo>
                    <a:pt x="32" y="2392"/>
                    <a:pt x="1" y="3368"/>
                    <a:pt x="757" y="4030"/>
                  </a:cubicBezTo>
                  <a:cubicBezTo>
                    <a:pt x="832" y="4105"/>
                    <a:pt x="936" y="4144"/>
                    <a:pt x="1041" y="4144"/>
                  </a:cubicBezTo>
                  <a:cubicBezTo>
                    <a:pt x="1156" y="4144"/>
                    <a:pt x="1273" y="4097"/>
                    <a:pt x="1356" y="3998"/>
                  </a:cubicBezTo>
                  <a:cubicBezTo>
                    <a:pt x="1513" y="3841"/>
                    <a:pt x="1513" y="3557"/>
                    <a:pt x="1292" y="3400"/>
                  </a:cubicBezTo>
                  <a:cubicBezTo>
                    <a:pt x="946" y="3085"/>
                    <a:pt x="946" y="2707"/>
                    <a:pt x="1292" y="2392"/>
                  </a:cubicBezTo>
                  <a:cubicBezTo>
                    <a:pt x="2017" y="1761"/>
                    <a:pt x="2049" y="785"/>
                    <a:pt x="1292" y="92"/>
                  </a:cubicBezTo>
                  <a:cubicBezTo>
                    <a:pt x="1229" y="28"/>
                    <a:pt x="1150" y="0"/>
                    <a:pt x="106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 name="Google Shape;1364;p104"/>
            <p:cNvSpPr/>
            <p:nvPr/>
          </p:nvSpPr>
          <p:spPr>
            <a:xfrm>
              <a:off x="-60156900" y="1938025"/>
              <a:ext cx="51225" cy="103625"/>
            </a:xfrm>
            <a:custGeom>
              <a:rect b="b" l="l" r="r" t="t"/>
              <a:pathLst>
                <a:path extrusionOk="0" h="4145" w="2049">
                  <a:moveTo>
                    <a:pt x="1057" y="0"/>
                  </a:moveTo>
                  <a:cubicBezTo>
                    <a:pt x="926" y="0"/>
                    <a:pt x="788" y="61"/>
                    <a:pt x="694" y="155"/>
                  </a:cubicBezTo>
                  <a:cubicBezTo>
                    <a:pt x="536" y="312"/>
                    <a:pt x="536" y="564"/>
                    <a:pt x="757" y="722"/>
                  </a:cubicBezTo>
                  <a:cubicBezTo>
                    <a:pt x="1103" y="1100"/>
                    <a:pt x="1103" y="1446"/>
                    <a:pt x="757" y="1761"/>
                  </a:cubicBezTo>
                  <a:cubicBezTo>
                    <a:pt x="32" y="2392"/>
                    <a:pt x="1" y="3368"/>
                    <a:pt x="757" y="4030"/>
                  </a:cubicBezTo>
                  <a:cubicBezTo>
                    <a:pt x="832" y="4105"/>
                    <a:pt x="929" y="4144"/>
                    <a:pt x="1026" y="4144"/>
                  </a:cubicBezTo>
                  <a:cubicBezTo>
                    <a:pt x="1133" y="4144"/>
                    <a:pt x="1242" y="4097"/>
                    <a:pt x="1324" y="3998"/>
                  </a:cubicBezTo>
                  <a:cubicBezTo>
                    <a:pt x="1859" y="3463"/>
                    <a:pt x="473" y="3179"/>
                    <a:pt x="1292" y="2392"/>
                  </a:cubicBezTo>
                  <a:cubicBezTo>
                    <a:pt x="2017" y="1761"/>
                    <a:pt x="2049" y="785"/>
                    <a:pt x="1292" y="92"/>
                  </a:cubicBezTo>
                  <a:cubicBezTo>
                    <a:pt x="1229" y="28"/>
                    <a:pt x="1145" y="0"/>
                    <a:pt x="1057"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 name="Google Shape;1365;p104"/>
            <p:cNvSpPr/>
            <p:nvPr/>
          </p:nvSpPr>
          <p:spPr>
            <a:xfrm>
              <a:off x="-60094675" y="1938025"/>
              <a:ext cx="51225" cy="103625"/>
            </a:xfrm>
            <a:custGeom>
              <a:rect b="b" l="l" r="r" t="t"/>
              <a:pathLst>
                <a:path extrusionOk="0" h="4145" w="2049">
                  <a:moveTo>
                    <a:pt x="1056" y="0"/>
                  </a:moveTo>
                  <a:cubicBezTo>
                    <a:pt x="926" y="0"/>
                    <a:pt x="788" y="61"/>
                    <a:pt x="694" y="155"/>
                  </a:cubicBezTo>
                  <a:cubicBezTo>
                    <a:pt x="536" y="312"/>
                    <a:pt x="536" y="564"/>
                    <a:pt x="725" y="722"/>
                  </a:cubicBezTo>
                  <a:cubicBezTo>
                    <a:pt x="1103" y="1100"/>
                    <a:pt x="1103" y="1446"/>
                    <a:pt x="725" y="1761"/>
                  </a:cubicBezTo>
                  <a:cubicBezTo>
                    <a:pt x="32" y="2392"/>
                    <a:pt x="1" y="3368"/>
                    <a:pt x="725" y="4030"/>
                  </a:cubicBezTo>
                  <a:cubicBezTo>
                    <a:pt x="800" y="4105"/>
                    <a:pt x="904" y="4144"/>
                    <a:pt x="1009" y="4144"/>
                  </a:cubicBezTo>
                  <a:cubicBezTo>
                    <a:pt x="1125" y="4144"/>
                    <a:pt x="1241" y="4097"/>
                    <a:pt x="1324" y="3998"/>
                  </a:cubicBezTo>
                  <a:cubicBezTo>
                    <a:pt x="1481" y="3841"/>
                    <a:pt x="1481" y="3557"/>
                    <a:pt x="1292" y="3400"/>
                  </a:cubicBezTo>
                  <a:cubicBezTo>
                    <a:pt x="946" y="3085"/>
                    <a:pt x="946" y="2707"/>
                    <a:pt x="1292" y="2392"/>
                  </a:cubicBezTo>
                  <a:cubicBezTo>
                    <a:pt x="1985" y="1761"/>
                    <a:pt x="2048" y="785"/>
                    <a:pt x="1292" y="92"/>
                  </a:cubicBezTo>
                  <a:cubicBezTo>
                    <a:pt x="1229" y="28"/>
                    <a:pt x="1145" y="0"/>
                    <a:pt x="105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9" name="Shape 1369"/>
        <p:cNvGrpSpPr/>
        <p:nvPr/>
      </p:nvGrpSpPr>
      <p:grpSpPr>
        <a:xfrm>
          <a:off x="0" y="0"/>
          <a:ext cx="0" cy="0"/>
          <a:chOff x="0" y="0"/>
          <a:chExt cx="0" cy="0"/>
        </a:xfrm>
      </p:grpSpPr>
      <p:sp>
        <p:nvSpPr>
          <p:cNvPr id="1370" name="Google Shape;1370;p105"/>
          <p:cNvSpPr/>
          <p:nvPr/>
        </p:nvSpPr>
        <p:spPr>
          <a:xfrm>
            <a:off x="1211986" y="1542966"/>
            <a:ext cx="1350837" cy="973145"/>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 name="Google Shape;1371;p105"/>
          <p:cNvSpPr/>
          <p:nvPr/>
        </p:nvSpPr>
        <p:spPr>
          <a:xfrm flipH="1">
            <a:off x="4728444" y="1542973"/>
            <a:ext cx="1350837" cy="973145"/>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 name="Google Shape;1372;p105"/>
          <p:cNvSpPr/>
          <p:nvPr/>
        </p:nvSpPr>
        <p:spPr>
          <a:xfrm flipH="1">
            <a:off x="6828895" y="1513148"/>
            <a:ext cx="1185692" cy="1032818"/>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rgbClr val="AC9078">
              <a:alpha val="726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105"/>
          <p:cNvSpPr/>
          <p:nvPr/>
        </p:nvSpPr>
        <p:spPr>
          <a:xfrm>
            <a:off x="3049462" y="1542973"/>
            <a:ext cx="1155176" cy="973144"/>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 name="Google Shape;1374;p105"/>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THIS IS A </a:t>
            </a:r>
            <a:r>
              <a:rPr lang="en">
                <a:solidFill>
                  <a:schemeClr val="lt1"/>
                </a:solidFill>
              </a:rPr>
              <a:t>TIMELINE</a:t>
            </a:r>
            <a:endParaRPr>
              <a:solidFill>
                <a:schemeClr val="lt1"/>
              </a:solidFill>
            </a:endParaRPr>
          </a:p>
        </p:txBody>
      </p:sp>
      <p:sp>
        <p:nvSpPr>
          <p:cNvPr id="1375" name="Google Shape;1375;p105"/>
          <p:cNvSpPr txBox="1"/>
          <p:nvPr/>
        </p:nvSpPr>
        <p:spPr>
          <a:xfrm>
            <a:off x="837163" y="1699738"/>
            <a:ext cx="1800300" cy="527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500">
                <a:solidFill>
                  <a:schemeClr val="dk1"/>
                </a:solidFill>
                <a:latin typeface="Kulim Park"/>
                <a:ea typeface="Kulim Park"/>
                <a:cs typeface="Kulim Park"/>
                <a:sym typeface="Kulim Park"/>
              </a:rPr>
              <a:t>01</a:t>
            </a:r>
            <a:endParaRPr sz="2500">
              <a:solidFill>
                <a:schemeClr val="dk1"/>
              </a:solidFill>
              <a:latin typeface="Kulim Park"/>
              <a:ea typeface="Kulim Park"/>
              <a:cs typeface="Kulim Park"/>
              <a:sym typeface="Kulim Park"/>
            </a:endParaRPr>
          </a:p>
        </p:txBody>
      </p:sp>
      <p:sp>
        <p:nvSpPr>
          <p:cNvPr id="1376" name="Google Shape;1376;p105"/>
          <p:cNvSpPr txBox="1"/>
          <p:nvPr/>
        </p:nvSpPr>
        <p:spPr>
          <a:xfrm>
            <a:off x="837163" y="3549900"/>
            <a:ext cx="1800300" cy="876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Venus has a nice name, but it's terribly hot</a:t>
            </a:r>
            <a:endParaRPr>
              <a:solidFill>
                <a:schemeClr val="dk1"/>
              </a:solidFill>
              <a:latin typeface="Manrope"/>
              <a:ea typeface="Manrope"/>
              <a:cs typeface="Manrope"/>
              <a:sym typeface="Manrope"/>
            </a:endParaRPr>
          </a:p>
        </p:txBody>
      </p:sp>
      <p:sp>
        <p:nvSpPr>
          <p:cNvPr id="1377" name="Google Shape;1377;p105"/>
          <p:cNvSpPr txBox="1"/>
          <p:nvPr/>
        </p:nvSpPr>
        <p:spPr>
          <a:xfrm>
            <a:off x="2726888" y="1699738"/>
            <a:ext cx="1800300" cy="527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500">
                <a:solidFill>
                  <a:schemeClr val="dk1"/>
                </a:solidFill>
                <a:latin typeface="Kulim Park"/>
                <a:ea typeface="Kulim Park"/>
                <a:cs typeface="Kulim Park"/>
                <a:sym typeface="Kulim Park"/>
              </a:rPr>
              <a:t>02</a:t>
            </a:r>
            <a:endParaRPr sz="2500">
              <a:solidFill>
                <a:schemeClr val="dk1"/>
              </a:solidFill>
              <a:latin typeface="Kulim Park"/>
              <a:ea typeface="Kulim Park"/>
              <a:cs typeface="Kulim Park"/>
              <a:sym typeface="Kulim Park"/>
            </a:endParaRPr>
          </a:p>
        </p:txBody>
      </p:sp>
      <p:sp>
        <p:nvSpPr>
          <p:cNvPr id="1378" name="Google Shape;1378;p105"/>
          <p:cNvSpPr txBox="1"/>
          <p:nvPr/>
        </p:nvSpPr>
        <p:spPr>
          <a:xfrm>
            <a:off x="2726888" y="3549900"/>
            <a:ext cx="1800300" cy="876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Mercury is the closest planet to the Sun</a:t>
            </a:r>
            <a:endParaRPr>
              <a:solidFill>
                <a:schemeClr val="dk1"/>
              </a:solidFill>
              <a:latin typeface="Manrope"/>
              <a:ea typeface="Manrope"/>
              <a:cs typeface="Manrope"/>
              <a:sym typeface="Manrope"/>
            </a:endParaRPr>
          </a:p>
        </p:txBody>
      </p:sp>
      <p:sp>
        <p:nvSpPr>
          <p:cNvPr id="1379" name="Google Shape;1379;p105"/>
          <p:cNvSpPr txBox="1"/>
          <p:nvPr/>
        </p:nvSpPr>
        <p:spPr>
          <a:xfrm>
            <a:off x="4616613" y="1699738"/>
            <a:ext cx="1800300" cy="527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500">
                <a:solidFill>
                  <a:schemeClr val="dk1"/>
                </a:solidFill>
                <a:latin typeface="Kulim Park"/>
                <a:ea typeface="Kulim Park"/>
                <a:cs typeface="Kulim Park"/>
                <a:sym typeface="Kulim Park"/>
              </a:rPr>
              <a:t>03</a:t>
            </a:r>
            <a:endParaRPr sz="2500">
              <a:solidFill>
                <a:schemeClr val="dk1"/>
              </a:solidFill>
              <a:latin typeface="Kulim Park"/>
              <a:ea typeface="Kulim Park"/>
              <a:cs typeface="Kulim Park"/>
              <a:sym typeface="Kulim Park"/>
            </a:endParaRPr>
          </a:p>
        </p:txBody>
      </p:sp>
      <p:sp>
        <p:nvSpPr>
          <p:cNvPr id="1380" name="Google Shape;1380;p105"/>
          <p:cNvSpPr txBox="1"/>
          <p:nvPr/>
        </p:nvSpPr>
        <p:spPr>
          <a:xfrm>
            <a:off x="4616636" y="3549900"/>
            <a:ext cx="1800300" cy="876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It’s actually a cold place. It’s full of iron oxide dust</a:t>
            </a:r>
            <a:endParaRPr>
              <a:solidFill>
                <a:schemeClr val="dk1"/>
              </a:solidFill>
              <a:latin typeface="Manrope"/>
              <a:ea typeface="Manrope"/>
              <a:cs typeface="Manrope"/>
              <a:sym typeface="Manrope"/>
            </a:endParaRPr>
          </a:p>
        </p:txBody>
      </p:sp>
      <p:sp>
        <p:nvSpPr>
          <p:cNvPr id="1381" name="Google Shape;1381;p105"/>
          <p:cNvSpPr txBox="1"/>
          <p:nvPr/>
        </p:nvSpPr>
        <p:spPr>
          <a:xfrm>
            <a:off x="6506338" y="1699838"/>
            <a:ext cx="1800300" cy="527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500">
                <a:solidFill>
                  <a:schemeClr val="dk1"/>
                </a:solidFill>
                <a:latin typeface="Kulim Park"/>
                <a:ea typeface="Kulim Park"/>
                <a:cs typeface="Kulim Park"/>
                <a:sym typeface="Kulim Park"/>
              </a:rPr>
              <a:t>04</a:t>
            </a:r>
            <a:endParaRPr sz="2500">
              <a:solidFill>
                <a:schemeClr val="dk1"/>
              </a:solidFill>
              <a:latin typeface="Kulim Park"/>
              <a:ea typeface="Kulim Park"/>
              <a:cs typeface="Kulim Park"/>
              <a:sym typeface="Kulim Park"/>
            </a:endParaRPr>
          </a:p>
        </p:txBody>
      </p:sp>
      <p:sp>
        <p:nvSpPr>
          <p:cNvPr id="1382" name="Google Shape;1382;p105"/>
          <p:cNvSpPr txBox="1"/>
          <p:nvPr/>
        </p:nvSpPr>
        <p:spPr>
          <a:xfrm>
            <a:off x="6506338" y="3550081"/>
            <a:ext cx="1800300" cy="876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Jupiter is the biggest planet of them all</a:t>
            </a:r>
            <a:endParaRPr>
              <a:solidFill>
                <a:schemeClr val="dk1"/>
              </a:solidFill>
              <a:latin typeface="Manrope"/>
              <a:ea typeface="Manrope"/>
              <a:cs typeface="Manrope"/>
              <a:sym typeface="Manrope"/>
            </a:endParaRPr>
          </a:p>
        </p:txBody>
      </p:sp>
      <p:sp>
        <p:nvSpPr>
          <p:cNvPr id="1383" name="Google Shape;1383;p105"/>
          <p:cNvSpPr txBox="1"/>
          <p:nvPr/>
        </p:nvSpPr>
        <p:spPr>
          <a:xfrm>
            <a:off x="837150" y="3022200"/>
            <a:ext cx="1800300" cy="527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200">
                <a:solidFill>
                  <a:schemeClr val="dk1"/>
                </a:solidFill>
                <a:latin typeface="Kulim Park"/>
                <a:ea typeface="Kulim Park"/>
                <a:cs typeface="Kulim Park"/>
                <a:sym typeface="Kulim Park"/>
              </a:rPr>
              <a:t>VENUS</a:t>
            </a:r>
            <a:endParaRPr sz="2200">
              <a:solidFill>
                <a:schemeClr val="dk1"/>
              </a:solidFill>
              <a:latin typeface="Kulim Park"/>
              <a:ea typeface="Kulim Park"/>
              <a:cs typeface="Kulim Park"/>
              <a:sym typeface="Kulim Park"/>
            </a:endParaRPr>
          </a:p>
        </p:txBody>
      </p:sp>
      <p:sp>
        <p:nvSpPr>
          <p:cNvPr id="1384" name="Google Shape;1384;p105"/>
          <p:cNvSpPr txBox="1"/>
          <p:nvPr/>
        </p:nvSpPr>
        <p:spPr>
          <a:xfrm>
            <a:off x="2726888" y="3022200"/>
            <a:ext cx="1800300" cy="527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200">
                <a:solidFill>
                  <a:schemeClr val="dk1"/>
                </a:solidFill>
                <a:latin typeface="Kulim Park"/>
                <a:ea typeface="Kulim Park"/>
                <a:cs typeface="Kulim Park"/>
                <a:sym typeface="Kulim Park"/>
              </a:rPr>
              <a:t>MERCURY</a:t>
            </a:r>
            <a:endParaRPr sz="2200">
              <a:solidFill>
                <a:schemeClr val="dk1"/>
              </a:solidFill>
              <a:latin typeface="Kulim Park"/>
              <a:ea typeface="Kulim Park"/>
              <a:cs typeface="Kulim Park"/>
              <a:sym typeface="Kulim Park"/>
            </a:endParaRPr>
          </a:p>
        </p:txBody>
      </p:sp>
      <p:sp>
        <p:nvSpPr>
          <p:cNvPr id="1385" name="Google Shape;1385;p105"/>
          <p:cNvSpPr txBox="1"/>
          <p:nvPr/>
        </p:nvSpPr>
        <p:spPr>
          <a:xfrm>
            <a:off x="6506388" y="3022200"/>
            <a:ext cx="1800300" cy="527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200">
                <a:solidFill>
                  <a:schemeClr val="dk1"/>
                </a:solidFill>
                <a:latin typeface="Kulim Park"/>
                <a:ea typeface="Kulim Park"/>
                <a:cs typeface="Kulim Park"/>
                <a:sym typeface="Kulim Park"/>
              </a:rPr>
              <a:t>JUPITER</a:t>
            </a:r>
            <a:endParaRPr sz="2200">
              <a:solidFill>
                <a:schemeClr val="dk1"/>
              </a:solidFill>
              <a:latin typeface="Kulim Park"/>
              <a:ea typeface="Kulim Park"/>
              <a:cs typeface="Kulim Park"/>
              <a:sym typeface="Kulim Park"/>
            </a:endParaRPr>
          </a:p>
        </p:txBody>
      </p:sp>
      <p:sp>
        <p:nvSpPr>
          <p:cNvPr id="1386" name="Google Shape;1386;p105"/>
          <p:cNvSpPr txBox="1"/>
          <p:nvPr/>
        </p:nvSpPr>
        <p:spPr>
          <a:xfrm>
            <a:off x="4616638" y="3022200"/>
            <a:ext cx="1800300" cy="527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200">
                <a:solidFill>
                  <a:schemeClr val="dk1"/>
                </a:solidFill>
                <a:latin typeface="Kulim Park"/>
                <a:ea typeface="Kulim Park"/>
                <a:cs typeface="Kulim Park"/>
                <a:sym typeface="Kulim Park"/>
              </a:rPr>
              <a:t>MARS</a:t>
            </a:r>
            <a:endParaRPr sz="2200">
              <a:solidFill>
                <a:schemeClr val="dk1"/>
              </a:solidFill>
              <a:latin typeface="Kulim Park"/>
              <a:ea typeface="Kulim Park"/>
              <a:cs typeface="Kulim Park"/>
              <a:sym typeface="Kulim Park"/>
            </a:endParaRPr>
          </a:p>
        </p:txBody>
      </p:sp>
      <p:cxnSp>
        <p:nvCxnSpPr>
          <p:cNvPr id="1387" name="Google Shape;1387;p105"/>
          <p:cNvCxnSpPr/>
          <p:nvPr/>
        </p:nvCxnSpPr>
        <p:spPr>
          <a:xfrm flipH="1" rot="10800000">
            <a:off x="1715250" y="2795125"/>
            <a:ext cx="5715900" cy="7800"/>
          </a:xfrm>
          <a:prstGeom prst="straightConnector1">
            <a:avLst/>
          </a:prstGeom>
          <a:noFill/>
          <a:ln cap="flat" cmpd="sng" w="28575">
            <a:solidFill>
              <a:schemeClr val="dk2"/>
            </a:solidFill>
            <a:prstDash val="solid"/>
            <a:round/>
            <a:headEnd len="med" w="med" type="none"/>
            <a:tailEnd len="med" w="med" type="non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5"/>
                                        </p:tgtEl>
                                        <p:attrNameLst>
                                          <p:attrName>style.visibility</p:attrName>
                                        </p:attrNameLst>
                                      </p:cBhvr>
                                      <p:to>
                                        <p:strVal val="visible"/>
                                      </p:to>
                                    </p:set>
                                    <p:animEffect filter="fade" transition="in">
                                      <p:cBhvr>
                                        <p:cTn dur="1000"/>
                                        <p:tgtEl>
                                          <p:spTgt spid="1375"/>
                                        </p:tgtEl>
                                      </p:cBhvr>
                                    </p:animEffect>
                                  </p:childTnLst>
                                </p:cTn>
                              </p:par>
                              <p:par>
                                <p:cTn fill="hold" nodeType="withEffect" presetClass="entr" presetID="10" presetSubtype="0">
                                  <p:stCondLst>
                                    <p:cond delay="0"/>
                                  </p:stCondLst>
                                  <p:childTnLst>
                                    <p:set>
                                      <p:cBhvr>
                                        <p:cTn dur="1" fill="hold">
                                          <p:stCondLst>
                                            <p:cond delay="0"/>
                                          </p:stCondLst>
                                        </p:cTn>
                                        <p:tgtEl>
                                          <p:spTgt spid="1377"/>
                                        </p:tgtEl>
                                        <p:attrNameLst>
                                          <p:attrName>style.visibility</p:attrName>
                                        </p:attrNameLst>
                                      </p:cBhvr>
                                      <p:to>
                                        <p:strVal val="visible"/>
                                      </p:to>
                                    </p:set>
                                    <p:animEffect filter="fade" transition="in">
                                      <p:cBhvr>
                                        <p:cTn dur="1000"/>
                                        <p:tgtEl>
                                          <p:spTgt spid="1377"/>
                                        </p:tgtEl>
                                      </p:cBhvr>
                                    </p:animEffect>
                                  </p:childTnLst>
                                </p:cTn>
                              </p:par>
                              <p:par>
                                <p:cTn fill="hold" nodeType="withEffect" presetClass="entr" presetID="10" presetSubtype="0">
                                  <p:stCondLst>
                                    <p:cond delay="0"/>
                                  </p:stCondLst>
                                  <p:childTnLst>
                                    <p:set>
                                      <p:cBhvr>
                                        <p:cTn dur="1" fill="hold">
                                          <p:stCondLst>
                                            <p:cond delay="0"/>
                                          </p:stCondLst>
                                        </p:cTn>
                                        <p:tgtEl>
                                          <p:spTgt spid="1379"/>
                                        </p:tgtEl>
                                        <p:attrNameLst>
                                          <p:attrName>style.visibility</p:attrName>
                                        </p:attrNameLst>
                                      </p:cBhvr>
                                      <p:to>
                                        <p:strVal val="visible"/>
                                      </p:to>
                                    </p:set>
                                    <p:animEffect filter="fade" transition="in">
                                      <p:cBhvr>
                                        <p:cTn dur="1000"/>
                                        <p:tgtEl>
                                          <p:spTgt spid="1379"/>
                                        </p:tgtEl>
                                      </p:cBhvr>
                                    </p:animEffect>
                                  </p:childTnLst>
                                </p:cTn>
                              </p:par>
                              <p:par>
                                <p:cTn fill="hold" nodeType="withEffect" presetClass="entr" presetID="10" presetSubtype="0">
                                  <p:stCondLst>
                                    <p:cond delay="0"/>
                                  </p:stCondLst>
                                  <p:childTnLst>
                                    <p:set>
                                      <p:cBhvr>
                                        <p:cTn dur="1" fill="hold">
                                          <p:stCondLst>
                                            <p:cond delay="0"/>
                                          </p:stCondLst>
                                        </p:cTn>
                                        <p:tgtEl>
                                          <p:spTgt spid="1381"/>
                                        </p:tgtEl>
                                        <p:attrNameLst>
                                          <p:attrName>style.visibility</p:attrName>
                                        </p:attrNameLst>
                                      </p:cBhvr>
                                      <p:to>
                                        <p:strVal val="visible"/>
                                      </p:to>
                                    </p:set>
                                    <p:animEffect filter="fade" transition="in">
                                      <p:cBhvr>
                                        <p:cTn dur="1000"/>
                                        <p:tgtEl>
                                          <p:spTgt spid="138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1" name="Shape 1391"/>
        <p:cNvGrpSpPr/>
        <p:nvPr/>
      </p:nvGrpSpPr>
      <p:grpSpPr>
        <a:xfrm>
          <a:off x="0" y="0"/>
          <a:ext cx="0" cy="0"/>
          <a:chOff x="0" y="0"/>
          <a:chExt cx="0" cy="0"/>
        </a:xfrm>
      </p:grpSpPr>
      <p:sp>
        <p:nvSpPr>
          <p:cNvPr id="1392" name="Google Shape;1392;p106"/>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PREDICTED GROWTH</a:t>
            </a:r>
            <a:endParaRPr/>
          </a:p>
        </p:txBody>
      </p:sp>
      <p:sp>
        <p:nvSpPr>
          <p:cNvPr id="1393" name="Google Shape;1393;p106"/>
          <p:cNvSpPr txBox="1"/>
          <p:nvPr/>
        </p:nvSpPr>
        <p:spPr>
          <a:xfrm>
            <a:off x="5928825" y="1376750"/>
            <a:ext cx="2475300" cy="4875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latin typeface="Kulim Park"/>
                <a:ea typeface="Kulim Park"/>
                <a:cs typeface="Kulim Park"/>
                <a:sym typeface="Kulim Park"/>
              </a:rPr>
              <a:t>MERCURY</a:t>
            </a:r>
            <a:endParaRPr sz="2000">
              <a:solidFill>
                <a:schemeClr val="dk1"/>
              </a:solidFill>
              <a:latin typeface="Kulim Park"/>
              <a:ea typeface="Kulim Park"/>
              <a:cs typeface="Kulim Park"/>
              <a:sym typeface="Kulim Park"/>
            </a:endParaRPr>
          </a:p>
        </p:txBody>
      </p:sp>
      <p:sp>
        <p:nvSpPr>
          <p:cNvPr id="1394" name="Google Shape;1394;p106"/>
          <p:cNvSpPr txBox="1"/>
          <p:nvPr/>
        </p:nvSpPr>
        <p:spPr>
          <a:xfrm>
            <a:off x="5928885" y="1760720"/>
            <a:ext cx="2475300" cy="487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latin typeface="Manrope"/>
                <a:ea typeface="Manrope"/>
                <a:cs typeface="Manrope"/>
                <a:sym typeface="Manrope"/>
              </a:rPr>
              <a:t>It’s the smallest planet</a:t>
            </a:r>
            <a:endParaRPr>
              <a:solidFill>
                <a:schemeClr val="dk1"/>
              </a:solidFill>
              <a:latin typeface="Manrope"/>
              <a:ea typeface="Manrope"/>
              <a:cs typeface="Manrope"/>
              <a:sym typeface="Manrope"/>
            </a:endParaRPr>
          </a:p>
        </p:txBody>
      </p:sp>
      <p:sp>
        <p:nvSpPr>
          <p:cNvPr id="1395" name="Google Shape;1395;p106"/>
          <p:cNvSpPr txBox="1"/>
          <p:nvPr/>
        </p:nvSpPr>
        <p:spPr>
          <a:xfrm>
            <a:off x="5928825" y="2226927"/>
            <a:ext cx="2475300" cy="4875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latin typeface="Kulim Park"/>
                <a:ea typeface="Kulim Park"/>
                <a:cs typeface="Kulim Park"/>
                <a:sym typeface="Kulim Park"/>
              </a:rPr>
              <a:t>SATURN</a:t>
            </a:r>
            <a:endParaRPr sz="2000">
              <a:solidFill>
                <a:schemeClr val="dk1"/>
              </a:solidFill>
              <a:latin typeface="Kulim Park"/>
              <a:ea typeface="Kulim Park"/>
              <a:cs typeface="Kulim Park"/>
              <a:sym typeface="Kulim Park"/>
            </a:endParaRPr>
          </a:p>
        </p:txBody>
      </p:sp>
      <p:sp>
        <p:nvSpPr>
          <p:cNvPr id="1396" name="Google Shape;1396;p106"/>
          <p:cNvSpPr txBox="1"/>
          <p:nvPr/>
        </p:nvSpPr>
        <p:spPr>
          <a:xfrm>
            <a:off x="5928885" y="2582598"/>
            <a:ext cx="2475300" cy="487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latin typeface="Manrope"/>
                <a:ea typeface="Manrope"/>
                <a:cs typeface="Manrope"/>
                <a:sym typeface="Manrope"/>
              </a:rPr>
              <a:t>Saturn is the ringed planet</a:t>
            </a:r>
            <a:endParaRPr>
              <a:solidFill>
                <a:schemeClr val="dk1"/>
              </a:solidFill>
              <a:latin typeface="Manrope"/>
              <a:ea typeface="Manrope"/>
              <a:cs typeface="Manrope"/>
              <a:sym typeface="Manrope"/>
            </a:endParaRPr>
          </a:p>
        </p:txBody>
      </p:sp>
      <p:sp>
        <p:nvSpPr>
          <p:cNvPr id="1397" name="Google Shape;1397;p106"/>
          <p:cNvSpPr txBox="1"/>
          <p:nvPr/>
        </p:nvSpPr>
        <p:spPr>
          <a:xfrm>
            <a:off x="5928825" y="3071780"/>
            <a:ext cx="2475300" cy="4875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latin typeface="Kulim Park"/>
                <a:ea typeface="Kulim Park"/>
                <a:cs typeface="Kulim Park"/>
                <a:sym typeface="Kulim Park"/>
              </a:rPr>
              <a:t>VENUS</a:t>
            </a:r>
            <a:endParaRPr sz="2000">
              <a:solidFill>
                <a:schemeClr val="dk1"/>
              </a:solidFill>
              <a:latin typeface="Kulim Park"/>
              <a:ea typeface="Kulim Park"/>
              <a:cs typeface="Kulim Park"/>
              <a:sym typeface="Kulim Park"/>
            </a:endParaRPr>
          </a:p>
        </p:txBody>
      </p:sp>
      <p:sp>
        <p:nvSpPr>
          <p:cNvPr id="1398" name="Google Shape;1398;p106"/>
          <p:cNvSpPr txBox="1"/>
          <p:nvPr/>
        </p:nvSpPr>
        <p:spPr>
          <a:xfrm>
            <a:off x="5928885" y="3427450"/>
            <a:ext cx="2475300" cy="487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latin typeface="Manrope"/>
                <a:ea typeface="Manrope"/>
                <a:cs typeface="Manrope"/>
                <a:sym typeface="Manrope"/>
              </a:rPr>
              <a:t>Venus has a beautiful name</a:t>
            </a:r>
            <a:endParaRPr>
              <a:solidFill>
                <a:schemeClr val="dk1"/>
              </a:solidFill>
              <a:latin typeface="Manrope"/>
              <a:ea typeface="Manrope"/>
              <a:cs typeface="Manrope"/>
              <a:sym typeface="Manrope"/>
            </a:endParaRPr>
          </a:p>
        </p:txBody>
      </p:sp>
      <p:sp>
        <p:nvSpPr>
          <p:cNvPr id="1399" name="Google Shape;1399;p106"/>
          <p:cNvSpPr txBox="1"/>
          <p:nvPr/>
        </p:nvSpPr>
        <p:spPr>
          <a:xfrm>
            <a:off x="2557650" y="4196100"/>
            <a:ext cx="4028700" cy="5100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1200">
                <a:solidFill>
                  <a:schemeClr val="dk1"/>
                </a:solidFill>
                <a:latin typeface="Manrope Medium"/>
                <a:ea typeface="Manrope Medium"/>
                <a:cs typeface="Manrope Medium"/>
                <a:sym typeface="Manrope Medium"/>
              </a:rPr>
              <a:t>Follow the link in the graph to modify its data and then paste the new one here. </a:t>
            </a:r>
            <a:r>
              <a:rPr b="1" lang="en" sz="1200">
                <a:solidFill>
                  <a:schemeClr val="dk1"/>
                </a:solidFill>
                <a:uFill>
                  <a:noFill/>
                </a:uFill>
                <a:latin typeface="Manrope"/>
                <a:ea typeface="Manrope"/>
                <a:cs typeface="Manrope"/>
                <a:sym typeface="Manrope"/>
                <a:hlinkClick r:id="rId3">
                  <a:extLst>
                    <a:ext uri="{A12FA001-AC4F-418D-AE19-62706E023703}">
                      <ahyp:hlinkClr val="tx"/>
                    </a:ext>
                  </a:extLst>
                </a:hlinkClick>
              </a:rPr>
              <a:t>For more info, click here</a:t>
            </a:r>
            <a:endParaRPr b="1" sz="1200">
              <a:solidFill>
                <a:schemeClr val="dk1"/>
              </a:solidFill>
              <a:latin typeface="Manrope"/>
              <a:ea typeface="Manrope"/>
              <a:cs typeface="Manrope"/>
              <a:sym typeface="Manrope"/>
            </a:endParaRPr>
          </a:p>
        </p:txBody>
      </p:sp>
      <p:pic>
        <p:nvPicPr>
          <p:cNvPr id="1400" name="Google Shape;1400;p106" title="Chart">
            <a:hlinkClick r:id="rId4"/>
          </p:cNvPr>
          <p:cNvPicPr preferRelativeResize="0"/>
          <p:nvPr/>
        </p:nvPicPr>
        <p:blipFill>
          <a:blip r:embed="rId5">
            <a:alphaModFix/>
          </a:blip>
          <a:stretch>
            <a:fillRect/>
          </a:stretch>
        </p:blipFill>
        <p:spPr>
          <a:xfrm>
            <a:off x="592575" y="1348450"/>
            <a:ext cx="4351425" cy="2690600"/>
          </a:xfrm>
          <a:prstGeom prst="rect">
            <a:avLst/>
          </a:prstGeom>
          <a:noFill/>
          <a:ln>
            <a:noFill/>
          </a:ln>
        </p:spPr>
      </p:pic>
      <p:sp>
        <p:nvSpPr>
          <p:cNvPr id="1401" name="Google Shape;1401;p106"/>
          <p:cNvSpPr/>
          <p:nvPr/>
        </p:nvSpPr>
        <p:spPr>
          <a:xfrm>
            <a:off x="5198575" y="1574426"/>
            <a:ext cx="465138" cy="413339"/>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2" name="Google Shape;1402;p106"/>
          <p:cNvSpPr/>
          <p:nvPr/>
        </p:nvSpPr>
        <p:spPr>
          <a:xfrm flipH="1">
            <a:off x="5102194" y="2482286"/>
            <a:ext cx="570882" cy="411264"/>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3" name="Google Shape;1403;p106"/>
          <p:cNvSpPr/>
          <p:nvPr/>
        </p:nvSpPr>
        <p:spPr>
          <a:xfrm flipH="1">
            <a:off x="5109441" y="3309249"/>
            <a:ext cx="556385" cy="400821"/>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1400"/>
                                        </p:tgtEl>
                                        <p:attrNameLst>
                                          <p:attrName>style.visibility</p:attrName>
                                        </p:attrNameLst>
                                      </p:cBhvr>
                                      <p:to>
                                        <p:strVal val="visible"/>
                                      </p:to>
                                    </p:set>
                                    <p:anim calcmode="lin" valueType="num">
                                      <p:cBhvr additive="base">
                                        <p:cTn dur="1000"/>
                                        <p:tgtEl>
                                          <p:spTgt spid="1400"/>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7" name="Shape 1407"/>
        <p:cNvGrpSpPr/>
        <p:nvPr/>
      </p:nvGrpSpPr>
      <p:grpSpPr>
        <a:xfrm>
          <a:off x="0" y="0"/>
          <a:ext cx="0" cy="0"/>
          <a:chOff x="0" y="0"/>
          <a:chExt cx="0" cy="0"/>
        </a:xfrm>
      </p:grpSpPr>
      <p:sp>
        <p:nvSpPr>
          <p:cNvPr id="1408" name="Google Shape;1408;p107"/>
          <p:cNvSpPr/>
          <p:nvPr/>
        </p:nvSpPr>
        <p:spPr>
          <a:xfrm>
            <a:off x="760477" y="1645295"/>
            <a:ext cx="932660" cy="828796"/>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 name="Google Shape;1409;p107"/>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INVESTMENT</a:t>
            </a:r>
            <a:endParaRPr/>
          </a:p>
        </p:txBody>
      </p:sp>
      <p:sp>
        <p:nvSpPr>
          <p:cNvPr id="1410" name="Google Shape;1410;p107"/>
          <p:cNvSpPr txBox="1"/>
          <p:nvPr/>
        </p:nvSpPr>
        <p:spPr>
          <a:xfrm>
            <a:off x="2557650" y="4196100"/>
            <a:ext cx="4028700" cy="5100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1200">
                <a:solidFill>
                  <a:schemeClr val="dk1"/>
                </a:solidFill>
                <a:latin typeface="Manrope Medium"/>
                <a:ea typeface="Manrope Medium"/>
                <a:cs typeface="Manrope Medium"/>
                <a:sym typeface="Manrope Medium"/>
              </a:rPr>
              <a:t>Follow the link in the graph to modify its data and then paste the new one here. </a:t>
            </a:r>
            <a:r>
              <a:rPr b="1" lang="en" sz="1200">
                <a:solidFill>
                  <a:schemeClr val="dk1"/>
                </a:solidFill>
                <a:uFill>
                  <a:noFill/>
                </a:uFill>
                <a:latin typeface="Manrope"/>
                <a:ea typeface="Manrope"/>
                <a:cs typeface="Manrope"/>
                <a:sym typeface="Manrope"/>
                <a:hlinkClick r:id="rId3">
                  <a:extLst>
                    <a:ext uri="{A12FA001-AC4F-418D-AE19-62706E023703}">
                      <ahyp:hlinkClr val="tx"/>
                    </a:ext>
                  </a:extLst>
                </a:hlinkClick>
              </a:rPr>
              <a:t>For more info, click here</a:t>
            </a:r>
            <a:endParaRPr b="1" sz="1200">
              <a:solidFill>
                <a:schemeClr val="dk1"/>
              </a:solidFill>
              <a:latin typeface="Manrope"/>
              <a:ea typeface="Manrope"/>
              <a:cs typeface="Manrope"/>
              <a:sym typeface="Manrope"/>
            </a:endParaRPr>
          </a:p>
        </p:txBody>
      </p:sp>
      <p:pic>
        <p:nvPicPr>
          <p:cNvPr id="1411" name="Google Shape;1411;p107" title="Chart">
            <a:hlinkClick r:id="rId4"/>
          </p:cNvPr>
          <p:cNvPicPr preferRelativeResize="0"/>
          <p:nvPr/>
        </p:nvPicPr>
        <p:blipFill rotWithShape="1">
          <a:blip r:embed="rId5">
            <a:alphaModFix/>
          </a:blip>
          <a:srcRect b="11127" l="0" r="0" t="0"/>
          <a:stretch/>
        </p:blipFill>
        <p:spPr>
          <a:xfrm>
            <a:off x="4465450" y="1529536"/>
            <a:ext cx="4062900" cy="2232624"/>
          </a:xfrm>
          <a:prstGeom prst="rect">
            <a:avLst/>
          </a:prstGeom>
          <a:noFill/>
          <a:ln>
            <a:noFill/>
          </a:ln>
        </p:spPr>
      </p:pic>
      <p:sp>
        <p:nvSpPr>
          <p:cNvPr id="1412" name="Google Shape;1412;p107"/>
          <p:cNvSpPr txBox="1"/>
          <p:nvPr/>
        </p:nvSpPr>
        <p:spPr>
          <a:xfrm>
            <a:off x="1962863" y="1660125"/>
            <a:ext cx="1839000" cy="274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000">
                <a:solidFill>
                  <a:schemeClr val="dk1"/>
                </a:solidFill>
                <a:latin typeface="Kulim Park"/>
                <a:ea typeface="Kulim Park"/>
                <a:cs typeface="Kulim Park"/>
                <a:sym typeface="Kulim Park"/>
              </a:rPr>
              <a:t>VENUS</a:t>
            </a:r>
            <a:endParaRPr sz="2000">
              <a:solidFill>
                <a:schemeClr val="dk1"/>
              </a:solidFill>
              <a:latin typeface="Kulim Park"/>
              <a:ea typeface="Kulim Park"/>
              <a:cs typeface="Kulim Park"/>
              <a:sym typeface="Kulim Park"/>
            </a:endParaRPr>
          </a:p>
        </p:txBody>
      </p:sp>
      <p:sp>
        <p:nvSpPr>
          <p:cNvPr id="1413" name="Google Shape;1413;p107"/>
          <p:cNvSpPr txBox="1"/>
          <p:nvPr/>
        </p:nvSpPr>
        <p:spPr>
          <a:xfrm>
            <a:off x="1962872" y="2013777"/>
            <a:ext cx="18390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solidFill>
                  <a:schemeClr val="dk1"/>
                </a:solidFill>
                <a:latin typeface="Manrope"/>
                <a:ea typeface="Manrope"/>
                <a:cs typeface="Manrope"/>
                <a:sym typeface="Manrope"/>
              </a:rPr>
              <a:t>Venus has a beautiful name</a:t>
            </a:r>
            <a:endParaRPr>
              <a:solidFill>
                <a:schemeClr val="dk1"/>
              </a:solidFill>
              <a:latin typeface="Manrope"/>
              <a:ea typeface="Manrope"/>
              <a:cs typeface="Manrope"/>
              <a:sym typeface="Manrope"/>
            </a:endParaRPr>
          </a:p>
        </p:txBody>
      </p:sp>
      <p:sp>
        <p:nvSpPr>
          <p:cNvPr id="1414" name="Google Shape;1414;p107"/>
          <p:cNvSpPr txBox="1"/>
          <p:nvPr/>
        </p:nvSpPr>
        <p:spPr>
          <a:xfrm>
            <a:off x="1962863" y="2824350"/>
            <a:ext cx="1839000" cy="274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000">
                <a:solidFill>
                  <a:schemeClr val="dk1"/>
                </a:solidFill>
                <a:latin typeface="Kulim Park"/>
                <a:ea typeface="Kulim Park"/>
                <a:cs typeface="Kulim Park"/>
                <a:sym typeface="Kulim Park"/>
              </a:rPr>
              <a:t>MERCURY</a:t>
            </a:r>
            <a:endParaRPr sz="2000">
              <a:solidFill>
                <a:schemeClr val="dk1"/>
              </a:solidFill>
              <a:latin typeface="Kulim Park"/>
              <a:ea typeface="Kulim Park"/>
              <a:cs typeface="Kulim Park"/>
              <a:sym typeface="Kulim Park"/>
            </a:endParaRPr>
          </a:p>
        </p:txBody>
      </p:sp>
      <p:sp>
        <p:nvSpPr>
          <p:cNvPr id="1415" name="Google Shape;1415;p107"/>
          <p:cNvSpPr txBox="1"/>
          <p:nvPr/>
        </p:nvSpPr>
        <p:spPr>
          <a:xfrm>
            <a:off x="1962872" y="3178000"/>
            <a:ext cx="18390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solidFill>
                  <a:schemeClr val="dk1"/>
                </a:solidFill>
                <a:latin typeface="Manrope"/>
                <a:ea typeface="Manrope"/>
                <a:cs typeface="Manrope"/>
                <a:sym typeface="Manrope"/>
              </a:rPr>
              <a:t>Mercury is the smallest planet</a:t>
            </a:r>
            <a:endParaRPr>
              <a:solidFill>
                <a:schemeClr val="dk1"/>
              </a:solidFill>
              <a:latin typeface="Manrope"/>
              <a:ea typeface="Manrope"/>
              <a:cs typeface="Manrope"/>
              <a:sym typeface="Manrope"/>
            </a:endParaRPr>
          </a:p>
        </p:txBody>
      </p:sp>
      <p:sp>
        <p:nvSpPr>
          <p:cNvPr id="1416" name="Google Shape;1416;p107"/>
          <p:cNvSpPr/>
          <p:nvPr/>
        </p:nvSpPr>
        <p:spPr>
          <a:xfrm flipH="1">
            <a:off x="561475" y="2824353"/>
            <a:ext cx="1189160" cy="856707"/>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17" name="Google Shape;1417;p107"/>
          <p:cNvGrpSpPr/>
          <p:nvPr/>
        </p:nvGrpSpPr>
        <p:grpSpPr>
          <a:xfrm rot="-750575">
            <a:off x="1021387" y="1874138"/>
            <a:ext cx="411366" cy="373716"/>
            <a:chOff x="-62518200" y="2692475"/>
            <a:chExt cx="318225" cy="289100"/>
          </a:xfrm>
        </p:grpSpPr>
        <p:sp>
          <p:nvSpPr>
            <p:cNvPr id="1418" name="Google Shape;1418;p107"/>
            <p:cNvSpPr/>
            <p:nvPr/>
          </p:nvSpPr>
          <p:spPr>
            <a:xfrm>
              <a:off x="-62518200" y="2692475"/>
              <a:ext cx="318225" cy="289100"/>
            </a:xfrm>
            <a:custGeom>
              <a:rect b="b" l="l" r="r" t="t"/>
              <a:pathLst>
                <a:path extrusionOk="0" h="11564" w="12729">
                  <a:moveTo>
                    <a:pt x="3750" y="851"/>
                  </a:moveTo>
                  <a:cubicBezTo>
                    <a:pt x="5420" y="851"/>
                    <a:pt x="6617" y="1513"/>
                    <a:pt x="6617" y="2112"/>
                  </a:cubicBezTo>
                  <a:cubicBezTo>
                    <a:pt x="6617" y="2679"/>
                    <a:pt x="5420" y="3309"/>
                    <a:pt x="3750" y="3309"/>
                  </a:cubicBezTo>
                  <a:cubicBezTo>
                    <a:pt x="2206" y="3309"/>
                    <a:pt x="851" y="2679"/>
                    <a:pt x="851" y="2112"/>
                  </a:cubicBezTo>
                  <a:cubicBezTo>
                    <a:pt x="851" y="1481"/>
                    <a:pt x="2112" y="851"/>
                    <a:pt x="3750" y="851"/>
                  </a:cubicBezTo>
                  <a:close/>
                  <a:moveTo>
                    <a:pt x="6617" y="3403"/>
                  </a:moveTo>
                  <a:lnTo>
                    <a:pt x="6617" y="3781"/>
                  </a:lnTo>
                  <a:cubicBezTo>
                    <a:pt x="5829" y="4222"/>
                    <a:pt x="5199" y="4884"/>
                    <a:pt x="4821" y="5672"/>
                  </a:cubicBezTo>
                  <a:cubicBezTo>
                    <a:pt x="4475" y="5766"/>
                    <a:pt x="4096" y="5766"/>
                    <a:pt x="3750" y="5766"/>
                  </a:cubicBezTo>
                  <a:cubicBezTo>
                    <a:pt x="2206" y="5766"/>
                    <a:pt x="851" y="5136"/>
                    <a:pt x="851" y="4506"/>
                  </a:cubicBezTo>
                  <a:lnTo>
                    <a:pt x="851" y="3403"/>
                  </a:lnTo>
                  <a:cubicBezTo>
                    <a:pt x="1639" y="3939"/>
                    <a:pt x="2742" y="4159"/>
                    <a:pt x="3750" y="4159"/>
                  </a:cubicBezTo>
                  <a:cubicBezTo>
                    <a:pt x="4727" y="4159"/>
                    <a:pt x="5829" y="3939"/>
                    <a:pt x="6617" y="3403"/>
                  </a:cubicBezTo>
                  <a:close/>
                  <a:moveTo>
                    <a:pt x="883" y="5913"/>
                  </a:moveTo>
                  <a:cubicBezTo>
                    <a:pt x="1396" y="6254"/>
                    <a:pt x="2361" y="6617"/>
                    <a:pt x="3750" y="6617"/>
                  </a:cubicBezTo>
                  <a:cubicBezTo>
                    <a:pt x="4033" y="6617"/>
                    <a:pt x="4254" y="6617"/>
                    <a:pt x="4538" y="6585"/>
                  </a:cubicBezTo>
                  <a:lnTo>
                    <a:pt x="4538" y="6585"/>
                  </a:lnTo>
                  <a:cubicBezTo>
                    <a:pt x="4475" y="6869"/>
                    <a:pt x="4475" y="7184"/>
                    <a:pt x="4475" y="7467"/>
                  </a:cubicBezTo>
                  <a:cubicBezTo>
                    <a:pt x="4475" y="7719"/>
                    <a:pt x="4506" y="7971"/>
                    <a:pt x="4538" y="8255"/>
                  </a:cubicBezTo>
                  <a:cubicBezTo>
                    <a:pt x="4317" y="8287"/>
                    <a:pt x="4033" y="8287"/>
                    <a:pt x="3781" y="8287"/>
                  </a:cubicBezTo>
                  <a:cubicBezTo>
                    <a:pt x="2269" y="8287"/>
                    <a:pt x="883" y="7656"/>
                    <a:pt x="883" y="7026"/>
                  </a:cubicBezTo>
                  <a:lnTo>
                    <a:pt x="883" y="5913"/>
                  </a:lnTo>
                  <a:close/>
                  <a:moveTo>
                    <a:pt x="851" y="8350"/>
                  </a:moveTo>
                  <a:cubicBezTo>
                    <a:pt x="1639" y="8917"/>
                    <a:pt x="2773" y="9106"/>
                    <a:pt x="3750" y="9106"/>
                  </a:cubicBezTo>
                  <a:cubicBezTo>
                    <a:pt x="4096" y="9106"/>
                    <a:pt x="4412" y="9074"/>
                    <a:pt x="4727" y="9043"/>
                  </a:cubicBezTo>
                  <a:cubicBezTo>
                    <a:pt x="4979" y="9547"/>
                    <a:pt x="5294" y="10019"/>
                    <a:pt x="5672" y="10397"/>
                  </a:cubicBezTo>
                  <a:cubicBezTo>
                    <a:pt x="5136" y="10649"/>
                    <a:pt x="4475" y="10775"/>
                    <a:pt x="3750" y="10775"/>
                  </a:cubicBezTo>
                  <a:cubicBezTo>
                    <a:pt x="2112" y="10775"/>
                    <a:pt x="851" y="10082"/>
                    <a:pt x="851" y="9547"/>
                  </a:cubicBezTo>
                  <a:lnTo>
                    <a:pt x="851" y="8350"/>
                  </a:lnTo>
                  <a:close/>
                  <a:moveTo>
                    <a:pt x="8570" y="4159"/>
                  </a:moveTo>
                  <a:cubicBezTo>
                    <a:pt x="10366" y="4159"/>
                    <a:pt x="11878" y="5640"/>
                    <a:pt x="11878" y="7467"/>
                  </a:cubicBezTo>
                  <a:cubicBezTo>
                    <a:pt x="11878" y="9263"/>
                    <a:pt x="10366" y="10775"/>
                    <a:pt x="8570" y="10775"/>
                  </a:cubicBezTo>
                  <a:cubicBezTo>
                    <a:pt x="6743" y="10775"/>
                    <a:pt x="5262" y="9263"/>
                    <a:pt x="5262" y="7467"/>
                  </a:cubicBezTo>
                  <a:cubicBezTo>
                    <a:pt x="5262" y="5609"/>
                    <a:pt x="6743" y="4159"/>
                    <a:pt x="8570" y="4159"/>
                  </a:cubicBezTo>
                  <a:close/>
                  <a:moveTo>
                    <a:pt x="3781" y="1"/>
                  </a:moveTo>
                  <a:cubicBezTo>
                    <a:pt x="1797" y="1"/>
                    <a:pt x="64" y="851"/>
                    <a:pt x="64" y="2112"/>
                  </a:cubicBezTo>
                  <a:lnTo>
                    <a:pt x="64" y="9547"/>
                  </a:lnTo>
                  <a:cubicBezTo>
                    <a:pt x="1" y="10082"/>
                    <a:pt x="442" y="10649"/>
                    <a:pt x="1230" y="11027"/>
                  </a:cubicBezTo>
                  <a:cubicBezTo>
                    <a:pt x="1891" y="11405"/>
                    <a:pt x="2805" y="11563"/>
                    <a:pt x="3750" y="11563"/>
                  </a:cubicBezTo>
                  <a:cubicBezTo>
                    <a:pt x="4790" y="11563"/>
                    <a:pt x="5735" y="11311"/>
                    <a:pt x="6428" y="10964"/>
                  </a:cubicBezTo>
                  <a:cubicBezTo>
                    <a:pt x="7058" y="11342"/>
                    <a:pt x="7814" y="11563"/>
                    <a:pt x="8602" y="11563"/>
                  </a:cubicBezTo>
                  <a:cubicBezTo>
                    <a:pt x="10870" y="11563"/>
                    <a:pt x="12729" y="9704"/>
                    <a:pt x="12729" y="7404"/>
                  </a:cubicBezTo>
                  <a:cubicBezTo>
                    <a:pt x="12729" y="5136"/>
                    <a:pt x="10870" y="3277"/>
                    <a:pt x="8602" y="3277"/>
                  </a:cubicBezTo>
                  <a:cubicBezTo>
                    <a:pt x="8192" y="3277"/>
                    <a:pt x="7846" y="3309"/>
                    <a:pt x="7499" y="3435"/>
                  </a:cubicBezTo>
                  <a:lnTo>
                    <a:pt x="7499" y="2049"/>
                  </a:lnTo>
                  <a:cubicBezTo>
                    <a:pt x="7499" y="1481"/>
                    <a:pt x="7058" y="914"/>
                    <a:pt x="6302" y="536"/>
                  </a:cubicBezTo>
                  <a:cubicBezTo>
                    <a:pt x="5640" y="158"/>
                    <a:pt x="4727" y="1"/>
                    <a:pt x="3781"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 name="Google Shape;1419;p107"/>
            <p:cNvSpPr/>
            <p:nvPr/>
          </p:nvSpPr>
          <p:spPr>
            <a:xfrm>
              <a:off x="-62335475" y="2804325"/>
              <a:ext cx="62250" cy="146525"/>
            </a:xfrm>
            <a:custGeom>
              <a:rect b="b" l="l" r="r" t="t"/>
              <a:pathLst>
                <a:path extrusionOk="0" h="5861" w="2490">
                  <a:moveTo>
                    <a:pt x="1261" y="0"/>
                  </a:moveTo>
                  <a:cubicBezTo>
                    <a:pt x="1009" y="0"/>
                    <a:pt x="820" y="189"/>
                    <a:pt x="820" y="410"/>
                  </a:cubicBezTo>
                  <a:lnTo>
                    <a:pt x="820" y="694"/>
                  </a:lnTo>
                  <a:cubicBezTo>
                    <a:pt x="348" y="851"/>
                    <a:pt x="1" y="1324"/>
                    <a:pt x="1" y="1891"/>
                  </a:cubicBezTo>
                  <a:cubicBezTo>
                    <a:pt x="1" y="2552"/>
                    <a:pt x="537" y="2930"/>
                    <a:pt x="978" y="3245"/>
                  </a:cubicBezTo>
                  <a:cubicBezTo>
                    <a:pt x="1293" y="3497"/>
                    <a:pt x="1639" y="3718"/>
                    <a:pt x="1639" y="3970"/>
                  </a:cubicBezTo>
                  <a:cubicBezTo>
                    <a:pt x="1671" y="4254"/>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19"/>
                  </a:lnTo>
                  <a:cubicBezTo>
                    <a:pt x="820" y="5671"/>
                    <a:pt x="1009" y="5860"/>
                    <a:pt x="1261" y="5860"/>
                  </a:cubicBezTo>
                  <a:cubicBezTo>
                    <a:pt x="1482" y="5860"/>
                    <a:pt x="1639" y="5671"/>
                    <a:pt x="1639" y="5419"/>
                  </a:cubicBezTo>
                  <a:lnTo>
                    <a:pt x="1639" y="5136"/>
                  </a:lnTo>
                  <a:cubicBezTo>
                    <a:pt x="2112" y="4978"/>
                    <a:pt x="2458" y="4506"/>
                    <a:pt x="2458" y="3970"/>
                  </a:cubicBezTo>
                  <a:cubicBezTo>
                    <a:pt x="2458" y="3308"/>
                    <a:pt x="1923" y="2899"/>
                    <a:pt x="1482" y="2584"/>
                  </a:cubicBezTo>
                  <a:cubicBezTo>
                    <a:pt x="1167" y="2363"/>
                    <a:pt x="820" y="2111"/>
                    <a:pt x="820" y="1891"/>
                  </a:cubicBezTo>
                  <a:cubicBezTo>
                    <a:pt x="820" y="1639"/>
                    <a:pt x="1009" y="1450"/>
                    <a:pt x="1261" y="1450"/>
                  </a:cubicBezTo>
                  <a:cubicBezTo>
                    <a:pt x="1482" y="1450"/>
                    <a:pt x="1639" y="1639"/>
                    <a:pt x="1639" y="1891"/>
                  </a:cubicBezTo>
                  <a:cubicBezTo>
                    <a:pt x="1639" y="2111"/>
                    <a:pt x="1860" y="2300"/>
                    <a:pt x="2049" y="2300"/>
                  </a:cubicBezTo>
                  <a:cubicBezTo>
                    <a:pt x="2269" y="2300"/>
                    <a:pt x="2490" y="2111"/>
                    <a:pt x="2490" y="1891"/>
                  </a:cubicBezTo>
                  <a:cubicBezTo>
                    <a:pt x="2490" y="1324"/>
                    <a:pt x="2112" y="883"/>
                    <a:pt x="1639" y="694"/>
                  </a:cubicBezTo>
                  <a:lnTo>
                    <a:pt x="1639" y="410"/>
                  </a:lnTo>
                  <a:cubicBezTo>
                    <a:pt x="1639" y="189"/>
                    <a:pt x="1450" y="0"/>
                    <a:pt x="126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20" name="Google Shape;1420;p107"/>
          <p:cNvGrpSpPr/>
          <p:nvPr/>
        </p:nvGrpSpPr>
        <p:grpSpPr>
          <a:xfrm rot="1014257">
            <a:off x="1057970" y="2983353"/>
            <a:ext cx="412390" cy="413036"/>
            <a:chOff x="-59502375" y="1904375"/>
            <a:chExt cx="319000" cy="319500"/>
          </a:xfrm>
        </p:grpSpPr>
        <p:sp>
          <p:nvSpPr>
            <p:cNvPr id="1421" name="Google Shape;1421;p107"/>
            <p:cNvSpPr/>
            <p:nvPr/>
          </p:nvSpPr>
          <p:spPr>
            <a:xfrm>
              <a:off x="-59455125" y="2097050"/>
              <a:ext cx="227650" cy="62225"/>
            </a:xfrm>
            <a:custGeom>
              <a:rect b="b" l="l" r="r" t="t"/>
              <a:pathLst>
                <a:path extrusionOk="0" h="2489" w="9106">
                  <a:moveTo>
                    <a:pt x="1670" y="819"/>
                  </a:moveTo>
                  <a:lnTo>
                    <a:pt x="1670" y="1670"/>
                  </a:lnTo>
                  <a:lnTo>
                    <a:pt x="820" y="1670"/>
                  </a:lnTo>
                  <a:lnTo>
                    <a:pt x="820" y="819"/>
                  </a:lnTo>
                  <a:close/>
                  <a:moveTo>
                    <a:pt x="3309" y="819"/>
                  </a:moveTo>
                  <a:lnTo>
                    <a:pt x="3309" y="1670"/>
                  </a:lnTo>
                  <a:lnTo>
                    <a:pt x="2489" y="1670"/>
                  </a:lnTo>
                  <a:lnTo>
                    <a:pt x="2489" y="819"/>
                  </a:lnTo>
                  <a:close/>
                  <a:moveTo>
                    <a:pt x="4978" y="819"/>
                  </a:moveTo>
                  <a:lnTo>
                    <a:pt x="4978" y="1670"/>
                  </a:lnTo>
                  <a:lnTo>
                    <a:pt x="4128" y="1670"/>
                  </a:lnTo>
                  <a:lnTo>
                    <a:pt x="4128" y="819"/>
                  </a:lnTo>
                  <a:close/>
                  <a:moveTo>
                    <a:pt x="6617" y="819"/>
                  </a:moveTo>
                  <a:lnTo>
                    <a:pt x="6617" y="1670"/>
                  </a:lnTo>
                  <a:lnTo>
                    <a:pt x="5798" y="1670"/>
                  </a:lnTo>
                  <a:lnTo>
                    <a:pt x="5798" y="819"/>
                  </a:lnTo>
                  <a:close/>
                  <a:moveTo>
                    <a:pt x="8286" y="819"/>
                  </a:moveTo>
                  <a:lnTo>
                    <a:pt x="8286" y="1670"/>
                  </a:lnTo>
                  <a:lnTo>
                    <a:pt x="7436" y="1670"/>
                  </a:lnTo>
                  <a:lnTo>
                    <a:pt x="7436" y="819"/>
                  </a:lnTo>
                  <a:close/>
                  <a:moveTo>
                    <a:pt x="410" y="0"/>
                  </a:moveTo>
                  <a:cubicBezTo>
                    <a:pt x="158" y="0"/>
                    <a:pt x="1" y="189"/>
                    <a:pt x="1" y="410"/>
                  </a:cubicBezTo>
                  <a:lnTo>
                    <a:pt x="1" y="2048"/>
                  </a:lnTo>
                  <a:cubicBezTo>
                    <a:pt x="1" y="2300"/>
                    <a:pt x="190" y="2489"/>
                    <a:pt x="410" y="2489"/>
                  </a:cubicBezTo>
                  <a:lnTo>
                    <a:pt x="8664" y="2489"/>
                  </a:lnTo>
                  <a:cubicBezTo>
                    <a:pt x="8917" y="2489"/>
                    <a:pt x="9106" y="2300"/>
                    <a:pt x="9106" y="2048"/>
                  </a:cubicBezTo>
                  <a:lnTo>
                    <a:pt x="9106" y="410"/>
                  </a:lnTo>
                  <a:cubicBezTo>
                    <a:pt x="9106" y="158"/>
                    <a:pt x="8917" y="0"/>
                    <a:pt x="86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 name="Google Shape;1422;p107"/>
            <p:cNvSpPr/>
            <p:nvPr/>
          </p:nvSpPr>
          <p:spPr>
            <a:xfrm>
              <a:off x="-59502375" y="1966300"/>
              <a:ext cx="319000" cy="257575"/>
            </a:xfrm>
            <a:custGeom>
              <a:rect b="b" l="l" r="r" t="t"/>
              <a:pathLst>
                <a:path extrusionOk="0" h="10303" w="12760">
                  <a:moveTo>
                    <a:pt x="8633" y="1639"/>
                  </a:moveTo>
                  <a:lnTo>
                    <a:pt x="8633" y="3592"/>
                  </a:lnTo>
                  <a:lnTo>
                    <a:pt x="7814" y="3592"/>
                  </a:lnTo>
                  <a:lnTo>
                    <a:pt x="7814" y="1639"/>
                  </a:lnTo>
                  <a:close/>
                  <a:moveTo>
                    <a:pt x="11941" y="819"/>
                  </a:moveTo>
                  <a:lnTo>
                    <a:pt x="11941" y="3592"/>
                  </a:lnTo>
                  <a:lnTo>
                    <a:pt x="11122" y="3592"/>
                  </a:lnTo>
                  <a:lnTo>
                    <a:pt x="11122" y="819"/>
                  </a:lnTo>
                  <a:close/>
                  <a:moveTo>
                    <a:pt x="5041" y="3119"/>
                  </a:moveTo>
                  <a:lnTo>
                    <a:pt x="5041" y="3970"/>
                  </a:lnTo>
                  <a:cubicBezTo>
                    <a:pt x="5041" y="4222"/>
                    <a:pt x="5230" y="4411"/>
                    <a:pt x="5482" y="4411"/>
                  </a:cubicBezTo>
                  <a:lnTo>
                    <a:pt x="11941" y="4411"/>
                  </a:lnTo>
                  <a:lnTo>
                    <a:pt x="11941" y="9357"/>
                  </a:lnTo>
                  <a:lnTo>
                    <a:pt x="914" y="9357"/>
                  </a:lnTo>
                  <a:lnTo>
                    <a:pt x="914" y="4222"/>
                  </a:lnTo>
                  <a:lnTo>
                    <a:pt x="2552" y="3119"/>
                  </a:lnTo>
                  <a:lnTo>
                    <a:pt x="2552" y="3970"/>
                  </a:lnTo>
                  <a:cubicBezTo>
                    <a:pt x="2552" y="4207"/>
                    <a:pt x="2767" y="4373"/>
                    <a:pt x="2980" y="4373"/>
                  </a:cubicBezTo>
                  <a:cubicBezTo>
                    <a:pt x="3050" y="4373"/>
                    <a:pt x="3120" y="4355"/>
                    <a:pt x="3182" y="4316"/>
                  </a:cubicBezTo>
                  <a:lnTo>
                    <a:pt x="5041" y="3119"/>
                  </a:lnTo>
                  <a:close/>
                  <a:moveTo>
                    <a:pt x="10712" y="0"/>
                  </a:moveTo>
                  <a:cubicBezTo>
                    <a:pt x="10491" y="0"/>
                    <a:pt x="10334" y="189"/>
                    <a:pt x="10334" y="441"/>
                  </a:cubicBezTo>
                  <a:lnTo>
                    <a:pt x="10334" y="3592"/>
                  </a:lnTo>
                  <a:lnTo>
                    <a:pt x="9483" y="3592"/>
                  </a:lnTo>
                  <a:lnTo>
                    <a:pt x="9483" y="1261"/>
                  </a:lnTo>
                  <a:cubicBezTo>
                    <a:pt x="9483" y="1008"/>
                    <a:pt x="9294" y="819"/>
                    <a:pt x="9074" y="819"/>
                  </a:cubicBezTo>
                  <a:lnTo>
                    <a:pt x="7404" y="819"/>
                  </a:lnTo>
                  <a:cubicBezTo>
                    <a:pt x="7183" y="819"/>
                    <a:pt x="6963" y="1008"/>
                    <a:pt x="6963" y="1261"/>
                  </a:cubicBezTo>
                  <a:lnTo>
                    <a:pt x="6963" y="3592"/>
                  </a:lnTo>
                  <a:lnTo>
                    <a:pt x="5860" y="3592"/>
                  </a:lnTo>
                  <a:lnTo>
                    <a:pt x="5860" y="2363"/>
                  </a:lnTo>
                  <a:cubicBezTo>
                    <a:pt x="5860" y="2206"/>
                    <a:pt x="5797" y="2080"/>
                    <a:pt x="5640" y="2017"/>
                  </a:cubicBezTo>
                  <a:cubicBezTo>
                    <a:pt x="5581" y="1973"/>
                    <a:pt x="5509" y="1949"/>
                    <a:pt x="5436" y="1949"/>
                  </a:cubicBezTo>
                  <a:cubicBezTo>
                    <a:pt x="5352" y="1949"/>
                    <a:pt x="5266" y="1981"/>
                    <a:pt x="5199" y="2048"/>
                  </a:cubicBezTo>
                  <a:lnTo>
                    <a:pt x="3340" y="3245"/>
                  </a:lnTo>
                  <a:lnTo>
                    <a:pt x="3340" y="2395"/>
                  </a:lnTo>
                  <a:cubicBezTo>
                    <a:pt x="3340" y="2237"/>
                    <a:pt x="3277" y="2111"/>
                    <a:pt x="3119" y="2048"/>
                  </a:cubicBezTo>
                  <a:cubicBezTo>
                    <a:pt x="3061" y="2004"/>
                    <a:pt x="2989" y="1981"/>
                    <a:pt x="2916" y="1981"/>
                  </a:cubicBezTo>
                  <a:cubicBezTo>
                    <a:pt x="2831" y="1981"/>
                    <a:pt x="2746" y="2012"/>
                    <a:pt x="2678" y="2080"/>
                  </a:cubicBezTo>
                  <a:lnTo>
                    <a:pt x="189" y="3718"/>
                  </a:lnTo>
                  <a:cubicBezTo>
                    <a:pt x="95" y="3812"/>
                    <a:pt x="0" y="3938"/>
                    <a:pt x="0" y="4096"/>
                  </a:cubicBezTo>
                  <a:lnTo>
                    <a:pt x="0" y="9861"/>
                  </a:lnTo>
                  <a:cubicBezTo>
                    <a:pt x="0" y="10113"/>
                    <a:pt x="189" y="10302"/>
                    <a:pt x="441" y="10302"/>
                  </a:cubicBezTo>
                  <a:lnTo>
                    <a:pt x="12287" y="10302"/>
                  </a:lnTo>
                  <a:cubicBezTo>
                    <a:pt x="12539" y="10302"/>
                    <a:pt x="12697" y="10113"/>
                    <a:pt x="12697" y="9861"/>
                  </a:cubicBezTo>
                  <a:lnTo>
                    <a:pt x="12697" y="504"/>
                  </a:lnTo>
                  <a:cubicBezTo>
                    <a:pt x="12760" y="158"/>
                    <a:pt x="12602" y="0"/>
                    <a:pt x="1238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 name="Google Shape;1423;p107"/>
            <p:cNvSpPr/>
            <p:nvPr/>
          </p:nvSpPr>
          <p:spPr>
            <a:xfrm>
              <a:off x="-59322800" y="1904375"/>
              <a:ext cx="106350" cy="41175"/>
            </a:xfrm>
            <a:custGeom>
              <a:rect b="b" l="l" r="r" t="t"/>
              <a:pathLst>
                <a:path extrusionOk="0" h="1647" w="4254">
                  <a:moveTo>
                    <a:pt x="1291" y="0"/>
                  </a:moveTo>
                  <a:cubicBezTo>
                    <a:pt x="890" y="0"/>
                    <a:pt x="485" y="181"/>
                    <a:pt x="158" y="556"/>
                  </a:cubicBezTo>
                  <a:cubicBezTo>
                    <a:pt x="0" y="713"/>
                    <a:pt x="32" y="965"/>
                    <a:pt x="189" y="1123"/>
                  </a:cubicBezTo>
                  <a:cubicBezTo>
                    <a:pt x="265" y="1198"/>
                    <a:pt x="369" y="1237"/>
                    <a:pt x="474" y="1237"/>
                  </a:cubicBezTo>
                  <a:cubicBezTo>
                    <a:pt x="589" y="1237"/>
                    <a:pt x="706" y="1190"/>
                    <a:pt x="788" y="1091"/>
                  </a:cubicBezTo>
                  <a:cubicBezTo>
                    <a:pt x="946" y="918"/>
                    <a:pt x="1119" y="831"/>
                    <a:pt x="1292" y="831"/>
                  </a:cubicBezTo>
                  <a:cubicBezTo>
                    <a:pt x="1465" y="831"/>
                    <a:pt x="1639" y="918"/>
                    <a:pt x="1796" y="1091"/>
                  </a:cubicBezTo>
                  <a:cubicBezTo>
                    <a:pt x="2115" y="1457"/>
                    <a:pt x="2530" y="1646"/>
                    <a:pt x="2948" y="1646"/>
                  </a:cubicBezTo>
                  <a:cubicBezTo>
                    <a:pt x="3357" y="1646"/>
                    <a:pt x="3769" y="1465"/>
                    <a:pt x="4096" y="1091"/>
                  </a:cubicBezTo>
                  <a:cubicBezTo>
                    <a:pt x="4254" y="902"/>
                    <a:pt x="4191" y="650"/>
                    <a:pt x="4033" y="493"/>
                  </a:cubicBezTo>
                  <a:cubicBezTo>
                    <a:pt x="3975" y="420"/>
                    <a:pt x="3885" y="381"/>
                    <a:pt x="3788" y="381"/>
                  </a:cubicBezTo>
                  <a:cubicBezTo>
                    <a:pt x="3674" y="381"/>
                    <a:pt x="3551" y="436"/>
                    <a:pt x="3466" y="556"/>
                  </a:cubicBezTo>
                  <a:cubicBezTo>
                    <a:pt x="3308" y="729"/>
                    <a:pt x="3127" y="815"/>
                    <a:pt x="2946" y="815"/>
                  </a:cubicBezTo>
                  <a:cubicBezTo>
                    <a:pt x="2765" y="815"/>
                    <a:pt x="2584" y="729"/>
                    <a:pt x="2426" y="556"/>
                  </a:cubicBezTo>
                  <a:cubicBezTo>
                    <a:pt x="2108" y="189"/>
                    <a:pt x="1701" y="0"/>
                    <a:pt x="12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1411"/>
                                        </p:tgtEl>
                                        <p:attrNameLst>
                                          <p:attrName>style.visibility</p:attrName>
                                        </p:attrNameLst>
                                      </p:cBhvr>
                                      <p:to>
                                        <p:strVal val="visible"/>
                                      </p:to>
                                    </p:set>
                                    <p:anim calcmode="lin" valueType="num">
                                      <p:cBhvr additive="base">
                                        <p:cTn dur="1000"/>
                                        <p:tgtEl>
                                          <p:spTgt spid="1411"/>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7" name="Shape 1427"/>
        <p:cNvGrpSpPr/>
        <p:nvPr/>
      </p:nvGrpSpPr>
      <p:grpSpPr>
        <a:xfrm>
          <a:off x="0" y="0"/>
          <a:ext cx="0" cy="0"/>
          <a:chOff x="0" y="0"/>
          <a:chExt cx="0" cy="0"/>
        </a:xfrm>
      </p:grpSpPr>
      <p:sp>
        <p:nvSpPr>
          <p:cNvPr id="1428" name="Google Shape;1428;p108"/>
          <p:cNvSpPr/>
          <p:nvPr/>
        </p:nvSpPr>
        <p:spPr>
          <a:xfrm flipH="1">
            <a:off x="4201881" y="2430368"/>
            <a:ext cx="1514444" cy="1091143"/>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alpha val="251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 name="Google Shape;1429;p108"/>
          <p:cNvSpPr/>
          <p:nvPr/>
        </p:nvSpPr>
        <p:spPr>
          <a:xfrm>
            <a:off x="1730969" y="2052798"/>
            <a:ext cx="1514460" cy="1345805"/>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lt2">
              <a:alpha val="245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0" name="Google Shape;1430;p108"/>
          <p:cNvSpPr/>
          <p:nvPr/>
        </p:nvSpPr>
        <p:spPr>
          <a:xfrm flipH="1">
            <a:off x="6672781" y="2120956"/>
            <a:ext cx="1514444" cy="1091143"/>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lt1">
              <a:alpha val="2514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108"/>
          <p:cNvSpPr/>
          <p:nvPr/>
        </p:nvSpPr>
        <p:spPr>
          <a:xfrm>
            <a:off x="6446003" y="2064896"/>
            <a:ext cx="1345800" cy="1345800"/>
          </a:xfrm>
          <a:prstGeom prst="donut">
            <a:avLst>
              <a:gd fmla="val 11930" name="adj"/>
            </a:avLst>
          </a:prstGeom>
          <a:noFill/>
          <a:ln cap="flat" cmpd="sng" w="2857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2" name="Google Shape;1432;p108"/>
          <p:cNvSpPr/>
          <p:nvPr/>
        </p:nvSpPr>
        <p:spPr>
          <a:xfrm>
            <a:off x="1352390" y="2064896"/>
            <a:ext cx="1345800" cy="1345800"/>
          </a:xfrm>
          <a:prstGeom prst="donut">
            <a:avLst>
              <a:gd fmla="val 11930" name="adj"/>
            </a:avLst>
          </a:prstGeom>
          <a:noFill/>
          <a:ln cap="flat" cmpd="sng" w="2857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108"/>
          <p:cNvSpPr/>
          <p:nvPr/>
        </p:nvSpPr>
        <p:spPr>
          <a:xfrm flipH="1">
            <a:off x="6438782" y="2057475"/>
            <a:ext cx="1360200" cy="1360200"/>
          </a:xfrm>
          <a:prstGeom prst="blockArc">
            <a:avLst>
              <a:gd fmla="val 19071203" name="adj1"/>
              <a:gd fmla="val 16256715" name="adj2"/>
              <a:gd fmla="val 12710" name="adj3"/>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4" name="Google Shape;1434;p108"/>
          <p:cNvSpPr/>
          <p:nvPr/>
        </p:nvSpPr>
        <p:spPr>
          <a:xfrm>
            <a:off x="3899197" y="2060221"/>
            <a:ext cx="1345800" cy="1345800"/>
          </a:xfrm>
          <a:prstGeom prst="donut">
            <a:avLst>
              <a:gd fmla="val 11930" name="adj"/>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5" name="Google Shape;1435;p108"/>
          <p:cNvSpPr/>
          <p:nvPr/>
        </p:nvSpPr>
        <p:spPr>
          <a:xfrm flipH="1">
            <a:off x="3891975" y="2052800"/>
            <a:ext cx="1360200" cy="1360200"/>
          </a:xfrm>
          <a:prstGeom prst="blockArc">
            <a:avLst>
              <a:gd fmla="val 5400645" name="adj1"/>
              <a:gd fmla="val 16256715" name="adj2"/>
              <a:gd fmla="val 12710" name="adj3"/>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108"/>
          <p:cNvSpPr/>
          <p:nvPr/>
        </p:nvSpPr>
        <p:spPr>
          <a:xfrm flipH="1">
            <a:off x="1345169" y="2057475"/>
            <a:ext cx="1360200" cy="1360200"/>
          </a:xfrm>
          <a:prstGeom prst="blockArc">
            <a:avLst>
              <a:gd fmla="val 10798157" name="adj1"/>
              <a:gd fmla="val 16256715" name="adj2"/>
              <a:gd fmla="val 12710" name="adj3"/>
            </a:avLst>
          </a:prstGeom>
          <a:solidFill>
            <a:schemeClr val="lt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7" name="Google Shape;1437;p108"/>
          <p:cNvSpPr txBox="1"/>
          <p:nvPr>
            <p:ph idx="1" type="subTitle"/>
          </p:nvPr>
        </p:nvSpPr>
        <p:spPr>
          <a:xfrm>
            <a:off x="872475" y="3674675"/>
            <a:ext cx="2305200" cy="935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1400"/>
              <a:t>Mercury is </a:t>
            </a:r>
            <a:r>
              <a:rPr lang="en" sz="1400"/>
              <a:t> the closest planet to the Sun and the smallest one</a:t>
            </a:r>
            <a:endParaRPr i="1" sz="1400"/>
          </a:p>
        </p:txBody>
      </p:sp>
      <p:sp>
        <p:nvSpPr>
          <p:cNvPr id="1438" name="Google Shape;1438;p108"/>
          <p:cNvSpPr txBox="1"/>
          <p:nvPr>
            <p:ph idx="2" type="title"/>
          </p:nvPr>
        </p:nvSpPr>
        <p:spPr>
          <a:xfrm>
            <a:off x="872476" y="1425413"/>
            <a:ext cx="2305200" cy="365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MERCURY</a:t>
            </a:r>
            <a:endParaRPr/>
          </a:p>
        </p:txBody>
      </p:sp>
      <p:sp>
        <p:nvSpPr>
          <p:cNvPr id="1439" name="Google Shape;1439;p108"/>
          <p:cNvSpPr txBox="1"/>
          <p:nvPr>
            <p:ph idx="3" type="title"/>
          </p:nvPr>
        </p:nvSpPr>
        <p:spPr>
          <a:xfrm>
            <a:off x="3498100" y="1425413"/>
            <a:ext cx="2147700" cy="365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VENUS</a:t>
            </a:r>
            <a:endParaRPr/>
          </a:p>
        </p:txBody>
      </p:sp>
      <p:sp>
        <p:nvSpPr>
          <p:cNvPr id="1440" name="Google Shape;1440;p108"/>
          <p:cNvSpPr txBox="1"/>
          <p:nvPr>
            <p:ph idx="4" type="subTitle"/>
          </p:nvPr>
        </p:nvSpPr>
        <p:spPr>
          <a:xfrm>
            <a:off x="3498101" y="3674675"/>
            <a:ext cx="2147700" cy="935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1400"/>
              <a:t>Venus has a beautiful name and is the second planet from the Sun</a:t>
            </a:r>
            <a:endParaRPr sz="1400"/>
          </a:p>
        </p:txBody>
      </p:sp>
      <p:sp>
        <p:nvSpPr>
          <p:cNvPr id="1441" name="Google Shape;1441;p108"/>
          <p:cNvSpPr txBox="1"/>
          <p:nvPr>
            <p:ph idx="5" type="title"/>
          </p:nvPr>
        </p:nvSpPr>
        <p:spPr>
          <a:xfrm>
            <a:off x="5966121" y="1425413"/>
            <a:ext cx="2305500" cy="365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MARS</a:t>
            </a:r>
            <a:endParaRPr/>
          </a:p>
        </p:txBody>
      </p:sp>
      <p:sp>
        <p:nvSpPr>
          <p:cNvPr id="1442" name="Google Shape;1442;p108"/>
          <p:cNvSpPr txBox="1"/>
          <p:nvPr>
            <p:ph idx="6" type="subTitle"/>
          </p:nvPr>
        </p:nvSpPr>
        <p:spPr>
          <a:xfrm>
            <a:off x="5966125" y="3674675"/>
            <a:ext cx="2305500" cy="935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1400"/>
              <a:t>Despite being red, Mars is actually a cold place. It’s full of iron oxide dust</a:t>
            </a:r>
            <a:endParaRPr sz="1400"/>
          </a:p>
        </p:txBody>
      </p:sp>
      <p:sp>
        <p:nvSpPr>
          <p:cNvPr id="1443" name="Google Shape;1443;p108"/>
          <p:cNvSpPr txBox="1"/>
          <p:nvPr>
            <p:ph idx="7" type="title"/>
          </p:nvPr>
        </p:nvSpPr>
        <p:spPr>
          <a:xfrm>
            <a:off x="1573073" y="2523644"/>
            <a:ext cx="898200" cy="435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25%</a:t>
            </a:r>
            <a:endParaRPr/>
          </a:p>
        </p:txBody>
      </p:sp>
      <p:sp>
        <p:nvSpPr>
          <p:cNvPr id="1444" name="Google Shape;1444;p108"/>
          <p:cNvSpPr txBox="1"/>
          <p:nvPr>
            <p:ph idx="8" type="title"/>
          </p:nvPr>
        </p:nvSpPr>
        <p:spPr>
          <a:xfrm>
            <a:off x="4123139" y="2518934"/>
            <a:ext cx="898200" cy="435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50</a:t>
            </a:r>
            <a:r>
              <a:rPr lang="en"/>
              <a:t>%</a:t>
            </a:r>
            <a:endParaRPr/>
          </a:p>
        </p:txBody>
      </p:sp>
      <p:sp>
        <p:nvSpPr>
          <p:cNvPr id="1445" name="Google Shape;1445;p108"/>
          <p:cNvSpPr txBox="1"/>
          <p:nvPr>
            <p:ph idx="9" type="title"/>
          </p:nvPr>
        </p:nvSpPr>
        <p:spPr>
          <a:xfrm>
            <a:off x="6672769" y="2523644"/>
            <a:ext cx="898200" cy="435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85</a:t>
            </a:r>
            <a:r>
              <a:rPr lang="en"/>
              <a:t>%</a:t>
            </a:r>
            <a:endParaRPr/>
          </a:p>
        </p:txBody>
      </p:sp>
      <p:sp>
        <p:nvSpPr>
          <p:cNvPr id="1446" name="Google Shape;1446;p108"/>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MONTHLY </a:t>
            </a:r>
            <a:r>
              <a:rPr lang="en">
                <a:solidFill>
                  <a:schemeClr val="lt1"/>
                </a:solidFill>
              </a:rPr>
              <a:t>ANALYSIS</a:t>
            </a:r>
            <a:endParaRPr>
              <a:solidFill>
                <a:schemeClr val="lt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43"/>
                                        </p:tgtEl>
                                        <p:attrNameLst>
                                          <p:attrName>style.visibility</p:attrName>
                                        </p:attrNameLst>
                                      </p:cBhvr>
                                      <p:to>
                                        <p:strVal val="visible"/>
                                      </p:to>
                                    </p:set>
                                    <p:animEffect filter="fade" transition="in">
                                      <p:cBhvr>
                                        <p:cTn dur="1000"/>
                                        <p:tgtEl>
                                          <p:spTgt spid="1443"/>
                                        </p:tgtEl>
                                      </p:cBhvr>
                                    </p:animEffect>
                                  </p:childTnLst>
                                </p:cTn>
                              </p:par>
                              <p:par>
                                <p:cTn fill="hold" nodeType="withEffect" presetClass="entr" presetID="10" presetSubtype="0">
                                  <p:stCondLst>
                                    <p:cond delay="0"/>
                                  </p:stCondLst>
                                  <p:childTnLst>
                                    <p:set>
                                      <p:cBhvr>
                                        <p:cTn dur="1" fill="hold">
                                          <p:stCondLst>
                                            <p:cond delay="0"/>
                                          </p:stCondLst>
                                        </p:cTn>
                                        <p:tgtEl>
                                          <p:spTgt spid="1444"/>
                                        </p:tgtEl>
                                        <p:attrNameLst>
                                          <p:attrName>style.visibility</p:attrName>
                                        </p:attrNameLst>
                                      </p:cBhvr>
                                      <p:to>
                                        <p:strVal val="visible"/>
                                      </p:to>
                                    </p:set>
                                    <p:animEffect filter="fade" transition="in">
                                      <p:cBhvr>
                                        <p:cTn dur="1000"/>
                                        <p:tgtEl>
                                          <p:spTgt spid="1444"/>
                                        </p:tgtEl>
                                      </p:cBhvr>
                                    </p:animEffect>
                                  </p:childTnLst>
                                </p:cTn>
                              </p:par>
                              <p:par>
                                <p:cTn fill="hold" nodeType="withEffect" presetClass="entr" presetID="10" presetSubtype="0">
                                  <p:stCondLst>
                                    <p:cond delay="0"/>
                                  </p:stCondLst>
                                  <p:childTnLst>
                                    <p:set>
                                      <p:cBhvr>
                                        <p:cTn dur="1" fill="hold">
                                          <p:stCondLst>
                                            <p:cond delay="0"/>
                                          </p:stCondLst>
                                        </p:cTn>
                                        <p:tgtEl>
                                          <p:spTgt spid="1445"/>
                                        </p:tgtEl>
                                        <p:attrNameLst>
                                          <p:attrName>style.visibility</p:attrName>
                                        </p:attrNameLst>
                                      </p:cBhvr>
                                      <p:to>
                                        <p:strVal val="visible"/>
                                      </p:to>
                                    </p:set>
                                    <p:animEffect filter="fade" transition="in">
                                      <p:cBhvr>
                                        <p:cTn dur="1000"/>
                                        <p:tgtEl>
                                          <p:spTgt spid="144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0" name="Shape 1450"/>
        <p:cNvGrpSpPr/>
        <p:nvPr/>
      </p:nvGrpSpPr>
      <p:grpSpPr>
        <a:xfrm>
          <a:off x="0" y="0"/>
          <a:ext cx="0" cy="0"/>
          <a:chOff x="0" y="0"/>
          <a:chExt cx="0" cy="0"/>
        </a:xfrm>
      </p:grpSpPr>
      <p:sp>
        <p:nvSpPr>
          <p:cNvPr id="1451" name="Google Shape;1451;p109"/>
          <p:cNvSpPr/>
          <p:nvPr/>
        </p:nvSpPr>
        <p:spPr>
          <a:xfrm>
            <a:off x="1292102" y="1145663"/>
            <a:ext cx="1721588" cy="1240235"/>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accent1">
              <a:alpha val="4637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 name="Google Shape;1452;p109"/>
          <p:cNvSpPr/>
          <p:nvPr/>
        </p:nvSpPr>
        <p:spPr>
          <a:xfrm flipH="1">
            <a:off x="6038512" y="1132926"/>
            <a:ext cx="1778963" cy="1281602"/>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3" name="Google Shape;1453;p109"/>
          <p:cNvSpPr/>
          <p:nvPr/>
        </p:nvSpPr>
        <p:spPr>
          <a:xfrm>
            <a:off x="3804961" y="1156771"/>
            <a:ext cx="1472261" cy="1240228"/>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3">
              <a:alpha val="2588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4" name="Google Shape;1454;p109"/>
          <p:cNvSpPr txBox="1"/>
          <p:nvPr>
            <p:ph type="title"/>
          </p:nvPr>
        </p:nvSpPr>
        <p:spPr>
          <a:xfrm>
            <a:off x="872476" y="2613288"/>
            <a:ext cx="2305200" cy="365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MERCURY</a:t>
            </a:r>
            <a:endParaRPr/>
          </a:p>
        </p:txBody>
      </p:sp>
      <p:sp>
        <p:nvSpPr>
          <p:cNvPr id="1455" name="Google Shape;1455;p109"/>
          <p:cNvSpPr txBox="1"/>
          <p:nvPr>
            <p:ph idx="1" type="subTitle"/>
          </p:nvPr>
        </p:nvSpPr>
        <p:spPr>
          <a:xfrm>
            <a:off x="872475" y="2979000"/>
            <a:ext cx="2305200" cy="93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Mercury is  the closest planet to the Sun and the smallest one</a:t>
            </a:r>
            <a:endParaRPr/>
          </a:p>
        </p:txBody>
      </p:sp>
      <p:sp>
        <p:nvSpPr>
          <p:cNvPr id="1456" name="Google Shape;1456;p109"/>
          <p:cNvSpPr txBox="1"/>
          <p:nvPr>
            <p:ph idx="2" type="title"/>
          </p:nvPr>
        </p:nvSpPr>
        <p:spPr>
          <a:xfrm>
            <a:off x="3498100" y="2613288"/>
            <a:ext cx="2147700" cy="365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VENUS</a:t>
            </a:r>
            <a:endParaRPr/>
          </a:p>
        </p:txBody>
      </p:sp>
      <p:sp>
        <p:nvSpPr>
          <p:cNvPr id="1457" name="Google Shape;1457;p109"/>
          <p:cNvSpPr txBox="1"/>
          <p:nvPr>
            <p:ph idx="3" type="subTitle"/>
          </p:nvPr>
        </p:nvSpPr>
        <p:spPr>
          <a:xfrm>
            <a:off x="3498101" y="2979000"/>
            <a:ext cx="2147700" cy="93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Venus has a beautiful name and is the second planet from the Sun</a:t>
            </a:r>
            <a:endParaRPr/>
          </a:p>
        </p:txBody>
      </p:sp>
      <p:sp>
        <p:nvSpPr>
          <p:cNvPr id="1458" name="Google Shape;1458;p109"/>
          <p:cNvSpPr txBox="1"/>
          <p:nvPr>
            <p:ph idx="4" type="title"/>
          </p:nvPr>
        </p:nvSpPr>
        <p:spPr>
          <a:xfrm>
            <a:off x="5966121" y="2613288"/>
            <a:ext cx="2305500" cy="365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MARS</a:t>
            </a:r>
            <a:endParaRPr/>
          </a:p>
        </p:txBody>
      </p:sp>
      <p:sp>
        <p:nvSpPr>
          <p:cNvPr id="1459" name="Google Shape;1459;p109"/>
          <p:cNvSpPr txBox="1"/>
          <p:nvPr>
            <p:ph idx="5" type="subTitle"/>
          </p:nvPr>
        </p:nvSpPr>
        <p:spPr>
          <a:xfrm>
            <a:off x="5966125" y="2979000"/>
            <a:ext cx="2305500" cy="93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Despite being red, Mars is actually a cold place. It’s full of iron oxide dust</a:t>
            </a:r>
            <a:endParaRPr/>
          </a:p>
        </p:txBody>
      </p:sp>
      <p:sp>
        <p:nvSpPr>
          <p:cNvPr id="1460" name="Google Shape;1460;p109"/>
          <p:cNvSpPr txBox="1"/>
          <p:nvPr>
            <p:ph idx="6" type="title"/>
          </p:nvPr>
        </p:nvSpPr>
        <p:spPr>
          <a:xfrm>
            <a:off x="1407025" y="1529650"/>
            <a:ext cx="1230300" cy="435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95%</a:t>
            </a:r>
            <a:endParaRPr/>
          </a:p>
        </p:txBody>
      </p:sp>
      <p:sp>
        <p:nvSpPr>
          <p:cNvPr id="1461" name="Google Shape;1461;p109"/>
          <p:cNvSpPr txBox="1"/>
          <p:nvPr>
            <p:ph idx="7" type="title"/>
          </p:nvPr>
        </p:nvSpPr>
        <p:spPr>
          <a:xfrm>
            <a:off x="3957087" y="1524925"/>
            <a:ext cx="1230300" cy="435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80%</a:t>
            </a:r>
            <a:endParaRPr/>
          </a:p>
        </p:txBody>
      </p:sp>
      <p:sp>
        <p:nvSpPr>
          <p:cNvPr id="1462" name="Google Shape;1462;p109"/>
          <p:cNvSpPr txBox="1"/>
          <p:nvPr>
            <p:ph idx="8" type="title"/>
          </p:nvPr>
        </p:nvSpPr>
        <p:spPr>
          <a:xfrm>
            <a:off x="6506727" y="1529650"/>
            <a:ext cx="1230300" cy="435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75%</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1">
                                  <p:stCondLst>
                                    <p:cond delay="0"/>
                                  </p:stCondLst>
                                  <p:childTnLst>
                                    <p:set>
                                      <p:cBhvr>
                                        <p:cTn dur="1" fill="hold">
                                          <p:stCondLst>
                                            <p:cond delay="0"/>
                                          </p:stCondLst>
                                        </p:cTn>
                                        <p:tgtEl>
                                          <p:spTgt spid="1460"/>
                                        </p:tgtEl>
                                        <p:attrNameLst>
                                          <p:attrName>style.visibility</p:attrName>
                                        </p:attrNameLst>
                                      </p:cBhvr>
                                      <p:to>
                                        <p:strVal val="visible"/>
                                      </p:to>
                                    </p:set>
                                    <p:anim calcmode="lin" valueType="num">
                                      <p:cBhvr additive="base">
                                        <p:cTn dur="1000"/>
                                        <p:tgtEl>
                                          <p:spTgt spid="1460"/>
                                        </p:tgtEl>
                                        <p:attrNameLst>
                                          <p:attrName>ppt_y</p:attrName>
                                        </p:attrNameLst>
                                      </p:cBhvr>
                                      <p:tavLst>
                                        <p:tav fmla="" tm="0">
                                          <p:val>
                                            <p:strVal val="#ppt_y-1"/>
                                          </p:val>
                                        </p:tav>
                                        <p:tav fmla="" tm="100000">
                                          <p:val>
                                            <p:strVal val="#ppt_y"/>
                                          </p:val>
                                        </p:tav>
                                      </p:tavLst>
                                    </p:anim>
                                  </p:childTnLst>
                                </p:cTn>
                              </p:par>
                              <p:par>
                                <p:cTn fill="hold" nodeType="withEffect" presetClass="entr" presetID="2" presetSubtype="1">
                                  <p:stCondLst>
                                    <p:cond delay="0"/>
                                  </p:stCondLst>
                                  <p:childTnLst>
                                    <p:set>
                                      <p:cBhvr>
                                        <p:cTn dur="1" fill="hold">
                                          <p:stCondLst>
                                            <p:cond delay="0"/>
                                          </p:stCondLst>
                                        </p:cTn>
                                        <p:tgtEl>
                                          <p:spTgt spid="1461"/>
                                        </p:tgtEl>
                                        <p:attrNameLst>
                                          <p:attrName>style.visibility</p:attrName>
                                        </p:attrNameLst>
                                      </p:cBhvr>
                                      <p:to>
                                        <p:strVal val="visible"/>
                                      </p:to>
                                    </p:set>
                                    <p:anim calcmode="lin" valueType="num">
                                      <p:cBhvr additive="base">
                                        <p:cTn dur="1000"/>
                                        <p:tgtEl>
                                          <p:spTgt spid="1461"/>
                                        </p:tgtEl>
                                        <p:attrNameLst>
                                          <p:attrName>ppt_y</p:attrName>
                                        </p:attrNameLst>
                                      </p:cBhvr>
                                      <p:tavLst>
                                        <p:tav fmla="" tm="0">
                                          <p:val>
                                            <p:strVal val="#ppt_y-1"/>
                                          </p:val>
                                        </p:tav>
                                        <p:tav fmla="" tm="100000">
                                          <p:val>
                                            <p:strVal val="#ppt_y"/>
                                          </p:val>
                                        </p:tav>
                                      </p:tavLst>
                                    </p:anim>
                                  </p:childTnLst>
                                </p:cTn>
                              </p:par>
                              <p:par>
                                <p:cTn fill="hold" nodeType="withEffect" presetClass="entr" presetID="2" presetSubtype="1">
                                  <p:stCondLst>
                                    <p:cond delay="0"/>
                                  </p:stCondLst>
                                  <p:childTnLst>
                                    <p:set>
                                      <p:cBhvr>
                                        <p:cTn dur="1" fill="hold">
                                          <p:stCondLst>
                                            <p:cond delay="0"/>
                                          </p:stCondLst>
                                        </p:cTn>
                                        <p:tgtEl>
                                          <p:spTgt spid="1462"/>
                                        </p:tgtEl>
                                        <p:attrNameLst>
                                          <p:attrName>style.visibility</p:attrName>
                                        </p:attrNameLst>
                                      </p:cBhvr>
                                      <p:to>
                                        <p:strVal val="visible"/>
                                      </p:to>
                                    </p:set>
                                    <p:anim calcmode="lin" valueType="num">
                                      <p:cBhvr additive="base">
                                        <p:cTn dur="1000"/>
                                        <p:tgtEl>
                                          <p:spTgt spid="1462"/>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6" name="Shape 1466"/>
        <p:cNvGrpSpPr/>
        <p:nvPr/>
      </p:nvGrpSpPr>
      <p:grpSpPr>
        <a:xfrm>
          <a:off x="0" y="0"/>
          <a:ext cx="0" cy="0"/>
          <a:chOff x="0" y="0"/>
          <a:chExt cx="0" cy="0"/>
        </a:xfrm>
      </p:grpSpPr>
      <p:sp>
        <p:nvSpPr>
          <p:cNvPr id="1467" name="Google Shape;1467;p110"/>
          <p:cNvSpPr txBox="1"/>
          <p:nvPr>
            <p:ph type="title"/>
          </p:nvPr>
        </p:nvSpPr>
        <p:spPr>
          <a:xfrm>
            <a:off x="1248600" y="1528200"/>
            <a:ext cx="6646800" cy="1536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300,000</a:t>
            </a:r>
            <a:endParaRPr/>
          </a:p>
        </p:txBody>
      </p:sp>
      <p:sp>
        <p:nvSpPr>
          <p:cNvPr id="1468" name="Google Shape;1468;p110"/>
          <p:cNvSpPr txBox="1"/>
          <p:nvPr>
            <p:ph idx="1" type="subTitle"/>
          </p:nvPr>
        </p:nvSpPr>
        <p:spPr>
          <a:xfrm>
            <a:off x="1248450" y="3114175"/>
            <a:ext cx="6646800" cy="497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Big numbers catch your audience’s attention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1">
                                  <p:stCondLst>
                                    <p:cond delay="0"/>
                                  </p:stCondLst>
                                  <p:childTnLst>
                                    <p:set>
                                      <p:cBhvr>
                                        <p:cTn dur="1" fill="hold">
                                          <p:stCondLst>
                                            <p:cond delay="0"/>
                                          </p:stCondLst>
                                        </p:cTn>
                                        <p:tgtEl>
                                          <p:spTgt spid="1467"/>
                                        </p:tgtEl>
                                        <p:attrNameLst>
                                          <p:attrName>style.visibility</p:attrName>
                                        </p:attrNameLst>
                                      </p:cBhvr>
                                      <p:to>
                                        <p:strVal val="visible"/>
                                      </p:to>
                                    </p:set>
                                    <p:anim calcmode="lin" valueType="num">
                                      <p:cBhvr additive="base">
                                        <p:cTn dur="1000"/>
                                        <p:tgtEl>
                                          <p:spTgt spid="1467"/>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2" name="Shape 1472"/>
        <p:cNvGrpSpPr/>
        <p:nvPr/>
      </p:nvGrpSpPr>
      <p:grpSpPr>
        <a:xfrm>
          <a:off x="0" y="0"/>
          <a:ext cx="0" cy="0"/>
          <a:chOff x="0" y="0"/>
          <a:chExt cx="0" cy="0"/>
        </a:xfrm>
      </p:grpSpPr>
      <p:sp>
        <p:nvSpPr>
          <p:cNvPr id="1473" name="Google Shape;1473;p111"/>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NEXT </a:t>
            </a:r>
            <a:r>
              <a:rPr lang="en">
                <a:solidFill>
                  <a:schemeClr val="lt1"/>
                </a:solidFill>
              </a:rPr>
              <a:t>GOALS</a:t>
            </a:r>
            <a:endParaRPr>
              <a:solidFill>
                <a:schemeClr val="lt1"/>
              </a:solidFill>
            </a:endParaRPr>
          </a:p>
        </p:txBody>
      </p:sp>
      <p:cxnSp>
        <p:nvCxnSpPr>
          <p:cNvPr id="1474" name="Google Shape;1474;p111"/>
          <p:cNvCxnSpPr>
            <a:stCxn id="1475" idx="2"/>
            <a:endCxn id="1476" idx="0"/>
          </p:cNvCxnSpPr>
          <p:nvPr/>
        </p:nvCxnSpPr>
        <p:spPr>
          <a:xfrm rot="5400000">
            <a:off x="1664453" y="2203785"/>
            <a:ext cx="965100" cy="950100"/>
          </a:xfrm>
          <a:prstGeom prst="bentConnector3">
            <a:avLst>
              <a:gd fmla="val 49995" name="adj1"/>
            </a:avLst>
          </a:prstGeom>
          <a:noFill/>
          <a:ln cap="flat" cmpd="sng" w="28575">
            <a:solidFill>
              <a:schemeClr val="dk2"/>
            </a:solidFill>
            <a:prstDash val="solid"/>
            <a:round/>
            <a:headEnd len="med" w="med" type="none"/>
            <a:tailEnd len="med" w="med" type="none"/>
          </a:ln>
        </p:spPr>
      </p:cxnSp>
      <p:cxnSp>
        <p:nvCxnSpPr>
          <p:cNvPr id="1477" name="Google Shape;1477;p111"/>
          <p:cNvCxnSpPr>
            <a:stCxn id="1475" idx="2"/>
            <a:endCxn id="1478" idx="0"/>
          </p:cNvCxnSpPr>
          <p:nvPr/>
        </p:nvCxnSpPr>
        <p:spPr>
          <a:xfrm flipH="1" rot="-5400000">
            <a:off x="2614553" y="2203785"/>
            <a:ext cx="965100" cy="950100"/>
          </a:xfrm>
          <a:prstGeom prst="bentConnector3">
            <a:avLst>
              <a:gd fmla="val 49995" name="adj1"/>
            </a:avLst>
          </a:prstGeom>
          <a:noFill/>
          <a:ln cap="flat" cmpd="sng" w="28575">
            <a:solidFill>
              <a:schemeClr val="dk2"/>
            </a:solidFill>
            <a:prstDash val="solid"/>
            <a:round/>
            <a:headEnd len="med" w="med" type="none"/>
            <a:tailEnd len="med" w="med" type="none"/>
          </a:ln>
        </p:spPr>
      </p:cxnSp>
      <p:cxnSp>
        <p:nvCxnSpPr>
          <p:cNvPr id="1479" name="Google Shape;1479;p111"/>
          <p:cNvCxnSpPr>
            <a:stCxn id="1480" idx="2"/>
            <a:endCxn id="1481" idx="0"/>
          </p:cNvCxnSpPr>
          <p:nvPr/>
        </p:nvCxnSpPr>
        <p:spPr>
          <a:xfrm rot="5400000">
            <a:off x="5502978" y="2203785"/>
            <a:ext cx="965100" cy="950100"/>
          </a:xfrm>
          <a:prstGeom prst="bentConnector3">
            <a:avLst>
              <a:gd fmla="val 49995" name="adj1"/>
            </a:avLst>
          </a:prstGeom>
          <a:noFill/>
          <a:ln cap="flat" cmpd="sng" w="28575">
            <a:solidFill>
              <a:schemeClr val="dk2"/>
            </a:solidFill>
            <a:prstDash val="solid"/>
            <a:round/>
            <a:headEnd len="med" w="med" type="none"/>
            <a:tailEnd len="med" w="med" type="none"/>
          </a:ln>
        </p:spPr>
      </p:cxnSp>
      <p:cxnSp>
        <p:nvCxnSpPr>
          <p:cNvPr id="1482" name="Google Shape;1482;p111"/>
          <p:cNvCxnSpPr>
            <a:stCxn id="1480" idx="2"/>
            <a:endCxn id="1483" idx="0"/>
          </p:cNvCxnSpPr>
          <p:nvPr/>
        </p:nvCxnSpPr>
        <p:spPr>
          <a:xfrm flipH="1" rot="-5400000">
            <a:off x="6453078" y="2203785"/>
            <a:ext cx="965100" cy="950100"/>
          </a:xfrm>
          <a:prstGeom prst="bentConnector3">
            <a:avLst>
              <a:gd fmla="val 49995" name="adj1"/>
            </a:avLst>
          </a:prstGeom>
          <a:noFill/>
          <a:ln cap="flat" cmpd="sng" w="28575">
            <a:solidFill>
              <a:schemeClr val="dk2"/>
            </a:solidFill>
            <a:prstDash val="solid"/>
            <a:round/>
            <a:headEnd len="med" w="med" type="none"/>
            <a:tailEnd len="med" w="med" type="none"/>
          </a:ln>
        </p:spPr>
      </p:cxnSp>
      <p:sp>
        <p:nvSpPr>
          <p:cNvPr id="1476" name="Google Shape;1476;p111"/>
          <p:cNvSpPr txBox="1"/>
          <p:nvPr/>
        </p:nvSpPr>
        <p:spPr>
          <a:xfrm>
            <a:off x="819465" y="3161282"/>
            <a:ext cx="1704900" cy="448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GOAL 01</a:t>
            </a:r>
            <a:endParaRPr sz="2000">
              <a:solidFill>
                <a:schemeClr val="dk1"/>
              </a:solidFill>
              <a:latin typeface="Kulim Park"/>
              <a:ea typeface="Kulim Park"/>
              <a:cs typeface="Kulim Park"/>
              <a:sym typeface="Kulim Park"/>
            </a:endParaRPr>
          </a:p>
        </p:txBody>
      </p:sp>
      <p:sp>
        <p:nvSpPr>
          <p:cNvPr id="1484" name="Google Shape;1484;p111"/>
          <p:cNvSpPr txBox="1"/>
          <p:nvPr/>
        </p:nvSpPr>
        <p:spPr>
          <a:xfrm>
            <a:off x="819475" y="3549677"/>
            <a:ext cx="1704900" cy="634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Jupiter is the biggest planet </a:t>
            </a:r>
            <a:endParaRPr>
              <a:solidFill>
                <a:schemeClr val="dk1"/>
              </a:solidFill>
              <a:latin typeface="Manrope"/>
              <a:ea typeface="Manrope"/>
              <a:cs typeface="Manrope"/>
              <a:sym typeface="Manrope"/>
            </a:endParaRPr>
          </a:p>
        </p:txBody>
      </p:sp>
      <p:sp>
        <p:nvSpPr>
          <p:cNvPr id="1478" name="Google Shape;1478;p111"/>
          <p:cNvSpPr txBox="1"/>
          <p:nvPr/>
        </p:nvSpPr>
        <p:spPr>
          <a:xfrm>
            <a:off x="2719747" y="3161282"/>
            <a:ext cx="1704900" cy="448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GOAL 02</a:t>
            </a:r>
            <a:endParaRPr sz="2000">
              <a:solidFill>
                <a:schemeClr val="dk1"/>
              </a:solidFill>
              <a:latin typeface="Kulim Park"/>
              <a:ea typeface="Kulim Park"/>
              <a:cs typeface="Kulim Park"/>
              <a:sym typeface="Kulim Park"/>
            </a:endParaRPr>
          </a:p>
        </p:txBody>
      </p:sp>
      <p:sp>
        <p:nvSpPr>
          <p:cNvPr id="1485" name="Google Shape;1485;p111"/>
          <p:cNvSpPr txBox="1"/>
          <p:nvPr/>
        </p:nvSpPr>
        <p:spPr>
          <a:xfrm>
            <a:off x="2719751" y="3549677"/>
            <a:ext cx="1704900" cy="634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Mars is actually a cold place</a:t>
            </a:r>
            <a:endParaRPr>
              <a:solidFill>
                <a:schemeClr val="dk1"/>
              </a:solidFill>
              <a:latin typeface="Manrope"/>
              <a:ea typeface="Manrope"/>
              <a:cs typeface="Manrope"/>
              <a:sym typeface="Manrope"/>
            </a:endParaRPr>
          </a:p>
          <a:p>
            <a:pPr indent="0" lvl="0" marL="0" rtl="0" algn="ctr">
              <a:spcBef>
                <a:spcPts val="0"/>
              </a:spcBef>
              <a:spcAft>
                <a:spcPts val="0"/>
              </a:spcAft>
              <a:buNone/>
            </a:pPr>
            <a:r>
              <a:t/>
            </a:r>
            <a:endParaRPr>
              <a:solidFill>
                <a:schemeClr val="dk1"/>
              </a:solidFill>
              <a:latin typeface="Manrope"/>
              <a:ea typeface="Manrope"/>
              <a:cs typeface="Manrope"/>
              <a:sym typeface="Manrope"/>
            </a:endParaRPr>
          </a:p>
        </p:txBody>
      </p:sp>
      <p:sp>
        <p:nvSpPr>
          <p:cNvPr id="1481" name="Google Shape;1481;p111"/>
          <p:cNvSpPr txBox="1"/>
          <p:nvPr/>
        </p:nvSpPr>
        <p:spPr>
          <a:xfrm>
            <a:off x="4657978" y="3161282"/>
            <a:ext cx="1704900" cy="448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GOAL 03</a:t>
            </a:r>
            <a:endParaRPr sz="2000">
              <a:solidFill>
                <a:schemeClr val="dk1"/>
              </a:solidFill>
              <a:latin typeface="Kulim Park"/>
              <a:ea typeface="Kulim Park"/>
              <a:cs typeface="Kulim Park"/>
              <a:sym typeface="Kulim Park"/>
            </a:endParaRPr>
          </a:p>
        </p:txBody>
      </p:sp>
      <p:sp>
        <p:nvSpPr>
          <p:cNvPr id="1486" name="Google Shape;1486;p111"/>
          <p:cNvSpPr txBox="1"/>
          <p:nvPr/>
        </p:nvSpPr>
        <p:spPr>
          <a:xfrm>
            <a:off x="4657978" y="3549677"/>
            <a:ext cx="1704900" cy="634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Mercury is the smallest planet</a:t>
            </a:r>
            <a:endParaRPr>
              <a:solidFill>
                <a:schemeClr val="dk1"/>
              </a:solidFill>
              <a:latin typeface="Manrope"/>
              <a:ea typeface="Manrope"/>
              <a:cs typeface="Manrope"/>
              <a:sym typeface="Manrope"/>
            </a:endParaRPr>
          </a:p>
        </p:txBody>
      </p:sp>
      <p:sp>
        <p:nvSpPr>
          <p:cNvPr id="1483" name="Google Shape;1483;p111"/>
          <p:cNvSpPr txBox="1"/>
          <p:nvPr/>
        </p:nvSpPr>
        <p:spPr>
          <a:xfrm>
            <a:off x="6558260" y="3161282"/>
            <a:ext cx="1704900" cy="448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GOAL 04</a:t>
            </a:r>
            <a:endParaRPr sz="2000">
              <a:solidFill>
                <a:schemeClr val="dk1"/>
              </a:solidFill>
              <a:latin typeface="Kulim Park"/>
              <a:ea typeface="Kulim Park"/>
              <a:cs typeface="Kulim Park"/>
              <a:sym typeface="Kulim Park"/>
            </a:endParaRPr>
          </a:p>
        </p:txBody>
      </p:sp>
      <p:sp>
        <p:nvSpPr>
          <p:cNvPr id="1487" name="Google Shape;1487;p111"/>
          <p:cNvSpPr txBox="1"/>
          <p:nvPr/>
        </p:nvSpPr>
        <p:spPr>
          <a:xfrm>
            <a:off x="6497075" y="3549679"/>
            <a:ext cx="1827300" cy="634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Earth is a planet that harbors life</a:t>
            </a:r>
            <a:endParaRPr>
              <a:solidFill>
                <a:schemeClr val="dk1"/>
              </a:solidFill>
              <a:latin typeface="Manrope"/>
              <a:ea typeface="Manrope"/>
              <a:cs typeface="Manrope"/>
              <a:sym typeface="Manrope"/>
            </a:endParaRPr>
          </a:p>
        </p:txBody>
      </p:sp>
      <p:sp>
        <p:nvSpPr>
          <p:cNvPr id="1475" name="Google Shape;1475;p111"/>
          <p:cNvSpPr txBox="1"/>
          <p:nvPr/>
        </p:nvSpPr>
        <p:spPr>
          <a:xfrm>
            <a:off x="1769603" y="1747785"/>
            <a:ext cx="1704900" cy="448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500">
                <a:solidFill>
                  <a:schemeClr val="lt1"/>
                </a:solidFill>
                <a:latin typeface="Kulim Park"/>
                <a:ea typeface="Kulim Park"/>
                <a:cs typeface="Kulim Park"/>
                <a:sym typeface="Kulim Park"/>
              </a:rPr>
              <a:t>VENUS</a:t>
            </a:r>
            <a:endParaRPr sz="2500">
              <a:solidFill>
                <a:schemeClr val="lt1"/>
              </a:solidFill>
              <a:latin typeface="Kulim Park"/>
              <a:ea typeface="Kulim Park"/>
              <a:cs typeface="Kulim Park"/>
              <a:sym typeface="Kulim Park"/>
            </a:endParaRPr>
          </a:p>
        </p:txBody>
      </p:sp>
      <p:sp>
        <p:nvSpPr>
          <p:cNvPr id="1480" name="Google Shape;1480;p111"/>
          <p:cNvSpPr txBox="1"/>
          <p:nvPr/>
        </p:nvSpPr>
        <p:spPr>
          <a:xfrm>
            <a:off x="5608128" y="1747785"/>
            <a:ext cx="1704900" cy="448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2500">
                <a:solidFill>
                  <a:schemeClr val="lt1"/>
                </a:solidFill>
                <a:latin typeface="Kulim Park"/>
                <a:ea typeface="Kulim Park"/>
                <a:cs typeface="Kulim Park"/>
                <a:sym typeface="Kulim Park"/>
              </a:rPr>
              <a:t>MARS</a:t>
            </a:r>
            <a:endParaRPr sz="2500">
              <a:solidFill>
                <a:schemeClr val="lt1"/>
              </a:solidFill>
              <a:latin typeface="Kulim Park"/>
              <a:ea typeface="Kulim Park"/>
              <a:cs typeface="Kulim Park"/>
              <a:sym typeface="Kulim Park"/>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75"/>
                                        </p:tgtEl>
                                        <p:attrNameLst>
                                          <p:attrName>style.visibility</p:attrName>
                                        </p:attrNameLst>
                                      </p:cBhvr>
                                      <p:to>
                                        <p:strVal val="visible"/>
                                      </p:to>
                                    </p:set>
                                    <p:animEffect filter="fade" transition="in">
                                      <p:cBhvr>
                                        <p:cTn dur="1000"/>
                                        <p:tgtEl>
                                          <p:spTgt spid="1475"/>
                                        </p:tgtEl>
                                      </p:cBhvr>
                                    </p:animEffect>
                                  </p:childTnLst>
                                </p:cTn>
                              </p:par>
                              <p:par>
                                <p:cTn fill="hold" nodeType="withEffect" presetClass="entr" presetID="10" presetSubtype="0">
                                  <p:stCondLst>
                                    <p:cond delay="0"/>
                                  </p:stCondLst>
                                  <p:childTnLst>
                                    <p:set>
                                      <p:cBhvr>
                                        <p:cTn dur="1" fill="hold">
                                          <p:stCondLst>
                                            <p:cond delay="0"/>
                                          </p:stCondLst>
                                        </p:cTn>
                                        <p:tgtEl>
                                          <p:spTgt spid="1480"/>
                                        </p:tgtEl>
                                        <p:attrNameLst>
                                          <p:attrName>style.visibility</p:attrName>
                                        </p:attrNameLst>
                                      </p:cBhvr>
                                      <p:to>
                                        <p:strVal val="visible"/>
                                      </p:to>
                                    </p:set>
                                    <p:animEffect filter="fade" transition="in">
                                      <p:cBhvr>
                                        <p:cTn dur="1000"/>
                                        <p:tgtEl>
                                          <p:spTgt spid="148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1" name="Shape 1491"/>
        <p:cNvGrpSpPr/>
        <p:nvPr/>
      </p:nvGrpSpPr>
      <p:grpSpPr>
        <a:xfrm>
          <a:off x="0" y="0"/>
          <a:ext cx="0" cy="0"/>
          <a:chOff x="0" y="0"/>
          <a:chExt cx="0" cy="0"/>
        </a:xfrm>
      </p:grpSpPr>
      <p:sp>
        <p:nvSpPr>
          <p:cNvPr id="1492" name="Google Shape;1492;p112"/>
          <p:cNvSpPr txBox="1"/>
          <p:nvPr>
            <p:ph idx="1" type="subTitle"/>
          </p:nvPr>
        </p:nvSpPr>
        <p:spPr>
          <a:xfrm>
            <a:off x="723300" y="2038177"/>
            <a:ext cx="4696800" cy="501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a:t>
            </a:r>
            <a:r>
              <a:rPr lang="en"/>
              <a:t>upiter's rotation period</a:t>
            </a:r>
            <a:endParaRPr/>
          </a:p>
        </p:txBody>
      </p:sp>
      <p:sp>
        <p:nvSpPr>
          <p:cNvPr id="1493" name="Google Shape;1493;p112"/>
          <p:cNvSpPr txBox="1"/>
          <p:nvPr>
            <p:ph type="title"/>
          </p:nvPr>
        </p:nvSpPr>
        <p:spPr>
          <a:xfrm>
            <a:off x="723300" y="751975"/>
            <a:ext cx="4696800" cy="13230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9</a:t>
            </a:r>
            <a:r>
              <a:rPr lang="en"/>
              <a:t>h 55m</a:t>
            </a:r>
            <a:endParaRPr/>
          </a:p>
        </p:txBody>
      </p:sp>
      <p:sp>
        <p:nvSpPr>
          <p:cNvPr id="1494" name="Google Shape;1494;p112"/>
          <p:cNvSpPr txBox="1"/>
          <p:nvPr>
            <p:ph idx="2" type="title"/>
          </p:nvPr>
        </p:nvSpPr>
        <p:spPr>
          <a:xfrm>
            <a:off x="723300" y="2598825"/>
            <a:ext cx="4696800" cy="13230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333</a:t>
            </a:r>
            <a:r>
              <a:rPr lang="en"/>
              <a:t>,000</a:t>
            </a:r>
            <a:endParaRPr/>
          </a:p>
        </p:txBody>
      </p:sp>
      <p:sp>
        <p:nvSpPr>
          <p:cNvPr id="1495" name="Google Shape;1495;p112"/>
          <p:cNvSpPr txBox="1"/>
          <p:nvPr>
            <p:ph idx="3" type="subTitle"/>
          </p:nvPr>
        </p:nvSpPr>
        <p:spPr>
          <a:xfrm>
            <a:off x="723300" y="3889928"/>
            <a:ext cx="4696800" cy="501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Sun’s mass compared to Earth’s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1493"/>
                                        </p:tgtEl>
                                        <p:attrNameLst>
                                          <p:attrName>style.visibility</p:attrName>
                                        </p:attrNameLst>
                                      </p:cBhvr>
                                      <p:to>
                                        <p:strVal val="visible"/>
                                      </p:to>
                                    </p:set>
                                    <p:anim calcmode="lin" valueType="num">
                                      <p:cBhvr additive="base">
                                        <p:cTn dur="1000"/>
                                        <p:tgtEl>
                                          <p:spTgt spid="1493"/>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8">
                                  <p:stCondLst>
                                    <p:cond delay="0"/>
                                  </p:stCondLst>
                                  <p:childTnLst>
                                    <p:set>
                                      <p:cBhvr>
                                        <p:cTn dur="1" fill="hold">
                                          <p:stCondLst>
                                            <p:cond delay="0"/>
                                          </p:stCondLst>
                                        </p:cTn>
                                        <p:tgtEl>
                                          <p:spTgt spid="1494"/>
                                        </p:tgtEl>
                                        <p:attrNameLst>
                                          <p:attrName>style.visibility</p:attrName>
                                        </p:attrNameLst>
                                      </p:cBhvr>
                                      <p:to>
                                        <p:strVal val="visible"/>
                                      </p:to>
                                    </p:set>
                                    <p:anim calcmode="lin" valueType="num">
                                      <p:cBhvr additive="base">
                                        <p:cTn dur="1000"/>
                                        <p:tgtEl>
                                          <p:spTgt spid="1494"/>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9" name="Shape 1499"/>
        <p:cNvGrpSpPr/>
        <p:nvPr/>
      </p:nvGrpSpPr>
      <p:grpSpPr>
        <a:xfrm>
          <a:off x="0" y="0"/>
          <a:ext cx="0" cy="0"/>
          <a:chOff x="0" y="0"/>
          <a:chExt cx="0" cy="0"/>
        </a:xfrm>
      </p:grpSpPr>
      <p:sp>
        <p:nvSpPr>
          <p:cNvPr id="1500" name="Google Shape;1500;p113"/>
          <p:cNvSpPr txBox="1"/>
          <p:nvPr>
            <p:ph type="title"/>
          </p:nvPr>
        </p:nvSpPr>
        <p:spPr>
          <a:xfrm>
            <a:off x="2223600" y="539500"/>
            <a:ext cx="4696800" cy="855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9h 55m 23s</a:t>
            </a:r>
            <a:endParaRPr/>
          </a:p>
        </p:txBody>
      </p:sp>
      <p:sp>
        <p:nvSpPr>
          <p:cNvPr id="1501" name="Google Shape;1501;p113"/>
          <p:cNvSpPr txBox="1"/>
          <p:nvPr>
            <p:ph idx="1" type="subTitle"/>
          </p:nvPr>
        </p:nvSpPr>
        <p:spPr>
          <a:xfrm>
            <a:off x="2223600" y="1437838"/>
            <a:ext cx="4696800" cy="342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Jupiter's rotation period</a:t>
            </a:r>
            <a:endParaRPr/>
          </a:p>
        </p:txBody>
      </p:sp>
      <p:sp>
        <p:nvSpPr>
          <p:cNvPr id="1502" name="Google Shape;1502;p113"/>
          <p:cNvSpPr txBox="1"/>
          <p:nvPr>
            <p:ph idx="2" type="title"/>
          </p:nvPr>
        </p:nvSpPr>
        <p:spPr>
          <a:xfrm>
            <a:off x="2223600" y="3354350"/>
            <a:ext cx="4696800" cy="855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386,000 km</a:t>
            </a:r>
            <a:endParaRPr/>
          </a:p>
        </p:txBody>
      </p:sp>
      <p:sp>
        <p:nvSpPr>
          <p:cNvPr id="1503" name="Google Shape;1503;p113"/>
          <p:cNvSpPr txBox="1"/>
          <p:nvPr>
            <p:ph idx="3" type="subTitle"/>
          </p:nvPr>
        </p:nvSpPr>
        <p:spPr>
          <a:xfrm>
            <a:off x="2223600" y="4257426"/>
            <a:ext cx="4696800" cy="342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Distance between Earth and Moon</a:t>
            </a:r>
            <a:endParaRPr/>
          </a:p>
        </p:txBody>
      </p:sp>
      <p:sp>
        <p:nvSpPr>
          <p:cNvPr id="1504" name="Google Shape;1504;p113"/>
          <p:cNvSpPr txBox="1"/>
          <p:nvPr>
            <p:ph idx="4" type="title"/>
          </p:nvPr>
        </p:nvSpPr>
        <p:spPr>
          <a:xfrm>
            <a:off x="2223600" y="1944550"/>
            <a:ext cx="4696800" cy="855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333,000.00</a:t>
            </a:r>
            <a:endParaRPr/>
          </a:p>
        </p:txBody>
      </p:sp>
      <p:sp>
        <p:nvSpPr>
          <p:cNvPr id="1505" name="Google Shape;1505;p113"/>
          <p:cNvSpPr txBox="1"/>
          <p:nvPr>
            <p:ph idx="5" type="subTitle"/>
          </p:nvPr>
        </p:nvSpPr>
        <p:spPr>
          <a:xfrm>
            <a:off x="2223600" y="2847626"/>
            <a:ext cx="4696800" cy="342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The Sun’s mass compared to Earth’s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00"/>
                                        </p:tgtEl>
                                        <p:attrNameLst>
                                          <p:attrName>style.visibility</p:attrName>
                                        </p:attrNameLst>
                                      </p:cBhvr>
                                      <p:to>
                                        <p:strVal val="visible"/>
                                      </p:to>
                                    </p:set>
                                    <p:animEffect filter="fade" transition="in">
                                      <p:cBhvr>
                                        <p:cTn dur="1000"/>
                                        <p:tgtEl>
                                          <p:spTgt spid="1500"/>
                                        </p:tgtEl>
                                      </p:cBhvr>
                                    </p:animEffect>
                                  </p:childTnLst>
                                </p:cTn>
                              </p:par>
                              <p:par>
                                <p:cTn fill="hold" nodeType="withEffect" presetClass="entr" presetID="10" presetSubtype="0">
                                  <p:stCondLst>
                                    <p:cond delay="0"/>
                                  </p:stCondLst>
                                  <p:childTnLst>
                                    <p:set>
                                      <p:cBhvr>
                                        <p:cTn dur="1" fill="hold">
                                          <p:stCondLst>
                                            <p:cond delay="0"/>
                                          </p:stCondLst>
                                        </p:cTn>
                                        <p:tgtEl>
                                          <p:spTgt spid="1502"/>
                                        </p:tgtEl>
                                        <p:attrNameLst>
                                          <p:attrName>style.visibility</p:attrName>
                                        </p:attrNameLst>
                                      </p:cBhvr>
                                      <p:to>
                                        <p:strVal val="visible"/>
                                      </p:to>
                                    </p:set>
                                    <p:animEffect filter="fade" transition="in">
                                      <p:cBhvr>
                                        <p:cTn dur="1000"/>
                                        <p:tgtEl>
                                          <p:spTgt spid="1502"/>
                                        </p:tgtEl>
                                      </p:cBhvr>
                                    </p:animEffect>
                                  </p:childTnLst>
                                </p:cTn>
                              </p:par>
                              <p:par>
                                <p:cTn fill="hold" nodeType="withEffect" presetClass="entr" presetID="10" presetSubtype="0">
                                  <p:stCondLst>
                                    <p:cond delay="0"/>
                                  </p:stCondLst>
                                  <p:childTnLst>
                                    <p:set>
                                      <p:cBhvr>
                                        <p:cTn dur="1" fill="hold">
                                          <p:stCondLst>
                                            <p:cond delay="0"/>
                                          </p:stCondLst>
                                        </p:cTn>
                                        <p:tgtEl>
                                          <p:spTgt spid="1504"/>
                                        </p:tgtEl>
                                        <p:attrNameLst>
                                          <p:attrName>style.visibility</p:attrName>
                                        </p:attrNameLst>
                                      </p:cBhvr>
                                      <p:to>
                                        <p:strVal val="visible"/>
                                      </p:to>
                                    </p:set>
                                    <p:animEffect filter="fade" transition="in">
                                      <p:cBhvr>
                                        <p:cTn dur="1000"/>
                                        <p:tgtEl>
                                          <p:spTgt spid="150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9" name="Shape 1509"/>
        <p:cNvGrpSpPr/>
        <p:nvPr/>
      </p:nvGrpSpPr>
      <p:grpSpPr>
        <a:xfrm>
          <a:off x="0" y="0"/>
          <a:ext cx="0" cy="0"/>
          <a:chOff x="0" y="0"/>
          <a:chExt cx="0" cy="0"/>
        </a:xfrm>
      </p:grpSpPr>
      <p:pic>
        <p:nvPicPr>
          <p:cNvPr id="1510" name="Google Shape;1510;p114"/>
          <p:cNvPicPr preferRelativeResize="0"/>
          <p:nvPr>
            <p:ph idx="2" type="pic"/>
          </p:nvPr>
        </p:nvPicPr>
        <p:blipFill rotWithShape="1">
          <a:blip r:embed="rId3">
            <a:alphaModFix/>
          </a:blip>
          <a:srcRect b="30" l="0" r="0" t="40"/>
          <a:stretch/>
        </p:blipFill>
        <p:spPr>
          <a:xfrm>
            <a:off x="0" y="0"/>
            <a:ext cx="9144002" cy="5143500"/>
          </a:xfrm>
          <a:prstGeom prst="rect">
            <a:avLst/>
          </a:prstGeom>
        </p:spPr>
      </p:pic>
      <p:sp>
        <p:nvSpPr>
          <p:cNvPr id="1511" name="Google Shape;1511;p114"/>
          <p:cNvSpPr/>
          <p:nvPr/>
        </p:nvSpPr>
        <p:spPr>
          <a:xfrm rot="2839443">
            <a:off x="-336718" y="2752984"/>
            <a:ext cx="6402141" cy="5689181"/>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accent1">
              <a:alpha val="305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114"/>
          <p:cNvSpPr/>
          <p:nvPr/>
        </p:nvSpPr>
        <p:spPr>
          <a:xfrm rot="-10285629">
            <a:off x="4072449" y="-3742073"/>
            <a:ext cx="9471588" cy="6049060"/>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accent1">
              <a:alpha val="3059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114"/>
          <p:cNvSpPr/>
          <p:nvPr/>
        </p:nvSpPr>
        <p:spPr>
          <a:xfrm flipH="1">
            <a:off x="7484803" y="1004988"/>
            <a:ext cx="5766771" cy="3682967"/>
          </a:xfrm>
          <a:custGeom>
            <a:rect b="b" l="l" r="r" t="t"/>
            <a:pathLst>
              <a:path extrusionOk="0" h="56068" w="87791">
                <a:moveTo>
                  <a:pt x="55192" y="1"/>
                </a:moveTo>
                <a:cubicBezTo>
                  <a:pt x="51710" y="1"/>
                  <a:pt x="48020" y="921"/>
                  <a:pt x="44301" y="3305"/>
                </a:cubicBezTo>
                <a:cubicBezTo>
                  <a:pt x="27981" y="13772"/>
                  <a:pt x="23752" y="23750"/>
                  <a:pt x="23752" y="23750"/>
                </a:cubicBezTo>
                <a:cubicBezTo>
                  <a:pt x="23752" y="23750"/>
                  <a:pt x="23199" y="30455"/>
                  <a:pt x="15945" y="30455"/>
                </a:cubicBezTo>
                <a:cubicBezTo>
                  <a:pt x="15648" y="30455"/>
                  <a:pt x="15339" y="30443"/>
                  <a:pt x="15019" y="30420"/>
                </a:cubicBezTo>
                <a:cubicBezTo>
                  <a:pt x="13947" y="30341"/>
                  <a:pt x="12915" y="30303"/>
                  <a:pt x="11930" y="30303"/>
                </a:cubicBezTo>
                <a:cubicBezTo>
                  <a:pt x="5447" y="30303"/>
                  <a:pt x="1013" y="31926"/>
                  <a:pt x="541" y="33999"/>
                </a:cubicBezTo>
                <a:cubicBezTo>
                  <a:pt x="1" y="36384"/>
                  <a:pt x="5151" y="43216"/>
                  <a:pt x="11333" y="45926"/>
                </a:cubicBezTo>
                <a:cubicBezTo>
                  <a:pt x="16519" y="48202"/>
                  <a:pt x="23841" y="53453"/>
                  <a:pt x="30900" y="53453"/>
                </a:cubicBezTo>
                <a:cubicBezTo>
                  <a:pt x="32256" y="53453"/>
                  <a:pt x="33602" y="53259"/>
                  <a:pt x="34921" y="52814"/>
                </a:cubicBezTo>
                <a:cubicBezTo>
                  <a:pt x="43110" y="50048"/>
                  <a:pt x="85188" y="56067"/>
                  <a:pt x="86489" y="38010"/>
                </a:cubicBezTo>
                <a:cubicBezTo>
                  <a:pt x="87791" y="19953"/>
                  <a:pt x="76403" y="10573"/>
                  <a:pt x="76403" y="10573"/>
                </a:cubicBezTo>
                <a:cubicBezTo>
                  <a:pt x="76403" y="10573"/>
                  <a:pt x="66995" y="1"/>
                  <a:pt x="55192" y="1"/>
                </a:cubicBezTo>
                <a:close/>
              </a:path>
            </a:pathLst>
          </a:custGeom>
          <a:solidFill>
            <a:schemeClr val="dk2">
              <a:alpha val="1285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114"/>
          <p:cNvSpPr/>
          <p:nvPr/>
        </p:nvSpPr>
        <p:spPr>
          <a:xfrm flipH="1" rot="9555841">
            <a:off x="6141752" y="1808506"/>
            <a:ext cx="8200942" cy="3015697"/>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5" name="Google Shape;1515;p114"/>
          <p:cNvSpPr/>
          <p:nvPr/>
        </p:nvSpPr>
        <p:spPr>
          <a:xfrm rot="-1478505">
            <a:off x="-4010126" y="-558136"/>
            <a:ext cx="7826136" cy="2877871"/>
          </a:xfrm>
          <a:custGeom>
            <a:rect b="b" l="l" r="r" t="t"/>
            <a:pathLst>
              <a:path extrusionOk="0" fill="none" h="28195" w="76674">
                <a:moveTo>
                  <a:pt x="76673" y="0"/>
                </a:moveTo>
                <a:cubicBezTo>
                  <a:pt x="76673" y="0"/>
                  <a:pt x="67374" y="14124"/>
                  <a:pt x="60786" y="16430"/>
                </a:cubicBezTo>
                <a:cubicBezTo>
                  <a:pt x="52981" y="19160"/>
                  <a:pt x="39856" y="7047"/>
                  <a:pt x="24779" y="17621"/>
                </a:cubicBezTo>
                <a:cubicBezTo>
                  <a:pt x="9706" y="28195"/>
                  <a:pt x="1302" y="23045"/>
                  <a:pt x="1" y="9868"/>
                </a:cubicBezTo>
              </a:path>
            </a:pathLst>
          </a:custGeom>
          <a:noFill/>
          <a:ln cap="flat" cmpd="sng" w="28575">
            <a:solidFill>
              <a:schemeClr val="accent3"/>
            </a:solidFill>
            <a:prstDash val="solid"/>
            <a:miter lim="3253"/>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6" name="Google Shape;1516;p114"/>
          <p:cNvSpPr/>
          <p:nvPr/>
        </p:nvSpPr>
        <p:spPr>
          <a:xfrm rot="9405665">
            <a:off x="-4305365" y="1281181"/>
            <a:ext cx="7310152" cy="6849835"/>
          </a:xfrm>
          <a:custGeom>
            <a:rect b="b" l="l" r="r" t="t"/>
            <a:pathLst>
              <a:path extrusionOk="0" h="87424" w="93299">
                <a:moveTo>
                  <a:pt x="34162" y="1"/>
                </a:moveTo>
                <a:cubicBezTo>
                  <a:pt x="24245" y="1"/>
                  <a:pt x="25039" y="12520"/>
                  <a:pt x="13717" y="17147"/>
                </a:cubicBezTo>
                <a:cubicBezTo>
                  <a:pt x="1" y="22753"/>
                  <a:pt x="25599" y="33483"/>
                  <a:pt x="18923" y="50349"/>
                </a:cubicBezTo>
                <a:cubicBezTo>
                  <a:pt x="13077" y="65115"/>
                  <a:pt x="23069" y="87424"/>
                  <a:pt x="32143" y="87424"/>
                </a:cubicBezTo>
                <a:cubicBezTo>
                  <a:pt x="33432" y="87424"/>
                  <a:pt x="34703" y="86974"/>
                  <a:pt x="35906" y="85988"/>
                </a:cubicBezTo>
                <a:cubicBezTo>
                  <a:pt x="38841" y="83585"/>
                  <a:pt x="41192" y="82952"/>
                  <a:pt x="43240" y="82952"/>
                </a:cubicBezTo>
                <a:cubicBezTo>
                  <a:pt x="45526" y="82952"/>
                  <a:pt x="47435" y="83741"/>
                  <a:pt x="49356" y="83741"/>
                </a:cubicBezTo>
                <a:cubicBezTo>
                  <a:pt x="51391" y="83741"/>
                  <a:pt x="53441" y="82856"/>
                  <a:pt x="55968" y="79208"/>
                </a:cubicBezTo>
                <a:cubicBezTo>
                  <a:pt x="79663" y="45004"/>
                  <a:pt x="87416" y="44135"/>
                  <a:pt x="87416" y="44135"/>
                </a:cubicBezTo>
                <a:cubicBezTo>
                  <a:pt x="93298" y="21497"/>
                  <a:pt x="60858" y="9397"/>
                  <a:pt x="42111" y="1875"/>
                </a:cubicBezTo>
                <a:cubicBezTo>
                  <a:pt x="38838" y="561"/>
                  <a:pt x="36260" y="1"/>
                  <a:pt x="34162" y="1"/>
                </a:cubicBezTo>
                <a:close/>
              </a:path>
            </a:pathLst>
          </a:custGeom>
          <a:solidFill>
            <a:schemeClr val="accent3">
              <a:alpha val="212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114"/>
          <p:cNvSpPr txBox="1"/>
          <p:nvPr>
            <p:ph type="title"/>
          </p:nvPr>
        </p:nvSpPr>
        <p:spPr>
          <a:xfrm>
            <a:off x="723300" y="1315950"/>
            <a:ext cx="2771700" cy="2511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 </a:t>
            </a:r>
            <a:r>
              <a:rPr lang="en">
                <a:solidFill>
                  <a:schemeClr val="lt1"/>
                </a:solidFill>
              </a:rPr>
              <a:t>PICTURE</a:t>
            </a:r>
            <a:r>
              <a:rPr lang="en"/>
              <a:t> IS WORTH A THOUSAND WORDS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17"/>
                                        </p:tgtEl>
                                        <p:attrNameLst>
                                          <p:attrName>style.visibility</p:attrName>
                                        </p:attrNameLst>
                                      </p:cBhvr>
                                      <p:to>
                                        <p:strVal val="visible"/>
                                      </p:to>
                                    </p:set>
                                    <p:animEffect filter="fade" transition="in">
                                      <p:cBhvr>
                                        <p:cTn dur="1000"/>
                                        <p:tgtEl>
                                          <p:spTgt spid="151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1" name="Shape 1521"/>
        <p:cNvGrpSpPr/>
        <p:nvPr/>
      </p:nvGrpSpPr>
      <p:grpSpPr>
        <a:xfrm>
          <a:off x="0" y="0"/>
          <a:ext cx="0" cy="0"/>
          <a:chOff x="0" y="0"/>
          <a:chExt cx="0" cy="0"/>
        </a:xfrm>
      </p:grpSpPr>
      <p:sp>
        <p:nvSpPr>
          <p:cNvPr id="1522" name="Google Shape;1522;p115"/>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A </a:t>
            </a:r>
            <a:r>
              <a:rPr lang="en">
                <a:solidFill>
                  <a:schemeClr val="lt1"/>
                </a:solidFill>
              </a:rPr>
              <a:t>TIMELINE</a:t>
            </a:r>
            <a:r>
              <a:rPr lang="en"/>
              <a:t> ALWAYS WORKS WELL</a:t>
            </a:r>
            <a:endParaRPr/>
          </a:p>
        </p:txBody>
      </p:sp>
      <p:sp>
        <p:nvSpPr>
          <p:cNvPr id="1523" name="Google Shape;1523;p115"/>
          <p:cNvSpPr txBox="1"/>
          <p:nvPr/>
        </p:nvSpPr>
        <p:spPr>
          <a:xfrm>
            <a:off x="837987" y="2997550"/>
            <a:ext cx="16785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VENUS</a:t>
            </a:r>
            <a:endParaRPr sz="2000">
              <a:solidFill>
                <a:schemeClr val="dk1"/>
              </a:solidFill>
              <a:latin typeface="Kulim Park"/>
              <a:ea typeface="Kulim Park"/>
              <a:cs typeface="Kulim Park"/>
              <a:sym typeface="Kulim Park"/>
            </a:endParaRPr>
          </a:p>
        </p:txBody>
      </p:sp>
      <p:sp>
        <p:nvSpPr>
          <p:cNvPr id="1524" name="Google Shape;1524;p115"/>
          <p:cNvSpPr txBox="1"/>
          <p:nvPr/>
        </p:nvSpPr>
        <p:spPr>
          <a:xfrm>
            <a:off x="838050" y="3505636"/>
            <a:ext cx="1678500" cy="96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Venus is the second planet from the Sun</a:t>
            </a:r>
            <a:endParaRPr>
              <a:solidFill>
                <a:schemeClr val="dk1"/>
              </a:solidFill>
              <a:latin typeface="Manrope"/>
              <a:ea typeface="Manrope"/>
              <a:cs typeface="Manrope"/>
              <a:sym typeface="Manrope"/>
            </a:endParaRPr>
          </a:p>
        </p:txBody>
      </p:sp>
      <p:sp>
        <p:nvSpPr>
          <p:cNvPr id="1525" name="Google Shape;1525;p115"/>
          <p:cNvSpPr txBox="1"/>
          <p:nvPr/>
        </p:nvSpPr>
        <p:spPr>
          <a:xfrm>
            <a:off x="2767812" y="2997550"/>
            <a:ext cx="16785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MERCURY</a:t>
            </a:r>
            <a:endParaRPr sz="2000">
              <a:solidFill>
                <a:schemeClr val="dk1"/>
              </a:solidFill>
              <a:latin typeface="Kulim Park"/>
              <a:ea typeface="Kulim Park"/>
              <a:cs typeface="Kulim Park"/>
              <a:sym typeface="Kulim Park"/>
            </a:endParaRPr>
          </a:p>
        </p:txBody>
      </p:sp>
      <p:sp>
        <p:nvSpPr>
          <p:cNvPr id="1526" name="Google Shape;1526;p115"/>
          <p:cNvSpPr txBox="1"/>
          <p:nvPr/>
        </p:nvSpPr>
        <p:spPr>
          <a:xfrm>
            <a:off x="2767875" y="3505636"/>
            <a:ext cx="1678500" cy="96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Mercury is the closest planet to the Sun</a:t>
            </a:r>
            <a:endParaRPr>
              <a:solidFill>
                <a:schemeClr val="dk1"/>
              </a:solidFill>
              <a:latin typeface="Manrope"/>
              <a:ea typeface="Manrope"/>
              <a:cs typeface="Manrope"/>
              <a:sym typeface="Manrope"/>
            </a:endParaRPr>
          </a:p>
        </p:txBody>
      </p:sp>
      <p:sp>
        <p:nvSpPr>
          <p:cNvPr id="1527" name="Google Shape;1527;p115"/>
          <p:cNvSpPr txBox="1"/>
          <p:nvPr/>
        </p:nvSpPr>
        <p:spPr>
          <a:xfrm>
            <a:off x="4697637" y="2997550"/>
            <a:ext cx="16785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MARS</a:t>
            </a:r>
            <a:endParaRPr sz="2000">
              <a:solidFill>
                <a:schemeClr val="dk1"/>
              </a:solidFill>
              <a:latin typeface="Kulim Park"/>
              <a:ea typeface="Kulim Park"/>
              <a:cs typeface="Kulim Park"/>
              <a:sym typeface="Kulim Park"/>
            </a:endParaRPr>
          </a:p>
        </p:txBody>
      </p:sp>
      <p:sp>
        <p:nvSpPr>
          <p:cNvPr id="1528" name="Google Shape;1528;p115"/>
          <p:cNvSpPr txBox="1"/>
          <p:nvPr/>
        </p:nvSpPr>
        <p:spPr>
          <a:xfrm>
            <a:off x="4697700" y="3505636"/>
            <a:ext cx="1678500" cy="96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Despite being red, Mars is actually a cold place</a:t>
            </a:r>
            <a:endParaRPr>
              <a:solidFill>
                <a:schemeClr val="dk1"/>
              </a:solidFill>
              <a:latin typeface="Manrope"/>
              <a:ea typeface="Manrope"/>
              <a:cs typeface="Manrope"/>
              <a:sym typeface="Manrope"/>
            </a:endParaRPr>
          </a:p>
        </p:txBody>
      </p:sp>
      <p:sp>
        <p:nvSpPr>
          <p:cNvPr id="1529" name="Google Shape;1529;p115"/>
          <p:cNvSpPr txBox="1"/>
          <p:nvPr/>
        </p:nvSpPr>
        <p:spPr>
          <a:xfrm>
            <a:off x="6627462" y="2997550"/>
            <a:ext cx="16785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JUPITER</a:t>
            </a:r>
            <a:endParaRPr sz="2000">
              <a:solidFill>
                <a:schemeClr val="dk1"/>
              </a:solidFill>
              <a:latin typeface="Kulim Park"/>
              <a:ea typeface="Kulim Park"/>
              <a:cs typeface="Kulim Park"/>
              <a:sym typeface="Kulim Park"/>
            </a:endParaRPr>
          </a:p>
        </p:txBody>
      </p:sp>
      <p:sp>
        <p:nvSpPr>
          <p:cNvPr id="1530" name="Google Shape;1530;p115"/>
          <p:cNvSpPr txBox="1"/>
          <p:nvPr/>
        </p:nvSpPr>
        <p:spPr>
          <a:xfrm>
            <a:off x="6627525" y="3505636"/>
            <a:ext cx="1678500" cy="96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Jupiter is the biggest planet of them all</a:t>
            </a:r>
            <a:endParaRPr>
              <a:solidFill>
                <a:schemeClr val="dk1"/>
              </a:solidFill>
              <a:latin typeface="Manrope"/>
              <a:ea typeface="Manrope"/>
              <a:cs typeface="Manrope"/>
              <a:sym typeface="Manrope"/>
            </a:endParaRPr>
          </a:p>
        </p:txBody>
      </p:sp>
      <p:cxnSp>
        <p:nvCxnSpPr>
          <p:cNvPr id="1531" name="Google Shape;1531;p115"/>
          <p:cNvCxnSpPr/>
          <p:nvPr/>
        </p:nvCxnSpPr>
        <p:spPr>
          <a:xfrm>
            <a:off x="1713975" y="2574137"/>
            <a:ext cx="5757300" cy="0"/>
          </a:xfrm>
          <a:prstGeom prst="straightConnector1">
            <a:avLst/>
          </a:prstGeom>
          <a:noFill/>
          <a:ln cap="flat" cmpd="sng" w="28575">
            <a:solidFill>
              <a:schemeClr val="dk2"/>
            </a:solidFill>
            <a:prstDash val="solid"/>
            <a:round/>
            <a:headEnd len="med" w="med" type="none"/>
            <a:tailEnd len="med" w="med" type="none"/>
          </a:ln>
        </p:spPr>
      </p:cxnSp>
      <p:sp>
        <p:nvSpPr>
          <p:cNvPr id="1532" name="Google Shape;1532;p115"/>
          <p:cNvSpPr/>
          <p:nvPr/>
        </p:nvSpPr>
        <p:spPr>
          <a:xfrm>
            <a:off x="1418224" y="2299029"/>
            <a:ext cx="676642" cy="487454"/>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115"/>
          <p:cNvSpPr/>
          <p:nvPr/>
        </p:nvSpPr>
        <p:spPr>
          <a:xfrm flipH="1">
            <a:off x="5119412" y="2330403"/>
            <a:ext cx="676642" cy="487488"/>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 name="Google Shape;1534;p115"/>
          <p:cNvSpPr/>
          <p:nvPr/>
        </p:nvSpPr>
        <p:spPr>
          <a:xfrm flipH="1">
            <a:off x="7199551" y="2305391"/>
            <a:ext cx="534277" cy="474778"/>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 name="Google Shape;1535;p115"/>
          <p:cNvSpPr/>
          <p:nvPr/>
        </p:nvSpPr>
        <p:spPr>
          <a:xfrm>
            <a:off x="3340000" y="2305405"/>
            <a:ext cx="534277" cy="474778"/>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 name="Google Shape;1536;p115"/>
          <p:cNvSpPr txBox="1"/>
          <p:nvPr/>
        </p:nvSpPr>
        <p:spPr>
          <a:xfrm>
            <a:off x="837987" y="1600450"/>
            <a:ext cx="16785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1996</a:t>
            </a:r>
            <a:endParaRPr sz="2000">
              <a:solidFill>
                <a:schemeClr val="dk1"/>
              </a:solidFill>
              <a:latin typeface="Kulim Park"/>
              <a:ea typeface="Kulim Park"/>
              <a:cs typeface="Kulim Park"/>
              <a:sym typeface="Kulim Park"/>
            </a:endParaRPr>
          </a:p>
        </p:txBody>
      </p:sp>
      <p:sp>
        <p:nvSpPr>
          <p:cNvPr id="1537" name="Google Shape;1537;p115"/>
          <p:cNvSpPr txBox="1"/>
          <p:nvPr/>
        </p:nvSpPr>
        <p:spPr>
          <a:xfrm>
            <a:off x="2767812" y="1600450"/>
            <a:ext cx="16785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2010</a:t>
            </a:r>
            <a:endParaRPr sz="2000">
              <a:solidFill>
                <a:schemeClr val="dk1"/>
              </a:solidFill>
              <a:latin typeface="Kulim Park"/>
              <a:ea typeface="Kulim Park"/>
              <a:cs typeface="Kulim Park"/>
              <a:sym typeface="Kulim Park"/>
            </a:endParaRPr>
          </a:p>
        </p:txBody>
      </p:sp>
      <p:sp>
        <p:nvSpPr>
          <p:cNvPr id="1538" name="Google Shape;1538;p115"/>
          <p:cNvSpPr txBox="1"/>
          <p:nvPr/>
        </p:nvSpPr>
        <p:spPr>
          <a:xfrm>
            <a:off x="4697637" y="1600450"/>
            <a:ext cx="16785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2016</a:t>
            </a:r>
            <a:endParaRPr sz="2000">
              <a:solidFill>
                <a:schemeClr val="dk1"/>
              </a:solidFill>
              <a:latin typeface="Kulim Park"/>
              <a:ea typeface="Kulim Park"/>
              <a:cs typeface="Kulim Park"/>
              <a:sym typeface="Kulim Park"/>
            </a:endParaRPr>
          </a:p>
        </p:txBody>
      </p:sp>
      <p:sp>
        <p:nvSpPr>
          <p:cNvPr id="1539" name="Google Shape;1539;p115"/>
          <p:cNvSpPr txBox="1"/>
          <p:nvPr/>
        </p:nvSpPr>
        <p:spPr>
          <a:xfrm>
            <a:off x="6627462" y="1600450"/>
            <a:ext cx="16785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2021</a:t>
            </a:r>
            <a:endParaRPr sz="2000">
              <a:solidFill>
                <a:schemeClr val="dk1"/>
              </a:solidFill>
              <a:latin typeface="Kulim Park"/>
              <a:ea typeface="Kulim Park"/>
              <a:cs typeface="Kulim Park"/>
              <a:sym typeface="Kulim Park"/>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3" name="Shape 1543"/>
        <p:cNvGrpSpPr/>
        <p:nvPr/>
      </p:nvGrpSpPr>
      <p:grpSpPr>
        <a:xfrm>
          <a:off x="0" y="0"/>
          <a:ext cx="0" cy="0"/>
          <a:chOff x="0" y="0"/>
          <a:chExt cx="0" cy="0"/>
        </a:xfrm>
      </p:grpSpPr>
      <p:sp>
        <p:nvSpPr>
          <p:cNvPr id="1544" name="Google Shape;1544;p116"/>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A TIMELINE</a:t>
            </a:r>
            <a:endParaRPr/>
          </a:p>
        </p:txBody>
      </p:sp>
      <p:sp>
        <p:nvSpPr>
          <p:cNvPr id="1545" name="Google Shape;1545;p116"/>
          <p:cNvSpPr txBox="1"/>
          <p:nvPr/>
        </p:nvSpPr>
        <p:spPr>
          <a:xfrm>
            <a:off x="782812" y="1885147"/>
            <a:ext cx="17889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VENUS</a:t>
            </a:r>
            <a:endParaRPr sz="2000">
              <a:solidFill>
                <a:schemeClr val="dk1"/>
              </a:solidFill>
              <a:latin typeface="Kulim Park"/>
              <a:ea typeface="Kulim Park"/>
              <a:cs typeface="Kulim Park"/>
              <a:sym typeface="Kulim Park"/>
            </a:endParaRPr>
          </a:p>
        </p:txBody>
      </p:sp>
      <p:sp>
        <p:nvSpPr>
          <p:cNvPr id="1546" name="Google Shape;1546;p116"/>
          <p:cNvSpPr txBox="1"/>
          <p:nvPr/>
        </p:nvSpPr>
        <p:spPr>
          <a:xfrm>
            <a:off x="782875" y="2393227"/>
            <a:ext cx="1788900" cy="657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Venus has a toxic atmosphere</a:t>
            </a:r>
            <a:endParaRPr>
              <a:solidFill>
                <a:schemeClr val="dk1"/>
              </a:solidFill>
              <a:latin typeface="Manrope"/>
              <a:ea typeface="Manrope"/>
              <a:cs typeface="Manrope"/>
              <a:sym typeface="Manrope"/>
            </a:endParaRPr>
          </a:p>
        </p:txBody>
      </p:sp>
      <p:sp>
        <p:nvSpPr>
          <p:cNvPr id="1547" name="Google Shape;1547;p116"/>
          <p:cNvSpPr txBox="1"/>
          <p:nvPr/>
        </p:nvSpPr>
        <p:spPr>
          <a:xfrm>
            <a:off x="2712637" y="3444792"/>
            <a:ext cx="17889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MERCURY</a:t>
            </a:r>
            <a:endParaRPr sz="2000">
              <a:solidFill>
                <a:schemeClr val="dk1"/>
              </a:solidFill>
              <a:latin typeface="Kulim Park"/>
              <a:ea typeface="Kulim Park"/>
              <a:cs typeface="Kulim Park"/>
              <a:sym typeface="Kulim Park"/>
            </a:endParaRPr>
          </a:p>
        </p:txBody>
      </p:sp>
      <p:sp>
        <p:nvSpPr>
          <p:cNvPr id="1548" name="Google Shape;1548;p116"/>
          <p:cNvSpPr txBox="1"/>
          <p:nvPr/>
        </p:nvSpPr>
        <p:spPr>
          <a:xfrm>
            <a:off x="2712703" y="3952872"/>
            <a:ext cx="1788900" cy="657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It’</a:t>
            </a:r>
            <a:r>
              <a:rPr lang="en">
                <a:solidFill>
                  <a:schemeClr val="dk1"/>
                </a:solidFill>
                <a:latin typeface="Manrope"/>
                <a:ea typeface="Manrope"/>
                <a:cs typeface="Manrope"/>
                <a:sym typeface="Manrope"/>
              </a:rPr>
              <a:t>s the closest planet to the Sun</a:t>
            </a:r>
            <a:endParaRPr>
              <a:solidFill>
                <a:schemeClr val="dk1"/>
              </a:solidFill>
              <a:latin typeface="Manrope"/>
              <a:ea typeface="Manrope"/>
              <a:cs typeface="Manrope"/>
              <a:sym typeface="Manrope"/>
            </a:endParaRPr>
          </a:p>
        </p:txBody>
      </p:sp>
      <p:sp>
        <p:nvSpPr>
          <p:cNvPr id="1549" name="Google Shape;1549;p116"/>
          <p:cNvSpPr txBox="1"/>
          <p:nvPr/>
        </p:nvSpPr>
        <p:spPr>
          <a:xfrm>
            <a:off x="4642462" y="1885147"/>
            <a:ext cx="17889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MARS</a:t>
            </a:r>
            <a:endParaRPr sz="2000">
              <a:solidFill>
                <a:schemeClr val="dk1"/>
              </a:solidFill>
              <a:latin typeface="Kulim Park"/>
              <a:ea typeface="Kulim Park"/>
              <a:cs typeface="Kulim Park"/>
              <a:sym typeface="Kulim Park"/>
            </a:endParaRPr>
          </a:p>
        </p:txBody>
      </p:sp>
      <p:sp>
        <p:nvSpPr>
          <p:cNvPr id="1550" name="Google Shape;1550;p116"/>
          <p:cNvSpPr txBox="1"/>
          <p:nvPr/>
        </p:nvSpPr>
        <p:spPr>
          <a:xfrm>
            <a:off x="4642531" y="2393227"/>
            <a:ext cx="1788900" cy="657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Despite being red, Mars is a cold place</a:t>
            </a:r>
            <a:endParaRPr>
              <a:solidFill>
                <a:schemeClr val="dk1"/>
              </a:solidFill>
              <a:latin typeface="Manrope"/>
              <a:ea typeface="Manrope"/>
              <a:cs typeface="Manrope"/>
              <a:sym typeface="Manrope"/>
            </a:endParaRPr>
          </a:p>
        </p:txBody>
      </p:sp>
      <p:sp>
        <p:nvSpPr>
          <p:cNvPr id="1551" name="Google Shape;1551;p116"/>
          <p:cNvSpPr txBox="1"/>
          <p:nvPr/>
        </p:nvSpPr>
        <p:spPr>
          <a:xfrm>
            <a:off x="6572225" y="3444792"/>
            <a:ext cx="17889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JUPITER</a:t>
            </a:r>
            <a:endParaRPr sz="2000">
              <a:solidFill>
                <a:schemeClr val="dk1"/>
              </a:solidFill>
              <a:latin typeface="Kulim Park"/>
              <a:ea typeface="Kulim Park"/>
              <a:cs typeface="Kulim Park"/>
              <a:sym typeface="Kulim Park"/>
            </a:endParaRPr>
          </a:p>
        </p:txBody>
      </p:sp>
      <p:sp>
        <p:nvSpPr>
          <p:cNvPr id="1552" name="Google Shape;1552;p116"/>
          <p:cNvSpPr txBox="1"/>
          <p:nvPr/>
        </p:nvSpPr>
        <p:spPr>
          <a:xfrm>
            <a:off x="6572297" y="3952872"/>
            <a:ext cx="1788900" cy="657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It’</a:t>
            </a:r>
            <a:r>
              <a:rPr lang="en">
                <a:solidFill>
                  <a:schemeClr val="dk1"/>
                </a:solidFill>
                <a:latin typeface="Manrope"/>
                <a:ea typeface="Manrope"/>
                <a:cs typeface="Manrope"/>
                <a:sym typeface="Manrope"/>
              </a:rPr>
              <a:t>s the biggest planet of them all</a:t>
            </a:r>
            <a:endParaRPr>
              <a:solidFill>
                <a:schemeClr val="dk1"/>
              </a:solidFill>
              <a:latin typeface="Manrope"/>
              <a:ea typeface="Manrope"/>
              <a:cs typeface="Manrope"/>
              <a:sym typeface="Manrope"/>
            </a:endParaRPr>
          </a:p>
        </p:txBody>
      </p:sp>
      <p:sp>
        <p:nvSpPr>
          <p:cNvPr id="1553" name="Google Shape;1553;p116"/>
          <p:cNvSpPr txBox="1"/>
          <p:nvPr/>
        </p:nvSpPr>
        <p:spPr>
          <a:xfrm>
            <a:off x="782812" y="1371850"/>
            <a:ext cx="17889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1996</a:t>
            </a:r>
            <a:endParaRPr sz="2000">
              <a:solidFill>
                <a:schemeClr val="dk1"/>
              </a:solidFill>
              <a:latin typeface="Kulim Park"/>
              <a:ea typeface="Kulim Park"/>
              <a:cs typeface="Kulim Park"/>
              <a:sym typeface="Kulim Park"/>
            </a:endParaRPr>
          </a:p>
        </p:txBody>
      </p:sp>
      <p:sp>
        <p:nvSpPr>
          <p:cNvPr id="1554" name="Google Shape;1554;p116"/>
          <p:cNvSpPr txBox="1"/>
          <p:nvPr/>
        </p:nvSpPr>
        <p:spPr>
          <a:xfrm>
            <a:off x="2712637" y="2931495"/>
            <a:ext cx="17889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2010</a:t>
            </a:r>
            <a:endParaRPr sz="2000">
              <a:solidFill>
                <a:schemeClr val="dk1"/>
              </a:solidFill>
              <a:latin typeface="Kulim Park"/>
              <a:ea typeface="Kulim Park"/>
              <a:cs typeface="Kulim Park"/>
              <a:sym typeface="Kulim Park"/>
            </a:endParaRPr>
          </a:p>
        </p:txBody>
      </p:sp>
      <p:sp>
        <p:nvSpPr>
          <p:cNvPr id="1555" name="Google Shape;1555;p116"/>
          <p:cNvSpPr txBox="1"/>
          <p:nvPr/>
        </p:nvSpPr>
        <p:spPr>
          <a:xfrm>
            <a:off x="4642462" y="1371850"/>
            <a:ext cx="17889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2016</a:t>
            </a:r>
            <a:endParaRPr sz="2000">
              <a:solidFill>
                <a:schemeClr val="dk1"/>
              </a:solidFill>
              <a:latin typeface="Kulim Park"/>
              <a:ea typeface="Kulim Park"/>
              <a:cs typeface="Kulim Park"/>
              <a:sym typeface="Kulim Park"/>
            </a:endParaRPr>
          </a:p>
        </p:txBody>
      </p:sp>
      <p:sp>
        <p:nvSpPr>
          <p:cNvPr id="1556" name="Google Shape;1556;p116"/>
          <p:cNvSpPr txBox="1"/>
          <p:nvPr/>
        </p:nvSpPr>
        <p:spPr>
          <a:xfrm>
            <a:off x="6572225" y="2931495"/>
            <a:ext cx="1788900" cy="4875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latin typeface="Kulim Park"/>
                <a:ea typeface="Kulim Park"/>
                <a:cs typeface="Kulim Park"/>
                <a:sym typeface="Kulim Park"/>
              </a:rPr>
              <a:t>2021</a:t>
            </a:r>
            <a:endParaRPr sz="2000">
              <a:solidFill>
                <a:schemeClr val="dk1"/>
              </a:solidFill>
              <a:latin typeface="Kulim Park"/>
              <a:ea typeface="Kulim Park"/>
              <a:cs typeface="Kulim Park"/>
              <a:sym typeface="Kulim Park"/>
            </a:endParaRPr>
          </a:p>
        </p:txBody>
      </p:sp>
      <p:cxnSp>
        <p:nvCxnSpPr>
          <p:cNvPr id="1557" name="Google Shape;1557;p116"/>
          <p:cNvCxnSpPr/>
          <p:nvPr/>
        </p:nvCxnSpPr>
        <p:spPr>
          <a:xfrm flipH="1" rot="10800000">
            <a:off x="1953750" y="2423400"/>
            <a:ext cx="1431000" cy="961800"/>
          </a:xfrm>
          <a:prstGeom prst="straightConnector1">
            <a:avLst/>
          </a:prstGeom>
          <a:noFill/>
          <a:ln cap="flat" cmpd="sng" w="28575">
            <a:solidFill>
              <a:schemeClr val="dk2"/>
            </a:solidFill>
            <a:prstDash val="solid"/>
            <a:round/>
            <a:headEnd len="med" w="med" type="none"/>
            <a:tailEnd len="med" w="med" type="none"/>
          </a:ln>
        </p:spPr>
      </p:cxnSp>
      <p:sp>
        <p:nvSpPr>
          <p:cNvPr id="1558" name="Google Shape;1558;p116"/>
          <p:cNvSpPr/>
          <p:nvPr/>
        </p:nvSpPr>
        <p:spPr>
          <a:xfrm>
            <a:off x="1418224" y="3285926"/>
            <a:ext cx="676642" cy="487454"/>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 name="Google Shape;1559;p116"/>
          <p:cNvSpPr/>
          <p:nvPr/>
        </p:nvSpPr>
        <p:spPr>
          <a:xfrm flipH="1">
            <a:off x="5119412" y="3283265"/>
            <a:ext cx="676642" cy="487488"/>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 name="Google Shape;1560;p116"/>
          <p:cNvSpPr/>
          <p:nvPr/>
        </p:nvSpPr>
        <p:spPr>
          <a:xfrm flipH="1">
            <a:off x="7199551" y="2192366"/>
            <a:ext cx="534277" cy="474778"/>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1" name="Google Shape;1561;p116"/>
          <p:cNvSpPr/>
          <p:nvPr/>
        </p:nvSpPr>
        <p:spPr>
          <a:xfrm>
            <a:off x="3340000" y="2192380"/>
            <a:ext cx="534277" cy="474778"/>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62" name="Google Shape;1562;p116"/>
          <p:cNvCxnSpPr/>
          <p:nvPr/>
        </p:nvCxnSpPr>
        <p:spPr>
          <a:xfrm flipH="1" rot="10800000">
            <a:off x="5706050" y="2359800"/>
            <a:ext cx="1605900" cy="1073100"/>
          </a:xfrm>
          <a:prstGeom prst="straightConnector1">
            <a:avLst/>
          </a:prstGeom>
          <a:noFill/>
          <a:ln cap="flat" cmpd="sng" w="28575">
            <a:solidFill>
              <a:schemeClr val="dk2"/>
            </a:solidFill>
            <a:prstDash val="solid"/>
            <a:round/>
            <a:headEnd len="med" w="med" type="none"/>
            <a:tailEnd len="med" w="med" type="none"/>
          </a:ln>
        </p:spPr>
      </p:cxnSp>
      <p:cxnSp>
        <p:nvCxnSpPr>
          <p:cNvPr id="1563" name="Google Shape;1563;p116"/>
          <p:cNvCxnSpPr/>
          <p:nvPr/>
        </p:nvCxnSpPr>
        <p:spPr>
          <a:xfrm>
            <a:off x="3837850" y="2431225"/>
            <a:ext cx="1462800" cy="1025400"/>
          </a:xfrm>
          <a:prstGeom prst="straightConnector1">
            <a:avLst/>
          </a:prstGeom>
          <a:noFill/>
          <a:ln cap="flat" cmpd="sng" w="28575">
            <a:solidFill>
              <a:schemeClr val="dk2"/>
            </a:solidFill>
            <a:prstDash val="solid"/>
            <a:round/>
            <a:headEnd len="med" w="med" type="none"/>
            <a:tailEnd len="med" w="med" type="none"/>
          </a:ln>
        </p:spPr>
      </p:cxn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7" name="Shape 1567"/>
        <p:cNvGrpSpPr/>
        <p:nvPr/>
      </p:nvGrpSpPr>
      <p:grpSpPr>
        <a:xfrm>
          <a:off x="0" y="0"/>
          <a:ext cx="0" cy="0"/>
          <a:chOff x="0" y="0"/>
          <a:chExt cx="0" cy="0"/>
        </a:xfrm>
      </p:grpSpPr>
      <p:sp>
        <p:nvSpPr>
          <p:cNvPr id="1568" name="Google Shape;1568;p117"/>
          <p:cNvSpPr txBox="1"/>
          <p:nvPr>
            <p:ph idx="1" type="subTitle"/>
          </p:nvPr>
        </p:nvSpPr>
        <p:spPr>
          <a:xfrm>
            <a:off x="2854650" y="1652972"/>
            <a:ext cx="3434700" cy="10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a:t>Do you have any questions?</a:t>
            </a:r>
            <a:endParaRPr/>
          </a:p>
          <a:p>
            <a:pPr indent="0" lvl="0" marL="0" rtl="0" algn="ctr">
              <a:spcBef>
                <a:spcPts val="0"/>
              </a:spcBef>
              <a:spcAft>
                <a:spcPts val="0"/>
              </a:spcAft>
              <a:buClr>
                <a:schemeClr val="dk1"/>
              </a:buClr>
              <a:buSzPts val="1100"/>
              <a:buFont typeface="Arial"/>
              <a:buNone/>
            </a:pPr>
            <a:r>
              <a:rPr lang="en"/>
              <a:t>addyouremail@freepik.com </a:t>
            </a:r>
            <a:endParaRPr/>
          </a:p>
          <a:p>
            <a:pPr indent="0" lvl="0" marL="0" rtl="0" algn="ctr">
              <a:spcBef>
                <a:spcPts val="0"/>
              </a:spcBef>
              <a:spcAft>
                <a:spcPts val="0"/>
              </a:spcAft>
              <a:buClr>
                <a:schemeClr val="dk1"/>
              </a:buClr>
              <a:buSzPts val="1100"/>
              <a:buFont typeface="Arial"/>
              <a:buNone/>
            </a:pPr>
            <a:r>
              <a:rPr lang="en"/>
              <a:t>+91  620 421 838 </a:t>
            </a:r>
            <a:endParaRPr/>
          </a:p>
          <a:p>
            <a:pPr indent="0" lvl="0" marL="0" rtl="0" algn="ctr">
              <a:spcBef>
                <a:spcPts val="0"/>
              </a:spcBef>
              <a:spcAft>
                <a:spcPts val="0"/>
              </a:spcAft>
              <a:buNone/>
            </a:pPr>
            <a:r>
              <a:rPr lang="en"/>
              <a:t>yourwebsite.com</a:t>
            </a:r>
            <a:endParaRPr/>
          </a:p>
        </p:txBody>
      </p:sp>
      <p:sp>
        <p:nvSpPr>
          <p:cNvPr id="1569" name="Google Shape;1569;p117"/>
          <p:cNvSpPr txBox="1"/>
          <p:nvPr>
            <p:ph type="title"/>
          </p:nvPr>
        </p:nvSpPr>
        <p:spPr>
          <a:xfrm>
            <a:off x="1276650" y="438900"/>
            <a:ext cx="6590700" cy="1000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THANKS!</a:t>
            </a:r>
            <a:endParaRPr/>
          </a:p>
        </p:txBody>
      </p:sp>
      <p:sp>
        <p:nvSpPr>
          <p:cNvPr id="1570" name="Google Shape;1570;p117"/>
          <p:cNvSpPr txBox="1"/>
          <p:nvPr/>
        </p:nvSpPr>
        <p:spPr>
          <a:xfrm>
            <a:off x="2903825" y="4654275"/>
            <a:ext cx="3336300" cy="1830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anrope"/>
                <a:ea typeface="Manrope"/>
                <a:cs typeface="Manrope"/>
                <a:sym typeface="Manrope"/>
              </a:rPr>
              <a:t>Please keep this slide for attribution</a:t>
            </a:r>
            <a:endParaRPr>
              <a:solidFill>
                <a:schemeClr val="dk1"/>
              </a:solidFill>
              <a:latin typeface="Manrope"/>
              <a:ea typeface="Manrope"/>
              <a:cs typeface="Manrope"/>
              <a:sym typeface="Manrope"/>
            </a:endParaRPr>
          </a:p>
        </p:txBody>
      </p:sp>
      <p:sp>
        <p:nvSpPr>
          <p:cNvPr id="1571" name="Google Shape;1571;p117"/>
          <p:cNvSpPr/>
          <p:nvPr/>
        </p:nvSpPr>
        <p:spPr>
          <a:xfrm>
            <a:off x="3057275" y="3011869"/>
            <a:ext cx="787910" cy="567612"/>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 name="Google Shape;1572;p117"/>
          <p:cNvSpPr/>
          <p:nvPr/>
        </p:nvSpPr>
        <p:spPr>
          <a:xfrm flipH="1">
            <a:off x="4506862" y="3005975"/>
            <a:ext cx="787910" cy="567679"/>
          </a:xfrm>
          <a:custGeom>
            <a:rect b="b" l="l" r="r" t="t"/>
            <a:pathLst>
              <a:path extrusionOk="0" h="13563" w="18827">
                <a:moveTo>
                  <a:pt x="7161" y="0"/>
                </a:moveTo>
                <a:cubicBezTo>
                  <a:pt x="6367" y="0"/>
                  <a:pt x="5745" y="97"/>
                  <a:pt x="5462" y="302"/>
                </a:cubicBezTo>
                <a:cubicBezTo>
                  <a:pt x="5439" y="302"/>
                  <a:pt x="5416" y="302"/>
                  <a:pt x="5393" y="302"/>
                </a:cubicBezTo>
                <a:cubicBezTo>
                  <a:pt x="1116" y="302"/>
                  <a:pt x="1" y="5785"/>
                  <a:pt x="370" y="9035"/>
                </a:cubicBezTo>
                <a:cubicBezTo>
                  <a:pt x="734" y="12239"/>
                  <a:pt x="5348" y="13486"/>
                  <a:pt x="7931" y="13560"/>
                </a:cubicBezTo>
                <a:cubicBezTo>
                  <a:pt x="7975" y="13562"/>
                  <a:pt x="8020" y="13562"/>
                  <a:pt x="8064" y="13562"/>
                </a:cubicBezTo>
                <a:cubicBezTo>
                  <a:pt x="13120" y="13562"/>
                  <a:pt x="18826" y="5169"/>
                  <a:pt x="13911" y="1714"/>
                </a:cubicBezTo>
                <a:cubicBezTo>
                  <a:pt x="12377" y="637"/>
                  <a:pt x="9200" y="0"/>
                  <a:pt x="71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 name="Google Shape;1573;p117"/>
          <p:cNvSpPr/>
          <p:nvPr/>
        </p:nvSpPr>
        <p:spPr>
          <a:xfrm flipH="1">
            <a:off x="5447962" y="3011836"/>
            <a:ext cx="638859" cy="567644"/>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 name="Google Shape;1574;p117"/>
          <p:cNvSpPr/>
          <p:nvPr/>
        </p:nvSpPr>
        <p:spPr>
          <a:xfrm>
            <a:off x="3865257" y="3009374"/>
            <a:ext cx="631071" cy="560864"/>
          </a:xfrm>
          <a:custGeom>
            <a:rect b="b" l="l" r="r" t="t"/>
            <a:pathLst>
              <a:path extrusionOk="0" h="28248" w="31788">
                <a:moveTo>
                  <a:pt x="16729" y="0"/>
                </a:moveTo>
                <a:cubicBezTo>
                  <a:pt x="16601" y="0"/>
                  <a:pt x="16474" y="1"/>
                  <a:pt x="16346" y="2"/>
                </a:cubicBezTo>
                <a:cubicBezTo>
                  <a:pt x="16060" y="2"/>
                  <a:pt x="15764" y="5"/>
                  <a:pt x="15461" y="9"/>
                </a:cubicBezTo>
                <a:cubicBezTo>
                  <a:pt x="11690" y="44"/>
                  <a:pt x="7009" y="207"/>
                  <a:pt x="4237" y="2881"/>
                </a:cubicBezTo>
                <a:cubicBezTo>
                  <a:pt x="2392" y="4661"/>
                  <a:pt x="2135" y="8048"/>
                  <a:pt x="1618" y="10410"/>
                </a:cubicBezTo>
                <a:cubicBezTo>
                  <a:pt x="938" y="13517"/>
                  <a:pt x="381" y="16657"/>
                  <a:pt x="219" y="19839"/>
                </a:cubicBezTo>
                <a:cubicBezTo>
                  <a:pt x="1" y="24133"/>
                  <a:pt x="1988" y="26141"/>
                  <a:pt x="6130" y="26720"/>
                </a:cubicBezTo>
                <a:cubicBezTo>
                  <a:pt x="9755" y="27227"/>
                  <a:pt x="13382" y="27712"/>
                  <a:pt x="17036" y="27956"/>
                </a:cubicBezTo>
                <a:cubicBezTo>
                  <a:pt x="18561" y="28056"/>
                  <a:pt x="20165" y="28248"/>
                  <a:pt x="21749" y="28248"/>
                </a:cubicBezTo>
                <a:cubicBezTo>
                  <a:pt x="23047" y="28248"/>
                  <a:pt x="24332" y="28119"/>
                  <a:pt x="25547" y="27706"/>
                </a:cubicBezTo>
                <a:cubicBezTo>
                  <a:pt x="28287" y="26775"/>
                  <a:pt x="29435" y="24198"/>
                  <a:pt x="29933" y="21508"/>
                </a:cubicBezTo>
                <a:cubicBezTo>
                  <a:pt x="30554" y="18140"/>
                  <a:pt x="30847" y="14721"/>
                  <a:pt x="31348" y="11337"/>
                </a:cubicBezTo>
                <a:cubicBezTo>
                  <a:pt x="31787" y="8393"/>
                  <a:pt x="31569" y="5097"/>
                  <a:pt x="28963" y="3194"/>
                </a:cubicBezTo>
                <a:cubicBezTo>
                  <a:pt x="25477" y="645"/>
                  <a:pt x="20958" y="0"/>
                  <a:pt x="167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117"/>
          <p:cNvSpPr/>
          <p:nvPr/>
        </p:nvSpPr>
        <p:spPr>
          <a:xfrm>
            <a:off x="4079438" y="3201875"/>
            <a:ext cx="212764" cy="175874"/>
          </a:xfrm>
          <a:custGeom>
            <a:rect b="b" l="l" r="r" t="t"/>
            <a:pathLst>
              <a:path extrusionOk="0" h="10975" w="13277">
                <a:moveTo>
                  <a:pt x="4037" y="8573"/>
                </a:moveTo>
                <a:cubicBezTo>
                  <a:pt x="2602" y="8540"/>
                  <a:pt x="1735" y="7506"/>
                  <a:pt x="1502" y="6672"/>
                </a:cubicBezTo>
                <a:cubicBezTo>
                  <a:pt x="1902" y="6772"/>
                  <a:pt x="2269" y="6739"/>
                  <a:pt x="2669" y="6639"/>
                </a:cubicBezTo>
                <a:cubicBezTo>
                  <a:pt x="2669" y="6639"/>
                  <a:pt x="2669" y="6639"/>
                  <a:pt x="2702" y="6639"/>
                </a:cubicBezTo>
                <a:cubicBezTo>
                  <a:pt x="1935" y="6472"/>
                  <a:pt x="1335" y="6038"/>
                  <a:pt x="934" y="5371"/>
                </a:cubicBezTo>
                <a:cubicBezTo>
                  <a:pt x="668" y="4938"/>
                  <a:pt x="534" y="4471"/>
                  <a:pt x="534" y="3937"/>
                </a:cubicBezTo>
                <a:cubicBezTo>
                  <a:pt x="901" y="4137"/>
                  <a:pt x="1301" y="4270"/>
                  <a:pt x="1735" y="4270"/>
                </a:cubicBezTo>
                <a:cubicBezTo>
                  <a:pt x="1168" y="3837"/>
                  <a:pt x="768" y="3303"/>
                  <a:pt x="634" y="2603"/>
                </a:cubicBezTo>
                <a:cubicBezTo>
                  <a:pt x="467" y="1902"/>
                  <a:pt x="568" y="1268"/>
                  <a:pt x="901" y="634"/>
                </a:cubicBezTo>
                <a:cubicBezTo>
                  <a:pt x="2402" y="2369"/>
                  <a:pt x="4270" y="3336"/>
                  <a:pt x="6538" y="3470"/>
                </a:cubicBezTo>
                <a:cubicBezTo>
                  <a:pt x="6538" y="3370"/>
                  <a:pt x="6505" y="3270"/>
                  <a:pt x="6505" y="3170"/>
                </a:cubicBezTo>
                <a:cubicBezTo>
                  <a:pt x="6405" y="2536"/>
                  <a:pt x="6538" y="1935"/>
                  <a:pt x="6905" y="1402"/>
                </a:cubicBezTo>
                <a:cubicBezTo>
                  <a:pt x="7339" y="735"/>
                  <a:pt x="7939" y="301"/>
                  <a:pt x="8740" y="167"/>
                </a:cubicBezTo>
                <a:cubicBezTo>
                  <a:pt x="9674" y="1"/>
                  <a:pt x="10475" y="268"/>
                  <a:pt x="11142" y="935"/>
                </a:cubicBezTo>
                <a:cubicBezTo>
                  <a:pt x="11175" y="968"/>
                  <a:pt x="11208" y="968"/>
                  <a:pt x="11275" y="968"/>
                </a:cubicBezTo>
                <a:cubicBezTo>
                  <a:pt x="11842" y="835"/>
                  <a:pt x="12376" y="634"/>
                  <a:pt x="12876" y="368"/>
                </a:cubicBezTo>
                <a:cubicBezTo>
                  <a:pt x="12876" y="334"/>
                  <a:pt x="12910" y="334"/>
                  <a:pt x="12910" y="334"/>
                </a:cubicBezTo>
                <a:lnTo>
                  <a:pt x="12910" y="334"/>
                </a:lnTo>
                <a:cubicBezTo>
                  <a:pt x="12710" y="968"/>
                  <a:pt x="12309" y="1468"/>
                  <a:pt x="11742" y="1835"/>
                </a:cubicBezTo>
                <a:cubicBezTo>
                  <a:pt x="12276" y="1769"/>
                  <a:pt x="12776" y="1635"/>
                  <a:pt x="13277" y="1402"/>
                </a:cubicBezTo>
                <a:lnTo>
                  <a:pt x="13277" y="1435"/>
                </a:lnTo>
                <a:cubicBezTo>
                  <a:pt x="13177" y="1568"/>
                  <a:pt x="13076" y="1702"/>
                  <a:pt x="12976" y="1835"/>
                </a:cubicBezTo>
                <a:cubicBezTo>
                  <a:pt x="12676" y="2202"/>
                  <a:pt x="12343" y="2502"/>
                  <a:pt x="11976" y="2769"/>
                </a:cubicBezTo>
                <a:cubicBezTo>
                  <a:pt x="11942" y="2803"/>
                  <a:pt x="11942" y="2836"/>
                  <a:pt x="11942" y="2869"/>
                </a:cubicBezTo>
                <a:cubicBezTo>
                  <a:pt x="11942" y="3270"/>
                  <a:pt x="11942" y="3670"/>
                  <a:pt x="11876" y="4070"/>
                </a:cubicBezTo>
                <a:cubicBezTo>
                  <a:pt x="11776" y="4938"/>
                  <a:pt x="11542" y="5738"/>
                  <a:pt x="11175" y="6505"/>
                </a:cubicBezTo>
                <a:cubicBezTo>
                  <a:pt x="10808" y="7306"/>
                  <a:pt x="10308" y="8040"/>
                  <a:pt x="9707" y="8674"/>
                </a:cubicBezTo>
                <a:cubicBezTo>
                  <a:pt x="8673" y="9741"/>
                  <a:pt x="7406" y="10441"/>
                  <a:pt x="5971" y="10742"/>
                </a:cubicBezTo>
                <a:cubicBezTo>
                  <a:pt x="5438" y="10875"/>
                  <a:pt x="4937" y="10908"/>
                  <a:pt x="4437" y="10942"/>
                </a:cubicBezTo>
                <a:cubicBezTo>
                  <a:pt x="2869" y="10975"/>
                  <a:pt x="1401" y="10575"/>
                  <a:pt x="67" y="9774"/>
                </a:cubicBezTo>
                <a:cubicBezTo>
                  <a:pt x="34" y="9741"/>
                  <a:pt x="34" y="9741"/>
                  <a:pt x="0" y="9708"/>
                </a:cubicBezTo>
                <a:cubicBezTo>
                  <a:pt x="968" y="9808"/>
                  <a:pt x="1868" y="9708"/>
                  <a:pt x="2736" y="9341"/>
                </a:cubicBezTo>
                <a:cubicBezTo>
                  <a:pt x="3203" y="9141"/>
                  <a:pt x="3636" y="8907"/>
                  <a:pt x="4037" y="8573"/>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76" name="Google Shape;1576;p117"/>
          <p:cNvSpPr/>
          <p:nvPr/>
        </p:nvSpPr>
        <p:spPr>
          <a:xfrm>
            <a:off x="3305469" y="3180488"/>
            <a:ext cx="113874" cy="218645"/>
          </a:xfrm>
          <a:custGeom>
            <a:rect b="b" l="l" r="r" t="t"/>
            <a:pathLst>
              <a:path extrusionOk="0" h="13644" w="7106">
                <a:moveTo>
                  <a:pt x="5671" y="2336"/>
                </a:moveTo>
                <a:cubicBezTo>
                  <a:pt x="6071" y="2302"/>
                  <a:pt x="6505" y="2336"/>
                  <a:pt x="6939" y="2336"/>
                </a:cubicBezTo>
                <a:lnTo>
                  <a:pt x="7105" y="2336"/>
                </a:lnTo>
                <a:lnTo>
                  <a:pt x="7105" y="134"/>
                </a:lnTo>
                <a:cubicBezTo>
                  <a:pt x="6872" y="101"/>
                  <a:pt x="6638" y="67"/>
                  <a:pt x="6405" y="67"/>
                </a:cubicBezTo>
                <a:cubicBezTo>
                  <a:pt x="5971" y="34"/>
                  <a:pt x="5538" y="1"/>
                  <a:pt x="5104" y="34"/>
                </a:cubicBezTo>
                <a:cubicBezTo>
                  <a:pt x="4437" y="34"/>
                  <a:pt x="3803" y="201"/>
                  <a:pt x="3269" y="601"/>
                </a:cubicBezTo>
                <a:cubicBezTo>
                  <a:pt x="2635" y="1035"/>
                  <a:pt x="2302" y="1668"/>
                  <a:pt x="2168" y="2436"/>
                </a:cubicBezTo>
                <a:cubicBezTo>
                  <a:pt x="2102" y="2736"/>
                  <a:pt x="2102" y="3069"/>
                  <a:pt x="2102" y="3370"/>
                </a:cubicBezTo>
                <a:cubicBezTo>
                  <a:pt x="2068" y="3870"/>
                  <a:pt x="2068" y="4370"/>
                  <a:pt x="2102" y="4837"/>
                </a:cubicBezTo>
                <a:lnTo>
                  <a:pt x="2102" y="5038"/>
                </a:lnTo>
                <a:lnTo>
                  <a:pt x="0" y="5038"/>
                </a:lnTo>
                <a:lnTo>
                  <a:pt x="0" y="7473"/>
                </a:lnTo>
                <a:lnTo>
                  <a:pt x="2068" y="7473"/>
                </a:lnTo>
                <a:lnTo>
                  <a:pt x="2068" y="13644"/>
                </a:lnTo>
                <a:lnTo>
                  <a:pt x="4637" y="13644"/>
                </a:lnTo>
                <a:lnTo>
                  <a:pt x="4637" y="7506"/>
                </a:lnTo>
                <a:lnTo>
                  <a:pt x="6705" y="7506"/>
                </a:lnTo>
                <a:cubicBezTo>
                  <a:pt x="6805" y="6672"/>
                  <a:pt x="6905" y="5871"/>
                  <a:pt x="7039" y="5038"/>
                </a:cubicBezTo>
                <a:lnTo>
                  <a:pt x="6572" y="5038"/>
                </a:lnTo>
                <a:cubicBezTo>
                  <a:pt x="5971" y="5038"/>
                  <a:pt x="4604" y="5038"/>
                  <a:pt x="4604" y="5038"/>
                </a:cubicBezTo>
                <a:cubicBezTo>
                  <a:pt x="4604" y="5038"/>
                  <a:pt x="4604" y="3803"/>
                  <a:pt x="4637" y="3303"/>
                </a:cubicBezTo>
                <a:cubicBezTo>
                  <a:pt x="4637" y="2569"/>
                  <a:pt x="5071" y="2336"/>
                  <a:pt x="5671" y="2336"/>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1577" name="Google Shape;1577;p117"/>
          <p:cNvGrpSpPr/>
          <p:nvPr/>
        </p:nvGrpSpPr>
        <p:grpSpPr>
          <a:xfrm>
            <a:off x="5671474" y="3198910"/>
            <a:ext cx="181781" cy="181780"/>
            <a:chOff x="2698516" y="3260966"/>
            <a:chExt cx="166375" cy="166374"/>
          </a:xfrm>
        </p:grpSpPr>
        <p:sp>
          <p:nvSpPr>
            <p:cNvPr id="1578" name="Google Shape;1578;p117"/>
            <p:cNvSpPr/>
            <p:nvPr/>
          </p:nvSpPr>
          <p:spPr>
            <a:xfrm>
              <a:off x="2698516" y="3260966"/>
              <a:ext cx="40130" cy="166373"/>
            </a:xfrm>
            <a:custGeom>
              <a:rect b="b" l="l" r="r" t="t"/>
              <a:pathLst>
                <a:path extrusionOk="0" h="11343" w="2736">
                  <a:moveTo>
                    <a:pt x="1368" y="1"/>
                  </a:moveTo>
                  <a:cubicBezTo>
                    <a:pt x="601" y="1"/>
                    <a:pt x="1" y="635"/>
                    <a:pt x="1" y="1368"/>
                  </a:cubicBezTo>
                  <a:cubicBezTo>
                    <a:pt x="1" y="2136"/>
                    <a:pt x="601" y="2736"/>
                    <a:pt x="1368" y="2736"/>
                  </a:cubicBezTo>
                  <a:cubicBezTo>
                    <a:pt x="2136" y="2736"/>
                    <a:pt x="2736" y="2136"/>
                    <a:pt x="2736" y="1368"/>
                  </a:cubicBezTo>
                  <a:cubicBezTo>
                    <a:pt x="2736" y="635"/>
                    <a:pt x="2136" y="1"/>
                    <a:pt x="1368" y="1"/>
                  </a:cubicBezTo>
                  <a:close/>
                  <a:moveTo>
                    <a:pt x="201" y="3770"/>
                  </a:moveTo>
                  <a:lnTo>
                    <a:pt x="201" y="11342"/>
                  </a:lnTo>
                  <a:lnTo>
                    <a:pt x="2536" y="11342"/>
                  </a:lnTo>
                  <a:lnTo>
                    <a:pt x="2536" y="3770"/>
                  </a:lnTo>
                  <a:close/>
                </a:path>
              </a:pathLst>
            </a:cu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79" name="Google Shape;1579;p117"/>
            <p:cNvSpPr/>
            <p:nvPr/>
          </p:nvSpPr>
          <p:spPr>
            <a:xfrm>
              <a:off x="2757715" y="3313330"/>
              <a:ext cx="107175" cy="114010"/>
            </a:xfrm>
            <a:custGeom>
              <a:rect b="b" l="l" r="r" t="t"/>
              <a:pathLst>
                <a:path extrusionOk="0" h="7773" w="7307">
                  <a:moveTo>
                    <a:pt x="4504" y="0"/>
                  </a:moveTo>
                  <a:cubicBezTo>
                    <a:pt x="3337" y="0"/>
                    <a:pt x="2569" y="634"/>
                    <a:pt x="2269" y="1234"/>
                  </a:cubicBezTo>
                  <a:lnTo>
                    <a:pt x="2236" y="1234"/>
                  </a:lnTo>
                  <a:lnTo>
                    <a:pt x="2236" y="200"/>
                  </a:lnTo>
                  <a:lnTo>
                    <a:pt x="1" y="200"/>
                  </a:lnTo>
                  <a:lnTo>
                    <a:pt x="1" y="7772"/>
                  </a:lnTo>
                  <a:lnTo>
                    <a:pt x="2336" y="7772"/>
                  </a:lnTo>
                  <a:lnTo>
                    <a:pt x="2336" y="4036"/>
                  </a:lnTo>
                  <a:cubicBezTo>
                    <a:pt x="2336" y="3036"/>
                    <a:pt x="2536" y="2068"/>
                    <a:pt x="3737" y="2068"/>
                  </a:cubicBezTo>
                  <a:cubicBezTo>
                    <a:pt x="4938" y="2068"/>
                    <a:pt x="4971" y="3202"/>
                    <a:pt x="4971" y="4103"/>
                  </a:cubicBezTo>
                  <a:lnTo>
                    <a:pt x="4971" y="7772"/>
                  </a:lnTo>
                  <a:lnTo>
                    <a:pt x="7306" y="7772"/>
                  </a:lnTo>
                  <a:lnTo>
                    <a:pt x="7306" y="3603"/>
                  </a:lnTo>
                  <a:cubicBezTo>
                    <a:pt x="7306" y="1568"/>
                    <a:pt x="6872" y="0"/>
                    <a:pt x="450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sp>
        <p:nvSpPr>
          <p:cNvPr id="1580" name="Google Shape;1580;p117"/>
          <p:cNvSpPr/>
          <p:nvPr/>
        </p:nvSpPr>
        <p:spPr>
          <a:xfrm>
            <a:off x="4881590" y="3191378"/>
            <a:ext cx="200473" cy="196867"/>
          </a:xfrm>
          <a:custGeom>
            <a:rect b="b" l="l" r="r" t="t"/>
            <a:pathLst>
              <a:path extrusionOk="0" h="12285" w="12510">
                <a:moveTo>
                  <a:pt x="9540" y="2148"/>
                </a:moveTo>
                <a:cubicBezTo>
                  <a:pt x="9107" y="2148"/>
                  <a:pt x="8773" y="2448"/>
                  <a:pt x="8773" y="2882"/>
                </a:cubicBezTo>
                <a:cubicBezTo>
                  <a:pt x="8773" y="3282"/>
                  <a:pt x="9107" y="3616"/>
                  <a:pt x="9540" y="3616"/>
                </a:cubicBezTo>
                <a:cubicBezTo>
                  <a:pt x="9941" y="3616"/>
                  <a:pt x="10274" y="3282"/>
                  <a:pt x="10274" y="2882"/>
                </a:cubicBezTo>
                <a:cubicBezTo>
                  <a:pt x="10274" y="2448"/>
                  <a:pt x="9941" y="2148"/>
                  <a:pt x="9540" y="2148"/>
                </a:cubicBezTo>
                <a:close/>
                <a:moveTo>
                  <a:pt x="6271" y="4083"/>
                </a:moveTo>
                <a:cubicBezTo>
                  <a:pt x="7372" y="4116"/>
                  <a:pt x="8306" y="5017"/>
                  <a:pt x="8273" y="6151"/>
                </a:cubicBezTo>
                <a:cubicBezTo>
                  <a:pt x="8273" y="7285"/>
                  <a:pt x="7339" y="8186"/>
                  <a:pt x="6238" y="8186"/>
                </a:cubicBezTo>
                <a:cubicBezTo>
                  <a:pt x="5104" y="8152"/>
                  <a:pt x="4203" y="7252"/>
                  <a:pt x="4203" y="6118"/>
                </a:cubicBezTo>
                <a:cubicBezTo>
                  <a:pt x="4203" y="4984"/>
                  <a:pt x="5137" y="4083"/>
                  <a:pt x="6271" y="4083"/>
                </a:cubicBezTo>
                <a:close/>
                <a:moveTo>
                  <a:pt x="6238" y="2982"/>
                </a:moveTo>
                <a:cubicBezTo>
                  <a:pt x="4503" y="2982"/>
                  <a:pt x="3102" y="4416"/>
                  <a:pt x="3102" y="6151"/>
                </a:cubicBezTo>
                <a:cubicBezTo>
                  <a:pt x="3102" y="7886"/>
                  <a:pt x="4503" y="9287"/>
                  <a:pt x="6238" y="9287"/>
                </a:cubicBezTo>
                <a:cubicBezTo>
                  <a:pt x="7972" y="9287"/>
                  <a:pt x="9407" y="7886"/>
                  <a:pt x="9407" y="6151"/>
                </a:cubicBezTo>
                <a:cubicBezTo>
                  <a:pt x="9407" y="4416"/>
                  <a:pt x="8006" y="2982"/>
                  <a:pt x="6238" y="2982"/>
                </a:cubicBezTo>
                <a:close/>
                <a:moveTo>
                  <a:pt x="6330" y="1114"/>
                </a:moveTo>
                <a:cubicBezTo>
                  <a:pt x="7581" y="1114"/>
                  <a:pt x="8823" y="1147"/>
                  <a:pt x="9340" y="1214"/>
                </a:cubicBezTo>
                <a:cubicBezTo>
                  <a:pt x="10408" y="1381"/>
                  <a:pt x="11075" y="2115"/>
                  <a:pt x="11208" y="3182"/>
                </a:cubicBezTo>
                <a:cubicBezTo>
                  <a:pt x="11308" y="4183"/>
                  <a:pt x="11342" y="8152"/>
                  <a:pt x="11175" y="9220"/>
                </a:cubicBezTo>
                <a:cubicBezTo>
                  <a:pt x="11008" y="10287"/>
                  <a:pt x="10274" y="10954"/>
                  <a:pt x="9207" y="11088"/>
                </a:cubicBezTo>
                <a:cubicBezTo>
                  <a:pt x="8730" y="11136"/>
                  <a:pt x="7479" y="11176"/>
                  <a:pt x="6199" y="11176"/>
                </a:cubicBezTo>
                <a:cubicBezTo>
                  <a:pt x="4796" y="11176"/>
                  <a:pt x="3357" y="11127"/>
                  <a:pt x="2869" y="10988"/>
                </a:cubicBezTo>
                <a:cubicBezTo>
                  <a:pt x="2002" y="10754"/>
                  <a:pt x="1468" y="10154"/>
                  <a:pt x="1334" y="9253"/>
                </a:cubicBezTo>
                <a:cubicBezTo>
                  <a:pt x="1201" y="8419"/>
                  <a:pt x="1168" y="4183"/>
                  <a:pt x="1334" y="3049"/>
                </a:cubicBezTo>
                <a:cubicBezTo>
                  <a:pt x="1501" y="1981"/>
                  <a:pt x="2202" y="1314"/>
                  <a:pt x="3269" y="1214"/>
                </a:cubicBezTo>
                <a:cubicBezTo>
                  <a:pt x="3820" y="1147"/>
                  <a:pt x="5079" y="1114"/>
                  <a:pt x="6330" y="1114"/>
                </a:cubicBezTo>
                <a:close/>
                <a:moveTo>
                  <a:pt x="6118" y="0"/>
                </a:moveTo>
                <a:cubicBezTo>
                  <a:pt x="4861" y="0"/>
                  <a:pt x="3603" y="41"/>
                  <a:pt x="2969" y="147"/>
                </a:cubicBezTo>
                <a:cubicBezTo>
                  <a:pt x="1601" y="347"/>
                  <a:pt x="667" y="1147"/>
                  <a:pt x="300" y="2515"/>
                </a:cubicBezTo>
                <a:cubicBezTo>
                  <a:pt x="0" y="3583"/>
                  <a:pt x="67" y="8386"/>
                  <a:pt x="234" y="9420"/>
                </a:cubicBezTo>
                <a:cubicBezTo>
                  <a:pt x="467" y="10821"/>
                  <a:pt x="1301" y="11755"/>
                  <a:pt x="2702" y="12089"/>
                </a:cubicBezTo>
                <a:cubicBezTo>
                  <a:pt x="3204" y="12227"/>
                  <a:pt x="4733" y="12285"/>
                  <a:pt x="6235" y="12285"/>
                </a:cubicBezTo>
                <a:cubicBezTo>
                  <a:pt x="7626" y="12285"/>
                  <a:pt x="8994" y="12236"/>
                  <a:pt x="9507" y="12155"/>
                </a:cubicBezTo>
                <a:cubicBezTo>
                  <a:pt x="10941" y="11922"/>
                  <a:pt x="11842" y="11088"/>
                  <a:pt x="12209" y="9687"/>
                </a:cubicBezTo>
                <a:cubicBezTo>
                  <a:pt x="12509" y="8619"/>
                  <a:pt x="12409" y="4050"/>
                  <a:pt x="12309" y="3082"/>
                </a:cubicBezTo>
                <a:cubicBezTo>
                  <a:pt x="12209" y="2282"/>
                  <a:pt x="11909" y="1548"/>
                  <a:pt x="11308" y="981"/>
                </a:cubicBezTo>
                <a:cubicBezTo>
                  <a:pt x="10674" y="380"/>
                  <a:pt x="9907" y="113"/>
                  <a:pt x="9040" y="80"/>
                </a:cubicBezTo>
                <a:cubicBezTo>
                  <a:pt x="8363" y="33"/>
                  <a:pt x="7241" y="0"/>
                  <a:pt x="611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69"/>
                                        </p:tgtEl>
                                        <p:attrNameLst>
                                          <p:attrName>style.visibility</p:attrName>
                                        </p:attrNameLst>
                                      </p:cBhvr>
                                      <p:to>
                                        <p:strVal val="visible"/>
                                      </p:to>
                                    </p:set>
                                    <p:animEffect filter="fade" transition="in">
                                      <p:cBhvr>
                                        <p:cTn dur="1000"/>
                                        <p:tgtEl>
                                          <p:spTgt spid="156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4" name="Shape 1584"/>
        <p:cNvGrpSpPr/>
        <p:nvPr/>
      </p:nvGrpSpPr>
      <p:grpSpPr>
        <a:xfrm>
          <a:off x="0" y="0"/>
          <a:ext cx="0" cy="0"/>
          <a:chOff x="0" y="0"/>
          <a:chExt cx="0" cy="0"/>
        </a:xfrm>
      </p:grpSpPr>
      <p:sp>
        <p:nvSpPr>
          <p:cNvPr id="1585" name="Google Shape;1585;p118"/>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ICON PACK: SEOUL | LINEAR</a:t>
            </a:r>
            <a:endParaRPr/>
          </a:p>
        </p:txBody>
      </p:sp>
      <p:grpSp>
        <p:nvGrpSpPr>
          <p:cNvPr id="1586" name="Google Shape;1586;p118"/>
          <p:cNvGrpSpPr/>
          <p:nvPr/>
        </p:nvGrpSpPr>
        <p:grpSpPr>
          <a:xfrm>
            <a:off x="6892213" y="3920541"/>
            <a:ext cx="325758" cy="325758"/>
            <a:chOff x="7000379" y="3961744"/>
            <a:chExt cx="340965" cy="340965"/>
          </a:xfrm>
        </p:grpSpPr>
        <p:sp>
          <p:nvSpPr>
            <p:cNvPr id="1587" name="Google Shape;1587;p118"/>
            <p:cNvSpPr/>
            <p:nvPr/>
          </p:nvSpPr>
          <p:spPr>
            <a:xfrm>
              <a:off x="7000379" y="3961744"/>
              <a:ext cx="340965" cy="340965"/>
            </a:xfrm>
            <a:custGeom>
              <a:rect b="b" l="l" r="r" t="t"/>
              <a:pathLst>
                <a:path extrusionOk="0" h="10617" w="10617">
                  <a:moveTo>
                    <a:pt x="8219" y="873"/>
                  </a:moveTo>
                  <a:cubicBezTo>
                    <a:pt x="8214" y="873"/>
                    <a:pt x="8224" y="881"/>
                    <a:pt x="8226" y="883"/>
                  </a:cubicBezTo>
                  <a:lnTo>
                    <a:pt x="8226" y="883"/>
                  </a:lnTo>
                  <a:lnTo>
                    <a:pt x="8226" y="875"/>
                  </a:lnTo>
                  <a:cubicBezTo>
                    <a:pt x="8222" y="873"/>
                    <a:pt x="8220" y="873"/>
                    <a:pt x="8219" y="873"/>
                  </a:cubicBezTo>
                  <a:close/>
                  <a:moveTo>
                    <a:pt x="5621" y="1071"/>
                  </a:moveTo>
                  <a:cubicBezTo>
                    <a:pt x="6006" y="1360"/>
                    <a:pt x="6522" y="1504"/>
                    <a:pt x="6998" y="1504"/>
                  </a:cubicBezTo>
                  <a:cubicBezTo>
                    <a:pt x="7051" y="1504"/>
                    <a:pt x="7104" y="1503"/>
                    <a:pt x="7155" y="1499"/>
                  </a:cubicBezTo>
                  <a:lnTo>
                    <a:pt x="7155" y="1499"/>
                  </a:lnTo>
                  <a:lnTo>
                    <a:pt x="6442" y="2730"/>
                  </a:lnTo>
                  <a:lnTo>
                    <a:pt x="6995" y="3033"/>
                  </a:lnTo>
                  <a:lnTo>
                    <a:pt x="7691" y="1820"/>
                  </a:lnTo>
                  <a:cubicBezTo>
                    <a:pt x="7905" y="2284"/>
                    <a:pt x="8333" y="2712"/>
                    <a:pt x="8815" y="2926"/>
                  </a:cubicBezTo>
                  <a:lnTo>
                    <a:pt x="7583" y="3640"/>
                  </a:lnTo>
                  <a:lnTo>
                    <a:pt x="7905" y="4175"/>
                  </a:lnTo>
                  <a:lnTo>
                    <a:pt x="9118" y="3462"/>
                  </a:lnTo>
                  <a:lnTo>
                    <a:pt x="9118" y="3462"/>
                  </a:lnTo>
                  <a:cubicBezTo>
                    <a:pt x="9082" y="3979"/>
                    <a:pt x="9225" y="4550"/>
                    <a:pt x="9546" y="4996"/>
                  </a:cubicBezTo>
                  <a:lnTo>
                    <a:pt x="8119" y="4996"/>
                  </a:lnTo>
                  <a:lnTo>
                    <a:pt x="8119" y="5621"/>
                  </a:lnTo>
                  <a:lnTo>
                    <a:pt x="9546" y="5621"/>
                  </a:lnTo>
                  <a:cubicBezTo>
                    <a:pt x="9243" y="6049"/>
                    <a:pt x="9082" y="6620"/>
                    <a:pt x="9118" y="7137"/>
                  </a:cubicBezTo>
                  <a:lnTo>
                    <a:pt x="7905" y="6441"/>
                  </a:lnTo>
                  <a:lnTo>
                    <a:pt x="7583" y="6977"/>
                  </a:lnTo>
                  <a:lnTo>
                    <a:pt x="8815" y="7673"/>
                  </a:lnTo>
                  <a:cubicBezTo>
                    <a:pt x="8333" y="7905"/>
                    <a:pt x="7905" y="8315"/>
                    <a:pt x="7691" y="8797"/>
                  </a:cubicBezTo>
                  <a:lnTo>
                    <a:pt x="6995" y="7566"/>
                  </a:lnTo>
                  <a:lnTo>
                    <a:pt x="6442" y="7887"/>
                  </a:lnTo>
                  <a:lnTo>
                    <a:pt x="7155" y="9118"/>
                  </a:lnTo>
                  <a:cubicBezTo>
                    <a:pt x="7087" y="9110"/>
                    <a:pt x="7016" y="9107"/>
                    <a:pt x="6945" y="9107"/>
                  </a:cubicBezTo>
                  <a:cubicBezTo>
                    <a:pt x="6497" y="9107"/>
                    <a:pt x="6006" y="9251"/>
                    <a:pt x="5621" y="9528"/>
                  </a:cubicBezTo>
                  <a:lnTo>
                    <a:pt x="5621" y="8101"/>
                  </a:lnTo>
                  <a:lnTo>
                    <a:pt x="5014" y="8101"/>
                  </a:lnTo>
                  <a:lnTo>
                    <a:pt x="5014" y="9528"/>
                  </a:lnTo>
                  <a:cubicBezTo>
                    <a:pt x="4629" y="9251"/>
                    <a:pt x="4138" y="9107"/>
                    <a:pt x="3690" y="9107"/>
                  </a:cubicBezTo>
                  <a:cubicBezTo>
                    <a:pt x="3618" y="9107"/>
                    <a:pt x="3548" y="9110"/>
                    <a:pt x="3480" y="9118"/>
                  </a:cubicBezTo>
                  <a:lnTo>
                    <a:pt x="4193" y="7887"/>
                  </a:lnTo>
                  <a:lnTo>
                    <a:pt x="3640" y="7566"/>
                  </a:lnTo>
                  <a:lnTo>
                    <a:pt x="2944" y="8797"/>
                  </a:lnTo>
                  <a:cubicBezTo>
                    <a:pt x="2730" y="8315"/>
                    <a:pt x="2302" y="7905"/>
                    <a:pt x="1820" y="7673"/>
                  </a:cubicBezTo>
                  <a:lnTo>
                    <a:pt x="3051" y="6977"/>
                  </a:lnTo>
                  <a:lnTo>
                    <a:pt x="2730" y="6441"/>
                  </a:lnTo>
                  <a:lnTo>
                    <a:pt x="1517" y="7137"/>
                  </a:lnTo>
                  <a:cubicBezTo>
                    <a:pt x="1553" y="6620"/>
                    <a:pt x="1392" y="6049"/>
                    <a:pt x="1089" y="5621"/>
                  </a:cubicBezTo>
                  <a:lnTo>
                    <a:pt x="2516" y="5621"/>
                  </a:lnTo>
                  <a:lnTo>
                    <a:pt x="2516" y="4996"/>
                  </a:lnTo>
                  <a:lnTo>
                    <a:pt x="1089" y="4996"/>
                  </a:lnTo>
                  <a:cubicBezTo>
                    <a:pt x="1410" y="4550"/>
                    <a:pt x="1553" y="3979"/>
                    <a:pt x="1517" y="3462"/>
                  </a:cubicBezTo>
                  <a:lnTo>
                    <a:pt x="1517" y="3462"/>
                  </a:lnTo>
                  <a:lnTo>
                    <a:pt x="2730" y="4175"/>
                  </a:lnTo>
                  <a:lnTo>
                    <a:pt x="3051" y="3640"/>
                  </a:lnTo>
                  <a:lnTo>
                    <a:pt x="1820" y="2926"/>
                  </a:lnTo>
                  <a:cubicBezTo>
                    <a:pt x="2302" y="2712"/>
                    <a:pt x="2730" y="2284"/>
                    <a:pt x="2944" y="1820"/>
                  </a:cubicBezTo>
                  <a:lnTo>
                    <a:pt x="3640" y="3033"/>
                  </a:lnTo>
                  <a:lnTo>
                    <a:pt x="4193" y="2730"/>
                  </a:lnTo>
                  <a:lnTo>
                    <a:pt x="3480" y="1499"/>
                  </a:lnTo>
                  <a:lnTo>
                    <a:pt x="3480" y="1499"/>
                  </a:lnTo>
                  <a:cubicBezTo>
                    <a:pt x="3531" y="1503"/>
                    <a:pt x="3584" y="1504"/>
                    <a:pt x="3637" y="1504"/>
                  </a:cubicBezTo>
                  <a:cubicBezTo>
                    <a:pt x="4113" y="1504"/>
                    <a:pt x="4629" y="1360"/>
                    <a:pt x="5014" y="1071"/>
                  </a:cubicBezTo>
                  <a:lnTo>
                    <a:pt x="5014" y="2498"/>
                  </a:lnTo>
                  <a:lnTo>
                    <a:pt x="5621" y="2498"/>
                  </a:lnTo>
                  <a:lnTo>
                    <a:pt x="5621" y="1071"/>
                  </a:lnTo>
                  <a:close/>
                  <a:moveTo>
                    <a:pt x="7691" y="10041"/>
                  </a:moveTo>
                  <a:cubicBezTo>
                    <a:pt x="7690" y="10042"/>
                    <a:pt x="7690" y="10042"/>
                    <a:pt x="7691" y="10042"/>
                  </a:cubicBezTo>
                  <a:lnTo>
                    <a:pt x="7691" y="10041"/>
                  </a:lnTo>
                  <a:close/>
                  <a:moveTo>
                    <a:pt x="7699" y="10039"/>
                  </a:moveTo>
                  <a:lnTo>
                    <a:pt x="7699" y="10039"/>
                  </a:lnTo>
                  <a:cubicBezTo>
                    <a:pt x="7697" y="10039"/>
                    <a:pt x="7692" y="10042"/>
                    <a:pt x="7691" y="10042"/>
                  </a:cubicBezTo>
                  <a:lnTo>
                    <a:pt x="7691" y="10046"/>
                  </a:lnTo>
                  <a:cubicBezTo>
                    <a:pt x="7698" y="10041"/>
                    <a:pt x="7700" y="10039"/>
                    <a:pt x="7699" y="10039"/>
                  </a:cubicBezTo>
                  <a:close/>
                  <a:moveTo>
                    <a:pt x="5014" y="0"/>
                  </a:moveTo>
                  <a:cubicBezTo>
                    <a:pt x="5014" y="393"/>
                    <a:pt x="4532" y="714"/>
                    <a:pt x="4104" y="821"/>
                  </a:cubicBezTo>
                  <a:cubicBezTo>
                    <a:pt x="3959" y="857"/>
                    <a:pt x="3802" y="879"/>
                    <a:pt x="3650" y="879"/>
                  </a:cubicBezTo>
                  <a:cubicBezTo>
                    <a:pt x="3352" y="879"/>
                    <a:pt x="3074" y="795"/>
                    <a:pt x="2944" y="571"/>
                  </a:cubicBezTo>
                  <a:cubicBezTo>
                    <a:pt x="2943" y="572"/>
                    <a:pt x="2942" y="573"/>
                    <a:pt x="2941" y="574"/>
                  </a:cubicBezTo>
                  <a:lnTo>
                    <a:pt x="2941" y="574"/>
                  </a:lnTo>
                  <a:cubicBezTo>
                    <a:pt x="2943" y="572"/>
                    <a:pt x="2945" y="570"/>
                    <a:pt x="2944" y="570"/>
                  </a:cubicBezTo>
                  <a:lnTo>
                    <a:pt x="2944" y="570"/>
                  </a:lnTo>
                  <a:cubicBezTo>
                    <a:pt x="2939" y="570"/>
                    <a:pt x="2862" y="609"/>
                    <a:pt x="2409" y="875"/>
                  </a:cubicBezTo>
                  <a:lnTo>
                    <a:pt x="2409" y="892"/>
                  </a:lnTo>
                  <a:cubicBezTo>
                    <a:pt x="2605" y="1231"/>
                    <a:pt x="2356" y="1713"/>
                    <a:pt x="2034" y="2034"/>
                  </a:cubicBezTo>
                  <a:cubicBezTo>
                    <a:pt x="1806" y="2263"/>
                    <a:pt x="1466" y="2461"/>
                    <a:pt x="1167" y="2461"/>
                  </a:cubicBezTo>
                  <a:cubicBezTo>
                    <a:pt x="1070" y="2461"/>
                    <a:pt x="976" y="2440"/>
                    <a:pt x="892" y="2391"/>
                  </a:cubicBezTo>
                  <a:cubicBezTo>
                    <a:pt x="888" y="2397"/>
                    <a:pt x="887" y="2400"/>
                    <a:pt x="886" y="2400"/>
                  </a:cubicBezTo>
                  <a:cubicBezTo>
                    <a:pt x="885" y="2400"/>
                    <a:pt x="889" y="2391"/>
                    <a:pt x="889" y="2391"/>
                  </a:cubicBezTo>
                  <a:lnTo>
                    <a:pt x="889" y="2391"/>
                  </a:lnTo>
                  <a:cubicBezTo>
                    <a:pt x="888" y="2391"/>
                    <a:pt x="854" y="2454"/>
                    <a:pt x="589" y="2926"/>
                  </a:cubicBezTo>
                  <a:cubicBezTo>
                    <a:pt x="928" y="3123"/>
                    <a:pt x="946" y="3658"/>
                    <a:pt x="839" y="4086"/>
                  </a:cubicBezTo>
                  <a:cubicBezTo>
                    <a:pt x="714" y="4532"/>
                    <a:pt x="411" y="4996"/>
                    <a:pt x="18" y="4996"/>
                  </a:cubicBezTo>
                  <a:lnTo>
                    <a:pt x="0" y="4996"/>
                  </a:lnTo>
                  <a:lnTo>
                    <a:pt x="0" y="5621"/>
                  </a:lnTo>
                  <a:lnTo>
                    <a:pt x="18" y="5621"/>
                  </a:lnTo>
                  <a:cubicBezTo>
                    <a:pt x="411" y="5621"/>
                    <a:pt x="714" y="6085"/>
                    <a:pt x="839" y="6513"/>
                  </a:cubicBezTo>
                  <a:cubicBezTo>
                    <a:pt x="946" y="6941"/>
                    <a:pt x="910" y="7494"/>
                    <a:pt x="589" y="7673"/>
                  </a:cubicBezTo>
                  <a:cubicBezTo>
                    <a:pt x="591" y="7679"/>
                    <a:pt x="591" y="7681"/>
                    <a:pt x="590" y="7681"/>
                  </a:cubicBezTo>
                  <a:cubicBezTo>
                    <a:pt x="588" y="7681"/>
                    <a:pt x="582" y="7673"/>
                    <a:pt x="580" y="7673"/>
                  </a:cubicBezTo>
                  <a:lnTo>
                    <a:pt x="580" y="7673"/>
                  </a:lnTo>
                  <a:cubicBezTo>
                    <a:pt x="577" y="7673"/>
                    <a:pt x="613" y="7737"/>
                    <a:pt x="892" y="8226"/>
                  </a:cubicBezTo>
                  <a:lnTo>
                    <a:pt x="892" y="8208"/>
                  </a:lnTo>
                  <a:cubicBezTo>
                    <a:pt x="974" y="8165"/>
                    <a:pt x="1064" y="8146"/>
                    <a:pt x="1159" y="8146"/>
                  </a:cubicBezTo>
                  <a:cubicBezTo>
                    <a:pt x="1460" y="8146"/>
                    <a:pt x="1804" y="8338"/>
                    <a:pt x="2034" y="8583"/>
                  </a:cubicBezTo>
                  <a:cubicBezTo>
                    <a:pt x="2356" y="8904"/>
                    <a:pt x="2605" y="9385"/>
                    <a:pt x="2409" y="9724"/>
                  </a:cubicBezTo>
                  <a:cubicBezTo>
                    <a:pt x="2417" y="9730"/>
                    <a:pt x="2418" y="9731"/>
                    <a:pt x="2417" y="9731"/>
                  </a:cubicBezTo>
                  <a:cubicBezTo>
                    <a:pt x="2416" y="9731"/>
                    <a:pt x="2410" y="9728"/>
                    <a:pt x="2409" y="9728"/>
                  </a:cubicBezTo>
                  <a:lnTo>
                    <a:pt x="2409" y="9728"/>
                  </a:lnTo>
                  <a:cubicBezTo>
                    <a:pt x="2405" y="9728"/>
                    <a:pt x="2457" y="9760"/>
                    <a:pt x="2944" y="10046"/>
                  </a:cubicBezTo>
                  <a:cubicBezTo>
                    <a:pt x="3074" y="9821"/>
                    <a:pt x="3345" y="9730"/>
                    <a:pt x="3642" y="9730"/>
                  </a:cubicBezTo>
                  <a:cubicBezTo>
                    <a:pt x="3794" y="9730"/>
                    <a:pt x="3953" y="9754"/>
                    <a:pt x="4104" y="9796"/>
                  </a:cubicBezTo>
                  <a:cubicBezTo>
                    <a:pt x="4532" y="9903"/>
                    <a:pt x="5014" y="10206"/>
                    <a:pt x="5014" y="10617"/>
                  </a:cubicBezTo>
                  <a:lnTo>
                    <a:pt x="5621" y="10617"/>
                  </a:lnTo>
                  <a:cubicBezTo>
                    <a:pt x="5621" y="10206"/>
                    <a:pt x="6103" y="9903"/>
                    <a:pt x="6531" y="9796"/>
                  </a:cubicBezTo>
                  <a:cubicBezTo>
                    <a:pt x="6678" y="9753"/>
                    <a:pt x="6837" y="9729"/>
                    <a:pt x="6991" y="9729"/>
                  </a:cubicBezTo>
                  <a:cubicBezTo>
                    <a:pt x="7286" y="9729"/>
                    <a:pt x="7562" y="9817"/>
                    <a:pt x="7691" y="10028"/>
                  </a:cubicBezTo>
                  <a:lnTo>
                    <a:pt x="7691" y="10041"/>
                  </a:lnTo>
                  <a:lnTo>
                    <a:pt x="7691" y="10041"/>
                  </a:lnTo>
                  <a:cubicBezTo>
                    <a:pt x="7695" y="10037"/>
                    <a:pt x="7769" y="9992"/>
                    <a:pt x="8226" y="9724"/>
                  </a:cubicBezTo>
                  <a:cubicBezTo>
                    <a:pt x="8030" y="9385"/>
                    <a:pt x="8279" y="8904"/>
                    <a:pt x="8583" y="8583"/>
                  </a:cubicBezTo>
                  <a:cubicBezTo>
                    <a:pt x="8827" y="8338"/>
                    <a:pt x="9164" y="8146"/>
                    <a:pt x="9460" y="8146"/>
                  </a:cubicBezTo>
                  <a:cubicBezTo>
                    <a:pt x="9554" y="8146"/>
                    <a:pt x="9643" y="8165"/>
                    <a:pt x="9725" y="8208"/>
                  </a:cubicBezTo>
                  <a:lnTo>
                    <a:pt x="9725" y="8226"/>
                  </a:lnTo>
                  <a:cubicBezTo>
                    <a:pt x="9729" y="8219"/>
                    <a:pt x="9731" y="8217"/>
                    <a:pt x="9731" y="8217"/>
                  </a:cubicBezTo>
                  <a:lnTo>
                    <a:pt x="9731" y="8217"/>
                  </a:lnTo>
                  <a:cubicBezTo>
                    <a:pt x="9732" y="8217"/>
                    <a:pt x="9728" y="8225"/>
                    <a:pt x="9729" y="8225"/>
                  </a:cubicBezTo>
                  <a:cubicBezTo>
                    <a:pt x="9730" y="8225"/>
                    <a:pt x="9766" y="8162"/>
                    <a:pt x="10046" y="7673"/>
                  </a:cubicBezTo>
                  <a:lnTo>
                    <a:pt x="10028" y="7673"/>
                  </a:lnTo>
                  <a:cubicBezTo>
                    <a:pt x="9707" y="7494"/>
                    <a:pt x="9671" y="6941"/>
                    <a:pt x="9778" y="6513"/>
                  </a:cubicBezTo>
                  <a:cubicBezTo>
                    <a:pt x="9903" y="6085"/>
                    <a:pt x="10206" y="5621"/>
                    <a:pt x="10599" y="5621"/>
                  </a:cubicBezTo>
                  <a:lnTo>
                    <a:pt x="10617" y="5621"/>
                  </a:lnTo>
                  <a:lnTo>
                    <a:pt x="10617" y="4996"/>
                  </a:lnTo>
                  <a:cubicBezTo>
                    <a:pt x="10224" y="4996"/>
                    <a:pt x="9921" y="4532"/>
                    <a:pt x="9796" y="4086"/>
                  </a:cubicBezTo>
                  <a:cubicBezTo>
                    <a:pt x="9689" y="3658"/>
                    <a:pt x="9707" y="3123"/>
                    <a:pt x="10046" y="2926"/>
                  </a:cubicBezTo>
                  <a:cubicBezTo>
                    <a:pt x="10044" y="2920"/>
                    <a:pt x="10044" y="2918"/>
                    <a:pt x="10045" y="2918"/>
                  </a:cubicBezTo>
                  <a:lnTo>
                    <a:pt x="10045" y="2918"/>
                  </a:lnTo>
                  <a:cubicBezTo>
                    <a:pt x="10047" y="2918"/>
                    <a:pt x="10054" y="2927"/>
                    <a:pt x="10055" y="2927"/>
                  </a:cubicBezTo>
                  <a:cubicBezTo>
                    <a:pt x="10057" y="2927"/>
                    <a:pt x="10019" y="2863"/>
                    <a:pt x="9742" y="2391"/>
                  </a:cubicBezTo>
                  <a:cubicBezTo>
                    <a:pt x="9659" y="2440"/>
                    <a:pt x="9565" y="2461"/>
                    <a:pt x="9467" y="2461"/>
                  </a:cubicBezTo>
                  <a:cubicBezTo>
                    <a:pt x="9169" y="2461"/>
                    <a:pt x="8829" y="2263"/>
                    <a:pt x="8601" y="2034"/>
                  </a:cubicBezTo>
                  <a:cubicBezTo>
                    <a:pt x="8279" y="1713"/>
                    <a:pt x="8030" y="1231"/>
                    <a:pt x="8226" y="892"/>
                  </a:cubicBezTo>
                  <a:lnTo>
                    <a:pt x="8226" y="884"/>
                  </a:lnTo>
                  <a:lnTo>
                    <a:pt x="8226" y="884"/>
                  </a:lnTo>
                  <a:cubicBezTo>
                    <a:pt x="8226" y="884"/>
                    <a:pt x="8226" y="884"/>
                    <a:pt x="8226" y="884"/>
                  </a:cubicBezTo>
                  <a:cubicBezTo>
                    <a:pt x="8226" y="884"/>
                    <a:pt x="8226" y="883"/>
                    <a:pt x="8226" y="883"/>
                  </a:cubicBezTo>
                  <a:lnTo>
                    <a:pt x="8226" y="883"/>
                  </a:lnTo>
                  <a:lnTo>
                    <a:pt x="8226" y="884"/>
                  </a:lnTo>
                  <a:lnTo>
                    <a:pt x="8226" y="884"/>
                  </a:lnTo>
                  <a:cubicBezTo>
                    <a:pt x="8222" y="883"/>
                    <a:pt x="8148" y="839"/>
                    <a:pt x="7691" y="571"/>
                  </a:cubicBezTo>
                  <a:cubicBezTo>
                    <a:pt x="7561" y="795"/>
                    <a:pt x="7283" y="879"/>
                    <a:pt x="6985" y="879"/>
                  </a:cubicBezTo>
                  <a:cubicBezTo>
                    <a:pt x="6833" y="879"/>
                    <a:pt x="6676" y="857"/>
                    <a:pt x="6531" y="821"/>
                  </a:cubicBezTo>
                  <a:cubicBezTo>
                    <a:pt x="6103" y="714"/>
                    <a:pt x="5621" y="393"/>
                    <a:pt x="562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 name="Google Shape;1588;p118"/>
            <p:cNvSpPr/>
            <p:nvPr/>
          </p:nvSpPr>
          <p:spPr>
            <a:xfrm>
              <a:off x="7141332" y="4102119"/>
              <a:ext cx="60216" cy="60216"/>
            </a:xfrm>
            <a:custGeom>
              <a:rect b="b" l="l" r="r" t="t"/>
              <a:pathLst>
                <a:path extrusionOk="0" h="1875" w="1875">
                  <a:moveTo>
                    <a:pt x="928" y="625"/>
                  </a:moveTo>
                  <a:cubicBezTo>
                    <a:pt x="1107" y="625"/>
                    <a:pt x="1250" y="768"/>
                    <a:pt x="1250" y="946"/>
                  </a:cubicBezTo>
                  <a:cubicBezTo>
                    <a:pt x="1250" y="1107"/>
                    <a:pt x="1107" y="1250"/>
                    <a:pt x="928" y="1250"/>
                  </a:cubicBezTo>
                  <a:cubicBezTo>
                    <a:pt x="768" y="1250"/>
                    <a:pt x="625" y="1107"/>
                    <a:pt x="625" y="946"/>
                  </a:cubicBezTo>
                  <a:cubicBezTo>
                    <a:pt x="625" y="768"/>
                    <a:pt x="768" y="625"/>
                    <a:pt x="928" y="625"/>
                  </a:cubicBezTo>
                  <a:close/>
                  <a:moveTo>
                    <a:pt x="928" y="1"/>
                  </a:moveTo>
                  <a:cubicBezTo>
                    <a:pt x="411" y="1"/>
                    <a:pt x="1" y="429"/>
                    <a:pt x="1" y="946"/>
                  </a:cubicBezTo>
                  <a:cubicBezTo>
                    <a:pt x="1" y="1464"/>
                    <a:pt x="411" y="1874"/>
                    <a:pt x="928" y="1874"/>
                  </a:cubicBezTo>
                  <a:cubicBezTo>
                    <a:pt x="1446" y="1874"/>
                    <a:pt x="1874" y="1464"/>
                    <a:pt x="1874" y="946"/>
                  </a:cubicBezTo>
                  <a:cubicBezTo>
                    <a:pt x="1874" y="429"/>
                    <a:pt x="1446" y="1"/>
                    <a:pt x="92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89" name="Google Shape;1589;p118"/>
          <p:cNvSpPr/>
          <p:nvPr/>
        </p:nvSpPr>
        <p:spPr>
          <a:xfrm>
            <a:off x="1274150" y="1825350"/>
            <a:ext cx="210236" cy="325756"/>
          </a:xfrm>
          <a:custGeom>
            <a:rect b="b" l="l" r="r" t="t"/>
            <a:pathLst>
              <a:path extrusionOk="0" h="10617" w="6852">
                <a:moveTo>
                  <a:pt x="3729" y="625"/>
                </a:moveTo>
                <a:lnTo>
                  <a:pt x="3729" y="1910"/>
                </a:lnTo>
                <a:lnTo>
                  <a:pt x="4050" y="1910"/>
                </a:lnTo>
                <a:cubicBezTo>
                  <a:pt x="4211" y="1910"/>
                  <a:pt x="4354" y="2052"/>
                  <a:pt x="4354" y="2231"/>
                </a:cubicBezTo>
                <a:lnTo>
                  <a:pt x="4354" y="3159"/>
                </a:lnTo>
                <a:lnTo>
                  <a:pt x="3729" y="3159"/>
                </a:lnTo>
                <a:lnTo>
                  <a:pt x="3729" y="3783"/>
                </a:lnTo>
                <a:lnTo>
                  <a:pt x="4354" y="3783"/>
                </a:lnTo>
                <a:lnTo>
                  <a:pt x="4354" y="5639"/>
                </a:lnTo>
                <a:lnTo>
                  <a:pt x="3729" y="5639"/>
                </a:lnTo>
                <a:lnTo>
                  <a:pt x="3729" y="6263"/>
                </a:lnTo>
                <a:lnTo>
                  <a:pt x="4354" y="6263"/>
                </a:lnTo>
                <a:lnTo>
                  <a:pt x="4354" y="9939"/>
                </a:lnTo>
                <a:cubicBezTo>
                  <a:pt x="3997" y="9814"/>
                  <a:pt x="3729" y="9475"/>
                  <a:pt x="3729" y="9065"/>
                </a:cubicBezTo>
                <a:lnTo>
                  <a:pt x="3729" y="6888"/>
                </a:lnTo>
                <a:lnTo>
                  <a:pt x="2801" y="6888"/>
                </a:lnTo>
                <a:cubicBezTo>
                  <a:pt x="2284" y="6888"/>
                  <a:pt x="1874" y="7316"/>
                  <a:pt x="1874" y="7816"/>
                </a:cubicBezTo>
                <a:lnTo>
                  <a:pt x="1874" y="8440"/>
                </a:lnTo>
                <a:cubicBezTo>
                  <a:pt x="1874" y="8850"/>
                  <a:pt x="1606" y="9189"/>
                  <a:pt x="1249" y="9332"/>
                </a:cubicBezTo>
                <a:lnTo>
                  <a:pt x="1249" y="7209"/>
                </a:lnTo>
                <a:cubicBezTo>
                  <a:pt x="1249" y="6691"/>
                  <a:pt x="1659" y="6263"/>
                  <a:pt x="2177" y="6263"/>
                </a:cubicBezTo>
                <a:lnTo>
                  <a:pt x="2498" y="6263"/>
                </a:lnTo>
                <a:lnTo>
                  <a:pt x="2498" y="5032"/>
                </a:lnTo>
                <a:lnTo>
                  <a:pt x="3729" y="5032"/>
                </a:lnTo>
                <a:lnTo>
                  <a:pt x="3729" y="4408"/>
                </a:lnTo>
                <a:lnTo>
                  <a:pt x="2498" y="4408"/>
                </a:lnTo>
                <a:lnTo>
                  <a:pt x="2498" y="3159"/>
                </a:lnTo>
                <a:lnTo>
                  <a:pt x="3105" y="3159"/>
                </a:lnTo>
                <a:lnTo>
                  <a:pt x="3105" y="2534"/>
                </a:lnTo>
                <a:lnTo>
                  <a:pt x="2498" y="2534"/>
                </a:lnTo>
                <a:lnTo>
                  <a:pt x="2498" y="2231"/>
                </a:lnTo>
                <a:cubicBezTo>
                  <a:pt x="2498" y="2052"/>
                  <a:pt x="2623" y="1910"/>
                  <a:pt x="2801" y="1910"/>
                </a:cubicBezTo>
                <a:lnTo>
                  <a:pt x="3105" y="1910"/>
                </a:lnTo>
                <a:lnTo>
                  <a:pt x="3105" y="625"/>
                </a:lnTo>
                <a:close/>
                <a:moveTo>
                  <a:pt x="2498" y="1"/>
                </a:moveTo>
                <a:lnTo>
                  <a:pt x="2498" y="1339"/>
                </a:lnTo>
                <a:cubicBezTo>
                  <a:pt x="2123" y="1481"/>
                  <a:pt x="1874" y="1820"/>
                  <a:pt x="1874" y="2231"/>
                </a:cubicBezTo>
                <a:lnTo>
                  <a:pt x="1874" y="2534"/>
                </a:lnTo>
                <a:lnTo>
                  <a:pt x="1552" y="2534"/>
                </a:lnTo>
                <a:cubicBezTo>
                  <a:pt x="1035" y="2534"/>
                  <a:pt x="625" y="2962"/>
                  <a:pt x="625" y="3462"/>
                </a:cubicBezTo>
                <a:lnTo>
                  <a:pt x="625" y="4086"/>
                </a:lnTo>
                <a:cubicBezTo>
                  <a:pt x="625" y="4265"/>
                  <a:pt x="482" y="4408"/>
                  <a:pt x="321" y="4408"/>
                </a:cubicBezTo>
                <a:lnTo>
                  <a:pt x="0" y="4408"/>
                </a:lnTo>
                <a:lnTo>
                  <a:pt x="0" y="5032"/>
                </a:lnTo>
                <a:lnTo>
                  <a:pt x="321" y="5032"/>
                </a:lnTo>
                <a:cubicBezTo>
                  <a:pt x="821" y="5032"/>
                  <a:pt x="1249" y="4604"/>
                  <a:pt x="1249" y="4086"/>
                </a:cubicBezTo>
                <a:lnTo>
                  <a:pt x="1249" y="3462"/>
                </a:lnTo>
                <a:cubicBezTo>
                  <a:pt x="1249" y="3301"/>
                  <a:pt x="1392" y="3159"/>
                  <a:pt x="1552" y="3159"/>
                </a:cubicBezTo>
                <a:lnTo>
                  <a:pt x="1874" y="3159"/>
                </a:lnTo>
                <a:lnTo>
                  <a:pt x="1874" y="5674"/>
                </a:lnTo>
                <a:cubicBezTo>
                  <a:pt x="1160" y="5817"/>
                  <a:pt x="625" y="6442"/>
                  <a:pt x="625" y="7209"/>
                </a:cubicBezTo>
                <a:lnTo>
                  <a:pt x="625" y="8137"/>
                </a:lnTo>
                <a:lnTo>
                  <a:pt x="0" y="8137"/>
                </a:lnTo>
                <a:lnTo>
                  <a:pt x="0" y="8761"/>
                </a:lnTo>
                <a:lnTo>
                  <a:pt x="625" y="8761"/>
                </a:lnTo>
                <a:lnTo>
                  <a:pt x="625" y="9992"/>
                </a:lnTo>
                <a:lnTo>
                  <a:pt x="928" y="9992"/>
                </a:lnTo>
                <a:cubicBezTo>
                  <a:pt x="1784" y="9992"/>
                  <a:pt x="2498" y="9297"/>
                  <a:pt x="2498" y="8440"/>
                </a:cubicBezTo>
                <a:lnTo>
                  <a:pt x="2498" y="7816"/>
                </a:lnTo>
                <a:cubicBezTo>
                  <a:pt x="2498" y="7655"/>
                  <a:pt x="2623" y="7512"/>
                  <a:pt x="2801" y="7512"/>
                </a:cubicBezTo>
                <a:lnTo>
                  <a:pt x="3105" y="7512"/>
                </a:lnTo>
                <a:lnTo>
                  <a:pt x="3105" y="9065"/>
                </a:lnTo>
                <a:cubicBezTo>
                  <a:pt x="3105" y="9921"/>
                  <a:pt x="3801" y="10617"/>
                  <a:pt x="4675" y="10617"/>
                </a:cubicBezTo>
                <a:lnTo>
                  <a:pt x="4978" y="10617"/>
                </a:lnTo>
                <a:lnTo>
                  <a:pt x="4978" y="6263"/>
                </a:lnTo>
                <a:lnTo>
                  <a:pt x="5282" y="6263"/>
                </a:lnTo>
                <a:cubicBezTo>
                  <a:pt x="5460" y="6263"/>
                  <a:pt x="5603" y="6406"/>
                  <a:pt x="5603" y="6584"/>
                </a:cubicBezTo>
                <a:lnTo>
                  <a:pt x="5603" y="7209"/>
                </a:lnTo>
                <a:cubicBezTo>
                  <a:pt x="5603" y="7709"/>
                  <a:pt x="6013" y="8137"/>
                  <a:pt x="6531" y="8137"/>
                </a:cubicBezTo>
                <a:lnTo>
                  <a:pt x="6852" y="8137"/>
                </a:lnTo>
                <a:lnTo>
                  <a:pt x="6852" y="7512"/>
                </a:lnTo>
                <a:lnTo>
                  <a:pt x="6531" y="7512"/>
                </a:lnTo>
                <a:cubicBezTo>
                  <a:pt x="6370" y="7512"/>
                  <a:pt x="6227" y="7370"/>
                  <a:pt x="6227" y="7209"/>
                </a:cubicBezTo>
                <a:lnTo>
                  <a:pt x="6227" y="6584"/>
                </a:lnTo>
                <a:cubicBezTo>
                  <a:pt x="6227" y="6067"/>
                  <a:pt x="5799" y="5639"/>
                  <a:pt x="5282" y="5639"/>
                </a:cubicBezTo>
                <a:lnTo>
                  <a:pt x="4978" y="5639"/>
                </a:lnTo>
                <a:lnTo>
                  <a:pt x="4978" y="3783"/>
                </a:lnTo>
                <a:lnTo>
                  <a:pt x="5282" y="3783"/>
                </a:lnTo>
                <a:cubicBezTo>
                  <a:pt x="5460" y="3783"/>
                  <a:pt x="5603" y="3926"/>
                  <a:pt x="5603" y="4086"/>
                </a:cubicBezTo>
                <a:lnTo>
                  <a:pt x="5603" y="5032"/>
                </a:lnTo>
                <a:lnTo>
                  <a:pt x="6227" y="5032"/>
                </a:lnTo>
                <a:lnTo>
                  <a:pt x="6227" y="4086"/>
                </a:lnTo>
                <a:cubicBezTo>
                  <a:pt x="6227" y="3569"/>
                  <a:pt x="5799" y="3159"/>
                  <a:pt x="5282" y="3159"/>
                </a:cubicBezTo>
                <a:lnTo>
                  <a:pt x="4978" y="3159"/>
                </a:lnTo>
                <a:lnTo>
                  <a:pt x="4978" y="2231"/>
                </a:lnTo>
                <a:cubicBezTo>
                  <a:pt x="4978" y="1820"/>
                  <a:pt x="4711" y="1481"/>
                  <a:pt x="4354" y="1339"/>
                </a:cubicBezTo>
                <a:lnTo>
                  <a:pt x="435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90" name="Google Shape;1590;p118"/>
          <p:cNvGrpSpPr/>
          <p:nvPr/>
        </p:nvGrpSpPr>
        <p:grpSpPr>
          <a:xfrm>
            <a:off x="7640594" y="3920541"/>
            <a:ext cx="248560" cy="325758"/>
            <a:chOff x="7783696" y="3961744"/>
            <a:chExt cx="260164" cy="340965"/>
          </a:xfrm>
        </p:grpSpPr>
        <p:sp>
          <p:nvSpPr>
            <p:cNvPr id="1591" name="Google Shape;1591;p118"/>
            <p:cNvSpPr/>
            <p:nvPr/>
          </p:nvSpPr>
          <p:spPr>
            <a:xfrm>
              <a:off x="7783696" y="3961744"/>
              <a:ext cx="260164" cy="340965"/>
            </a:xfrm>
            <a:custGeom>
              <a:rect b="b" l="l" r="r" t="t"/>
              <a:pathLst>
                <a:path extrusionOk="0" h="10617" w="8101">
                  <a:moveTo>
                    <a:pt x="4675" y="625"/>
                  </a:moveTo>
                  <a:cubicBezTo>
                    <a:pt x="5192" y="625"/>
                    <a:pt x="5603" y="1035"/>
                    <a:pt x="5603" y="1553"/>
                  </a:cubicBezTo>
                  <a:lnTo>
                    <a:pt x="5603" y="1856"/>
                  </a:lnTo>
                  <a:lnTo>
                    <a:pt x="5924" y="1856"/>
                  </a:lnTo>
                  <a:cubicBezTo>
                    <a:pt x="6424" y="1856"/>
                    <a:pt x="6852" y="2284"/>
                    <a:pt x="6852" y="2802"/>
                  </a:cubicBezTo>
                  <a:cubicBezTo>
                    <a:pt x="6852" y="2819"/>
                    <a:pt x="6852" y="2819"/>
                    <a:pt x="6816" y="3123"/>
                  </a:cubicBezTo>
                  <a:lnTo>
                    <a:pt x="6995" y="3230"/>
                  </a:lnTo>
                  <a:cubicBezTo>
                    <a:pt x="7280" y="3390"/>
                    <a:pt x="7476" y="3712"/>
                    <a:pt x="7476" y="4033"/>
                  </a:cubicBezTo>
                  <a:cubicBezTo>
                    <a:pt x="7476" y="4372"/>
                    <a:pt x="7280" y="4675"/>
                    <a:pt x="6995" y="4853"/>
                  </a:cubicBezTo>
                  <a:lnTo>
                    <a:pt x="6816" y="4960"/>
                  </a:lnTo>
                  <a:cubicBezTo>
                    <a:pt x="6852" y="5264"/>
                    <a:pt x="6852" y="5264"/>
                    <a:pt x="6852" y="5282"/>
                  </a:cubicBezTo>
                  <a:cubicBezTo>
                    <a:pt x="6852" y="5531"/>
                    <a:pt x="6763" y="5746"/>
                    <a:pt x="6584" y="5924"/>
                  </a:cubicBezTo>
                  <a:cubicBezTo>
                    <a:pt x="5960" y="6584"/>
                    <a:pt x="5603" y="7494"/>
                    <a:pt x="5603" y="8440"/>
                  </a:cubicBezTo>
                  <a:cubicBezTo>
                    <a:pt x="5603" y="8939"/>
                    <a:pt x="5353" y="9403"/>
                    <a:pt x="4978" y="9671"/>
                  </a:cubicBezTo>
                  <a:lnTo>
                    <a:pt x="4978" y="7512"/>
                  </a:lnTo>
                  <a:lnTo>
                    <a:pt x="4354" y="7512"/>
                  </a:lnTo>
                  <a:lnTo>
                    <a:pt x="4354" y="9689"/>
                  </a:lnTo>
                  <a:cubicBezTo>
                    <a:pt x="4354" y="9849"/>
                    <a:pt x="4229" y="9992"/>
                    <a:pt x="4051" y="9992"/>
                  </a:cubicBezTo>
                  <a:cubicBezTo>
                    <a:pt x="3872" y="9992"/>
                    <a:pt x="3747" y="9849"/>
                    <a:pt x="3747" y="9689"/>
                  </a:cubicBezTo>
                  <a:lnTo>
                    <a:pt x="3747" y="7512"/>
                  </a:lnTo>
                  <a:lnTo>
                    <a:pt x="3123" y="7512"/>
                  </a:lnTo>
                  <a:lnTo>
                    <a:pt x="3123" y="9671"/>
                  </a:lnTo>
                  <a:cubicBezTo>
                    <a:pt x="2748" y="9403"/>
                    <a:pt x="2498" y="8939"/>
                    <a:pt x="2498" y="8440"/>
                  </a:cubicBezTo>
                  <a:cubicBezTo>
                    <a:pt x="2498" y="7494"/>
                    <a:pt x="2141" y="6584"/>
                    <a:pt x="1517" y="5924"/>
                  </a:cubicBezTo>
                  <a:cubicBezTo>
                    <a:pt x="1338" y="5746"/>
                    <a:pt x="1249" y="5531"/>
                    <a:pt x="1249" y="5282"/>
                  </a:cubicBezTo>
                  <a:cubicBezTo>
                    <a:pt x="1249" y="5264"/>
                    <a:pt x="1249" y="5282"/>
                    <a:pt x="1285" y="4960"/>
                  </a:cubicBezTo>
                  <a:lnTo>
                    <a:pt x="1107" y="4853"/>
                  </a:lnTo>
                  <a:cubicBezTo>
                    <a:pt x="821" y="4675"/>
                    <a:pt x="625" y="4372"/>
                    <a:pt x="625" y="4033"/>
                  </a:cubicBezTo>
                  <a:cubicBezTo>
                    <a:pt x="625" y="3712"/>
                    <a:pt x="821" y="3390"/>
                    <a:pt x="1107" y="3230"/>
                  </a:cubicBezTo>
                  <a:lnTo>
                    <a:pt x="1285" y="3123"/>
                  </a:lnTo>
                  <a:cubicBezTo>
                    <a:pt x="1249" y="2802"/>
                    <a:pt x="1249" y="2819"/>
                    <a:pt x="1249" y="2802"/>
                  </a:cubicBezTo>
                  <a:cubicBezTo>
                    <a:pt x="1249" y="2284"/>
                    <a:pt x="1677" y="1856"/>
                    <a:pt x="2177" y="1856"/>
                  </a:cubicBezTo>
                  <a:lnTo>
                    <a:pt x="2498" y="1856"/>
                  </a:lnTo>
                  <a:lnTo>
                    <a:pt x="2498" y="1553"/>
                  </a:lnTo>
                  <a:cubicBezTo>
                    <a:pt x="2498" y="1035"/>
                    <a:pt x="2909" y="625"/>
                    <a:pt x="3426" y="625"/>
                  </a:cubicBezTo>
                  <a:cubicBezTo>
                    <a:pt x="3587" y="625"/>
                    <a:pt x="3747" y="660"/>
                    <a:pt x="3890" y="750"/>
                  </a:cubicBezTo>
                  <a:lnTo>
                    <a:pt x="4051" y="839"/>
                  </a:lnTo>
                  <a:lnTo>
                    <a:pt x="4211" y="750"/>
                  </a:lnTo>
                  <a:cubicBezTo>
                    <a:pt x="4354" y="660"/>
                    <a:pt x="4514" y="625"/>
                    <a:pt x="4675" y="625"/>
                  </a:cubicBezTo>
                  <a:close/>
                  <a:moveTo>
                    <a:pt x="3426" y="0"/>
                  </a:moveTo>
                  <a:cubicBezTo>
                    <a:pt x="2677" y="0"/>
                    <a:pt x="2034" y="553"/>
                    <a:pt x="1892" y="1267"/>
                  </a:cubicBezTo>
                  <a:cubicBezTo>
                    <a:pt x="1178" y="1410"/>
                    <a:pt x="625" y="2034"/>
                    <a:pt x="625" y="2802"/>
                  </a:cubicBezTo>
                  <a:cubicBezTo>
                    <a:pt x="232" y="3087"/>
                    <a:pt x="0" y="3551"/>
                    <a:pt x="0" y="4033"/>
                  </a:cubicBezTo>
                  <a:cubicBezTo>
                    <a:pt x="0" y="4532"/>
                    <a:pt x="232" y="4978"/>
                    <a:pt x="625" y="5282"/>
                  </a:cubicBezTo>
                  <a:cubicBezTo>
                    <a:pt x="625" y="5674"/>
                    <a:pt x="767" y="6067"/>
                    <a:pt x="1053" y="6352"/>
                  </a:cubicBezTo>
                  <a:cubicBezTo>
                    <a:pt x="1570" y="6905"/>
                    <a:pt x="1874" y="7655"/>
                    <a:pt x="1874" y="8440"/>
                  </a:cubicBezTo>
                  <a:cubicBezTo>
                    <a:pt x="1874" y="9635"/>
                    <a:pt x="2855" y="10617"/>
                    <a:pt x="4051" y="10617"/>
                  </a:cubicBezTo>
                  <a:cubicBezTo>
                    <a:pt x="5246" y="10617"/>
                    <a:pt x="6227" y="9635"/>
                    <a:pt x="6227" y="8440"/>
                  </a:cubicBezTo>
                  <a:cubicBezTo>
                    <a:pt x="6227" y="7673"/>
                    <a:pt x="6531" y="6887"/>
                    <a:pt x="7048" y="6352"/>
                  </a:cubicBezTo>
                  <a:cubicBezTo>
                    <a:pt x="7334" y="6067"/>
                    <a:pt x="7476" y="5674"/>
                    <a:pt x="7476" y="5282"/>
                  </a:cubicBezTo>
                  <a:cubicBezTo>
                    <a:pt x="7851" y="4978"/>
                    <a:pt x="8101" y="4532"/>
                    <a:pt x="8101" y="4033"/>
                  </a:cubicBezTo>
                  <a:cubicBezTo>
                    <a:pt x="8101" y="3551"/>
                    <a:pt x="7851" y="3087"/>
                    <a:pt x="7476" y="2802"/>
                  </a:cubicBezTo>
                  <a:cubicBezTo>
                    <a:pt x="7476" y="2034"/>
                    <a:pt x="6923" y="1410"/>
                    <a:pt x="6210" y="1267"/>
                  </a:cubicBezTo>
                  <a:cubicBezTo>
                    <a:pt x="6067" y="553"/>
                    <a:pt x="5424" y="0"/>
                    <a:pt x="4675" y="0"/>
                  </a:cubicBezTo>
                  <a:cubicBezTo>
                    <a:pt x="4461" y="0"/>
                    <a:pt x="4247" y="36"/>
                    <a:pt x="4051" y="125"/>
                  </a:cubicBezTo>
                  <a:cubicBezTo>
                    <a:pt x="3854" y="36"/>
                    <a:pt x="3640" y="0"/>
                    <a:pt x="342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2" name="Google Shape;1592;p118"/>
            <p:cNvSpPr/>
            <p:nvPr/>
          </p:nvSpPr>
          <p:spPr>
            <a:xfrm>
              <a:off x="7926383" y="4104431"/>
              <a:ext cx="54467" cy="53889"/>
            </a:xfrm>
            <a:custGeom>
              <a:rect b="b" l="l" r="r" t="t"/>
              <a:pathLst>
                <a:path extrusionOk="0" h="1678" w="1696">
                  <a:moveTo>
                    <a:pt x="1249" y="0"/>
                  </a:moveTo>
                  <a:lnTo>
                    <a:pt x="0" y="1249"/>
                  </a:lnTo>
                  <a:lnTo>
                    <a:pt x="446" y="1677"/>
                  </a:lnTo>
                  <a:lnTo>
                    <a:pt x="1695" y="446"/>
                  </a:lnTo>
                  <a:lnTo>
                    <a:pt x="1249"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3" name="Google Shape;1593;p118"/>
            <p:cNvSpPr/>
            <p:nvPr/>
          </p:nvSpPr>
          <p:spPr>
            <a:xfrm>
              <a:off x="7926383" y="4044247"/>
              <a:ext cx="54467" cy="54467"/>
            </a:xfrm>
            <a:custGeom>
              <a:rect b="b" l="l" r="r" t="t"/>
              <a:pathLst>
                <a:path extrusionOk="0" h="1696" w="1696">
                  <a:moveTo>
                    <a:pt x="1249" y="1"/>
                  </a:moveTo>
                  <a:lnTo>
                    <a:pt x="0" y="1250"/>
                  </a:lnTo>
                  <a:lnTo>
                    <a:pt x="446" y="1696"/>
                  </a:lnTo>
                  <a:lnTo>
                    <a:pt x="1695" y="447"/>
                  </a:lnTo>
                  <a:lnTo>
                    <a:pt x="1249"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 name="Google Shape;1594;p118"/>
            <p:cNvSpPr/>
            <p:nvPr/>
          </p:nvSpPr>
          <p:spPr>
            <a:xfrm>
              <a:off x="7846705" y="4104431"/>
              <a:ext cx="53921" cy="53889"/>
            </a:xfrm>
            <a:custGeom>
              <a:rect b="b" l="l" r="r" t="t"/>
              <a:pathLst>
                <a:path extrusionOk="0" h="1678" w="1679">
                  <a:moveTo>
                    <a:pt x="447" y="0"/>
                  </a:moveTo>
                  <a:lnTo>
                    <a:pt x="1" y="446"/>
                  </a:lnTo>
                  <a:lnTo>
                    <a:pt x="1250" y="1677"/>
                  </a:lnTo>
                  <a:lnTo>
                    <a:pt x="1678" y="1249"/>
                  </a:lnTo>
                  <a:lnTo>
                    <a:pt x="447"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 name="Google Shape;1595;p118"/>
            <p:cNvSpPr/>
            <p:nvPr/>
          </p:nvSpPr>
          <p:spPr>
            <a:xfrm>
              <a:off x="7846705" y="4044247"/>
              <a:ext cx="53921" cy="54467"/>
            </a:xfrm>
            <a:custGeom>
              <a:rect b="b" l="l" r="r" t="t"/>
              <a:pathLst>
                <a:path extrusionOk="0" h="1696" w="1679">
                  <a:moveTo>
                    <a:pt x="447" y="1"/>
                  </a:moveTo>
                  <a:lnTo>
                    <a:pt x="1" y="447"/>
                  </a:lnTo>
                  <a:lnTo>
                    <a:pt x="1250" y="1696"/>
                  </a:lnTo>
                  <a:lnTo>
                    <a:pt x="1678" y="1250"/>
                  </a:lnTo>
                  <a:lnTo>
                    <a:pt x="447"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96" name="Google Shape;1596;p118"/>
          <p:cNvSpPr/>
          <p:nvPr/>
        </p:nvSpPr>
        <p:spPr>
          <a:xfrm>
            <a:off x="6182510" y="3949411"/>
            <a:ext cx="325756" cy="267214"/>
          </a:xfrm>
          <a:custGeom>
            <a:rect b="b" l="l" r="r" t="t"/>
            <a:pathLst>
              <a:path extrusionOk="0" h="8709" w="10617">
                <a:moveTo>
                  <a:pt x="9047" y="1018"/>
                </a:moveTo>
                <a:lnTo>
                  <a:pt x="9368" y="1642"/>
                </a:lnTo>
                <a:lnTo>
                  <a:pt x="9368" y="1874"/>
                </a:lnTo>
                <a:lnTo>
                  <a:pt x="8743" y="1874"/>
                </a:lnTo>
                <a:lnTo>
                  <a:pt x="8743" y="1642"/>
                </a:lnTo>
                <a:lnTo>
                  <a:pt x="9047" y="1018"/>
                </a:lnTo>
                <a:close/>
                <a:moveTo>
                  <a:pt x="5317" y="2499"/>
                </a:moveTo>
                <a:cubicBezTo>
                  <a:pt x="5496" y="2499"/>
                  <a:pt x="5621" y="2642"/>
                  <a:pt x="5621" y="2802"/>
                </a:cubicBezTo>
                <a:cubicBezTo>
                  <a:pt x="5621" y="2981"/>
                  <a:pt x="5496" y="3123"/>
                  <a:pt x="5317" y="3123"/>
                </a:cubicBezTo>
                <a:cubicBezTo>
                  <a:pt x="5139" y="3123"/>
                  <a:pt x="5014" y="2981"/>
                  <a:pt x="5014" y="2802"/>
                </a:cubicBezTo>
                <a:cubicBezTo>
                  <a:pt x="5014" y="2642"/>
                  <a:pt x="5139" y="2499"/>
                  <a:pt x="5317" y="2499"/>
                </a:cubicBezTo>
                <a:close/>
                <a:moveTo>
                  <a:pt x="9368" y="2499"/>
                </a:moveTo>
                <a:lnTo>
                  <a:pt x="9368" y="3123"/>
                </a:lnTo>
                <a:lnTo>
                  <a:pt x="8743" y="3123"/>
                </a:lnTo>
                <a:lnTo>
                  <a:pt x="8743" y="2499"/>
                </a:lnTo>
                <a:close/>
                <a:moveTo>
                  <a:pt x="5317" y="3730"/>
                </a:moveTo>
                <a:cubicBezTo>
                  <a:pt x="6531" y="3730"/>
                  <a:pt x="7566" y="4515"/>
                  <a:pt x="7958" y="5603"/>
                </a:cubicBezTo>
                <a:lnTo>
                  <a:pt x="6388" y="5603"/>
                </a:lnTo>
                <a:cubicBezTo>
                  <a:pt x="6174" y="5229"/>
                  <a:pt x="5781" y="4979"/>
                  <a:pt x="5317" y="4979"/>
                </a:cubicBezTo>
                <a:cubicBezTo>
                  <a:pt x="4853" y="4979"/>
                  <a:pt x="4461" y="5229"/>
                  <a:pt x="4247" y="5603"/>
                </a:cubicBezTo>
                <a:lnTo>
                  <a:pt x="2677" y="5603"/>
                </a:lnTo>
                <a:cubicBezTo>
                  <a:pt x="3069" y="4515"/>
                  <a:pt x="4104" y="3730"/>
                  <a:pt x="5317" y="3730"/>
                </a:cubicBezTo>
                <a:close/>
                <a:moveTo>
                  <a:pt x="4068" y="6228"/>
                </a:moveTo>
                <a:cubicBezTo>
                  <a:pt x="4068" y="6460"/>
                  <a:pt x="4140" y="6674"/>
                  <a:pt x="4247" y="6852"/>
                </a:cubicBezTo>
                <a:lnTo>
                  <a:pt x="2516" y="6852"/>
                </a:lnTo>
                <a:lnTo>
                  <a:pt x="2516" y="6531"/>
                </a:lnTo>
                <a:cubicBezTo>
                  <a:pt x="2516" y="6424"/>
                  <a:pt x="2516" y="6335"/>
                  <a:pt x="2534" y="6228"/>
                </a:cubicBezTo>
                <a:close/>
                <a:moveTo>
                  <a:pt x="5317" y="5603"/>
                </a:moveTo>
                <a:cubicBezTo>
                  <a:pt x="5656" y="5603"/>
                  <a:pt x="5942" y="5889"/>
                  <a:pt x="5942" y="6228"/>
                </a:cubicBezTo>
                <a:cubicBezTo>
                  <a:pt x="5942" y="6567"/>
                  <a:pt x="5656" y="6852"/>
                  <a:pt x="5317" y="6852"/>
                </a:cubicBezTo>
                <a:cubicBezTo>
                  <a:pt x="4978" y="6852"/>
                  <a:pt x="4693" y="6567"/>
                  <a:pt x="4693" y="6228"/>
                </a:cubicBezTo>
                <a:cubicBezTo>
                  <a:pt x="4693" y="5889"/>
                  <a:pt x="4978" y="5603"/>
                  <a:pt x="5317" y="5603"/>
                </a:cubicBezTo>
                <a:close/>
                <a:moveTo>
                  <a:pt x="8101" y="6228"/>
                </a:moveTo>
                <a:cubicBezTo>
                  <a:pt x="8119" y="6335"/>
                  <a:pt x="8119" y="6424"/>
                  <a:pt x="8119" y="6531"/>
                </a:cubicBezTo>
                <a:lnTo>
                  <a:pt x="8119" y="6852"/>
                </a:lnTo>
                <a:lnTo>
                  <a:pt x="6388" y="6852"/>
                </a:lnTo>
                <a:cubicBezTo>
                  <a:pt x="6495" y="6674"/>
                  <a:pt x="6566" y="6460"/>
                  <a:pt x="6566" y="6228"/>
                </a:cubicBezTo>
                <a:close/>
                <a:moveTo>
                  <a:pt x="9956" y="7477"/>
                </a:moveTo>
                <a:cubicBezTo>
                  <a:pt x="9814" y="7834"/>
                  <a:pt x="9475" y="8101"/>
                  <a:pt x="9064" y="8101"/>
                </a:cubicBezTo>
                <a:lnTo>
                  <a:pt x="1570" y="8101"/>
                </a:lnTo>
                <a:cubicBezTo>
                  <a:pt x="1160" y="8101"/>
                  <a:pt x="803" y="7834"/>
                  <a:pt x="678" y="7477"/>
                </a:cubicBezTo>
                <a:close/>
                <a:moveTo>
                  <a:pt x="7191" y="1"/>
                </a:moveTo>
                <a:cubicBezTo>
                  <a:pt x="6067" y="1"/>
                  <a:pt x="5157" y="840"/>
                  <a:pt x="5014" y="1928"/>
                </a:cubicBezTo>
                <a:cubicBezTo>
                  <a:pt x="4657" y="2053"/>
                  <a:pt x="4390" y="2392"/>
                  <a:pt x="4390" y="2802"/>
                </a:cubicBezTo>
                <a:cubicBezTo>
                  <a:pt x="4390" y="2963"/>
                  <a:pt x="4425" y="3088"/>
                  <a:pt x="4479" y="3213"/>
                </a:cubicBezTo>
                <a:cubicBezTo>
                  <a:pt x="2998" y="3587"/>
                  <a:pt x="1892" y="4943"/>
                  <a:pt x="1892" y="6531"/>
                </a:cubicBezTo>
                <a:lnTo>
                  <a:pt x="1892" y="6852"/>
                </a:lnTo>
                <a:lnTo>
                  <a:pt x="0" y="6852"/>
                </a:lnTo>
                <a:lnTo>
                  <a:pt x="0" y="7156"/>
                </a:lnTo>
                <a:cubicBezTo>
                  <a:pt x="0" y="8012"/>
                  <a:pt x="714" y="8708"/>
                  <a:pt x="1570" y="8708"/>
                </a:cubicBezTo>
                <a:lnTo>
                  <a:pt x="9064" y="8708"/>
                </a:lnTo>
                <a:cubicBezTo>
                  <a:pt x="9921" y="8708"/>
                  <a:pt x="10617" y="8012"/>
                  <a:pt x="10617" y="7156"/>
                </a:cubicBezTo>
                <a:lnTo>
                  <a:pt x="10617" y="6852"/>
                </a:lnTo>
                <a:lnTo>
                  <a:pt x="8743" y="6852"/>
                </a:lnTo>
                <a:lnTo>
                  <a:pt x="8743" y="6531"/>
                </a:lnTo>
                <a:cubicBezTo>
                  <a:pt x="8743" y="4943"/>
                  <a:pt x="7637" y="3587"/>
                  <a:pt x="6156" y="3213"/>
                </a:cubicBezTo>
                <a:cubicBezTo>
                  <a:pt x="6210" y="3088"/>
                  <a:pt x="6245" y="2963"/>
                  <a:pt x="6245" y="2802"/>
                </a:cubicBezTo>
                <a:cubicBezTo>
                  <a:pt x="6245" y="2410"/>
                  <a:pt x="5995" y="2071"/>
                  <a:pt x="5656" y="1928"/>
                </a:cubicBezTo>
                <a:cubicBezTo>
                  <a:pt x="5763" y="1196"/>
                  <a:pt x="6406" y="625"/>
                  <a:pt x="7191" y="625"/>
                </a:cubicBezTo>
                <a:lnTo>
                  <a:pt x="8547" y="625"/>
                </a:lnTo>
                <a:lnTo>
                  <a:pt x="8119" y="1482"/>
                </a:lnTo>
                <a:lnTo>
                  <a:pt x="8119" y="3730"/>
                </a:lnTo>
                <a:lnTo>
                  <a:pt x="9974" y="3730"/>
                </a:lnTo>
                <a:lnTo>
                  <a:pt x="9974" y="1482"/>
                </a:lnTo>
                <a:lnTo>
                  <a:pt x="9243"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97" name="Google Shape;1597;p118"/>
          <p:cNvGrpSpPr/>
          <p:nvPr/>
        </p:nvGrpSpPr>
        <p:grpSpPr>
          <a:xfrm>
            <a:off x="5473201" y="3959416"/>
            <a:ext cx="325758" cy="248008"/>
            <a:chOff x="5515124" y="4002434"/>
            <a:chExt cx="340965" cy="259586"/>
          </a:xfrm>
        </p:grpSpPr>
        <p:sp>
          <p:nvSpPr>
            <p:cNvPr id="1598" name="Google Shape;1598;p118"/>
            <p:cNvSpPr/>
            <p:nvPr/>
          </p:nvSpPr>
          <p:spPr>
            <a:xfrm>
              <a:off x="5515124" y="4002434"/>
              <a:ext cx="340965" cy="259586"/>
            </a:xfrm>
            <a:custGeom>
              <a:rect b="b" l="l" r="r" t="t"/>
              <a:pathLst>
                <a:path extrusionOk="0" h="8083" w="10617">
                  <a:moveTo>
                    <a:pt x="8761" y="1231"/>
                  </a:moveTo>
                  <a:lnTo>
                    <a:pt x="8761" y="4354"/>
                  </a:lnTo>
                  <a:lnTo>
                    <a:pt x="1874" y="4354"/>
                  </a:lnTo>
                  <a:lnTo>
                    <a:pt x="1874" y="1231"/>
                  </a:lnTo>
                  <a:close/>
                  <a:moveTo>
                    <a:pt x="3123" y="4978"/>
                  </a:moveTo>
                  <a:lnTo>
                    <a:pt x="3123" y="5585"/>
                  </a:lnTo>
                  <a:lnTo>
                    <a:pt x="2498" y="5585"/>
                  </a:lnTo>
                  <a:lnTo>
                    <a:pt x="2498" y="6209"/>
                  </a:lnTo>
                  <a:lnTo>
                    <a:pt x="1874" y="6209"/>
                  </a:lnTo>
                  <a:lnTo>
                    <a:pt x="1874" y="4978"/>
                  </a:lnTo>
                  <a:close/>
                  <a:moveTo>
                    <a:pt x="8761" y="4978"/>
                  </a:moveTo>
                  <a:lnTo>
                    <a:pt x="8761" y="6209"/>
                  </a:lnTo>
                  <a:lnTo>
                    <a:pt x="8136" y="6209"/>
                  </a:lnTo>
                  <a:lnTo>
                    <a:pt x="8136" y="5585"/>
                  </a:lnTo>
                  <a:lnTo>
                    <a:pt x="7512" y="5585"/>
                  </a:lnTo>
                  <a:lnTo>
                    <a:pt x="7512" y="4978"/>
                  </a:lnTo>
                  <a:close/>
                  <a:moveTo>
                    <a:pt x="0" y="0"/>
                  </a:moveTo>
                  <a:cubicBezTo>
                    <a:pt x="0" y="678"/>
                    <a:pt x="571" y="1231"/>
                    <a:pt x="1249" y="1231"/>
                  </a:cubicBezTo>
                  <a:lnTo>
                    <a:pt x="1249" y="8083"/>
                  </a:lnTo>
                  <a:lnTo>
                    <a:pt x="1874" y="8083"/>
                  </a:lnTo>
                  <a:lnTo>
                    <a:pt x="1874" y="6834"/>
                  </a:lnTo>
                  <a:lnTo>
                    <a:pt x="3123" y="6834"/>
                  </a:lnTo>
                  <a:lnTo>
                    <a:pt x="3123" y="6209"/>
                  </a:lnTo>
                  <a:lnTo>
                    <a:pt x="3747" y="6209"/>
                  </a:lnTo>
                  <a:lnTo>
                    <a:pt x="3747" y="4978"/>
                  </a:lnTo>
                  <a:lnTo>
                    <a:pt x="6887" y="4978"/>
                  </a:lnTo>
                  <a:lnTo>
                    <a:pt x="6887" y="6209"/>
                  </a:lnTo>
                  <a:lnTo>
                    <a:pt x="7512" y="6209"/>
                  </a:lnTo>
                  <a:lnTo>
                    <a:pt x="7512" y="6834"/>
                  </a:lnTo>
                  <a:lnTo>
                    <a:pt x="8761" y="6834"/>
                  </a:lnTo>
                  <a:lnTo>
                    <a:pt x="8761" y="8083"/>
                  </a:lnTo>
                  <a:lnTo>
                    <a:pt x="9385" y="8083"/>
                  </a:lnTo>
                  <a:lnTo>
                    <a:pt x="9385" y="1231"/>
                  </a:lnTo>
                  <a:cubicBezTo>
                    <a:pt x="10063" y="1231"/>
                    <a:pt x="10617" y="678"/>
                    <a:pt x="10617" y="0"/>
                  </a:cubicBezTo>
                  <a:lnTo>
                    <a:pt x="10010" y="0"/>
                  </a:lnTo>
                  <a:cubicBezTo>
                    <a:pt x="10010" y="339"/>
                    <a:pt x="9724" y="625"/>
                    <a:pt x="9385" y="625"/>
                  </a:cubicBezTo>
                  <a:lnTo>
                    <a:pt x="1249" y="625"/>
                  </a:lnTo>
                  <a:cubicBezTo>
                    <a:pt x="910" y="625"/>
                    <a:pt x="625" y="339"/>
                    <a:pt x="62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118"/>
            <p:cNvSpPr/>
            <p:nvPr/>
          </p:nvSpPr>
          <p:spPr>
            <a:xfrm>
              <a:off x="5595348" y="4062007"/>
              <a:ext cx="181096" cy="60216"/>
            </a:xfrm>
            <a:custGeom>
              <a:rect b="b" l="l" r="r" t="t"/>
              <a:pathLst>
                <a:path extrusionOk="0" h="1875" w="5639">
                  <a:moveTo>
                    <a:pt x="5014" y="625"/>
                  </a:moveTo>
                  <a:lnTo>
                    <a:pt x="5014" y="1250"/>
                  </a:lnTo>
                  <a:lnTo>
                    <a:pt x="625" y="1250"/>
                  </a:lnTo>
                  <a:lnTo>
                    <a:pt x="625" y="625"/>
                  </a:lnTo>
                  <a:close/>
                  <a:moveTo>
                    <a:pt x="0" y="1"/>
                  </a:moveTo>
                  <a:lnTo>
                    <a:pt x="0" y="1874"/>
                  </a:lnTo>
                  <a:lnTo>
                    <a:pt x="5638" y="1874"/>
                  </a:lnTo>
                  <a:lnTo>
                    <a:pt x="5638"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00" name="Google Shape;1600;p118"/>
          <p:cNvSpPr/>
          <p:nvPr/>
        </p:nvSpPr>
        <p:spPr>
          <a:xfrm>
            <a:off x="4763545" y="3978436"/>
            <a:ext cx="325756" cy="209715"/>
          </a:xfrm>
          <a:custGeom>
            <a:rect b="b" l="l" r="r" t="t"/>
            <a:pathLst>
              <a:path extrusionOk="0" h="6835" w="10617">
                <a:moveTo>
                  <a:pt x="5317" y="607"/>
                </a:moveTo>
                <a:cubicBezTo>
                  <a:pt x="5835" y="607"/>
                  <a:pt x="6245" y="1035"/>
                  <a:pt x="6245" y="1553"/>
                </a:cubicBezTo>
                <a:cubicBezTo>
                  <a:pt x="6245" y="1696"/>
                  <a:pt x="6209" y="1856"/>
                  <a:pt x="6138" y="1981"/>
                </a:cubicBezTo>
                <a:cubicBezTo>
                  <a:pt x="5888" y="1910"/>
                  <a:pt x="5603" y="1856"/>
                  <a:pt x="5317" y="1856"/>
                </a:cubicBezTo>
                <a:cubicBezTo>
                  <a:pt x="5032" y="1856"/>
                  <a:pt x="4746" y="1910"/>
                  <a:pt x="4496" y="1981"/>
                </a:cubicBezTo>
                <a:cubicBezTo>
                  <a:pt x="4425" y="1856"/>
                  <a:pt x="4389" y="1696"/>
                  <a:pt x="4389" y="1553"/>
                </a:cubicBezTo>
                <a:cubicBezTo>
                  <a:pt x="4389" y="1035"/>
                  <a:pt x="4800" y="607"/>
                  <a:pt x="5317" y="607"/>
                </a:cubicBezTo>
                <a:close/>
                <a:moveTo>
                  <a:pt x="625" y="3194"/>
                </a:moveTo>
                <a:lnTo>
                  <a:pt x="2677" y="3694"/>
                </a:lnTo>
                <a:cubicBezTo>
                  <a:pt x="2605" y="3926"/>
                  <a:pt x="2552" y="4158"/>
                  <a:pt x="2534" y="4408"/>
                </a:cubicBezTo>
                <a:lnTo>
                  <a:pt x="625" y="4889"/>
                </a:lnTo>
                <a:lnTo>
                  <a:pt x="625" y="3194"/>
                </a:lnTo>
                <a:close/>
                <a:moveTo>
                  <a:pt x="10010" y="3194"/>
                </a:moveTo>
                <a:lnTo>
                  <a:pt x="10010" y="4889"/>
                </a:lnTo>
                <a:lnTo>
                  <a:pt x="8101" y="4408"/>
                </a:lnTo>
                <a:cubicBezTo>
                  <a:pt x="8083" y="4158"/>
                  <a:pt x="8029" y="3926"/>
                  <a:pt x="7940" y="3694"/>
                </a:cubicBezTo>
                <a:lnTo>
                  <a:pt x="10010" y="3194"/>
                </a:lnTo>
                <a:close/>
                <a:moveTo>
                  <a:pt x="5308" y="2480"/>
                </a:moveTo>
                <a:cubicBezTo>
                  <a:pt x="5329" y="2480"/>
                  <a:pt x="5350" y="2480"/>
                  <a:pt x="5371" y="2481"/>
                </a:cubicBezTo>
                <a:cubicBezTo>
                  <a:pt x="6566" y="2516"/>
                  <a:pt x="7494" y="3498"/>
                  <a:pt x="7494" y="4675"/>
                </a:cubicBezTo>
                <a:lnTo>
                  <a:pt x="7494" y="4961"/>
                </a:lnTo>
                <a:lnTo>
                  <a:pt x="3140" y="4961"/>
                </a:lnTo>
                <a:lnTo>
                  <a:pt x="3140" y="4657"/>
                </a:lnTo>
                <a:cubicBezTo>
                  <a:pt x="3140" y="3465"/>
                  <a:pt x="4122" y="2480"/>
                  <a:pt x="5308" y="2480"/>
                </a:cubicBezTo>
                <a:close/>
                <a:moveTo>
                  <a:pt x="7494" y="5585"/>
                </a:moveTo>
                <a:lnTo>
                  <a:pt x="7494" y="6210"/>
                </a:lnTo>
                <a:lnTo>
                  <a:pt x="3140" y="6210"/>
                </a:lnTo>
                <a:lnTo>
                  <a:pt x="3140" y="5585"/>
                </a:lnTo>
                <a:close/>
                <a:moveTo>
                  <a:pt x="5317" y="1"/>
                </a:moveTo>
                <a:cubicBezTo>
                  <a:pt x="4461" y="1"/>
                  <a:pt x="3765" y="696"/>
                  <a:pt x="3765" y="1553"/>
                </a:cubicBezTo>
                <a:cubicBezTo>
                  <a:pt x="3765" y="1785"/>
                  <a:pt x="3818" y="2017"/>
                  <a:pt x="3926" y="2231"/>
                </a:cubicBezTo>
                <a:cubicBezTo>
                  <a:pt x="3533" y="2445"/>
                  <a:pt x="3212" y="2766"/>
                  <a:pt x="2980" y="3123"/>
                </a:cubicBezTo>
                <a:lnTo>
                  <a:pt x="0" y="2391"/>
                </a:lnTo>
                <a:lnTo>
                  <a:pt x="0" y="5675"/>
                </a:lnTo>
                <a:lnTo>
                  <a:pt x="2516" y="5050"/>
                </a:lnTo>
                <a:lnTo>
                  <a:pt x="2516" y="6834"/>
                </a:lnTo>
                <a:lnTo>
                  <a:pt x="8119" y="6834"/>
                </a:lnTo>
                <a:lnTo>
                  <a:pt x="8119" y="5050"/>
                </a:lnTo>
                <a:lnTo>
                  <a:pt x="10617" y="5675"/>
                </a:lnTo>
                <a:lnTo>
                  <a:pt x="10617" y="2391"/>
                </a:lnTo>
                <a:lnTo>
                  <a:pt x="7655" y="3123"/>
                </a:lnTo>
                <a:cubicBezTo>
                  <a:pt x="7423" y="2766"/>
                  <a:pt x="7102" y="2445"/>
                  <a:pt x="6709" y="2231"/>
                </a:cubicBezTo>
                <a:cubicBezTo>
                  <a:pt x="6816" y="2017"/>
                  <a:pt x="6870" y="1785"/>
                  <a:pt x="6870" y="1553"/>
                </a:cubicBezTo>
                <a:cubicBezTo>
                  <a:pt x="6870" y="696"/>
                  <a:pt x="6174" y="1"/>
                  <a:pt x="531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1" name="Google Shape;1601;p118"/>
          <p:cNvSpPr/>
          <p:nvPr/>
        </p:nvSpPr>
        <p:spPr>
          <a:xfrm>
            <a:off x="4169548" y="3978436"/>
            <a:ext cx="95300" cy="95300"/>
          </a:xfrm>
          <a:custGeom>
            <a:rect b="b" l="l" r="r" t="t"/>
            <a:pathLst>
              <a:path extrusionOk="0" h="3106" w="3106">
                <a:moveTo>
                  <a:pt x="1553" y="607"/>
                </a:moveTo>
                <a:cubicBezTo>
                  <a:pt x="2071" y="607"/>
                  <a:pt x="2481" y="1035"/>
                  <a:pt x="2481" y="1553"/>
                </a:cubicBezTo>
                <a:cubicBezTo>
                  <a:pt x="2481" y="1713"/>
                  <a:pt x="2338" y="1856"/>
                  <a:pt x="2178" y="1856"/>
                </a:cubicBezTo>
                <a:cubicBezTo>
                  <a:pt x="1999" y="1856"/>
                  <a:pt x="1857" y="1713"/>
                  <a:pt x="1857" y="1553"/>
                </a:cubicBezTo>
                <a:cubicBezTo>
                  <a:pt x="1857" y="1142"/>
                  <a:pt x="1607" y="803"/>
                  <a:pt x="1232" y="661"/>
                </a:cubicBezTo>
                <a:cubicBezTo>
                  <a:pt x="1339" y="643"/>
                  <a:pt x="1446" y="607"/>
                  <a:pt x="1553" y="607"/>
                </a:cubicBezTo>
                <a:close/>
                <a:moveTo>
                  <a:pt x="929" y="1232"/>
                </a:moveTo>
                <a:cubicBezTo>
                  <a:pt x="1107" y="1232"/>
                  <a:pt x="1232" y="1374"/>
                  <a:pt x="1232" y="1553"/>
                </a:cubicBezTo>
                <a:cubicBezTo>
                  <a:pt x="1232" y="1945"/>
                  <a:pt x="1500" y="2302"/>
                  <a:pt x="1857" y="2427"/>
                </a:cubicBezTo>
                <a:cubicBezTo>
                  <a:pt x="1767" y="2463"/>
                  <a:pt x="1660" y="2481"/>
                  <a:pt x="1553" y="2481"/>
                </a:cubicBezTo>
                <a:cubicBezTo>
                  <a:pt x="1036" y="2481"/>
                  <a:pt x="625" y="2070"/>
                  <a:pt x="625" y="1553"/>
                </a:cubicBezTo>
                <a:cubicBezTo>
                  <a:pt x="625" y="1374"/>
                  <a:pt x="750" y="1232"/>
                  <a:pt x="929" y="1232"/>
                </a:cubicBezTo>
                <a:close/>
                <a:moveTo>
                  <a:pt x="1553" y="1"/>
                </a:moveTo>
                <a:cubicBezTo>
                  <a:pt x="697" y="1"/>
                  <a:pt x="1" y="696"/>
                  <a:pt x="1" y="1553"/>
                </a:cubicBezTo>
                <a:cubicBezTo>
                  <a:pt x="1" y="2409"/>
                  <a:pt x="697" y="3105"/>
                  <a:pt x="1553" y="3105"/>
                </a:cubicBezTo>
                <a:cubicBezTo>
                  <a:pt x="2410" y="3105"/>
                  <a:pt x="3105" y="2391"/>
                  <a:pt x="3105" y="1553"/>
                </a:cubicBezTo>
                <a:cubicBezTo>
                  <a:pt x="3105" y="696"/>
                  <a:pt x="2410" y="1"/>
                  <a:pt x="155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118"/>
          <p:cNvSpPr/>
          <p:nvPr/>
        </p:nvSpPr>
        <p:spPr>
          <a:xfrm>
            <a:off x="4091831" y="3920416"/>
            <a:ext cx="250768" cy="325756"/>
          </a:xfrm>
          <a:custGeom>
            <a:rect b="b" l="l" r="r" t="t"/>
            <a:pathLst>
              <a:path extrusionOk="0" h="10617" w="8173">
                <a:moveTo>
                  <a:pt x="982" y="3123"/>
                </a:moveTo>
                <a:cubicBezTo>
                  <a:pt x="1142" y="3123"/>
                  <a:pt x="1285" y="3265"/>
                  <a:pt x="1285" y="3444"/>
                </a:cubicBezTo>
                <a:cubicBezTo>
                  <a:pt x="1285" y="3604"/>
                  <a:pt x="1142" y="3747"/>
                  <a:pt x="982" y="3747"/>
                </a:cubicBezTo>
                <a:cubicBezTo>
                  <a:pt x="803" y="3747"/>
                  <a:pt x="660" y="3604"/>
                  <a:pt x="660" y="3444"/>
                </a:cubicBezTo>
                <a:cubicBezTo>
                  <a:pt x="660" y="3265"/>
                  <a:pt x="803" y="3123"/>
                  <a:pt x="982" y="3123"/>
                </a:cubicBezTo>
                <a:close/>
                <a:moveTo>
                  <a:pt x="7191" y="3123"/>
                </a:moveTo>
                <a:cubicBezTo>
                  <a:pt x="7369" y="3123"/>
                  <a:pt x="7512" y="3265"/>
                  <a:pt x="7512" y="3444"/>
                </a:cubicBezTo>
                <a:cubicBezTo>
                  <a:pt x="7512" y="3604"/>
                  <a:pt x="7369" y="3747"/>
                  <a:pt x="7191" y="3747"/>
                </a:cubicBezTo>
                <a:cubicBezTo>
                  <a:pt x="7030" y="3747"/>
                  <a:pt x="6887" y="3604"/>
                  <a:pt x="6887" y="3444"/>
                </a:cubicBezTo>
                <a:cubicBezTo>
                  <a:pt x="6887" y="3265"/>
                  <a:pt x="7030" y="3123"/>
                  <a:pt x="7191" y="3123"/>
                </a:cubicBezTo>
                <a:close/>
                <a:moveTo>
                  <a:pt x="4086" y="1267"/>
                </a:moveTo>
                <a:cubicBezTo>
                  <a:pt x="5282" y="1267"/>
                  <a:pt x="6263" y="2231"/>
                  <a:pt x="6263" y="3444"/>
                </a:cubicBezTo>
                <a:cubicBezTo>
                  <a:pt x="6263" y="4639"/>
                  <a:pt x="5282" y="5621"/>
                  <a:pt x="4086" y="5621"/>
                </a:cubicBezTo>
                <a:cubicBezTo>
                  <a:pt x="2891" y="5621"/>
                  <a:pt x="1909" y="4639"/>
                  <a:pt x="1909" y="3444"/>
                </a:cubicBezTo>
                <a:cubicBezTo>
                  <a:pt x="1909" y="2231"/>
                  <a:pt x="2891" y="1267"/>
                  <a:pt x="4086" y="1267"/>
                </a:cubicBezTo>
                <a:close/>
                <a:moveTo>
                  <a:pt x="4086" y="7476"/>
                </a:moveTo>
                <a:cubicBezTo>
                  <a:pt x="4497" y="7476"/>
                  <a:pt x="4836" y="7744"/>
                  <a:pt x="4960" y="8101"/>
                </a:cubicBezTo>
                <a:lnTo>
                  <a:pt x="3212" y="8101"/>
                </a:lnTo>
                <a:cubicBezTo>
                  <a:pt x="3337" y="7744"/>
                  <a:pt x="3676" y="7476"/>
                  <a:pt x="4086" y="7476"/>
                </a:cubicBezTo>
                <a:close/>
                <a:moveTo>
                  <a:pt x="3765" y="0"/>
                </a:moveTo>
                <a:lnTo>
                  <a:pt x="3765" y="660"/>
                </a:lnTo>
                <a:cubicBezTo>
                  <a:pt x="2659" y="785"/>
                  <a:pt x="1731" y="1570"/>
                  <a:pt x="1410" y="2623"/>
                </a:cubicBezTo>
                <a:cubicBezTo>
                  <a:pt x="1276" y="2549"/>
                  <a:pt x="1130" y="2512"/>
                  <a:pt x="971" y="2512"/>
                </a:cubicBezTo>
                <a:cubicBezTo>
                  <a:pt x="939" y="2512"/>
                  <a:pt x="907" y="2513"/>
                  <a:pt x="875" y="2516"/>
                </a:cubicBezTo>
                <a:cubicBezTo>
                  <a:pt x="428" y="2552"/>
                  <a:pt x="72" y="2926"/>
                  <a:pt x="36" y="3372"/>
                </a:cubicBezTo>
                <a:cubicBezTo>
                  <a:pt x="0" y="3908"/>
                  <a:pt x="428" y="4372"/>
                  <a:pt x="982" y="4372"/>
                </a:cubicBezTo>
                <a:cubicBezTo>
                  <a:pt x="1124" y="4372"/>
                  <a:pt x="1285" y="4336"/>
                  <a:pt x="1410" y="4265"/>
                </a:cubicBezTo>
                <a:cubicBezTo>
                  <a:pt x="1731" y="5317"/>
                  <a:pt x="2659" y="6102"/>
                  <a:pt x="3765" y="6227"/>
                </a:cubicBezTo>
                <a:lnTo>
                  <a:pt x="3765" y="6887"/>
                </a:lnTo>
                <a:cubicBezTo>
                  <a:pt x="3069" y="7030"/>
                  <a:pt x="2534" y="7673"/>
                  <a:pt x="2534" y="8422"/>
                </a:cubicBezTo>
                <a:lnTo>
                  <a:pt x="2534" y="10617"/>
                </a:lnTo>
                <a:lnTo>
                  <a:pt x="3158" y="10617"/>
                </a:lnTo>
                <a:lnTo>
                  <a:pt x="3158" y="8725"/>
                </a:lnTo>
                <a:lnTo>
                  <a:pt x="3765" y="8725"/>
                </a:lnTo>
                <a:lnTo>
                  <a:pt x="3765" y="10617"/>
                </a:lnTo>
                <a:lnTo>
                  <a:pt x="4390" y="10617"/>
                </a:lnTo>
                <a:lnTo>
                  <a:pt x="4390" y="8725"/>
                </a:lnTo>
                <a:lnTo>
                  <a:pt x="5014" y="8725"/>
                </a:lnTo>
                <a:lnTo>
                  <a:pt x="5014" y="10617"/>
                </a:lnTo>
                <a:lnTo>
                  <a:pt x="5638" y="10617"/>
                </a:lnTo>
                <a:lnTo>
                  <a:pt x="5638" y="8422"/>
                </a:lnTo>
                <a:cubicBezTo>
                  <a:pt x="5638" y="7673"/>
                  <a:pt x="5103" y="7030"/>
                  <a:pt x="4390" y="6887"/>
                </a:cubicBezTo>
                <a:lnTo>
                  <a:pt x="4390" y="6227"/>
                </a:lnTo>
                <a:cubicBezTo>
                  <a:pt x="5514" y="6102"/>
                  <a:pt x="6441" y="5317"/>
                  <a:pt x="6763" y="4265"/>
                </a:cubicBezTo>
                <a:cubicBezTo>
                  <a:pt x="6896" y="4339"/>
                  <a:pt x="7043" y="4376"/>
                  <a:pt x="7191" y="4376"/>
                </a:cubicBezTo>
                <a:cubicBezTo>
                  <a:pt x="7221" y="4376"/>
                  <a:pt x="7250" y="4375"/>
                  <a:pt x="7280" y="4372"/>
                </a:cubicBezTo>
                <a:cubicBezTo>
                  <a:pt x="7744" y="4318"/>
                  <a:pt x="8101" y="3961"/>
                  <a:pt x="8119" y="3515"/>
                </a:cubicBezTo>
                <a:cubicBezTo>
                  <a:pt x="8172" y="2962"/>
                  <a:pt x="7726" y="2498"/>
                  <a:pt x="7191" y="2498"/>
                </a:cubicBezTo>
                <a:cubicBezTo>
                  <a:pt x="7030" y="2498"/>
                  <a:pt x="6887" y="2552"/>
                  <a:pt x="6763" y="2623"/>
                </a:cubicBezTo>
                <a:cubicBezTo>
                  <a:pt x="6441" y="1570"/>
                  <a:pt x="5514" y="785"/>
                  <a:pt x="4390" y="660"/>
                </a:cubicBezTo>
                <a:lnTo>
                  <a:pt x="4390"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118"/>
          <p:cNvSpPr/>
          <p:nvPr/>
        </p:nvSpPr>
        <p:spPr>
          <a:xfrm>
            <a:off x="3361546" y="3920416"/>
            <a:ext cx="292374" cy="325756"/>
          </a:xfrm>
          <a:custGeom>
            <a:rect b="b" l="l" r="r" t="t"/>
            <a:pathLst>
              <a:path extrusionOk="0" h="10617" w="9529">
                <a:moveTo>
                  <a:pt x="8672" y="1249"/>
                </a:moveTo>
                <a:cubicBezTo>
                  <a:pt x="8422" y="1624"/>
                  <a:pt x="8011" y="1856"/>
                  <a:pt x="7548" y="1856"/>
                </a:cubicBezTo>
                <a:lnTo>
                  <a:pt x="7119" y="1856"/>
                </a:lnTo>
                <a:cubicBezTo>
                  <a:pt x="7351" y="1481"/>
                  <a:pt x="7762" y="1249"/>
                  <a:pt x="8243" y="1249"/>
                </a:cubicBezTo>
                <a:close/>
                <a:moveTo>
                  <a:pt x="946" y="4354"/>
                </a:moveTo>
                <a:cubicBezTo>
                  <a:pt x="1838" y="4354"/>
                  <a:pt x="2641" y="4836"/>
                  <a:pt x="3051" y="5603"/>
                </a:cubicBezTo>
                <a:lnTo>
                  <a:pt x="3016" y="5603"/>
                </a:lnTo>
                <a:cubicBezTo>
                  <a:pt x="2123" y="5603"/>
                  <a:pt x="1320" y="5103"/>
                  <a:pt x="892" y="4354"/>
                </a:cubicBezTo>
                <a:close/>
                <a:moveTo>
                  <a:pt x="3069" y="6209"/>
                </a:moveTo>
                <a:cubicBezTo>
                  <a:pt x="2837" y="6602"/>
                  <a:pt x="2409" y="6834"/>
                  <a:pt x="1945" y="6834"/>
                </a:cubicBezTo>
                <a:lnTo>
                  <a:pt x="1517" y="6834"/>
                </a:lnTo>
                <a:cubicBezTo>
                  <a:pt x="1749" y="6459"/>
                  <a:pt x="2177" y="6209"/>
                  <a:pt x="2641" y="6209"/>
                </a:cubicBezTo>
                <a:close/>
                <a:moveTo>
                  <a:pt x="8029" y="6834"/>
                </a:moveTo>
                <a:cubicBezTo>
                  <a:pt x="7619" y="7601"/>
                  <a:pt x="6816" y="8083"/>
                  <a:pt x="5924" y="8083"/>
                </a:cubicBezTo>
                <a:lnTo>
                  <a:pt x="5870" y="8083"/>
                </a:lnTo>
                <a:cubicBezTo>
                  <a:pt x="6299" y="7334"/>
                  <a:pt x="7101" y="6834"/>
                  <a:pt x="7994" y="6834"/>
                </a:cubicBezTo>
                <a:close/>
                <a:moveTo>
                  <a:pt x="6299" y="8707"/>
                </a:moveTo>
                <a:cubicBezTo>
                  <a:pt x="6762" y="8707"/>
                  <a:pt x="7191" y="8957"/>
                  <a:pt x="7423" y="9332"/>
                </a:cubicBezTo>
                <a:lnTo>
                  <a:pt x="6994" y="9332"/>
                </a:lnTo>
                <a:cubicBezTo>
                  <a:pt x="6531" y="9332"/>
                  <a:pt x="6102" y="9082"/>
                  <a:pt x="5870" y="8707"/>
                </a:cubicBezTo>
                <a:close/>
                <a:moveTo>
                  <a:pt x="4514" y="625"/>
                </a:moveTo>
                <a:cubicBezTo>
                  <a:pt x="5139" y="4532"/>
                  <a:pt x="5085" y="7994"/>
                  <a:pt x="5085" y="8083"/>
                </a:cubicBezTo>
                <a:lnTo>
                  <a:pt x="4479" y="8083"/>
                </a:lnTo>
                <a:lnTo>
                  <a:pt x="4479" y="8707"/>
                </a:lnTo>
                <a:lnTo>
                  <a:pt x="5085" y="8707"/>
                </a:lnTo>
                <a:lnTo>
                  <a:pt x="5085" y="9992"/>
                </a:lnTo>
                <a:lnTo>
                  <a:pt x="3854" y="9992"/>
                </a:lnTo>
                <a:cubicBezTo>
                  <a:pt x="3854" y="8172"/>
                  <a:pt x="3836" y="7512"/>
                  <a:pt x="3872" y="6209"/>
                </a:cubicBezTo>
                <a:lnTo>
                  <a:pt x="4479" y="6209"/>
                </a:lnTo>
                <a:lnTo>
                  <a:pt x="4479" y="5603"/>
                </a:lnTo>
                <a:lnTo>
                  <a:pt x="3908" y="5603"/>
                </a:lnTo>
                <a:cubicBezTo>
                  <a:pt x="3997" y="3926"/>
                  <a:pt x="4157" y="2266"/>
                  <a:pt x="4425" y="625"/>
                </a:cubicBezTo>
                <a:close/>
                <a:moveTo>
                  <a:pt x="3890" y="0"/>
                </a:moveTo>
                <a:lnTo>
                  <a:pt x="3854" y="250"/>
                </a:lnTo>
                <a:cubicBezTo>
                  <a:pt x="3783" y="696"/>
                  <a:pt x="3711" y="1124"/>
                  <a:pt x="3658" y="1553"/>
                </a:cubicBezTo>
                <a:cubicBezTo>
                  <a:pt x="3140" y="660"/>
                  <a:pt x="2569" y="161"/>
                  <a:pt x="2516" y="89"/>
                </a:cubicBezTo>
                <a:lnTo>
                  <a:pt x="2070" y="536"/>
                </a:lnTo>
                <a:cubicBezTo>
                  <a:pt x="2123" y="589"/>
                  <a:pt x="3016" y="1356"/>
                  <a:pt x="3515" y="2730"/>
                </a:cubicBezTo>
                <a:cubicBezTo>
                  <a:pt x="3426" y="3444"/>
                  <a:pt x="3372" y="4158"/>
                  <a:pt x="3319" y="4871"/>
                </a:cubicBezTo>
                <a:cubicBezTo>
                  <a:pt x="2748" y="4158"/>
                  <a:pt x="1891" y="3729"/>
                  <a:pt x="946" y="3729"/>
                </a:cubicBezTo>
                <a:lnTo>
                  <a:pt x="0" y="3729"/>
                </a:lnTo>
                <a:lnTo>
                  <a:pt x="125" y="4140"/>
                </a:lnTo>
                <a:cubicBezTo>
                  <a:pt x="393" y="4907"/>
                  <a:pt x="928" y="5531"/>
                  <a:pt x="1624" y="5888"/>
                </a:cubicBezTo>
                <a:cubicBezTo>
                  <a:pt x="1196" y="6138"/>
                  <a:pt x="874" y="6566"/>
                  <a:pt x="750" y="7084"/>
                </a:cubicBezTo>
                <a:lnTo>
                  <a:pt x="642" y="7458"/>
                </a:lnTo>
                <a:lnTo>
                  <a:pt x="1945" y="7458"/>
                </a:lnTo>
                <a:cubicBezTo>
                  <a:pt x="2427" y="7458"/>
                  <a:pt x="2891" y="7280"/>
                  <a:pt x="3230" y="6977"/>
                </a:cubicBezTo>
                <a:lnTo>
                  <a:pt x="3230" y="6977"/>
                </a:lnTo>
                <a:cubicBezTo>
                  <a:pt x="3212" y="7655"/>
                  <a:pt x="3230" y="8029"/>
                  <a:pt x="3230" y="8779"/>
                </a:cubicBezTo>
                <a:cubicBezTo>
                  <a:pt x="2837" y="8368"/>
                  <a:pt x="2284" y="8119"/>
                  <a:pt x="1659" y="8119"/>
                </a:cubicBezTo>
                <a:lnTo>
                  <a:pt x="1356" y="8119"/>
                </a:lnTo>
                <a:lnTo>
                  <a:pt x="1356" y="8743"/>
                </a:lnTo>
                <a:lnTo>
                  <a:pt x="1677" y="8743"/>
                </a:lnTo>
                <a:cubicBezTo>
                  <a:pt x="2534" y="8743"/>
                  <a:pt x="3230" y="9439"/>
                  <a:pt x="3230" y="10295"/>
                </a:cubicBezTo>
                <a:lnTo>
                  <a:pt x="3230" y="10617"/>
                </a:lnTo>
                <a:lnTo>
                  <a:pt x="5710" y="10617"/>
                </a:lnTo>
                <a:lnTo>
                  <a:pt x="5710" y="9475"/>
                </a:lnTo>
                <a:cubicBezTo>
                  <a:pt x="6067" y="9778"/>
                  <a:pt x="6513" y="9956"/>
                  <a:pt x="6994" y="9956"/>
                </a:cubicBezTo>
                <a:lnTo>
                  <a:pt x="8297" y="9956"/>
                </a:lnTo>
                <a:lnTo>
                  <a:pt x="8190" y="9564"/>
                </a:lnTo>
                <a:cubicBezTo>
                  <a:pt x="8065" y="9046"/>
                  <a:pt x="7744" y="8636"/>
                  <a:pt x="7316" y="8368"/>
                </a:cubicBezTo>
                <a:cubicBezTo>
                  <a:pt x="8011" y="8012"/>
                  <a:pt x="8547" y="7405"/>
                  <a:pt x="8814" y="6620"/>
                </a:cubicBezTo>
                <a:lnTo>
                  <a:pt x="8939" y="6209"/>
                </a:lnTo>
                <a:lnTo>
                  <a:pt x="7994" y="6209"/>
                </a:lnTo>
                <a:cubicBezTo>
                  <a:pt x="7101" y="6209"/>
                  <a:pt x="6281" y="6602"/>
                  <a:pt x="5710" y="7244"/>
                </a:cubicBezTo>
                <a:cubicBezTo>
                  <a:pt x="5692" y="6102"/>
                  <a:pt x="5638" y="4925"/>
                  <a:pt x="5531" y="3765"/>
                </a:cubicBezTo>
                <a:cubicBezTo>
                  <a:pt x="5870" y="3283"/>
                  <a:pt x="6281" y="2855"/>
                  <a:pt x="6745" y="2480"/>
                </a:cubicBezTo>
                <a:lnTo>
                  <a:pt x="7548" y="2480"/>
                </a:lnTo>
                <a:cubicBezTo>
                  <a:pt x="8440" y="2480"/>
                  <a:pt x="9225" y="1874"/>
                  <a:pt x="9439" y="999"/>
                </a:cubicBezTo>
                <a:lnTo>
                  <a:pt x="9528" y="625"/>
                </a:lnTo>
                <a:lnTo>
                  <a:pt x="8243" y="625"/>
                </a:lnTo>
                <a:cubicBezTo>
                  <a:pt x="7387" y="625"/>
                  <a:pt x="6620" y="1178"/>
                  <a:pt x="6370" y="1999"/>
                </a:cubicBezTo>
                <a:cubicBezTo>
                  <a:pt x="6031" y="2248"/>
                  <a:pt x="5728" y="2552"/>
                  <a:pt x="5442" y="2873"/>
                </a:cubicBezTo>
                <a:cubicBezTo>
                  <a:pt x="5353" y="1981"/>
                  <a:pt x="5228" y="1106"/>
                  <a:pt x="5085" y="250"/>
                </a:cubicBezTo>
                <a:lnTo>
                  <a:pt x="5050"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4" name="Google Shape;1604;p118"/>
          <p:cNvSpPr/>
          <p:nvPr/>
        </p:nvSpPr>
        <p:spPr>
          <a:xfrm>
            <a:off x="1977588" y="3920416"/>
            <a:ext cx="221773" cy="325756"/>
          </a:xfrm>
          <a:custGeom>
            <a:rect b="b" l="l" r="r" t="t"/>
            <a:pathLst>
              <a:path extrusionOk="0" h="10617" w="7228">
                <a:moveTo>
                  <a:pt x="5354" y="1856"/>
                </a:moveTo>
                <a:cubicBezTo>
                  <a:pt x="5907" y="1856"/>
                  <a:pt x="6371" y="2213"/>
                  <a:pt x="6531" y="2694"/>
                </a:cubicBezTo>
                <a:lnTo>
                  <a:pt x="6139" y="3016"/>
                </a:lnTo>
                <a:lnTo>
                  <a:pt x="5354" y="2391"/>
                </a:lnTo>
                <a:lnTo>
                  <a:pt x="4586" y="3016"/>
                </a:lnTo>
                <a:lnTo>
                  <a:pt x="4176" y="2694"/>
                </a:lnTo>
                <a:cubicBezTo>
                  <a:pt x="4355" y="2213"/>
                  <a:pt x="4818" y="1856"/>
                  <a:pt x="5354" y="1856"/>
                </a:cubicBezTo>
                <a:close/>
                <a:moveTo>
                  <a:pt x="5372" y="3194"/>
                </a:moveTo>
                <a:lnTo>
                  <a:pt x="6139" y="3819"/>
                </a:lnTo>
                <a:lnTo>
                  <a:pt x="6621" y="3444"/>
                </a:lnTo>
                <a:lnTo>
                  <a:pt x="6621" y="5942"/>
                </a:lnTo>
                <a:cubicBezTo>
                  <a:pt x="6621" y="8190"/>
                  <a:pt x="4801" y="9992"/>
                  <a:pt x="2570" y="9992"/>
                </a:cubicBezTo>
                <a:lnTo>
                  <a:pt x="2374" y="9992"/>
                </a:lnTo>
                <a:cubicBezTo>
                  <a:pt x="2784" y="9653"/>
                  <a:pt x="3123" y="9261"/>
                  <a:pt x="3409" y="8814"/>
                </a:cubicBezTo>
                <a:cubicBezTo>
                  <a:pt x="3873" y="8047"/>
                  <a:pt x="4123" y="7173"/>
                  <a:pt x="4123" y="6281"/>
                </a:cubicBezTo>
                <a:lnTo>
                  <a:pt x="4123" y="3444"/>
                </a:lnTo>
                <a:lnTo>
                  <a:pt x="4586" y="3819"/>
                </a:lnTo>
                <a:lnTo>
                  <a:pt x="5372" y="3194"/>
                </a:lnTo>
                <a:close/>
                <a:moveTo>
                  <a:pt x="6621" y="0"/>
                </a:moveTo>
                <a:cubicBezTo>
                  <a:pt x="5853" y="0"/>
                  <a:pt x="5229" y="536"/>
                  <a:pt x="5086" y="1267"/>
                </a:cubicBezTo>
                <a:cubicBezTo>
                  <a:pt x="4194" y="1392"/>
                  <a:pt x="3498" y="2177"/>
                  <a:pt x="3498" y="3105"/>
                </a:cubicBezTo>
                <a:lnTo>
                  <a:pt x="3498" y="6281"/>
                </a:lnTo>
                <a:cubicBezTo>
                  <a:pt x="3498" y="7869"/>
                  <a:pt x="2606" y="9314"/>
                  <a:pt x="1179" y="10028"/>
                </a:cubicBezTo>
                <a:lnTo>
                  <a:pt x="1" y="10617"/>
                </a:lnTo>
                <a:lnTo>
                  <a:pt x="2535" y="10617"/>
                </a:lnTo>
                <a:cubicBezTo>
                  <a:pt x="3748" y="10617"/>
                  <a:pt x="4908" y="10153"/>
                  <a:pt x="5782" y="9332"/>
                </a:cubicBezTo>
                <a:cubicBezTo>
                  <a:pt x="6728" y="8440"/>
                  <a:pt x="7227" y="7227"/>
                  <a:pt x="7227" y="5942"/>
                </a:cubicBezTo>
                <a:lnTo>
                  <a:pt x="7227" y="3105"/>
                </a:lnTo>
                <a:cubicBezTo>
                  <a:pt x="7227" y="2195"/>
                  <a:pt x="6585" y="1445"/>
                  <a:pt x="5728" y="1267"/>
                </a:cubicBezTo>
                <a:cubicBezTo>
                  <a:pt x="5835" y="892"/>
                  <a:pt x="6192" y="625"/>
                  <a:pt x="6621" y="625"/>
                </a:cubicBezTo>
                <a:lnTo>
                  <a:pt x="7227" y="625"/>
                </a:lnTo>
                <a:lnTo>
                  <a:pt x="7227"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5" name="Google Shape;1605;p118"/>
          <p:cNvSpPr/>
          <p:nvPr/>
        </p:nvSpPr>
        <p:spPr>
          <a:xfrm>
            <a:off x="2654794" y="3920416"/>
            <a:ext cx="286329" cy="325756"/>
          </a:xfrm>
          <a:custGeom>
            <a:rect b="b" l="l" r="r" t="t"/>
            <a:pathLst>
              <a:path extrusionOk="0" h="10617" w="9332">
                <a:moveTo>
                  <a:pt x="4675" y="1463"/>
                </a:moveTo>
                <a:cubicBezTo>
                  <a:pt x="5442" y="2445"/>
                  <a:pt x="6477" y="3176"/>
                  <a:pt x="7673" y="3551"/>
                </a:cubicBezTo>
                <a:cubicBezTo>
                  <a:pt x="7476" y="3658"/>
                  <a:pt x="7280" y="3729"/>
                  <a:pt x="7155" y="3729"/>
                </a:cubicBezTo>
                <a:cubicBezTo>
                  <a:pt x="6816" y="3729"/>
                  <a:pt x="6227" y="3515"/>
                  <a:pt x="6031" y="3444"/>
                </a:cubicBezTo>
                <a:lnTo>
                  <a:pt x="5924" y="3390"/>
                </a:lnTo>
                <a:lnTo>
                  <a:pt x="5799" y="3444"/>
                </a:lnTo>
                <a:cubicBezTo>
                  <a:pt x="5603" y="3515"/>
                  <a:pt x="5014" y="3729"/>
                  <a:pt x="4675" y="3729"/>
                </a:cubicBezTo>
                <a:cubicBezTo>
                  <a:pt x="4318" y="3729"/>
                  <a:pt x="3747" y="3515"/>
                  <a:pt x="3551" y="3444"/>
                </a:cubicBezTo>
                <a:lnTo>
                  <a:pt x="3426" y="3390"/>
                </a:lnTo>
                <a:lnTo>
                  <a:pt x="3319" y="3444"/>
                </a:lnTo>
                <a:cubicBezTo>
                  <a:pt x="3123" y="3515"/>
                  <a:pt x="2534" y="3729"/>
                  <a:pt x="2177" y="3729"/>
                </a:cubicBezTo>
                <a:cubicBezTo>
                  <a:pt x="2052" y="3729"/>
                  <a:pt x="1874" y="3658"/>
                  <a:pt x="1677" y="3551"/>
                </a:cubicBezTo>
                <a:cubicBezTo>
                  <a:pt x="2873" y="3176"/>
                  <a:pt x="3908" y="2445"/>
                  <a:pt x="4675" y="1463"/>
                </a:cubicBezTo>
                <a:close/>
                <a:moveTo>
                  <a:pt x="3123" y="4175"/>
                </a:moveTo>
                <a:lnTo>
                  <a:pt x="3123" y="5621"/>
                </a:lnTo>
                <a:lnTo>
                  <a:pt x="2498" y="5621"/>
                </a:lnTo>
                <a:lnTo>
                  <a:pt x="2498" y="4318"/>
                </a:lnTo>
                <a:cubicBezTo>
                  <a:pt x="2712" y="4282"/>
                  <a:pt x="2926" y="4229"/>
                  <a:pt x="3123" y="4175"/>
                </a:cubicBezTo>
                <a:close/>
                <a:moveTo>
                  <a:pt x="5603" y="4175"/>
                </a:moveTo>
                <a:lnTo>
                  <a:pt x="5603" y="5621"/>
                </a:lnTo>
                <a:lnTo>
                  <a:pt x="3747" y="5621"/>
                </a:lnTo>
                <a:lnTo>
                  <a:pt x="3747" y="4175"/>
                </a:lnTo>
                <a:cubicBezTo>
                  <a:pt x="4015" y="4265"/>
                  <a:pt x="4372" y="4354"/>
                  <a:pt x="4675" y="4354"/>
                </a:cubicBezTo>
                <a:cubicBezTo>
                  <a:pt x="4961" y="4354"/>
                  <a:pt x="5335" y="4265"/>
                  <a:pt x="5603" y="4175"/>
                </a:cubicBezTo>
                <a:close/>
                <a:moveTo>
                  <a:pt x="6227" y="4175"/>
                </a:moveTo>
                <a:cubicBezTo>
                  <a:pt x="6406" y="4229"/>
                  <a:pt x="6638" y="4282"/>
                  <a:pt x="6852" y="4318"/>
                </a:cubicBezTo>
                <a:lnTo>
                  <a:pt x="6852" y="5621"/>
                </a:lnTo>
                <a:lnTo>
                  <a:pt x="6227" y="5621"/>
                </a:lnTo>
                <a:lnTo>
                  <a:pt x="6227" y="4175"/>
                </a:lnTo>
                <a:close/>
                <a:moveTo>
                  <a:pt x="7905" y="6245"/>
                </a:moveTo>
                <a:lnTo>
                  <a:pt x="7583" y="6852"/>
                </a:lnTo>
                <a:lnTo>
                  <a:pt x="1749" y="6852"/>
                </a:lnTo>
                <a:lnTo>
                  <a:pt x="1446" y="6245"/>
                </a:lnTo>
                <a:close/>
                <a:moveTo>
                  <a:pt x="3123" y="7476"/>
                </a:moveTo>
                <a:lnTo>
                  <a:pt x="3123" y="8743"/>
                </a:lnTo>
                <a:lnTo>
                  <a:pt x="2498" y="8743"/>
                </a:lnTo>
                <a:lnTo>
                  <a:pt x="2498" y="7476"/>
                </a:lnTo>
                <a:close/>
                <a:moveTo>
                  <a:pt x="5603" y="7476"/>
                </a:moveTo>
                <a:lnTo>
                  <a:pt x="5603" y="8743"/>
                </a:lnTo>
                <a:lnTo>
                  <a:pt x="3747" y="8743"/>
                </a:lnTo>
                <a:lnTo>
                  <a:pt x="3747" y="7476"/>
                </a:lnTo>
                <a:close/>
                <a:moveTo>
                  <a:pt x="6852" y="7476"/>
                </a:moveTo>
                <a:lnTo>
                  <a:pt x="6852" y="8743"/>
                </a:lnTo>
                <a:lnTo>
                  <a:pt x="6227" y="8743"/>
                </a:lnTo>
                <a:lnTo>
                  <a:pt x="6227" y="7476"/>
                </a:lnTo>
                <a:close/>
                <a:moveTo>
                  <a:pt x="8101" y="9368"/>
                </a:moveTo>
                <a:lnTo>
                  <a:pt x="8101" y="9992"/>
                </a:lnTo>
                <a:lnTo>
                  <a:pt x="1249" y="9992"/>
                </a:lnTo>
                <a:lnTo>
                  <a:pt x="1249" y="9368"/>
                </a:lnTo>
                <a:close/>
                <a:moveTo>
                  <a:pt x="4354" y="0"/>
                </a:moveTo>
                <a:lnTo>
                  <a:pt x="4354" y="839"/>
                </a:lnTo>
                <a:cubicBezTo>
                  <a:pt x="3604" y="1927"/>
                  <a:pt x="2480" y="2712"/>
                  <a:pt x="1178" y="3033"/>
                </a:cubicBezTo>
                <a:lnTo>
                  <a:pt x="268" y="3265"/>
                </a:lnTo>
                <a:lnTo>
                  <a:pt x="750" y="3658"/>
                </a:lnTo>
                <a:cubicBezTo>
                  <a:pt x="857" y="3747"/>
                  <a:pt x="1374" y="4158"/>
                  <a:pt x="1874" y="4300"/>
                </a:cubicBezTo>
                <a:lnTo>
                  <a:pt x="1874" y="5621"/>
                </a:lnTo>
                <a:lnTo>
                  <a:pt x="428" y="5621"/>
                </a:lnTo>
                <a:lnTo>
                  <a:pt x="1374" y="7476"/>
                </a:lnTo>
                <a:lnTo>
                  <a:pt x="1874" y="7476"/>
                </a:lnTo>
                <a:lnTo>
                  <a:pt x="1874" y="8743"/>
                </a:lnTo>
                <a:lnTo>
                  <a:pt x="625" y="8743"/>
                </a:lnTo>
                <a:lnTo>
                  <a:pt x="625" y="9992"/>
                </a:lnTo>
                <a:lnTo>
                  <a:pt x="0" y="9992"/>
                </a:lnTo>
                <a:lnTo>
                  <a:pt x="0" y="10617"/>
                </a:lnTo>
                <a:lnTo>
                  <a:pt x="9332" y="10617"/>
                </a:lnTo>
                <a:lnTo>
                  <a:pt x="9332" y="9992"/>
                </a:lnTo>
                <a:lnTo>
                  <a:pt x="8707" y="9992"/>
                </a:lnTo>
                <a:lnTo>
                  <a:pt x="8707" y="8743"/>
                </a:lnTo>
                <a:lnTo>
                  <a:pt x="7476" y="8743"/>
                </a:lnTo>
                <a:lnTo>
                  <a:pt x="7476" y="7476"/>
                </a:lnTo>
                <a:lnTo>
                  <a:pt x="7976" y="7476"/>
                </a:lnTo>
                <a:lnTo>
                  <a:pt x="8904" y="5621"/>
                </a:lnTo>
                <a:lnTo>
                  <a:pt x="7476" y="5621"/>
                </a:lnTo>
                <a:lnTo>
                  <a:pt x="7476" y="4300"/>
                </a:lnTo>
                <a:cubicBezTo>
                  <a:pt x="7976" y="4158"/>
                  <a:pt x="8493" y="3747"/>
                  <a:pt x="8600" y="3658"/>
                </a:cubicBezTo>
                <a:lnTo>
                  <a:pt x="9082" y="3265"/>
                </a:lnTo>
                <a:lnTo>
                  <a:pt x="8172" y="3033"/>
                </a:lnTo>
                <a:cubicBezTo>
                  <a:pt x="6870" y="2712"/>
                  <a:pt x="5746" y="1927"/>
                  <a:pt x="4978" y="839"/>
                </a:cubicBezTo>
                <a:lnTo>
                  <a:pt x="4978"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06" name="Google Shape;1606;p118"/>
          <p:cNvGrpSpPr/>
          <p:nvPr/>
        </p:nvGrpSpPr>
        <p:grpSpPr>
          <a:xfrm>
            <a:off x="7601719" y="3396604"/>
            <a:ext cx="326310" cy="325789"/>
            <a:chOff x="7743006" y="3413348"/>
            <a:chExt cx="341543" cy="340997"/>
          </a:xfrm>
        </p:grpSpPr>
        <p:sp>
          <p:nvSpPr>
            <p:cNvPr id="1607" name="Google Shape;1607;p118"/>
            <p:cNvSpPr/>
            <p:nvPr/>
          </p:nvSpPr>
          <p:spPr>
            <a:xfrm>
              <a:off x="7743006" y="3413348"/>
              <a:ext cx="341543" cy="340997"/>
            </a:xfrm>
            <a:custGeom>
              <a:rect b="b" l="l" r="r" t="t"/>
              <a:pathLst>
                <a:path extrusionOk="0" h="10618" w="10635">
                  <a:moveTo>
                    <a:pt x="2980" y="625"/>
                  </a:moveTo>
                  <a:cubicBezTo>
                    <a:pt x="3266" y="964"/>
                    <a:pt x="3426" y="1178"/>
                    <a:pt x="3426" y="1553"/>
                  </a:cubicBezTo>
                  <a:cubicBezTo>
                    <a:pt x="3426" y="1714"/>
                    <a:pt x="3355" y="1803"/>
                    <a:pt x="3194" y="1981"/>
                  </a:cubicBezTo>
                  <a:cubicBezTo>
                    <a:pt x="3016" y="2178"/>
                    <a:pt x="2802" y="2410"/>
                    <a:pt x="2802" y="2802"/>
                  </a:cubicBezTo>
                  <a:cubicBezTo>
                    <a:pt x="2802" y="3195"/>
                    <a:pt x="3016" y="3444"/>
                    <a:pt x="3194" y="3641"/>
                  </a:cubicBezTo>
                  <a:cubicBezTo>
                    <a:pt x="3355" y="3801"/>
                    <a:pt x="3426" y="3908"/>
                    <a:pt x="3426" y="4051"/>
                  </a:cubicBezTo>
                  <a:cubicBezTo>
                    <a:pt x="3426" y="4426"/>
                    <a:pt x="3266" y="4640"/>
                    <a:pt x="2980" y="4979"/>
                  </a:cubicBezTo>
                  <a:lnTo>
                    <a:pt x="2213" y="4979"/>
                  </a:lnTo>
                  <a:cubicBezTo>
                    <a:pt x="2391" y="4729"/>
                    <a:pt x="2498" y="4444"/>
                    <a:pt x="2498" y="4051"/>
                  </a:cubicBezTo>
                  <a:cubicBezTo>
                    <a:pt x="2498" y="3659"/>
                    <a:pt x="2284" y="3409"/>
                    <a:pt x="2106" y="3213"/>
                  </a:cubicBezTo>
                  <a:cubicBezTo>
                    <a:pt x="1963" y="3052"/>
                    <a:pt x="1874" y="2945"/>
                    <a:pt x="1874" y="2802"/>
                  </a:cubicBezTo>
                  <a:cubicBezTo>
                    <a:pt x="1874" y="2659"/>
                    <a:pt x="1963" y="2552"/>
                    <a:pt x="2106" y="2392"/>
                  </a:cubicBezTo>
                  <a:cubicBezTo>
                    <a:pt x="2284" y="2195"/>
                    <a:pt x="2498" y="1946"/>
                    <a:pt x="2498" y="1553"/>
                  </a:cubicBezTo>
                  <a:cubicBezTo>
                    <a:pt x="2498" y="1178"/>
                    <a:pt x="2391" y="875"/>
                    <a:pt x="2213" y="625"/>
                  </a:cubicBezTo>
                  <a:close/>
                  <a:moveTo>
                    <a:pt x="4532" y="625"/>
                  </a:moveTo>
                  <a:cubicBezTo>
                    <a:pt x="4818" y="964"/>
                    <a:pt x="4979" y="1178"/>
                    <a:pt x="4979" y="1553"/>
                  </a:cubicBezTo>
                  <a:cubicBezTo>
                    <a:pt x="4979" y="1714"/>
                    <a:pt x="4907" y="1803"/>
                    <a:pt x="4747" y="1981"/>
                  </a:cubicBezTo>
                  <a:cubicBezTo>
                    <a:pt x="4586" y="2178"/>
                    <a:pt x="4372" y="2410"/>
                    <a:pt x="4372" y="2802"/>
                  </a:cubicBezTo>
                  <a:cubicBezTo>
                    <a:pt x="4372" y="3195"/>
                    <a:pt x="4586" y="3444"/>
                    <a:pt x="4747" y="3641"/>
                  </a:cubicBezTo>
                  <a:cubicBezTo>
                    <a:pt x="4907" y="3801"/>
                    <a:pt x="4979" y="3908"/>
                    <a:pt x="4979" y="4051"/>
                  </a:cubicBezTo>
                  <a:cubicBezTo>
                    <a:pt x="4979" y="4426"/>
                    <a:pt x="4818" y="4640"/>
                    <a:pt x="4532" y="4979"/>
                  </a:cubicBezTo>
                  <a:lnTo>
                    <a:pt x="3765" y="4979"/>
                  </a:lnTo>
                  <a:cubicBezTo>
                    <a:pt x="3944" y="4729"/>
                    <a:pt x="4051" y="4444"/>
                    <a:pt x="4051" y="4051"/>
                  </a:cubicBezTo>
                  <a:cubicBezTo>
                    <a:pt x="4051" y="3659"/>
                    <a:pt x="3837" y="3409"/>
                    <a:pt x="3658" y="3213"/>
                  </a:cubicBezTo>
                  <a:cubicBezTo>
                    <a:pt x="3515" y="3052"/>
                    <a:pt x="3426" y="2945"/>
                    <a:pt x="3426" y="2802"/>
                  </a:cubicBezTo>
                  <a:cubicBezTo>
                    <a:pt x="3426" y="2659"/>
                    <a:pt x="3515" y="2552"/>
                    <a:pt x="3658" y="2392"/>
                  </a:cubicBezTo>
                  <a:cubicBezTo>
                    <a:pt x="3837" y="2195"/>
                    <a:pt x="4051" y="1946"/>
                    <a:pt x="4051" y="1553"/>
                  </a:cubicBezTo>
                  <a:cubicBezTo>
                    <a:pt x="4051" y="1178"/>
                    <a:pt x="3944" y="875"/>
                    <a:pt x="3765" y="625"/>
                  </a:cubicBezTo>
                  <a:close/>
                  <a:moveTo>
                    <a:pt x="7477" y="5603"/>
                  </a:moveTo>
                  <a:lnTo>
                    <a:pt x="7477" y="7745"/>
                  </a:lnTo>
                  <a:cubicBezTo>
                    <a:pt x="7477" y="8405"/>
                    <a:pt x="7048" y="8994"/>
                    <a:pt x="6406" y="9190"/>
                  </a:cubicBezTo>
                  <a:cubicBezTo>
                    <a:pt x="6031" y="9315"/>
                    <a:pt x="5746" y="9636"/>
                    <a:pt x="5657" y="9993"/>
                  </a:cubicBezTo>
                  <a:lnTo>
                    <a:pt x="2463" y="9993"/>
                  </a:lnTo>
                  <a:cubicBezTo>
                    <a:pt x="2356" y="9636"/>
                    <a:pt x="2070" y="9315"/>
                    <a:pt x="1695" y="9190"/>
                  </a:cubicBezTo>
                  <a:cubicBezTo>
                    <a:pt x="1053" y="8976"/>
                    <a:pt x="625" y="8387"/>
                    <a:pt x="625" y="7727"/>
                  </a:cubicBezTo>
                  <a:lnTo>
                    <a:pt x="625" y="5603"/>
                  </a:lnTo>
                  <a:close/>
                  <a:moveTo>
                    <a:pt x="0" y="1"/>
                  </a:moveTo>
                  <a:lnTo>
                    <a:pt x="0" y="625"/>
                  </a:lnTo>
                  <a:lnTo>
                    <a:pt x="1428" y="625"/>
                  </a:lnTo>
                  <a:cubicBezTo>
                    <a:pt x="1624" y="857"/>
                    <a:pt x="1767" y="1036"/>
                    <a:pt x="1838" y="1250"/>
                  </a:cubicBezTo>
                  <a:lnTo>
                    <a:pt x="0" y="1250"/>
                  </a:lnTo>
                  <a:lnTo>
                    <a:pt x="0" y="1874"/>
                  </a:lnTo>
                  <a:lnTo>
                    <a:pt x="1731" y="1874"/>
                  </a:lnTo>
                  <a:cubicBezTo>
                    <a:pt x="1713" y="1910"/>
                    <a:pt x="1678" y="1946"/>
                    <a:pt x="1642" y="1981"/>
                  </a:cubicBezTo>
                  <a:cubicBezTo>
                    <a:pt x="1464" y="2178"/>
                    <a:pt x="1249" y="2410"/>
                    <a:pt x="1249" y="2802"/>
                  </a:cubicBezTo>
                  <a:cubicBezTo>
                    <a:pt x="1249" y="3195"/>
                    <a:pt x="1464" y="3444"/>
                    <a:pt x="1642" y="3641"/>
                  </a:cubicBezTo>
                  <a:cubicBezTo>
                    <a:pt x="1785" y="3801"/>
                    <a:pt x="1874" y="3908"/>
                    <a:pt x="1874" y="4051"/>
                  </a:cubicBezTo>
                  <a:cubicBezTo>
                    <a:pt x="1874" y="4426"/>
                    <a:pt x="1713" y="4640"/>
                    <a:pt x="1428" y="4979"/>
                  </a:cubicBezTo>
                  <a:lnTo>
                    <a:pt x="0" y="4979"/>
                  </a:lnTo>
                  <a:lnTo>
                    <a:pt x="0" y="7727"/>
                  </a:lnTo>
                  <a:cubicBezTo>
                    <a:pt x="0" y="8655"/>
                    <a:pt x="607" y="9493"/>
                    <a:pt x="1499" y="9779"/>
                  </a:cubicBezTo>
                  <a:cubicBezTo>
                    <a:pt x="1731" y="9868"/>
                    <a:pt x="1874" y="10064"/>
                    <a:pt x="1874" y="10314"/>
                  </a:cubicBezTo>
                  <a:lnTo>
                    <a:pt x="1874" y="10617"/>
                  </a:lnTo>
                  <a:lnTo>
                    <a:pt x="6228" y="10617"/>
                  </a:lnTo>
                  <a:lnTo>
                    <a:pt x="6228" y="10314"/>
                  </a:lnTo>
                  <a:cubicBezTo>
                    <a:pt x="6228" y="10064"/>
                    <a:pt x="6388" y="9868"/>
                    <a:pt x="6602" y="9779"/>
                  </a:cubicBezTo>
                  <a:cubicBezTo>
                    <a:pt x="7494" y="9493"/>
                    <a:pt x="8101" y="8655"/>
                    <a:pt x="8101" y="7727"/>
                  </a:cubicBezTo>
                  <a:lnTo>
                    <a:pt x="8101" y="4979"/>
                  </a:lnTo>
                  <a:lnTo>
                    <a:pt x="5318" y="4979"/>
                  </a:lnTo>
                  <a:cubicBezTo>
                    <a:pt x="5496" y="4729"/>
                    <a:pt x="5603" y="4444"/>
                    <a:pt x="5603" y="4051"/>
                  </a:cubicBezTo>
                  <a:cubicBezTo>
                    <a:pt x="5603" y="3659"/>
                    <a:pt x="5389" y="3409"/>
                    <a:pt x="5210" y="3213"/>
                  </a:cubicBezTo>
                  <a:cubicBezTo>
                    <a:pt x="5068" y="3052"/>
                    <a:pt x="4979" y="2945"/>
                    <a:pt x="4979" y="2802"/>
                  </a:cubicBezTo>
                  <a:cubicBezTo>
                    <a:pt x="4979" y="2659"/>
                    <a:pt x="5068" y="2552"/>
                    <a:pt x="5210" y="2392"/>
                  </a:cubicBezTo>
                  <a:cubicBezTo>
                    <a:pt x="5335" y="2249"/>
                    <a:pt x="5478" y="2088"/>
                    <a:pt x="5549" y="1874"/>
                  </a:cubicBezTo>
                  <a:lnTo>
                    <a:pt x="10635" y="1874"/>
                  </a:lnTo>
                  <a:lnTo>
                    <a:pt x="10635" y="1250"/>
                  </a:lnTo>
                  <a:lnTo>
                    <a:pt x="5585" y="1250"/>
                  </a:lnTo>
                  <a:cubicBezTo>
                    <a:pt x="5532" y="1000"/>
                    <a:pt x="5442" y="804"/>
                    <a:pt x="5318" y="625"/>
                  </a:cubicBezTo>
                  <a:lnTo>
                    <a:pt x="10635" y="625"/>
                  </a:lnTo>
                  <a:lnTo>
                    <a:pt x="106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8" name="Google Shape;1608;p118"/>
            <p:cNvSpPr/>
            <p:nvPr/>
          </p:nvSpPr>
          <p:spPr>
            <a:xfrm>
              <a:off x="7823229" y="3614484"/>
              <a:ext cx="101451" cy="99749"/>
            </a:xfrm>
            <a:custGeom>
              <a:rect b="b" l="l" r="r" t="t"/>
              <a:pathLst>
                <a:path extrusionOk="0" h="3106" w="3159">
                  <a:moveTo>
                    <a:pt x="1553" y="625"/>
                  </a:moveTo>
                  <a:cubicBezTo>
                    <a:pt x="2070" y="625"/>
                    <a:pt x="2481" y="1035"/>
                    <a:pt x="2481" y="1553"/>
                  </a:cubicBezTo>
                  <a:cubicBezTo>
                    <a:pt x="2481" y="1731"/>
                    <a:pt x="2356" y="1874"/>
                    <a:pt x="2177" y="1874"/>
                  </a:cubicBezTo>
                  <a:cubicBezTo>
                    <a:pt x="1999" y="1874"/>
                    <a:pt x="1874" y="1731"/>
                    <a:pt x="1874" y="1553"/>
                  </a:cubicBezTo>
                  <a:cubicBezTo>
                    <a:pt x="1874" y="1160"/>
                    <a:pt x="1606" y="804"/>
                    <a:pt x="1249" y="679"/>
                  </a:cubicBezTo>
                  <a:cubicBezTo>
                    <a:pt x="1339" y="643"/>
                    <a:pt x="1446" y="625"/>
                    <a:pt x="1553" y="625"/>
                  </a:cubicBezTo>
                  <a:close/>
                  <a:moveTo>
                    <a:pt x="928" y="1250"/>
                  </a:moveTo>
                  <a:cubicBezTo>
                    <a:pt x="1107" y="1250"/>
                    <a:pt x="1249" y="1392"/>
                    <a:pt x="1249" y="1553"/>
                  </a:cubicBezTo>
                  <a:cubicBezTo>
                    <a:pt x="1249" y="1963"/>
                    <a:pt x="1499" y="2302"/>
                    <a:pt x="1874" y="2445"/>
                  </a:cubicBezTo>
                  <a:cubicBezTo>
                    <a:pt x="1767" y="2481"/>
                    <a:pt x="1660" y="2499"/>
                    <a:pt x="1553" y="2499"/>
                  </a:cubicBezTo>
                  <a:cubicBezTo>
                    <a:pt x="1035" y="2499"/>
                    <a:pt x="625" y="2070"/>
                    <a:pt x="625" y="1553"/>
                  </a:cubicBezTo>
                  <a:cubicBezTo>
                    <a:pt x="625" y="1392"/>
                    <a:pt x="768" y="1250"/>
                    <a:pt x="928" y="1250"/>
                  </a:cubicBezTo>
                  <a:close/>
                  <a:moveTo>
                    <a:pt x="1553" y="1"/>
                  </a:moveTo>
                  <a:cubicBezTo>
                    <a:pt x="696" y="1"/>
                    <a:pt x="0" y="714"/>
                    <a:pt x="0" y="1553"/>
                  </a:cubicBezTo>
                  <a:cubicBezTo>
                    <a:pt x="0" y="2409"/>
                    <a:pt x="696" y="3105"/>
                    <a:pt x="1553" y="3105"/>
                  </a:cubicBezTo>
                  <a:cubicBezTo>
                    <a:pt x="2391" y="3105"/>
                    <a:pt x="3087" y="2445"/>
                    <a:pt x="3105" y="1606"/>
                  </a:cubicBezTo>
                  <a:cubicBezTo>
                    <a:pt x="3159" y="786"/>
                    <a:pt x="2463" y="1"/>
                    <a:pt x="155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09" name="Google Shape;1609;p118"/>
          <p:cNvSpPr/>
          <p:nvPr/>
        </p:nvSpPr>
        <p:spPr>
          <a:xfrm>
            <a:off x="6891993" y="3396496"/>
            <a:ext cx="325756" cy="325787"/>
          </a:xfrm>
          <a:custGeom>
            <a:rect b="b" l="l" r="r" t="t"/>
            <a:pathLst>
              <a:path extrusionOk="0" h="10618" w="10617">
                <a:moveTo>
                  <a:pt x="6959" y="625"/>
                </a:moveTo>
                <a:lnTo>
                  <a:pt x="7244" y="1393"/>
                </a:lnTo>
                <a:lnTo>
                  <a:pt x="7994" y="1874"/>
                </a:lnTo>
                <a:lnTo>
                  <a:pt x="2641" y="1874"/>
                </a:lnTo>
                <a:lnTo>
                  <a:pt x="3390" y="1393"/>
                </a:lnTo>
                <a:lnTo>
                  <a:pt x="3676" y="625"/>
                </a:lnTo>
                <a:close/>
                <a:moveTo>
                  <a:pt x="3765" y="2499"/>
                </a:moveTo>
                <a:lnTo>
                  <a:pt x="3765" y="3766"/>
                </a:lnTo>
                <a:lnTo>
                  <a:pt x="2516" y="3766"/>
                </a:lnTo>
                <a:lnTo>
                  <a:pt x="2516" y="2499"/>
                </a:lnTo>
                <a:close/>
                <a:moveTo>
                  <a:pt x="6245" y="2499"/>
                </a:moveTo>
                <a:lnTo>
                  <a:pt x="6245" y="3766"/>
                </a:lnTo>
                <a:lnTo>
                  <a:pt x="4390" y="3766"/>
                </a:lnTo>
                <a:lnTo>
                  <a:pt x="4390" y="2499"/>
                </a:lnTo>
                <a:close/>
                <a:moveTo>
                  <a:pt x="8119" y="2499"/>
                </a:moveTo>
                <a:lnTo>
                  <a:pt x="8119" y="3766"/>
                </a:lnTo>
                <a:lnTo>
                  <a:pt x="6870" y="3766"/>
                </a:lnTo>
                <a:lnTo>
                  <a:pt x="6870" y="2499"/>
                </a:lnTo>
                <a:close/>
                <a:moveTo>
                  <a:pt x="8315" y="4372"/>
                </a:moveTo>
                <a:lnTo>
                  <a:pt x="9029" y="5015"/>
                </a:lnTo>
                <a:lnTo>
                  <a:pt x="1624" y="4997"/>
                </a:lnTo>
                <a:lnTo>
                  <a:pt x="2320" y="4372"/>
                </a:lnTo>
                <a:close/>
                <a:moveTo>
                  <a:pt x="3141" y="5621"/>
                </a:moveTo>
                <a:lnTo>
                  <a:pt x="3141" y="6246"/>
                </a:lnTo>
                <a:lnTo>
                  <a:pt x="1892" y="6246"/>
                </a:lnTo>
                <a:lnTo>
                  <a:pt x="1892" y="5621"/>
                </a:lnTo>
                <a:close/>
                <a:moveTo>
                  <a:pt x="3765" y="5621"/>
                </a:moveTo>
                <a:lnTo>
                  <a:pt x="6870" y="5639"/>
                </a:lnTo>
                <a:lnTo>
                  <a:pt x="6870" y="6246"/>
                </a:lnTo>
                <a:lnTo>
                  <a:pt x="3765" y="6246"/>
                </a:lnTo>
                <a:lnTo>
                  <a:pt x="3765" y="5621"/>
                </a:lnTo>
                <a:close/>
                <a:moveTo>
                  <a:pt x="8743" y="5639"/>
                </a:moveTo>
                <a:lnTo>
                  <a:pt x="8743" y="6246"/>
                </a:lnTo>
                <a:lnTo>
                  <a:pt x="7494" y="6246"/>
                </a:lnTo>
                <a:lnTo>
                  <a:pt x="7494" y="5639"/>
                </a:lnTo>
                <a:close/>
                <a:moveTo>
                  <a:pt x="3141" y="6870"/>
                </a:moveTo>
                <a:lnTo>
                  <a:pt x="3141" y="8137"/>
                </a:lnTo>
                <a:lnTo>
                  <a:pt x="1892" y="8137"/>
                </a:lnTo>
                <a:lnTo>
                  <a:pt x="1892" y="6870"/>
                </a:lnTo>
                <a:close/>
                <a:moveTo>
                  <a:pt x="6870" y="6870"/>
                </a:moveTo>
                <a:lnTo>
                  <a:pt x="6870" y="8137"/>
                </a:lnTo>
                <a:lnTo>
                  <a:pt x="3765" y="8137"/>
                </a:lnTo>
                <a:lnTo>
                  <a:pt x="3765" y="6870"/>
                </a:lnTo>
                <a:close/>
                <a:moveTo>
                  <a:pt x="8743" y="6870"/>
                </a:moveTo>
                <a:lnTo>
                  <a:pt x="8743" y="8137"/>
                </a:lnTo>
                <a:lnTo>
                  <a:pt x="7494" y="8137"/>
                </a:lnTo>
                <a:lnTo>
                  <a:pt x="7494" y="6870"/>
                </a:lnTo>
                <a:close/>
                <a:moveTo>
                  <a:pt x="4265" y="8762"/>
                </a:moveTo>
                <a:lnTo>
                  <a:pt x="3854" y="9993"/>
                </a:lnTo>
                <a:lnTo>
                  <a:pt x="625" y="9993"/>
                </a:lnTo>
                <a:lnTo>
                  <a:pt x="625" y="9368"/>
                </a:lnTo>
                <a:lnTo>
                  <a:pt x="1267" y="9368"/>
                </a:lnTo>
                <a:lnTo>
                  <a:pt x="1267" y="8762"/>
                </a:lnTo>
                <a:close/>
                <a:moveTo>
                  <a:pt x="5710" y="8762"/>
                </a:moveTo>
                <a:lnTo>
                  <a:pt x="6138" y="9993"/>
                </a:lnTo>
                <a:lnTo>
                  <a:pt x="4497" y="9993"/>
                </a:lnTo>
                <a:lnTo>
                  <a:pt x="4925" y="8762"/>
                </a:lnTo>
                <a:close/>
                <a:moveTo>
                  <a:pt x="9368" y="8762"/>
                </a:moveTo>
                <a:lnTo>
                  <a:pt x="9368" y="9368"/>
                </a:lnTo>
                <a:lnTo>
                  <a:pt x="10010" y="9368"/>
                </a:lnTo>
                <a:lnTo>
                  <a:pt x="10010" y="9993"/>
                </a:lnTo>
                <a:lnTo>
                  <a:pt x="6781" y="9993"/>
                </a:lnTo>
                <a:lnTo>
                  <a:pt x="6370" y="8762"/>
                </a:lnTo>
                <a:close/>
                <a:moveTo>
                  <a:pt x="3230" y="1"/>
                </a:moveTo>
                <a:lnTo>
                  <a:pt x="2891" y="982"/>
                </a:lnTo>
                <a:lnTo>
                  <a:pt x="518" y="2499"/>
                </a:lnTo>
                <a:lnTo>
                  <a:pt x="1892" y="2499"/>
                </a:lnTo>
                <a:lnTo>
                  <a:pt x="1892" y="3926"/>
                </a:lnTo>
                <a:lnTo>
                  <a:pt x="0" y="5621"/>
                </a:lnTo>
                <a:lnTo>
                  <a:pt x="1267" y="5621"/>
                </a:lnTo>
                <a:lnTo>
                  <a:pt x="1267" y="8137"/>
                </a:lnTo>
                <a:lnTo>
                  <a:pt x="661" y="8137"/>
                </a:lnTo>
                <a:lnTo>
                  <a:pt x="661" y="8762"/>
                </a:lnTo>
                <a:lnTo>
                  <a:pt x="0" y="8762"/>
                </a:lnTo>
                <a:lnTo>
                  <a:pt x="0" y="10617"/>
                </a:lnTo>
                <a:lnTo>
                  <a:pt x="10617" y="10617"/>
                </a:lnTo>
                <a:lnTo>
                  <a:pt x="10617" y="8762"/>
                </a:lnTo>
                <a:lnTo>
                  <a:pt x="9974" y="8762"/>
                </a:lnTo>
                <a:lnTo>
                  <a:pt x="9974" y="8137"/>
                </a:lnTo>
                <a:lnTo>
                  <a:pt x="9368" y="8137"/>
                </a:lnTo>
                <a:lnTo>
                  <a:pt x="9368" y="5639"/>
                </a:lnTo>
                <a:lnTo>
                  <a:pt x="10617" y="5639"/>
                </a:lnTo>
                <a:lnTo>
                  <a:pt x="8743" y="3926"/>
                </a:lnTo>
                <a:lnTo>
                  <a:pt x="8743" y="2499"/>
                </a:lnTo>
                <a:lnTo>
                  <a:pt x="10117" y="2499"/>
                </a:lnTo>
                <a:lnTo>
                  <a:pt x="7744" y="982"/>
                </a:lnTo>
                <a:lnTo>
                  <a:pt x="740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10" name="Google Shape;1610;p118"/>
          <p:cNvGrpSpPr/>
          <p:nvPr/>
        </p:nvGrpSpPr>
        <p:grpSpPr>
          <a:xfrm>
            <a:off x="6240728" y="3396604"/>
            <a:ext cx="210268" cy="325789"/>
            <a:chOff x="6318481" y="3413348"/>
            <a:chExt cx="220084" cy="340997"/>
          </a:xfrm>
        </p:grpSpPr>
        <p:sp>
          <p:nvSpPr>
            <p:cNvPr id="1611" name="Google Shape;1611;p118"/>
            <p:cNvSpPr/>
            <p:nvPr/>
          </p:nvSpPr>
          <p:spPr>
            <a:xfrm>
              <a:off x="6318481" y="3413348"/>
              <a:ext cx="139861" cy="340997"/>
            </a:xfrm>
            <a:custGeom>
              <a:rect b="b" l="l" r="r" t="t"/>
              <a:pathLst>
                <a:path extrusionOk="0" h="10618" w="4355">
                  <a:moveTo>
                    <a:pt x="1250" y="4372"/>
                  </a:moveTo>
                  <a:lnTo>
                    <a:pt x="1250" y="4997"/>
                  </a:lnTo>
                  <a:lnTo>
                    <a:pt x="625" y="4997"/>
                  </a:lnTo>
                  <a:lnTo>
                    <a:pt x="625" y="4372"/>
                  </a:lnTo>
                  <a:close/>
                  <a:moveTo>
                    <a:pt x="2499" y="4372"/>
                  </a:moveTo>
                  <a:lnTo>
                    <a:pt x="2499" y="4997"/>
                  </a:lnTo>
                  <a:lnTo>
                    <a:pt x="1874" y="4997"/>
                  </a:lnTo>
                  <a:lnTo>
                    <a:pt x="1874" y="4372"/>
                  </a:lnTo>
                  <a:close/>
                  <a:moveTo>
                    <a:pt x="3730" y="4372"/>
                  </a:moveTo>
                  <a:lnTo>
                    <a:pt x="3730" y="4997"/>
                  </a:lnTo>
                  <a:lnTo>
                    <a:pt x="3123" y="4997"/>
                  </a:lnTo>
                  <a:lnTo>
                    <a:pt x="3123" y="4372"/>
                  </a:lnTo>
                  <a:close/>
                  <a:moveTo>
                    <a:pt x="1250" y="1"/>
                  </a:moveTo>
                  <a:lnTo>
                    <a:pt x="1250" y="3766"/>
                  </a:lnTo>
                  <a:lnTo>
                    <a:pt x="1" y="3766"/>
                  </a:lnTo>
                  <a:lnTo>
                    <a:pt x="1" y="5621"/>
                  </a:lnTo>
                  <a:lnTo>
                    <a:pt x="1250" y="5621"/>
                  </a:lnTo>
                  <a:lnTo>
                    <a:pt x="1250" y="10617"/>
                  </a:lnTo>
                  <a:lnTo>
                    <a:pt x="1874" y="10617"/>
                  </a:lnTo>
                  <a:lnTo>
                    <a:pt x="1874" y="5621"/>
                  </a:lnTo>
                  <a:lnTo>
                    <a:pt x="2499" y="5621"/>
                  </a:lnTo>
                  <a:lnTo>
                    <a:pt x="2499" y="10617"/>
                  </a:lnTo>
                  <a:lnTo>
                    <a:pt x="3123" y="10617"/>
                  </a:lnTo>
                  <a:lnTo>
                    <a:pt x="3123" y="5621"/>
                  </a:lnTo>
                  <a:lnTo>
                    <a:pt x="4354" y="5621"/>
                  </a:lnTo>
                  <a:lnTo>
                    <a:pt x="4354" y="3766"/>
                  </a:lnTo>
                  <a:lnTo>
                    <a:pt x="3123" y="3766"/>
                  </a:lnTo>
                  <a:lnTo>
                    <a:pt x="3123" y="1"/>
                  </a:lnTo>
                  <a:lnTo>
                    <a:pt x="2499" y="1"/>
                  </a:lnTo>
                  <a:lnTo>
                    <a:pt x="2499" y="3766"/>
                  </a:lnTo>
                  <a:lnTo>
                    <a:pt x="1874" y="3766"/>
                  </a:lnTo>
                  <a:lnTo>
                    <a:pt x="187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 name="Google Shape;1612;p118"/>
            <p:cNvSpPr/>
            <p:nvPr/>
          </p:nvSpPr>
          <p:spPr>
            <a:xfrm>
              <a:off x="6438238" y="3413348"/>
              <a:ext cx="100327" cy="340997"/>
            </a:xfrm>
            <a:custGeom>
              <a:rect b="b" l="l" r="r" t="t"/>
              <a:pathLst>
                <a:path extrusionOk="0" h="10618" w="3124">
                  <a:moveTo>
                    <a:pt x="1571" y="625"/>
                  </a:moveTo>
                  <a:cubicBezTo>
                    <a:pt x="2070" y="625"/>
                    <a:pt x="2499" y="1178"/>
                    <a:pt x="2499" y="1874"/>
                  </a:cubicBezTo>
                  <a:cubicBezTo>
                    <a:pt x="2499" y="2552"/>
                    <a:pt x="2070" y="3123"/>
                    <a:pt x="1571" y="3123"/>
                  </a:cubicBezTo>
                  <a:cubicBezTo>
                    <a:pt x="1053" y="3123"/>
                    <a:pt x="625" y="2552"/>
                    <a:pt x="625" y="1874"/>
                  </a:cubicBezTo>
                  <a:cubicBezTo>
                    <a:pt x="625" y="1178"/>
                    <a:pt x="1053" y="625"/>
                    <a:pt x="1571" y="625"/>
                  </a:cubicBezTo>
                  <a:close/>
                  <a:moveTo>
                    <a:pt x="1571" y="1"/>
                  </a:moveTo>
                  <a:cubicBezTo>
                    <a:pt x="643" y="1"/>
                    <a:pt x="1" y="911"/>
                    <a:pt x="1" y="1874"/>
                  </a:cubicBezTo>
                  <a:cubicBezTo>
                    <a:pt x="1" y="2713"/>
                    <a:pt x="500" y="3516"/>
                    <a:pt x="1250" y="3694"/>
                  </a:cubicBezTo>
                  <a:lnTo>
                    <a:pt x="1250" y="10617"/>
                  </a:lnTo>
                  <a:lnTo>
                    <a:pt x="1874" y="10617"/>
                  </a:lnTo>
                  <a:lnTo>
                    <a:pt x="1874" y="3694"/>
                  </a:lnTo>
                  <a:cubicBezTo>
                    <a:pt x="2641" y="3516"/>
                    <a:pt x="3123" y="2713"/>
                    <a:pt x="3123" y="1874"/>
                  </a:cubicBezTo>
                  <a:cubicBezTo>
                    <a:pt x="3123" y="893"/>
                    <a:pt x="2481" y="1"/>
                    <a:pt x="157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13" name="Google Shape;1613;p118"/>
          <p:cNvSpPr/>
          <p:nvPr/>
        </p:nvSpPr>
        <p:spPr>
          <a:xfrm>
            <a:off x="5473027" y="3416225"/>
            <a:ext cx="325756" cy="286329"/>
          </a:xfrm>
          <a:custGeom>
            <a:rect b="b" l="l" r="r" t="t"/>
            <a:pathLst>
              <a:path extrusionOk="0" h="9332" w="10617">
                <a:moveTo>
                  <a:pt x="2802" y="750"/>
                </a:moveTo>
                <a:lnTo>
                  <a:pt x="4550" y="2498"/>
                </a:lnTo>
                <a:lnTo>
                  <a:pt x="1071" y="2498"/>
                </a:lnTo>
                <a:lnTo>
                  <a:pt x="2802" y="750"/>
                </a:lnTo>
                <a:close/>
                <a:moveTo>
                  <a:pt x="4978" y="3123"/>
                </a:moveTo>
                <a:lnTo>
                  <a:pt x="4978" y="5603"/>
                </a:lnTo>
                <a:lnTo>
                  <a:pt x="625" y="5603"/>
                </a:lnTo>
                <a:lnTo>
                  <a:pt x="625" y="3123"/>
                </a:lnTo>
                <a:close/>
                <a:moveTo>
                  <a:pt x="4978" y="6227"/>
                </a:moveTo>
                <a:lnTo>
                  <a:pt x="4978" y="8707"/>
                </a:lnTo>
                <a:lnTo>
                  <a:pt x="625" y="8707"/>
                </a:lnTo>
                <a:lnTo>
                  <a:pt x="625" y="6227"/>
                </a:lnTo>
                <a:close/>
                <a:moveTo>
                  <a:pt x="1249" y="0"/>
                </a:moveTo>
                <a:lnTo>
                  <a:pt x="1249" y="625"/>
                </a:lnTo>
                <a:lnTo>
                  <a:pt x="2052" y="625"/>
                </a:lnTo>
                <a:lnTo>
                  <a:pt x="0" y="2677"/>
                </a:lnTo>
                <a:lnTo>
                  <a:pt x="0" y="9332"/>
                </a:lnTo>
                <a:lnTo>
                  <a:pt x="5603" y="9332"/>
                </a:lnTo>
                <a:lnTo>
                  <a:pt x="5603" y="2677"/>
                </a:lnTo>
                <a:lnTo>
                  <a:pt x="3551" y="625"/>
                </a:lnTo>
                <a:lnTo>
                  <a:pt x="10617" y="625"/>
                </a:lnTo>
                <a:lnTo>
                  <a:pt x="10617"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14" name="Google Shape;1614;p118"/>
          <p:cNvGrpSpPr/>
          <p:nvPr/>
        </p:nvGrpSpPr>
        <p:grpSpPr>
          <a:xfrm>
            <a:off x="3371499" y="3396604"/>
            <a:ext cx="272646" cy="325789"/>
            <a:chOff x="3315311" y="3413348"/>
            <a:chExt cx="285374" cy="340997"/>
          </a:xfrm>
        </p:grpSpPr>
        <p:sp>
          <p:nvSpPr>
            <p:cNvPr id="1615" name="Google Shape;1615;p118"/>
            <p:cNvSpPr/>
            <p:nvPr/>
          </p:nvSpPr>
          <p:spPr>
            <a:xfrm>
              <a:off x="3408123" y="3493571"/>
              <a:ext cx="100905" cy="99749"/>
            </a:xfrm>
            <a:custGeom>
              <a:rect b="b" l="l" r="r" t="t"/>
              <a:pathLst>
                <a:path extrusionOk="0" h="3106" w="3142">
                  <a:moveTo>
                    <a:pt x="1553" y="607"/>
                  </a:moveTo>
                  <a:cubicBezTo>
                    <a:pt x="2071" y="607"/>
                    <a:pt x="2481" y="1036"/>
                    <a:pt x="2481" y="1553"/>
                  </a:cubicBezTo>
                  <a:cubicBezTo>
                    <a:pt x="2481" y="1714"/>
                    <a:pt x="2338" y="1856"/>
                    <a:pt x="2178" y="1856"/>
                  </a:cubicBezTo>
                  <a:cubicBezTo>
                    <a:pt x="1999" y="1856"/>
                    <a:pt x="1856" y="1714"/>
                    <a:pt x="1856" y="1553"/>
                  </a:cubicBezTo>
                  <a:cubicBezTo>
                    <a:pt x="1856" y="1143"/>
                    <a:pt x="1607" y="804"/>
                    <a:pt x="1232" y="661"/>
                  </a:cubicBezTo>
                  <a:cubicBezTo>
                    <a:pt x="1339" y="625"/>
                    <a:pt x="1446" y="607"/>
                    <a:pt x="1553" y="607"/>
                  </a:cubicBezTo>
                  <a:close/>
                  <a:moveTo>
                    <a:pt x="929" y="1232"/>
                  </a:moveTo>
                  <a:cubicBezTo>
                    <a:pt x="1107" y="1232"/>
                    <a:pt x="1232" y="1375"/>
                    <a:pt x="1232" y="1553"/>
                  </a:cubicBezTo>
                  <a:cubicBezTo>
                    <a:pt x="1232" y="1946"/>
                    <a:pt x="1500" y="2303"/>
                    <a:pt x="1856" y="2427"/>
                  </a:cubicBezTo>
                  <a:cubicBezTo>
                    <a:pt x="1767" y="2463"/>
                    <a:pt x="1660" y="2481"/>
                    <a:pt x="1553" y="2481"/>
                  </a:cubicBezTo>
                  <a:cubicBezTo>
                    <a:pt x="1036" y="2481"/>
                    <a:pt x="625" y="2071"/>
                    <a:pt x="625" y="1553"/>
                  </a:cubicBezTo>
                  <a:cubicBezTo>
                    <a:pt x="625" y="1375"/>
                    <a:pt x="750" y="1232"/>
                    <a:pt x="929" y="1232"/>
                  </a:cubicBezTo>
                  <a:close/>
                  <a:moveTo>
                    <a:pt x="1553" y="1"/>
                  </a:moveTo>
                  <a:cubicBezTo>
                    <a:pt x="697" y="1"/>
                    <a:pt x="1" y="697"/>
                    <a:pt x="1" y="1553"/>
                  </a:cubicBezTo>
                  <a:cubicBezTo>
                    <a:pt x="1" y="2410"/>
                    <a:pt x="697" y="3105"/>
                    <a:pt x="1553" y="3105"/>
                  </a:cubicBezTo>
                  <a:cubicBezTo>
                    <a:pt x="2392" y="3105"/>
                    <a:pt x="3088" y="2427"/>
                    <a:pt x="3105" y="1589"/>
                  </a:cubicBezTo>
                  <a:cubicBezTo>
                    <a:pt x="3141" y="768"/>
                    <a:pt x="2463" y="1"/>
                    <a:pt x="155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6" name="Google Shape;1616;p118"/>
            <p:cNvSpPr/>
            <p:nvPr/>
          </p:nvSpPr>
          <p:spPr>
            <a:xfrm>
              <a:off x="3376040" y="3572671"/>
              <a:ext cx="41300" cy="43580"/>
            </a:xfrm>
            <a:custGeom>
              <a:rect b="b" l="l" r="r" t="t"/>
              <a:pathLst>
                <a:path extrusionOk="0" h="1357" w="1286">
                  <a:moveTo>
                    <a:pt x="482" y="0"/>
                  </a:moveTo>
                  <a:lnTo>
                    <a:pt x="1" y="410"/>
                  </a:lnTo>
                  <a:lnTo>
                    <a:pt x="804" y="1356"/>
                  </a:lnTo>
                  <a:lnTo>
                    <a:pt x="1285" y="964"/>
                  </a:lnTo>
                  <a:lnTo>
                    <a:pt x="48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18"/>
            <p:cNvSpPr/>
            <p:nvPr/>
          </p:nvSpPr>
          <p:spPr>
            <a:xfrm>
              <a:off x="3498656" y="3470095"/>
              <a:ext cx="41300" cy="43580"/>
            </a:xfrm>
            <a:custGeom>
              <a:rect b="b" l="l" r="r" t="t"/>
              <a:pathLst>
                <a:path extrusionOk="0" h="1357" w="1286">
                  <a:moveTo>
                    <a:pt x="483" y="0"/>
                  </a:moveTo>
                  <a:lnTo>
                    <a:pt x="1" y="393"/>
                  </a:lnTo>
                  <a:lnTo>
                    <a:pt x="804" y="1356"/>
                  </a:lnTo>
                  <a:lnTo>
                    <a:pt x="1286" y="946"/>
                  </a:lnTo>
                  <a:lnTo>
                    <a:pt x="48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118"/>
            <p:cNvSpPr/>
            <p:nvPr/>
          </p:nvSpPr>
          <p:spPr>
            <a:xfrm>
              <a:off x="3376040" y="3470095"/>
              <a:ext cx="41300" cy="43580"/>
            </a:xfrm>
            <a:custGeom>
              <a:rect b="b" l="l" r="r" t="t"/>
              <a:pathLst>
                <a:path extrusionOk="0" h="1357" w="1286">
                  <a:moveTo>
                    <a:pt x="804" y="0"/>
                  </a:moveTo>
                  <a:lnTo>
                    <a:pt x="1" y="964"/>
                  </a:lnTo>
                  <a:lnTo>
                    <a:pt x="482" y="1356"/>
                  </a:lnTo>
                  <a:lnTo>
                    <a:pt x="1285" y="411"/>
                  </a:lnTo>
                  <a:lnTo>
                    <a:pt x="80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 name="Google Shape;1619;p118"/>
            <p:cNvSpPr/>
            <p:nvPr/>
          </p:nvSpPr>
          <p:spPr>
            <a:xfrm>
              <a:off x="3498656" y="3573217"/>
              <a:ext cx="41300" cy="43034"/>
            </a:xfrm>
            <a:custGeom>
              <a:rect b="b" l="l" r="r" t="t"/>
              <a:pathLst>
                <a:path extrusionOk="0" h="1340" w="1286">
                  <a:moveTo>
                    <a:pt x="804" y="1"/>
                  </a:moveTo>
                  <a:lnTo>
                    <a:pt x="1" y="947"/>
                  </a:lnTo>
                  <a:lnTo>
                    <a:pt x="483" y="1339"/>
                  </a:lnTo>
                  <a:lnTo>
                    <a:pt x="1286" y="393"/>
                  </a:lnTo>
                  <a:lnTo>
                    <a:pt x="80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118"/>
            <p:cNvSpPr/>
            <p:nvPr/>
          </p:nvSpPr>
          <p:spPr>
            <a:xfrm>
              <a:off x="3315311" y="3413348"/>
              <a:ext cx="285374" cy="313475"/>
            </a:xfrm>
            <a:custGeom>
              <a:rect b="b" l="l" r="r" t="t"/>
              <a:pathLst>
                <a:path extrusionOk="0" h="9761" w="8886">
                  <a:moveTo>
                    <a:pt x="4443" y="625"/>
                  </a:moveTo>
                  <a:cubicBezTo>
                    <a:pt x="5317" y="625"/>
                    <a:pt x="6192" y="964"/>
                    <a:pt x="6870" y="1625"/>
                  </a:cubicBezTo>
                  <a:cubicBezTo>
                    <a:pt x="8190" y="2963"/>
                    <a:pt x="8190" y="5140"/>
                    <a:pt x="6870" y="6460"/>
                  </a:cubicBezTo>
                  <a:lnTo>
                    <a:pt x="4443" y="8886"/>
                  </a:lnTo>
                  <a:lnTo>
                    <a:pt x="2017" y="6460"/>
                  </a:lnTo>
                  <a:cubicBezTo>
                    <a:pt x="678" y="5140"/>
                    <a:pt x="678" y="2963"/>
                    <a:pt x="2017" y="1625"/>
                  </a:cubicBezTo>
                  <a:cubicBezTo>
                    <a:pt x="2695" y="964"/>
                    <a:pt x="3569" y="625"/>
                    <a:pt x="4443" y="625"/>
                  </a:cubicBezTo>
                  <a:close/>
                  <a:moveTo>
                    <a:pt x="4443" y="1"/>
                  </a:moveTo>
                  <a:cubicBezTo>
                    <a:pt x="3408" y="1"/>
                    <a:pt x="2373" y="393"/>
                    <a:pt x="1588" y="1178"/>
                  </a:cubicBezTo>
                  <a:cubicBezTo>
                    <a:pt x="0" y="2766"/>
                    <a:pt x="0" y="5336"/>
                    <a:pt x="1588" y="6906"/>
                  </a:cubicBezTo>
                  <a:lnTo>
                    <a:pt x="4443" y="9761"/>
                  </a:lnTo>
                  <a:lnTo>
                    <a:pt x="7298" y="6906"/>
                  </a:lnTo>
                  <a:cubicBezTo>
                    <a:pt x="8886" y="5336"/>
                    <a:pt x="8886" y="2766"/>
                    <a:pt x="7298" y="1178"/>
                  </a:cubicBezTo>
                  <a:cubicBezTo>
                    <a:pt x="6513" y="393"/>
                    <a:pt x="5478" y="1"/>
                    <a:pt x="444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1" name="Google Shape;1621;p118"/>
            <p:cNvSpPr/>
            <p:nvPr/>
          </p:nvSpPr>
          <p:spPr>
            <a:xfrm>
              <a:off x="3368012" y="3734241"/>
              <a:ext cx="179972" cy="20104"/>
            </a:xfrm>
            <a:custGeom>
              <a:rect b="b" l="l" r="r" t="t"/>
              <a:pathLst>
                <a:path extrusionOk="0" h="626" w="5604">
                  <a:moveTo>
                    <a:pt x="1" y="1"/>
                  </a:moveTo>
                  <a:lnTo>
                    <a:pt x="1" y="625"/>
                  </a:lnTo>
                  <a:lnTo>
                    <a:pt x="5603" y="625"/>
                  </a:lnTo>
                  <a:lnTo>
                    <a:pt x="5603"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22" name="Google Shape;1622;p118"/>
          <p:cNvGrpSpPr/>
          <p:nvPr/>
        </p:nvGrpSpPr>
        <p:grpSpPr>
          <a:xfrm>
            <a:off x="4821715" y="3396604"/>
            <a:ext cx="210268" cy="325789"/>
            <a:chOff x="4833226" y="3413348"/>
            <a:chExt cx="220084" cy="340997"/>
          </a:xfrm>
        </p:grpSpPr>
        <p:sp>
          <p:nvSpPr>
            <p:cNvPr id="1623" name="Google Shape;1623;p118"/>
            <p:cNvSpPr/>
            <p:nvPr/>
          </p:nvSpPr>
          <p:spPr>
            <a:xfrm>
              <a:off x="4833226" y="3493571"/>
              <a:ext cx="220084" cy="260774"/>
            </a:xfrm>
            <a:custGeom>
              <a:rect b="b" l="l" r="r" t="t"/>
              <a:pathLst>
                <a:path extrusionOk="0" h="8120" w="6853">
                  <a:moveTo>
                    <a:pt x="5603" y="3766"/>
                  </a:moveTo>
                  <a:lnTo>
                    <a:pt x="5603" y="4087"/>
                  </a:lnTo>
                  <a:cubicBezTo>
                    <a:pt x="5603" y="4247"/>
                    <a:pt x="5460" y="4390"/>
                    <a:pt x="5300" y="4390"/>
                  </a:cubicBezTo>
                  <a:lnTo>
                    <a:pt x="1553" y="4390"/>
                  </a:lnTo>
                  <a:cubicBezTo>
                    <a:pt x="1392" y="4390"/>
                    <a:pt x="1249" y="4247"/>
                    <a:pt x="1249" y="4087"/>
                  </a:cubicBezTo>
                  <a:lnTo>
                    <a:pt x="1249" y="3766"/>
                  </a:lnTo>
                  <a:close/>
                  <a:moveTo>
                    <a:pt x="5300" y="5015"/>
                  </a:moveTo>
                  <a:cubicBezTo>
                    <a:pt x="5799" y="5015"/>
                    <a:pt x="6228" y="5568"/>
                    <a:pt x="6228" y="6264"/>
                  </a:cubicBezTo>
                  <a:cubicBezTo>
                    <a:pt x="6228" y="6942"/>
                    <a:pt x="5799" y="7495"/>
                    <a:pt x="5300" y="7495"/>
                  </a:cubicBezTo>
                  <a:lnTo>
                    <a:pt x="1553" y="7495"/>
                  </a:lnTo>
                  <a:cubicBezTo>
                    <a:pt x="1035" y="7495"/>
                    <a:pt x="625" y="6942"/>
                    <a:pt x="625" y="6264"/>
                  </a:cubicBezTo>
                  <a:cubicBezTo>
                    <a:pt x="625" y="5568"/>
                    <a:pt x="1035" y="5015"/>
                    <a:pt x="1553" y="5015"/>
                  </a:cubicBezTo>
                  <a:close/>
                  <a:moveTo>
                    <a:pt x="1874" y="1"/>
                  </a:moveTo>
                  <a:lnTo>
                    <a:pt x="1874" y="3141"/>
                  </a:lnTo>
                  <a:lnTo>
                    <a:pt x="625" y="3141"/>
                  </a:lnTo>
                  <a:lnTo>
                    <a:pt x="625" y="4087"/>
                  </a:lnTo>
                  <a:cubicBezTo>
                    <a:pt x="625" y="4283"/>
                    <a:pt x="696" y="4479"/>
                    <a:pt x="803" y="4622"/>
                  </a:cubicBezTo>
                  <a:cubicBezTo>
                    <a:pt x="661" y="4711"/>
                    <a:pt x="554" y="4818"/>
                    <a:pt x="429" y="4961"/>
                  </a:cubicBezTo>
                  <a:cubicBezTo>
                    <a:pt x="161" y="5318"/>
                    <a:pt x="0" y="5764"/>
                    <a:pt x="0" y="6264"/>
                  </a:cubicBezTo>
                  <a:cubicBezTo>
                    <a:pt x="0" y="6745"/>
                    <a:pt x="161" y="7209"/>
                    <a:pt x="429" y="7548"/>
                  </a:cubicBezTo>
                  <a:cubicBezTo>
                    <a:pt x="732" y="7923"/>
                    <a:pt x="1125" y="8119"/>
                    <a:pt x="1553" y="8119"/>
                  </a:cubicBezTo>
                  <a:lnTo>
                    <a:pt x="5300" y="8119"/>
                  </a:lnTo>
                  <a:cubicBezTo>
                    <a:pt x="5728" y="8119"/>
                    <a:pt x="6120" y="7923"/>
                    <a:pt x="6406" y="7548"/>
                  </a:cubicBezTo>
                  <a:cubicBezTo>
                    <a:pt x="6691" y="7209"/>
                    <a:pt x="6852" y="6745"/>
                    <a:pt x="6852" y="6264"/>
                  </a:cubicBezTo>
                  <a:cubicBezTo>
                    <a:pt x="6852" y="5764"/>
                    <a:pt x="6691" y="5318"/>
                    <a:pt x="6406" y="4961"/>
                  </a:cubicBezTo>
                  <a:cubicBezTo>
                    <a:pt x="6299" y="4818"/>
                    <a:pt x="6174" y="4711"/>
                    <a:pt x="6049" y="4622"/>
                  </a:cubicBezTo>
                  <a:cubicBezTo>
                    <a:pt x="6156" y="4479"/>
                    <a:pt x="6228" y="4283"/>
                    <a:pt x="6228" y="4087"/>
                  </a:cubicBezTo>
                  <a:lnTo>
                    <a:pt x="6228" y="3141"/>
                  </a:lnTo>
                  <a:lnTo>
                    <a:pt x="4979" y="3141"/>
                  </a:lnTo>
                  <a:lnTo>
                    <a:pt x="4979" y="1"/>
                  </a:lnTo>
                  <a:lnTo>
                    <a:pt x="4354" y="1"/>
                  </a:lnTo>
                  <a:lnTo>
                    <a:pt x="4354" y="3141"/>
                  </a:lnTo>
                  <a:lnTo>
                    <a:pt x="3730" y="3141"/>
                  </a:lnTo>
                  <a:lnTo>
                    <a:pt x="3730" y="1"/>
                  </a:lnTo>
                  <a:lnTo>
                    <a:pt x="3105" y="1"/>
                  </a:lnTo>
                  <a:lnTo>
                    <a:pt x="3105" y="3141"/>
                  </a:lnTo>
                  <a:lnTo>
                    <a:pt x="2498" y="3141"/>
                  </a:lnTo>
                  <a:lnTo>
                    <a:pt x="2498"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 name="Google Shape;1624;p118"/>
            <p:cNvSpPr/>
            <p:nvPr/>
          </p:nvSpPr>
          <p:spPr>
            <a:xfrm>
              <a:off x="4932944" y="3413348"/>
              <a:ext cx="20072" cy="60216"/>
            </a:xfrm>
            <a:custGeom>
              <a:rect b="b" l="l" r="r" t="t"/>
              <a:pathLst>
                <a:path extrusionOk="0" h="1875" w="625">
                  <a:moveTo>
                    <a:pt x="0" y="1"/>
                  </a:moveTo>
                  <a:lnTo>
                    <a:pt x="0" y="1874"/>
                  </a:lnTo>
                  <a:lnTo>
                    <a:pt x="625" y="1874"/>
                  </a:lnTo>
                  <a:lnTo>
                    <a:pt x="62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118"/>
            <p:cNvSpPr/>
            <p:nvPr/>
          </p:nvSpPr>
          <p:spPr>
            <a:xfrm>
              <a:off x="4973055" y="3413348"/>
              <a:ext cx="80255" cy="60216"/>
            </a:xfrm>
            <a:custGeom>
              <a:rect b="b" l="l" r="r" t="t"/>
              <a:pathLst>
                <a:path extrusionOk="0" h="1875" w="2499">
                  <a:moveTo>
                    <a:pt x="1874" y="1"/>
                  </a:moveTo>
                  <a:cubicBezTo>
                    <a:pt x="1874" y="340"/>
                    <a:pt x="1588" y="625"/>
                    <a:pt x="1249" y="625"/>
                  </a:cubicBezTo>
                  <a:cubicBezTo>
                    <a:pt x="553" y="625"/>
                    <a:pt x="0" y="1178"/>
                    <a:pt x="0" y="1874"/>
                  </a:cubicBezTo>
                  <a:lnTo>
                    <a:pt x="625" y="1874"/>
                  </a:lnTo>
                  <a:cubicBezTo>
                    <a:pt x="625" y="1535"/>
                    <a:pt x="910" y="1250"/>
                    <a:pt x="1249" y="1250"/>
                  </a:cubicBezTo>
                  <a:cubicBezTo>
                    <a:pt x="1927" y="1250"/>
                    <a:pt x="2498" y="697"/>
                    <a:pt x="249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 name="Google Shape;1626;p118"/>
            <p:cNvSpPr/>
            <p:nvPr/>
          </p:nvSpPr>
          <p:spPr>
            <a:xfrm>
              <a:off x="4833226" y="3413348"/>
              <a:ext cx="80255" cy="60216"/>
            </a:xfrm>
            <a:custGeom>
              <a:rect b="b" l="l" r="r" t="t"/>
              <a:pathLst>
                <a:path extrusionOk="0" h="1875" w="2499">
                  <a:moveTo>
                    <a:pt x="0" y="1"/>
                  </a:moveTo>
                  <a:cubicBezTo>
                    <a:pt x="0" y="697"/>
                    <a:pt x="554" y="1250"/>
                    <a:pt x="1249" y="1250"/>
                  </a:cubicBezTo>
                  <a:cubicBezTo>
                    <a:pt x="1588" y="1250"/>
                    <a:pt x="1874" y="1535"/>
                    <a:pt x="1874" y="1874"/>
                  </a:cubicBezTo>
                  <a:lnTo>
                    <a:pt x="2498" y="1874"/>
                  </a:lnTo>
                  <a:cubicBezTo>
                    <a:pt x="2498" y="1178"/>
                    <a:pt x="1927" y="625"/>
                    <a:pt x="1249" y="625"/>
                  </a:cubicBezTo>
                  <a:cubicBezTo>
                    <a:pt x="910" y="625"/>
                    <a:pt x="625" y="340"/>
                    <a:pt x="62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27" name="Google Shape;1627;p118"/>
          <p:cNvSpPr/>
          <p:nvPr/>
        </p:nvSpPr>
        <p:spPr>
          <a:xfrm>
            <a:off x="4112081" y="3396496"/>
            <a:ext cx="210236" cy="325787"/>
          </a:xfrm>
          <a:custGeom>
            <a:rect b="b" l="l" r="r" t="t"/>
            <a:pathLst>
              <a:path extrusionOk="0" h="10618" w="6852">
                <a:moveTo>
                  <a:pt x="3426" y="625"/>
                </a:moveTo>
                <a:cubicBezTo>
                  <a:pt x="3605" y="625"/>
                  <a:pt x="3730" y="768"/>
                  <a:pt x="3730" y="929"/>
                </a:cubicBezTo>
                <a:cubicBezTo>
                  <a:pt x="3730" y="1107"/>
                  <a:pt x="3605" y="1250"/>
                  <a:pt x="3426" y="1250"/>
                </a:cubicBezTo>
                <a:cubicBezTo>
                  <a:pt x="3248" y="1250"/>
                  <a:pt x="3105" y="1107"/>
                  <a:pt x="3105" y="929"/>
                </a:cubicBezTo>
                <a:cubicBezTo>
                  <a:pt x="3105" y="768"/>
                  <a:pt x="3248" y="625"/>
                  <a:pt x="3426" y="625"/>
                </a:cubicBezTo>
                <a:close/>
                <a:moveTo>
                  <a:pt x="3426" y="1874"/>
                </a:moveTo>
                <a:cubicBezTo>
                  <a:pt x="4176" y="1874"/>
                  <a:pt x="4800" y="2410"/>
                  <a:pt x="4943" y="3123"/>
                </a:cubicBezTo>
                <a:lnTo>
                  <a:pt x="1892" y="3123"/>
                </a:lnTo>
                <a:cubicBezTo>
                  <a:pt x="2052" y="2410"/>
                  <a:pt x="2677" y="1874"/>
                  <a:pt x="3426" y="1874"/>
                </a:cubicBezTo>
                <a:close/>
                <a:moveTo>
                  <a:pt x="4978" y="3730"/>
                </a:moveTo>
                <a:lnTo>
                  <a:pt x="4978" y="4979"/>
                </a:lnTo>
                <a:lnTo>
                  <a:pt x="1874" y="4979"/>
                </a:lnTo>
                <a:lnTo>
                  <a:pt x="1874" y="3730"/>
                </a:lnTo>
                <a:close/>
                <a:moveTo>
                  <a:pt x="4978" y="5603"/>
                </a:moveTo>
                <a:lnTo>
                  <a:pt x="4978" y="5907"/>
                </a:lnTo>
                <a:cubicBezTo>
                  <a:pt x="4978" y="6264"/>
                  <a:pt x="5103" y="6585"/>
                  <a:pt x="5300" y="6852"/>
                </a:cubicBezTo>
                <a:lnTo>
                  <a:pt x="1553" y="6852"/>
                </a:lnTo>
                <a:cubicBezTo>
                  <a:pt x="1749" y="6585"/>
                  <a:pt x="1874" y="6264"/>
                  <a:pt x="1874" y="5907"/>
                </a:cubicBezTo>
                <a:lnTo>
                  <a:pt x="1874" y="5603"/>
                </a:lnTo>
                <a:close/>
                <a:moveTo>
                  <a:pt x="5906" y="8994"/>
                </a:moveTo>
                <a:lnTo>
                  <a:pt x="5906" y="9689"/>
                </a:lnTo>
                <a:cubicBezTo>
                  <a:pt x="5728" y="9600"/>
                  <a:pt x="5567" y="9475"/>
                  <a:pt x="5442" y="9368"/>
                </a:cubicBezTo>
                <a:cubicBezTo>
                  <a:pt x="5567" y="9243"/>
                  <a:pt x="5746" y="9118"/>
                  <a:pt x="5906" y="8994"/>
                </a:cubicBezTo>
                <a:close/>
                <a:moveTo>
                  <a:pt x="3426" y="8762"/>
                </a:moveTo>
                <a:cubicBezTo>
                  <a:pt x="3747" y="8762"/>
                  <a:pt x="4211" y="9083"/>
                  <a:pt x="4532" y="9368"/>
                </a:cubicBezTo>
                <a:cubicBezTo>
                  <a:pt x="4211" y="9672"/>
                  <a:pt x="3747" y="9993"/>
                  <a:pt x="3426" y="9993"/>
                </a:cubicBezTo>
                <a:cubicBezTo>
                  <a:pt x="3105" y="9993"/>
                  <a:pt x="2641" y="9672"/>
                  <a:pt x="2320" y="9368"/>
                </a:cubicBezTo>
                <a:cubicBezTo>
                  <a:pt x="2641" y="9083"/>
                  <a:pt x="3105" y="8762"/>
                  <a:pt x="3426" y="8762"/>
                </a:cubicBezTo>
                <a:close/>
                <a:moveTo>
                  <a:pt x="3426" y="1"/>
                </a:moveTo>
                <a:cubicBezTo>
                  <a:pt x="2909" y="1"/>
                  <a:pt x="2498" y="429"/>
                  <a:pt x="2498" y="929"/>
                </a:cubicBezTo>
                <a:cubicBezTo>
                  <a:pt x="2498" y="1107"/>
                  <a:pt x="2534" y="1268"/>
                  <a:pt x="2623" y="1410"/>
                </a:cubicBezTo>
                <a:cubicBezTo>
                  <a:pt x="1910" y="1696"/>
                  <a:pt x="1374" y="2338"/>
                  <a:pt x="1267" y="3123"/>
                </a:cubicBezTo>
                <a:lnTo>
                  <a:pt x="625" y="3123"/>
                </a:lnTo>
                <a:lnTo>
                  <a:pt x="625" y="3730"/>
                </a:lnTo>
                <a:lnTo>
                  <a:pt x="1249" y="3730"/>
                </a:lnTo>
                <a:lnTo>
                  <a:pt x="1249" y="4979"/>
                </a:lnTo>
                <a:lnTo>
                  <a:pt x="625" y="4979"/>
                </a:lnTo>
                <a:lnTo>
                  <a:pt x="625" y="5603"/>
                </a:lnTo>
                <a:lnTo>
                  <a:pt x="1249" y="5603"/>
                </a:lnTo>
                <a:lnTo>
                  <a:pt x="1249" y="5907"/>
                </a:lnTo>
                <a:cubicBezTo>
                  <a:pt x="1249" y="6424"/>
                  <a:pt x="821" y="6852"/>
                  <a:pt x="322" y="6852"/>
                </a:cubicBezTo>
                <a:lnTo>
                  <a:pt x="0" y="6852"/>
                </a:lnTo>
                <a:lnTo>
                  <a:pt x="0" y="7477"/>
                </a:lnTo>
                <a:lnTo>
                  <a:pt x="3105" y="7477"/>
                </a:lnTo>
                <a:lnTo>
                  <a:pt x="3105" y="8173"/>
                </a:lnTo>
                <a:cubicBezTo>
                  <a:pt x="2409" y="8351"/>
                  <a:pt x="1731" y="9065"/>
                  <a:pt x="1642" y="9172"/>
                </a:cubicBezTo>
                <a:lnTo>
                  <a:pt x="1446" y="9368"/>
                </a:lnTo>
                <a:lnTo>
                  <a:pt x="1642" y="9582"/>
                </a:lnTo>
                <a:cubicBezTo>
                  <a:pt x="1731" y="9689"/>
                  <a:pt x="2623" y="10617"/>
                  <a:pt x="3426" y="10617"/>
                </a:cubicBezTo>
                <a:cubicBezTo>
                  <a:pt x="4015" y="10617"/>
                  <a:pt x="4657" y="10100"/>
                  <a:pt x="4996" y="9796"/>
                </a:cubicBezTo>
                <a:cubicBezTo>
                  <a:pt x="5246" y="10011"/>
                  <a:pt x="5692" y="10350"/>
                  <a:pt x="6120" y="10492"/>
                </a:cubicBezTo>
                <a:lnTo>
                  <a:pt x="6531" y="10617"/>
                </a:lnTo>
                <a:lnTo>
                  <a:pt x="6531" y="8066"/>
                </a:lnTo>
                <a:lnTo>
                  <a:pt x="6120" y="8208"/>
                </a:lnTo>
                <a:cubicBezTo>
                  <a:pt x="5674" y="8351"/>
                  <a:pt x="5246" y="8708"/>
                  <a:pt x="4978" y="8940"/>
                </a:cubicBezTo>
                <a:cubicBezTo>
                  <a:pt x="4711" y="8690"/>
                  <a:pt x="4229" y="8298"/>
                  <a:pt x="3730" y="8173"/>
                </a:cubicBezTo>
                <a:lnTo>
                  <a:pt x="3730" y="7477"/>
                </a:lnTo>
                <a:lnTo>
                  <a:pt x="6852" y="7477"/>
                </a:lnTo>
                <a:lnTo>
                  <a:pt x="6852" y="6852"/>
                </a:lnTo>
                <a:lnTo>
                  <a:pt x="6531" y="6852"/>
                </a:lnTo>
                <a:cubicBezTo>
                  <a:pt x="6013" y="6852"/>
                  <a:pt x="5603" y="6424"/>
                  <a:pt x="5603" y="5907"/>
                </a:cubicBezTo>
                <a:lnTo>
                  <a:pt x="5603" y="5603"/>
                </a:lnTo>
                <a:lnTo>
                  <a:pt x="6227" y="5603"/>
                </a:lnTo>
                <a:lnTo>
                  <a:pt x="6227" y="4979"/>
                </a:lnTo>
                <a:lnTo>
                  <a:pt x="5603" y="4979"/>
                </a:lnTo>
                <a:lnTo>
                  <a:pt x="5603" y="3730"/>
                </a:lnTo>
                <a:lnTo>
                  <a:pt x="6227" y="3730"/>
                </a:lnTo>
                <a:lnTo>
                  <a:pt x="6227" y="3123"/>
                </a:lnTo>
                <a:lnTo>
                  <a:pt x="5585" y="3123"/>
                </a:lnTo>
                <a:cubicBezTo>
                  <a:pt x="5460" y="2338"/>
                  <a:pt x="4943" y="1696"/>
                  <a:pt x="4229" y="1410"/>
                </a:cubicBezTo>
                <a:cubicBezTo>
                  <a:pt x="4318" y="1268"/>
                  <a:pt x="4354" y="1107"/>
                  <a:pt x="4354" y="929"/>
                </a:cubicBezTo>
                <a:cubicBezTo>
                  <a:pt x="4354" y="429"/>
                  <a:pt x="3944" y="1"/>
                  <a:pt x="342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28" name="Google Shape;1628;p118"/>
          <p:cNvGrpSpPr/>
          <p:nvPr/>
        </p:nvGrpSpPr>
        <p:grpSpPr>
          <a:xfrm>
            <a:off x="2654874" y="3396604"/>
            <a:ext cx="286331" cy="325789"/>
            <a:chOff x="2565233" y="3413348"/>
            <a:chExt cx="299697" cy="340997"/>
          </a:xfrm>
        </p:grpSpPr>
        <p:sp>
          <p:nvSpPr>
            <p:cNvPr id="1629" name="Google Shape;1629;p118"/>
            <p:cNvSpPr/>
            <p:nvPr/>
          </p:nvSpPr>
          <p:spPr>
            <a:xfrm>
              <a:off x="2625384" y="3473532"/>
              <a:ext cx="99749" cy="99717"/>
            </a:xfrm>
            <a:custGeom>
              <a:rect b="b" l="l" r="r" t="t"/>
              <a:pathLst>
                <a:path extrusionOk="0" h="3105" w="3106">
                  <a:moveTo>
                    <a:pt x="1553" y="625"/>
                  </a:moveTo>
                  <a:cubicBezTo>
                    <a:pt x="2070" y="625"/>
                    <a:pt x="2481" y="1035"/>
                    <a:pt x="2481" y="1553"/>
                  </a:cubicBezTo>
                  <a:cubicBezTo>
                    <a:pt x="2481" y="1731"/>
                    <a:pt x="2356" y="1856"/>
                    <a:pt x="2178" y="1856"/>
                  </a:cubicBezTo>
                  <a:cubicBezTo>
                    <a:pt x="1999" y="1856"/>
                    <a:pt x="1874" y="1731"/>
                    <a:pt x="1874" y="1553"/>
                  </a:cubicBezTo>
                  <a:cubicBezTo>
                    <a:pt x="1874" y="1142"/>
                    <a:pt x="1607" y="803"/>
                    <a:pt x="1250" y="678"/>
                  </a:cubicBezTo>
                  <a:cubicBezTo>
                    <a:pt x="1339" y="643"/>
                    <a:pt x="1446" y="625"/>
                    <a:pt x="1553" y="625"/>
                  </a:cubicBezTo>
                  <a:close/>
                  <a:moveTo>
                    <a:pt x="929" y="1231"/>
                  </a:moveTo>
                  <a:cubicBezTo>
                    <a:pt x="1107" y="1231"/>
                    <a:pt x="1250" y="1374"/>
                    <a:pt x="1250" y="1553"/>
                  </a:cubicBezTo>
                  <a:cubicBezTo>
                    <a:pt x="1250" y="1963"/>
                    <a:pt x="1500" y="2302"/>
                    <a:pt x="1874" y="2427"/>
                  </a:cubicBezTo>
                  <a:cubicBezTo>
                    <a:pt x="1767" y="2463"/>
                    <a:pt x="1660" y="2480"/>
                    <a:pt x="1553" y="2480"/>
                  </a:cubicBezTo>
                  <a:cubicBezTo>
                    <a:pt x="1036" y="2480"/>
                    <a:pt x="625" y="2070"/>
                    <a:pt x="625" y="1553"/>
                  </a:cubicBezTo>
                  <a:cubicBezTo>
                    <a:pt x="625" y="1374"/>
                    <a:pt x="768" y="1231"/>
                    <a:pt x="929" y="1231"/>
                  </a:cubicBezTo>
                  <a:close/>
                  <a:moveTo>
                    <a:pt x="1553" y="0"/>
                  </a:moveTo>
                  <a:cubicBezTo>
                    <a:pt x="697" y="0"/>
                    <a:pt x="1" y="696"/>
                    <a:pt x="1" y="1553"/>
                  </a:cubicBezTo>
                  <a:cubicBezTo>
                    <a:pt x="1" y="2409"/>
                    <a:pt x="697" y="3105"/>
                    <a:pt x="1553" y="3105"/>
                  </a:cubicBezTo>
                  <a:cubicBezTo>
                    <a:pt x="2410" y="3105"/>
                    <a:pt x="3105" y="2409"/>
                    <a:pt x="3105" y="1553"/>
                  </a:cubicBezTo>
                  <a:cubicBezTo>
                    <a:pt x="3105" y="696"/>
                    <a:pt x="2410" y="0"/>
                    <a:pt x="155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 name="Google Shape;1630;p118"/>
            <p:cNvSpPr/>
            <p:nvPr/>
          </p:nvSpPr>
          <p:spPr>
            <a:xfrm>
              <a:off x="2565233" y="3413348"/>
              <a:ext cx="220052" cy="340997"/>
            </a:xfrm>
            <a:custGeom>
              <a:rect b="b" l="l" r="r" t="t"/>
              <a:pathLst>
                <a:path extrusionOk="0" h="10618" w="6852">
                  <a:moveTo>
                    <a:pt x="3426" y="625"/>
                  </a:moveTo>
                  <a:cubicBezTo>
                    <a:pt x="4978" y="625"/>
                    <a:pt x="6227" y="1874"/>
                    <a:pt x="6227" y="3427"/>
                  </a:cubicBezTo>
                  <a:cubicBezTo>
                    <a:pt x="6227" y="4961"/>
                    <a:pt x="4978" y="6228"/>
                    <a:pt x="3426" y="6228"/>
                  </a:cubicBezTo>
                  <a:cubicBezTo>
                    <a:pt x="1892" y="6228"/>
                    <a:pt x="625" y="4961"/>
                    <a:pt x="625" y="3427"/>
                  </a:cubicBezTo>
                  <a:cubicBezTo>
                    <a:pt x="625" y="1874"/>
                    <a:pt x="1892" y="625"/>
                    <a:pt x="3426" y="625"/>
                  </a:cubicBezTo>
                  <a:close/>
                  <a:moveTo>
                    <a:pt x="3747" y="6835"/>
                  </a:moveTo>
                  <a:lnTo>
                    <a:pt x="3747" y="7477"/>
                  </a:lnTo>
                  <a:lnTo>
                    <a:pt x="3123" y="7477"/>
                  </a:lnTo>
                  <a:lnTo>
                    <a:pt x="3123" y="6835"/>
                  </a:lnTo>
                  <a:cubicBezTo>
                    <a:pt x="3212" y="6835"/>
                    <a:pt x="3319" y="6852"/>
                    <a:pt x="3426" y="6852"/>
                  </a:cubicBezTo>
                  <a:cubicBezTo>
                    <a:pt x="3533" y="6852"/>
                    <a:pt x="3640" y="6835"/>
                    <a:pt x="3747" y="6835"/>
                  </a:cubicBezTo>
                  <a:close/>
                  <a:moveTo>
                    <a:pt x="3747" y="8084"/>
                  </a:moveTo>
                  <a:lnTo>
                    <a:pt x="3747" y="8762"/>
                  </a:lnTo>
                  <a:lnTo>
                    <a:pt x="3123" y="8762"/>
                  </a:lnTo>
                  <a:lnTo>
                    <a:pt x="3123" y="8084"/>
                  </a:lnTo>
                  <a:close/>
                  <a:moveTo>
                    <a:pt x="3747" y="9368"/>
                  </a:moveTo>
                  <a:lnTo>
                    <a:pt x="3747" y="9689"/>
                  </a:lnTo>
                  <a:cubicBezTo>
                    <a:pt x="3747" y="9858"/>
                    <a:pt x="3604" y="9994"/>
                    <a:pt x="3423" y="9994"/>
                  </a:cubicBezTo>
                  <a:cubicBezTo>
                    <a:pt x="3413" y="9994"/>
                    <a:pt x="3402" y="9994"/>
                    <a:pt x="3390" y="9993"/>
                  </a:cubicBezTo>
                  <a:cubicBezTo>
                    <a:pt x="3230" y="9975"/>
                    <a:pt x="3123" y="9832"/>
                    <a:pt x="3123" y="9672"/>
                  </a:cubicBezTo>
                  <a:lnTo>
                    <a:pt x="3123" y="9368"/>
                  </a:lnTo>
                  <a:close/>
                  <a:moveTo>
                    <a:pt x="3426" y="1"/>
                  </a:moveTo>
                  <a:cubicBezTo>
                    <a:pt x="1535" y="1"/>
                    <a:pt x="0" y="1535"/>
                    <a:pt x="0" y="3427"/>
                  </a:cubicBezTo>
                  <a:cubicBezTo>
                    <a:pt x="0" y="4997"/>
                    <a:pt x="1053" y="6317"/>
                    <a:pt x="2498" y="6710"/>
                  </a:cubicBezTo>
                  <a:lnTo>
                    <a:pt x="2498" y="9689"/>
                  </a:lnTo>
                  <a:cubicBezTo>
                    <a:pt x="2498" y="10207"/>
                    <a:pt x="2909" y="10617"/>
                    <a:pt x="3426" y="10617"/>
                  </a:cubicBezTo>
                  <a:cubicBezTo>
                    <a:pt x="3943" y="10617"/>
                    <a:pt x="4354" y="10207"/>
                    <a:pt x="4354" y="9689"/>
                  </a:cubicBezTo>
                  <a:lnTo>
                    <a:pt x="4354" y="6710"/>
                  </a:lnTo>
                  <a:cubicBezTo>
                    <a:pt x="5799" y="6317"/>
                    <a:pt x="6852" y="4997"/>
                    <a:pt x="6852" y="3427"/>
                  </a:cubicBezTo>
                  <a:cubicBezTo>
                    <a:pt x="6852" y="1535"/>
                    <a:pt x="5317" y="1"/>
                    <a:pt x="342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 name="Google Shape;1631;p118"/>
            <p:cNvSpPr/>
            <p:nvPr/>
          </p:nvSpPr>
          <p:spPr>
            <a:xfrm>
              <a:off x="2804169" y="3494150"/>
              <a:ext cx="60762" cy="260196"/>
            </a:xfrm>
            <a:custGeom>
              <a:rect b="b" l="l" r="r" t="t"/>
              <a:pathLst>
                <a:path extrusionOk="0" h="8102" w="1892">
                  <a:moveTo>
                    <a:pt x="964" y="625"/>
                  </a:moveTo>
                  <a:cubicBezTo>
                    <a:pt x="1143" y="625"/>
                    <a:pt x="1267" y="750"/>
                    <a:pt x="1267" y="928"/>
                  </a:cubicBezTo>
                  <a:cubicBezTo>
                    <a:pt x="1267" y="1107"/>
                    <a:pt x="1143" y="1250"/>
                    <a:pt x="964" y="1250"/>
                  </a:cubicBezTo>
                  <a:cubicBezTo>
                    <a:pt x="786" y="1250"/>
                    <a:pt x="661" y="1107"/>
                    <a:pt x="661" y="928"/>
                  </a:cubicBezTo>
                  <a:cubicBezTo>
                    <a:pt x="661" y="750"/>
                    <a:pt x="786" y="625"/>
                    <a:pt x="964" y="625"/>
                  </a:cubicBezTo>
                  <a:close/>
                  <a:moveTo>
                    <a:pt x="961" y="0"/>
                  </a:moveTo>
                  <a:cubicBezTo>
                    <a:pt x="950" y="0"/>
                    <a:pt x="939" y="0"/>
                    <a:pt x="928" y="1"/>
                  </a:cubicBezTo>
                  <a:cubicBezTo>
                    <a:pt x="447" y="18"/>
                    <a:pt x="54" y="393"/>
                    <a:pt x="36" y="875"/>
                  </a:cubicBezTo>
                  <a:cubicBezTo>
                    <a:pt x="1" y="1303"/>
                    <a:pt x="268" y="1678"/>
                    <a:pt x="661" y="1803"/>
                  </a:cubicBezTo>
                  <a:lnTo>
                    <a:pt x="661" y="8101"/>
                  </a:lnTo>
                  <a:lnTo>
                    <a:pt x="1267" y="8101"/>
                  </a:lnTo>
                  <a:lnTo>
                    <a:pt x="1267" y="1803"/>
                  </a:lnTo>
                  <a:cubicBezTo>
                    <a:pt x="1642" y="1678"/>
                    <a:pt x="1892" y="1339"/>
                    <a:pt x="1892" y="928"/>
                  </a:cubicBezTo>
                  <a:cubicBezTo>
                    <a:pt x="1892" y="421"/>
                    <a:pt x="1481" y="0"/>
                    <a:pt x="96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32" name="Google Shape;1632;p118"/>
          <p:cNvSpPr/>
          <p:nvPr/>
        </p:nvSpPr>
        <p:spPr>
          <a:xfrm>
            <a:off x="1925583" y="3396496"/>
            <a:ext cx="325787" cy="325787"/>
          </a:xfrm>
          <a:custGeom>
            <a:rect b="b" l="l" r="r" t="t"/>
            <a:pathLst>
              <a:path extrusionOk="0" h="10618" w="10618">
                <a:moveTo>
                  <a:pt x="6870" y="625"/>
                </a:moveTo>
                <a:lnTo>
                  <a:pt x="6870" y="1874"/>
                </a:lnTo>
                <a:lnTo>
                  <a:pt x="3766" y="1874"/>
                </a:lnTo>
                <a:lnTo>
                  <a:pt x="3766" y="625"/>
                </a:lnTo>
                <a:lnTo>
                  <a:pt x="4569" y="625"/>
                </a:lnTo>
                <a:lnTo>
                  <a:pt x="5318" y="1375"/>
                </a:lnTo>
                <a:lnTo>
                  <a:pt x="6085" y="625"/>
                </a:lnTo>
                <a:close/>
                <a:moveTo>
                  <a:pt x="4997" y="2499"/>
                </a:moveTo>
                <a:lnTo>
                  <a:pt x="4997" y="3123"/>
                </a:lnTo>
                <a:lnTo>
                  <a:pt x="3998" y="3123"/>
                </a:lnTo>
                <a:lnTo>
                  <a:pt x="3837" y="2499"/>
                </a:lnTo>
                <a:close/>
                <a:moveTo>
                  <a:pt x="6799" y="2499"/>
                </a:moveTo>
                <a:lnTo>
                  <a:pt x="6638" y="3123"/>
                </a:lnTo>
                <a:lnTo>
                  <a:pt x="5621" y="3123"/>
                </a:lnTo>
                <a:lnTo>
                  <a:pt x="5621" y="2499"/>
                </a:lnTo>
                <a:close/>
                <a:moveTo>
                  <a:pt x="3141" y="1089"/>
                </a:moveTo>
                <a:lnTo>
                  <a:pt x="3141" y="2124"/>
                </a:lnTo>
                <a:lnTo>
                  <a:pt x="1410" y="3801"/>
                </a:lnTo>
                <a:lnTo>
                  <a:pt x="911" y="3409"/>
                </a:lnTo>
                <a:lnTo>
                  <a:pt x="3141" y="1089"/>
                </a:lnTo>
                <a:close/>
                <a:moveTo>
                  <a:pt x="7495" y="1089"/>
                </a:moveTo>
                <a:lnTo>
                  <a:pt x="9707" y="3409"/>
                </a:lnTo>
                <a:lnTo>
                  <a:pt x="9226" y="3801"/>
                </a:lnTo>
                <a:lnTo>
                  <a:pt x="7495" y="2124"/>
                </a:lnTo>
                <a:lnTo>
                  <a:pt x="7495" y="1089"/>
                </a:lnTo>
                <a:close/>
                <a:moveTo>
                  <a:pt x="6656" y="3730"/>
                </a:moveTo>
                <a:cubicBezTo>
                  <a:pt x="7209" y="5264"/>
                  <a:pt x="7495" y="6942"/>
                  <a:pt x="7495" y="8583"/>
                </a:cubicBezTo>
                <a:lnTo>
                  <a:pt x="7495" y="9493"/>
                </a:lnTo>
                <a:lnTo>
                  <a:pt x="6870" y="9814"/>
                </a:lnTo>
                <a:lnTo>
                  <a:pt x="6870" y="9101"/>
                </a:lnTo>
                <a:cubicBezTo>
                  <a:pt x="6870" y="8440"/>
                  <a:pt x="6835" y="7780"/>
                  <a:pt x="6781" y="7138"/>
                </a:cubicBezTo>
                <a:lnTo>
                  <a:pt x="6157" y="7191"/>
                </a:lnTo>
                <a:cubicBezTo>
                  <a:pt x="6210" y="7816"/>
                  <a:pt x="6246" y="8458"/>
                  <a:pt x="6246" y="9101"/>
                </a:cubicBezTo>
                <a:lnTo>
                  <a:pt x="6246" y="9993"/>
                </a:lnTo>
                <a:lnTo>
                  <a:pt x="4390" y="9993"/>
                </a:lnTo>
                <a:lnTo>
                  <a:pt x="4390" y="9101"/>
                </a:lnTo>
                <a:cubicBezTo>
                  <a:pt x="4390" y="8458"/>
                  <a:pt x="4408" y="7816"/>
                  <a:pt x="4479" y="7191"/>
                </a:cubicBezTo>
                <a:lnTo>
                  <a:pt x="3855" y="7138"/>
                </a:lnTo>
                <a:cubicBezTo>
                  <a:pt x="3784" y="7780"/>
                  <a:pt x="3766" y="8440"/>
                  <a:pt x="3766" y="9101"/>
                </a:cubicBezTo>
                <a:lnTo>
                  <a:pt x="3766" y="9814"/>
                </a:lnTo>
                <a:lnTo>
                  <a:pt x="3141" y="9493"/>
                </a:lnTo>
                <a:lnTo>
                  <a:pt x="3141" y="8583"/>
                </a:lnTo>
                <a:cubicBezTo>
                  <a:pt x="3141" y="6924"/>
                  <a:pt x="3427" y="5282"/>
                  <a:pt x="3980" y="3730"/>
                </a:cubicBezTo>
                <a:lnTo>
                  <a:pt x="4997" y="3730"/>
                </a:lnTo>
                <a:lnTo>
                  <a:pt x="4997" y="6228"/>
                </a:lnTo>
                <a:lnTo>
                  <a:pt x="5621" y="6228"/>
                </a:lnTo>
                <a:lnTo>
                  <a:pt x="5621" y="3730"/>
                </a:lnTo>
                <a:close/>
                <a:moveTo>
                  <a:pt x="3320" y="1"/>
                </a:moveTo>
                <a:lnTo>
                  <a:pt x="1" y="3444"/>
                </a:lnTo>
                <a:lnTo>
                  <a:pt x="1428" y="4640"/>
                </a:lnTo>
                <a:lnTo>
                  <a:pt x="3284" y="2856"/>
                </a:lnTo>
                <a:lnTo>
                  <a:pt x="3427" y="3409"/>
                </a:lnTo>
                <a:cubicBezTo>
                  <a:pt x="2820" y="5068"/>
                  <a:pt x="2517" y="6799"/>
                  <a:pt x="2517" y="8583"/>
                </a:cubicBezTo>
                <a:lnTo>
                  <a:pt x="2517" y="9886"/>
                </a:lnTo>
                <a:lnTo>
                  <a:pt x="3998" y="10617"/>
                </a:lnTo>
                <a:lnTo>
                  <a:pt x="6638" y="10617"/>
                </a:lnTo>
                <a:lnTo>
                  <a:pt x="8119" y="9886"/>
                </a:lnTo>
                <a:lnTo>
                  <a:pt x="8119" y="8583"/>
                </a:lnTo>
                <a:cubicBezTo>
                  <a:pt x="8119" y="6835"/>
                  <a:pt x="7798" y="5050"/>
                  <a:pt x="7191" y="3409"/>
                </a:cubicBezTo>
                <a:lnTo>
                  <a:pt x="7352" y="2856"/>
                </a:lnTo>
                <a:lnTo>
                  <a:pt x="9190" y="4640"/>
                </a:lnTo>
                <a:lnTo>
                  <a:pt x="10617" y="3444"/>
                </a:lnTo>
                <a:lnTo>
                  <a:pt x="7316" y="1"/>
                </a:lnTo>
                <a:lnTo>
                  <a:pt x="5835" y="1"/>
                </a:lnTo>
                <a:lnTo>
                  <a:pt x="5318" y="500"/>
                </a:lnTo>
                <a:lnTo>
                  <a:pt x="4818"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 name="Google Shape;1633;p118"/>
          <p:cNvSpPr/>
          <p:nvPr/>
        </p:nvSpPr>
        <p:spPr>
          <a:xfrm>
            <a:off x="7602028" y="2873159"/>
            <a:ext cx="325204" cy="325756"/>
          </a:xfrm>
          <a:custGeom>
            <a:rect b="b" l="l" r="r" t="t"/>
            <a:pathLst>
              <a:path extrusionOk="0" h="10617" w="10599">
                <a:moveTo>
                  <a:pt x="6852" y="607"/>
                </a:moveTo>
                <a:lnTo>
                  <a:pt x="6852" y="3408"/>
                </a:lnTo>
                <a:lnTo>
                  <a:pt x="3747" y="3408"/>
                </a:lnTo>
                <a:lnTo>
                  <a:pt x="3747" y="607"/>
                </a:lnTo>
                <a:lnTo>
                  <a:pt x="4550" y="607"/>
                </a:lnTo>
                <a:lnTo>
                  <a:pt x="5300" y="1356"/>
                </a:lnTo>
                <a:lnTo>
                  <a:pt x="6067" y="607"/>
                </a:lnTo>
                <a:close/>
                <a:moveTo>
                  <a:pt x="3123" y="1071"/>
                </a:moveTo>
                <a:lnTo>
                  <a:pt x="3123" y="2124"/>
                </a:lnTo>
                <a:lnTo>
                  <a:pt x="1392" y="3801"/>
                </a:lnTo>
                <a:lnTo>
                  <a:pt x="910" y="3390"/>
                </a:lnTo>
                <a:lnTo>
                  <a:pt x="3123" y="1071"/>
                </a:lnTo>
                <a:close/>
                <a:moveTo>
                  <a:pt x="7476" y="1071"/>
                </a:moveTo>
                <a:lnTo>
                  <a:pt x="9689" y="3390"/>
                </a:lnTo>
                <a:lnTo>
                  <a:pt x="9207" y="3801"/>
                </a:lnTo>
                <a:lnTo>
                  <a:pt x="7476" y="2124"/>
                </a:lnTo>
                <a:lnTo>
                  <a:pt x="7476" y="1071"/>
                </a:lnTo>
                <a:close/>
                <a:moveTo>
                  <a:pt x="4372" y="4033"/>
                </a:moveTo>
                <a:lnTo>
                  <a:pt x="4372" y="4657"/>
                </a:lnTo>
                <a:lnTo>
                  <a:pt x="3747" y="4657"/>
                </a:lnTo>
                <a:lnTo>
                  <a:pt x="3747" y="4033"/>
                </a:lnTo>
                <a:close/>
                <a:moveTo>
                  <a:pt x="6852" y="4033"/>
                </a:moveTo>
                <a:lnTo>
                  <a:pt x="6852" y="4657"/>
                </a:lnTo>
                <a:lnTo>
                  <a:pt x="4996" y="4657"/>
                </a:lnTo>
                <a:lnTo>
                  <a:pt x="4996" y="4033"/>
                </a:lnTo>
                <a:close/>
                <a:moveTo>
                  <a:pt x="6852" y="5282"/>
                </a:moveTo>
                <a:lnTo>
                  <a:pt x="6852" y="9992"/>
                </a:lnTo>
                <a:lnTo>
                  <a:pt x="6174" y="9992"/>
                </a:lnTo>
                <a:lnTo>
                  <a:pt x="5567" y="6870"/>
                </a:lnTo>
                <a:lnTo>
                  <a:pt x="5032" y="6870"/>
                </a:lnTo>
                <a:lnTo>
                  <a:pt x="4425" y="9992"/>
                </a:lnTo>
                <a:lnTo>
                  <a:pt x="3747" y="9992"/>
                </a:lnTo>
                <a:lnTo>
                  <a:pt x="3747" y="5282"/>
                </a:lnTo>
                <a:lnTo>
                  <a:pt x="4372" y="5282"/>
                </a:lnTo>
                <a:lnTo>
                  <a:pt x="4372" y="5906"/>
                </a:lnTo>
                <a:lnTo>
                  <a:pt x="4996" y="5906"/>
                </a:lnTo>
                <a:lnTo>
                  <a:pt x="4996" y="5282"/>
                </a:lnTo>
                <a:close/>
                <a:moveTo>
                  <a:pt x="3301" y="0"/>
                </a:moveTo>
                <a:lnTo>
                  <a:pt x="0" y="3444"/>
                </a:lnTo>
                <a:lnTo>
                  <a:pt x="1428" y="4622"/>
                </a:lnTo>
                <a:lnTo>
                  <a:pt x="3123" y="2980"/>
                </a:lnTo>
                <a:lnTo>
                  <a:pt x="3123" y="10617"/>
                </a:lnTo>
                <a:lnTo>
                  <a:pt x="4925" y="10617"/>
                </a:lnTo>
                <a:lnTo>
                  <a:pt x="5300" y="8743"/>
                </a:lnTo>
                <a:lnTo>
                  <a:pt x="5674" y="10617"/>
                </a:lnTo>
                <a:lnTo>
                  <a:pt x="7476" y="10617"/>
                </a:lnTo>
                <a:lnTo>
                  <a:pt x="7476" y="2980"/>
                </a:lnTo>
                <a:lnTo>
                  <a:pt x="9189" y="4622"/>
                </a:lnTo>
                <a:lnTo>
                  <a:pt x="10599" y="3444"/>
                </a:lnTo>
                <a:lnTo>
                  <a:pt x="7298" y="0"/>
                </a:lnTo>
                <a:lnTo>
                  <a:pt x="5817" y="0"/>
                </a:lnTo>
                <a:lnTo>
                  <a:pt x="5300" y="482"/>
                </a:lnTo>
                <a:lnTo>
                  <a:pt x="4800"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34" name="Google Shape;1634;p118"/>
          <p:cNvGrpSpPr/>
          <p:nvPr/>
        </p:nvGrpSpPr>
        <p:grpSpPr>
          <a:xfrm>
            <a:off x="6921760" y="2873250"/>
            <a:ext cx="267215" cy="325758"/>
            <a:chOff x="7031306" y="2865563"/>
            <a:chExt cx="279690" cy="340965"/>
          </a:xfrm>
        </p:grpSpPr>
        <p:sp>
          <p:nvSpPr>
            <p:cNvPr id="1635" name="Google Shape;1635;p118"/>
            <p:cNvSpPr/>
            <p:nvPr/>
          </p:nvSpPr>
          <p:spPr>
            <a:xfrm>
              <a:off x="7131023" y="3006515"/>
              <a:ext cx="80255" cy="60216"/>
            </a:xfrm>
            <a:custGeom>
              <a:rect b="b" l="l" r="r" t="t"/>
              <a:pathLst>
                <a:path extrusionOk="0" h="1875" w="2499">
                  <a:moveTo>
                    <a:pt x="1874" y="625"/>
                  </a:moveTo>
                  <a:lnTo>
                    <a:pt x="1874" y="1250"/>
                  </a:lnTo>
                  <a:lnTo>
                    <a:pt x="625" y="1250"/>
                  </a:lnTo>
                  <a:lnTo>
                    <a:pt x="625" y="625"/>
                  </a:lnTo>
                  <a:close/>
                  <a:moveTo>
                    <a:pt x="0" y="1"/>
                  </a:moveTo>
                  <a:lnTo>
                    <a:pt x="0" y="1874"/>
                  </a:lnTo>
                  <a:lnTo>
                    <a:pt x="2498" y="1874"/>
                  </a:lnTo>
                  <a:lnTo>
                    <a:pt x="2498"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6" name="Google Shape;1636;p118"/>
            <p:cNvSpPr/>
            <p:nvPr/>
          </p:nvSpPr>
          <p:spPr>
            <a:xfrm>
              <a:off x="7031306" y="2865563"/>
              <a:ext cx="279690" cy="340965"/>
            </a:xfrm>
            <a:custGeom>
              <a:rect b="b" l="l" r="r" t="t"/>
              <a:pathLst>
                <a:path extrusionOk="0" h="10617" w="8709">
                  <a:moveTo>
                    <a:pt x="6228" y="607"/>
                  </a:moveTo>
                  <a:lnTo>
                    <a:pt x="6228" y="1285"/>
                  </a:lnTo>
                  <a:lnTo>
                    <a:pt x="2481" y="1285"/>
                  </a:lnTo>
                  <a:lnTo>
                    <a:pt x="2481" y="607"/>
                  </a:lnTo>
                  <a:close/>
                  <a:moveTo>
                    <a:pt x="5818" y="1892"/>
                  </a:moveTo>
                  <a:cubicBezTo>
                    <a:pt x="6281" y="2480"/>
                    <a:pt x="6210" y="3105"/>
                    <a:pt x="6228" y="3141"/>
                  </a:cubicBezTo>
                  <a:lnTo>
                    <a:pt x="5603" y="3141"/>
                  </a:lnTo>
                  <a:lnTo>
                    <a:pt x="5603" y="3765"/>
                  </a:lnTo>
                  <a:lnTo>
                    <a:pt x="6228" y="3765"/>
                  </a:lnTo>
                  <a:lnTo>
                    <a:pt x="6228" y="5871"/>
                  </a:lnTo>
                  <a:cubicBezTo>
                    <a:pt x="6228" y="6370"/>
                    <a:pt x="6335" y="6870"/>
                    <a:pt x="6549" y="7316"/>
                  </a:cubicBezTo>
                  <a:cubicBezTo>
                    <a:pt x="6692" y="7566"/>
                    <a:pt x="6781" y="7833"/>
                    <a:pt x="6817" y="8119"/>
                  </a:cubicBezTo>
                  <a:lnTo>
                    <a:pt x="4979" y="8119"/>
                  </a:lnTo>
                  <a:lnTo>
                    <a:pt x="4979" y="8743"/>
                  </a:lnTo>
                  <a:lnTo>
                    <a:pt x="6835" y="8743"/>
                  </a:lnTo>
                  <a:lnTo>
                    <a:pt x="6835" y="9992"/>
                  </a:lnTo>
                  <a:lnTo>
                    <a:pt x="1874" y="9992"/>
                  </a:lnTo>
                  <a:lnTo>
                    <a:pt x="1874" y="8797"/>
                  </a:lnTo>
                  <a:cubicBezTo>
                    <a:pt x="1874" y="8565"/>
                    <a:pt x="1874" y="8351"/>
                    <a:pt x="1910" y="8119"/>
                  </a:cubicBezTo>
                  <a:lnTo>
                    <a:pt x="3105" y="8119"/>
                  </a:lnTo>
                  <a:lnTo>
                    <a:pt x="3105" y="7494"/>
                  </a:lnTo>
                  <a:lnTo>
                    <a:pt x="2017" y="7494"/>
                  </a:lnTo>
                  <a:cubicBezTo>
                    <a:pt x="2053" y="7334"/>
                    <a:pt x="2106" y="7155"/>
                    <a:pt x="2160" y="6995"/>
                  </a:cubicBezTo>
                  <a:cubicBezTo>
                    <a:pt x="2374" y="6334"/>
                    <a:pt x="2481" y="5656"/>
                    <a:pt x="2481" y="4961"/>
                  </a:cubicBezTo>
                  <a:lnTo>
                    <a:pt x="2481" y="3765"/>
                  </a:lnTo>
                  <a:lnTo>
                    <a:pt x="3105" y="3765"/>
                  </a:lnTo>
                  <a:lnTo>
                    <a:pt x="3105" y="3141"/>
                  </a:lnTo>
                  <a:lnTo>
                    <a:pt x="2481" y="3141"/>
                  </a:lnTo>
                  <a:cubicBezTo>
                    <a:pt x="2499" y="3105"/>
                    <a:pt x="2427" y="2480"/>
                    <a:pt x="2927" y="1892"/>
                  </a:cubicBezTo>
                  <a:close/>
                  <a:moveTo>
                    <a:pt x="1874" y="0"/>
                  </a:moveTo>
                  <a:lnTo>
                    <a:pt x="1874" y="1892"/>
                  </a:lnTo>
                  <a:lnTo>
                    <a:pt x="2178" y="1892"/>
                  </a:lnTo>
                  <a:cubicBezTo>
                    <a:pt x="1981" y="2266"/>
                    <a:pt x="1874" y="2659"/>
                    <a:pt x="1874" y="3087"/>
                  </a:cubicBezTo>
                  <a:lnTo>
                    <a:pt x="1874" y="4961"/>
                  </a:lnTo>
                  <a:cubicBezTo>
                    <a:pt x="1874" y="5585"/>
                    <a:pt x="1767" y="6210"/>
                    <a:pt x="1571" y="6798"/>
                  </a:cubicBezTo>
                  <a:cubicBezTo>
                    <a:pt x="1357" y="7441"/>
                    <a:pt x="1250" y="8119"/>
                    <a:pt x="1250" y="8797"/>
                  </a:cubicBezTo>
                  <a:lnTo>
                    <a:pt x="1250" y="9992"/>
                  </a:lnTo>
                  <a:lnTo>
                    <a:pt x="1" y="9992"/>
                  </a:lnTo>
                  <a:lnTo>
                    <a:pt x="1" y="10617"/>
                  </a:lnTo>
                  <a:lnTo>
                    <a:pt x="8708" y="10617"/>
                  </a:lnTo>
                  <a:lnTo>
                    <a:pt x="8708" y="9992"/>
                  </a:lnTo>
                  <a:lnTo>
                    <a:pt x="7459" y="9992"/>
                  </a:lnTo>
                  <a:lnTo>
                    <a:pt x="7459" y="8511"/>
                  </a:lnTo>
                  <a:cubicBezTo>
                    <a:pt x="7459" y="7994"/>
                    <a:pt x="7352" y="7494"/>
                    <a:pt x="7120" y="7048"/>
                  </a:cubicBezTo>
                  <a:cubicBezTo>
                    <a:pt x="6942" y="6691"/>
                    <a:pt x="6835" y="6281"/>
                    <a:pt x="6835" y="5871"/>
                  </a:cubicBezTo>
                  <a:lnTo>
                    <a:pt x="6835" y="3051"/>
                  </a:lnTo>
                  <a:cubicBezTo>
                    <a:pt x="6835" y="2641"/>
                    <a:pt x="6745" y="2248"/>
                    <a:pt x="6549" y="1892"/>
                  </a:cubicBezTo>
                  <a:lnTo>
                    <a:pt x="6835" y="1892"/>
                  </a:lnTo>
                  <a:lnTo>
                    <a:pt x="68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7" name="Google Shape;1637;p118"/>
            <p:cNvSpPr/>
            <p:nvPr/>
          </p:nvSpPr>
          <p:spPr>
            <a:xfrm>
              <a:off x="7151062" y="3086161"/>
              <a:ext cx="60216" cy="20104"/>
            </a:xfrm>
            <a:custGeom>
              <a:rect b="b" l="l" r="r" t="t"/>
              <a:pathLst>
                <a:path extrusionOk="0" h="626" w="1875">
                  <a:moveTo>
                    <a:pt x="1" y="1"/>
                  </a:moveTo>
                  <a:lnTo>
                    <a:pt x="1" y="625"/>
                  </a:lnTo>
                  <a:lnTo>
                    <a:pt x="1874" y="625"/>
                  </a:lnTo>
                  <a:lnTo>
                    <a:pt x="187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118"/>
            <p:cNvSpPr/>
            <p:nvPr/>
          </p:nvSpPr>
          <p:spPr>
            <a:xfrm>
              <a:off x="7131023" y="3146344"/>
              <a:ext cx="40144" cy="20072"/>
            </a:xfrm>
            <a:custGeom>
              <a:rect b="b" l="l" r="r" t="t"/>
              <a:pathLst>
                <a:path extrusionOk="0" h="625" w="1250">
                  <a:moveTo>
                    <a:pt x="0" y="0"/>
                  </a:moveTo>
                  <a:lnTo>
                    <a:pt x="0" y="625"/>
                  </a:lnTo>
                  <a:lnTo>
                    <a:pt x="1249" y="625"/>
                  </a:lnTo>
                  <a:lnTo>
                    <a:pt x="1249"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 name="Google Shape;1639;p118"/>
            <p:cNvSpPr/>
            <p:nvPr/>
          </p:nvSpPr>
          <p:spPr>
            <a:xfrm>
              <a:off x="7151062" y="2946364"/>
              <a:ext cx="40144" cy="20072"/>
            </a:xfrm>
            <a:custGeom>
              <a:rect b="b" l="l" r="r" t="t"/>
              <a:pathLst>
                <a:path extrusionOk="0" h="625" w="1250">
                  <a:moveTo>
                    <a:pt x="1" y="0"/>
                  </a:moveTo>
                  <a:lnTo>
                    <a:pt x="1" y="625"/>
                  </a:lnTo>
                  <a:lnTo>
                    <a:pt x="1250" y="625"/>
                  </a:lnTo>
                  <a:lnTo>
                    <a:pt x="1250"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40" name="Google Shape;1640;p118"/>
          <p:cNvGrpSpPr/>
          <p:nvPr/>
        </p:nvGrpSpPr>
        <p:grpSpPr>
          <a:xfrm>
            <a:off x="6185437" y="2873250"/>
            <a:ext cx="320849" cy="325758"/>
            <a:chOff x="6260610" y="2865563"/>
            <a:chExt cx="335827" cy="340965"/>
          </a:xfrm>
        </p:grpSpPr>
        <p:sp>
          <p:nvSpPr>
            <p:cNvPr id="1641" name="Google Shape;1641;p118"/>
            <p:cNvSpPr/>
            <p:nvPr/>
          </p:nvSpPr>
          <p:spPr>
            <a:xfrm>
              <a:off x="6260610" y="2865563"/>
              <a:ext cx="335827" cy="340965"/>
            </a:xfrm>
            <a:custGeom>
              <a:rect b="b" l="l" r="r" t="t"/>
              <a:pathLst>
                <a:path extrusionOk="0" h="10617" w="10457">
                  <a:moveTo>
                    <a:pt x="5228" y="607"/>
                  </a:moveTo>
                  <a:cubicBezTo>
                    <a:pt x="7370" y="607"/>
                    <a:pt x="9243" y="2266"/>
                    <a:pt x="9760" y="4622"/>
                  </a:cubicBezTo>
                  <a:cubicBezTo>
                    <a:pt x="9850" y="5014"/>
                    <a:pt x="9618" y="5407"/>
                    <a:pt x="9261" y="5549"/>
                  </a:cubicBezTo>
                  <a:cubicBezTo>
                    <a:pt x="9189" y="4443"/>
                    <a:pt x="8779" y="3408"/>
                    <a:pt x="8101" y="2623"/>
                  </a:cubicBezTo>
                  <a:cubicBezTo>
                    <a:pt x="7334" y="1731"/>
                    <a:pt x="6317" y="1231"/>
                    <a:pt x="5228" y="1231"/>
                  </a:cubicBezTo>
                  <a:cubicBezTo>
                    <a:pt x="4140" y="1231"/>
                    <a:pt x="3123" y="1731"/>
                    <a:pt x="2356" y="2623"/>
                  </a:cubicBezTo>
                  <a:cubicBezTo>
                    <a:pt x="1678" y="3408"/>
                    <a:pt x="1267" y="4443"/>
                    <a:pt x="1196" y="5532"/>
                  </a:cubicBezTo>
                  <a:cubicBezTo>
                    <a:pt x="839" y="5407"/>
                    <a:pt x="607" y="5014"/>
                    <a:pt x="696" y="4622"/>
                  </a:cubicBezTo>
                  <a:cubicBezTo>
                    <a:pt x="1214" y="2266"/>
                    <a:pt x="3087" y="607"/>
                    <a:pt x="5228" y="607"/>
                  </a:cubicBezTo>
                  <a:close/>
                  <a:moveTo>
                    <a:pt x="5228" y="1856"/>
                  </a:moveTo>
                  <a:cubicBezTo>
                    <a:pt x="7120" y="1856"/>
                    <a:pt x="8654" y="3676"/>
                    <a:pt x="8654" y="5906"/>
                  </a:cubicBezTo>
                  <a:cubicBezTo>
                    <a:pt x="8654" y="8154"/>
                    <a:pt x="7120" y="9992"/>
                    <a:pt x="5228" y="9992"/>
                  </a:cubicBezTo>
                  <a:cubicBezTo>
                    <a:pt x="3337" y="9992"/>
                    <a:pt x="1803" y="8154"/>
                    <a:pt x="1803" y="5906"/>
                  </a:cubicBezTo>
                  <a:cubicBezTo>
                    <a:pt x="1803" y="3676"/>
                    <a:pt x="3337" y="1856"/>
                    <a:pt x="5228" y="1856"/>
                  </a:cubicBezTo>
                  <a:close/>
                  <a:moveTo>
                    <a:pt x="5228" y="0"/>
                  </a:moveTo>
                  <a:cubicBezTo>
                    <a:pt x="4015" y="0"/>
                    <a:pt x="2855" y="464"/>
                    <a:pt x="1928" y="1285"/>
                  </a:cubicBezTo>
                  <a:cubicBezTo>
                    <a:pt x="1018" y="2106"/>
                    <a:pt x="375" y="3230"/>
                    <a:pt x="90" y="4497"/>
                  </a:cubicBezTo>
                  <a:cubicBezTo>
                    <a:pt x="1" y="4907"/>
                    <a:pt x="108" y="5353"/>
                    <a:pt x="375" y="5692"/>
                  </a:cubicBezTo>
                  <a:cubicBezTo>
                    <a:pt x="589" y="5942"/>
                    <a:pt x="875" y="6120"/>
                    <a:pt x="1196" y="6192"/>
                  </a:cubicBezTo>
                  <a:cubicBezTo>
                    <a:pt x="1249" y="7316"/>
                    <a:pt x="1660" y="8386"/>
                    <a:pt x="2356" y="9207"/>
                  </a:cubicBezTo>
                  <a:cubicBezTo>
                    <a:pt x="3123" y="10117"/>
                    <a:pt x="4140" y="10617"/>
                    <a:pt x="5228" y="10617"/>
                  </a:cubicBezTo>
                  <a:cubicBezTo>
                    <a:pt x="6317" y="10617"/>
                    <a:pt x="7334" y="10117"/>
                    <a:pt x="8101" y="9207"/>
                  </a:cubicBezTo>
                  <a:cubicBezTo>
                    <a:pt x="8797" y="8386"/>
                    <a:pt x="9207" y="7316"/>
                    <a:pt x="9261" y="6192"/>
                  </a:cubicBezTo>
                  <a:cubicBezTo>
                    <a:pt x="9582" y="6120"/>
                    <a:pt x="9867" y="5942"/>
                    <a:pt x="10082" y="5692"/>
                  </a:cubicBezTo>
                  <a:cubicBezTo>
                    <a:pt x="10349" y="5353"/>
                    <a:pt x="10456" y="4907"/>
                    <a:pt x="10367" y="4497"/>
                  </a:cubicBezTo>
                  <a:cubicBezTo>
                    <a:pt x="10082" y="3230"/>
                    <a:pt x="9439" y="2106"/>
                    <a:pt x="8529" y="1285"/>
                  </a:cubicBezTo>
                  <a:cubicBezTo>
                    <a:pt x="7601" y="464"/>
                    <a:pt x="6442" y="0"/>
                    <a:pt x="522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 name="Google Shape;1642;p118"/>
            <p:cNvSpPr/>
            <p:nvPr/>
          </p:nvSpPr>
          <p:spPr>
            <a:xfrm>
              <a:off x="6373494" y="3128585"/>
              <a:ext cx="109480" cy="37253"/>
            </a:xfrm>
            <a:custGeom>
              <a:rect b="b" l="l" r="r" t="t"/>
              <a:pathLst>
                <a:path extrusionOk="0" h="1160" w="3409">
                  <a:moveTo>
                    <a:pt x="429" y="0"/>
                  </a:moveTo>
                  <a:lnTo>
                    <a:pt x="1" y="446"/>
                  </a:lnTo>
                  <a:cubicBezTo>
                    <a:pt x="500" y="910"/>
                    <a:pt x="1089" y="1160"/>
                    <a:pt x="1713" y="1160"/>
                  </a:cubicBezTo>
                  <a:cubicBezTo>
                    <a:pt x="2338" y="1160"/>
                    <a:pt x="2927" y="910"/>
                    <a:pt x="3408" y="446"/>
                  </a:cubicBezTo>
                  <a:lnTo>
                    <a:pt x="2998" y="0"/>
                  </a:lnTo>
                  <a:cubicBezTo>
                    <a:pt x="2623" y="339"/>
                    <a:pt x="2177" y="535"/>
                    <a:pt x="1713" y="535"/>
                  </a:cubicBezTo>
                  <a:cubicBezTo>
                    <a:pt x="1249" y="535"/>
                    <a:pt x="803" y="339"/>
                    <a:pt x="42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 name="Google Shape;1643;p118"/>
            <p:cNvSpPr/>
            <p:nvPr/>
          </p:nvSpPr>
          <p:spPr>
            <a:xfrm>
              <a:off x="6398704" y="2945786"/>
              <a:ext cx="59638" cy="60184"/>
            </a:xfrm>
            <a:custGeom>
              <a:rect b="b" l="l" r="r" t="t"/>
              <a:pathLst>
                <a:path extrusionOk="0" h="1874" w="1857">
                  <a:moveTo>
                    <a:pt x="928" y="625"/>
                  </a:moveTo>
                  <a:cubicBezTo>
                    <a:pt x="1107" y="625"/>
                    <a:pt x="1232" y="767"/>
                    <a:pt x="1232" y="928"/>
                  </a:cubicBezTo>
                  <a:cubicBezTo>
                    <a:pt x="1232" y="1107"/>
                    <a:pt x="1107" y="1249"/>
                    <a:pt x="928" y="1249"/>
                  </a:cubicBezTo>
                  <a:cubicBezTo>
                    <a:pt x="750" y="1249"/>
                    <a:pt x="625" y="1107"/>
                    <a:pt x="625" y="928"/>
                  </a:cubicBezTo>
                  <a:cubicBezTo>
                    <a:pt x="625" y="767"/>
                    <a:pt x="750" y="625"/>
                    <a:pt x="928" y="625"/>
                  </a:cubicBezTo>
                  <a:close/>
                  <a:moveTo>
                    <a:pt x="928" y="0"/>
                  </a:moveTo>
                  <a:cubicBezTo>
                    <a:pt x="411" y="0"/>
                    <a:pt x="1" y="428"/>
                    <a:pt x="1" y="928"/>
                  </a:cubicBezTo>
                  <a:cubicBezTo>
                    <a:pt x="1" y="1446"/>
                    <a:pt x="411" y="1874"/>
                    <a:pt x="928" y="1874"/>
                  </a:cubicBezTo>
                  <a:cubicBezTo>
                    <a:pt x="1446" y="1874"/>
                    <a:pt x="1856" y="1446"/>
                    <a:pt x="1856" y="928"/>
                  </a:cubicBezTo>
                  <a:cubicBezTo>
                    <a:pt x="1856" y="428"/>
                    <a:pt x="1446" y="0"/>
                    <a:pt x="92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118"/>
            <p:cNvSpPr/>
            <p:nvPr/>
          </p:nvSpPr>
          <p:spPr>
            <a:xfrm>
              <a:off x="6338553" y="3045471"/>
              <a:ext cx="179940" cy="80255"/>
            </a:xfrm>
            <a:custGeom>
              <a:rect b="b" l="l" r="r" t="t"/>
              <a:pathLst>
                <a:path extrusionOk="0" h="2499" w="5603">
                  <a:moveTo>
                    <a:pt x="1856" y="1"/>
                  </a:moveTo>
                  <a:lnTo>
                    <a:pt x="1856" y="929"/>
                  </a:lnTo>
                  <a:cubicBezTo>
                    <a:pt x="1856" y="1250"/>
                    <a:pt x="1606" y="1535"/>
                    <a:pt x="1285" y="1571"/>
                  </a:cubicBezTo>
                  <a:cubicBezTo>
                    <a:pt x="1274" y="1572"/>
                    <a:pt x="1264" y="1572"/>
                    <a:pt x="1253" y="1572"/>
                  </a:cubicBezTo>
                  <a:cubicBezTo>
                    <a:pt x="910" y="1572"/>
                    <a:pt x="625" y="1293"/>
                    <a:pt x="625" y="947"/>
                  </a:cubicBezTo>
                  <a:lnTo>
                    <a:pt x="0" y="947"/>
                  </a:lnTo>
                  <a:cubicBezTo>
                    <a:pt x="0" y="1625"/>
                    <a:pt x="553" y="2196"/>
                    <a:pt x="1231" y="2196"/>
                  </a:cubicBezTo>
                  <a:cubicBezTo>
                    <a:pt x="1499" y="2196"/>
                    <a:pt x="1749" y="2106"/>
                    <a:pt x="1945" y="1964"/>
                  </a:cubicBezTo>
                  <a:cubicBezTo>
                    <a:pt x="2106" y="2285"/>
                    <a:pt x="2427" y="2499"/>
                    <a:pt x="2801" y="2499"/>
                  </a:cubicBezTo>
                  <a:cubicBezTo>
                    <a:pt x="3158" y="2499"/>
                    <a:pt x="3497" y="2285"/>
                    <a:pt x="3640" y="1964"/>
                  </a:cubicBezTo>
                  <a:cubicBezTo>
                    <a:pt x="3836" y="2106"/>
                    <a:pt x="4086" y="2196"/>
                    <a:pt x="4354" y="2196"/>
                  </a:cubicBezTo>
                  <a:cubicBezTo>
                    <a:pt x="5032" y="2196"/>
                    <a:pt x="5603" y="1625"/>
                    <a:pt x="5603" y="947"/>
                  </a:cubicBezTo>
                  <a:lnTo>
                    <a:pt x="4978" y="947"/>
                  </a:lnTo>
                  <a:cubicBezTo>
                    <a:pt x="4978" y="1293"/>
                    <a:pt x="4693" y="1572"/>
                    <a:pt x="4333" y="1572"/>
                  </a:cubicBezTo>
                  <a:cubicBezTo>
                    <a:pt x="4322" y="1572"/>
                    <a:pt x="4311" y="1572"/>
                    <a:pt x="4300" y="1571"/>
                  </a:cubicBezTo>
                  <a:cubicBezTo>
                    <a:pt x="3979" y="1535"/>
                    <a:pt x="3729" y="1250"/>
                    <a:pt x="3729" y="929"/>
                  </a:cubicBezTo>
                  <a:lnTo>
                    <a:pt x="3729" y="1"/>
                  </a:lnTo>
                  <a:lnTo>
                    <a:pt x="3105" y="1"/>
                  </a:lnTo>
                  <a:lnTo>
                    <a:pt x="3105" y="1553"/>
                  </a:lnTo>
                  <a:cubicBezTo>
                    <a:pt x="3105" y="1714"/>
                    <a:pt x="2998" y="1857"/>
                    <a:pt x="2837" y="1874"/>
                  </a:cubicBezTo>
                  <a:cubicBezTo>
                    <a:pt x="2826" y="1875"/>
                    <a:pt x="2815" y="1876"/>
                    <a:pt x="2804" y="1876"/>
                  </a:cubicBezTo>
                  <a:cubicBezTo>
                    <a:pt x="2623" y="1876"/>
                    <a:pt x="2480" y="1739"/>
                    <a:pt x="2480" y="1571"/>
                  </a:cubicBezTo>
                  <a:lnTo>
                    <a:pt x="248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5" name="Google Shape;1645;p118"/>
            <p:cNvSpPr/>
            <p:nvPr/>
          </p:nvSpPr>
          <p:spPr>
            <a:xfrm>
              <a:off x="6460012" y="3005937"/>
              <a:ext cx="55623" cy="36707"/>
            </a:xfrm>
            <a:custGeom>
              <a:rect b="b" l="l" r="r" t="t"/>
              <a:pathLst>
                <a:path extrusionOk="0" h="1143" w="1732">
                  <a:moveTo>
                    <a:pt x="1" y="1"/>
                  </a:moveTo>
                  <a:lnTo>
                    <a:pt x="1" y="625"/>
                  </a:lnTo>
                  <a:cubicBezTo>
                    <a:pt x="500" y="625"/>
                    <a:pt x="946" y="804"/>
                    <a:pt x="1285" y="1143"/>
                  </a:cubicBezTo>
                  <a:lnTo>
                    <a:pt x="1731" y="714"/>
                  </a:lnTo>
                  <a:cubicBezTo>
                    <a:pt x="1268" y="251"/>
                    <a:pt x="661" y="1"/>
                    <a:pt x="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 name="Google Shape;1646;p118"/>
            <p:cNvSpPr/>
            <p:nvPr/>
          </p:nvSpPr>
          <p:spPr>
            <a:xfrm>
              <a:off x="6341989" y="3005937"/>
              <a:ext cx="55045" cy="36707"/>
            </a:xfrm>
            <a:custGeom>
              <a:rect b="b" l="l" r="r" t="t"/>
              <a:pathLst>
                <a:path extrusionOk="0" h="1143" w="1714">
                  <a:moveTo>
                    <a:pt x="1713" y="1"/>
                  </a:moveTo>
                  <a:cubicBezTo>
                    <a:pt x="1071" y="1"/>
                    <a:pt x="446" y="251"/>
                    <a:pt x="0" y="714"/>
                  </a:cubicBezTo>
                  <a:lnTo>
                    <a:pt x="428" y="1143"/>
                  </a:lnTo>
                  <a:cubicBezTo>
                    <a:pt x="767" y="804"/>
                    <a:pt x="1231" y="625"/>
                    <a:pt x="1713" y="625"/>
                  </a:cubicBezTo>
                  <a:lnTo>
                    <a:pt x="1713"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47" name="Google Shape;1647;p118"/>
          <p:cNvSpPr/>
          <p:nvPr/>
        </p:nvSpPr>
        <p:spPr>
          <a:xfrm>
            <a:off x="5540895" y="2873159"/>
            <a:ext cx="190538" cy="325756"/>
          </a:xfrm>
          <a:custGeom>
            <a:rect b="b" l="l" r="r" t="t"/>
            <a:pathLst>
              <a:path extrusionOk="0" h="10617" w="6210">
                <a:moveTo>
                  <a:pt x="3730" y="3123"/>
                </a:moveTo>
                <a:lnTo>
                  <a:pt x="3730" y="3747"/>
                </a:lnTo>
                <a:lnTo>
                  <a:pt x="2481" y="3747"/>
                </a:lnTo>
                <a:lnTo>
                  <a:pt x="2481" y="3123"/>
                </a:lnTo>
                <a:close/>
                <a:moveTo>
                  <a:pt x="3730" y="4372"/>
                </a:moveTo>
                <a:lnTo>
                  <a:pt x="3730" y="4996"/>
                </a:lnTo>
                <a:lnTo>
                  <a:pt x="2481" y="4996"/>
                </a:lnTo>
                <a:lnTo>
                  <a:pt x="2481" y="4372"/>
                </a:lnTo>
                <a:close/>
                <a:moveTo>
                  <a:pt x="3730" y="5603"/>
                </a:moveTo>
                <a:lnTo>
                  <a:pt x="3730" y="6227"/>
                </a:lnTo>
                <a:lnTo>
                  <a:pt x="2481" y="6227"/>
                </a:lnTo>
                <a:lnTo>
                  <a:pt x="2481" y="5603"/>
                </a:lnTo>
                <a:close/>
                <a:moveTo>
                  <a:pt x="4354" y="6852"/>
                </a:moveTo>
                <a:lnTo>
                  <a:pt x="4354" y="7476"/>
                </a:lnTo>
                <a:lnTo>
                  <a:pt x="1856" y="7476"/>
                </a:lnTo>
                <a:lnTo>
                  <a:pt x="1856" y="6852"/>
                </a:lnTo>
                <a:close/>
                <a:moveTo>
                  <a:pt x="4354" y="8101"/>
                </a:moveTo>
                <a:lnTo>
                  <a:pt x="4354" y="8725"/>
                </a:lnTo>
                <a:lnTo>
                  <a:pt x="1856" y="8725"/>
                </a:lnTo>
                <a:lnTo>
                  <a:pt x="1856" y="8101"/>
                </a:lnTo>
                <a:close/>
                <a:moveTo>
                  <a:pt x="607" y="1053"/>
                </a:moveTo>
                <a:lnTo>
                  <a:pt x="1856" y="1767"/>
                </a:lnTo>
                <a:lnTo>
                  <a:pt x="1856" y="6227"/>
                </a:lnTo>
                <a:lnTo>
                  <a:pt x="1232" y="6227"/>
                </a:lnTo>
                <a:lnTo>
                  <a:pt x="1232" y="9992"/>
                </a:lnTo>
                <a:lnTo>
                  <a:pt x="607" y="9992"/>
                </a:lnTo>
                <a:lnTo>
                  <a:pt x="607" y="1053"/>
                </a:lnTo>
                <a:close/>
                <a:moveTo>
                  <a:pt x="4354" y="9350"/>
                </a:moveTo>
                <a:lnTo>
                  <a:pt x="4354" y="9992"/>
                </a:lnTo>
                <a:lnTo>
                  <a:pt x="1856" y="9992"/>
                </a:lnTo>
                <a:lnTo>
                  <a:pt x="1856" y="9350"/>
                </a:lnTo>
                <a:close/>
                <a:moveTo>
                  <a:pt x="5585" y="1053"/>
                </a:moveTo>
                <a:lnTo>
                  <a:pt x="5585" y="9992"/>
                </a:lnTo>
                <a:lnTo>
                  <a:pt x="4979" y="9992"/>
                </a:lnTo>
                <a:lnTo>
                  <a:pt x="4979" y="6227"/>
                </a:lnTo>
                <a:lnTo>
                  <a:pt x="4354" y="6227"/>
                </a:lnTo>
                <a:lnTo>
                  <a:pt x="4354" y="1767"/>
                </a:lnTo>
                <a:lnTo>
                  <a:pt x="5585" y="1053"/>
                </a:lnTo>
                <a:close/>
                <a:moveTo>
                  <a:pt x="1" y="0"/>
                </a:moveTo>
                <a:lnTo>
                  <a:pt x="1" y="10617"/>
                </a:lnTo>
                <a:lnTo>
                  <a:pt x="6210" y="10617"/>
                </a:lnTo>
                <a:lnTo>
                  <a:pt x="6210" y="0"/>
                </a:lnTo>
                <a:lnTo>
                  <a:pt x="3730" y="1410"/>
                </a:lnTo>
                <a:lnTo>
                  <a:pt x="3730" y="2498"/>
                </a:lnTo>
                <a:lnTo>
                  <a:pt x="2481" y="2498"/>
                </a:lnTo>
                <a:lnTo>
                  <a:pt x="2481" y="1410"/>
                </a:lnTo>
                <a:lnTo>
                  <a:pt x="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48" name="Google Shape;1648;p118"/>
          <p:cNvGrpSpPr/>
          <p:nvPr/>
        </p:nvGrpSpPr>
        <p:grpSpPr>
          <a:xfrm>
            <a:off x="4802539" y="2873250"/>
            <a:ext cx="248591" cy="325758"/>
            <a:chOff x="4813155" y="2865563"/>
            <a:chExt cx="260196" cy="340965"/>
          </a:xfrm>
        </p:grpSpPr>
        <p:sp>
          <p:nvSpPr>
            <p:cNvPr id="1649" name="Google Shape;1649;p118"/>
            <p:cNvSpPr/>
            <p:nvPr/>
          </p:nvSpPr>
          <p:spPr>
            <a:xfrm>
              <a:off x="4813155" y="2865563"/>
              <a:ext cx="260196" cy="259586"/>
            </a:xfrm>
            <a:custGeom>
              <a:rect b="b" l="l" r="r" t="t"/>
              <a:pathLst>
                <a:path extrusionOk="0" h="8083" w="8102">
                  <a:moveTo>
                    <a:pt x="4051" y="607"/>
                  </a:moveTo>
                  <a:cubicBezTo>
                    <a:pt x="4265" y="607"/>
                    <a:pt x="4533" y="1196"/>
                    <a:pt x="4587" y="1303"/>
                  </a:cubicBezTo>
                  <a:cubicBezTo>
                    <a:pt x="4700" y="1238"/>
                    <a:pt x="5080" y="863"/>
                    <a:pt x="5295" y="863"/>
                  </a:cubicBezTo>
                  <a:cubicBezTo>
                    <a:pt x="5316" y="863"/>
                    <a:pt x="5336" y="867"/>
                    <a:pt x="5354" y="875"/>
                  </a:cubicBezTo>
                  <a:cubicBezTo>
                    <a:pt x="5550" y="946"/>
                    <a:pt x="5568" y="1606"/>
                    <a:pt x="5586" y="1731"/>
                  </a:cubicBezTo>
                  <a:cubicBezTo>
                    <a:pt x="5679" y="1704"/>
                    <a:pt x="6042" y="1568"/>
                    <a:pt x="6286" y="1568"/>
                  </a:cubicBezTo>
                  <a:cubicBezTo>
                    <a:pt x="6368" y="1568"/>
                    <a:pt x="6437" y="1583"/>
                    <a:pt x="6478" y="1624"/>
                  </a:cubicBezTo>
                  <a:cubicBezTo>
                    <a:pt x="6621" y="1767"/>
                    <a:pt x="6389" y="2373"/>
                    <a:pt x="6353" y="2498"/>
                  </a:cubicBezTo>
                  <a:cubicBezTo>
                    <a:pt x="6460" y="2516"/>
                    <a:pt x="7138" y="2534"/>
                    <a:pt x="7209" y="2730"/>
                  </a:cubicBezTo>
                  <a:cubicBezTo>
                    <a:pt x="7299" y="2926"/>
                    <a:pt x="6853" y="3390"/>
                    <a:pt x="6781" y="3497"/>
                  </a:cubicBezTo>
                  <a:cubicBezTo>
                    <a:pt x="6888" y="3569"/>
                    <a:pt x="7477" y="3819"/>
                    <a:pt x="7477" y="4033"/>
                  </a:cubicBezTo>
                  <a:cubicBezTo>
                    <a:pt x="7477" y="4247"/>
                    <a:pt x="6888" y="4514"/>
                    <a:pt x="6781" y="4586"/>
                  </a:cubicBezTo>
                  <a:cubicBezTo>
                    <a:pt x="6853" y="4693"/>
                    <a:pt x="7299" y="5139"/>
                    <a:pt x="7209" y="5353"/>
                  </a:cubicBezTo>
                  <a:cubicBezTo>
                    <a:pt x="7138" y="5532"/>
                    <a:pt x="6478" y="5549"/>
                    <a:pt x="6353" y="5585"/>
                  </a:cubicBezTo>
                  <a:cubicBezTo>
                    <a:pt x="6389" y="5692"/>
                    <a:pt x="6621" y="6317"/>
                    <a:pt x="6478" y="6459"/>
                  </a:cubicBezTo>
                  <a:cubicBezTo>
                    <a:pt x="6440" y="6493"/>
                    <a:pt x="6379" y="6506"/>
                    <a:pt x="6304" y="6506"/>
                  </a:cubicBezTo>
                  <a:cubicBezTo>
                    <a:pt x="6061" y="6506"/>
                    <a:pt x="5681" y="6366"/>
                    <a:pt x="5586" y="6352"/>
                  </a:cubicBezTo>
                  <a:cubicBezTo>
                    <a:pt x="5568" y="6459"/>
                    <a:pt x="5550" y="7120"/>
                    <a:pt x="5354" y="7191"/>
                  </a:cubicBezTo>
                  <a:cubicBezTo>
                    <a:pt x="5336" y="7199"/>
                    <a:pt x="5316" y="7203"/>
                    <a:pt x="5295" y="7203"/>
                  </a:cubicBezTo>
                  <a:cubicBezTo>
                    <a:pt x="5077" y="7203"/>
                    <a:pt x="4684" y="6828"/>
                    <a:pt x="4587" y="6763"/>
                  </a:cubicBezTo>
                  <a:cubicBezTo>
                    <a:pt x="4515" y="6870"/>
                    <a:pt x="4265" y="7459"/>
                    <a:pt x="4051" y="7459"/>
                  </a:cubicBezTo>
                  <a:cubicBezTo>
                    <a:pt x="3837" y="7459"/>
                    <a:pt x="3570" y="6870"/>
                    <a:pt x="3498" y="6763"/>
                  </a:cubicBezTo>
                  <a:cubicBezTo>
                    <a:pt x="3401" y="6828"/>
                    <a:pt x="3023" y="7203"/>
                    <a:pt x="2808" y="7203"/>
                  </a:cubicBezTo>
                  <a:cubicBezTo>
                    <a:pt x="2786" y="7203"/>
                    <a:pt x="2766" y="7199"/>
                    <a:pt x="2749" y="7191"/>
                  </a:cubicBezTo>
                  <a:cubicBezTo>
                    <a:pt x="2552" y="7120"/>
                    <a:pt x="2535" y="6459"/>
                    <a:pt x="2499" y="6352"/>
                  </a:cubicBezTo>
                  <a:cubicBezTo>
                    <a:pt x="2417" y="6366"/>
                    <a:pt x="2031" y="6506"/>
                    <a:pt x="1790" y="6506"/>
                  </a:cubicBezTo>
                  <a:cubicBezTo>
                    <a:pt x="1717" y="6506"/>
                    <a:pt x="1658" y="6493"/>
                    <a:pt x="1625" y="6459"/>
                  </a:cubicBezTo>
                  <a:cubicBezTo>
                    <a:pt x="1482" y="6317"/>
                    <a:pt x="1714" y="5692"/>
                    <a:pt x="1750" y="5585"/>
                  </a:cubicBezTo>
                  <a:cubicBezTo>
                    <a:pt x="1625" y="5549"/>
                    <a:pt x="964" y="5532"/>
                    <a:pt x="893" y="5353"/>
                  </a:cubicBezTo>
                  <a:cubicBezTo>
                    <a:pt x="804" y="5139"/>
                    <a:pt x="1250" y="4675"/>
                    <a:pt x="1321" y="4586"/>
                  </a:cubicBezTo>
                  <a:cubicBezTo>
                    <a:pt x="1214" y="4497"/>
                    <a:pt x="625" y="4247"/>
                    <a:pt x="625" y="4033"/>
                  </a:cubicBezTo>
                  <a:cubicBezTo>
                    <a:pt x="625" y="3819"/>
                    <a:pt x="1214" y="3569"/>
                    <a:pt x="1321" y="3497"/>
                  </a:cubicBezTo>
                  <a:cubicBezTo>
                    <a:pt x="1250" y="3373"/>
                    <a:pt x="804" y="2926"/>
                    <a:pt x="893" y="2730"/>
                  </a:cubicBezTo>
                  <a:cubicBezTo>
                    <a:pt x="964" y="2534"/>
                    <a:pt x="1625" y="2516"/>
                    <a:pt x="1750" y="2498"/>
                  </a:cubicBezTo>
                  <a:cubicBezTo>
                    <a:pt x="1714" y="2373"/>
                    <a:pt x="1482" y="1767"/>
                    <a:pt x="1625" y="1624"/>
                  </a:cubicBezTo>
                  <a:cubicBezTo>
                    <a:pt x="1659" y="1585"/>
                    <a:pt x="1722" y="1570"/>
                    <a:pt x="1798" y="1570"/>
                  </a:cubicBezTo>
                  <a:cubicBezTo>
                    <a:pt x="2039" y="1570"/>
                    <a:pt x="2418" y="1717"/>
                    <a:pt x="2499" y="1731"/>
                  </a:cubicBezTo>
                  <a:cubicBezTo>
                    <a:pt x="2535" y="1624"/>
                    <a:pt x="2552" y="946"/>
                    <a:pt x="2749" y="875"/>
                  </a:cubicBezTo>
                  <a:cubicBezTo>
                    <a:pt x="2766" y="867"/>
                    <a:pt x="2786" y="863"/>
                    <a:pt x="2808" y="863"/>
                  </a:cubicBezTo>
                  <a:cubicBezTo>
                    <a:pt x="3026" y="863"/>
                    <a:pt x="3417" y="1238"/>
                    <a:pt x="3498" y="1303"/>
                  </a:cubicBezTo>
                  <a:cubicBezTo>
                    <a:pt x="3587" y="1196"/>
                    <a:pt x="3837" y="607"/>
                    <a:pt x="4051" y="607"/>
                  </a:cubicBezTo>
                  <a:close/>
                  <a:moveTo>
                    <a:pt x="4051" y="0"/>
                  </a:moveTo>
                  <a:cubicBezTo>
                    <a:pt x="3855" y="0"/>
                    <a:pt x="3587" y="72"/>
                    <a:pt x="3320" y="393"/>
                  </a:cubicBezTo>
                  <a:cubicBezTo>
                    <a:pt x="3123" y="284"/>
                    <a:pt x="2948" y="247"/>
                    <a:pt x="2800" y="247"/>
                  </a:cubicBezTo>
                  <a:cubicBezTo>
                    <a:pt x="2680" y="247"/>
                    <a:pt x="2579" y="272"/>
                    <a:pt x="2499" y="304"/>
                  </a:cubicBezTo>
                  <a:cubicBezTo>
                    <a:pt x="2267" y="393"/>
                    <a:pt x="2089" y="625"/>
                    <a:pt x="1999" y="964"/>
                  </a:cubicBezTo>
                  <a:cubicBezTo>
                    <a:pt x="1923" y="952"/>
                    <a:pt x="1851" y="947"/>
                    <a:pt x="1782" y="947"/>
                  </a:cubicBezTo>
                  <a:cubicBezTo>
                    <a:pt x="1532" y="947"/>
                    <a:pt x="1337" y="1024"/>
                    <a:pt x="1196" y="1178"/>
                  </a:cubicBezTo>
                  <a:cubicBezTo>
                    <a:pt x="1000" y="1356"/>
                    <a:pt x="929" y="1642"/>
                    <a:pt x="982" y="1981"/>
                  </a:cubicBezTo>
                  <a:cubicBezTo>
                    <a:pt x="643" y="2070"/>
                    <a:pt x="411" y="2248"/>
                    <a:pt x="322" y="2480"/>
                  </a:cubicBezTo>
                  <a:cubicBezTo>
                    <a:pt x="233" y="2659"/>
                    <a:pt x="215" y="2944"/>
                    <a:pt x="411" y="3319"/>
                  </a:cubicBezTo>
                  <a:cubicBezTo>
                    <a:pt x="90" y="3569"/>
                    <a:pt x="1" y="3836"/>
                    <a:pt x="1" y="4033"/>
                  </a:cubicBezTo>
                  <a:cubicBezTo>
                    <a:pt x="1" y="4229"/>
                    <a:pt x="90" y="4497"/>
                    <a:pt x="411" y="4764"/>
                  </a:cubicBezTo>
                  <a:cubicBezTo>
                    <a:pt x="215" y="5121"/>
                    <a:pt x="233" y="5407"/>
                    <a:pt x="322" y="5585"/>
                  </a:cubicBezTo>
                  <a:cubicBezTo>
                    <a:pt x="411" y="5835"/>
                    <a:pt x="643" y="5995"/>
                    <a:pt x="982" y="6085"/>
                  </a:cubicBezTo>
                  <a:cubicBezTo>
                    <a:pt x="929" y="6441"/>
                    <a:pt x="1000" y="6709"/>
                    <a:pt x="1196" y="6888"/>
                  </a:cubicBezTo>
                  <a:cubicBezTo>
                    <a:pt x="1346" y="7052"/>
                    <a:pt x="1557" y="7128"/>
                    <a:pt x="1831" y="7128"/>
                  </a:cubicBezTo>
                  <a:cubicBezTo>
                    <a:pt x="1884" y="7128"/>
                    <a:pt x="1941" y="7125"/>
                    <a:pt x="1999" y="7120"/>
                  </a:cubicBezTo>
                  <a:cubicBezTo>
                    <a:pt x="2089" y="7441"/>
                    <a:pt x="2267" y="7673"/>
                    <a:pt x="2499" y="7780"/>
                  </a:cubicBezTo>
                  <a:cubicBezTo>
                    <a:pt x="2572" y="7809"/>
                    <a:pt x="2664" y="7829"/>
                    <a:pt x="2772" y="7829"/>
                  </a:cubicBezTo>
                  <a:cubicBezTo>
                    <a:pt x="2925" y="7829"/>
                    <a:pt x="3110" y="7788"/>
                    <a:pt x="3320" y="7673"/>
                  </a:cubicBezTo>
                  <a:cubicBezTo>
                    <a:pt x="3587" y="7994"/>
                    <a:pt x="3855" y="8083"/>
                    <a:pt x="4051" y="8083"/>
                  </a:cubicBezTo>
                  <a:cubicBezTo>
                    <a:pt x="4248" y="8083"/>
                    <a:pt x="4515" y="7994"/>
                    <a:pt x="4765" y="7673"/>
                  </a:cubicBezTo>
                  <a:cubicBezTo>
                    <a:pt x="4985" y="7788"/>
                    <a:pt x="5175" y="7829"/>
                    <a:pt x="5330" y="7829"/>
                  </a:cubicBezTo>
                  <a:cubicBezTo>
                    <a:pt x="5438" y="7829"/>
                    <a:pt x="5530" y="7809"/>
                    <a:pt x="5604" y="7780"/>
                  </a:cubicBezTo>
                  <a:cubicBezTo>
                    <a:pt x="5836" y="7673"/>
                    <a:pt x="6014" y="7441"/>
                    <a:pt x="6103" y="7120"/>
                  </a:cubicBezTo>
                  <a:cubicBezTo>
                    <a:pt x="6162" y="7125"/>
                    <a:pt x="6218" y="7128"/>
                    <a:pt x="6272" y="7128"/>
                  </a:cubicBezTo>
                  <a:cubicBezTo>
                    <a:pt x="6546" y="7128"/>
                    <a:pt x="6757" y="7052"/>
                    <a:pt x="6906" y="6888"/>
                  </a:cubicBezTo>
                  <a:cubicBezTo>
                    <a:pt x="7102" y="6709"/>
                    <a:pt x="7174" y="6441"/>
                    <a:pt x="7120" y="6085"/>
                  </a:cubicBezTo>
                  <a:cubicBezTo>
                    <a:pt x="7459" y="5995"/>
                    <a:pt x="7691" y="5835"/>
                    <a:pt x="7780" y="5585"/>
                  </a:cubicBezTo>
                  <a:cubicBezTo>
                    <a:pt x="7852" y="5407"/>
                    <a:pt x="7887" y="5121"/>
                    <a:pt x="7691" y="4764"/>
                  </a:cubicBezTo>
                  <a:cubicBezTo>
                    <a:pt x="8012" y="4497"/>
                    <a:pt x="8102" y="4229"/>
                    <a:pt x="8102" y="4033"/>
                  </a:cubicBezTo>
                  <a:cubicBezTo>
                    <a:pt x="8102" y="3836"/>
                    <a:pt x="8012" y="3569"/>
                    <a:pt x="7691" y="3319"/>
                  </a:cubicBezTo>
                  <a:cubicBezTo>
                    <a:pt x="7887" y="2944"/>
                    <a:pt x="7852" y="2659"/>
                    <a:pt x="7780" y="2480"/>
                  </a:cubicBezTo>
                  <a:cubicBezTo>
                    <a:pt x="7691" y="2248"/>
                    <a:pt x="7459" y="2070"/>
                    <a:pt x="7120" y="1981"/>
                  </a:cubicBezTo>
                  <a:cubicBezTo>
                    <a:pt x="7174" y="1642"/>
                    <a:pt x="7102" y="1356"/>
                    <a:pt x="6906" y="1178"/>
                  </a:cubicBezTo>
                  <a:cubicBezTo>
                    <a:pt x="6766" y="1024"/>
                    <a:pt x="6571" y="947"/>
                    <a:pt x="6320" y="947"/>
                  </a:cubicBezTo>
                  <a:cubicBezTo>
                    <a:pt x="6252" y="947"/>
                    <a:pt x="6180" y="952"/>
                    <a:pt x="6103" y="964"/>
                  </a:cubicBezTo>
                  <a:cubicBezTo>
                    <a:pt x="6014" y="625"/>
                    <a:pt x="5836" y="393"/>
                    <a:pt x="5604" y="304"/>
                  </a:cubicBezTo>
                  <a:cubicBezTo>
                    <a:pt x="5524" y="272"/>
                    <a:pt x="5422" y="247"/>
                    <a:pt x="5301" y="247"/>
                  </a:cubicBezTo>
                  <a:cubicBezTo>
                    <a:pt x="5151" y="247"/>
                    <a:pt x="4972" y="284"/>
                    <a:pt x="4765" y="393"/>
                  </a:cubicBezTo>
                  <a:cubicBezTo>
                    <a:pt x="4515" y="72"/>
                    <a:pt x="4248" y="0"/>
                    <a:pt x="405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 name="Google Shape;1650;p118"/>
            <p:cNvSpPr/>
            <p:nvPr/>
          </p:nvSpPr>
          <p:spPr>
            <a:xfrm>
              <a:off x="4813155" y="3146344"/>
              <a:ext cx="260196" cy="60184"/>
            </a:xfrm>
            <a:custGeom>
              <a:rect b="b" l="l" r="r" t="t"/>
              <a:pathLst>
                <a:path extrusionOk="0" h="1874" w="8102">
                  <a:moveTo>
                    <a:pt x="7477" y="625"/>
                  </a:moveTo>
                  <a:lnTo>
                    <a:pt x="7477" y="1249"/>
                  </a:lnTo>
                  <a:lnTo>
                    <a:pt x="625" y="1249"/>
                  </a:lnTo>
                  <a:lnTo>
                    <a:pt x="625" y="625"/>
                  </a:lnTo>
                  <a:close/>
                  <a:moveTo>
                    <a:pt x="1" y="0"/>
                  </a:moveTo>
                  <a:lnTo>
                    <a:pt x="1" y="1874"/>
                  </a:lnTo>
                  <a:lnTo>
                    <a:pt x="8102" y="1874"/>
                  </a:lnTo>
                  <a:lnTo>
                    <a:pt x="810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 name="Google Shape;1651;p118"/>
            <p:cNvSpPr/>
            <p:nvPr/>
          </p:nvSpPr>
          <p:spPr>
            <a:xfrm>
              <a:off x="4899705" y="3016246"/>
              <a:ext cx="37253" cy="44736"/>
            </a:xfrm>
            <a:custGeom>
              <a:rect b="b" l="l" r="r" t="t"/>
              <a:pathLst>
                <a:path extrusionOk="0" h="1393" w="1160">
                  <a:moveTo>
                    <a:pt x="625" y="1"/>
                  </a:moveTo>
                  <a:lnTo>
                    <a:pt x="0" y="1071"/>
                  </a:lnTo>
                  <a:lnTo>
                    <a:pt x="535" y="1393"/>
                  </a:lnTo>
                  <a:lnTo>
                    <a:pt x="1160" y="304"/>
                  </a:lnTo>
                  <a:lnTo>
                    <a:pt x="62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2" name="Google Shape;1652;p118"/>
            <p:cNvSpPr/>
            <p:nvPr/>
          </p:nvSpPr>
          <p:spPr>
            <a:xfrm>
              <a:off x="4949547" y="2929728"/>
              <a:ext cx="37286" cy="44736"/>
            </a:xfrm>
            <a:custGeom>
              <a:rect b="b" l="l" r="r" t="t"/>
              <a:pathLst>
                <a:path extrusionOk="0" h="1393" w="1161">
                  <a:moveTo>
                    <a:pt x="625" y="1"/>
                  </a:moveTo>
                  <a:lnTo>
                    <a:pt x="1" y="1071"/>
                  </a:lnTo>
                  <a:lnTo>
                    <a:pt x="536" y="1392"/>
                  </a:lnTo>
                  <a:lnTo>
                    <a:pt x="1160" y="304"/>
                  </a:lnTo>
                  <a:lnTo>
                    <a:pt x="62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 name="Google Shape;1653;p118"/>
            <p:cNvSpPr/>
            <p:nvPr/>
          </p:nvSpPr>
          <p:spPr>
            <a:xfrm>
              <a:off x="4949547" y="3016246"/>
              <a:ext cx="37286" cy="44736"/>
            </a:xfrm>
            <a:custGeom>
              <a:rect b="b" l="l" r="r" t="t"/>
              <a:pathLst>
                <a:path extrusionOk="0" h="1393" w="1161">
                  <a:moveTo>
                    <a:pt x="536" y="1"/>
                  </a:moveTo>
                  <a:lnTo>
                    <a:pt x="1" y="304"/>
                  </a:lnTo>
                  <a:lnTo>
                    <a:pt x="625" y="1393"/>
                  </a:lnTo>
                  <a:lnTo>
                    <a:pt x="1160" y="1071"/>
                  </a:lnTo>
                  <a:lnTo>
                    <a:pt x="53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4" name="Google Shape;1654;p118"/>
            <p:cNvSpPr/>
            <p:nvPr/>
          </p:nvSpPr>
          <p:spPr>
            <a:xfrm>
              <a:off x="4899705" y="2929728"/>
              <a:ext cx="37253" cy="44736"/>
            </a:xfrm>
            <a:custGeom>
              <a:rect b="b" l="l" r="r" t="t"/>
              <a:pathLst>
                <a:path extrusionOk="0" h="1393" w="1160">
                  <a:moveTo>
                    <a:pt x="535" y="1"/>
                  </a:moveTo>
                  <a:lnTo>
                    <a:pt x="0" y="304"/>
                  </a:lnTo>
                  <a:lnTo>
                    <a:pt x="625" y="1392"/>
                  </a:lnTo>
                  <a:lnTo>
                    <a:pt x="1160" y="1071"/>
                  </a:lnTo>
                  <a:lnTo>
                    <a:pt x="5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5" name="Google Shape;1655;p118"/>
            <p:cNvSpPr/>
            <p:nvPr/>
          </p:nvSpPr>
          <p:spPr>
            <a:xfrm>
              <a:off x="4873338" y="2985319"/>
              <a:ext cx="40144" cy="20072"/>
            </a:xfrm>
            <a:custGeom>
              <a:rect b="b" l="l" r="r" t="t"/>
              <a:pathLst>
                <a:path extrusionOk="0" h="625" w="1250">
                  <a:moveTo>
                    <a:pt x="0" y="0"/>
                  </a:moveTo>
                  <a:lnTo>
                    <a:pt x="0" y="625"/>
                  </a:lnTo>
                  <a:lnTo>
                    <a:pt x="1249" y="625"/>
                  </a:lnTo>
                  <a:lnTo>
                    <a:pt x="1249"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118"/>
            <p:cNvSpPr/>
            <p:nvPr/>
          </p:nvSpPr>
          <p:spPr>
            <a:xfrm>
              <a:off x="4973055" y="2985319"/>
              <a:ext cx="40144" cy="20072"/>
            </a:xfrm>
            <a:custGeom>
              <a:rect b="b" l="l" r="r" t="t"/>
              <a:pathLst>
                <a:path extrusionOk="0" h="625" w="1250">
                  <a:moveTo>
                    <a:pt x="0" y="0"/>
                  </a:moveTo>
                  <a:lnTo>
                    <a:pt x="0" y="625"/>
                  </a:lnTo>
                  <a:lnTo>
                    <a:pt x="1249" y="625"/>
                  </a:lnTo>
                  <a:lnTo>
                    <a:pt x="1249"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57" name="Google Shape;1657;p118"/>
          <p:cNvGrpSpPr/>
          <p:nvPr/>
        </p:nvGrpSpPr>
        <p:grpSpPr>
          <a:xfrm>
            <a:off x="4073887" y="2873250"/>
            <a:ext cx="286361" cy="325758"/>
            <a:chOff x="4050488" y="2865563"/>
            <a:chExt cx="299729" cy="340965"/>
          </a:xfrm>
        </p:grpSpPr>
        <p:sp>
          <p:nvSpPr>
            <p:cNvPr id="1658" name="Google Shape;1658;p118"/>
            <p:cNvSpPr/>
            <p:nvPr/>
          </p:nvSpPr>
          <p:spPr>
            <a:xfrm>
              <a:off x="4050488" y="2865563"/>
              <a:ext cx="299729" cy="340965"/>
            </a:xfrm>
            <a:custGeom>
              <a:rect b="b" l="l" r="r" t="t"/>
              <a:pathLst>
                <a:path extrusionOk="0" h="10617" w="9333">
                  <a:moveTo>
                    <a:pt x="6227" y="607"/>
                  </a:moveTo>
                  <a:lnTo>
                    <a:pt x="6227" y="1285"/>
                  </a:lnTo>
                  <a:lnTo>
                    <a:pt x="3123" y="1285"/>
                  </a:lnTo>
                  <a:lnTo>
                    <a:pt x="3123" y="607"/>
                  </a:lnTo>
                  <a:close/>
                  <a:moveTo>
                    <a:pt x="6459" y="1892"/>
                  </a:moveTo>
                  <a:cubicBezTo>
                    <a:pt x="7209" y="2177"/>
                    <a:pt x="7780" y="2587"/>
                    <a:pt x="8155" y="3141"/>
                  </a:cubicBezTo>
                  <a:lnTo>
                    <a:pt x="1178" y="3141"/>
                  </a:lnTo>
                  <a:cubicBezTo>
                    <a:pt x="1553" y="2587"/>
                    <a:pt x="2124" y="2177"/>
                    <a:pt x="2855" y="1892"/>
                  </a:cubicBezTo>
                  <a:close/>
                  <a:moveTo>
                    <a:pt x="8494" y="3765"/>
                  </a:moveTo>
                  <a:cubicBezTo>
                    <a:pt x="8636" y="4140"/>
                    <a:pt x="8725" y="4568"/>
                    <a:pt x="8725" y="5014"/>
                  </a:cubicBezTo>
                  <a:cubicBezTo>
                    <a:pt x="8725" y="5781"/>
                    <a:pt x="8315" y="7102"/>
                    <a:pt x="7566" y="8101"/>
                  </a:cubicBezTo>
                  <a:cubicBezTo>
                    <a:pt x="7566" y="8119"/>
                    <a:pt x="7566" y="8119"/>
                    <a:pt x="7548" y="8119"/>
                  </a:cubicBezTo>
                  <a:lnTo>
                    <a:pt x="1785" y="8119"/>
                  </a:lnTo>
                  <a:cubicBezTo>
                    <a:pt x="1785" y="8119"/>
                    <a:pt x="1785" y="8119"/>
                    <a:pt x="1785" y="8101"/>
                  </a:cubicBezTo>
                  <a:cubicBezTo>
                    <a:pt x="1017" y="7102"/>
                    <a:pt x="625" y="5781"/>
                    <a:pt x="625" y="5014"/>
                  </a:cubicBezTo>
                  <a:cubicBezTo>
                    <a:pt x="625" y="4568"/>
                    <a:pt x="696" y="4140"/>
                    <a:pt x="857" y="3765"/>
                  </a:cubicBezTo>
                  <a:close/>
                  <a:moveTo>
                    <a:pt x="7191" y="8743"/>
                  </a:moveTo>
                  <a:cubicBezTo>
                    <a:pt x="6995" y="9136"/>
                    <a:pt x="6888" y="9546"/>
                    <a:pt x="6852" y="9992"/>
                  </a:cubicBezTo>
                  <a:lnTo>
                    <a:pt x="2481" y="9992"/>
                  </a:lnTo>
                  <a:cubicBezTo>
                    <a:pt x="2445" y="9564"/>
                    <a:pt x="2338" y="9136"/>
                    <a:pt x="2159" y="8743"/>
                  </a:cubicBezTo>
                  <a:close/>
                  <a:moveTo>
                    <a:pt x="1874" y="0"/>
                  </a:moveTo>
                  <a:lnTo>
                    <a:pt x="1874" y="607"/>
                  </a:lnTo>
                  <a:lnTo>
                    <a:pt x="2498" y="607"/>
                  </a:lnTo>
                  <a:lnTo>
                    <a:pt x="2498" y="1374"/>
                  </a:lnTo>
                  <a:cubicBezTo>
                    <a:pt x="1785" y="1660"/>
                    <a:pt x="1196" y="2106"/>
                    <a:pt x="768" y="2659"/>
                  </a:cubicBezTo>
                  <a:cubicBezTo>
                    <a:pt x="268" y="3319"/>
                    <a:pt x="0" y="4104"/>
                    <a:pt x="0" y="5014"/>
                  </a:cubicBezTo>
                  <a:cubicBezTo>
                    <a:pt x="0" y="6049"/>
                    <a:pt x="536" y="7476"/>
                    <a:pt x="1285" y="8476"/>
                  </a:cubicBezTo>
                  <a:cubicBezTo>
                    <a:pt x="1660" y="8993"/>
                    <a:pt x="1874" y="9617"/>
                    <a:pt x="1874" y="10260"/>
                  </a:cubicBezTo>
                  <a:lnTo>
                    <a:pt x="1874" y="10617"/>
                  </a:lnTo>
                  <a:lnTo>
                    <a:pt x="7476" y="10617"/>
                  </a:lnTo>
                  <a:lnTo>
                    <a:pt x="7476" y="10260"/>
                  </a:lnTo>
                  <a:cubicBezTo>
                    <a:pt x="7476" y="9617"/>
                    <a:pt x="7673" y="8993"/>
                    <a:pt x="8065" y="8476"/>
                  </a:cubicBezTo>
                  <a:cubicBezTo>
                    <a:pt x="8815" y="7476"/>
                    <a:pt x="9332" y="6049"/>
                    <a:pt x="9332" y="5014"/>
                  </a:cubicBezTo>
                  <a:cubicBezTo>
                    <a:pt x="9332" y="3337"/>
                    <a:pt x="8440" y="2034"/>
                    <a:pt x="6852" y="1392"/>
                  </a:cubicBezTo>
                  <a:lnTo>
                    <a:pt x="6852" y="607"/>
                  </a:lnTo>
                  <a:lnTo>
                    <a:pt x="7476" y="607"/>
                  </a:lnTo>
                  <a:lnTo>
                    <a:pt x="747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9" name="Google Shape;1659;p118"/>
            <p:cNvSpPr/>
            <p:nvPr/>
          </p:nvSpPr>
          <p:spPr>
            <a:xfrm>
              <a:off x="4150751" y="3006515"/>
              <a:ext cx="99749" cy="99749"/>
            </a:xfrm>
            <a:custGeom>
              <a:rect b="b" l="l" r="r" t="t"/>
              <a:pathLst>
                <a:path extrusionOk="0" h="3106" w="3106">
                  <a:moveTo>
                    <a:pt x="1553" y="625"/>
                  </a:moveTo>
                  <a:cubicBezTo>
                    <a:pt x="2071" y="625"/>
                    <a:pt x="2481" y="1035"/>
                    <a:pt x="2481" y="1553"/>
                  </a:cubicBezTo>
                  <a:cubicBezTo>
                    <a:pt x="2481" y="1731"/>
                    <a:pt x="2338" y="1874"/>
                    <a:pt x="2178" y="1874"/>
                  </a:cubicBezTo>
                  <a:cubicBezTo>
                    <a:pt x="1999" y="1874"/>
                    <a:pt x="1857" y="1731"/>
                    <a:pt x="1857" y="1553"/>
                  </a:cubicBezTo>
                  <a:cubicBezTo>
                    <a:pt x="1857" y="1143"/>
                    <a:pt x="1607" y="804"/>
                    <a:pt x="1232" y="679"/>
                  </a:cubicBezTo>
                  <a:cubicBezTo>
                    <a:pt x="1339" y="643"/>
                    <a:pt x="1446" y="625"/>
                    <a:pt x="1553" y="625"/>
                  </a:cubicBezTo>
                  <a:close/>
                  <a:moveTo>
                    <a:pt x="929" y="1250"/>
                  </a:moveTo>
                  <a:cubicBezTo>
                    <a:pt x="1107" y="1250"/>
                    <a:pt x="1232" y="1374"/>
                    <a:pt x="1232" y="1553"/>
                  </a:cubicBezTo>
                  <a:cubicBezTo>
                    <a:pt x="1232" y="1963"/>
                    <a:pt x="1500" y="2302"/>
                    <a:pt x="1857" y="2427"/>
                  </a:cubicBezTo>
                  <a:cubicBezTo>
                    <a:pt x="1767" y="2463"/>
                    <a:pt x="1660" y="2481"/>
                    <a:pt x="1553" y="2481"/>
                  </a:cubicBezTo>
                  <a:cubicBezTo>
                    <a:pt x="1036" y="2481"/>
                    <a:pt x="625" y="2070"/>
                    <a:pt x="625" y="1553"/>
                  </a:cubicBezTo>
                  <a:cubicBezTo>
                    <a:pt x="625" y="1374"/>
                    <a:pt x="750" y="1250"/>
                    <a:pt x="929" y="1250"/>
                  </a:cubicBezTo>
                  <a:close/>
                  <a:moveTo>
                    <a:pt x="1553" y="1"/>
                  </a:moveTo>
                  <a:cubicBezTo>
                    <a:pt x="697" y="1"/>
                    <a:pt x="1" y="696"/>
                    <a:pt x="1" y="1553"/>
                  </a:cubicBezTo>
                  <a:cubicBezTo>
                    <a:pt x="1" y="2409"/>
                    <a:pt x="697" y="3105"/>
                    <a:pt x="1553" y="3105"/>
                  </a:cubicBezTo>
                  <a:cubicBezTo>
                    <a:pt x="2410" y="3105"/>
                    <a:pt x="3105" y="2409"/>
                    <a:pt x="3105" y="1553"/>
                  </a:cubicBezTo>
                  <a:cubicBezTo>
                    <a:pt x="3105" y="696"/>
                    <a:pt x="2410" y="1"/>
                    <a:pt x="155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60" name="Google Shape;1660;p118"/>
          <p:cNvGrpSpPr/>
          <p:nvPr/>
        </p:nvGrpSpPr>
        <p:grpSpPr>
          <a:xfrm>
            <a:off x="3344682" y="2911572"/>
            <a:ext cx="325758" cy="248560"/>
            <a:chOff x="3287242" y="2905674"/>
            <a:chExt cx="340965" cy="260164"/>
          </a:xfrm>
        </p:grpSpPr>
        <p:sp>
          <p:nvSpPr>
            <p:cNvPr id="1661" name="Google Shape;1661;p118"/>
            <p:cNvSpPr/>
            <p:nvPr/>
          </p:nvSpPr>
          <p:spPr>
            <a:xfrm>
              <a:off x="3307860" y="3105654"/>
              <a:ext cx="299729" cy="20072"/>
            </a:xfrm>
            <a:custGeom>
              <a:rect b="b" l="l" r="r" t="t"/>
              <a:pathLst>
                <a:path extrusionOk="0" h="625" w="9333">
                  <a:moveTo>
                    <a:pt x="0" y="0"/>
                  </a:moveTo>
                  <a:lnTo>
                    <a:pt x="0" y="625"/>
                  </a:lnTo>
                  <a:lnTo>
                    <a:pt x="9332" y="625"/>
                  </a:lnTo>
                  <a:lnTo>
                    <a:pt x="933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 name="Google Shape;1662;p118"/>
            <p:cNvSpPr/>
            <p:nvPr/>
          </p:nvSpPr>
          <p:spPr>
            <a:xfrm>
              <a:off x="3307860" y="3145766"/>
              <a:ext cx="299729" cy="20072"/>
            </a:xfrm>
            <a:custGeom>
              <a:rect b="b" l="l" r="r" t="t"/>
              <a:pathLst>
                <a:path extrusionOk="0" h="625" w="9333">
                  <a:moveTo>
                    <a:pt x="0" y="0"/>
                  </a:moveTo>
                  <a:lnTo>
                    <a:pt x="0" y="625"/>
                  </a:lnTo>
                  <a:lnTo>
                    <a:pt x="9332" y="625"/>
                  </a:lnTo>
                  <a:lnTo>
                    <a:pt x="933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 name="Google Shape;1663;p118"/>
            <p:cNvSpPr/>
            <p:nvPr/>
          </p:nvSpPr>
          <p:spPr>
            <a:xfrm>
              <a:off x="3287242" y="2905674"/>
              <a:ext cx="340965" cy="179940"/>
            </a:xfrm>
            <a:custGeom>
              <a:rect b="b" l="l" r="r" t="t"/>
              <a:pathLst>
                <a:path extrusionOk="0" h="5603" w="10617">
                  <a:moveTo>
                    <a:pt x="10010" y="625"/>
                  </a:moveTo>
                  <a:lnTo>
                    <a:pt x="10010" y="4978"/>
                  </a:lnTo>
                  <a:lnTo>
                    <a:pt x="624" y="4978"/>
                  </a:lnTo>
                  <a:lnTo>
                    <a:pt x="624" y="625"/>
                  </a:lnTo>
                  <a:close/>
                  <a:moveTo>
                    <a:pt x="0" y="0"/>
                  </a:moveTo>
                  <a:lnTo>
                    <a:pt x="0" y="5603"/>
                  </a:lnTo>
                  <a:lnTo>
                    <a:pt x="10616" y="5603"/>
                  </a:lnTo>
                  <a:lnTo>
                    <a:pt x="106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4" name="Google Shape;1664;p118"/>
            <p:cNvSpPr/>
            <p:nvPr/>
          </p:nvSpPr>
          <p:spPr>
            <a:xfrm>
              <a:off x="3327900" y="2945786"/>
              <a:ext cx="261352" cy="99717"/>
            </a:xfrm>
            <a:custGeom>
              <a:rect b="b" l="l" r="r" t="t"/>
              <a:pathLst>
                <a:path extrusionOk="0" h="3105" w="8138">
                  <a:moveTo>
                    <a:pt x="1553" y="625"/>
                  </a:moveTo>
                  <a:cubicBezTo>
                    <a:pt x="1642" y="625"/>
                    <a:pt x="1732" y="643"/>
                    <a:pt x="1785" y="678"/>
                  </a:cubicBezTo>
                  <a:cubicBezTo>
                    <a:pt x="1892" y="803"/>
                    <a:pt x="1874" y="1285"/>
                    <a:pt x="1874" y="1553"/>
                  </a:cubicBezTo>
                  <a:cubicBezTo>
                    <a:pt x="1874" y="1892"/>
                    <a:pt x="1892" y="2320"/>
                    <a:pt x="1785" y="2445"/>
                  </a:cubicBezTo>
                  <a:cubicBezTo>
                    <a:pt x="1732" y="2480"/>
                    <a:pt x="1642" y="2498"/>
                    <a:pt x="1553" y="2498"/>
                  </a:cubicBezTo>
                  <a:cubicBezTo>
                    <a:pt x="1054" y="2498"/>
                    <a:pt x="625" y="2070"/>
                    <a:pt x="625" y="1553"/>
                  </a:cubicBezTo>
                  <a:cubicBezTo>
                    <a:pt x="625" y="1035"/>
                    <a:pt x="1054" y="625"/>
                    <a:pt x="1553" y="625"/>
                  </a:cubicBezTo>
                  <a:close/>
                  <a:moveTo>
                    <a:pt x="3427" y="625"/>
                  </a:moveTo>
                  <a:cubicBezTo>
                    <a:pt x="3498" y="625"/>
                    <a:pt x="3605" y="643"/>
                    <a:pt x="3659" y="678"/>
                  </a:cubicBezTo>
                  <a:cubicBezTo>
                    <a:pt x="3766" y="803"/>
                    <a:pt x="3730" y="1285"/>
                    <a:pt x="3730" y="1553"/>
                  </a:cubicBezTo>
                  <a:cubicBezTo>
                    <a:pt x="3730" y="1892"/>
                    <a:pt x="3766" y="2320"/>
                    <a:pt x="3659" y="2445"/>
                  </a:cubicBezTo>
                  <a:cubicBezTo>
                    <a:pt x="3605" y="2480"/>
                    <a:pt x="3498" y="2498"/>
                    <a:pt x="3427" y="2498"/>
                  </a:cubicBezTo>
                  <a:cubicBezTo>
                    <a:pt x="2909" y="2498"/>
                    <a:pt x="2499" y="2070"/>
                    <a:pt x="2499" y="1553"/>
                  </a:cubicBezTo>
                  <a:cubicBezTo>
                    <a:pt x="2499" y="1035"/>
                    <a:pt x="2909" y="625"/>
                    <a:pt x="3427" y="625"/>
                  </a:cubicBezTo>
                  <a:close/>
                  <a:moveTo>
                    <a:pt x="5300" y="625"/>
                  </a:moveTo>
                  <a:cubicBezTo>
                    <a:pt x="5371" y="625"/>
                    <a:pt x="5479" y="643"/>
                    <a:pt x="5514" y="678"/>
                  </a:cubicBezTo>
                  <a:cubicBezTo>
                    <a:pt x="5639" y="803"/>
                    <a:pt x="5603" y="1285"/>
                    <a:pt x="5603" y="1553"/>
                  </a:cubicBezTo>
                  <a:cubicBezTo>
                    <a:pt x="5603" y="1892"/>
                    <a:pt x="5621" y="2320"/>
                    <a:pt x="5514" y="2445"/>
                  </a:cubicBezTo>
                  <a:cubicBezTo>
                    <a:pt x="5479" y="2480"/>
                    <a:pt x="5371" y="2498"/>
                    <a:pt x="5300" y="2498"/>
                  </a:cubicBezTo>
                  <a:cubicBezTo>
                    <a:pt x="4783" y="2498"/>
                    <a:pt x="4354" y="2070"/>
                    <a:pt x="4354" y="1553"/>
                  </a:cubicBezTo>
                  <a:cubicBezTo>
                    <a:pt x="4354" y="1035"/>
                    <a:pt x="4783" y="625"/>
                    <a:pt x="5300" y="625"/>
                  </a:cubicBezTo>
                  <a:close/>
                  <a:moveTo>
                    <a:pt x="7156" y="625"/>
                  </a:moveTo>
                  <a:cubicBezTo>
                    <a:pt x="7245" y="625"/>
                    <a:pt x="7334" y="643"/>
                    <a:pt x="7388" y="678"/>
                  </a:cubicBezTo>
                  <a:cubicBezTo>
                    <a:pt x="7495" y="803"/>
                    <a:pt x="7477" y="1285"/>
                    <a:pt x="7477" y="1553"/>
                  </a:cubicBezTo>
                  <a:cubicBezTo>
                    <a:pt x="7477" y="1892"/>
                    <a:pt x="7495" y="2320"/>
                    <a:pt x="7388" y="2445"/>
                  </a:cubicBezTo>
                  <a:cubicBezTo>
                    <a:pt x="7334" y="2480"/>
                    <a:pt x="7245" y="2498"/>
                    <a:pt x="7156" y="2498"/>
                  </a:cubicBezTo>
                  <a:cubicBezTo>
                    <a:pt x="6638" y="2498"/>
                    <a:pt x="6228" y="2070"/>
                    <a:pt x="6228" y="1553"/>
                  </a:cubicBezTo>
                  <a:cubicBezTo>
                    <a:pt x="6228" y="1035"/>
                    <a:pt x="6638" y="625"/>
                    <a:pt x="7156" y="625"/>
                  </a:cubicBezTo>
                  <a:close/>
                  <a:moveTo>
                    <a:pt x="1553" y="0"/>
                  </a:moveTo>
                  <a:cubicBezTo>
                    <a:pt x="697" y="0"/>
                    <a:pt x="1" y="696"/>
                    <a:pt x="1" y="1553"/>
                  </a:cubicBezTo>
                  <a:cubicBezTo>
                    <a:pt x="1" y="2409"/>
                    <a:pt x="697" y="3105"/>
                    <a:pt x="1553" y="3105"/>
                  </a:cubicBezTo>
                  <a:cubicBezTo>
                    <a:pt x="1839" y="3105"/>
                    <a:pt x="2071" y="3034"/>
                    <a:pt x="2231" y="2873"/>
                  </a:cubicBezTo>
                  <a:cubicBezTo>
                    <a:pt x="2285" y="2819"/>
                    <a:pt x="2320" y="2748"/>
                    <a:pt x="2356" y="2695"/>
                  </a:cubicBezTo>
                  <a:cubicBezTo>
                    <a:pt x="2642" y="2944"/>
                    <a:pt x="3016" y="3105"/>
                    <a:pt x="3427" y="3105"/>
                  </a:cubicBezTo>
                  <a:cubicBezTo>
                    <a:pt x="3712" y="3105"/>
                    <a:pt x="3944" y="3034"/>
                    <a:pt x="4087" y="2873"/>
                  </a:cubicBezTo>
                  <a:cubicBezTo>
                    <a:pt x="4140" y="2819"/>
                    <a:pt x="4194" y="2748"/>
                    <a:pt x="4230" y="2695"/>
                  </a:cubicBezTo>
                  <a:cubicBezTo>
                    <a:pt x="4515" y="2944"/>
                    <a:pt x="4890" y="3105"/>
                    <a:pt x="5300" y="3105"/>
                  </a:cubicBezTo>
                  <a:cubicBezTo>
                    <a:pt x="5586" y="3105"/>
                    <a:pt x="5800" y="3034"/>
                    <a:pt x="5960" y="2873"/>
                  </a:cubicBezTo>
                  <a:cubicBezTo>
                    <a:pt x="6014" y="2819"/>
                    <a:pt x="6067" y="2748"/>
                    <a:pt x="6085" y="2695"/>
                  </a:cubicBezTo>
                  <a:cubicBezTo>
                    <a:pt x="6371" y="2944"/>
                    <a:pt x="6745" y="3105"/>
                    <a:pt x="7156" y="3105"/>
                  </a:cubicBezTo>
                  <a:cubicBezTo>
                    <a:pt x="7441" y="3105"/>
                    <a:pt x="7673" y="3034"/>
                    <a:pt x="7834" y="2873"/>
                  </a:cubicBezTo>
                  <a:cubicBezTo>
                    <a:pt x="8137" y="2552"/>
                    <a:pt x="8101" y="2034"/>
                    <a:pt x="8101" y="1553"/>
                  </a:cubicBezTo>
                  <a:cubicBezTo>
                    <a:pt x="8101" y="1053"/>
                    <a:pt x="8137" y="553"/>
                    <a:pt x="7834" y="250"/>
                  </a:cubicBezTo>
                  <a:cubicBezTo>
                    <a:pt x="7673" y="89"/>
                    <a:pt x="7441" y="0"/>
                    <a:pt x="7156" y="0"/>
                  </a:cubicBezTo>
                  <a:cubicBezTo>
                    <a:pt x="6745" y="0"/>
                    <a:pt x="6371" y="161"/>
                    <a:pt x="6085" y="428"/>
                  </a:cubicBezTo>
                  <a:cubicBezTo>
                    <a:pt x="6067" y="357"/>
                    <a:pt x="6014" y="304"/>
                    <a:pt x="5960" y="250"/>
                  </a:cubicBezTo>
                  <a:cubicBezTo>
                    <a:pt x="5800" y="89"/>
                    <a:pt x="5586" y="0"/>
                    <a:pt x="5300" y="0"/>
                  </a:cubicBezTo>
                  <a:cubicBezTo>
                    <a:pt x="4890" y="0"/>
                    <a:pt x="4515" y="161"/>
                    <a:pt x="4230" y="428"/>
                  </a:cubicBezTo>
                  <a:cubicBezTo>
                    <a:pt x="4194" y="357"/>
                    <a:pt x="4140" y="304"/>
                    <a:pt x="4087" y="250"/>
                  </a:cubicBezTo>
                  <a:cubicBezTo>
                    <a:pt x="3944" y="89"/>
                    <a:pt x="3712" y="0"/>
                    <a:pt x="3427" y="0"/>
                  </a:cubicBezTo>
                  <a:cubicBezTo>
                    <a:pt x="3016" y="0"/>
                    <a:pt x="2642" y="161"/>
                    <a:pt x="2356" y="428"/>
                  </a:cubicBezTo>
                  <a:cubicBezTo>
                    <a:pt x="2320" y="357"/>
                    <a:pt x="2285" y="304"/>
                    <a:pt x="2231" y="250"/>
                  </a:cubicBezTo>
                  <a:cubicBezTo>
                    <a:pt x="2071" y="89"/>
                    <a:pt x="1839" y="0"/>
                    <a:pt x="155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65" name="Google Shape;1665;p118"/>
          <p:cNvGrpSpPr/>
          <p:nvPr/>
        </p:nvGrpSpPr>
        <p:grpSpPr>
          <a:xfrm>
            <a:off x="2674020" y="2873250"/>
            <a:ext cx="248039" cy="325758"/>
            <a:chOff x="2585273" y="2865563"/>
            <a:chExt cx="259618" cy="340965"/>
          </a:xfrm>
        </p:grpSpPr>
        <p:sp>
          <p:nvSpPr>
            <p:cNvPr id="1666" name="Google Shape;1666;p118"/>
            <p:cNvSpPr/>
            <p:nvPr/>
          </p:nvSpPr>
          <p:spPr>
            <a:xfrm>
              <a:off x="2605345" y="2865563"/>
              <a:ext cx="220052" cy="279657"/>
            </a:xfrm>
            <a:custGeom>
              <a:rect b="b" l="l" r="r" t="t"/>
              <a:pathLst>
                <a:path extrusionOk="0" h="8708" w="6852">
                  <a:moveTo>
                    <a:pt x="3426" y="607"/>
                  </a:moveTo>
                  <a:cubicBezTo>
                    <a:pt x="3943" y="607"/>
                    <a:pt x="4354" y="1035"/>
                    <a:pt x="4354" y="1553"/>
                  </a:cubicBezTo>
                  <a:cubicBezTo>
                    <a:pt x="4354" y="1695"/>
                    <a:pt x="4318" y="1838"/>
                    <a:pt x="4265" y="1963"/>
                  </a:cubicBezTo>
                  <a:cubicBezTo>
                    <a:pt x="3997" y="1892"/>
                    <a:pt x="3712" y="1856"/>
                    <a:pt x="3426" y="1856"/>
                  </a:cubicBezTo>
                  <a:cubicBezTo>
                    <a:pt x="3141" y="1856"/>
                    <a:pt x="2855" y="1892"/>
                    <a:pt x="2587" y="1963"/>
                  </a:cubicBezTo>
                  <a:cubicBezTo>
                    <a:pt x="2516" y="1838"/>
                    <a:pt x="2498" y="1695"/>
                    <a:pt x="2498" y="1553"/>
                  </a:cubicBezTo>
                  <a:cubicBezTo>
                    <a:pt x="2498" y="1035"/>
                    <a:pt x="2909" y="607"/>
                    <a:pt x="3426" y="607"/>
                  </a:cubicBezTo>
                  <a:close/>
                  <a:moveTo>
                    <a:pt x="3426" y="4961"/>
                  </a:moveTo>
                  <a:cubicBezTo>
                    <a:pt x="3587" y="4961"/>
                    <a:pt x="3729" y="5103"/>
                    <a:pt x="3729" y="5282"/>
                  </a:cubicBezTo>
                  <a:cubicBezTo>
                    <a:pt x="3729" y="5442"/>
                    <a:pt x="3587" y="5585"/>
                    <a:pt x="3426" y="5585"/>
                  </a:cubicBezTo>
                  <a:cubicBezTo>
                    <a:pt x="3248" y="5585"/>
                    <a:pt x="3105" y="5442"/>
                    <a:pt x="3105" y="5282"/>
                  </a:cubicBezTo>
                  <a:cubicBezTo>
                    <a:pt x="3105" y="5103"/>
                    <a:pt x="3248" y="4961"/>
                    <a:pt x="3426" y="4961"/>
                  </a:cubicBezTo>
                  <a:close/>
                  <a:moveTo>
                    <a:pt x="3426" y="2480"/>
                  </a:moveTo>
                  <a:cubicBezTo>
                    <a:pt x="4961" y="2480"/>
                    <a:pt x="6227" y="3729"/>
                    <a:pt x="6227" y="5282"/>
                  </a:cubicBezTo>
                  <a:cubicBezTo>
                    <a:pt x="6227" y="6727"/>
                    <a:pt x="5139" y="7905"/>
                    <a:pt x="3729" y="8065"/>
                  </a:cubicBezTo>
                  <a:lnTo>
                    <a:pt x="3729" y="6156"/>
                  </a:lnTo>
                  <a:cubicBezTo>
                    <a:pt x="4104" y="6031"/>
                    <a:pt x="4354" y="5692"/>
                    <a:pt x="4354" y="5282"/>
                  </a:cubicBezTo>
                  <a:cubicBezTo>
                    <a:pt x="4354" y="4764"/>
                    <a:pt x="3943" y="4354"/>
                    <a:pt x="3426" y="4354"/>
                  </a:cubicBezTo>
                  <a:cubicBezTo>
                    <a:pt x="2909" y="4354"/>
                    <a:pt x="2498" y="4764"/>
                    <a:pt x="2498" y="5282"/>
                  </a:cubicBezTo>
                  <a:cubicBezTo>
                    <a:pt x="2498" y="5692"/>
                    <a:pt x="2748" y="6031"/>
                    <a:pt x="3105" y="6156"/>
                  </a:cubicBezTo>
                  <a:lnTo>
                    <a:pt x="3105" y="8065"/>
                  </a:lnTo>
                  <a:cubicBezTo>
                    <a:pt x="1713" y="7905"/>
                    <a:pt x="625" y="6727"/>
                    <a:pt x="625" y="5282"/>
                  </a:cubicBezTo>
                  <a:cubicBezTo>
                    <a:pt x="625" y="3729"/>
                    <a:pt x="1874" y="2480"/>
                    <a:pt x="3426" y="2480"/>
                  </a:cubicBezTo>
                  <a:close/>
                  <a:moveTo>
                    <a:pt x="3426" y="0"/>
                  </a:moveTo>
                  <a:cubicBezTo>
                    <a:pt x="2570" y="0"/>
                    <a:pt x="1874" y="696"/>
                    <a:pt x="1874" y="1553"/>
                  </a:cubicBezTo>
                  <a:cubicBezTo>
                    <a:pt x="1874" y="1767"/>
                    <a:pt x="1909" y="1981"/>
                    <a:pt x="1999" y="2177"/>
                  </a:cubicBezTo>
                  <a:cubicBezTo>
                    <a:pt x="821" y="2712"/>
                    <a:pt x="0" y="3908"/>
                    <a:pt x="0" y="5282"/>
                  </a:cubicBezTo>
                  <a:cubicBezTo>
                    <a:pt x="0" y="7173"/>
                    <a:pt x="1535" y="8707"/>
                    <a:pt x="3426" y="8707"/>
                  </a:cubicBezTo>
                  <a:cubicBezTo>
                    <a:pt x="5317" y="8707"/>
                    <a:pt x="6852" y="7173"/>
                    <a:pt x="6852" y="5282"/>
                  </a:cubicBezTo>
                  <a:cubicBezTo>
                    <a:pt x="6852" y="3908"/>
                    <a:pt x="6031" y="2712"/>
                    <a:pt x="4853" y="2177"/>
                  </a:cubicBezTo>
                  <a:cubicBezTo>
                    <a:pt x="4925" y="1981"/>
                    <a:pt x="4978" y="1767"/>
                    <a:pt x="4978" y="1553"/>
                  </a:cubicBezTo>
                  <a:cubicBezTo>
                    <a:pt x="4978" y="696"/>
                    <a:pt x="4282" y="0"/>
                    <a:pt x="342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7" name="Google Shape;1667;p118"/>
            <p:cNvSpPr/>
            <p:nvPr/>
          </p:nvSpPr>
          <p:spPr>
            <a:xfrm>
              <a:off x="2585273" y="3146344"/>
              <a:ext cx="259618" cy="60184"/>
            </a:xfrm>
            <a:custGeom>
              <a:rect b="b" l="l" r="r" t="t"/>
              <a:pathLst>
                <a:path extrusionOk="0" h="1874" w="8084">
                  <a:moveTo>
                    <a:pt x="946" y="625"/>
                  </a:moveTo>
                  <a:cubicBezTo>
                    <a:pt x="1107" y="625"/>
                    <a:pt x="1250" y="767"/>
                    <a:pt x="1250" y="928"/>
                  </a:cubicBezTo>
                  <a:cubicBezTo>
                    <a:pt x="1250" y="1106"/>
                    <a:pt x="1107" y="1249"/>
                    <a:pt x="946" y="1249"/>
                  </a:cubicBezTo>
                  <a:cubicBezTo>
                    <a:pt x="768" y="1249"/>
                    <a:pt x="625" y="1106"/>
                    <a:pt x="625" y="928"/>
                  </a:cubicBezTo>
                  <a:cubicBezTo>
                    <a:pt x="625" y="767"/>
                    <a:pt x="768" y="625"/>
                    <a:pt x="946" y="625"/>
                  </a:cubicBezTo>
                  <a:close/>
                  <a:moveTo>
                    <a:pt x="946" y="0"/>
                  </a:moveTo>
                  <a:cubicBezTo>
                    <a:pt x="429" y="0"/>
                    <a:pt x="1" y="411"/>
                    <a:pt x="1" y="928"/>
                  </a:cubicBezTo>
                  <a:cubicBezTo>
                    <a:pt x="1" y="1445"/>
                    <a:pt x="429" y="1874"/>
                    <a:pt x="946" y="1874"/>
                  </a:cubicBezTo>
                  <a:cubicBezTo>
                    <a:pt x="1339" y="1874"/>
                    <a:pt x="1696" y="1606"/>
                    <a:pt x="1821" y="1249"/>
                  </a:cubicBezTo>
                  <a:lnTo>
                    <a:pt x="8083" y="1249"/>
                  </a:lnTo>
                  <a:lnTo>
                    <a:pt x="8083" y="625"/>
                  </a:lnTo>
                  <a:lnTo>
                    <a:pt x="1821" y="625"/>
                  </a:lnTo>
                  <a:cubicBezTo>
                    <a:pt x="1696" y="268"/>
                    <a:pt x="1339" y="0"/>
                    <a:pt x="94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68" name="Google Shape;1668;p118"/>
          <p:cNvSpPr/>
          <p:nvPr/>
        </p:nvSpPr>
        <p:spPr>
          <a:xfrm>
            <a:off x="1964456" y="2873159"/>
            <a:ext cx="248037" cy="325756"/>
          </a:xfrm>
          <a:custGeom>
            <a:rect b="b" l="l" r="r" t="t"/>
            <a:pathLst>
              <a:path extrusionOk="0" h="10617" w="8084">
                <a:moveTo>
                  <a:pt x="6228" y="607"/>
                </a:moveTo>
                <a:lnTo>
                  <a:pt x="6228" y="1231"/>
                </a:lnTo>
                <a:lnTo>
                  <a:pt x="1874" y="1231"/>
                </a:lnTo>
                <a:lnTo>
                  <a:pt x="1874" y="607"/>
                </a:lnTo>
                <a:close/>
                <a:moveTo>
                  <a:pt x="1874" y="1856"/>
                </a:moveTo>
                <a:lnTo>
                  <a:pt x="1874" y="5532"/>
                </a:lnTo>
                <a:cubicBezTo>
                  <a:pt x="1874" y="6531"/>
                  <a:pt x="2195" y="7476"/>
                  <a:pt x="2802" y="8261"/>
                </a:cubicBezTo>
                <a:cubicBezTo>
                  <a:pt x="1482" y="7548"/>
                  <a:pt x="625" y="6174"/>
                  <a:pt x="625" y="4604"/>
                </a:cubicBezTo>
                <a:lnTo>
                  <a:pt x="625" y="1856"/>
                </a:lnTo>
                <a:close/>
                <a:moveTo>
                  <a:pt x="7477" y="1856"/>
                </a:moveTo>
                <a:lnTo>
                  <a:pt x="7477" y="4604"/>
                </a:lnTo>
                <a:cubicBezTo>
                  <a:pt x="7477" y="6174"/>
                  <a:pt x="6602" y="7548"/>
                  <a:pt x="5300" y="8261"/>
                </a:cubicBezTo>
                <a:cubicBezTo>
                  <a:pt x="5889" y="7476"/>
                  <a:pt x="6228" y="6531"/>
                  <a:pt x="6228" y="5532"/>
                </a:cubicBezTo>
                <a:lnTo>
                  <a:pt x="6228" y="1856"/>
                </a:lnTo>
                <a:close/>
                <a:moveTo>
                  <a:pt x="3730" y="1856"/>
                </a:moveTo>
                <a:lnTo>
                  <a:pt x="3730" y="8368"/>
                </a:lnTo>
                <a:cubicBezTo>
                  <a:pt x="2945" y="7637"/>
                  <a:pt x="2499" y="6620"/>
                  <a:pt x="2499" y="5532"/>
                </a:cubicBezTo>
                <a:lnTo>
                  <a:pt x="2499" y="1856"/>
                </a:lnTo>
                <a:close/>
                <a:moveTo>
                  <a:pt x="5603" y="1856"/>
                </a:moveTo>
                <a:lnTo>
                  <a:pt x="5603" y="5532"/>
                </a:lnTo>
                <a:cubicBezTo>
                  <a:pt x="5603" y="6620"/>
                  <a:pt x="5139" y="7637"/>
                  <a:pt x="4354" y="8368"/>
                </a:cubicBezTo>
                <a:lnTo>
                  <a:pt x="4354" y="1856"/>
                </a:lnTo>
                <a:close/>
                <a:moveTo>
                  <a:pt x="1250" y="0"/>
                </a:moveTo>
                <a:lnTo>
                  <a:pt x="1250" y="1231"/>
                </a:lnTo>
                <a:lnTo>
                  <a:pt x="1" y="1231"/>
                </a:lnTo>
                <a:lnTo>
                  <a:pt x="1" y="4604"/>
                </a:lnTo>
                <a:cubicBezTo>
                  <a:pt x="1" y="5728"/>
                  <a:pt x="411" y="6834"/>
                  <a:pt x="1143" y="7690"/>
                </a:cubicBezTo>
                <a:cubicBezTo>
                  <a:pt x="1803" y="8493"/>
                  <a:pt x="2731" y="9047"/>
                  <a:pt x="3730" y="9261"/>
                </a:cubicBezTo>
                <a:lnTo>
                  <a:pt x="3730" y="10617"/>
                </a:lnTo>
                <a:lnTo>
                  <a:pt x="4354" y="10617"/>
                </a:lnTo>
                <a:lnTo>
                  <a:pt x="4354" y="9261"/>
                </a:lnTo>
                <a:cubicBezTo>
                  <a:pt x="5371" y="9047"/>
                  <a:pt x="6281" y="8493"/>
                  <a:pt x="6959" y="7690"/>
                </a:cubicBezTo>
                <a:cubicBezTo>
                  <a:pt x="7691" y="6834"/>
                  <a:pt x="8083" y="5728"/>
                  <a:pt x="8083" y="4604"/>
                </a:cubicBezTo>
                <a:lnTo>
                  <a:pt x="8083" y="1231"/>
                </a:lnTo>
                <a:lnTo>
                  <a:pt x="6852" y="1231"/>
                </a:lnTo>
                <a:lnTo>
                  <a:pt x="685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69" name="Google Shape;1669;p118"/>
          <p:cNvGrpSpPr/>
          <p:nvPr/>
        </p:nvGrpSpPr>
        <p:grpSpPr>
          <a:xfrm>
            <a:off x="7678916" y="2349312"/>
            <a:ext cx="171915" cy="325789"/>
            <a:chOff x="7823807" y="2317167"/>
            <a:chExt cx="179940" cy="340997"/>
          </a:xfrm>
        </p:grpSpPr>
        <p:sp>
          <p:nvSpPr>
            <p:cNvPr id="1670" name="Google Shape;1670;p118"/>
            <p:cNvSpPr/>
            <p:nvPr/>
          </p:nvSpPr>
          <p:spPr>
            <a:xfrm>
              <a:off x="7823807" y="2317167"/>
              <a:ext cx="179940" cy="340997"/>
            </a:xfrm>
            <a:custGeom>
              <a:rect b="b" l="l" r="r" t="t"/>
              <a:pathLst>
                <a:path extrusionOk="0" h="10618" w="5603">
                  <a:moveTo>
                    <a:pt x="3729" y="2517"/>
                  </a:moveTo>
                  <a:lnTo>
                    <a:pt x="3729" y="3123"/>
                  </a:lnTo>
                  <a:lnTo>
                    <a:pt x="1874" y="3123"/>
                  </a:lnTo>
                  <a:lnTo>
                    <a:pt x="1874" y="2517"/>
                  </a:lnTo>
                  <a:close/>
                  <a:moveTo>
                    <a:pt x="4978" y="3748"/>
                  </a:moveTo>
                  <a:lnTo>
                    <a:pt x="4978" y="6246"/>
                  </a:lnTo>
                  <a:lnTo>
                    <a:pt x="625" y="6246"/>
                  </a:lnTo>
                  <a:lnTo>
                    <a:pt x="625" y="3748"/>
                  </a:lnTo>
                  <a:close/>
                  <a:moveTo>
                    <a:pt x="3105" y="6870"/>
                  </a:moveTo>
                  <a:lnTo>
                    <a:pt x="3105" y="8726"/>
                  </a:lnTo>
                  <a:lnTo>
                    <a:pt x="2498" y="8726"/>
                  </a:lnTo>
                  <a:lnTo>
                    <a:pt x="2498" y="6870"/>
                  </a:lnTo>
                  <a:close/>
                  <a:moveTo>
                    <a:pt x="3105" y="9350"/>
                  </a:moveTo>
                  <a:lnTo>
                    <a:pt x="3105" y="9993"/>
                  </a:lnTo>
                  <a:lnTo>
                    <a:pt x="2498" y="9993"/>
                  </a:lnTo>
                  <a:lnTo>
                    <a:pt x="2498" y="9350"/>
                  </a:lnTo>
                  <a:close/>
                  <a:moveTo>
                    <a:pt x="2498" y="1"/>
                  </a:moveTo>
                  <a:lnTo>
                    <a:pt x="2498" y="1892"/>
                  </a:lnTo>
                  <a:lnTo>
                    <a:pt x="1249" y="1892"/>
                  </a:lnTo>
                  <a:lnTo>
                    <a:pt x="1249" y="3123"/>
                  </a:lnTo>
                  <a:lnTo>
                    <a:pt x="0" y="3123"/>
                  </a:lnTo>
                  <a:lnTo>
                    <a:pt x="0" y="6870"/>
                  </a:lnTo>
                  <a:lnTo>
                    <a:pt x="1874" y="6870"/>
                  </a:lnTo>
                  <a:lnTo>
                    <a:pt x="1874" y="8726"/>
                  </a:lnTo>
                  <a:lnTo>
                    <a:pt x="1249" y="8726"/>
                  </a:lnTo>
                  <a:lnTo>
                    <a:pt x="1249" y="9350"/>
                  </a:lnTo>
                  <a:lnTo>
                    <a:pt x="1874" y="9350"/>
                  </a:lnTo>
                  <a:lnTo>
                    <a:pt x="1874" y="10617"/>
                  </a:lnTo>
                  <a:lnTo>
                    <a:pt x="3729" y="10617"/>
                  </a:lnTo>
                  <a:lnTo>
                    <a:pt x="3729" y="9350"/>
                  </a:lnTo>
                  <a:lnTo>
                    <a:pt x="4354" y="9350"/>
                  </a:lnTo>
                  <a:lnTo>
                    <a:pt x="4354" y="8726"/>
                  </a:lnTo>
                  <a:lnTo>
                    <a:pt x="3729" y="8726"/>
                  </a:lnTo>
                  <a:lnTo>
                    <a:pt x="3729" y="6870"/>
                  </a:lnTo>
                  <a:lnTo>
                    <a:pt x="5603" y="6870"/>
                  </a:lnTo>
                  <a:lnTo>
                    <a:pt x="5603" y="3123"/>
                  </a:lnTo>
                  <a:lnTo>
                    <a:pt x="4354" y="3123"/>
                  </a:lnTo>
                  <a:lnTo>
                    <a:pt x="4354" y="1892"/>
                  </a:lnTo>
                  <a:lnTo>
                    <a:pt x="3105" y="1892"/>
                  </a:lnTo>
                  <a:lnTo>
                    <a:pt x="310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1" name="Google Shape;1671;p118"/>
            <p:cNvSpPr/>
            <p:nvPr/>
          </p:nvSpPr>
          <p:spPr>
            <a:xfrm>
              <a:off x="7904031" y="2457574"/>
              <a:ext cx="19494" cy="40144"/>
            </a:xfrm>
            <a:custGeom>
              <a:rect b="b" l="l" r="r" t="t"/>
              <a:pathLst>
                <a:path extrusionOk="0" h="1250" w="607">
                  <a:moveTo>
                    <a:pt x="0" y="0"/>
                  </a:moveTo>
                  <a:lnTo>
                    <a:pt x="0" y="1249"/>
                  </a:lnTo>
                  <a:lnTo>
                    <a:pt x="607" y="1249"/>
                  </a:lnTo>
                  <a:lnTo>
                    <a:pt x="607"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2" name="Google Shape;1672;p118"/>
            <p:cNvSpPr/>
            <p:nvPr/>
          </p:nvSpPr>
          <p:spPr>
            <a:xfrm>
              <a:off x="7863919" y="2457574"/>
              <a:ext cx="20072" cy="40144"/>
            </a:xfrm>
            <a:custGeom>
              <a:rect b="b" l="l" r="r" t="t"/>
              <a:pathLst>
                <a:path extrusionOk="0" h="1250" w="625">
                  <a:moveTo>
                    <a:pt x="0" y="0"/>
                  </a:moveTo>
                  <a:lnTo>
                    <a:pt x="0" y="1249"/>
                  </a:lnTo>
                  <a:lnTo>
                    <a:pt x="625" y="1249"/>
                  </a:lnTo>
                  <a:lnTo>
                    <a:pt x="62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3" name="Google Shape;1673;p118"/>
            <p:cNvSpPr/>
            <p:nvPr/>
          </p:nvSpPr>
          <p:spPr>
            <a:xfrm>
              <a:off x="7943564" y="2457574"/>
              <a:ext cx="20072" cy="40144"/>
            </a:xfrm>
            <a:custGeom>
              <a:rect b="b" l="l" r="r" t="t"/>
              <a:pathLst>
                <a:path extrusionOk="0" h="1250" w="625">
                  <a:moveTo>
                    <a:pt x="0" y="0"/>
                  </a:moveTo>
                  <a:lnTo>
                    <a:pt x="0" y="1249"/>
                  </a:lnTo>
                  <a:lnTo>
                    <a:pt x="625" y="1249"/>
                  </a:lnTo>
                  <a:lnTo>
                    <a:pt x="62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74" name="Google Shape;1674;p118"/>
          <p:cNvSpPr/>
          <p:nvPr/>
        </p:nvSpPr>
        <p:spPr>
          <a:xfrm>
            <a:off x="6950012" y="2349239"/>
            <a:ext cx="210267" cy="325787"/>
          </a:xfrm>
          <a:custGeom>
            <a:rect b="b" l="l" r="r" t="t"/>
            <a:pathLst>
              <a:path extrusionOk="0" h="10618" w="6853">
                <a:moveTo>
                  <a:pt x="4675" y="625"/>
                </a:moveTo>
                <a:cubicBezTo>
                  <a:pt x="4890" y="625"/>
                  <a:pt x="5104" y="911"/>
                  <a:pt x="5407" y="1089"/>
                </a:cubicBezTo>
                <a:lnTo>
                  <a:pt x="3890" y="3106"/>
                </a:lnTo>
                <a:lnTo>
                  <a:pt x="2963" y="3106"/>
                </a:lnTo>
                <a:lnTo>
                  <a:pt x="1446" y="1089"/>
                </a:lnTo>
                <a:cubicBezTo>
                  <a:pt x="1749" y="911"/>
                  <a:pt x="1963" y="625"/>
                  <a:pt x="2177" y="625"/>
                </a:cubicBezTo>
                <a:cubicBezTo>
                  <a:pt x="2320" y="625"/>
                  <a:pt x="2445" y="732"/>
                  <a:pt x="2606" y="857"/>
                </a:cubicBezTo>
                <a:cubicBezTo>
                  <a:pt x="2820" y="1036"/>
                  <a:pt x="3070" y="1250"/>
                  <a:pt x="3426" y="1250"/>
                </a:cubicBezTo>
                <a:cubicBezTo>
                  <a:pt x="3783" y="1250"/>
                  <a:pt x="4033" y="1036"/>
                  <a:pt x="4247" y="857"/>
                </a:cubicBezTo>
                <a:cubicBezTo>
                  <a:pt x="4408" y="732"/>
                  <a:pt x="4533" y="625"/>
                  <a:pt x="4675" y="625"/>
                </a:cubicBezTo>
                <a:close/>
                <a:moveTo>
                  <a:pt x="3980" y="3730"/>
                </a:moveTo>
                <a:cubicBezTo>
                  <a:pt x="5371" y="4462"/>
                  <a:pt x="6228" y="5871"/>
                  <a:pt x="6228" y="7441"/>
                </a:cubicBezTo>
                <a:lnTo>
                  <a:pt x="6228" y="7459"/>
                </a:lnTo>
                <a:lnTo>
                  <a:pt x="625" y="7459"/>
                </a:lnTo>
                <a:lnTo>
                  <a:pt x="625" y="7441"/>
                </a:lnTo>
                <a:cubicBezTo>
                  <a:pt x="625" y="5871"/>
                  <a:pt x="1482" y="4462"/>
                  <a:pt x="2873" y="3730"/>
                </a:cubicBezTo>
                <a:lnTo>
                  <a:pt x="3123" y="3730"/>
                </a:lnTo>
                <a:lnTo>
                  <a:pt x="3123" y="4355"/>
                </a:lnTo>
                <a:cubicBezTo>
                  <a:pt x="3123" y="5033"/>
                  <a:pt x="2552" y="5603"/>
                  <a:pt x="1874" y="5603"/>
                </a:cubicBezTo>
                <a:lnTo>
                  <a:pt x="1874" y="6228"/>
                </a:lnTo>
                <a:cubicBezTo>
                  <a:pt x="2516" y="6228"/>
                  <a:pt x="3087" y="5889"/>
                  <a:pt x="3426" y="5389"/>
                </a:cubicBezTo>
                <a:cubicBezTo>
                  <a:pt x="3765" y="5889"/>
                  <a:pt x="4336" y="6228"/>
                  <a:pt x="4979" y="6228"/>
                </a:cubicBezTo>
                <a:lnTo>
                  <a:pt x="4979" y="5603"/>
                </a:lnTo>
                <a:cubicBezTo>
                  <a:pt x="4301" y="5603"/>
                  <a:pt x="3730" y="5033"/>
                  <a:pt x="3730" y="4355"/>
                </a:cubicBezTo>
                <a:lnTo>
                  <a:pt x="3730" y="3730"/>
                </a:lnTo>
                <a:close/>
                <a:moveTo>
                  <a:pt x="1250" y="8084"/>
                </a:moveTo>
                <a:lnTo>
                  <a:pt x="1250" y="9939"/>
                </a:lnTo>
                <a:cubicBezTo>
                  <a:pt x="893" y="9814"/>
                  <a:pt x="625" y="9457"/>
                  <a:pt x="625" y="9065"/>
                </a:cubicBezTo>
                <a:lnTo>
                  <a:pt x="625" y="8084"/>
                </a:lnTo>
                <a:close/>
                <a:moveTo>
                  <a:pt x="6228" y="8084"/>
                </a:moveTo>
                <a:lnTo>
                  <a:pt x="6228" y="9065"/>
                </a:lnTo>
                <a:cubicBezTo>
                  <a:pt x="6228" y="9457"/>
                  <a:pt x="5960" y="9814"/>
                  <a:pt x="5603" y="9939"/>
                </a:cubicBezTo>
                <a:lnTo>
                  <a:pt x="5603" y="8084"/>
                </a:lnTo>
                <a:close/>
                <a:moveTo>
                  <a:pt x="2499" y="8084"/>
                </a:moveTo>
                <a:lnTo>
                  <a:pt x="2499" y="9993"/>
                </a:lnTo>
                <a:lnTo>
                  <a:pt x="1874" y="9993"/>
                </a:lnTo>
                <a:lnTo>
                  <a:pt x="1874" y="8084"/>
                </a:lnTo>
                <a:close/>
                <a:moveTo>
                  <a:pt x="3730" y="8084"/>
                </a:moveTo>
                <a:lnTo>
                  <a:pt x="3730" y="9993"/>
                </a:lnTo>
                <a:lnTo>
                  <a:pt x="3123" y="9993"/>
                </a:lnTo>
                <a:lnTo>
                  <a:pt x="3123" y="8084"/>
                </a:lnTo>
                <a:close/>
                <a:moveTo>
                  <a:pt x="4979" y="8084"/>
                </a:moveTo>
                <a:lnTo>
                  <a:pt x="4979" y="9993"/>
                </a:lnTo>
                <a:lnTo>
                  <a:pt x="4354" y="9993"/>
                </a:lnTo>
                <a:lnTo>
                  <a:pt x="4354" y="8084"/>
                </a:lnTo>
                <a:close/>
                <a:moveTo>
                  <a:pt x="2177" y="1"/>
                </a:moveTo>
                <a:cubicBezTo>
                  <a:pt x="1821" y="1"/>
                  <a:pt x="1571" y="215"/>
                  <a:pt x="1357" y="376"/>
                </a:cubicBezTo>
                <a:cubicBezTo>
                  <a:pt x="1214" y="518"/>
                  <a:pt x="1071" y="625"/>
                  <a:pt x="946" y="625"/>
                </a:cubicBezTo>
                <a:lnTo>
                  <a:pt x="322" y="625"/>
                </a:lnTo>
                <a:lnTo>
                  <a:pt x="2338" y="3320"/>
                </a:lnTo>
                <a:cubicBezTo>
                  <a:pt x="1678" y="3712"/>
                  <a:pt x="1125" y="4265"/>
                  <a:pt x="732" y="4908"/>
                </a:cubicBezTo>
                <a:cubicBezTo>
                  <a:pt x="250" y="5675"/>
                  <a:pt x="1" y="6549"/>
                  <a:pt x="1" y="7441"/>
                </a:cubicBezTo>
                <a:lnTo>
                  <a:pt x="1" y="9065"/>
                </a:lnTo>
                <a:cubicBezTo>
                  <a:pt x="1" y="9921"/>
                  <a:pt x="697" y="10617"/>
                  <a:pt x="1553" y="10617"/>
                </a:cubicBezTo>
                <a:lnTo>
                  <a:pt x="5300" y="10617"/>
                </a:lnTo>
                <a:cubicBezTo>
                  <a:pt x="6156" y="10617"/>
                  <a:pt x="6852" y="9921"/>
                  <a:pt x="6852" y="9065"/>
                </a:cubicBezTo>
                <a:lnTo>
                  <a:pt x="6852" y="7441"/>
                </a:lnTo>
                <a:cubicBezTo>
                  <a:pt x="6852" y="6549"/>
                  <a:pt x="6602" y="5675"/>
                  <a:pt x="6121" y="4908"/>
                </a:cubicBezTo>
                <a:cubicBezTo>
                  <a:pt x="5728" y="4265"/>
                  <a:pt x="5175" y="3712"/>
                  <a:pt x="4515" y="3320"/>
                </a:cubicBezTo>
                <a:lnTo>
                  <a:pt x="6531" y="625"/>
                </a:lnTo>
                <a:lnTo>
                  <a:pt x="5907" y="625"/>
                </a:lnTo>
                <a:cubicBezTo>
                  <a:pt x="5782" y="625"/>
                  <a:pt x="5639" y="518"/>
                  <a:pt x="5496" y="376"/>
                </a:cubicBezTo>
                <a:cubicBezTo>
                  <a:pt x="5282" y="215"/>
                  <a:pt x="5032" y="1"/>
                  <a:pt x="4675" y="1"/>
                </a:cubicBezTo>
                <a:cubicBezTo>
                  <a:pt x="4319" y="1"/>
                  <a:pt x="4051" y="215"/>
                  <a:pt x="3855" y="376"/>
                </a:cubicBezTo>
                <a:cubicBezTo>
                  <a:pt x="3694" y="518"/>
                  <a:pt x="3551" y="625"/>
                  <a:pt x="3426" y="625"/>
                </a:cubicBezTo>
                <a:cubicBezTo>
                  <a:pt x="3302" y="625"/>
                  <a:pt x="3159" y="518"/>
                  <a:pt x="2998" y="376"/>
                </a:cubicBezTo>
                <a:cubicBezTo>
                  <a:pt x="2802" y="215"/>
                  <a:pt x="2534" y="1"/>
                  <a:pt x="217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75" name="Google Shape;1675;p118"/>
          <p:cNvGrpSpPr/>
          <p:nvPr/>
        </p:nvGrpSpPr>
        <p:grpSpPr>
          <a:xfrm>
            <a:off x="5512075" y="2349312"/>
            <a:ext cx="248560" cy="325789"/>
            <a:chOff x="5555814" y="2317167"/>
            <a:chExt cx="260164" cy="340997"/>
          </a:xfrm>
        </p:grpSpPr>
        <p:sp>
          <p:nvSpPr>
            <p:cNvPr id="1676" name="Google Shape;1676;p118"/>
            <p:cNvSpPr/>
            <p:nvPr/>
          </p:nvSpPr>
          <p:spPr>
            <a:xfrm>
              <a:off x="5605656" y="2393954"/>
              <a:ext cx="159901" cy="103185"/>
            </a:xfrm>
            <a:custGeom>
              <a:rect b="b" l="l" r="r" t="t"/>
              <a:pathLst>
                <a:path extrusionOk="0" h="3213" w="4979">
                  <a:moveTo>
                    <a:pt x="928" y="1"/>
                  </a:moveTo>
                  <a:lnTo>
                    <a:pt x="339" y="197"/>
                  </a:lnTo>
                  <a:lnTo>
                    <a:pt x="500" y="715"/>
                  </a:lnTo>
                  <a:lnTo>
                    <a:pt x="0" y="715"/>
                  </a:lnTo>
                  <a:lnTo>
                    <a:pt x="0" y="1339"/>
                  </a:lnTo>
                  <a:lnTo>
                    <a:pt x="714" y="1339"/>
                  </a:lnTo>
                  <a:lnTo>
                    <a:pt x="910" y="1964"/>
                  </a:lnTo>
                  <a:lnTo>
                    <a:pt x="322" y="1964"/>
                  </a:lnTo>
                  <a:lnTo>
                    <a:pt x="322" y="2588"/>
                  </a:lnTo>
                  <a:lnTo>
                    <a:pt x="1107" y="2588"/>
                  </a:lnTo>
                  <a:lnTo>
                    <a:pt x="1321" y="3212"/>
                  </a:lnTo>
                  <a:lnTo>
                    <a:pt x="1802" y="3212"/>
                  </a:lnTo>
                  <a:lnTo>
                    <a:pt x="2498" y="1268"/>
                  </a:lnTo>
                  <a:lnTo>
                    <a:pt x="3194" y="3212"/>
                  </a:lnTo>
                  <a:lnTo>
                    <a:pt x="3676" y="3212"/>
                  </a:lnTo>
                  <a:lnTo>
                    <a:pt x="3890" y="2588"/>
                  </a:lnTo>
                  <a:lnTo>
                    <a:pt x="4675" y="2588"/>
                  </a:lnTo>
                  <a:lnTo>
                    <a:pt x="4675" y="1964"/>
                  </a:lnTo>
                  <a:lnTo>
                    <a:pt x="4086" y="1964"/>
                  </a:lnTo>
                  <a:lnTo>
                    <a:pt x="4283" y="1339"/>
                  </a:lnTo>
                  <a:lnTo>
                    <a:pt x="4978" y="1339"/>
                  </a:lnTo>
                  <a:lnTo>
                    <a:pt x="4978" y="715"/>
                  </a:lnTo>
                  <a:lnTo>
                    <a:pt x="4497" y="715"/>
                  </a:lnTo>
                  <a:lnTo>
                    <a:pt x="4657" y="197"/>
                  </a:lnTo>
                  <a:lnTo>
                    <a:pt x="4068" y="1"/>
                  </a:lnTo>
                  <a:lnTo>
                    <a:pt x="3426" y="1999"/>
                  </a:lnTo>
                  <a:lnTo>
                    <a:pt x="2748" y="90"/>
                  </a:lnTo>
                  <a:lnTo>
                    <a:pt x="2249" y="90"/>
                  </a:lnTo>
                  <a:lnTo>
                    <a:pt x="1571" y="1999"/>
                  </a:lnTo>
                  <a:lnTo>
                    <a:pt x="928"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7" name="Google Shape;1677;p118"/>
            <p:cNvSpPr/>
            <p:nvPr/>
          </p:nvSpPr>
          <p:spPr>
            <a:xfrm>
              <a:off x="5555814" y="2317167"/>
              <a:ext cx="260164" cy="340997"/>
            </a:xfrm>
            <a:custGeom>
              <a:rect b="b" l="l" r="r" t="t"/>
              <a:pathLst>
                <a:path extrusionOk="0" h="10618" w="8101">
                  <a:moveTo>
                    <a:pt x="4050" y="625"/>
                  </a:moveTo>
                  <a:cubicBezTo>
                    <a:pt x="5942" y="625"/>
                    <a:pt x="7476" y="2160"/>
                    <a:pt x="7476" y="4051"/>
                  </a:cubicBezTo>
                  <a:cubicBezTo>
                    <a:pt x="7476" y="5925"/>
                    <a:pt x="5942" y="7459"/>
                    <a:pt x="4050" y="7459"/>
                  </a:cubicBezTo>
                  <a:cubicBezTo>
                    <a:pt x="2159" y="7459"/>
                    <a:pt x="625" y="5925"/>
                    <a:pt x="625" y="4051"/>
                  </a:cubicBezTo>
                  <a:cubicBezTo>
                    <a:pt x="625" y="2160"/>
                    <a:pt x="2159" y="625"/>
                    <a:pt x="4050" y="625"/>
                  </a:cubicBezTo>
                  <a:close/>
                  <a:moveTo>
                    <a:pt x="7476" y="8084"/>
                  </a:moveTo>
                  <a:lnTo>
                    <a:pt x="7476" y="8726"/>
                  </a:lnTo>
                  <a:lnTo>
                    <a:pt x="625" y="8726"/>
                  </a:lnTo>
                  <a:lnTo>
                    <a:pt x="625" y="8084"/>
                  </a:lnTo>
                  <a:close/>
                  <a:moveTo>
                    <a:pt x="7476" y="9350"/>
                  </a:moveTo>
                  <a:lnTo>
                    <a:pt x="7476" y="9993"/>
                  </a:lnTo>
                  <a:lnTo>
                    <a:pt x="625" y="9993"/>
                  </a:lnTo>
                  <a:lnTo>
                    <a:pt x="625" y="9350"/>
                  </a:lnTo>
                  <a:close/>
                  <a:moveTo>
                    <a:pt x="4032" y="1"/>
                  </a:moveTo>
                  <a:cubicBezTo>
                    <a:pt x="1820" y="1"/>
                    <a:pt x="18" y="1821"/>
                    <a:pt x="0" y="4033"/>
                  </a:cubicBezTo>
                  <a:cubicBezTo>
                    <a:pt x="0" y="5479"/>
                    <a:pt x="767" y="6745"/>
                    <a:pt x="1891" y="7459"/>
                  </a:cubicBezTo>
                  <a:lnTo>
                    <a:pt x="0" y="7459"/>
                  </a:lnTo>
                  <a:lnTo>
                    <a:pt x="0" y="10617"/>
                  </a:lnTo>
                  <a:lnTo>
                    <a:pt x="8101" y="10617"/>
                  </a:lnTo>
                  <a:lnTo>
                    <a:pt x="8101" y="7459"/>
                  </a:lnTo>
                  <a:lnTo>
                    <a:pt x="6209" y="7459"/>
                  </a:lnTo>
                  <a:cubicBezTo>
                    <a:pt x="7333" y="6745"/>
                    <a:pt x="8101" y="5479"/>
                    <a:pt x="8101" y="4051"/>
                  </a:cubicBezTo>
                  <a:cubicBezTo>
                    <a:pt x="8101" y="1803"/>
                    <a:pt x="6281" y="1"/>
                    <a:pt x="403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8" name="Google Shape;1678;p118"/>
          <p:cNvGrpSpPr/>
          <p:nvPr/>
        </p:nvGrpSpPr>
        <p:grpSpPr>
          <a:xfrm>
            <a:off x="4760933" y="2349312"/>
            <a:ext cx="328519" cy="325789"/>
            <a:chOff x="4769607" y="2317167"/>
            <a:chExt cx="343855" cy="340997"/>
          </a:xfrm>
        </p:grpSpPr>
        <p:sp>
          <p:nvSpPr>
            <p:cNvPr id="1679" name="Google Shape;1679;p118"/>
            <p:cNvSpPr/>
            <p:nvPr/>
          </p:nvSpPr>
          <p:spPr>
            <a:xfrm>
              <a:off x="4922057" y="2408855"/>
              <a:ext cx="99717" cy="99749"/>
            </a:xfrm>
            <a:custGeom>
              <a:rect b="b" l="l" r="r" t="t"/>
              <a:pathLst>
                <a:path extrusionOk="0" h="3106" w="3105">
                  <a:moveTo>
                    <a:pt x="1963" y="714"/>
                  </a:moveTo>
                  <a:cubicBezTo>
                    <a:pt x="2052" y="768"/>
                    <a:pt x="2141" y="821"/>
                    <a:pt x="2213" y="893"/>
                  </a:cubicBezTo>
                  <a:cubicBezTo>
                    <a:pt x="2391" y="1071"/>
                    <a:pt x="2480" y="1303"/>
                    <a:pt x="2480" y="1553"/>
                  </a:cubicBezTo>
                  <a:cubicBezTo>
                    <a:pt x="2480" y="1803"/>
                    <a:pt x="2391" y="2035"/>
                    <a:pt x="2213" y="2213"/>
                  </a:cubicBezTo>
                  <a:cubicBezTo>
                    <a:pt x="2150" y="2276"/>
                    <a:pt x="2070" y="2307"/>
                    <a:pt x="1990" y="2307"/>
                  </a:cubicBezTo>
                  <a:cubicBezTo>
                    <a:pt x="1909" y="2307"/>
                    <a:pt x="1829" y="2276"/>
                    <a:pt x="1767" y="2213"/>
                  </a:cubicBezTo>
                  <a:cubicBezTo>
                    <a:pt x="1713" y="2160"/>
                    <a:pt x="1677" y="2088"/>
                    <a:pt x="1677" y="1999"/>
                  </a:cubicBezTo>
                  <a:cubicBezTo>
                    <a:pt x="1677" y="1910"/>
                    <a:pt x="1713" y="1839"/>
                    <a:pt x="1767" y="1785"/>
                  </a:cubicBezTo>
                  <a:cubicBezTo>
                    <a:pt x="2052" y="1500"/>
                    <a:pt x="2123" y="1071"/>
                    <a:pt x="1963" y="714"/>
                  </a:cubicBezTo>
                  <a:close/>
                  <a:moveTo>
                    <a:pt x="1106" y="804"/>
                  </a:moveTo>
                  <a:cubicBezTo>
                    <a:pt x="1196" y="804"/>
                    <a:pt x="1267" y="839"/>
                    <a:pt x="1338" y="893"/>
                  </a:cubicBezTo>
                  <a:cubicBezTo>
                    <a:pt x="1463" y="1018"/>
                    <a:pt x="1463" y="1214"/>
                    <a:pt x="1338" y="1339"/>
                  </a:cubicBezTo>
                  <a:cubicBezTo>
                    <a:pt x="1160" y="1517"/>
                    <a:pt x="1053" y="1749"/>
                    <a:pt x="1053" y="1999"/>
                  </a:cubicBezTo>
                  <a:cubicBezTo>
                    <a:pt x="1053" y="2142"/>
                    <a:pt x="1088" y="2285"/>
                    <a:pt x="1142" y="2392"/>
                  </a:cubicBezTo>
                  <a:cubicBezTo>
                    <a:pt x="1053" y="2356"/>
                    <a:pt x="964" y="2302"/>
                    <a:pt x="892" y="2213"/>
                  </a:cubicBezTo>
                  <a:cubicBezTo>
                    <a:pt x="714" y="2035"/>
                    <a:pt x="625" y="1803"/>
                    <a:pt x="625" y="1553"/>
                  </a:cubicBezTo>
                  <a:cubicBezTo>
                    <a:pt x="625" y="1303"/>
                    <a:pt x="714" y="1071"/>
                    <a:pt x="892" y="893"/>
                  </a:cubicBezTo>
                  <a:cubicBezTo>
                    <a:pt x="946" y="839"/>
                    <a:pt x="1035" y="804"/>
                    <a:pt x="1106" y="804"/>
                  </a:cubicBezTo>
                  <a:close/>
                  <a:moveTo>
                    <a:pt x="1552" y="1"/>
                  </a:moveTo>
                  <a:cubicBezTo>
                    <a:pt x="1160" y="1"/>
                    <a:pt x="767" y="161"/>
                    <a:pt x="482" y="429"/>
                  </a:cubicBezTo>
                  <a:cubicBezTo>
                    <a:pt x="482" y="429"/>
                    <a:pt x="464" y="447"/>
                    <a:pt x="446" y="465"/>
                  </a:cubicBezTo>
                  <a:cubicBezTo>
                    <a:pt x="161" y="750"/>
                    <a:pt x="0" y="1143"/>
                    <a:pt x="0" y="1553"/>
                  </a:cubicBezTo>
                  <a:cubicBezTo>
                    <a:pt x="0" y="1981"/>
                    <a:pt x="161" y="2356"/>
                    <a:pt x="446" y="2659"/>
                  </a:cubicBezTo>
                  <a:cubicBezTo>
                    <a:pt x="749" y="2945"/>
                    <a:pt x="1142" y="3105"/>
                    <a:pt x="1552" y="3105"/>
                  </a:cubicBezTo>
                  <a:cubicBezTo>
                    <a:pt x="1963" y="3105"/>
                    <a:pt x="2355" y="2945"/>
                    <a:pt x="2659" y="2659"/>
                  </a:cubicBezTo>
                  <a:cubicBezTo>
                    <a:pt x="2944" y="2356"/>
                    <a:pt x="3105" y="1981"/>
                    <a:pt x="3105" y="1553"/>
                  </a:cubicBezTo>
                  <a:cubicBezTo>
                    <a:pt x="3105" y="1143"/>
                    <a:pt x="2944" y="750"/>
                    <a:pt x="2659" y="465"/>
                  </a:cubicBezTo>
                  <a:cubicBezTo>
                    <a:pt x="2355" y="161"/>
                    <a:pt x="1963" y="1"/>
                    <a:pt x="155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 name="Google Shape;1680;p118"/>
            <p:cNvSpPr/>
            <p:nvPr/>
          </p:nvSpPr>
          <p:spPr>
            <a:xfrm>
              <a:off x="4769607" y="2317167"/>
              <a:ext cx="343855" cy="340997"/>
            </a:xfrm>
            <a:custGeom>
              <a:rect b="b" l="l" r="r" t="t"/>
              <a:pathLst>
                <a:path extrusionOk="0" h="10618" w="10707">
                  <a:moveTo>
                    <a:pt x="6514" y="625"/>
                  </a:moveTo>
                  <a:cubicBezTo>
                    <a:pt x="6763" y="625"/>
                    <a:pt x="6995" y="715"/>
                    <a:pt x="7174" y="893"/>
                  </a:cubicBezTo>
                  <a:lnTo>
                    <a:pt x="9814" y="3534"/>
                  </a:lnTo>
                  <a:cubicBezTo>
                    <a:pt x="9993" y="3712"/>
                    <a:pt x="10100" y="3944"/>
                    <a:pt x="10100" y="4194"/>
                  </a:cubicBezTo>
                  <a:cubicBezTo>
                    <a:pt x="10100" y="4444"/>
                    <a:pt x="9993" y="4676"/>
                    <a:pt x="9814" y="4854"/>
                  </a:cubicBezTo>
                  <a:lnTo>
                    <a:pt x="7834" y="6835"/>
                  </a:lnTo>
                  <a:cubicBezTo>
                    <a:pt x="7316" y="7370"/>
                    <a:pt x="6603" y="7655"/>
                    <a:pt x="5853" y="7655"/>
                  </a:cubicBezTo>
                  <a:cubicBezTo>
                    <a:pt x="5104" y="7655"/>
                    <a:pt x="4408" y="7370"/>
                    <a:pt x="3873" y="6835"/>
                  </a:cubicBezTo>
                  <a:cubicBezTo>
                    <a:pt x="3355" y="6299"/>
                    <a:pt x="3052" y="5603"/>
                    <a:pt x="3052" y="4854"/>
                  </a:cubicBezTo>
                  <a:cubicBezTo>
                    <a:pt x="3052" y="4105"/>
                    <a:pt x="3355" y="3409"/>
                    <a:pt x="3873" y="2874"/>
                  </a:cubicBezTo>
                  <a:lnTo>
                    <a:pt x="5853" y="893"/>
                  </a:lnTo>
                  <a:cubicBezTo>
                    <a:pt x="6032" y="715"/>
                    <a:pt x="6264" y="625"/>
                    <a:pt x="6514" y="625"/>
                  </a:cubicBezTo>
                  <a:close/>
                  <a:moveTo>
                    <a:pt x="3230" y="7049"/>
                  </a:moveTo>
                  <a:cubicBezTo>
                    <a:pt x="3373" y="7209"/>
                    <a:pt x="3516" y="7352"/>
                    <a:pt x="3677" y="7477"/>
                  </a:cubicBezTo>
                  <a:lnTo>
                    <a:pt x="2784" y="8369"/>
                  </a:lnTo>
                  <a:lnTo>
                    <a:pt x="2356" y="7923"/>
                  </a:lnTo>
                  <a:lnTo>
                    <a:pt x="3230" y="7049"/>
                  </a:lnTo>
                  <a:close/>
                  <a:moveTo>
                    <a:pt x="1910" y="8369"/>
                  </a:moveTo>
                  <a:lnTo>
                    <a:pt x="2356" y="8797"/>
                  </a:lnTo>
                  <a:lnTo>
                    <a:pt x="1910" y="9243"/>
                  </a:lnTo>
                  <a:lnTo>
                    <a:pt x="1464" y="8797"/>
                  </a:lnTo>
                  <a:lnTo>
                    <a:pt x="1910" y="8369"/>
                  </a:lnTo>
                  <a:close/>
                  <a:moveTo>
                    <a:pt x="1036" y="9243"/>
                  </a:moveTo>
                  <a:lnTo>
                    <a:pt x="1464" y="9689"/>
                  </a:lnTo>
                  <a:lnTo>
                    <a:pt x="1250" y="9904"/>
                  </a:lnTo>
                  <a:cubicBezTo>
                    <a:pt x="1187" y="9966"/>
                    <a:pt x="1107" y="9997"/>
                    <a:pt x="1027" y="9997"/>
                  </a:cubicBezTo>
                  <a:cubicBezTo>
                    <a:pt x="947" y="9997"/>
                    <a:pt x="866" y="9966"/>
                    <a:pt x="804" y="9904"/>
                  </a:cubicBezTo>
                  <a:cubicBezTo>
                    <a:pt x="697" y="9779"/>
                    <a:pt x="697" y="9582"/>
                    <a:pt x="804" y="9457"/>
                  </a:cubicBezTo>
                  <a:lnTo>
                    <a:pt x="1036" y="9243"/>
                  </a:lnTo>
                  <a:close/>
                  <a:moveTo>
                    <a:pt x="6514" y="1"/>
                  </a:moveTo>
                  <a:cubicBezTo>
                    <a:pt x="6103" y="1"/>
                    <a:pt x="5711" y="161"/>
                    <a:pt x="5425" y="447"/>
                  </a:cubicBezTo>
                  <a:lnTo>
                    <a:pt x="3445" y="2427"/>
                  </a:lnTo>
                  <a:cubicBezTo>
                    <a:pt x="2802" y="3088"/>
                    <a:pt x="2445" y="3944"/>
                    <a:pt x="2445" y="4854"/>
                  </a:cubicBezTo>
                  <a:cubicBezTo>
                    <a:pt x="2445" y="5443"/>
                    <a:pt x="2588" y="6014"/>
                    <a:pt x="2874" y="6513"/>
                  </a:cubicBezTo>
                  <a:lnTo>
                    <a:pt x="376" y="9029"/>
                  </a:lnTo>
                  <a:cubicBezTo>
                    <a:pt x="1" y="9386"/>
                    <a:pt x="1" y="9975"/>
                    <a:pt x="376" y="10350"/>
                  </a:cubicBezTo>
                  <a:cubicBezTo>
                    <a:pt x="554" y="10528"/>
                    <a:pt x="790" y="10617"/>
                    <a:pt x="1029" y="10617"/>
                  </a:cubicBezTo>
                  <a:cubicBezTo>
                    <a:pt x="1268" y="10617"/>
                    <a:pt x="1509" y="10528"/>
                    <a:pt x="1696" y="10350"/>
                  </a:cubicBezTo>
                  <a:lnTo>
                    <a:pt x="4194" y="7834"/>
                  </a:lnTo>
                  <a:cubicBezTo>
                    <a:pt x="4711" y="8137"/>
                    <a:pt x="5282" y="8280"/>
                    <a:pt x="5853" y="8280"/>
                  </a:cubicBezTo>
                  <a:cubicBezTo>
                    <a:pt x="6728" y="8280"/>
                    <a:pt x="7620" y="7941"/>
                    <a:pt x="8280" y="7281"/>
                  </a:cubicBezTo>
                  <a:lnTo>
                    <a:pt x="10260" y="5300"/>
                  </a:lnTo>
                  <a:cubicBezTo>
                    <a:pt x="10546" y="4997"/>
                    <a:pt x="10707" y="4604"/>
                    <a:pt x="10707" y="4194"/>
                  </a:cubicBezTo>
                  <a:cubicBezTo>
                    <a:pt x="10707" y="3784"/>
                    <a:pt x="10546" y="3391"/>
                    <a:pt x="10260" y="3088"/>
                  </a:cubicBezTo>
                  <a:lnTo>
                    <a:pt x="7620" y="447"/>
                  </a:lnTo>
                  <a:cubicBezTo>
                    <a:pt x="7334" y="161"/>
                    <a:pt x="6942" y="1"/>
                    <a:pt x="651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81" name="Google Shape;1681;p118"/>
          <p:cNvSpPr/>
          <p:nvPr/>
        </p:nvSpPr>
        <p:spPr>
          <a:xfrm>
            <a:off x="6182510" y="2361297"/>
            <a:ext cx="325756" cy="301670"/>
          </a:xfrm>
          <a:custGeom>
            <a:rect b="b" l="l" r="r" t="t"/>
            <a:pathLst>
              <a:path extrusionOk="0" h="9832" w="10617">
                <a:moveTo>
                  <a:pt x="1249" y="2338"/>
                </a:moveTo>
                <a:lnTo>
                  <a:pt x="1249" y="3034"/>
                </a:lnTo>
                <a:lnTo>
                  <a:pt x="625" y="2998"/>
                </a:lnTo>
                <a:lnTo>
                  <a:pt x="625" y="2356"/>
                </a:lnTo>
                <a:lnTo>
                  <a:pt x="1249" y="2338"/>
                </a:lnTo>
                <a:close/>
                <a:moveTo>
                  <a:pt x="7512" y="2070"/>
                </a:moveTo>
                <a:lnTo>
                  <a:pt x="7512" y="3283"/>
                </a:lnTo>
                <a:lnTo>
                  <a:pt x="1874" y="3052"/>
                </a:lnTo>
                <a:lnTo>
                  <a:pt x="1874" y="2302"/>
                </a:lnTo>
                <a:lnTo>
                  <a:pt x="7512" y="2070"/>
                </a:lnTo>
                <a:close/>
                <a:moveTo>
                  <a:pt x="10010" y="1000"/>
                </a:moveTo>
                <a:lnTo>
                  <a:pt x="10010" y="4354"/>
                </a:lnTo>
                <a:lnTo>
                  <a:pt x="8137" y="3426"/>
                </a:lnTo>
                <a:lnTo>
                  <a:pt x="8137" y="1945"/>
                </a:lnTo>
                <a:lnTo>
                  <a:pt x="10010" y="1000"/>
                </a:lnTo>
                <a:close/>
                <a:moveTo>
                  <a:pt x="7833" y="5478"/>
                </a:moveTo>
                <a:cubicBezTo>
                  <a:pt x="7994" y="5478"/>
                  <a:pt x="8137" y="5621"/>
                  <a:pt x="8137" y="5799"/>
                </a:cubicBezTo>
                <a:cubicBezTo>
                  <a:pt x="8137" y="5960"/>
                  <a:pt x="7994" y="6103"/>
                  <a:pt x="7833" y="6103"/>
                </a:cubicBezTo>
                <a:cubicBezTo>
                  <a:pt x="7655" y="6103"/>
                  <a:pt x="7512" y="5960"/>
                  <a:pt x="7512" y="5799"/>
                </a:cubicBezTo>
                <a:cubicBezTo>
                  <a:pt x="7512" y="5621"/>
                  <a:pt x="7655" y="5478"/>
                  <a:pt x="7833" y="5478"/>
                </a:cubicBezTo>
                <a:close/>
                <a:moveTo>
                  <a:pt x="7848" y="6722"/>
                </a:moveTo>
                <a:cubicBezTo>
                  <a:pt x="8005" y="6722"/>
                  <a:pt x="8137" y="6869"/>
                  <a:pt x="8137" y="7030"/>
                </a:cubicBezTo>
                <a:lnTo>
                  <a:pt x="8137" y="8208"/>
                </a:lnTo>
                <a:cubicBezTo>
                  <a:pt x="8137" y="8547"/>
                  <a:pt x="8190" y="8886"/>
                  <a:pt x="8297" y="9207"/>
                </a:cubicBezTo>
                <a:lnTo>
                  <a:pt x="7351" y="9207"/>
                </a:lnTo>
                <a:cubicBezTo>
                  <a:pt x="7459" y="8886"/>
                  <a:pt x="7512" y="8547"/>
                  <a:pt x="7512" y="8208"/>
                </a:cubicBezTo>
                <a:lnTo>
                  <a:pt x="7512" y="7030"/>
                </a:lnTo>
                <a:cubicBezTo>
                  <a:pt x="7512" y="6870"/>
                  <a:pt x="7637" y="6745"/>
                  <a:pt x="7798" y="6727"/>
                </a:cubicBezTo>
                <a:cubicBezTo>
                  <a:pt x="7814" y="6724"/>
                  <a:pt x="7831" y="6722"/>
                  <a:pt x="7848" y="6722"/>
                </a:cubicBezTo>
                <a:close/>
                <a:moveTo>
                  <a:pt x="10617" y="0"/>
                </a:moveTo>
                <a:lnTo>
                  <a:pt x="7744" y="1428"/>
                </a:lnTo>
                <a:lnTo>
                  <a:pt x="0" y="1767"/>
                </a:lnTo>
                <a:lnTo>
                  <a:pt x="0" y="3605"/>
                </a:lnTo>
                <a:lnTo>
                  <a:pt x="7512" y="3908"/>
                </a:lnTo>
                <a:lnTo>
                  <a:pt x="7512" y="4907"/>
                </a:lnTo>
                <a:cubicBezTo>
                  <a:pt x="7155" y="5032"/>
                  <a:pt x="6888" y="5389"/>
                  <a:pt x="6888" y="5781"/>
                </a:cubicBezTo>
                <a:cubicBezTo>
                  <a:pt x="6888" y="6031"/>
                  <a:pt x="6977" y="6245"/>
                  <a:pt x="7137" y="6406"/>
                </a:cubicBezTo>
                <a:cubicBezTo>
                  <a:pt x="6977" y="6567"/>
                  <a:pt x="6888" y="6798"/>
                  <a:pt x="6888" y="7030"/>
                </a:cubicBezTo>
                <a:lnTo>
                  <a:pt x="6888" y="8208"/>
                </a:lnTo>
                <a:cubicBezTo>
                  <a:pt x="6888" y="8601"/>
                  <a:pt x="6798" y="9011"/>
                  <a:pt x="6620" y="9386"/>
                </a:cubicBezTo>
                <a:lnTo>
                  <a:pt x="6388" y="9832"/>
                </a:lnTo>
                <a:lnTo>
                  <a:pt x="9261" y="9832"/>
                </a:lnTo>
                <a:lnTo>
                  <a:pt x="9029" y="9386"/>
                </a:lnTo>
                <a:cubicBezTo>
                  <a:pt x="8850" y="9011"/>
                  <a:pt x="8761" y="8601"/>
                  <a:pt x="8761" y="8208"/>
                </a:cubicBezTo>
                <a:lnTo>
                  <a:pt x="8761" y="7030"/>
                </a:lnTo>
                <a:cubicBezTo>
                  <a:pt x="8761" y="6798"/>
                  <a:pt x="8672" y="6567"/>
                  <a:pt x="8529" y="6406"/>
                </a:cubicBezTo>
                <a:cubicBezTo>
                  <a:pt x="8672" y="6245"/>
                  <a:pt x="8761" y="6031"/>
                  <a:pt x="8761" y="5781"/>
                </a:cubicBezTo>
                <a:cubicBezTo>
                  <a:pt x="8761" y="5389"/>
                  <a:pt x="8493" y="5032"/>
                  <a:pt x="8137" y="4907"/>
                </a:cubicBezTo>
                <a:lnTo>
                  <a:pt x="8137" y="4122"/>
                </a:lnTo>
                <a:lnTo>
                  <a:pt x="10617" y="5353"/>
                </a:lnTo>
                <a:lnTo>
                  <a:pt x="10617"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82" name="Google Shape;1682;p118"/>
          <p:cNvGrpSpPr/>
          <p:nvPr/>
        </p:nvGrpSpPr>
        <p:grpSpPr>
          <a:xfrm>
            <a:off x="4054188" y="2349312"/>
            <a:ext cx="325758" cy="325789"/>
            <a:chOff x="4029870" y="2317167"/>
            <a:chExt cx="340965" cy="340997"/>
          </a:xfrm>
        </p:grpSpPr>
        <p:sp>
          <p:nvSpPr>
            <p:cNvPr id="1683" name="Google Shape;1683;p118"/>
            <p:cNvSpPr/>
            <p:nvPr/>
          </p:nvSpPr>
          <p:spPr>
            <a:xfrm>
              <a:off x="4029870" y="2317167"/>
              <a:ext cx="340965" cy="340997"/>
            </a:xfrm>
            <a:custGeom>
              <a:rect b="b" l="l" r="r" t="t"/>
              <a:pathLst>
                <a:path extrusionOk="0" h="10618" w="10617">
                  <a:moveTo>
                    <a:pt x="8743" y="625"/>
                  </a:moveTo>
                  <a:lnTo>
                    <a:pt x="8743" y="1250"/>
                  </a:lnTo>
                  <a:lnTo>
                    <a:pt x="1891" y="1250"/>
                  </a:lnTo>
                  <a:lnTo>
                    <a:pt x="1891" y="625"/>
                  </a:lnTo>
                  <a:close/>
                  <a:moveTo>
                    <a:pt x="7155" y="1874"/>
                  </a:moveTo>
                  <a:lnTo>
                    <a:pt x="6459" y="2731"/>
                  </a:lnTo>
                  <a:cubicBezTo>
                    <a:pt x="6120" y="2570"/>
                    <a:pt x="5728" y="2481"/>
                    <a:pt x="5317" y="2481"/>
                  </a:cubicBezTo>
                  <a:cubicBezTo>
                    <a:pt x="4907" y="2481"/>
                    <a:pt x="4514" y="2570"/>
                    <a:pt x="4175" y="2731"/>
                  </a:cubicBezTo>
                  <a:lnTo>
                    <a:pt x="3479" y="1874"/>
                  </a:lnTo>
                  <a:close/>
                  <a:moveTo>
                    <a:pt x="5317" y="3106"/>
                  </a:moveTo>
                  <a:cubicBezTo>
                    <a:pt x="6513" y="3106"/>
                    <a:pt x="7494" y="4087"/>
                    <a:pt x="7494" y="5282"/>
                  </a:cubicBezTo>
                  <a:cubicBezTo>
                    <a:pt x="7494" y="6496"/>
                    <a:pt x="6513" y="7459"/>
                    <a:pt x="5317" y="7459"/>
                  </a:cubicBezTo>
                  <a:cubicBezTo>
                    <a:pt x="4122" y="7459"/>
                    <a:pt x="3140" y="6496"/>
                    <a:pt x="3140" y="5282"/>
                  </a:cubicBezTo>
                  <a:cubicBezTo>
                    <a:pt x="3140" y="4087"/>
                    <a:pt x="4122" y="3106"/>
                    <a:pt x="5317" y="3106"/>
                  </a:cubicBezTo>
                  <a:close/>
                  <a:moveTo>
                    <a:pt x="8743" y="1874"/>
                  </a:moveTo>
                  <a:lnTo>
                    <a:pt x="8743" y="8744"/>
                  </a:lnTo>
                  <a:lnTo>
                    <a:pt x="1891" y="8744"/>
                  </a:lnTo>
                  <a:lnTo>
                    <a:pt x="1891" y="1874"/>
                  </a:lnTo>
                  <a:lnTo>
                    <a:pt x="2676" y="1874"/>
                  </a:lnTo>
                  <a:lnTo>
                    <a:pt x="3622" y="3052"/>
                  </a:lnTo>
                  <a:cubicBezTo>
                    <a:pt x="2926" y="3587"/>
                    <a:pt x="2498" y="4426"/>
                    <a:pt x="2516" y="5372"/>
                  </a:cubicBezTo>
                  <a:cubicBezTo>
                    <a:pt x="2552" y="6835"/>
                    <a:pt x="3747" y="8048"/>
                    <a:pt x="5228" y="8084"/>
                  </a:cubicBezTo>
                  <a:cubicBezTo>
                    <a:pt x="5260" y="8085"/>
                    <a:pt x="5292" y="8085"/>
                    <a:pt x="5324" y="8085"/>
                  </a:cubicBezTo>
                  <a:cubicBezTo>
                    <a:pt x="6868" y="8085"/>
                    <a:pt x="8118" y="6821"/>
                    <a:pt x="8118" y="5282"/>
                  </a:cubicBezTo>
                  <a:cubicBezTo>
                    <a:pt x="8118" y="4372"/>
                    <a:pt x="7672" y="3569"/>
                    <a:pt x="6994" y="3052"/>
                  </a:cubicBezTo>
                  <a:lnTo>
                    <a:pt x="7958" y="1874"/>
                  </a:lnTo>
                  <a:close/>
                  <a:moveTo>
                    <a:pt x="8743" y="9368"/>
                  </a:moveTo>
                  <a:lnTo>
                    <a:pt x="8743" y="9993"/>
                  </a:lnTo>
                  <a:lnTo>
                    <a:pt x="1891" y="9993"/>
                  </a:lnTo>
                  <a:lnTo>
                    <a:pt x="1891" y="9368"/>
                  </a:lnTo>
                  <a:close/>
                  <a:moveTo>
                    <a:pt x="0" y="1"/>
                  </a:moveTo>
                  <a:lnTo>
                    <a:pt x="0" y="625"/>
                  </a:lnTo>
                  <a:lnTo>
                    <a:pt x="1267" y="625"/>
                  </a:lnTo>
                  <a:lnTo>
                    <a:pt x="1267" y="1250"/>
                  </a:lnTo>
                  <a:lnTo>
                    <a:pt x="642" y="1250"/>
                  </a:lnTo>
                  <a:lnTo>
                    <a:pt x="642" y="1874"/>
                  </a:lnTo>
                  <a:lnTo>
                    <a:pt x="1267" y="1874"/>
                  </a:lnTo>
                  <a:lnTo>
                    <a:pt x="1267" y="9993"/>
                  </a:lnTo>
                  <a:lnTo>
                    <a:pt x="642" y="9993"/>
                  </a:lnTo>
                  <a:lnTo>
                    <a:pt x="642" y="10617"/>
                  </a:lnTo>
                  <a:lnTo>
                    <a:pt x="9974" y="10617"/>
                  </a:lnTo>
                  <a:lnTo>
                    <a:pt x="9974" y="9993"/>
                  </a:lnTo>
                  <a:lnTo>
                    <a:pt x="9367" y="9993"/>
                  </a:lnTo>
                  <a:lnTo>
                    <a:pt x="9367" y="1874"/>
                  </a:lnTo>
                  <a:lnTo>
                    <a:pt x="9974" y="1874"/>
                  </a:lnTo>
                  <a:lnTo>
                    <a:pt x="9974" y="1250"/>
                  </a:lnTo>
                  <a:lnTo>
                    <a:pt x="9367" y="1250"/>
                  </a:lnTo>
                  <a:lnTo>
                    <a:pt x="9367" y="625"/>
                  </a:lnTo>
                  <a:lnTo>
                    <a:pt x="10616" y="625"/>
                  </a:lnTo>
                  <a:lnTo>
                    <a:pt x="1061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 name="Google Shape;1684;p118"/>
            <p:cNvSpPr/>
            <p:nvPr/>
          </p:nvSpPr>
          <p:spPr>
            <a:xfrm>
              <a:off x="4150751" y="2436956"/>
              <a:ext cx="99749" cy="99717"/>
            </a:xfrm>
            <a:custGeom>
              <a:rect b="b" l="l" r="r" t="t"/>
              <a:pathLst>
                <a:path extrusionOk="0" h="3105" w="3106">
                  <a:moveTo>
                    <a:pt x="1553" y="625"/>
                  </a:moveTo>
                  <a:cubicBezTo>
                    <a:pt x="2071" y="625"/>
                    <a:pt x="2481" y="1035"/>
                    <a:pt x="2481" y="1552"/>
                  </a:cubicBezTo>
                  <a:cubicBezTo>
                    <a:pt x="2481" y="2070"/>
                    <a:pt x="2071" y="2498"/>
                    <a:pt x="1553" y="2498"/>
                  </a:cubicBezTo>
                  <a:cubicBezTo>
                    <a:pt x="1036" y="2498"/>
                    <a:pt x="625" y="2070"/>
                    <a:pt x="625" y="1552"/>
                  </a:cubicBezTo>
                  <a:cubicBezTo>
                    <a:pt x="625" y="1035"/>
                    <a:pt x="1036" y="625"/>
                    <a:pt x="1553" y="625"/>
                  </a:cubicBezTo>
                  <a:close/>
                  <a:moveTo>
                    <a:pt x="1553" y="0"/>
                  </a:moveTo>
                  <a:cubicBezTo>
                    <a:pt x="697" y="0"/>
                    <a:pt x="1" y="696"/>
                    <a:pt x="1" y="1552"/>
                  </a:cubicBezTo>
                  <a:cubicBezTo>
                    <a:pt x="1" y="2409"/>
                    <a:pt x="697" y="3105"/>
                    <a:pt x="1553" y="3105"/>
                  </a:cubicBezTo>
                  <a:cubicBezTo>
                    <a:pt x="2410" y="3105"/>
                    <a:pt x="3105" y="2409"/>
                    <a:pt x="3105" y="1552"/>
                  </a:cubicBezTo>
                  <a:cubicBezTo>
                    <a:pt x="3105" y="696"/>
                    <a:pt x="2410" y="0"/>
                    <a:pt x="155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85" name="Google Shape;1685;p118"/>
          <p:cNvGrpSpPr/>
          <p:nvPr/>
        </p:nvGrpSpPr>
        <p:grpSpPr>
          <a:xfrm>
            <a:off x="3383527" y="2349312"/>
            <a:ext cx="248591" cy="325789"/>
            <a:chOff x="3327900" y="2317167"/>
            <a:chExt cx="260196" cy="340997"/>
          </a:xfrm>
        </p:grpSpPr>
        <p:sp>
          <p:nvSpPr>
            <p:cNvPr id="1686" name="Google Shape;1686;p118"/>
            <p:cNvSpPr/>
            <p:nvPr/>
          </p:nvSpPr>
          <p:spPr>
            <a:xfrm>
              <a:off x="3408123" y="2396844"/>
              <a:ext cx="99749" cy="100295"/>
            </a:xfrm>
            <a:custGeom>
              <a:rect b="b" l="l" r="r" t="t"/>
              <a:pathLst>
                <a:path extrusionOk="0" h="3123" w="3106">
                  <a:moveTo>
                    <a:pt x="1553" y="625"/>
                  </a:moveTo>
                  <a:cubicBezTo>
                    <a:pt x="2071" y="625"/>
                    <a:pt x="2481" y="1053"/>
                    <a:pt x="2481" y="1570"/>
                  </a:cubicBezTo>
                  <a:cubicBezTo>
                    <a:pt x="2481" y="1731"/>
                    <a:pt x="2338" y="1874"/>
                    <a:pt x="2178" y="1874"/>
                  </a:cubicBezTo>
                  <a:cubicBezTo>
                    <a:pt x="1999" y="1874"/>
                    <a:pt x="1856" y="1731"/>
                    <a:pt x="1856" y="1570"/>
                  </a:cubicBezTo>
                  <a:cubicBezTo>
                    <a:pt x="1856" y="1160"/>
                    <a:pt x="1607" y="803"/>
                    <a:pt x="1232" y="678"/>
                  </a:cubicBezTo>
                  <a:cubicBezTo>
                    <a:pt x="1339" y="642"/>
                    <a:pt x="1446" y="625"/>
                    <a:pt x="1553" y="625"/>
                  </a:cubicBezTo>
                  <a:close/>
                  <a:moveTo>
                    <a:pt x="929" y="1249"/>
                  </a:moveTo>
                  <a:cubicBezTo>
                    <a:pt x="1107" y="1249"/>
                    <a:pt x="1232" y="1392"/>
                    <a:pt x="1232" y="1570"/>
                  </a:cubicBezTo>
                  <a:cubicBezTo>
                    <a:pt x="1232" y="1963"/>
                    <a:pt x="1500" y="2320"/>
                    <a:pt x="1856" y="2444"/>
                  </a:cubicBezTo>
                  <a:cubicBezTo>
                    <a:pt x="1767" y="2480"/>
                    <a:pt x="1660" y="2498"/>
                    <a:pt x="1553" y="2498"/>
                  </a:cubicBezTo>
                  <a:cubicBezTo>
                    <a:pt x="1036" y="2498"/>
                    <a:pt x="625" y="2070"/>
                    <a:pt x="625" y="1570"/>
                  </a:cubicBezTo>
                  <a:cubicBezTo>
                    <a:pt x="625" y="1392"/>
                    <a:pt x="750" y="1249"/>
                    <a:pt x="929" y="1249"/>
                  </a:cubicBezTo>
                  <a:close/>
                  <a:moveTo>
                    <a:pt x="1553" y="0"/>
                  </a:moveTo>
                  <a:cubicBezTo>
                    <a:pt x="697" y="0"/>
                    <a:pt x="1" y="714"/>
                    <a:pt x="1" y="1570"/>
                  </a:cubicBezTo>
                  <a:cubicBezTo>
                    <a:pt x="1" y="2427"/>
                    <a:pt x="697" y="3122"/>
                    <a:pt x="1553" y="3122"/>
                  </a:cubicBezTo>
                  <a:cubicBezTo>
                    <a:pt x="2410" y="3122"/>
                    <a:pt x="3105" y="2409"/>
                    <a:pt x="3105" y="1570"/>
                  </a:cubicBezTo>
                  <a:cubicBezTo>
                    <a:pt x="3105" y="696"/>
                    <a:pt x="2410" y="0"/>
                    <a:pt x="155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 name="Google Shape;1687;p118"/>
            <p:cNvSpPr/>
            <p:nvPr/>
          </p:nvSpPr>
          <p:spPr>
            <a:xfrm>
              <a:off x="3327900" y="2317167"/>
              <a:ext cx="260196" cy="340997"/>
            </a:xfrm>
            <a:custGeom>
              <a:rect b="b" l="l" r="r" t="t"/>
              <a:pathLst>
                <a:path extrusionOk="0" h="10618" w="8102">
                  <a:moveTo>
                    <a:pt x="4051" y="621"/>
                  </a:moveTo>
                  <a:cubicBezTo>
                    <a:pt x="4395" y="621"/>
                    <a:pt x="4738" y="670"/>
                    <a:pt x="5068" y="768"/>
                  </a:cubicBezTo>
                  <a:lnTo>
                    <a:pt x="4818" y="1357"/>
                  </a:lnTo>
                  <a:cubicBezTo>
                    <a:pt x="4569" y="1286"/>
                    <a:pt x="4310" y="1250"/>
                    <a:pt x="4049" y="1250"/>
                  </a:cubicBezTo>
                  <a:cubicBezTo>
                    <a:pt x="3788" y="1250"/>
                    <a:pt x="3525" y="1286"/>
                    <a:pt x="3266" y="1357"/>
                  </a:cubicBezTo>
                  <a:lnTo>
                    <a:pt x="3034" y="768"/>
                  </a:lnTo>
                  <a:cubicBezTo>
                    <a:pt x="3364" y="670"/>
                    <a:pt x="3708" y="621"/>
                    <a:pt x="4051" y="621"/>
                  </a:cubicBezTo>
                  <a:close/>
                  <a:moveTo>
                    <a:pt x="2463" y="1018"/>
                  </a:moveTo>
                  <a:lnTo>
                    <a:pt x="2695" y="1589"/>
                  </a:lnTo>
                  <a:cubicBezTo>
                    <a:pt x="2231" y="1839"/>
                    <a:pt x="1856" y="2231"/>
                    <a:pt x="1607" y="2695"/>
                  </a:cubicBezTo>
                  <a:lnTo>
                    <a:pt x="1018" y="2445"/>
                  </a:lnTo>
                  <a:cubicBezTo>
                    <a:pt x="1339" y="1839"/>
                    <a:pt x="1839" y="1339"/>
                    <a:pt x="2463" y="1018"/>
                  </a:cubicBezTo>
                  <a:close/>
                  <a:moveTo>
                    <a:pt x="5639" y="1018"/>
                  </a:moveTo>
                  <a:cubicBezTo>
                    <a:pt x="6246" y="1339"/>
                    <a:pt x="6763" y="1839"/>
                    <a:pt x="7084" y="2445"/>
                  </a:cubicBezTo>
                  <a:lnTo>
                    <a:pt x="6496" y="2695"/>
                  </a:lnTo>
                  <a:cubicBezTo>
                    <a:pt x="6246" y="2231"/>
                    <a:pt x="5871" y="1839"/>
                    <a:pt x="5407" y="1589"/>
                  </a:cubicBezTo>
                  <a:lnTo>
                    <a:pt x="5639" y="1018"/>
                  </a:lnTo>
                  <a:close/>
                  <a:moveTo>
                    <a:pt x="786" y="3034"/>
                  </a:moveTo>
                  <a:lnTo>
                    <a:pt x="1357" y="3266"/>
                  </a:lnTo>
                  <a:cubicBezTo>
                    <a:pt x="1214" y="3766"/>
                    <a:pt x="1214" y="4319"/>
                    <a:pt x="1357" y="4818"/>
                  </a:cubicBezTo>
                  <a:lnTo>
                    <a:pt x="786" y="5050"/>
                  </a:lnTo>
                  <a:cubicBezTo>
                    <a:pt x="572" y="4408"/>
                    <a:pt x="572" y="3694"/>
                    <a:pt x="786" y="3034"/>
                  </a:cubicBezTo>
                  <a:close/>
                  <a:moveTo>
                    <a:pt x="7316" y="3034"/>
                  </a:moveTo>
                  <a:cubicBezTo>
                    <a:pt x="7530" y="3694"/>
                    <a:pt x="7530" y="4408"/>
                    <a:pt x="7316" y="5050"/>
                  </a:cubicBezTo>
                  <a:lnTo>
                    <a:pt x="6745" y="4818"/>
                  </a:lnTo>
                  <a:cubicBezTo>
                    <a:pt x="6888" y="4319"/>
                    <a:pt x="6888" y="3766"/>
                    <a:pt x="6745" y="3266"/>
                  </a:cubicBezTo>
                  <a:lnTo>
                    <a:pt x="7316" y="3034"/>
                  </a:lnTo>
                  <a:close/>
                  <a:moveTo>
                    <a:pt x="4051" y="1874"/>
                  </a:moveTo>
                  <a:cubicBezTo>
                    <a:pt x="5247" y="1874"/>
                    <a:pt x="6228" y="2838"/>
                    <a:pt x="6228" y="4051"/>
                  </a:cubicBezTo>
                  <a:cubicBezTo>
                    <a:pt x="6228" y="5247"/>
                    <a:pt x="5247" y="6228"/>
                    <a:pt x="4051" y="6228"/>
                  </a:cubicBezTo>
                  <a:cubicBezTo>
                    <a:pt x="2856" y="6228"/>
                    <a:pt x="1874" y="5247"/>
                    <a:pt x="1874" y="4051"/>
                  </a:cubicBezTo>
                  <a:cubicBezTo>
                    <a:pt x="1874" y="2838"/>
                    <a:pt x="2856" y="1874"/>
                    <a:pt x="4051" y="1874"/>
                  </a:cubicBezTo>
                  <a:close/>
                  <a:moveTo>
                    <a:pt x="1607" y="5389"/>
                  </a:moveTo>
                  <a:cubicBezTo>
                    <a:pt x="1856" y="5853"/>
                    <a:pt x="2231" y="6246"/>
                    <a:pt x="2695" y="6496"/>
                  </a:cubicBezTo>
                  <a:lnTo>
                    <a:pt x="2463" y="7067"/>
                  </a:lnTo>
                  <a:cubicBezTo>
                    <a:pt x="1839" y="6745"/>
                    <a:pt x="1339" y="6246"/>
                    <a:pt x="1018" y="5639"/>
                  </a:cubicBezTo>
                  <a:lnTo>
                    <a:pt x="1607" y="5389"/>
                  </a:lnTo>
                  <a:close/>
                  <a:moveTo>
                    <a:pt x="6496" y="5389"/>
                  </a:moveTo>
                  <a:lnTo>
                    <a:pt x="7084" y="5639"/>
                  </a:lnTo>
                  <a:cubicBezTo>
                    <a:pt x="6763" y="6246"/>
                    <a:pt x="6246" y="6745"/>
                    <a:pt x="5639" y="7067"/>
                  </a:cubicBezTo>
                  <a:lnTo>
                    <a:pt x="5407" y="6496"/>
                  </a:lnTo>
                  <a:cubicBezTo>
                    <a:pt x="5871" y="6246"/>
                    <a:pt x="6246" y="5853"/>
                    <a:pt x="6496" y="5389"/>
                  </a:cubicBezTo>
                  <a:close/>
                  <a:moveTo>
                    <a:pt x="4818" y="6728"/>
                  </a:moveTo>
                  <a:lnTo>
                    <a:pt x="5068" y="7316"/>
                  </a:lnTo>
                  <a:cubicBezTo>
                    <a:pt x="4738" y="7415"/>
                    <a:pt x="4395" y="7464"/>
                    <a:pt x="4051" y="7464"/>
                  </a:cubicBezTo>
                  <a:cubicBezTo>
                    <a:pt x="3708" y="7464"/>
                    <a:pt x="3364" y="7415"/>
                    <a:pt x="3034" y="7316"/>
                  </a:cubicBezTo>
                  <a:lnTo>
                    <a:pt x="3266" y="6728"/>
                  </a:lnTo>
                  <a:cubicBezTo>
                    <a:pt x="3525" y="6799"/>
                    <a:pt x="3788" y="6835"/>
                    <a:pt x="4049" y="6835"/>
                  </a:cubicBezTo>
                  <a:cubicBezTo>
                    <a:pt x="4310" y="6835"/>
                    <a:pt x="4569" y="6799"/>
                    <a:pt x="4818" y="6728"/>
                  </a:cubicBezTo>
                  <a:close/>
                  <a:moveTo>
                    <a:pt x="6228" y="7441"/>
                  </a:moveTo>
                  <a:lnTo>
                    <a:pt x="6228" y="8726"/>
                  </a:lnTo>
                  <a:lnTo>
                    <a:pt x="1874" y="8726"/>
                  </a:lnTo>
                  <a:lnTo>
                    <a:pt x="1874" y="7441"/>
                  </a:lnTo>
                  <a:cubicBezTo>
                    <a:pt x="2499" y="7852"/>
                    <a:pt x="3248" y="8084"/>
                    <a:pt x="4051" y="8084"/>
                  </a:cubicBezTo>
                  <a:cubicBezTo>
                    <a:pt x="4854" y="8084"/>
                    <a:pt x="5603" y="7852"/>
                    <a:pt x="6228" y="7441"/>
                  </a:cubicBezTo>
                  <a:close/>
                  <a:moveTo>
                    <a:pt x="4051" y="1"/>
                  </a:moveTo>
                  <a:cubicBezTo>
                    <a:pt x="1821" y="1"/>
                    <a:pt x="1" y="1821"/>
                    <a:pt x="1" y="4051"/>
                  </a:cubicBezTo>
                  <a:cubicBezTo>
                    <a:pt x="1" y="5193"/>
                    <a:pt x="483" y="6228"/>
                    <a:pt x="1250" y="6960"/>
                  </a:cubicBezTo>
                  <a:lnTo>
                    <a:pt x="1250" y="8726"/>
                  </a:lnTo>
                  <a:lnTo>
                    <a:pt x="625" y="8726"/>
                  </a:lnTo>
                  <a:lnTo>
                    <a:pt x="625" y="9350"/>
                  </a:lnTo>
                  <a:lnTo>
                    <a:pt x="1250" y="9350"/>
                  </a:lnTo>
                  <a:lnTo>
                    <a:pt x="1250" y="10617"/>
                  </a:lnTo>
                  <a:lnTo>
                    <a:pt x="1874" y="10617"/>
                  </a:lnTo>
                  <a:lnTo>
                    <a:pt x="1874" y="9350"/>
                  </a:lnTo>
                  <a:lnTo>
                    <a:pt x="6228" y="9350"/>
                  </a:lnTo>
                  <a:lnTo>
                    <a:pt x="6228" y="10617"/>
                  </a:lnTo>
                  <a:lnTo>
                    <a:pt x="6852" y="10617"/>
                  </a:lnTo>
                  <a:lnTo>
                    <a:pt x="6852" y="9350"/>
                  </a:lnTo>
                  <a:lnTo>
                    <a:pt x="7477" y="9350"/>
                  </a:lnTo>
                  <a:lnTo>
                    <a:pt x="7477" y="8726"/>
                  </a:lnTo>
                  <a:lnTo>
                    <a:pt x="6852" y="8726"/>
                  </a:lnTo>
                  <a:lnTo>
                    <a:pt x="6852" y="6960"/>
                  </a:lnTo>
                  <a:cubicBezTo>
                    <a:pt x="7620" y="6228"/>
                    <a:pt x="8101" y="5193"/>
                    <a:pt x="8101" y="4051"/>
                  </a:cubicBezTo>
                  <a:cubicBezTo>
                    <a:pt x="8101" y="1821"/>
                    <a:pt x="6281" y="1"/>
                    <a:pt x="405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88" name="Google Shape;1688;p118"/>
          <p:cNvSpPr/>
          <p:nvPr/>
        </p:nvSpPr>
        <p:spPr>
          <a:xfrm>
            <a:off x="2635066" y="2349117"/>
            <a:ext cx="329622" cy="325910"/>
          </a:xfrm>
          <a:custGeom>
            <a:rect b="b" l="l" r="r" t="t"/>
            <a:pathLst>
              <a:path extrusionOk="0" h="10622" w="10743">
                <a:moveTo>
                  <a:pt x="7176" y="620"/>
                </a:moveTo>
                <a:cubicBezTo>
                  <a:pt x="7334" y="620"/>
                  <a:pt x="7495" y="683"/>
                  <a:pt x="7620" y="808"/>
                </a:cubicBezTo>
                <a:lnTo>
                  <a:pt x="9814" y="3002"/>
                </a:lnTo>
                <a:cubicBezTo>
                  <a:pt x="10064" y="3252"/>
                  <a:pt x="10064" y="3645"/>
                  <a:pt x="9814" y="3895"/>
                </a:cubicBezTo>
                <a:cubicBezTo>
                  <a:pt x="9698" y="4011"/>
                  <a:pt x="9542" y="4069"/>
                  <a:pt x="9384" y="4069"/>
                </a:cubicBezTo>
                <a:cubicBezTo>
                  <a:pt x="9226" y="4069"/>
                  <a:pt x="9065" y="4011"/>
                  <a:pt x="8940" y="3895"/>
                </a:cubicBezTo>
                <a:lnTo>
                  <a:pt x="6745" y="1682"/>
                </a:lnTo>
                <a:cubicBezTo>
                  <a:pt x="6496" y="1450"/>
                  <a:pt x="6496" y="1058"/>
                  <a:pt x="6745" y="808"/>
                </a:cubicBezTo>
                <a:cubicBezTo>
                  <a:pt x="6861" y="683"/>
                  <a:pt x="7018" y="620"/>
                  <a:pt x="7176" y="620"/>
                </a:cubicBezTo>
                <a:close/>
                <a:moveTo>
                  <a:pt x="5856" y="1941"/>
                </a:moveTo>
                <a:cubicBezTo>
                  <a:pt x="6014" y="1941"/>
                  <a:pt x="6174" y="2003"/>
                  <a:pt x="6299" y="2128"/>
                </a:cubicBezTo>
                <a:lnTo>
                  <a:pt x="8494" y="4323"/>
                </a:lnTo>
                <a:cubicBezTo>
                  <a:pt x="8744" y="4573"/>
                  <a:pt x="8744" y="4965"/>
                  <a:pt x="8494" y="5215"/>
                </a:cubicBezTo>
                <a:cubicBezTo>
                  <a:pt x="8378" y="5331"/>
                  <a:pt x="8222" y="5389"/>
                  <a:pt x="8064" y="5389"/>
                </a:cubicBezTo>
                <a:cubicBezTo>
                  <a:pt x="7905" y="5389"/>
                  <a:pt x="7745" y="5331"/>
                  <a:pt x="7620" y="5215"/>
                </a:cubicBezTo>
                <a:lnTo>
                  <a:pt x="5425" y="3002"/>
                </a:lnTo>
                <a:cubicBezTo>
                  <a:pt x="5175" y="2771"/>
                  <a:pt x="5175" y="2378"/>
                  <a:pt x="5425" y="2128"/>
                </a:cubicBezTo>
                <a:cubicBezTo>
                  <a:pt x="5541" y="2003"/>
                  <a:pt x="5697" y="1941"/>
                  <a:pt x="5856" y="1941"/>
                </a:cubicBezTo>
                <a:close/>
                <a:moveTo>
                  <a:pt x="4542" y="3261"/>
                </a:moveTo>
                <a:cubicBezTo>
                  <a:pt x="4702" y="3261"/>
                  <a:pt x="4863" y="3324"/>
                  <a:pt x="4979" y="3449"/>
                </a:cubicBezTo>
                <a:lnTo>
                  <a:pt x="7174" y="5643"/>
                </a:lnTo>
                <a:cubicBezTo>
                  <a:pt x="7423" y="5893"/>
                  <a:pt x="7423" y="6286"/>
                  <a:pt x="7174" y="6517"/>
                </a:cubicBezTo>
                <a:cubicBezTo>
                  <a:pt x="7058" y="6642"/>
                  <a:pt x="6902" y="6705"/>
                  <a:pt x="6743" y="6705"/>
                </a:cubicBezTo>
                <a:cubicBezTo>
                  <a:pt x="6585" y="6705"/>
                  <a:pt x="6424" y="6642"/>
                  <a:pt x="6299" y="6517"/>
                </a:cubicBezTo>
                <a:lnTo>
                  <a:pt x="4105" y="4323"/>
                </a:lnTo>
                <a:cubicBezTo>
                  <a:pt x="3855" y="4091"/>
                  <a:pt x="3855" y="3698"/>
                  <a:pt x="4105" y="3449"/>
                </a:cubicBezTo>
                <a:cubicBezTo>
                  <a:pt x="4221" y="3324"/>
                  <a:pt x="4381" y="3261"/>
                  <a:pt x="4542" y="3261"/>
                </a:cubicBezTo>
                <a:close/>
                <a:moveTo>
                  <a:pt x="3228" y="4582"/>
                </a:moveTo>
                <a:cubicBezTo>
                  <a:pt x="3387" y="4582"/>
                  <a:pt x="3543" y="4644"/>
                  <a:pt x="3659" y="4769"/>
                </a:cubicBezTo>
                <a:lnTo>
                  <a:pt x="5853" y="6964"/>
                </a:lnTo>
                <a:cubicBezTo>
                  <a:pt x="6103" y="7213"/>
                  <a:pt x="6103" y="7606"/>
                  <a:pt x="5853" y="7838"/>
                </a:cubicBezTo>
                <a:cubicBezTo>
                  <a:pt x="5737" y="7963"/>
                  <a:pt x="5581" y="8025"/>
                  <a:pt x="5423" y="8025"/>
                </a:cubicBezTo>
                <a:cubicBezTo>
                  <a:pt x="5265" y="8025"/>
                  <a:pt x="5104" y="7963"/>
                  <a:pt x="4979" y="7838"/>
                </a:cubicBezTo>
                <a:lnTo>
                  <a:pt x="2784" y="5643"/>
                </a:lnTo>
                <a:cubicBezTo>
                  <a:pt x="2535" y="5411"/>
                  <a:pt x="2535" y="5001"/>
                  <a:pt x="2784" y="4769"/>
                </a:cubicBezTo>
                <a:cubicBezTo>
                  <a:pt x="2909" y="4644"/>
                  <a:pt x="3070" y="4582"/>
                  <a:pt x="3228" y="4582"/>
                </a:cubicBezTo>
                <a:close/>
                <a:moveTo>
                  <a:pt x="7176" y="0"/>
                </a:moveTo>
                <a:cubicBezTo>
                  <a:pt x="6857" y="0"/>
                  <a:pt x="6540" y="121"/>
                  <a:pt x="6299" y="362"/>
                </a:cubicBezTo>
                <a:cubicBezTo>
                  <a:pt x="6032" y="629"/>
                  <a:pt x="5925" y="986"/>
                  <a:pt x="5943" y="1325"/>
                </a:cubicBezTo>
                <a:cubicBezTo>
                  <a:pt x="5921" y="1324"/>
                  <a:pt x="5900" y="1324"/>
                  <a:pt x="5879" y="1324"/>
                </a:cubicBezTo>
                <a:cubicBezTo>
                  <a:pt x="5559" y="1324"/>
                  <a:pt x="5230" y="1448"/>
                  <a:pt x="4979" y="1682"/>
                </a:cubicBezTo>
                <a:cubicBezTo>
                  <a:pt x="4711" y="1950"/>
                  <a:pt x="4604" y="2307"/>
                  <a:pt x="4622" y="2646"/>
                </a:cubicBezTo>
                <a:cubicBezTo>
                  <a:pt x="4601" y="2644"/>
                  <a:pt x="4580" y="2644"/>
                  <a:pt x="4558" y="2644"/>
                </a:cubicBezTo>
                <a:cubicBezTo>
                  <a:pt x="4239" y="2644"/>
                  <a:pt x="3910" y="2768"/>
                  <a:pt x="3659" y="3002"/>
                </a:cubicBezTo>
                <a:cubicBezTo>
                  <a:pt x="3391" y="3270"/>
                  <a:pt x="3284" y="3627"/>
                  <a:pt x="3302" y="3966"/>
                </a:cubicBezTo>
                <a:cubicBezTo>
                  <a:pt x="3281" y="3965"/>
                  <a:pt x="3259" y="3964"/>
                  <a:pt x="3238" y="3964"/>
                </a:cubicBezTo>
                <a:cubicBezTo>
                  <a:pt x="2918" y="3964"/>
                  <a:pt x="2589" y="4089"/>
                  <a:pt x="2338" y="4323"/>
                </a:cubicBezTo>
                <a:cubicBezTo>
                  <a:pt x="1857" y="4805"/>
                  <a:pt x="1857" y="5607"/>
                  <a:pt x="2338" y="6089"/>
                </a:cubicBezTo>
                <a:lnTo>
                  <a:pt x="3230" y="6964"/>
                </a:lnTo>
                <a:lnTo>
                  <a:pt x="1" y="10175"/>
                </a:lnTo>
                <a:lnTo>
                  <a:pt x="447" y="10621"/>
                </a:lnTo>
                <a:lnTo>
                  <a:pt x="3659" y="7410"/>
                </a:lnTo>
                <a:lnTo>
                  <a:pt x="4551" y="8284"/>
                </a:lnTo>
                <a:cubicBezTo>
                  <a:pt x="4792" y="8525"/>
                  <a:pt x="5108" y="8645"/>
                  <a:pt x="5425" y="8645"/>
                </a:cubicBezTo>
                <a:cubicBezTo>
                  <a:pt x="5742" y="8645"/>
                  <a:pt x="6059" y="8525"/>
                  <a:pt x="6299" y="8284"/>
                </a:cubicBezTo>
                <a:cubicBezTo>
                  <a:pt x="6567" y="8016"/>
                  <a:pt x="6692" y="7677"/>
                  <a:pt x="6656" y="7320"/>
                </a:cubicBezTo>
                <a:lnTo>
                  <a:pt x="6656" y="7320"/>
                </a:lnTo>
                <a:cubicBezTo>
                  <a:pt x="6694" y="7324"/>
                  <a:pt x="6732" y="7326"/>
                  <a:pt x="6770" y="7326"/>
                </a:cubicBezTo>
                <a:cubicBezTo>
                  <a:pt x="7099" y="7326"/>
                  <a:pt x="7395" y="7188"/>
                  <a:pt x="7620" y="6964"/>
                </a:cubicBezTo>
                <a:cubicBezTo>
                  <a:pt x="7887" y="6696"/>
                  <a:pt x="8012" y="6357"/>
                  <a:pt x="7977" y="6000"/>
                </a:cubicBezTo>
                <a:lnTo>
                  <a:pt x="7977" y="6000"/>
                </a:lnTo>
                <a:cubicBezTo>
                  <a:pt x="8013" y="6004"/>
                  <a:pt x="8049" y="6005"/>
                  <a:pt x="8086" y="6005"/>
                </a:cubicBezTo>
                <a:cubicBezTo>
                  <a:pt x="8405" y="6005"/>
                  <a:pt x="8716" y="5867"/>
                  <a:pt x="8940" y="5643"/>
                </a:cubicBezTo>
                <a:cubicBezTo>
                  <a:pt x="9208" y="5376"/>
                  <a:pt x="9315" y="5037"/>
                  <a:pt x="9297" y="4680"/>
                </a:cubicBezTo>
                <a:lnTo>
                  <a:pt x="9297" y="4680"/>
                </a:lnTo>
                <a:cubicBezTo>
                  <a:pt x="9333" y="4683"/>
                  <a:pt x="9370" y="4685"/>
                  <a:pt x="9406" y="4685"/>
                </a:cubicBezTo>
                <a:cubicBezTo>
                  <a:pt x="9726" y="4685"/>
                  <a:pt x="10036" y="4547"/>
                  <a:pt x="10260" y="4323"/>
                </a:cubicBezTo>
                <a:cubicBezTo>
                  <a:pt x="10742" y="3841"/>
                  <a:pt x="10742" y="3056"/>
                  <a:pt x="10260" y="2574"/>
                </a:cubicBezTo>
                <a:lnTo>
                  <a:pt x="9386" y="1682"/>
                </a:lnTo>
                <a:lnTo>
                  <a:pt x="10046" y="1022"/>
                </a:lnTo>
                <a:lnTo>
                  <a:pt x="9600" y="594"/>
                </a:lnTo>
                <a:lnTo>
                  <a:pt x="8940" y="1254"/>
                </a:lnTo>
                <a:lnTo>
                  <a:pt x="8066" y="362"/>
                </a:lnTo>
                <a:cubicBezTo>
                  <a:pt x="7816" y="121"/>
                  <a:pt x="7495" y="0"/>
                  <a:pt x="717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 name="Google Shape;1689;p118"/>
          <p:cNvSpPr/>
          <p:nvPr/>
        </p:nvSpPr>
        <p:spPr>
          <a:xfrm>
            <a:off x="1920674" y="2349239"/>
            <a:ext cx="335605" cy="325664"/>
          </a:xfrm>
          <a:custGeom>
            <a:rect b="b" l="l" r="r" t="t"/>
            <a:pathLst>
              <a:path extrusionOk="0" h="10614" w="10938">
                <a:moveTo>
                  <a:pt x="5478" y="625"/>
                </a:moveTo>
                <a:cubicBezTo>
                  <a:pt x="5603" y="625"/>
                  <a:pt x="5710" y="697"/>
                  <a:pt x="5763" y="822"/>
                </a:cubicBezTo>
                <a:lnTo>
                  <a:pt x="5888" y="1107"/>
                </a:lnTo>
                <a:cubicBezTo>
                  <a:pt x="6120" y="1000"/>
                  <a:pt x="6227" y="929"/>
                  <a:pt x="6406" y="929"/>
                </a:cubicBezTo>
                <a:cubicBezTo>
                  <a:pt x="6745" y="929"/>
                  <a:pt x="7030" y="1214"/>
                  <a:pt x="7030" y="1553"/>
                </a:cubicBezTo>
                <a:cubicBezTo>
                  <a:pt x="7030" y="2499"/>
                  <a:pt x="6727" y="3801"/>
                  <a:pt x="5871" y="4765"/>
                </a:cubicBezTo>
                <a:cubicBezTo>
                  <a:pt x="5746" y="4711"/>
                  <a:pt x="5621" y="4694"/>
                  <a:pt x="5478" y="4694"/>
                </a:cubicBezTo>
                <a:lnTo>
                  <a:pt x="5353" y="4694"/>
                </a:lnTo>
                <a:cubicBezTo>
                  <a:pt x="5032" y="4176"/>
                  <a:pt x="4639" y="3712"/>
                  <a:pt x="4158" y="3320"/>
                </a:cubicBezTo>
                <a:lnTo>
                  <a:pt x="4175" y="3320"/>
                </a:lnTo>
                <a:cubicBezTo>
                  <a:pt x="4015" y="2874"/>
                  <a:pt x="3926" y="2071"/>
                  <a:pt x="3926" y="1553"/>
                </a:cubicBezTo>
                <a:cubicBezTo>
                  <a:pt x="3926" y="1214"/>
                  <a:pt x="4193" y="929"/>
                  <a:pt x="4550" y="929"/>
                </a:cubicBezTo>
                <a:cubicBezTo>
                  <a:pt x="4729" y="929"/>
                  <a:pt x="4818" y="1000"/>
                  <a:pt x="5068" y="1107"/>
                </a:cubicBezTo>
                <a:lnTo>
                  <a:pt x="5192" y="822"/>
                </a:lnTo>
                <a:cubicBezTo>
                  <a:pt x="5228" y="697"/>
                  <a:pt x="5353" y="625"/>
                  <a:pt x="5478" y="625"/>
                </a:cubicBezTo>
                <a:close/>
                <a:moveTo>
                  <a:pt x="5478" y="5300"/>
                </a:moveTo>
                <a:cubicBezTo>
                  <a:pt x="5639" y="5300"/>
                  <a:pt x="5781" y="5443"/>
                  <a:pt x="5781" y="5621"/>
                </a:cubicBezTo>
                <a:cubicBezTo>
                  <a:pt x="5781" y="5782"/>
                  <a:pt x="5639" y="5925"/>
                  <a:pt x="5478" y="5925"/>
                </a:cubicBezTo>
                <a:cubicBezTo>
                  <a:pt x="5300" y="5925"/>
                  <a:pt x="5157" y="5782"/>
                  <a:pt x="5157" y="5621"/>
                </a:cubicBezTo>
                <a:cubicBezTo>
                  <a:pt x="5157" y="5443"/>
                  <a:pt x="5300" y="5300"/>
                  <a:pt x="5478" y="5300"/>
                </a:cubicBezTo>
                <a:close/>
                <a:moveTo>
                  <a:pt x="8898" y="2950"/>
                </a:moveTo>
                <a:cubicBezTo>
                  <a:pt x="9159" y="2950"/>
                  <a:pt x="9406" y="3118"/>
                  <a:pt x="9493" y="3391"/>
                </a:cubicBezTo>
                <a:cubicBezTo>
                  <a:pt x="9546" y="3569"/>
                  <a:pt x="9510" y="3676"/>
                  <a:pt x="9493" y="3944"/>
                </a:cubicBezTo>
                <a:lnTo>
                  <a:pt x="9796" y="3962"/>
                </a:lnTo>
                <a:cubicBezTo>
                  <a:pt x="9956" y="3980"/>
                  <a:pt x="10117" y="4087"/>
                  <a:pt x="10153" y="4176"/>
                </a:cubicBezTo>
                <a:cubicBezTo>
                  <a:pt x="10188" y="4265"/>
                  <a:pt x="10099" y="4408"/>
                  <a:pt x="9974" y="4515"/>
                </a:cubicBezTo>
                <a:lnTo>
                  <a:pt x="9742" y="4711"/>
                </a:lnTo>
                <a:cubicBezTo>
                  <a:pt x="9903" y="4908"/>
                  <a:pt x="10010" y="4979"/>
                  <a:pt x="10064" y="5157"/>
                </a:cubicBezTo>
                <a:cubicBezTo>
                  <a:pt x="10171" y="5479"/>
                  <a:pt x="9992" y="5835"/>
                  <a:pt x="9671" y="5942"/>
                </a:cubicBezTo>
                <a:cubicBezTo>
                  <a:pt x="9244" y="6083"/>
                  <a:pt x="8792" y="6153"/>
                  <a:pt x="8334" y="6153"/>
                </a:cubicBezTo>
                <a:cubicBezTo>
                  <a:pt x="7685" y="6153"/>
                  <a:pt x="7024" y="6011"/>
                  <a:pt x="6406" y="5728"/>
                </a:cubicBezTo>
                <a:cubicBezTo>
                  <a:pt x="6406" y="5693"/>
                  <a:pt x="6406" y="5657"/>
                  <a:pt x="6406" y="5621"/>
                </a:cubicBezTo>
                <a:cubicBezTo>
                  <a:pt x="6406" y="5479"/>
                  <a:pt x="6370" y="5336"/>
                  <a:pt x="6317" y="5211"/>
                </a:cubicBezTo>
                <a:cubicBezTo>
                  <a:pt x="6709" y="4765"/>
                  <a:pt x="7030" y="4247"/>
                  <a:pt x="7244" y="3659"/>
                </a:cubicBezTo>
                <a:lnTo>
                  <a:pt x="7262" y="3659"/>
                </a:lnTo>
                <a:cubicBezTo>
                  <a:pt x="7566" y="3427"/>
                  <a:pt x="8065" y="3195"/>
                  <a:pt x="8707" y="2981"/>
                </a:cubicBezTo>
                <a:cubicBezTo>
                  <a:pt x="8770" y="2960"/>
                  <a:pt x="8835" y="2950"/>
                  <a:pt x="8898" y="2950"/>
                </a:cubicBezTo>
                <a:close/>
                <a:moveTo>
                  <a:pt x="2022" y="2950"/>
                </a:moveTo>
                <a:cubicBezTo>
                  <a:pt x="2086" y="2950"/>
                  <a:pt x="2150" y="2960"/>
                  <a:pt x="2213" y="2981"/>
                </a:cubicBezTo>
                <a:cubicBezTo>
                  <a:pt x="3337" y="3355"/>
                  <a:pt x="4247" y="4051"/>
                  <a:pt x="4800" y="4979"/>
                </a:cubicBezTo>
                <a:cubicBezTo>
                  <a:pt x="4675" y="5104"/>
                  <a:pt x="4586" y="5282"/>
                  <a:pt x="4550" y="5461"/>
                </a:cubicBezTo>
                <a:cubicBezTo>
                  <a:pt x="3961" y="5586"/>
                  <a:pt x="3408" y="5835"/>
                  <a:pt x="2891" y="6174"/>
                </a:cubicBezTo>
                <a:cubicBezTo>
                  <a:pt x="2891" y="6192"/>
                  <a:pt x="2891" y="6192"/>
                  <a:pt x="2891" y="6192"/>
                </a:cubicBezTo>
                <a:lnTo>
                  <a:pt x="2873" y="6139"/>
                </a:lnTo>
                <a:cubicBezTo>
                  <a:pt x="2821" y="6141"/>
                  <a:pt x="2767" y="6141"/>
                  <a:pt x="2712" y="6141"/>
                </a:cubicBezTo>
                <a:cubicBezTo>
                  <a:pt x="2221" y="6141"/>
                  <a:pt x="1636" y="6071"/>
                  <a:pt x="1267" y="5942"/>
                </a:cubicBezTo>
                <a:cubicBezTo>
                  <a:pt x="928" y="5835"/>
                  <a:pt x="750" y="5479"/>
                  <a:pt x="857" y="5157"/>
                </a:cubicBezTo>
                <a:cubicBezTo>
                  <a:pt x="910" y="4979"/>
                  <a:pt x="1017" y="4908"/>
                  <a:pt x="1178" y="4711"/>
                </a:cubicBezTo>
                <a:lnTo>
                  <a:pt x="946" y="4515"/>
                </a:lnTo>
                <a:cubicBezTo>
                  <a:pt x="839" y="4426"/>
                  <a:pt x="768" y="4283"/>
                  <a:pt x="803" y="4176"/>
                </a:cubicBezTo>
                <a:cubicBezTo>
                  <a:pt x="839" y="4069"/>
                  <a:pt x="982" y="3980"/>
                  <a:pt x="1124" y="3962"/>
                </a:cubicBezTo>
                <a:lnTo>
                  <a:pt x="1428" y="3944"/>
                </a:lnTo>
                <a:cubicBezTo>
                  <a:pt x="1428" y="3676"/>
                  <a:pt x="1374" y="3569"/>
                  <a:pt x="1446" y="3391"/>
                </a:cubicBezTo>
                <a:cubicBezTo>
                  <a:pt x="1517" y="3118"/>
                  <a:pt x="1762" y="2950"/>
                  <a:pt x="2022" y="2950"/>
                </a:cubicBezTo>
                <a:close/>
                <a:moveTo>
                  <a:pt x="4657" y="6067"/>
                </a:moveTo>
                <a:cubicBezTo>
                  <a:pt x="4746" y="6228"/>
                  <a:pt x="4871" y="6353"/>
                  <a:pt x="5032" y="6442"/>
                </a:cubicBezTo>
                <a:cubicBezTo>
                  <a:pt x="4961" y="7102"/>
                  <a:pt x="4996" y="7762"/>
                  <a:pt x="5139" y="8387"/>
                </a:cubicBezTo>
                <a:cubicBezTo>
                  <a:pt x="4961" y="8976"/>
                  <a:pt x="4746" y="9440"/>
                  <a:pt x="4532" y="9743"/>
                </a:cubicBezTo>
                <a:cubicBezTo>
                  <a:pt x="4415" y="9904"/>
                  <a:pt x="4226" y="9993"/>
                  <a:pt x="4036" y="9993"/>
                </a:cubicBezTo>
                <a:cubicBezTo>
                  <a:pt x="3910" y="9993"/>
                  <a:pt x="3783" y="9954"/>
                  <a:pt x="3676" y="9868"/>
                </a:cubicBezTo>
                <a:cubicBezTo>
                  <a:pt x="3515" y="9761"/>
                  <a:pt x="3480" y="9654"/>
                  <a:pt x="3337" y="9422"/>
                </a:cubicBezTo>
                <a:lnTo>
                  <a:pt x="3069" y="9600"/>
                </a:lnTo>
                <a:cubicBezTo>
                  <a:pt x="3020" y="9625"/>
                  <a:pt x="2966" y="9638"/>
                  <a:pt x="2912" y="9638"/>
                </a:cubicBezTo>
                <a:cubicBezTo>
                  <a:pt x="2850" y="9638"/>
                  <a:pt x="2788" y="9621"/>
                  <a:pt x="2730" y="9582"/>
                </a:cubicBezTo>
                <a:cubicBezTo>
                  <a:pt x="2623" y="9511"/>
                  <a:pt x="2587" y="9386"/>
                  <a:pt x="2605" y="9261"/>
                </a:cubicBezTo>
                <a:lnTo>
                  <a:pt x="2695" y="8958"/>
                </a:lnTo>
                <a:cubicBezTo>
                  <a:pt x="2427" y="8887"/>
                  <a:pt x="2320" y="8887"/>
                  <a:pt x="2159" y="8779"/>
                </a:cubicBezTo>
                <a:cubicBezTo>
                  <a:pt x="1892" y="8583"/>
                  <a:pt x="1820" y="8191"/>
                  <a:pt x="2016" y="7905"/>
                </a:cubicBezTo>
                <a:cubicBezTo>
                  <a:pt x="2748" y="6924"/>
                  <a:pt x="3622" y="6299"/>
                  <a:pt x="4657" y="6067"/>
                </a:cubicBezTo>
                <a:close/>
                <a:moveTo>
                  <a:pt x="6120" y="6282"/>
                </a:moveTo>
                <a:cubicBezTo>
                  <a:pt x="6709" y="6549"/>
                  <a:pt x="7316" y="6710"/>
                  <a:pt x="7940" y="6763"/>
                </a:cubicBezTo>
                <a:cubicBezTo>
                  <a:pt x="8297" y="7031"/>
                  <a:pt x="8654" y="7530"/>
                  <a:pt x="8922" y="7905"/>
                </a:cubicBezTo>
                <a:cubicBezTo>
                  <a:pt x="9136" y="8191"/>
                  <a:pt x="9064" y="8583"/>
                  <a:pt x="8797" y="8779"/>
                </a:cubicBezTo>
                <a:cubicBezTo>
                  <a:pt x="8636" y="8887"/>
                  <a:pt x="8511" y="8887"/>
                  <a:pt x="8261" y="8958"/>
                </a:cubicBezTo>
                <a:lnTo>
                  <a:pt x="8333" y="9261"/>
                </a:lnTo>
                <a:cubicBezTo>
                  <a:pt x="8368" y="9368"/>
                  <a:pt x="8315" y="9511"/>
                  <a:pt x="8226" y="9582"/>
                </a:cubicBezTo>
                <a:cubicBezTo>
                  <a:pt x="8172" y="9618"/>
                  <a:pt x="8110" y="9636"/>
                  <a:pt x="8047" y="9636"/>
                </a:cubicBezTo>
                <a:cubicBezTo>
                  <a:pt x="7985" y="9636"/>
                  <a:pt x="7922" y="9618"/>
                  <a:pt x="7869" y="9582"/>
                </a:cubicBezTo>
                <a:lnTo>
                  <a:pt x="7601" y="9422"/>
                </a:lnTo>
                <a:cubicBezTo>
                  <a:pt x="7459" y="9654"/>
                  <a:pt x="7441" y="9761"/>
                  <a:pt x="7280" y="9868"/>
                </a:cubicBezTo>
                <a:cubicBezTo>
                  <a:pt x="7166" y="9954"/>
                  <a:pt x="7037" y="9993"/>
                  <a:pt x="6911" y="9993"/>
                </a:cubicBezTo>
                <a:cubicBezTo>
                  <a:pt x="6721" y="9993"/>
                  <a:pt x="6534" y="9904"/>
                  <a:pt x="6406" y="9743"/>
                </a:cubicBezTo>
                <a:cubicBezTo>
                  <a:pt x="5781" y="8887"/>
                  <a:pt x="5514" y="7727"/>
                  <a:pt x="5656" y="6531"/>
                </a:cubicBezTo>
                <a:cubicBezTo>
                  <a:pt x="5835" y="6496"/>
                  <a:pt x="5995" y="6406"/>
                  <a:pt x="6120" y="6282"/>
                </a:cubicBezTo>
                <a:close/>
                <a:moveTo>
                  <a:pt x="5478" y="1"/>
                </a:moveTo>
                <a:cubicBezTo>
                  <a:pt x="5192" y="1"/>
                  <a:pt x="4943" y="126"/>
                  <a:pt x="4764" y="322"/>
                </a:cubicBezTo>
                <a:cubicBezTo>
                  <a:pt x="4695" y="311"/>
                  <a:pt x="4626" y="305"/>
                  <a:pt x="4558" y="305"/>
                </a:cubicBezTo>
                <a:cubicBezTo>
                  <a:pt x="3877" y="305"/>
                  <a:pt x="3301" y="855"/>
                  <a:pt x="3301" y="1553"/>
                </a:cubicBezTo>
                <a:cubicBezTo>
                  <a:pt x="3301" y="1910"/>
                  <a:pt x="3337" y="2392"/>
                  <a:pt x="3408" y="2820"/>
                </a:cubicBezTo>
                <a:cubicBezTo>
                  <a:pt x="3105" y="2659"/>
                  <a:pt x="2766" y="2517"/>
                  <a:pt x="2409" y="2392"/>
                </a:cubicBezTo>
                <a:cubicBezTo>
                  <a:pt x="2284" y="2352"/>
                  <a:pt x="2157" y="2333"/>
                  <a:pt x="2033" y="2333"/>
                </a:cubicBezTo>
                <a:cubicBezTo>
                  <a:pt x="1434" y="2333"/>
                  <a:pt x="892" y="2773"/>
                  <a:pt x="803" y="3409"/>
                </a:cubicBezTo>
                <a:cubicBezTo>
                  <a:pt x="553" y="3498"/>
                  <a:pt x="304" y="3694"/>
                  <a:pt x="197" y="3980"/>
                </a:cubicBezTo>
                <a:cubicBezTo>
                  <a:pt x="125" y="4247"/>
                  <a:pt x="179" y="4533"/>
                  <a:pt x="357" y="4765"/>
                </a:cubicBezTo>
                <a:cubicBezTo>
                  <a:pt x="0" y="5461"/>
                  <a:pt x="339" y="6299"/>
                  <a:pt x="1071" y="6531"/>
                </a:cubicBezTo>
                <a:cubicBezTo>
                  <a:pt x="1410" y="6638"/>
                  <a:pt x="1820" y="6710"/>
                  <a:pt x="2213" y="6745"/>
                </a:cubicBezTo>
                <a:cubicBezTo>
                  <a:pt x="1963" y="6977"/>
                  <a:pt x="1731" y="7245"/>
                  <a:pt x="1517" y="7548"/>
                </a:cubicBezTo>
                <a:cubicBezTo>
                  <a:pt x="1071" y="8173"/>
                  <a:pt x="1285" y="9065"/>
                  <a:pt x="1981" y="9386"/>
                </a:cubicBezTo>
                <a:cubicBezTo>
                  <a:pt x="1999" y="9672"/>
                  <a:pt x="2141" y="9921"/>
                  <a:pt x="2373" y="10082"/>
                </a:cubicBezTo>
                <a:cubicBezTo>
                  <a:pt x="2525" y="10196"/>
                  <a:pt x="2712" y="10256"/>
                  <a:pt x="2904" y="10256"/>
                </a:cubicBezTo>
                <a:cubicBezTo>
                  <a:pt x="2983" y="10256"/>
                  <a:pt x="3062" y="10246"/>
                  <a:pt x="3141" y="10225"/>
                </a:cubicBezTo>
                <a:cubicBezTo>
                  <a:pt x="3386" y="10487"/>
                  <a:pt x="3711" y="10614"/>
                  <a:pt x="4035" y="10614"/>
                </a:cubicBezTo>
                <a:cubicBezTo>
                  <a:pt x="4417" y="10614"/>
                  <a:pt x="4799" y="10438"/>
                  <a:pt x="5050" y="10100"/>
                </a:cubicBezTo>
                <a:cubicBezTo>
                  <a:pt x="5192" y="9904"/>
                  <a:pt x="5335" y="9636"/>
                  <a:pt x="5460" y="9333"/>
                </a:cubicBezTo>
                <a:cubicBezTo>
                  <a:pt x="5585" y="9600"/>
                  <a:pt x="5728" y="9868"/>
                  <a:pt x="5906" y="10100"/>
                </a:cubicBezTo>
                <a:cubicBezTo>
                  <a:pt x="6157" y="10438"/>
                  <a:pt x="6539" y="10614"/>
                  <a:pt x="6921" y="10614"/>
                </a:cubicBezTo>
                <a:cubicBezTo>
                  <a:pt x="7245" y="10614"/>
                  <a:pt x="7570" y="10487"/>
                  <a:pt x="7815" y="10225"/>
                </a:cubicBezTo>
                <a:cubicBezTo>
                  <a:pt x="7893" y="10246"/>
                  <a:pt x="7972" y="10256"/>
                  <a:pt x="8049" y="10256"/>
                </a:cubicBezTo>
                <a:cubicBezTo>
                  <a:pt x="8236" y="10256"/>
                  <a:pt x="8418" y="10196"/>
                  <a:pt x="8583" y="10082"/>
                </a:cubicBezTo>
                <a:cubicBezTo>
                  <a:pt x="8815" y="9921"/>
                  <a:pt x="8939" y="9672"/>
                  <a:pt x="8957" y="9386"/>
                </a:cubicBezTo>
                <a:cubicBezTo>
                  <a:pt x="9671" y="9065"/>
                  <a:pt x="9885" y="8173"/>
                  <a:pt x="9439" y="7548"/>
                </a:cubicBezTo>
                <a:cubicBezTo>
                  <a:pt x="9243" y="7281"/>
                  <a:pt x="9046" y="7013"/>
                  <a:pt x="8832" y="6745"/>
                </a:cubicBezTo>
                <a:cubicBezTo>
                  <a:pt x="9171" y="6710"/>
                  <a:pt x="9528" y="6638"/>
                  <a:pt x="9867" y="6531"/>
                </a:cubicBezTo>
                <a:cubicBezTo>
                  <a:pt x="10599" y="6299"/>
                  <a:pt x="10938" y="5461"/>
                  <a:pt x="10581" y="4783"/>
                </a:cubicBezTo>
                <a:cubicBezTo>
                  <a:pt x="10742" y="4551"/>
                  <a:pt x="10849" y="4283"/>
                  <a:pt x="10742" y="3980"/>
                </a:cubicBezTo>
                <a:cubicBezTo>
                  <a:pt x="10652" y="3694"/>
                  <a:pt x="10403" y="3498"/>
                  <a:pt x="10135" y="3409"/>
                </a:cubicBezTo>
                <a:cubicBezTo>
                  <a:pt x="10046" y="2773"/>
                  <a:pt x="9492" y="2333"/>
                  <a:pt x="8888" y="2333"/>
                </a:cubicBezTo>
                <a:cubicBezTo>
                  <a:pt x="8763" y="2333"/>
                  <a:pt x="8637" y="2352"/>
                  <a:pt x="8511" y="2392"/>
                </a:cubicBezTo>
                <a:cubicBezTo>
                  <a:pt x="8137" y="2517"/>
                  <a:pt x="7798" y="2659"/>
                  <a:pt x="7512" y="2784"/>
                </a:cubicBezTo>
                <a:cubicBezTo>
                  <a:pt x="7601" y="2374"/>
                  <a:pt x="7655" y="1964"/>
                  <a:pt x="7655" y="1553"/>
                </a:cubicBezTo>
                <a:cubicBezTo>
                  <a:pt x="7655" y="855"/>
                  <a:pt x="7079" y="305"/>
                  <a:pt x="6398" y="305"/>
                </a:cubicBezTo>
                <a:cubicBezTo>
                  <a:pt x="6330" y="305"/>
                  <a:pt x="6261" y="311"/>
                  <a:pt x="6192" y="322"/>
                </a:cubicBezTo>
                <a:cubicBezTo>
                  <a:pt x="6013" y="126"/>
                  <a:pt x="5763" y="1"/>
                  <a:pt x="547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 name="Google Shape;1690;p118"/>
          <p:cNvSpPr/>
          <p:nvPr/>
        </p:nvSpPr>
        <p:spPr>
          <a:xfrm>
            <a:off x="1216100" y="3406898"/>
            <a:ext cx="325787" cy="305536"/>
          </a:xfrm>
          <a:custGeom>
            <a:rect b="b" l="l" r="r" t="t"/>
            <a:pathLst>
              <a:path extrusionOk="0" h="9958" w="10618">
                <a:moveTo>
                  <a:pt x="2820" y="625"/>
                </a:moveTo>
                <a:cubicBezTo>
                  <a:pt x="3284" y="625"/>
                  <a:pt x="3730" y="768"/>
                  <a:pt x="4069" y="1018"/>
                </a:cubicBezTo>
                <a:lnTo>
                  <a:pt x="3212" y="3159"/>
                </a:lnTo>
                <a:cubicBezTo>
                  <a:pt x="3088" y="3123"/>
                  <a:pt x="2954" y="3105"/>
                  <a:pt x="2818" y="3105"/>
                </a:cubicBezTo>
                <a:cubicBezTo>
                  <a:pt x="2682" y="3105"/>
                  <a:pt x="2543" y="3123"/>
                  <a:pt x="2410" y="3159"/>
                </a:cubicBezTo>
                <a:lnTo>
                  <a:pt x="1553" y="1018"/>
                </a:lnTo>
                <a:cubicBezTo>
                  <a:pt x="1910" y="768"/>
                  <a:pt x="2356" y="625"/>
                  <a:pt x="2820" y="625"/>
                </a:cubicBezTo>
                <a:close/>
                <a:moveTo>
                  <a:pt x="7798" y="625"/>
                </a:moveTo>
                <a:cubicBezTo>
                  <a:pt x="8280" y="625"/>
                  <a:pt x="8708" y="768"/>
                  <a:pt x="9065" y="1018"/>
                </a:cubicBezTo>
                <a:lnTo>
                  <a:pt x="8208" y="3159"/>
                </a:lnTo>
                <a:cubicBezTo>
                  <a:pt x="8075" y="3123"/>
                  <a:pt x="7941" y="3105"/>
                  <a:pt x="7807" y="3105"/>
                </a:cubicBezTo>
                <a:cubicBezTo>
                  <a:pt x="7673" y="3105"/>
                  <a:pt x="7539" y="3123"/>
                  <a:pt x="7405" y="3159"/>
                </a:cubicBezTo>
                <a:lnTo>
                  <a:pt x="6549" y="1018"/>
                </a:lnTo>
                <a:cubicBezTo>
                  <a:pt x="6906" y="768"/>
                  <a:pt x="7334" y="625"/>
                  <a:pt x="7798" y="625"/>
                </a:cubicBezTo>
                <a:close/>
                <a:moveTo>
                  <a:pt x="2820" y="3730"/>
                </a:moveTo>
                <a:cubicBezTo>
                  <a:pt x="3337" y="3730"/>
                  <a:pt x="3766" y="4140"/>
                  <a:pt x="3766" y="4658"/>
                </a:cubicBezTo>
                <a:lnTo>
                  <a:pt x="3766" y="7156"/>
                </a:lnTo>
                <a:cubicBezTo>
                  <a:pt x="3766" y="7673"/>
                  <a:pt x="3337" y="8084"/>
                  <a:pt x="2820" y="8084"/>
                </a:cubicBezTo>
                <a:cubicBezTo>
                  <a:pt x="2302" y="8084"/>
                  <a:pt x="1874" y="7655"/>
                  <a:pt x="1874" y="7156"/>
                </a:cubicBezTo>
                <a:lnTo>
                  <a:pt x="1874" y="4658"/>
                </a:lnTo>
                <a:cubicBezTo>
                  <a:pt x="1874" y="4158"/>
                  <a:pt x="2302" y="3730"/>
                  <a:pt x="2820" y="3730"/>
                </a:cubicBezTo>
                <a:close/>
                <a:moveTo>
                  <a:pt x="7798" y="3730"/>
                </a:moveTo>
                <a:cubicBezTo>
                  <a:pt x="8315" y="3730"/>
                  <a:pt x="8762" y="4158"/>
                  <a:pt x="8762" y="4658"/>
                </a:cubicBezTo>
                <a:lnTo>
                  <a:pt x="8762" y="7156"/>
                </a:lnTo>
                <a:cubicBezTo>
                  <a:pt x="8762" y="7655"/>
                  <a:pt x="8315" y="8084"/>
                  <a:pt x="7798" y="8084"/>
                </a:cubicBezTo>
                <a:cubicBezTo>
                  <a:pt x="7281" y="8084"/>
                  <a:pt x="6870" y="7673"/>
                  <a:pt x="6870" y="7156"/>
                </a:cubicBezTo>
                <a:lnTo>
                  <a:pt x="6870" y="4658"/>
                </a:lnTo>
                <a:cubicBezTo>
                  <a:pt x="6870" y="4140"/>
                  <a:pt x="7281" y="3730"/>
                  <a:pt x="7798" y="3730"/>
                </a:cubicBezTo>
                <a:close/>
                <a:moveTo>
                  <a:pt x="4551" y="1482"/>
                </a:moveTo>
                <a:cubicBezTo>
                  <a:pt x="4836" y="1839"/>
                  <a:pt x="4997" y="2303"/>
                  <a:pt x="4997" y="2802"/>
                </a:cubicBezTo>
                <a:lnTo>
                  <a:pt x="4997" y="7156"/>
                </a:lnTo>
                <a:cubicBezTo>
                  <a:pt x="4997" y="8351"/>
                  <a:pt x="4033" y="9333"/>
                  <a:pt x="2820" y="9333"/>
                </a:cubicBezTo>
                <a:cubicBezTo>
                  <a:pt x="1607" y="9333"/>
                  <a:pt x="625" y="8351"/>
                  <a:pt x="625" y="7156"/>
                </a:cubicBezTo>
                <a:lnTo>
                  <a:pt x="625" y="2802"/>
                </a:lnTo>
                <a:cubicBezTo>
                  <a:pt x="625" y="2303"/>
                  <a:pt x="804" y="1856"/>
                  <a:pt x="1071" y="1482"/>
                </a:cubicBezTo>
                <a:lnTo>
                  <a:pt x="1856" y="3444"/>
                </a:lnTo>
                <a:cubicBezTo>
                  <a:pt x="1464" y="3748"/>
                  <a:pt x="1250" y="4194"/>
                  <a:pt x="1250" y="4658"/>
                </a:cubicBezTo>
                <a:lnTo>
                  <a:pt x="1250" y="7156"/>
                </a:lnTo>
                <a:cubicBezTo>
                  <a:pt x="1250" y="8012"/>
                  <a:pt x="1963" y="8708"/>
                  <a:pt x="2820" y="8708"/>
                </a:cubicBezTo>
                <a:cubicBezTo>
                  <a:pt x="3676" y="8708"/>
                  <a:pt x="4390" y="8012"/>
                  <a:pt x="4390" y="7156"/>
                </a:cubicBezTo>
                <a:lnTo>
                  <a:pt x="4390" y="4658"/>
                </a:lnTo>
                <a:cubicBezTo>
                  <a:pt x="4390" y="4158"/>
                  <a:pt x="4140" y="3712"/>
                  <a:pt x="3783" y="3427"/>
                </a:cubicBezTo>
                <a:lnTo>
                  <a:pt x="4551" y="1482"/>
                </a:lnTo>
                <a:close/>
                <a:moveTo>
                  <a:pt x="9547" y="1482"/>
                </a:moveTo>
                <a:cubicBezTo>
                  <a:pt x="9832" y="1856"/>
                  <a:pt x="9993" y="2303"/>
                  <a:pt x="9993" y="2802"/>
                </a:cubicBezTo>
                <a:lnTo>
                  <a:pt x="9993" y="7156"/>
                </a:lnTo>
                <a:cubicBezTo>
                  <a:pt x="9993" y="8351"/>
                  <a:pt x="9011" y="9333"/>
                  <a:pt x="7798" y="9333"/>
                </a:cubicBezTo>
                <a:cubicBezTo>
                  <a:pt x="6603" y="9333"/>
                  <a:pt x="5621" y="8351"/>
                  <a:pt x="5621" y="7156"/>
                </a:cubicBezTo>
                <a:lnTo>
                  <a:pt x="5621" y="2802"/>
                </a:lnTo>
                <a:cubicBezTo>
                  <a:pt x="5621" y="2303"/>
                  <a:pt x="5800" y="1839"/>
                  <a:pt x="6067" y="1482"/>
                </a:cubicBezTo>
                <a:lnTo>
                  <a:pt x="6852" y="3427"/>
                </a:lnTo>
                <a:cubicBezTo>
                  <a:pt x="6478" y="3712"/>
                  <a:pt x="6246" y="4158"/>
                  <a:pt x="6246" y="4658"/>
                </a:cubicBezTo>
                <a:lnTo>
                  <a:pt x="6246" y="7156"/>
                </a:lnTo>
                <a:cubicBezTo>
                  <a:pt x="6246" y="8012"/>
                  <a:pt x="6942" y="8708"/>
                  <a:pt x="7798" y="8708"/>
                </a:cubicBezTo>
                <a:cubicBezTo>
                  <a:pt x="8654" y="8708"/>
                  <a:pt x="9386" y="8012"/>
                  <a:pt x="9386" y="7156"/>
                </a:cubicBezTo>
                <a:lnTo>
                  <a:pt x="9386" y="4658"/>
                </a:lnTo>
                <a:cubicBezTo>
                  <a:pt x="9386" y="4194"/>
                  <a:pt x="9154" y="3748"/>
                  <a:pt x="8779" y="3444"/>
                </a:cubicBezTo>
                <a:lnTo>
                  <a:pt x="9547" y="1482"/>
                </a:lnTo>
                <a:close/>
                <a:moveTo>
                  <a:pt x="2820" y="1"/>
                </a:moveTo>
                <a:cubicBezTo>
                  <a:pt x="1268" y="1"/>
                  <a:pt x="1" y="1250"/>
                  <a:pt x="1" y="2802"/>
                </a:cubicBezTo>
                <a:lnTo>
                  <a:pt x="1" y="7156"/>
                </a:lnTo>
                <a:cubicBezTo>
                  <a:pt x="1" y="8690"/>
                  <a:pt x="1268" y="9957"/>
                  <a:pt x="2820" y="9957"/>
                </a:cubicBezTo>
                <a:cubicBezTo>
                  <a:pt x="3908" y="9957"/>
                  <a:pt x="4854" y="9333"/>
                  <a:pt x="5318" y="8440"/>
                </a:cubicBezTo>
                <a:cubicBezTo>
                  <a:pt x="5782" y="9333"/>
                  <a:pt x="6727" y="9957"/>
                  <a:pt x="7798" y="9957"/>
                </a:cubicBezTo>
                <a:cubicBezTo>
                  <a:pt x="9350" y="9957"/>
                  <a:pt x="10617" y="8690"/>
                  <a:pt x="10617" y="7156"/>
                </a:cubicBezTo>
                <a:lnTo>
                  <a:pt x="10617" y="2802"/>
                </a:lnTo>
                <a:cubicBezTo>
                  <a:pt x="10617" y="1250"/>
                  <a:pt x="9350" y="1"/>
                  <a:pt x="7798" y="1"/>
                </a:cubicBezTo>
                <a:cubicBezTo>
                  <a:pt x="6727" y="1"/>
                  <a:pt x="5782" y="608"/>
                  <a:pt x="5318" y="1517"/>
                </a:cubicBezTo>
                <a:cubicBezTo>
                  <a:pt x="4854" y="608"/>
                  <a:pt x="3908" y="1"/>
                  <a:pt x="282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91" name="Google Shape;1691;p118"/>
          <p:cNvGrpSpPr/>
          <p:nvPr/>
        </p:nvGrpSpPr>
        <p:grpSpPr>
          <a:xfrm>
            <a:off x="1264857" y="3920541"/>
            <a:ext cx="228893" cy="325819"/>
            <a:chOff x="1110327" y="3961744"/>
            <a:chExt cx="239578" cy="341029"/>
          </a:xfrm>
        </p:grpSpPr>
        <p:sp>
          <p:nvSpPr>
            <p:cNvPr id="1692" name="Google Shape;1692;p118"/>
            <p:cNvSpPr/>
            <p:nvPr/>
          </p:nvSpPr>
          <p:spPr>
            <a:xfrm>
              <a:off x="1110327" y="3961744"/>
              <a:ext cx="139861" cy="340965"/>
            </a:xfrm>
            <a:custGeom>
              <a:rect b="b" l="l" r="r" t="t"/>
              <a:pathLst>
                <a:path extrusionOk="0" h="10617" w="4355">
                  <a:moveTo>
                    <a:pt x="2481" y="625"/>
                  </a:moveTo>
                  <a:lnTo>
                    <a:pt x="2481" y="1267"/>
                  </a:lnTo>
                  <a:lnTo>
                    <a:pt x="1856" y="1267"/>
                  </a:lnTo>
                  <a:lnTo>
                    <a:pt x="1856" y="625"/>
                  </a:lnTo>
                  <a:close/>
                  <a:moveTo>
                    <a:pt x="2481" y="1892"/>
                  </a:moveTo>
                  <a:lnTo>
                    <a:pt x="2481" y="2552"/>
                  </a:lnTo>
                  <a:cubicBezTo>
                    <a:pt x="2481" y="3194"/>
                    <a:pt x="2731" y="3819"/>
                    <a:pt x="3195" y="4282"/>
                  </a:cubicBezTo>
                  <a:cubicBezTo>
                    <a:pt x="3534" y="4621"/>
                    <a:pt x="3730" y="5068"/>
                    <a:pt x="3730" y="5567"/>
                  </a:cubicBezTo>
                  <a:lnTo>
                    <a:pt x="3730" y="6245"/>
                  </a:lnTo>
                  <a:lnTo>
                    <a:pt x="625" y="6245"/>
                  </a:lnTo>
                  <a:lnTo>
                    <a:pt x="625" y="5585"/>
                  </a:lnTo>
                  <a:cubicBezTo>
                    <a:pt x="625" y="5085"/>
                    <a:pt x="804" y="4621"/>
                    <a:pt x="1143" y="4282"/>
                  </a:cubicBezTo>
                  <a:cubicBezTo>
                    <a:pt x="1607" y="3819"/>
                    <a:pt x="1856" y="3212"/>
                    <a:pt x="1856" y="2552"/>
                  </a:cubicBezTo>
                  <a:lnTo>
                    <a:pt x="1856" y="1892"/>
                  </a:lnTo>
                  <a:close/>
                  <a:moveTo>
                    <a:pt x="3730" y="6852"/>
                  </a:moveTo>
                  <a:lnTo>
                    <a:pt x="3730" y="8725"/>
                  </a:lnTo>
                  <a:lnTo>
                    <a:pt x="625" y="8725"/>
                  </a:lnTo>
                  <a:lnTo>
                    <a:pt x="625" y="6852"/>
                  </a:lnTo>
                  <a:close/>
                  <a:moveTo>
                    <a:pt x="3730" y="9350"/>
                  </a:moveTo>
                  <a:lnTo>
                    <a:pt x="3730" y="9992"/>
                  </a:lnTo>
                  <a:lnTo>
                    <a:pt x="625" y="9992"/>
                  </a:lnTo>
                  <a:lnTo>
                    <a:pt x="625" y="9350"/>
                  </a:lnTo>
                  <a:close/>
                  <a:moveTo>
                    <a:pt x="1232" y="0"/>
                  </a:moveTo>
                  <a:lnTo>
                    <a:pt x="1232" y="2552"/>
                  </a:lnTo>
                  <a:cubicBezTo>
                    <a:pt x="1232" y="3033"/>
                    <a:pt x="1053" y="3497"/>
                    <a:pt x="714" y="3836"/>
                  </a:cubicBezTo>
                  <a:cubicBezTo>
                    <a:pt x="251" y="4300"/>
                    <a:pt x="1" y="4907"/>
                    <a:pt x="1" y="5567"/>
                  </a:cubicBezTo>
                  <a:lnTo>
                    <a:pt x="1" y="10617"/>
                  </a:lnTo>
                  <a:lnTo>
                    <a:pt x="4354" y="10617"/>
                  </a:lnTo>
                  <a:lnTo>
                    <a:pt x="4354" y="5567"/>
                  </a:lnTo>
                  <a:cubicBezTo>
                    <a:pt x="4354" y="4925"/>
                    <a:pt x="4105" y="4300"/>
                    <a:pt x="3641" y="3854"/>
                  </a:cubicBezTo>
                  <a:cubicBezTo>
                    <a:pt x="3302" y="3497"/>
                    <a:pt x="3105" y="3051"/>
                    <a:pt x="3105" y="2552"/>
                  </a:cubicBezTo>
                  <a:lnTo>
                    <a:pt x="310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 name="Google Shape;1693;p118"/>
            <p:cNvSpPr/>
            <p:nvPr/>
          </p:nvSpPr>
          <p:spPr>
            <a:xfrm>
              <a:off x="1270196" y="4202960"/>
              <a:ext cx="79709" cy="99813"/>
            </a:xfrm>
            <a:custGeom>
              <a:rect b="b" l="l" r="r" t="t"/>
              <a:pathLst>
                <a:path extrusionOk="0" h="3108" w="2482">
                  <a:moveTo>
                    <a:pt x="1857" y="608"/>
                  </a:moveTo>
                  <a:lnTo>
                    <a:pt x="1857" y="1857"/>
                  </a:lnTo>
                  <a:cubicBezTo>
                    <a:pt x="1857" y="2203"/>
                    <a:pt x="1571" y="2482"/>
                    <a:pt x="1228" y="2482"/>
                  </a:cubicBezTo>
                  <a:cubicBezTo>
                    <a:pt x="1218" y="2482"/>
                    <a:pt x="1207" y="2482"/>
                    <a:pt x="1196" y="2481"/>
                  </a:cubicBezTo>
                  <a:cubicBezTo>
                    <a:pt x="857" y="2463"/>
                    <a:pt x="608" y="2178"/>
                    <a:pt x="608" y="1839"/>
                  </a:cubicBezTo>
                  <a:lnTo>
                    <a:pt x="608" y="608"/>
                  </a:lnTo>
                  <a:close/>
                  <a:moveTo>
                    <a:pt x="1" y="1"/>
                  </a:moveTo>
                  <a:lnTo>
                    <a:pt x="1" y="1839"/>
                  </a:lnTo>
                  <a:cubicBezTo>
                    <a:pt x="1" y="2499"/>
                    <a:pt x="518" y="3070"/>
                    <a:pt x="1178" y="3106"/>
                  </a:cubicBezTo>
                  <a:cubicBezTo>
                    <a:pt x="1200" y="3107"/>
                    <a:pt x="1221" y="3107"/>
                    <a:pt x="1242" y="3107"/>
                  </a:cubicBezTo>
                  <a:cubicBezTo>
                    <a:pt x="1927" y="3107"/>
                    <a:pt x="2481" y="2549"/>
                    <a:pt x="2481" y="1857"/>
                  </a:cubicBezTo>
                  <a:lnTo>
                    <a:pt x="248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94" name="Google Shape;1694;p118"/>
          <p:cNvGrpSpPr/>
          <p:nvPr/>
        </p:nvGrpSpPr>
        <p:grpSpPr>
          <a:xfrm>
            <a:off x="1216133" y="2369041"/>
            <a:ext cx="325789" cy="286331"/>
            <a:chOff x="1059329" y="2337817"/>
            <a:chExt cx="340997" cy="299697"/>
          </a:xfrm>
        </p:grpSpPr>
        <p:sp>
          <p:nvSpPr>
            <p:cNvPr id="1695" name="Google Shape;1695;p118"/>
            <p:cNvSpPr/>
            <p:nvPr/>
          </p:nvSpPr>
          <p:spPr>
            <a:xfrm>
              <a:off x="1160202" y="2417462"/>
              <a:ext cx="139829" cy="139829"/>
            </a:xfrm>
            <a:custGeom>
              <a:rect b="b" l="l" r="r" t="t"/>
              <a:pathLst>
                <a:path extrusionOk="0" h="4354" w="4354">
                  <a:moveTo>
                    <a:pt x="2177" y="625"/>
                  </a:moveTo>
                  <a:cubicBezTo>
                    <a:pt x="3033" y="625"/>
                    <a:pt x="3729" y="1321"/>
                    <a:pt x="3729" y="2177"/>
                  </a:cubicBezTo>
                  <a:cubicBezTo>
                    <a:pt x="3729" y="2534"/>
                    <a:pt x="3444" y="2802"/>
                    <a:pt x="3105" y="2802"/>
                  </a:cubicBezTo>
                  <a:cubicBezTo>
                    <a:pt x="2766" y="2802"/>
                    <a:pt x="2480" y="2534"/>
                    <a:pt x="2480" y="2177"/>
                  </a:cubicBezTo>
                  <a:cubicBezTo>
                    <a:pt x="2480" y="1499"/>
                    <a:pt x="1927" y="946"/>
                    <a:pt x="1249" y="946"/>
                  </a:cubicBezTo>
                  <a:cubicBezTo>
                    <a:pt x="1499" y="750"/>
                    <a:pt x="1820" y="625"/>
                    <a:pt x="2177" y="625"/>
                  </a:cubicBezTo>
                  <a:close/>
                  <a:moveTo>
                    <a:pt x="1249" y="1571"/>
                  </a:moveTo>
                  <a:cubicBezTo>
                    <a:pt x="1588" y="1571"/>
                    <a:pt x="1856" y="1838"/>
                    <a:pt x="1856" y="2177"/>
                  </a:cubicBezTo>
                  <a:cubicBezTo>
                    <a:pt x="1856" y="2873"/>
                    <a:pt x="2427" y="3426"/>
                    <a:pt x="3105" y="3426"/>
                  </a:cubicBezTo>
                  <a:cubicBezTo>
                    <a:pt x="2837" y="3622"/>
                    <a:pt x="2516" y="3747"/>
                    <a:pt x="2177" y="3747"/>
                  </a:cubicBezTo>
                  <a:cubicBezTo>
                    <a:pt x="1320" y="3747"/>
                    <a:pt x="625" y="3034"/>
                    <a:pt x="625" y="2177"/>
                  </a:cubicBezTo>
                  <a:cubicBezTo>
                    <a:pt x="625" y="1838"/>
                    <a:pt x="892" y="1571"/>
                    <a:pt x="1249" y="1571"/>
                  </a:cubicBezTo>
                  <a:close/>
                  <a:moveTo>
                    <a:pt x="2177" y="0"/>
                  </a:moveTo>
                  <a:cubicBezTo>
                    <a:pt x="981" y="0"/>
                    <a:pt x="0" y="982"/>
                    <a:pt x="0" y="2177"/>
                  </a:cubicBezTo>
                  <a:cubicBezTo>
                    <a:pt x="0" y="3390"/>
                    <a:pt x="981" y="4354"/>
                    <a:pt x="2177" y="4354"/>
                  </a:cubicBezTo>
                  <a:cubicBezTo>
                    <a:pt x="3372" y="4354"/>
                    <a:pt x="4354" y="3390"/>
                    <a:pt x="4354" y="2177"/>
                  </a:cubicBezTo>
                  <a:cubicBezTo>
                    <a:pt x="4354" y="982"/>
                    <a:pt x="3372" y="0"/>
                    <a:pt x="217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118"/>
            <p:cNvSpPr/>
            <p:nvPr/>
          </p:nvSpPr>
          <p:spPr>
            <a:xfrm>
              <a:off x="1126385" y="2522318"/>
              <a:ext cx="53889" cy="59059"/>
            </a:xfrm>
            <a:custGeom>
              <a:rect b="b" l="l" r="r" t="t"/>
              <a:pathLst>
                <a:path extrusionOk="0" h="1839" w="1678">
                  <a:moveTo>
                    <a:pt x="482" y="1"/>
                  </a:moveTo>
                  <a:lnTo>
                    <a:pt x="0" y="411"/>
                  </a:lnTo>
                  <a:lnTo>
                    <a:pt x="1214" y="1838"/>
                  </a:lnTo>
                  <a:lnTo>
                    <a:pt x="1678" y="1428"/>
                  </a:lnTo>
                  <a:lnTo>
                    <a:pt x="482"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 name="Google Shape;1697;p118"/>
            <p:cNvSpPr/>
            <p:nvPr/>
          </p:nvSpPr>
          <p:spPr>
            <a:xfrm>
              <a:off x="1096004" y="2548106"/>
              <a:ext cx="53889" cy="59059"/>
            </a:xfrm>
            <a:custGeom>
              <a:rect b="b" l="l" r="r" t="t"/>
              <a:pathLst>
                <a:path extrusionOk="0" h="1839" w="1678">
                  <a:moveTo>
                    <a:pt x="482" y="0"/>
                  </a:moveTo>
                  <a:lnTo>
                    <a:pt x="1" y="393"/>
                  </a:lnTo>
                  <a:lnTo>
                    <a:pt x="1196" y="1838"/>
                  </a:lnTo>
                  <a:lnTo>
                    <a:pt x="1678" y="1428"/>
                  </a:lnTo>
                  <a:lnTo>
                    <a:pt x="48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8" name="Google Shape;1698;p118"/>
            <p:cNvSpPr/>
            <p:nvPr/>
          </p:nvSpPr>
          <p:spPr>
            <a:xfrm>
              <a:off x="1279381" y="2393954"/>
              <a:ext cx="53889" cy="59059"/>
            </a:xfrm>
            <a:custGeom>
              <a:rect b="b" l="l" r="r" t="t"/>
              <a:pathLst>
                <a:path extrusionOk="0" h="1839" w="1678">
                  <a:moveTo>
                    <a:pt x="482" y="1"/>
                  </a:moveTo>
                  <a:lnTo>
                    <a:pt x="0" y="393"/>
                  </a:lnTo>
                  <a:lnTo>
                    <a:pt x="1214" y="1839"/>
                  </a:lnTo>
                  <a:lnTo>
                    <a:pt x="1678" y="1428"/>
                  </a:lnTo>
                  <a:lnTo>
                    <a:pt x="482"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9" name="Google Shape;1699;p118"/>
            <p:cNvSpPr/>
            <p:nvPr/>
          </p:nvSpPr>
          <p:spPr>
            <a:xfrm>
              <a:off x="1310307" y="2368166"/>
              <a:ext cx="53921" cy="59059"/>
            </a:xfrm>
            <a:custGeom>
              <a:rect b="b" l="l" r="r" t="t"/>
              <a:pathLst>
                <a:path extrusionOk="0" h="1839" w="1679">
                  <a:moveTo>
                    <a:pt x="483" y="1"/>
                  </a:moveTo>
                  <a:lnTo>
                    <a:pt x="1" y="411"/>
                  </a:lnTo>
                  <a:lnTo>
                    <a:pt x="1196" y="1839"/>
                  </a:lnTo>
                  <a:lnTo>
                    <a:pt x="1678" y="1428"/>
                  </a:lnTo>
                  <a:lnTo>
                    <a:pt x="483"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 name="Google Shape;1700;p118"/>
            <p:cNvSpPr/>
            <p:nvPr/>
          </p:nvSpPr>
          <p:spPr>
            <a:xfrm>
              <a:off x="1126385" y="2393954"/>
              <a:ext cx="53889" cy="59059"/>
            </a:xfrm>
            <a:custGeom>
              <a:rect b="b" l="l" r="r" t="t"/>
              <a:pathLst>
                <a:path extrusionOk="0" h="1839" w="1678">
                  <a:moveTo>
                    <a:pt x="1214" y="1"/>
                  </a:moveTo>
                  <a:lnTo>
                    <a:pt x="0" y="1428"/>
                  </a:lnTo>
                  <a:lnTo>
                    <a:pt x="482" y="1839"/>
                  </a:lnTo>
                  <a:lnTo>
                    <a:pt x="1678" y="411"/>
                  </a:lnTo>
                  <a:lnTo>
                    <a:pt x="121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 name="Google Shape;1701;p118"/>
            <p:cNvSpPr/>
            <p:nvPr/>
          </p:nvSpPr>
          <p:spPr>
            <a:xfrm>
              <a:off x="1096004" y="2368166"/>
              <a:ext cx="53889" cy="59059"/>
            </a:xfrm>
            <a:custGeom>
              <a:rect b="b" l="l" r="r" t="t"/>
              <a:pathLst>
                <a:path extrusionOk="0" h="1839" w="1678">
                  <a:moveTo>
                    <a:pt x="1196" y="1"/>
                  </a:moveTo>
                  <a:lnTo>
                    <a:pt x="1" y="1428"/>
                  </a:lnTo>
                  <a:lnTo>
                    <a:pt x="482" y="1839"/>
                  </a:lnTo>
                  <a:lnTo>
                    <a:pt x="1678" y="411"/>
                  </a:lnTo>
                  <a:lnTo>
                    <a:pt x="119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 name="Google Shape;1702;p118"/>
            <p:cNvSpPr/>
            <p:nvPr/>
          </p:nvSpPr>
          <p:spPr>
            <a:xfrm>
              <a:off x="1279381" y="2522318"/>
              <a:ext cx="53889" cy="59059"/>
            </a:xfrm>
            <a:custGeom>
              <a:rect b="b" l="l" r="r" t="t"/>
              <a:pathLst>
                <a:path extrusionOk="0" h="1839" w="1678">
                  <a:moveTo>
                    <a:pt x="1214" y="1"/>
                  </a:moveTo>
                  <a:lnTo>
                    <a:pt x="0" y="1428"/>
                  </a:lnTo>
                  <a:lnTo>
                    <a:pt x="482" y="1838"/>
                  </a:lnTo>
                  <a:lnTo>
                    <a:pt x="1678" y="411"/>
                  </a:lnTo>
                  <a:lnTo>
                    <a:pt x="121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118"/>
            <p:cNvSpPr/>
            <p:nvPr/>
          </p:nvSpPr>
          <p:spPr>
            <a:xfrm>
              <a:off x="1310307" y="2548106"/>
              <a:ext cx="53921" cy="59059"/>
            </a:xfrm>
            <a:custGeom>
              <a:rect b="b" l="l" r="r" t="t"/>
              <a:pathLst>
                <a:path extrusionOk="0" h="1839" w="1679">
                  <a:moveTo>
                    <a:pt x="1196" y="0"/>
                  </a:moveTo>
                  <a:lnTo>
                    <a:pt x="1" y="1428"/>
                  </a:lnTo>
                  <a:lnTo>
                    <a:pt x="483" y="1838"/>
                  </a:lnTo>
                  <a:lnTo>
                    <a:pt x="1678" y="411"/>
                  </a:lnTo>
                  <a:lnTo>
                    <a:pt x="119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4" name="Google Shape;1704;p118"/>
            <p:cNvSpPr/>
            <p:nvPr/>
          </p:nvSpPr>
          <p:spPr>
            <a:xfrm>
              <a:off x="1059329" y="2337817"/>
              <a:ext cx="340997" cy="299697"/>
            </a:xfrm>
            <a:custGeom>
              <a:rect b="b" l="l" r="r" t="t"/>
              <a:pathLst>
                <a:path extrusionOk="0" h="9332" w="10618">
                  <a:moveTo>
                    <a:pt x="9993" y="625"/>
                  </a:moveTo>
                  <a:lnTo>
                    <a:pt x="9993" y="8707"/>
                  </a:lnTo>
                  <a:lnTo>
                    <a:pt x="625" y="8707"/>
                  </a:lnTo>
                  <a:lnTo>
                    <a:pt x="625" y="625"/>
                  </a:lnTo>
                  <a:close/>
                  <a:moveTo>
                    <a:pt x="1" y="0"/>
                  </a:moveTo>
                  <a:lnTo>
                    <a:pt x="1" y="9332"/>
                  </a:lnTo>
                  <a:lnTo>
                    <a:pt x="10617" y="9332"/>
                  </a:lnTo>
                  <a:lnTo>
                    <a:pt x="10617"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05" name="Google Shape;1705;p118"/>
          <p:cNvSpPr/>
          <p:nvPr/>
        </p:nvSpPr>
        <p:spPr>
          <a:xfrm>
            <a:off x="1274150" y="2873159"/>
            <a:ext cx="210236" cy="325756"/>
          </a:xfrm>
          <a:custGeom>
            <a:rect b="b" l="l" r="r" t="t"/>
            <a:pathLst>
              <a:path extrusionOk="0" h="10617" w="6852">
                <a:moveTo>
                  <a:pt x="5282" y="607"/>
                </a:moveTo>
                <a:cubicBezTo>
                  <a:pt x="5460" y="607"/>
                  <a:pt x="5603" y="750"/>
                  <a:pt x="5603" y="928"/>
                </a:cubicBezTo>
                <a:lnTo>
                  <a:pt x="5603" y="1231"/>
                </a:lnTo>
                <a:lnTo>
                  <a:pt x="1249" y="1231"/>
                </a:lnTo>
                <a:lnTo>
                  <a:pt x="1249" y="928"/>
                </a:lnTo>
                <a:cubicBezTo>
                  <a:pt x="1249" y="750"/>
                  <a:pt x="1392" y="607"/>
                  <a:pt x="1552" y="607"/>
                </a:cubicBezTo>
                <a:close/>
                <a:moveTo>
                  <a:pt x="1249" y="4158"/>
                </a:moveTo>
                <a:cubicBezTo>
                  <a:pt x="1320" y="4265"/>
                  <a:pt x="1410" y="4354"/>
                  <a:pt x="1499" y="4425"/>
                </a:cubicBezTo>
                <a:cubicBezTo>
                  <a:pt x="1731" y="4657"/>
                  <a:pt x="1874" y="4978"/>
                  <a:pt x="1874" y="5300"/>
                </a:cubicBezTo>
                <a:cubicBezTo>
                  <a:pt x="1874" y="5621"/>
                  <a:pt x="1731" y="5942"/>
                  <a:pt x="1499" y="6174"/>
                </a:cubicBezTo>
                <a:cubicBezTo>
                  <a:pt x="1410" y="6245"/>
                  <a:pt x="1320" y="6334"/>
                  <a:pt x="1249" y="6441"/>
                </a:cubicBezTo>
                <a:lnTo>
                  <a:pt x="1249" y="4158"/>
                </a:lnTo>
                <a:close/>
                <a:moveTo>
                  <a:pt x="5603" y="4158"/>
                </a:moveTo>
                <a:lnTo>
                  <a:pt x="5603" y="6441"/>
                </a:lnTo>
                <a:cubicBezTo>
                  <a:pt x="5531" y="6334"/>
                  <a:pt x="5442" y="6245"/>
                  <a:pt x="5353" y="6174"/>
                </a:cubicBezTo>
                <a:cubicBezTo>
                  <a:pt x="5121" y="5942"/>
                  <a:pt x="4978" y="5621"/>
                  <a:pt x="4978" y="5300"/>
                </a:cubicBezTo>
                <a:cubicBezTo>
                  <a:pt x="4978" y="4978"/>
                  <a:pt x="5121" y="4657"/>
                  <a:pt x="5353" y="4425"/>
                </a:cubicBezTo>
                <a:cubicBezTo>
                  <a:pt x="5442" y="4354"/>
                  <a:pt x="5531" y="4265"/>
                  <a:pt x="5603" y="4158"/>
                </a:cubicBezTo>
                <a:close/>
                <a:moveTo>
                  <a:pt x="3105" y="1856"/>
                </a:moveTo>
                <a:lnTo>
                  <a:pt x="3105" y="8743"/>
                </a:lnTo>
                <a:lnTo>
                  <a:pt x="1249" y="8743"/>
                </a:lnTo>
                <a:lnTo>
                  <a:pt x="1249" y="8351"/>
                </a:lnTo>
                <a:cubicBezTo>
                  <a:pt x="1249" y="7655"/>
                  <a:pt x="1499" y="7030"/>
                  <a:pt x="1909" y="6620"/>
                </a:cubicBezTo>
                <a:cubicBezTo>
                  <a:pt x="2284" y="6281"/>
                  <a:pt x="2498" y="5799"/>
                  <a:pt x="2498" y="5300"/>
                </a:cubicBezTo>
                <a:cubicBezTo>
                  <a:pt x="2498" y="4800"/>
                  <a:pt x="2284" y="4318"/>
                  <a:pt x="1909" y="3979"/>
                </a:cubicBezTo>
                <a:cubicBezTo>
                  <a:pt x="1499" y="3587"/>
                  <a:pt x="1249" y="2944"/>
                  <a:pt x="1249" y="2248"/>
                </a:cubicBezTo>
                <a:lnTo>
                  <a:pt x="1249" y="1856"/>
                </a:lnTo>
                <a:close/>
                <a:moveTo>
                  <a:pt x="5603" y="1856"/>
                </a:moveTo>
                <a:lnTo>
                  <a:pt x="5603" y="2248"/>
                </a:lnTo>
                <a:cubicBezTo>
                  <a:pt x="5603" y="2944"/>
                  <a:pt x="5353" y="3587"/>
                  <a:pt x="4925" y="3979"/>
                </a:cubicBezTo>
                <a:cubicBezTo>
                  <a:pt x="4568" y="4318"/>
                  <a:pt x="4354" y="4800"/>
                  <a:pt x="4354" y="5300"/>
                </a:cubicBezTo>
                <a:cubicBezTo>
                  <a:pt x="4354" y="5799"/>
                  <a:pt x="4568" y="6281"/>
                  <a:pt x="4925" y="6620"/>
                </a:cubicBezTo>
                <a:cubicBezTo>
                  <a:pt x="5353" y="7030"/>
                  <a:pt x="5603" y="7655"/>
                  <a:pt x="5603" y="8351"/>
                </a:cubicBezTo>
                <a:lnTo>
                  <a:pt x="5603" y="8743"/>
                </a:lnTo>
                <a:lnTo>
                  <a:pt x="3729" y="8743"/>
                </a:lnTo>
                <a:lnTo>
                  <a:pt x="3729" y="1856"/>
                </a:lnTo>
                <a:close/>
                <a:moveTo>
                  <a:pt x="5603" y="9368"/>
                </a:moveTo>
                <a:lnTo>
                  <a:pt x="5603" y="9671"/>
                </a:lnTo>
                <a:cubicBezTo>
                  <a:pt x="5603" y="9849"/>
                  <a:pt x="5460" y="9992"/>
                  <a:pt x="5282" y="9992"/>
                </a:cubicBezTo>
                <a:lnTo>
                  <a:pt x="1552" y="9992"/>
                </a:lnTo>
                <a:cubicBezTo>
                  <a:pt x="1392" y="9992"/>
                  <a:pt x="1249" y="9849"/>
                  <a:pt x="1249" y="9671"/>
                </a:cubicBezTo>
                <a:lnTo>
                  <a:pt x="1249" y="9368"/>
                </a:lnTo>
                <a:close/>
                <a:moveTo>
                  <a:pt x="1552" y="0"/>
                </a:moveTo>
                <a:cubicBezTo>
                  <a:pt x="1035" y="0"/>
                  <a:pt x="625" y="411"/>
                  <a:pt x="625" y="928"/>
                </a:cubicBezTo>
                <a:lnTo>
                  <a:pt x="625" y="1231"/>
                </a:lnTo>
                <a:lnTo>
                  <a:pt x="0" y="1231"/>
                </a:lnTo>
                <a:lnTo>
                  <a:pt x="0" y="1856"/>
                </a:lnTo>
                <a:lnTo>
                  <a:pt x="625" y="1856"/>
                </a:lnTo>
                <a:lnTo>
                  <a:pt x="625" y="8743"/>
                </a:lnTo>
                <a:lnTo>
                  <a:pt x="0" y="8743"/>
                </a:lnTo>
                <a:lnTo>
                  <a:pt x="0" y="9368"/>
                </a:lnTo>
                <a:lnTo>
                  <a:pt x="625" y="9368"/>
                </a:lnTo>
                <a:lnTo>
                  <a:pt x="625" y="9671"/>
                </a:lnTo>
                <a:cubicBezTo>
                  <a:pt x="625" y="10188"/>
                  <a:pt x="1035" y="10617"/>
                  <a:pt x="1552" y="10617"/>
                </a:cubicBezTo>
                <a:lnTo>
                  <a:pt x="5282" y="10617"/>
                </a:lnTo>
                <a:cubicBezTo>
                  <a:pt x="5799" y="10617"/>
                  <a:pt x="6227" y="10188"/>
                  <a:pt x="6227" y="9671"/>
                </a:cubicBezTo>
                <a:lnTo>
                  <a:pt x="6227" y="9368"/>
                </a:lnTo>
                <a:lnTo>
                  <a:pt x="6852" y="9368"/>
                </a:lnTo>
                <a:lnTo>
                  <a:pt x="6852" y="8743"/>
                </a:lnTo>
                <a:lnTo>
                  <a:pt x="6227" y="8743"/>
                </a:lnTo>
                <a:lnTo>
                  <a:pt x="6227" y="1856"/>
                </a:lnTo>
                <a:lnTo>
                  <a:pt x="6852" y="1856"/>
                </a:lnTo>
                <a:lnTo>
                  <a:pt x="6852" y="1231"/>
                </a:lnTo>
                <a:lnTo>
                  <a:pt x="6227" y="1231"/>
                </a:lnTo>
                <a:lnTo>
                  <a:pt x="6227" y="928"/>
                </a:lnTo>
                <a:cubicBezTo>
                  <a:pt x="6227" y="411"/>
                  <a:pt x="5799" y="0"/>
                  <a:pt x="528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118"/>
          <p:cNvSpPr/>
          <p:nvPr/>
        </p:nvSpPr>
        <p:spPr>
          <a:xfrm>
            <a:off x="7601476" y="1825350"/>
            <a:ext cx="326308" cy="325756"/>
          </a:xfrm>
          <a:custGeom>
            <a:rect b="b" l="l" r="r" t="t"/>
            <a:pathLst>
              <a:path extrusionOk="0" h="10617" w="10635">
                <a:moveTo>
                  <a:pt x="7584" y="625"/>
                </a:moveTo>
                <a:cubicBezTo>
                  <a:pt x="7940" y="1696"/>
                  <a:pt x="7940" y="1713"/>
                  <a:pt x="8012" y="1874"/>
                </a:cubicBezTo>
                <a:lnTo>
                  <a:pt x="2623" y="1874"/>
                </a:lnTo>
                <a:cubicBezTo>
                  <a:pt x="2695" y="1713"/>
                  <a:pt x="2695" y="1696"/>
                  <a:pt x="3052" y="625"/>
                </a:cubicBezTo>
                <a:close/>
                <a:moveTo>
                  <a:pt x="3765" y="2498"/>
                </a:moveTo>
                <a:lnTo>
                  <a:pt x="3765" y="3141"/>
                </a:lnTo>
                <a:lnTo>
                  <a:pt x="3141" y="3141"/>
                </a:lnTo>
                <a:lnTo>
                  <a:pt x="3141" y="2498"/>
                </a:lnTo>
                <a:close/>
                <a:moveTo>
                  <a:pt x="5014" y="2498"/>
                </a:moveTo>
                <a:lnTo>
                  <a:pt x="5014" y="3141"/>
                </a:lnTo>
                <a:lnTo>
                  <a:pt x="4390" y="3141"/>
                </a:lnTo>
                <a:lnTo>
                  <a:pt x="4390" y="2498"/>
                </a:lnTo>
                <a:close/>
                <a:moveTo>
                  <a:pt x="6245" y="2498"/>
                </a:moveTo>
                <a:lnTo>
                  <a:pt x="6245" y="3141"/>
                </a:lnTo>
                <a:lnTo>
                  <a:pt x="5621" y="3141"/>
                </a:lnTo>
                <a:lnTo>
                  <a:pt x="5621" y="2498"/>
                </a:lnTo>
                <a:close/>
                <a:moveTo>
                  <a:pt x="7494" y="2498"/>
                </a:moveTo>
                <a:lnTo>
                  <a:pt x="7494" y="3141"/>
                </a:lnTo>
                <a:lnTo>
                  <a:pt x="6870" y="3141"/>
                </a:lnTo>
                <a:lnTo>
                  <a:pt x="6870" y="2498"/>
                </a:lnTo>
                <a:close/>
                <a:moveTo>
                  <a:pt x="8208" y="3765"/>
                </a:moveTo>
                <a:cubicBezTo>
                  <a:pt x="8565" y="4818"/>
                  <a:pt x="8547" y="4854"/>
                  <a:pt x="8636" y="4996"/>
                </a:cubicBezTo>
                <a:lnTo>
                  <a:pt x="1999" y="4996"/>
                </a:lnTo>
                <a:cubicBezTo>
                  <a:pt x="2088" y="4854"/>
                  <a:pt x="2070" y="4818"/>
                  <a:pt x="2427" y="3765"/>
                </a:cubicBezTo>
                <a:close/>
                <a:moveTo>
                  <a:pt x="3141" y="5621"/>
                </a:moveTo>
                <a:lnTo>
                  <a:pt x="3141" y="6888"/>
                </a:lnTo>
                <a:lnTo>
                  <a:pt x="2516" y="6888"/>
                </a:lnTo>
                <a:lnTo>
                  <a:pt x="2516" y="5621"/>
                </a:lnTo>
                <a:close/>
                <a:moveTo>
                  <a:pt x="4390" y="5621"/>
                </a:moveTo>
                <a:lnTo>
                  <a:pt x="4390" y="6888"/>
                </a:lnTo>
                <a:lnTo>
                  <a:pt x="3765" y="6888"/>
                </a:lnTo>
                <a:lnTo>
                  <a:pt x="3765" y="5621"/>
                </a:lnTo>
                <a:close/>
                <a:moveTo>
                  <a:pt x="5621" y="5621"/>
                </a:moveTo>
                <a:lnTo>
                  <a:pt x="5621" y="6888"/>
                </a:lnTo>
                <a:lnTo>
                  <a:pt x="5014" y="6888"/>
                </a:lnTo>
                <a:lnTo>
                  <a:pt x="5014" y="5621"/>
                </a:lnTo>
                <a:close/>
                <a:moveTo>
                  <a:pt x="6870" y="5621"/>
                </a:moveTo>
                <a:lnTo>
                  <a:pt x="6870" y="6888"/>
                </a:lnTo>
                <a:lnTo>
                  <a:pt x="6245" y="6888"/>
                </a:lnTo>
                <a:lnTo>
                  <a:pt x="6245" y="5621"/>
                </a:lnTo>
                <a:close/>
                <a:moveTo>
                  <a:pt x="8119" y="5621"/>
                </a:moveTo>
                <a:lnTo>
                  <a:pt x="8119" y="6888"/>
                </a:lnTo>
                <a:lnTo>
                  <a:pt x="7494" y="6888"/>
                </a:lnTo>
                <a:lnTo>
                  <a:pt x="7494" y="5621"/>
                </a:lnTo>
                <a:close/>
                <a:moveTo>
                  <a:pt x="5326" y="8759"/>
                </a:moveTo>
                <a:cubicBezTo>
                  <a:pt x="5833" y="8759"/>
                  <a:pt x="6245" y="9175"/>
                  <a:pt x="6245" y="9689"/>
                </a:cubicBezTo>
                <a:lnTo>
                  <a:pt x="6245" y="9992"/>
                </a:lnTo>
                <a:lnTo>
                  <a:pt x="4390" y="9992"/>
                </a:lnTo>
                <a:lnTo>
                  <a:pt x="4390" y="9707"/>
                </a:lnTo>
                <a:cubicBezTo>
                  <a:pt x="4390" y="9225"/>
                  <a:pt x="4782" y="8779"/>
                  <a:pt x="5264" y="8761"/>
                </a:cubicBezTo>
                <a:cubicBezTo>
                  <a:pt x="5285" y="8760"/>
                  <a:pt x="5306" y="8759"/>
                  <a:pt x="5326" y="8759"/>
                </a:cubicBezTo>
                <a:close/>
                <a:moveTo>
                  <a:pt x="8850" y="7512"/>
                </a:moveTo>
                <a:lnTo>
                  <a:pt x="9725" y="9992"/>
                </a:lnTo>
                <a:lnTo>
                  <a:pt x="6870" y="9992"/>
                </a:lnTo>
                <a:lnTo>
                  <a:pt x="6870" y="9707"/>
                </a:lnTo>
                <a:cubicBezTo>
                  <a:pt x="6870" y="8868"/>
                  <a:pt x="6210" y="8172"/>
                  <a:pt x="5371" y="8137"/>
                </a:cubicBezTo>
                <a:cubicBezTo>
                  <a:pt x="5350" y="8136"/>
                  <a:pt x="5329" y="8135"/>
                  <a:pt x="5308" y="8135"/>
                </a:cubicBezTo>
                <a:cubicBezTo>
                  <a:pt x="4462" y="8135"/>
                  <a:pt x="3765" y="8836"/>
                  <a:pt x="3765" y="9689"/>
                </a:cubicBezTo>
                <a:lnTo>
                  <a:pt x="3765" y="9992"/>
                </a:lnTo>
                <a:lnTo>
                  <a:pt x="910" y="9992"/>
                </a:lnTo>
                <a:lnTo>
                  <a:pt x="1767" y="7512"/>
                </a:lnTo>
                <a:close/>
                <a:moveTo>
                  <a:pt x="2605" y="1"/>
                </a:moveTo>
                <a:lnTo>
                  <a:pt x="2106" y="1499"/>
                </a:lnTo>
                <a:cubicBezTo>
                  <a:pt x="2034" y="1713"/>
                  <a:pt x="1820" y="1874"/>
                  <a:pt x="1588" y="1874"/>
                </a:cubicBezTo>
                <a:cubicBezTo>
                  <a:pt x="1410" y="1874"/>
                  <a:pt x="1267" y="1731"/>
                  <a:pt x="1267" y="1553"/>
                </a:cubicBezTo>
                <a:lnTo>
                  <a:pt x="1267" y="1249"/>
                </a:lnTo>
                <a:lnTo>
                  <a:pt x="661" y="1249"/>
                </a:lnTo>
                <a:lnTo>
                  <a:pt x="661" y="1553"/>
                </a:lnTo>
                <a:cubicBezTo>
                  <a:pt x="661" y="2070"/>
                  <a:pt x="1071" y="2498"/>
                  <a:pt x="1588" y="2498"/>
                </a:cubicBezTo>
                <a:lnTo>
                  <a:pt x="2516" y="2498"/>
                </a:lnTo>
                <a:lnTo>
                  <a:pt x="2516" y="3141"/>
                </a:lnTo>
                <a:lnTo>
                  <a:pt x="1981" y="3141"/>
                </a:lnTo>
                <a:lnTo>
                  <a:pt x="1481" y="4622"/>
                </a:lnTo>
                <a:cubicBezTo>
                  <a:pt x="1414" y="4842"/>
                  <a:pt x="1201" y="4998"/>
                  <a:pt x="966" y="4998"/>
                </a:cubicBezTo>
                <a:cubicBezTo>
                  <a:pt x="954" y="4998"/>
                  <a:pt x="941" y="4997"/>
                  <a:pt x="928" y="4996"/>
                </a:cubicBezTo>
                <a:cubicBezTo>
                  <a:pt x="768" y="4996"/>
                  <a:pt x="625" y="4854"/>
                  <a:pt x="625" y="4693"/>
                </a:cubicBezTo>
                <a:lnTo>
                  <a:pt x="625" y="4372"/>
                </a:lnTo>
                <a:lnTo>
                  <a:pt x="0" y="4372"/>
                </a:lnTo>
                <a:lnTo>
                  <a:pt x="0" y="4693"/>
                </a:lnTo>
                <a:cubicBezTo>
                  <a:pt x="0" y="5211"/>
                  <a:pt x="429" y="5621"/>
                  <a:pt x="946" y="5621"/>
                </a:cubicBezTo>
                <a:lnTo>
                  <a:pt x="1892" y="5621"/>
                </a:lnTo>
                <a:lnTo>
                  <a:pt x="1892" y="6888"/>
                </a:lnTo>
                <a:lnTo>
                  <a:pt x="1339" y="6888"/>
                </a:lnTo>
                <a:lnTo>
                  <a:pt x="18" y="10617"/>
                </a:lnTo>
                <a:lnTo>
                  <a:pt x="10599" y="10617"/>
                </a:lnTo>
                <a:lnTo>
                  <a:pt x="9296" y="6888"/>
                </a:lnTo>
                <a:lnTo>
                  <a:pt x="8743" y="6888"/>
                </a:lnTo>
                <a:lnTo>
                  <a:pt x="8743" y="5621"/>
                </a:lnTo>
                <a:lnTo>
                  <a:pt x="9689" y="5621"/>
                </a:lnTo>
                <a:cubicBezTo>
                  <a:pt x="10206" y="5621"/>
                  <a:pt x="10635" y="5211"/>
                  <a:pt x="10635" y="4693"/>
                </a:cubicBezTo>
                <a:lnTo>
                  <a:pt x="10635" y="4372"/>
                </a:lnTo>
                <a:lnTo>
                  <a:pt x="10010" y="4372"/>
                </a:lnTo>
                <a:lnTo>
                  <a:pt x="10010" y="4693"/>
                </a:lnTo>
                <a:cubicBezTo>
                  <a:pt x="10010" y="4854"/>
                  <a:pt x="9867" y="4996"/>
                  <a:pt x="9707" y="4996"/>
                </a:cubicBezTo>
                <a:cubicBezTo>
                  <a:pt x="9694" y="4997"/>
                  <a:pt x="9682" y="4998"/>
                  <a:pt x="9669" y="4998"/>
                </a:cubicBezTo>
                <a:cubicBezTo>
                  <a:pt x="9434" y="4998"/>
                  <a:pt x="9221" y="4842"/>
                  <a:pt x="9154" y="4622"/>
                </a:cubicBezTo>
                <a:lnTo>
                  <a:pt x="8654" y="3141"/>
                </a:lnTo>
                <a:lnTo>
                  <a:pt x="8119" y="3141"/>
                </a:lnTo>
                <a:lnTo>
                  <a:pt x="8119" y="2498"/>
                </a:lnTo>
                <a:lnTo>
                  <a:pt x="9047" y="2498"/>
                </a:lnTo>
                <a:cubicBezTo>
                  <a:pt x="9564" y="2498"/>
                  <a:pt x="9974" y="2070"/>
                  <a:pt x="9974" y="1553"/>
                </a:cubicBezTo>
                <a:lnTo>
                  <a:pt x="9974" y="1249"/>
                </a:lnTo>
                <a:lnTo>
                  <a:pt x="9368" y="1249"/>
                </a:lnTo>
                <a:lnTo>
                  <a:pt x="9368" y="1553"/>
                </a:lnTo>
                <a:cubicBezTo>
                  <a:pt x="9368" y="1731"/>
                  <a:pt x="9225" y="1874"/>
                  <a:pt x="9047" y="1874"/>
                </a:cubicBezTo>
                <a:cubicBezTo>
                  <a:pt x="8815" y="1874"/>
                  <a:pt x="8601" y="1713"/>
                  <a:pt x="8529" y="1499"/>
                </a:cubicBezTo>
                <a:lnTo>
                  <a:pt x="803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07" name="Google Shape;1707;p118"/>
          <p:cNvGrpSpPr/>
          <p:nvPr/>
        </p:nvGrpSpPr>
        <p:grpSpPr>
          <a:xfrm>
            <a:off x="6892213" y="1825713"/>
            <a:ext cx="326310" cy="325451"/>
            <a:chOff x="7000379" y="1769124"/>
            <a:chExt cx="341543" cy="340644"/>
          </a:xfrm>
        </p:grpSpPr>
        <p:sp>
          <p:nvSpPr>
            <p:cNvPr id="1708" name="Google Shape;1708;p118"/>
            <p:cNvSpPr/>
            <p:nvPr/>
          </p:nvSpPr>
          <p:spPr>
            <a:xfrm>
              <a:off x="7000379" y="1769124"/>
              <a:ext cx="341543" cy="340644"/>
            </a:xfrm>
            <a:custGeom>
              <a:rect b="b" l="l" r="r" t="t"/>
              <a:pathLst>
                <a:path extrusionOk="0" h="10607" w="10635">
                  <a:moveTo>
                    <a:pt x="7548" y="615"/>
                  </a:moveTo>
                  <a:lnTo>
                    <a:pt x="10010" y="3077"/>
                  </a:lnTo>
                  <a:cubicBezTo>
                    <a:pt x="10010" y="3416"/>
                    <a:pt x="9939" y="3755"/>
                    <a:pt x="9867" y="3827"/>
                  </a:cubicBezTo>
                  <a:cubicBezTo>
                    <a:pt x="9832" y="3862"/>
                    <a:pt x="9635" y="3862"/>
                    <a:pt x="9564" y="3862"/>
                  </a:cubicBezTo>
                  <a:cubicBezTo>
                    <a:pt x="9497" y="3858"/>
                    <a:pt x="9425" y="3853"/>
                    <a:pt x="9352" y="3853"/>
                  </a:cubicBezTo>
                  <a:cubicBezTo>
                    <a:pt x="9150" y="3853"/>
                    <a:pt x="8936" y="3889"/>
                    <a:pt x="8779" y="4059"/>
                  </a:cubicBezTo>
                  <a:cubicBezTo>
                    <a:pt x="8547" y="4273"/>
                    <a:pt x="8565" y="4594"/>
                    <a:pt x="8565" y="4844"/>
                  </a:cubicBezTo>
                  <a:cubicBezTo>
                    <a:pt x="8583" y="4915"/>
                    <a:pt x="8583" y="5129"/>
                    <a:pt x="8547" y="5147"/>
                  </a:cubicBezTo>
                  <a:cubicBezTo>
                    <a:pt x="8511" y="5183"/>
                    <a:pt x="8315" y="5183"/>
                    <a:pt x="8244" y="5183"/>
                  </a:cubicBezTo>
                  <a:cubicBezTo>
                    <a:pt x="8177" y="5178"/>
                    <a:pt x="8105" y="5173"/>
                    <a:pt x="8031" y="5173"/>
                  </a:cubicBezTo>
                  <a:cubicBezTo>
                    <a:pt x="7830" y="5173"/>
                    <a:pt x="7615" y="5209"/>
                    <a:pt x="7459" y="5379"/>
                  </a:cubicBezTo>
                  <a:cubicBezTo>
                    <a:pt x="7227" y="5593"/>
                    <a:pt x="7244" y="5914"/>
                    <a:pt x="7244" y="6164"/>
                  </a:cubicBezTo>
                  <a:cubicBezTo>
                    <a:pt x="7262" y="6235"/>
                    <a:pt x="7262" y="6450"/>
                    <a:pt x="7227" y="6467"/>
                  </a:cubicBezTo>
                  <a:cubicBezTo>
                    <a:pt x="7191" y="6503"/>
                    <a:pt x="6995" y="6503"/>
                    <a:pt x="6923" y="6503"/>
                  </a:cubicBezTo>
                  <a:cubicBezTo>
                    <a:pt x="6857" y="6498"/>
                    <a:pt x="6785" y="6494"/>
                    <a:pt x="6711" y="6494"/>
                  </a:cubicBezTo>
                  <a:cubicBezTo>
                    <a:pt x="6509" y="6494"/>
                    <a:pt x="6295" y="6529"/>
                    <a:pt x="6138" y="6699"/>
                  </a:cubicBezTo>
                  <a:cubicBezTo>
                    <a:pt x="5906" y="6913"/>
                    <a:pt x="5924" y="7235"/>
                    <a:pt x="5924" y="7484"/>
                  </a:cubicBezTo>
                  <a:cubicBezTo>
                    <a:pt x="5942" y="7556"/>
                    <a:pt x="5942" y="7770"/>
                    <a:pt x="5906" y="7788"/>
                  </a:cubicBezTo>
                  <a:cubicBezTo>
                    <a:pt x="5835" y="7877"/>
                    <a:pt x="5496" y="7930"/>
                    <a:pt x="5157" y="7930"/>
                  </a:cubicBezTo>
                  <a:lnTo>
                    <a:pt x="2695" y="5468"/>
                  </a:lnTo>
                  <a:cubicBezTo>
                    <a:pt x="2695" y="5129"/>
                    <a:pt x="2748" y="4790"/>
                    <a:pt x="2837" y="4719"/>
                  </a:cubicBezTo>
                  <a:cubicBezTo>
                    <a:pt x="2846" y="4701"/>
                    <a:pt x="2904" y="4697"/>
                    <a:pt x="2969" y="4697"/>
                  </a:cubicBezTo>
                  <a:cubicBezTo>
                    <a:pt x="3034" y="4697"/>
                    <a:pt x="3105" y="4701"/>
                    <a:pt x="3141" y="4701"/>
                  </a:cubicBezTo>
                  <a:cubicBezTo>
                    <a:pt x="3174" y="4701"/>
                    <a:pt x="3209" y="4701"/>
                    <a:pt x="3244" y="4701"/>
                  </a:cubicBezTo>
                  <a:cubicBezTo>
                    <a:pt x="3474" y="4701"/>
                    <a:pt x="3740" y="4688"/>
                    <a:pt x="3926" y="4487"/>
                  </a:cubicBezTo>
                  <a:cubicBezTo>
                    <a:pt x="4158" y="4273"/>
                    <a:pt x="4140" y="3952"/>
                    <a:pt x="4122" y="3720"/>
                  </a:cubicBezTo>
                  <a:cubicBezTo>
                    <a:pt x="4122" y="3630"/>
                    <a:pt x="4122" y="3434"/>
                    <a:pt x="4158" y="3398"/>
                  </a:cubicBezTo>
                  <a:cubicBezTo>
                    <a:pt x="4167" y="3381"/>
                    <a:pt x="4225" y="3376"/>
                    <a:pt x="4289" y="3376"/>
                  </a:cubicBezTo>
                  <a:cubicBezTo>
                    <a:pt x="4354" y="3376"/>
                    <a:pt x="4425" y="3381"/>
                    <a:pt x="4461" y="3381"/>
                  </a:cubicBezTo>
                  <a:cubicBezTo>
                    <a:pt x="4494" y="3381"/>
                    <a:pt x="4529" y="3381"/>
                    <a:pt x="4564" y="3381"/>
                  </a:cubicBezTo>
                  <a:cubicBezTo>
                    <a:pt x="4795" y="3381"/>
                    <a:pt x="5061" y="3368"/>
                    <a:pt x="5246" y="3166"/>
                  </a:cubicBezTo>
                  <a:cubicBezTo>
                    <a:pt x="5478" y="2952"/>
                    <a:pt x="5460" y="2631"/>
                    <a:pt x="5442" y="2381"/>
                  </a:cubicBezTo>
                  <a:cubicBezTo>
                    <a:pt x="5442" y="2310"/>
                    <a:pt x="5442" y="2114"/>
                    <a:pt x="5478" y="2078"/>
                  </a:cubicBezTo>
                  <a:cubicBezTo>
                    <a:pt x="5489" y="2057"/>
                    <a:pt x="5566" y="2049"/>
                    <a:pt x="5643" y="2049"/>
                  </a:cubicBezTo>
                  <a:cubicBezTo>
                    <a:pt x="5698" y="2049"/>
                    <a:pt x="5752" y="2053"/>
                    <a:pt x="5781" y="2060"/>
                  </a:cubicBezTo>
                  <a:cubicBezTo>
                    <a:pt x="5815" y="2060"/>
                    <a:pt x="5849" y="2061"/>
                    <a:pt x="5885" y="2061"/>
                  </a:cubicBezTo>
                  <a:cubicBezTo>
                    <a:pt x="6115" y="2061"/>
                    <a:pt x="6381" y="2047"/>
                    <a:pt x="6566" y="1846"/>
                  </a:cubicBezTo>
                  <a:cubicBezTo>
                    <a:pt x="6798" y="1632"/>
                    <a:pt x="6781" y="1311"/>
                    <a:pt x="6763" y="1061"/>
                  </a:cubicBezTo>
                  <a:cubicBezTo>
                    <a:pt x="6763" y="990"/>
                    <a:pt x="6763" y="793"/>
                    <a:pt x="6798" y="758"/>
                  </a:cubicBezTo>
                  <a:cubicBezTo>
                    <a:pt x="6870" y="686"/>
                    <a:pt x="7209" y="615"/>
                    <a:pt x="7548" y="615"/>
                  </a:cubicBezTo>
                  <a:close/>
                  <a:moveTo>
                    <a:pt x="7435" y="0"/>
                  </a:moveTo>
                  <a:cubicBezTo>
                    <a:pt x="7361" y="0"/>
                    <a:pt x="7280" y="2"/>
                    <a:pt x="7191" y="8"/>
                  </a:cubicBezTo>
                  <a:cubicBezTo>
                    <a:pt x="6781" y="62"/>
                    <a:pt x="6513" y="151"/>
                    <a:pt x="6352" y="312"/>
                  </a:cubicBezTo>
                  <a:cubicBezTo>
                    <a:pt x="6120" y="544"/>
                    <a:pt x="6138" y="847"/>
                    <a:pt x="6156" y="1097"/>
                  </a:cubicBezTo>
                  <a:cubicBezTo>
                    <a:pt x="6156" y="1168"/>
                    <a:pt x="6156" y="1382"/>
                    <a:pt x="6138" y="1418"/>
                  </a:cubicBezTo>
                  <a:cubicBezTo>
                    <a:pt x="6120" y="1436"/>
                    <a:pt x="6058" y="1440"/>
                    <a:pt x="5991" y="1440"/>
                  </a:cubicBezTo>
                  <a:cubicBezTo>
                    <a:pt x="5924" y="1440"/>
                    <a:pt x="5853" y="1436"/>
                    <a:pt x="5817" y="1436"/>
                  </a:cubicBezTo>
                  <a:cubicBezTo>
                    <a:pt x="5750" y="1431"/>
                    <a:pt x="5680" y="1426"/>
                    <a:pt x="5608" y="1426"/>
                  </a:cubicBezTo>
                  <a:cubicBezTo>
                    <a:pt x="5410" y="1426"/>
                    <a:pt x="5202" y="1462"/>
                    <a:pt x="5032" y="1632"/>
                  </a:cubicBezTo>
                  <a:cubicBezTo>
                    <a:pt x="4800" y="1864"/>
                    <a:pt x="4818" y="2167"/>
                    <a:pt x="4836" y="2417"/>
                  </a:cubicBezTo>
                  <a:cubicBezTo>
                    <a:pt x="4836" y="2488"/>
                    <a:pt x="4836" y="2703"/>
                    <a:pt x="4818" y="2738"/>
                  </a:cubicBezTo>
                  <a:cubicBezTo>
                    <a:pt x="4800" y="2756"/>
                    <a:pt x="4738" y="2761"/>
                    <a:pt x="4671" y="2761"/>
                  </a:cubicBezTo>
                  <a:cubicBezTo>
                    <a:pt x="4604" y="2761"/>
                    <a:pt x="4532" y="2756"/>
                    <a:pt x="4497" y="2756"/>
                  </a:cubicBezTo>
                  <a:cubicBezTo>
                    <a:pt x="4430" y="2751"/>
                    <a:pt x="4359" y="2747"/>
                    <a:pt x="4287" y="2747"/>
                  </a:cubicBezTo>
                  <a:cubicBezTo>
                    <a:pt x="4090" y="2747"/>
                    <a:pt x="3882" y="2782"/>
                    <a:pt x="3712" y="2952"/>
                  </a:cubicBezTo>
                  <a:cubicBezTo>
                    <a:pt x="3480" y="3184"/>
                    <a:pt x="3498" y="3488"/>
                    <a:pt x="3515" y="3737"/>
                  </a:cubicBezTo>
                  <a:cubicBezTo>
                    <a:pt x="3515" y="3809"/>
                    <a:pt x="3515" y="4023"/>
                    <a:pt x="3498" y="4059"/>
                  </a:cubicBezTo>
                  <a:cubicBezTo>
                    <a:pt x="3480" y="4076"/>
                    <a:pt x="3417" y="4081"/>
                    <a:pt x="3350" y="4081"/>
                  </a:cubicBezTo>
                  <a:cubicBezTo>
                    <a:pt x="3283" y="4081"/>
                    <a:pt x="3212" y="4076"/>
                    <a:pt x="3176" y="4076"/>
                  </a:cubicBezTo>
                  <a:cubicBezTo>
                    <a:pt x="3110" y="4072"/>
                    <a:pt x="3039" y="4067"/>
                    <a:pt x="2967" y="4067"/>
                  </a:cubicBezTo>
                  <a:cubicBezTo>
                    <a:pt x="2770" y="4067"/>
                    <a:pt x="2561" y="4103"/>
                    <a:pt x="2391" y="4273"/>
                  </a:cubicBezTo>
                  <a:cubicBezTo>
                    <a:pt x="2052" y="4612"/>
                    <a:pt x="2070" y="5415"/>
                    <a:pt x="2088" y="5736"/>
                  </a:cubicBezTo>
                  <a:lnTo>
                    <a:pt x="3266" y="6913"/>
                  </a:lnTo>
                  <a:lnTo>
                    <a:pt x="0" y="10161"/>
                  </a:lnTo>
                  <a:lnTo>
                    <a:pt x="446" y="10607"/>
                  </a:lnTo>
                  <a:lnTo>
                    <a:pt x="3712" y="7360"/>
                  </a:lnTo>
                  <a:lnTo>
                    <a:pt x="4889" y="8537"/>
                  </a:lnTo>
                  <a:cubicBezTo>
                    <a:pt x="4906" y="8537"/>
                    <a:pt x="5017" y="8546"/>
                    <a:pt x="5173" y="8546"/>
                  </a:cubicBezTo>
                  <a:cubicBezTo>
                    <a:pt x="5517" y="8546"/>
                    <a:pt x="6082" y="8504"/>
                    <a:pt x="6352" y="8234"/>
                  </a:cubicBezTo>
                  <a:cubicBezTo>
                    <a:pt x="6584" y="8002"/>
                    <a:pt x="6566" y="7699"/>
                    <a:pt x="6549" y="7449"/>
                  </a:cubicBezTo>
                  <a:cubicBezTo>
                    <a:pt x="6549" y="7377"/>
                    <a:pt x="6531" y="7163"/>
                    <a:pt x="6566" y="7128"/>
                  </a:cubicBezTo>
                  <a:cubicBezTo>
                    <a:pt x="6602" y="7110"/>
                    <a:pt x="6816" y="7110"/>
                    <a:pt x="6888" y="7110"/>
                  </a:cubicBezTo>
                  <a:cubicBezTo>
                    <a:pt x="6954" y="7114"/>
                    <a:pt x="7025" y="7119"/>
                    <a:pt x="7097" y="7119"/>
                  </a:cubicBezTo>
                  <a:cubicBezTo>
                    <a:pt x="7294" y="7119"/>
                    <a:pt x="7503" y="7083"/>
                    <a:pt x="7673" y="6913"/>
                  </a:cubicBezTo>
                  <a:cubicBezTo>
                    <a:pt x="7905" y="6681"/>
                    <a:pt x="7887" y="6378"/>
                    <a:pt x="7869" y="6128"/>
                  </a:cubicBezTo>
                  <a:cubicBezTo>
                    <a:pt x="7869" y="6057"/>
                    <a:pt x="7851" y="5843"/>
                    <a:pt x="7887" y="5807"/>
                  </a:cubicBezTo>
                  <a:cubicBezTo>
                    <a:pt x="7922" y="5789"/>
                    <a:pt x="8137" y="5789"/>
                    <a:pt x="8208" y="5789"/>
                  </a:cubicBezTo>
                  <a:cubicBezTo>
                    <a:pt x="8275" y="5794"/>
                    <a:pt x="8345" y="5799"/>
                    <a:pt x="8417" y="5799"/>
                  </a:cubicBezTo>
                  <a:cubicBezTo>
                    <a:pt x="8615" y="5799"/>
                    <a:pt x="8823" y="5763"/>
                    <a:pt x="8993" y="5593"/>
                  </a:cubicBezTo>
                  <a:cubicBezTo>
                    <a:pt x="9225" y="5361"/>
                    <a:pt x="9207" y="5058"/>
                    <a:pt x="9189" y="4808"/>
                  </a:cubicBezTo>
                  <a:cubicBezTo>
                    <a:pt x="9189" y="4737"/>
                    <a:pt x="9171" y="4523"/>
                    <a:pt x="9207" y="4487"/>
                  </a:cubicBezTo>
                  <a:cubicBezTo>
                    <a:pt x="9243" y="4469"/>
                    <a:pt x="9457" y="4469"/>
                    <a:pt x="9528" y="4469"/>
                  </a:cubicBezTo>
                  <a:cubicBezTo>
                    <a:pt x="9595" y="4474"/>
                    <a:pt x="9666" y="4479"/>
                    <a:pt x="9738" y="4479"/>
                  </a:cubicBezTo>
                  <a:cubicBezTo>
                    <a:pt x="9935" y="4479"/>
                    <a:pt x="10143" y="4443"/>
                    <a:pt x="10313" y="4273"/>
                  </a:cubicBezTo>
                  <a:cubicBezTo>
                    <a:pt x="10474" y="4112"/>
                    <a:pt x="10563" y="3845"/>
                    <a:pt x="10617" y="3434"/>
                  </a:cubicBezTo>
                  <a:cubicBezTo>
                    <a:pt x="10635" y="3166"/>
                    <a:pt x="10617" y="2970"/>
                    <a:pt x="10617" y="2827"/>
                  </a:cubicBezTo>
                  <a:lnTo>
                    <a:pt x="9439" y="1632"/>
                  </a:lnTo>
                  <a:lnTo>
                    <a:pt x="10099" y="972"/>
                  </a:lnTo>
                  <a:lnTo>
                    <a:pt x="9653" y="526"/>
                  </a:lnTo>
                  <a:lnTo>
                    <a:pt x="8993" y="1186"/>
                  </a:lnTo>
                  <a:lnTo>
                    <a:pt x="7798" y="8"/>
                  </a:lnTo>
                  <a:cubicBezTo>
                    <a:pt x="7702" y="8"/>
                    <a:pt x="7583" y="0"/>
                    <a:pt x="74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 name="Google Shape;1709;p118"/>
            <p:cNvSpPr/>
            <p:nvPr/>
          </p:nvSpPr>
          <p:spPr>
            <a:xfrm>
              <a:off x="7133303" y="1934420"/>
              <a:ext cx="42456" cy="42424"/>
            </a:xfrm>
            <a:custGeom>
              <a:rect b="b" l="l" r="r" t="t"/>
              <a:pathLst>
                <a:path extrusionOk="0" h="1321" w="1322">
                  <a:moveTo>
                    <a:pt x="893" y="0"/>
                  </a:moveTo>
                  <a:lnTo>
                    <a:pt x="1" y="892"/>
                  </a:lnTo>
                  <a:lnTo>
                    <a:pt x="447" y="1320"/>
                  </a:lnTo>
                  <a:lnTo>
                    <a:pt x="1321" y="446"/>
                  </a:lnTo>
                  <a:lnTo>
                    <a:pt x="89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 name="Google Shape;1710;p118"/>
            <p:cNvSpPr/>
            <p:nvPr/>
          </p:nvSpPr>
          <p:spPr>
            <a:xfrm>
              <a:off x="7183177" y="1885124"/>
              <a:ext cx="42424" cy="42424"/>
            </a:xfrm>
            <a:custGeom>
              <a:rect b="b" l="l" r="r" t="t"/>
              <a:pathLst>
                <a:path extrusionOk="0" h="1321" w="1321">
                  <a:moveTo>
                    <a:pt x="874" y="1"/>
                  </a:moveTo>
                  <a:lnTo>
                    <a:pt x="0" y="875"/>
                  </a:lnTo>
                  <a:lnTo>
                    <a:pt x="446" y="1321"/>
                  </a:lnTo>
                  <a:lnTo>
                    <a:pt x="1321" y="447"/>
                  </a:lnTo>
                  <a:lnTo>
                    <a:pt x="87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1" name="Google Shape;1711;p118"/>
            <p:cNvSpPr/>
            <p:nvPr/>
          </p:nvSpPr>
          <p:spPr>
            <a:xfrm>
              <a:off x="7232442" y="1835859"/>
              <a:ext cx="42424" cy="42424"/>
            </a:xfrm>
            <a:custGeom>
              <a:rect b="b" l="l" r="r" t="t"/>
              <a:pathLst>
                <a:path extrusionOk="0" h="1321" w="1321">
                  <a:moveTo>
                    <a:pt x="893" y="0"/>
                  </a:moveTo>
                  <a:lnTo>
                    <a:pt x="1" y="874"/>
                  </a:lnTo>
                  <a:lnTo>
                    <a:pt x="447" y="1320"/>
                  </a:lnTo>
                  <a:lnTo>
                    <a:pt x="1321" y="428"/>
                  </a:lnTo>
                  <a:lnTo>
                    <a:pt x="89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12" name="Google Shape;1712;p118"/>
          <p:cNvSpPr/>
          <p:nvPr/>
        </p:nvSpPr>
        <p:spPr>
          <a:xfrm>
            <a:off x="4092905" y="1825350"/>
            <a:ext cx="248590" cy="325756"/>
          </a:xfrm>
          <a:custGeom>
            <a:rect b="b" l="l" r="r" t="t"/>
            <a:pathLst>
              <a:path extrusionOk="0" h="10617" w="8102">
                <a:moveTo>
                  <a:pt x="4051" y="625"/>
                </a:moveTo>
                <a:cubicBezTo>
                  <a:pt x="4462" y="625"/>
                  <a:pt x="4801" y="893"/>
                  <a:pt x="4925" y="1249"/>
                </a:cubicBezTo>
                <a:lnTo>
                  <a:pt x="3177" y="1249"/>
                </a:lnTo>
                <a:cubicBezTo>
                  <a:pt x="3302" y="893"/>
                  <a:pt x="3641" y="625"/>
                  <a:pt x="4051" y="625"/>
                </a:cubicBezTo>
                <a:close/>
                <a:moveTo>
                  <a:pt x="4979" y="1874"/>
                </a:moveTo>
                <a:lnTo>
                  <a:pt x="4979" y="2516"/>
                </a:lnTo>
                <a:lnTo>
                  <a:pt x="3123" y="2516"/>
                </a:lnTo>
                <a:lnTo>
                  <a:pt x="3123" y="1874"/>
                </a:lnTo>
                <a:close/>
                <a:moveTo>
                  <a:pt x="2535" y="3159"/>
                </a:moveTo>
                <a:lnTo>
                  <a:pt x="2535" y="3159"/>
                </a:lnTo>
                <a:cubicBezTo>
                  <a:pt x="2481" y="3230"/>
                  <a:pt x="2428" y="3301"/>
                  <a:pt x="2374" y="3391"/>
                </a:cubicBezTo>
                <a:cubicBezTo>
                  <a:pt x="2053" y="3908"/>
                  <a:pt x="1874" y="4586"/>
                  <a:pt x="1874" y="5318"/>
                </a:cubicBezTo>
                <a:cubicBezTo>
                  <a:pt x="1874" y="6031"/>
                  <a:pt x="2053" y="6727"/>
                  <a:pt x="2374" y="7245"/>
                </a:cubicBezTo>
                <a:cubicBezTo>
                  <a:pt x="2428" y="7316"/>
                  <a:pt x="2481" y="7405"/>
                  <a:pt x="2535" y="7477"/>
                </a:cubicBezTo>
                <a:cubicBezTo>
                  <a:pt x="1464" y="7352"/>
                  <a:pt x="625" y="6424"/>
                  <a:pt x="625" y="5318"/>
                </a:cubicBezTo>
                <a:cubicBezTo>
                  <a:pt x="625" y="4194"/>
                  <a:pt x="1464" y="3284"/>
                  <a:pt x="2535" y="3159"/>
                </a:cubicBezTo>
                <a:close/>
                <a:moveTo>
                  <a:pt x="5550" y="3159"/>
                </a:moveTo>
                <a:lnTo>
                  <a:pt x="5550" y="3159"/>
                </a:lnTo>
                <a:cubicBezTo>
                  <a:pt x="6638" y="3284"/>
                  <a:pt x="7477" y="4194"/>
                  <a:pt x="7477" y="5318"/>
                </a:cubicBezTo>
                <a:cubicBezTo>
                  <a:pt x="7477" y="6424"/>
                  <a:pt x="6638" y="7352"/>
                  <a:pt x="5550" y="7477"/>
                </a:cubicBezTo>
                <a:cubicBezTo>
                  <a:pt x="5621" y="7405"/>
                  <a:pt x="5675" y="7316"/>
                  <a:pt x="5728" y="7245"/>
                </a:cubicBezTo>
                <a:cubicBezTo>
                  <a:pt x="6050" y="6727"/>
                  <a:pt x="6228" y="6031"/>
                  <a:pt x="6228" y="5318"/>
                </a:cubicBezTo>
                <a:cubicBezTo>
                  <a:pt x="6228" y="4586"/>
                  <a:pt x="6050" y="3908"/>
                  <a:pt x="5728" y="3391"/>
                </a:cubicBezTo>
                <a:cubicBezTo>
                  <a:pt x="5675" y="3301"/>
                  <a:pt x="5621" y="3230"/>
                  <a:pt x="5550" y="3159"/>
                </a:cubicBezTo>
                <a:close/>
                <a:moveTo>
                  <a:pt x="3730" y="3141"/>
                </a:moveTo>
                <a:lnTo>
                  <a:pt x="3730" y="7494"/>
                </a:lnTo>
                <a:cubicBezTo>
                  <a:pt x="3070" y="7494"/>
                  <a:pt x="2499" y="6495"/>
                  <a:pt x="2499" y="5318"/>
                </a:cubicBezTo>
                <a:cubicBezTo>
                  <a:pt x="2499" y="4140"/>
                  <a:pt x="3070" y="3141"/>
                  <a:pt x="3730" y="3141"/>
                </a:cubicBezTo>
                <a:close/>
                <a:moveTo>
                  <a:pt x="4355" y="3141"/>
                </a:moveTo>
                <a:cubicBezTo>
                  <a:pt x="5033" y="3141"/>
                  <a:pt x="5603" y="4140"/>
                  <a:pt x="5603" y="5318"/>
                </a:cubicBezTo>
                <a:cubicBezTo>
                  <a:pt x="5603" y="6495"/>
                  <a:pt x="5033" y="7494"/>
                  <a:pt x="4355" y="7494"/>
                </a:cubicBezTo>
                <a:lnTo>
                  <a:pt x="4355" y="3141"/>
                </a:lnTo>
                <a:close/>
                <a:moveTo>
                  <a:pt x="4979" y="8119"/>
                </a:moveTo>
                <a:lnTo>
                  <a:pt x="4979" y="8743"/>
                </a:lnTo>
                <a:lnTo>
                  <a:pt x="3123" y="8743"/>
                </a:lnTo>
                <a:lnTo>
                  <a:pt x="3123" y="8119"/>
                </a:lnTo>
                <a:close/>
                <a:moveTo>
                  <a:pt x="4072" y="0"/>
                </a:moveTo>
                <a:cubicBezTo>
                  <a:pt x="3212" y="0"/>
                  <a:pt x="2499" y="690"/>
                  <a:pt x="2499" y="1553"/>
                </a:cubicBezTo>
                <a:lnTo>
                  <a:pt x="2499" y="2534"/>
                </a:lnTo>
                <a:cubicBezTo>
                  <a:pt x="1089" y="2695"/>
                  <a:pt x="1" y="3872"/>
                  <a:pt x="1" y="5318"/>
                </a:cubicBezTo>
                <a:cubicBezTo>
                  <a:pt x="1" y="6745"/>
                  <a:pt x="1089" y="7940"/>
                  <a:pt x="2499" y="8101"/>
                </a:cubicBezTo>
                <a:lnTo>
                  <a:pt x="2499" y="10617"/>
                </a:lnTo>
                <a:lnTo>
                  <a:pt x="3123" y="10617"/>
                </a:lnTo>
                <a:lnTo>
                  <a:pt x="3123" y="9350"/>
                </a:lnTo>
                <a:lnTo>
                  <a:pt x="3730" y="9350"/>
                </a:lnTo>
                <a:lnTo>
                  <a:pt x="3730" y="10617"/>
                </a:lnTo>
                <a:lnTo>
                  <a:pt x="4355" y="10617"/>
                </a:lnTo>
                <a:lnTo>
                  <a:pt x="4355" y="9350"/>
                </a:lnTo>
                <a:lnTo>
                  <a:pt x="4979" y="9350"/>
                </a:lnTo>
                <a:lnTo>
                  <a:pt x="4979" y="10617"/>
                </a:lnTo>
                <a:lnTo>
                  <a:pt x="5603" y="10617"/>
                </a:lnTo>
                <a:lnTo>
                  <a:pt x="5603" y="8101"/>
                </a:lnTo>
                <a:cubicBezTo>
                  <a:pt x="6995" y="7940"/>
                  <a:pt x="8101" y="6745"/>
                  <a:pt x="8101" y="5318"/>
                </a:cubicBezTo>
                <a:cubicBezTo>
                  <a:pt x="8101" y="3872"/>
                  <a:pt x="6995" y="2695"/>
                  <a:pt x="5603" y="2534"/>
                </a:cubicBezTo>
                <a:lnTo>
                  <a:pt x="5603" y="1589"/>
                </a:lnTo>
                <a:cubicBezTo>
                  <a:pt x="5603" y="732"/>
                  <a:pt x="4943" y="36"/>
                  <a:pt x="4105" y="1"/>
                </a:cubicBezTo>
                <a:cubicBezTo>
                  <a:pt x="4094" y="0"/>
                  <a:pt x="4083" y="0"/>
                  <a:pt x="407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13" name="Google Shape;1713;p118"/>
          <p:cNvGrpSpPr/>
          <p:nvPr/>
        </p:nvGrpSpPr>
        <p:grpSpPr>
          <a:xfrm>
            <a:off x="4763694" y="1845073"/>
            <a:ext cx="326310" cy="286392"/>
            <a:chOff x="4772497" y="1789389"/>
            <a:chExt cx="341543" cy="299761"/>
          </a:xfrm>
        </p:grpSpPr>
        <p:sp>
          <p:nvSpPr>
            <p:cNvPr id="1714" name="Google Shape;1714;p118"/>
            <p:cNvSpPr/>
            <p:nvPr/>
          </p:nvSpPr>
          <p:spPr>
            <a:xfrm>
              <a:off x="4812609" y="1829533"/>
              <a:ext cx="80255" cy="79677"/>
            </a:xfrm>
            <a:custGeom>
              <a:rect b="b" l="l" r="r" t="t"/>
              <a:pathLst>
                <a:path extrusionOk="0" h="2481" w="2499">
                  <a:moveTo>
                    <a:pt x="1249" y="625"/>
                  </a:moveTo>
                  <a:cubicBezTo>
                    <a:pt x="1588" y="625"/>
                    <a:pt x="1874" y="911"/>
                    <a:pt x="1874" y="1250"/>
                  </a:cubicBezTo>
                  <a:cubicBezTo>
                    <a:pt x="1874" y="1589"/>
                    <a:pt x="1588" y="1874"/>
                    <a:pt x="1249" y="1874"/>
                  </a:cubicBezTo>
                  <a:cubicBezTo>
                    <a:pt x="910" y="1874"/>
                    <a:pt x="625" y="1589"/>
                    <a:pt x="625" y="1250"/>
                  </a:cubicBezTo>
                  <a:cubicBezTo>
                    <a:pt x="625" y="911"/>
                    <a:pt x="910" y="625"/>
                    <a:pt x="1249" y="625"/>
                  </a:cubicBezTo>
                  <a:close/>
                  <a:moveTo>
                    <a:pt x="1249" y="1"/>
                  </a:moveTo>
                  <a:cubicBezTo>
                    <a:pt x="553" y="1"/>
                    <a:pt x="0" y="554"/>
                    <a:pt x="0" y="1250"/>
                  </a:cubicBezTo>
                  <a:cubicBezTo>
                    <a:pt x="0" y="1928"/>
                    <a:pt x="553" y="2481"/>
                    <a:pt x="1249" y="2481"/>
                  </a:cubicBezTo>
                  <a:cubicBezTo>
                    <a:pt x="1927" y="2481"/>
                    <a:pt x="2498" y="1928"/>
                    <a:pt x="2498" y="1250"/>
                  </a:cubicBezTo>
                  <a:cubicBezTo>
                    <a:pt x="2498" y="554"/>
                    <a:pt x="1927" y="1"/>
                    <a:pt x="12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 name="Google Shape;1715;p118"/>
            <p:cNvSpPr/>
            <p:nvPr/>
          </p:nvSpPr>
          <p:spPr>
            <a:xfrm>
              <a:off x="4772497" y="1789389"/>
              <a:ext cx="341543" cy="220116"/>
            </a:xfrm>
            <a:custGeom>
              <a:rect b="b" l="l" r="r" t="t"/>
              <a:pathLst>
                <a:path extrusionOk="0" h="6854" w="10635">
                  <a:moveTo>
                    <a:pt x="2498" y="626"/>
                  </a:moveTo>
                  <a:cubicBezTo>
                    <a:pt x="3533" y="626"/>
                    <a:pt x="4354" y="1465"/>
                    <a:pt x="4354" y="2500"/>
                  </a:cubicBezTo>
                  <a:cubicBezTo>
                    <a:pt x="4354" y="3517"/>
                    <a:pt x="3533" y="4355"/>
                    <a:pt x="2498" y="4355"/>
                  </a:cubicBezTo>
                  <a:cubicBezTo>
                    <a:pt x="1463" y="4355"/>
                    <a:pt x="625" y="3517"/>
                    <a:pt x="625" y="2500"/>
                  </a:cubicBezTo>
                  <a:cubicBezTo>
                    <a:pt x="625" y="1465"/>
                    <a:pt x="1463" y="626"/>
                    <a:pt x="2498" y="626"/>
                  </a:cubicBezTo>
                  <a:close/>
                  <a:moveTo>
                    <a:pt x="8136" y="626"/>
                  </a:moveTo>
                  <a:cubicBezTo>
                    <a:pt x="9171" y="626"/>
                    <a:pt x="10010" y="1465"/>
                    <a:pt x="10010" y="2500"/>
                  </a:cubicBezTo>
                  <a:cubicBezTo>
                    <a:pt x="10010" y="3517"/>
                    <a:pt x="9171" y="4355"/>
                    <a:pt x="8136" y="4355"/>
                  </a:cubicBezTo>
                  <a:cubicBezTo>
                    <a:pt x="7102" y="4355"/>
                    <a:pt x="6263" y="3517"/>
                    <a:pt x="6263" y="2500"/>
                  </a:cubicBezTo>
                  <a:cubicBezTo>
                    <a:pt x="6263" y="1465"/>
                    <a:pt x="7102" y="626"/>
                    <a:pt x="8136" y="626"/>
                  </a:cubicBezTo>
                  <a:close/>
                  <a:moveTo>
                    <a:pt x="10010" y="4980"/>
                  </a:moveTo>
                  <a:lnTo>
                    <a:pt x="10010" y="5604"/>
                  </a:lnTo>
                  <a:lnTo>
                    <a:pt x="8761" y="5604"/>
                  </a:lnTo>
                  <a:lnTo>
                    <a:pt x="8761" y="6229"/>
                  </a:lnTo>
                  <a:lnTo>
                    <a:pt x="8136" y="6229"/>
                  </a:lnTo>
                  <a:lnTo>
                    <a:pt x="8136" y="5604"/>
                  </a:lnTo>
                  <a:lnTo>
                    <a:pt x="2498" y="5604"/>
                  </a:lnTo>
                  <a:lnTo>
                    <a:pt x="2498" y="6229"/>
                  </a:lnTo>
                  <a:lnTo>
                    <a:pt x="1874" y="6229"/>
                  </a:lnTo>
                  <a:lnTo>
                    <a:pt x="1874" y="5604"/>
                  </a:lnTo>
                  <a:lnTo>
                    <a:pt x="625" y="5604"/>
                  </a:lnTo>
                  <a:lnTo>
                    <a:pt x="625" y="4980"/>
                  </a:lnTo>
                  <a:close/>
                  <a:moveTo>
                    <a:pt x="2492" y="0"/>
                  </a:moveTo>
                  <a:cubicBezTo>
                    <a:pt x="1125" y="0"/>
                    <a:pt x="0" y="1122"/>
                    <a:pt x="0" y="2500"/>
                  </a:cubicBezTo>
                  <a:cubicBezTo>
                    <a:pt x="0" y="3231"/>
                    <a:pt x="339" y="3909"/>
                    <a:pt x="857" y="4355"/>
                  </a:cubicBezTo>
                  <a:lnTo>
                    <a:pt x="0" y="4355"/>
                  </a:lnTo>
                  <a:lnTo>
                    <a:pt x="0" y="6229"/>
                  </a:lnTo>
                  <a:lnTo>
                    <a:pt x="1249" y="6229"/>
                  </a:lnTo>
                  <a:lnTo>
                    <a:pt x="1249" y="6853"/>
                  </a:lnTo>
                  <a:lnTo>
                    <a:pt x="3123" y="6853"/>
                  </a:lnTo>
                  <a:lnTo>
                    <a:pt x="3123" y="6229"/>
                  </a:lnTo>
                  <a:lnTo>
                    <a:pt x="7512" y="6229"/>
                  </a:lnTo>
                  <a:lnTo>
                    <a:pt x="7512" y="6853"/>
                  </a:lnTo>
                  <a:lnTo>
                    <a:pt x="9385" y="6853"/>
                  </a:lnTo>
                  <a:lnTo>
                    <a:pt x="9385" y="6229"/>
                  </a:lnTo>
                  <a:lnTo>
                    <a:pt x="10617" y="6229"/>
                  </a:lnTo>
                  <a:lnTo>
                    <a:pt x="10617" y="4355"/>
                  </a:lnTo>
                  <a:lnTo>
                    <a:pt x="9778" y="4355"/>
                  </a:lnTo>
                  <a:cubicBezTo>
                    <a:pt x="10295" y="3909"/>
                    <a:pt x="10634" y="3231"/>
                    <a:pt x="10617" y="2482"/>
                  </a:cubicBezTo>
                  <a:cubicBezTo>
                    <a:pt x="10617" y="1162"/>
                    <a:pt x="9564" y="55"/>
                    <a:pt x="8226" y="2"/>
                  </a:cubicBezTo>
                  <a:cubicBezTo>
                    <a:pt x="8194" y="1"/>
                    <a:pt x="8162" y="0"/>
                    <a:pt x="8130" y="0"/>
                  </a:cubicBezTo>
                  <a:cubicBezTo>
                    <a:pt x="6764" y="0"/>
                    <a:pt x="5656" y="1122"/>
                    <a:pt x="5656" y="2500"/>
                  </a:cubicBezTo>
                  <a:cubicBezTo>
                    <a:pt x="5656" y="3231"/>
                    <a:pt x="5977" y="3909"/>
                    <a:pt x="6495" y="4355"/>
                  </a:cubicBezTo>
                  <a:lnTo>
                    <a:pt x="4140" y="4355"/>
                  </a:lnTo>
                  <a:cubicBezTo>
                    <a:pt x="4657" y="3909"/>
                    <a:pt x="4978" y="3231"/>
                    <a:pt x="4978" y="2482"/>
                  </a:cubicBezTo>
                  <a:cubicBezTo>
                    <a:pt x="4978" y="1162"/>
                    <a:pt x="3926" y="55"/>
                    <a:pt x="2587" y="2"/>
                  </a:cubicBezTo>
                  <a:cubicBezTo>
                    <a:pt x="2555" y="1"/>
                    <a:pt x="2524" y="0"/>
                    <a:pt x="249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 name="Google Shape;1716;p118"/>
            <p:cNvSpPr/>
            <p:nvPr/>
          </p:nvSpPr>
          <p:spPr>
            <a:xfrm>
              <a:off x="4993673" y="1829533"/>
              <a:ext cx="80255" cy="79677"/>
            </a:xfrm>
            <a:custGeom>
              <a:rect b="b" l="l" r="r" t="t"/>
              <a:pathLst>
                <a:path extrusionOk="0" h="2481" w="2499">
                  <a:moveTo>
                    <a:pt x="1249" y="625"/>
                  </a:moveTo>
                  <a:cubicBezTo>
                    <a:pt x="1588" y="625"/>
                    <a:pt x="1874" y="911"/>
                    <a:pt x="1874" y="1250"/>
                  </a:cubicBezTo>
                  <a:cubicBezTo>
                    <a:pt x="1874" y="1589"/>
                    <a:pt x="1588" y="1874"/>
                    <a:pt x="1249" y="1874"/>
                  </a:cubicBezTo>
                  <a:cubicBezTo>
                    <a:pt x="910" y="1874"/>
                    <a:pt x="625" y="1589"/>
                    <a:pt x="625" y="1250"/>
                  </a:cubicBezTo>
                  <a:cubicBezTo>
                    <a:pt x="625" y="911"/>
                    <a:pt x="910" y="625"/>
                    <a:pt x="1249" y="625"/>
                  </a:cubicBezTo>
                  <a:close/>
                  <a:moveTo>
                    <a:pt x="1249" y="1"/>
                  </a:moveTo>
                  <a:cubicBezTo>
                    <a:pt x="571" y="1"/>
                    <a:pt x="0" y="554"/>
                    <a:pt x="0" y="1250"/>
                  </a:cubicBezTo>
                  <a:cubicBezTo>
                    <a:pt x="0" y="1928"/>
                    <a:pt x="571" y="2481"/>
                    <a:pt x="1249" y="2481"/>
                  </a:cubicBezTo>
                  <a:cubicBezTo>
                    <a:pt x="1927" y="2481"/>
                    <a:pt x="2498" y="1928"/>
                    <a:pt x="2498" y="1250"/>
                  </a:cubicBezTo>
                  <a:cubicBezTo>
                    <a:pt x="2498" y="554"/>
                    <a:pt x="1927" y="1"/>
                    <a:pt x="12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 name="Google Shape;1717;p118"/>
            <p:cNvSpPr/>
            <p:nvPr/>
          </p:nvSpPr>
          <p:spPr>
            <a:xfrm>
              <a:off x="4793115" y="2029513"/>
              <a:ext cx="299729" cy="20104"/>
            </a:xfrm>
            <a:custGeom>
              <a:rect b="b" l="l" r="r" t="t"/>
              <a:pathLst>
                <a:path extrusionOk="0" h="626" w="9333">
                  <a:moveTo>
                    <a:pt x="0" y="1"/>
                  </a:moveTo>
                  <a:lnTo>
                    <a:pt x="0" y="625"/>
                  </a:lnTo>
                  <a:lnTo>
                    <a:pt x="9332" y="625"/>
                  </a:lnTo>
                  <a:lnTo>
                    <a:pt x="9332"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8" name="Google Shape;1718;p118"/>
            <p:cNvSpPr/>
            <p:nvPr/>
          </p:nvSpPr>
          <p:spPr>
            <a:xfrm>
              <a:off x="4793115" y="2069079"/>
              <a:ext cx="299729" cy="20072"/>
            </a:xfrm>
            <a:custGeom>
              <a:rect b="b" l="l" r="r" t="t"/>
              <a:pathLst>
                <a:path extrusionOk="0" h="625" w="9333">
                  <a:moveTo>
                    <a:pt x="0" y="0"/>
                  </a:moveTo>
                  <a:lnTo>
                    <a:pt x="0" y="625"/>
                  </a:lnTo>
                  <a:lnTo>
                    <a:pt x="9332" y="625"/>
                  </a:lnTo>
                  <a:lnTo>
                    <a:pt x="933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19" name="Google Shape;1719;p118"/>
          <p:cNvGrpSpPr/>
          <p:nvPr/>
        </p:nvGrpSpPr>
        <p:grpSpPr>
          <a:xfrm>
            <a:off x="6221582" y="1825406"/>
            <a:ext cx="248560" cy="325758"/>
            <a:chOff x="6298441" y="1768803"/>
            <a:chExt cx="260164" cy="340965"/>
          </a:xfrm>
        </p:grpSpPr>
        <p:sp>
          <p:nvSpPr>
            <p:cNvPr id="1720" name="Google Shape;1720;p118"/>
            <p:cNvSpPr/>
            <p:nvPr/>
          </p:nvSpPr>
          <p:spPr>
            <a:xfrm>
              <a:off x="6298441" y="1969940"/>
              <a:ext cx="260164" cy="139829"/>
            </a:xfrm>
            <a:custGeom>
              <a:rect b="b" l="l" r="r" t="t"/>
              <a:pathLst>
                <a:path extrusionOk="0" h="4354" w="8101">
                  <a:moveTo>
                    <a:pt x="4550" y="625"/>
                  </a:moveTo>
                  <a:lnTo>
                    <a:pt x="4050" y="1124"/>
                  </a:lnTo>
                  <a:lnTo>
                    <a:pt x="3551" y="625"/>
                  </a:lnTo>
                  <a:close/>
                  <a:moveTo>
                    <a:pt x="2677" y="625"/>
                  </a:moveTo>
                  <a:lnTo>
                    <a:pt x="3604" y="1553"/>
                  </a:lnTo>
                  <a:lnTo>
                    <a:pt x="2677" y="2498"/>
                  </a:lnTo>
                  <a:lnTo>
                    <a:pt x="1249" y="2498"/>
                  </a:lnTo>
                  <a:lnTo>
                    <a:pt x="1249" y="3123"/>
                  </a:lnTo>
                  <a:lnTo>
                    <a:pt x="2498" y="3123"/>
                  </a:lnTo>
                  <a:lnTo>
                    <a:pt x="2498" y="3729"/>
                  </a:lnTo>
                  <a:lnTo>
                    <a:pt x="625" y="3729"/>
                  </a:lnTo>
                  <a:lnTo>
                    <a:pt x="625" y="1553"/>
                  </a:lnTo>
                  <a:cubicBezTo>
                    <a:pt x="625" y="1053"/>
                    <a:pt x="1053" y="625"/>
                    <a:pt x="1570" y="625"/>
                  </a:cubicBezTo>
                  <a:close/>
                  <a:moveTo>
                    <a:pt x="6531" y="625"/>
                  </a:moveTo>
                  <a:cubicBezTo>
                    <a:pt x="7048" y="625"/>
                    <a:pt x="7476" y="1053"/>
                    <a:pt x="7476" y="1553"/>
                  </a:cubicBezTo>
                  <a:lnTo>
                    <a:pt x="7476" y="3729"/>
                  </a:lnTo>
                  <a:lnTo>
                    <a:pt x="3123" y="3729"/>
                  </a:lnTo>
                  <a:lnTo>
                    <a:pt x="3123" y="3123"/>
                  </a:lnTo>
                  <a:lnTo>
                    <a:pt x="4354" y="3123"/>
                  </a:lnTo>
                  <a:lnTo>
                    <a:pt x="4354" y="2498"/>
                  </a:lnTo>
                  <a:lnTo>
                    <a:pt x="3551" y="2498"/>
                  </a:lnTo>
                  <a:lnTo>
                    <a:pt x="5424" y="625"/>
                  </a:lnTo>
                  <a:close/>
                  <a:moveTo>
                    <a:pt x="1570" y="0"/>
                  </a:moveTo>
                  <a:cubicBezTo>
                    <a:pt x="696" y="0"/>
                    <a:pt x="0" y="696"/>
                    <a:pt x="0" y="1553"/>
                  </a:cubicBezTo>
                  <a:lnTo>
                    <a:pt x="0" y="4354"/>
                  </a:lnTo>
                  <a:lnTo>
                    <a:pt x="8101" y="4354"/>
                  </a:lnTo>
                  <a:lnTo>
                    <a:pt x="8101" y="1553"/>
                  </a:lnTo>
                  <a:cubicBezTo>
                    <a:pt x="8101" y="696"/>
                    <a:pt x="7405" y="0"/>
                    <a:pt x="653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 name="Google Shape;1721;p118"/>
            <p:cNvSpPr/>
            <p:nvPr/>
          </p:nvSpPr>
          <p:spPr>
            <a:xfrm>
              <a:off x="6378664" y="1768803"/>
              <a:ext cx="99717" cy="201168"/>
            </a:xfrm>
            <a:custGeom>
              <a:rect b="b" l="l" r="r" t="t"/>
              <a:pathLst>
                <a:path extrusionOk="0" h="6264" w="3105">
                  <a:moveTo>
                    <a:pt x="1552" y="625"/>
                  </a:moveTo>
                  <a:cubicBezTo>
                    <a:pt x="1731" y="625"/>
                    <a:pt x="1856" y="768"/>
                    <a:pt x="1856" y="946"/>
                  </a:cubicBezTo>
                  <a:cubicBezTo>
                    <a:pt x="1856" y="1107"/>
                    <a:pt x="1731" y="1249"/>
                    <a:pt x="1552" y="1249"/>
                  </a:cubicBezTo>
                  <a:cubicBezTo>
                    <a:pt x="1374" y="1249"/>
                    <a:pt x="1249" y="1107"/>
                    <a:pt x="1249" y="946"/>
                  </a:cubicBezTo>
                  <a:cubicBezTo>
                    <a:pt x="1249" y="768"/>
                    <a:pt x="1374" y="625"/>
                    <a:pt x="1552" y="625"/>
                  </a:cubicBezTo>
                  <a:close/>
                  <a:moveTo>
                    <a:pt x="1249" y="1928"/>
                  </a:moveTo>
                  <a:lnTo>
                    <a:pt x="1249" y="2177"/>
                  </a:lnTo>
                  <a:lnTo>
                    <a:pt x="1249" y="2802"/>
                  </a:lnTo>
                  <a:cubicBezTo>
                    <a:pt x="1249" y="2980"/>
                    <a:pt x="1106" y="3123"/>
                    <a:pt x="928" y="3123"/>
                  </a:cubicBezTo>
                  <a:lnTo>
                    <a:pt x="625" y="3123"/>
                  </a:lnTo>
                  <a:lnTo>
                    <a:pt x="625" y="2802"/>
                  </a:lnTo>
                  <a:cubicBezTo>
                    <a:pt x="625" y="2391"/>
                    <a:pt x="874" y="2052"/>
                    <a:pt x="1249" y="1928"/>
                  </a:cubicBezTo>
                  <a:close/>
                  <a:moveTo>
                    <a:pt x="1856" y="1928"/>
                  </a:moveTo>
                  <a:cubicBezTo>
                    <a:pt x="2230" y="2052"/>
                    <a:pt x="2480" y="2391"/>
                    <a:pt x="2480" y="2802"/>
                  </a:cubicBezTo>
                  <a:lnTo>
                    <a:pt x="2480" y="3123"/>
                  </a:lnTo>
                  <a:lnTo>
                    <a:pt x="2177" y="3123"/>
                  </a:lnTo>
                  <a:cubicBezTo>
                    <a:pt x="1998" y="3123"/>
                    <a:pt x="1856" y="2980"/>
                    <a:pt x="1856" y="2802"/>
                  </a:cubicBezTo>
                  <a:lnTo>
                    <a:pt x="1856" y="2177"/>
                  </a:lnTo>
                  <a:lnTo>
                    <a:pt x="1856" y="1928"/>
                  </a:lnTo>
                  <a:close/>
                  <a:moveTo>
                    <a:pt x="1552" y="3498"/>
                  </a:moveTo>
                  <a:cubicBezTo>
                    <a:pt x="1713" y="3640"/>
                    <a:pt x="1927" y="3730"/>
                    <a:pt x="2177" y="3730"/>
                  </a:cubicBezTo>
                  <a:lnTo>
                    <a:pt x="2480" y="3730"/>
                  </a:lnTo>
                  <a:lnTo>
                    <a:pt x="2480" y="4711"/>
                  </a:lnTo>
                  <a:cubicBezTo>
                    <a:pt x="2480" y="5225"/>
                    <a:pt x="2068" y="5641"/>
                    <a:pt x="1561" y="5641"/>
                  </a:cubicBezTo>
                  <a:cubicBezTo>
                    <a:pt x="1541" y="5641"/>
                    <a:pt x="1520" y="5640"/>
                    <a:pt x="1499" y="5639"/>
                  </a:cubicBezTo>
                  <a:cubicBezTo>
                    <a:pt x="1017" y="5621"/>
                    <a:pt x="625" y="5175"/>
                    <a:pt x="625" y="4693"/>
                  </a:cubicBezTo>
                  <a:lnTo>
                    <a:pt x="625" y="3730"/>
                  </a:lnTo>
                  <a:lnTo>
                    <a:pt x="928" y="3730"/>
                  </a:lnTo>
                  <a:cubicBezTo>
                    <a:pt x="1160" y="3730"/>
                    <a:pt x="1392" y="3640"/>
                    <a:pt x="1552" y="3498"/>
                  </a:cubicBezTo>
                  <a:close/>
                  <a:moveTo>
                    <a:pt x="1552" y="1"/>
                  </a:moveTo>
                  <a:cubicBezTo>
                    <a:pt x="1035" y="1"/>
                    <a:pt x="625" y="429"/>
                    <a:pt x="625" y="946"/>
                  </a:cubicBezTo>
                  <a:cubicBezTo>
                    <a:pt x="625" y="1125"/>
                    <a:pt x="678" y="1303"/>
                    <a:pt x="785" y="1464"/>
                  </a:cubicBezTo>
                  <a:cubicBezTo>
                    <a:pt x="303" y="1731"/>
                    <a:pt x="0" y="2231"/>
                    <a:pt x="0" y="2802"/>
                  </a:cubicBezTo>
                  <a:lnTo>
                    <a:pt x="0" y="4711"/>
                  </a:lnTo>
                  <a:cubicBezTo>
                    <a:pt x="0" y="5567"/>
                    <a:pt x="696" y="6263"/>
                    <a:pt x="1552" y="6263"/>
                  </a:cubicBezTo>
                  <a:cubicBezTo>
                    <a:pt x="2409" y="6263"/>
                    <a:pt x="3105" y="5567"/>
                    <a:pt x="3105" y="4711"/>
                  </a:cubicBezTo>
                  <a:lnTo>
                    <a:pt x="3105" y="2802"/>
                  </a:lnTo>
                  <a:cubicBezTo>
                    <a:pt x="3105" y="2231"/>
                    <a:pt x="2801" y="1731"/>
                    <a:pt x="2320" y="1464"/>
                  </a:cubicBezTo>
                  <a:cubicBezTo>
                    <a:pt x="2427" y="1303"/>
                    <a:pt x="2480" y="1125"/>
                    <a:pt x="2480" y="946"/>
                  </a:cubicBezTo>
                  <a:cubicBezTo>
                    <a:pt x="2480" y="429"/>
                    <a:pt x="2070" y="1"/>
                    <a:pt x="155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22" name="Google Shape;1722;p118"/>
          <p:cNvGrpSpPr/>
          <p:nvPr/>
        </p:nvGrpSpPr>
        <p:grpSpPr>
          <a:xfrm>
            <a:off x="5492899" y="1825406"/>
            <a:ext cx="286361" cy="325758"/>
            <a:chOff x="5535742" y="1768803"/>
            <a:chExt cx="299729" cy="340965"/>
          </a:xfrm>
        </p:grpSpPr>
        <p:sp>
          <p:nvSpPr>
            <p:cNvPr id="1723" name="Google Shape;1723;p118"/>
            <p:cNvSpPr/>
            <p:nvPr/>
          </p:nvSpPr>
          <p:spPr>
            <a:xfrm>
              <a:off x="5535742" y="1989979"/>
              <a:ext cx="299729" cy="119789"/>
            </a:xfrm>
            <a:custGeom>
              <a:rect b="b" l="l" r="r" t="t"/>
              <a:pathLst>
                <a:path extrusionOk="0" h="3730" w="9333">
                  <a:moveTo>
                    <a:pt x="1321" y="661"/>
                  </a:moveTo>
                  <a:lnTo>
                    <a:pt x="1803" y="3105"/>
                  </a:lnTo>
                  <a:lnTo>
                    <a:pt x="625" y="3105"/>
                  </a:lnTo>
                  <a:lnTo>
                    <a:pt x="625" y="1553"/>
                  </a:lnTo>
                  <a:cubicBezTo>
                    <a:pt x="625" y="1125"/>
                    <a:pt x="928" y="768"/>
                    <a:pt x="1321" y="661"/>
                  </a:cubicBezTo>
                  <a:close/>
                  <a:moveTo>
                    <a:pt x="7405" y="625"/>
                  </a:moveTo>
                  <a:lnTo>
                    <a:pt x="6906" y="3105"/>
                  </a:lnTo>
                  <a:lnTo>
                    <a:pt x="2445" y="3105"/>
                  </a:lnTo>
                  <a:lnTo>
                    <a:pt x="1945" y="625"/>
                  </a:lnTo>
                  <a:lnTo>
                    <a:pt x="4229" y="625"/>
                  </a:lnTo>
                  <a:lnTo>
                    <a:pt x="3605" y="2392"/>
                  </a:lnTo>
                  <a:lnTo>
                    <a:pt x="4194" y="2588"/>
                  </a:lnTo>
                  <a:lnTo>
                    <a:pt x="4675" y="1232"/>
                  </a:lnTo>
                  <a:lnTo>
                    <a:pt x="5157" y="2588"/>
                  </a:lnTo>
                  <a:lnTo>
                    <a:pt x="5746" y="2392"/>
                  </a:lnTo>
                  <a:lnTo>
                    <a:pt x="5121" y="625"/>
                  </a:lnTo>
                  <a:close/>
                  <a:moveTo>
                    <a:pt x="8030" y="661"/>
                  </a:moveTo>
                  <a:cubicBezTo>
                    <a:pt x="8422" y="768"/>
                    <a:pt x="8726" y="1125"/>
                    <a:pt x="8726" y="1553"/>
                  </a:cubicBezTo>
                  <a:lnTo>
                    <a:pt x="8726" y="3105"/>
                  </a:lnTo>
                  <a:lnTo>
                    <a:pt x="7548" y="3105"/>
                  </a:lnTo>
                  <a:lnTo>
                    <a:pt x="8030" y="661"/>
                  </a:lnTo>
                  <a:close/>
                  <a:moveTo>
                    <a:pt x="1571" y="1"/>
                  </a:moveTo>
                  <a:cubicBezTo>
                    <a:pt x="696" y="1"/>
                    <a:pt x="1" y="697"/>
                    <a:pt x="1" y="1553"/>
                  </a:cubicBezTo>
                  <a:lnTo>
                    <a:pt x="1" y="3730"/>
                  </a:lnTo>
                  <a:lnTo>
                    <a:pt x="9332" y="3730"/>
                  </a:lnTo>
                  <a:lnTo>
                    <a:pt x="9332" y="1553"/>
                  </a:lnTo>
                  <a:cubicBezTo>
                    <a:pt x="9332" y="697"/>
                    <a:pt x="8636" y="1"/>
                    <a:pt x="77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 name="Google Shape;1724;p118"/>
            <p:cNvSpPr/>
            <p:nvPr/>
          </p:nvSpPr>
          <p:spPr>
            <a:xfrm>
              <a:off x="5575854" y="1768803"/>
              <a:ext cx="220084" cy="221272"/>
            </a:xfrm>
            <a:custGeom>
              <a:rect b="b" l="l" r="r" t="t"/>
              <a:pathLst>
                <a:path extrusionOk="0" h="6890" w="6853">
                  <a:moveTo>
                    <a:pt x="4069" y="625"/>
                  </a:moveTo>
                  <a:lnTo>
                    <a:pt x="4318" y="3123"/>
                  </a:lnTo>
                  <a:lnTo>
                    <a:pt x="2516" y="3123"/>
                  </a:lnTo>
                  <a:lnTo>
                    <a:pt x="2766" y="625"/>
                  </a:lnTo>
                  <a:close/>
                  <a:moveTo>
                    <a:pt x="4354" y="3730"/>
                  </a:moveTo>
                  <a:lnTo>
                    <a:pt x="4354" y="5335"/>
                  </a:lnTo>
                  <a:cubicBezTo>
                    <a:pt x="4354" y="5850"/>
                    <a:pt x="3942" y="6265"/>
                    <a:pt x="3435" y="6265"/>
                  </a:cubicBezTo>
                  <a:cubicBezTo>
                    <a:pt x="3414" y="6265"/>
                    <a:pt x="3394" y="6265"/>
                    <a:pt x="3373" y="6263"/>
                  </a:cubicBezTo>
                  <a:cubicBezTo>
                    <a:pt x="2891" y="6245"/>
                    <a:pt x="2499" y="5799"/>
                    <a:pt x="2499" y="5318"/>
                  </a:cubicBezTo>
                  <a:lnTo>
                    <a:pt x="2499" y="3730"/>
                  </a:lnTo>
                  <a:close/>
                  <a:moveTo>
                    <a:pt x="2213" y="1"/>
                  </a:moveTo>
                  <a:lnTo>
                    <a:pt x="1892" y="3123"/>
                  </a:lnTo>
                  <a:lnTo>
                    <a:pt x="1" y="3123"/>
                  </a:lnTo>
                  <a:lnTo>
                    <a:pt x="1" y="3730"/>
                  </a:lnTo>
                  <a:lnTo>
                    <a:pt x="1874" y="3730"/>
                  </a:lnTo>
                  <a:lnTo>
                    <a:pt x="1874" y="5318"/>
                  </a:lnTo>
                  <a:cubicBezTo>
                    <a:pt x="1874" y="6156"/>
                    <a:pt x="2534" y="6852"/>
                    <a:pt x="3373" y="6888"/>
                  </a:cubicBezTo>
                  <a:cubicBezTo>
                    <a:pt x="3394" y="6889"/>
                    <a:pt x="3415" y="6889"/>
                    <a:pt x="3436" y="6889"/>
                  </a:cubicBezTo>
                  <a:cubicBezTo>
                    <a:pt x="4282" y="6889"/>
                    <a:pt x="4979" y="6189"/>
                    <a:pt x="4979" y="5335"/>
                  </a:cubicBezTo>
                  <a:lnTo>
                    <a:pt x="4979" y="3730"/>
                  </a:lnTo>
                  <a:lnTo>
                    <a:pt x="6852" y="3730"/>
                  </a:lnTo>
                  <a:lnTo>
                    <a:pt x="6852" y="3123"/>
                  </a:lnTo>
                  <a:lnTo>
                    <a:pt x="4943" y="3123"/>
                  </a:lnTo>
                  <a:lnTo>
                    <a:pt x="464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25" name="Google Shape;1725;p118"/>
          <p:cNvGrpSpPr/>
          <p:nvPr/>
        </p:nvGrpSpPr>
        <p:grpSpPr>
          <a:xfrm>
            <a:off x="3364381" y="1825406"/>
            <a:ext cx="286361" cy="325758"/>
            <a:chOff x="3307860" y="1768803"/>
            <a:chExt cx="299729" cy="340965"/>
          </a:xfrm>
        </p:grpSpPr>
        <p:sp>
          <p:nvSpPr>
            <p:cNvPr id="1726" name="Google Shape;1726;p118"/>
            <p:cNvSpPr/>
            <p:nvPr/>
          </p:nvSpPr>
          <p:spPr>
            <a:xfrm>
              <a:off x="3408123" y="1768803"/>
              <a:ext cx="99749" cy="221208"/>
            </a:xfrm>
            <a:custGeom>
              <a:rect b="b" l="l" r="r" t="t"/>
              <a:pathLst>
                <a:path extrusionOk="0" h="6888" w="3106">
                  <a:moveTo>
                    <a:pt x="1553" y="625"/>
                  </a:moveTo>
                  <a:cubicBezTo>
                    <a:pt x="1714" y="625"/>
                    <a:pt x="1856" y="768"/>
                    <a:pt x="1856" y="946"/>
                  </a:cubicBezTo>
                  <a:lnTo>
                    <a:pt x="1856" y="1285"/>
                  </a:lnTo>
                  <a:cubicBezTo>
                    <a:pt x="1767" y="1267"/>
                    <a:pt x="1660" y="1249"/>
                    <a:pt x="1553" y="1249"/>
                  </a:cubicBezTo>
                  <a:cubicBezTo>
                    <a:pt x="1446" y="1249"/>
                    <a:pt x="1339" y="1267"/>
                    <a:pt x="1232" y="1285"/>
                  </a:cubicBezTo>
                  <a:lnTo>
                    <a:pt x="1232" y="946"/>
                  </a:lnTo>
                  <a:cubicBezTo>
                    <a:pt x="1232" y="768"/>
                    <a:pt x="1375" y="625"/>
                    <a:pt x="1553" y="625"/>
                  </a:cubicBezTo>
                  <a:close/>
                  <a:moveTo>
                    <a:pt x="1544" y="1872"/>
                  </a:moveTo>
                  <a:cubicBezTo>
                    <a:pt x="1565" y="1872"/>
                    <a:pt x="1586" y="1873"/>
                    <a:pt x="1607" y="1874"/>
                  </a:cubicBezTo>
                  <a:cubicBezTo>
                    <a:pt x="2088" y="1892"/>
                    <a:pt x="2481" y="2338"/>
                    <a:pt x="2481" y="2820"/>
                  </a:cubicBezTo>
                  <a:lnTo>
                    <a:pt x="2481" y="3123"/>
                  </a:lnTo>
                  <a:lnTo>
                    <a:pt x="625" y="3123"/>
                  </a:lnTo>
                  <a:lnTo>
                    <a:pt x="625" y="2802"/>
                  </a:lnTo>
                  <a:cubicBezTo>
                    <a:pt x="625" y="2287"/>
                    <a:pt x="1037" y="1872"/>
                    <a:pt x="1544" y="1872"/>
                  </a:cubicBezTo>
                  <a:close/>
                  <a:moveTo>
                    <a:pt x="2481" y="3730"/>
                  </a:moveTo>
                  <a:lnTo>
                    <a:pt x="2481" y="5264"/>
                  </a:lnTo>
                  <a:cubicBezTo>
                    <a:pt x="2481" y="5764"/>
                    <a:pt x="2160" y="6174"/>
                    <a:pt x="1714" y="6245"/>
                  </a:cubicBezTo>
                  <a:cubicBezTo>
                    <a:pt x="1654" y="6256"/>
                    <a:pt x="1596" y="6261"/>
                    <a:pt x="1540" y="6261"/>
                  </a:cubicBezTo>
                  <a:cubicBezTo>
                    <a:pt x="1017" y="6261"/>
                    <a:pt x="625" y="5834"/>
                    <a:pt x="625" y="5335"/>
                  </a:cubicBezTo>
                  <a:lnTo>
                    <a:pt x="625" y="3730"/>
                  </a:lnTo>
                  <a:close/>
                  <a:moveTo>
                    <a:pt x="1553" y="1"/>
                  </a:moveTo>
                  <a:cubicBezTo>
                    <a:pt x="1036" y="1"/>
                    <a:pt x="625" y="429"/>
                    <a:pt x="625" y="946"/>
                  </a:cubicBezTo>
                  <a:lnTo>
                    <a:pt x="625" y="1553"/>
                  </a:lnTo>
                  <a:cubicBezTo>
                    <a:pt x="233" y="1838"/>
                    <a:pt x="1" y="2302"/>
                    <a:pt x="1" y="2802"/>
                  </a:cubicBezTo>
                  <a:lnTo>
                    <a:pt x="1" y="5335"/>
                  </a:lnTo>
                  <a:cubicBezTo>
                    <a:pt x="1" y="6138"/>
                    <a:pt x="625" y="6888"/>
                    <a:pt x="1553" y="6888"/>
                  </a:cubicBezTo>
                  <a:cubicBezTo>
                    <a:pt x="2463" y="6888"/>
                    <a:pt x="3105" y="6121"/>
                    <a:pt x="3105" y="5264"/>
                  </a:cubicBezTo>
                  <a:lnTo>
                    <a:pt x="3105" y="2802"/>
                  </a:lnTo>
                  <a:cubicBezTo>
                    <a:pt x="3105" y="2302"/>
                    <a:pt x="2856" y="1838"/>
                    <a:pt x="2481" y="1553"/>
                  </a:cubicBezTo>
                  <a:lnTo>
                    <a:pt x="2481" y="946"/>
                  </a:lnTo>
                  <a:cubicBezTo>
                    <a:pt x="2481" y="429"/>
                    <a:pt x="2071" y="1"/>
                    <a:pt x="155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 name="Google Shape;1727;p118"/>
            <p:cNvSpPr/>
            <p:nvPr/>
          </p:nvSpPr>
          <p:spPr>
            <a:xfrm>
              <a:off x="3307860" y="1989979"/>
              <a:ext cx="299729" cy="119789"/>
            </a:xfrm>
            <a:custGeom>
              <a:rect b="b" l="l" r="r" t="t"/>
              <a:pathLst>
                <a:path extrusionOk="0" h="3730" w="9333">
                  <a:moveTo>
                    <a:pt x="1874" y="625"/>
                  </a:moveTo>
                  <a:lnTo>
                    <a:pt x="1874" y="929"/>
                  </a:lnTo>
                  <a:cubicBezTo>
                    <a:pt x="1874" y="1446"/>
                    <a:pt x="1463" y="1874"/>
                    <a:pt x="946" y="1874"/>
                  </a:cubicBezTo>
                  <a:lnTo>
                    <a:pt x="625" y="1874"/>
                  </a:lnTo>
                  <a:lnTo>
                    <a:pt x="625" y="1553"/>
                  </a:lnTo>
                  <a:cubicBezTo>
                    <a:pt x="625" y="1036"/>
                    <a:pt x="1053" y="625"/>
                    <a:pt x="1570" y="625"/>
                  </a:cubicBezTo>
                  <a:close/>
                  <a:moveTo>
                    <a:pt x="7780" y="625"/>
                  </a:moveTo>
                  <a:cubicBezTo>
                    <a:pt x="8297" y="625"/>
                    <a:pt x="8725" y="1036"/>
                    <a:pt x="8725" y="1553"/>
                  </a:cubicBezTo>
                  <a:lnTo>
                    <a:pt x="8725" y="1874"/>
                  </a:lnTo>
                  <a:lnTo>
                    <a:pt x="8404" y="1874"/>
                  </a:lnTo>
                  <a:cubicBezTo>
                    <a:pt x="7887" y="1874"/>
                    <a:pt x="7476" y="1446"/>
                    <a:pt x="7476" y="929"/>
                  </a:cubicBezTo>
                  <a:lnTo>
                    <a:pt x="7476" y="625"/>
                  </a:lnTo>
                  <a:close/>
                  <a:moveTo>
                    <a:pt x="4675" y="2499"/>
                  </a:moveTo>
                  <a:cubicBezTo>
                    <a:pt x="5085" y="2499"/>
                    <a:pt x="5425" y="2749"/>
                    <a:pt x="5549" y="3105"/>
                  </a:cubicBezTo>
                  <a:lnTo>
                    <a:pt x="3801" y="3105"/>
                  </a:lnTo>
                  <a:cubicBezTo>
                    <a:pt x="3926" y="2749"/>
                    <a:pt x="4265" y="2499"/>
                    <a:pt x="4675" y="2499"/>
                  </a:cubicBezTo>
                  <a:close/>
                  <a:moveTo>
                    <a:pt x="6852" y="625"/>
                  </a:moveTo>
                  <a:lnTo>
                    <a:pt x="6852" y="1553"/>
                  </a:lnTo>
                  <a:cubicBezTo>
                    <a:pt x="6852" y="2071"/>
                    <a:pt x="7262" y="2499"/>
                    <a:pt x="7780" y="2499"/>
                  </a:cubicBezTo>
                  <a:lnTo>
                    <a:pt x="8725" y="2499"/>
                  </a:lnTo>
                  <a:lnTo>
                    <a:pt x="8725" y="3105"/>
                  </a:lnTo>
                  <a:lnTo>
                    <a:pt x="6192" y="3105"/>
                  </a:lnTo>
                  <a:cubicBezTo>
                    <a:pt x="6049" y="2410"/>
                    <a:pt x="5425" y="1874"/>
                    <a:pt x="4675" y="1874"/>
                  </a:cubicBezTo>
                  <a:cubicBezTo>
                    <a:pt x="3926" y="1874"/>
                    <a:pt x="3301" y="2410"/>
                    <a:pt x="3141" y="3105"/>
                  </a:cubicBezTo>
                  <a:lnTo>
                    <a:pt x="625" y="3105"/>
                  </a:lnTo>
                  <a:lnTo>
                    <a:pt x="625" y="2499"/>
                  </a:lnTo>
                  <a:lnTo>
                    <a:pt x="1570" y="2499"/>
                  </a:lnTo>
                  <a:cubicBezTo>
                    <a:pt x="2070" y="2499"/>
                    <a:pt x="2498" y="2071"/>
                    <a:pt x="2498" y="1553"/>
                  </a:cubicBezTo>
                  <a:lnTo>
                    <a:pt x="2498" y="625"/>
                  </a:lnTo>
                  <a:close/>
                  <a:moveTo>
                    <a:pt x="1570" y="1"/>
                  </a:moveTo>
                  <a:cubicBezTo>
                    <a:pt x="696" y="1"/>
                    <a:pt x="0" y="697"/>
                    <a:pt x="0" y="1553"/>
                  </a:cubicBezTo>
                  <a:lnTo>
                    <a:pt x="0" y="3730"/>
                  </a:lnTo>
                  <a:lnTo>
                    <a:pt x="9332" y="3730"/>
                  </a:lnTo>
                  <a:lnTo>
                    <a:pt x="9332" y="1553"/>
                  </a:lnTo>
                  <a:cubicBezTo>
                    <a:pt x="9332" y="697"/>
                    <a:pt x="8636" y="1"/>
                    <a:pt x="77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28" name="Google Shape;1728;p118"/>
          <p:cNvSpPr/>
          <p:nvPr/>
        </p:nvSpPr>
        <p:spPr>
          <a:xfrm>
            <a:off x="2673387" y="1825350"/>
            <a:ext cx="248590" cy="325756"/>
          </a:xfrm>
          <a:custGeom>
            <a:rect b="b" l="l" r="r" t="t"/>
            <a:pathLst>
              <a:path extrusionOk="0" h="10617" w="8102">
                <a:moveTo>
                  <a:pt x="4997" y="5639"/>
                </a:moveTo>
                <a:lnTo>
                  <a:pt x="4997" y="7512"/>
                </a:lnTo>
                <a:lnTo>
                  <a:pt x="3141" y="7512"/>
                </a:lnTo>
                <a:lnTo>
                  <a:pt x="3141" y="5639"/>
                </a:lnTo>
                <a:lnTo>
                  <a:pt x="3748" y="5639"/>
                </a:lnTo>
                <a:lnTo>
                  <a:pt x="3748" y="6263"/>
                </a:lnTo>
                <a:lnTo>
                  <a:pt x="4372" y="6263"/>
                </a:lnTo>
                <a:lnTo>
                  <a:pt x="4372" y="5639"/>
                </a:lnTo>
                <a:close/>
                <a:moveTo>
                  <a:pt x="4372" y="3176"/>
                </a:moveTo>
                <a:cubicBezTo>
                  <a:pt x="6139" y="3337"/>
                  <a:pt x="7513" y="4818"/>
                  <a:pt x="7495" y="6620"/>
                </a:cubicBezTo>
                <a:cubicBezTo>
                  <a:pt x="7459" y="8458"/>
                  <a:pt x="5996" y="9939"/>
                  <a:pt x="4158" y="9992"/>
                </a:cubicBezTo>
                <a:cubicBezTo>
                  <a:pt x="4126" y="9993"/>
                  <a:pt x="4094" y="9994"/>
                  <a:pt x="4062" y="9994"/>
                </a:cubicBezTo>
                <a:cubicBezTo>
                  <a:pt x="2178" y="9994"/>
                  <a:pt x="643" y="8462"/>
                  <a:pt x="643" y="6584"/>
                </a:cubicBezTo>
                <a:cubicBezTo>
                  <a:pt x="643" y="4800"/>
                  <a:pt x="2017" y="3337"/>
                  <a:pt x="3748" y="3176"/>
                </a:cubicBezTo>
                <a:lnTo>
                  <a:pt x="3748" y="5032"/>
                </a:lnTo>
                <a:lnTo>
                  <a:pt x="2517" y="5032"/>
                </a:lnTo>
                <a:lnTo>
                  <a:pt x="2517" y="8137"/>
                </a:lnTo>
                <a:lnTo>
                  <a:pt x="5621" y="8137"/>
                </a:lnTo>
                <a:lnTo>
                  <a:pt x="5621" y="5032"/>
                </a:lnTo>
                <a:lnTo>
                  <a:pt x="4372" y="5032"/>
                </a:lnTo>
                <a:lnTo>
                  <a:pt x="4372" y="3176"/>
                </a:lnTo>
                <a:close/>
                <a:moveTo>
                  <a:pt x="3748" y="1"/>
                </a:moveTo>
                <a:lnTo>
                  <a:pt x="3748" y="2552"/>
                </a:lnTo>
                <a:cubicBezTo>
                  <a:pt x="1660" y="2713"/>
                  <a:pt x="1" y="4479"/>
                  <a:pt x="19" y="6602"/>
                </a:cubicBezTo>
                <a:cubicBezTo>
                  <a:pt x="37" y="8815"/>
                  <a:pt x="1839" y="10617"/>
                  <a:pt x="4051" y="10617"/>
                </a:cubicBezTo>
                <a:cubicBezTo>
                  <a:pt x="4062" y="10617"/>
                  <a:pt x="4073" y="10617"/>
                  <a:pt x="4084" y="10617"/>
                </a:cubicBezTo>
                <a:cubicBezTo>
                  <a:pt x="6299" y="10617"/>
                  <a:pt x="8101" y="8804"/>
                  <a:pt x="8101" y="6584"/>
                </a:cubicBezTo>
                <a:cubicBezTo>
                  <a:pt x="8101" y="4461"/>
                  <a:pt x="6460" y="2713"/>
                  <a:pt x="4372" y="2552"/>
                </a:cubicBezTo>
                <a:lnTo>
                  <a:pt x="4372"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29" name="Google Shape;1729;p118"/>
          <p:cNvGrpSpPr/>
          <p:nvPr/>
        </p:nvGrpSpPr>
        <p:grpSpPr>
          <a:xfrm>
            <a:off x="1925639" y="1825406"/>
            <a:ext cx="325789" cy="325758"/>
            <a:chOff x="1801956" y="1768803"/>
            <a:chExt cx="340997" cy="340965"/>
          </a:xfrm>
        </p:grpSpPr>
        <p:sp>
          <p:nvSpPr>
            <p:cNvPr id="1730" name="Google Shape;1730;p118"/>
            <p:cNvSpPr/>
            <p:nvPr/>
          </p:nvSpPr>
          <p:spPr>
            <a:xfrm>
              <a:off x="1832915" y="1989401"/>
              <a:ext cx="119789" cy="92299"/>
            </a:xfrm>
            <a:custGeom>
              <a:rect b="b" l="l" r="r" t="t"/>
              <a:pathLst>
                <a:path extrusionOk="0" h="2874" w="3730">
                  <a:moveTo>
                    <a:pt x="2489" y="621"/>
                  </a:moveTo>
                  <a:cubicBezTo>
                    <a:pt x="2570" y="621"/>
                    <a:pt x="2650" y="652"/>
                    <a:pt x="2712" y="715"/>
                  </a:cubicBezTo>
                  <a:cubicBezTo>
                    <a:pt x="2820" y="840"/>
                    <a:pt x="2820" y="1036"/>
                    <a:pt x="2712" y="1161"/>
                  </a:cubicBezTo>
                  <a:lnTo>
                    <a:pt x="1856" y="1999"/>
                  </a:lnTo>
                  <a:lnTo>
                    <a:pt x="1017" y="1161"/>
                  </a:lnTo>
                  <a:cubicBezTo>
                    <a:pt x="892" y="1036"/>
                    <a:pt x="892" y="840"/>
                    <a:pt x="1017" y="715"/>
                  </a:cubicBezTo>
                  <a:cubicBezTo>
                    <a:pt x="1080" y="652"/>
                    <a:pt x="1160" y="621"/>
                    <a:pt x="1240" y="621"/>
                  </a:cubicBezTo>
                  <a:cubicBezTo>
                    <a:pt x="1321" y="621"/>
                    <a:pt x="1401" y="652"/>
                    <a:pt x="1463" y="715"/>
                  </a:cubicBezTo>
                  <a:lnTo>
                    <a:pt x="1856" y="1107"/>
                  </a:lnTo>
                  <a:lnTo>
                    <a:pt x="2266" y="715"/>
                  </a:lnTo>
                  <a:cubicBezTo>
                    <a:pt x="2329" y="652"/>
                    <a:pt x="2409" y="621"/>
                    <a:pt x="2489" y="621"/>
                  </a:cubicBezTo>
                  <a:close/>
                  <a:moveTo>
                    <a:pt x="1249" y="1"/>
                  </a:moveTo>
                  <a:cubicBezTo>
                    <a:pt x="411" y="1"/>
                    <a:pt x="0" y="1000"/>
                    <a:pt x="589" y="1589"/>
                  </a:cubicBezTo>
                  <a:lnTo>
                    <a:pt x="1856" y="2874"/>
                  </a:lnTo>
                  <a:lnTo>
                    <a:pt x="3141" y="1589"/>
                  </a:lnTo>
                  <a:cubicBezTo>
                    <a:pt x="3729" y="1000"/>
                    <a:pt x="3319" y="1"/>
                    <a:pt x="2480" y="1"/>
                  </a:cubicBezTo>
                  <a:cubicBezTo>
                    <a:pt x="2249" y="1"/>
                    <a:pt x="2034" y="90"/>
                    <a:pt x="1856" y="233"/>
                  </a:cubicBezTo>
                  <a:cubicBezTo>
                    <a:pt x="1695" y="90"/>
                    <a:pt x="1481" y="1"/>
                    <a:pt x="12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1" name="Google Shape;1731;p118"/>
            <p:cNvSpPr/>
            <p:nvPr/>
          </p:nvSpPr>
          <p:spPr>
            <a:xfrm>
              <a:off x="1801956" y="1768803"/>
              <a:ext cx="340997" cy="340965"/>
            </a:xfrm>
            <a:custGeom>
              <a:rect b="b" l="l" r="r" t="t"/>
              <a:pathLst>
                <a:path extrusionOk="0" h="10617" w="10618">
                  <a:moveTo>
                    <a:pt x="3444" y="3141"/>
                  </a:moveTo>
                  <a:cubicBezTo>
                    <a:pt x="3962" y="3141"/>
                    <a:pt x="4390" y="3551"/>
                    <a:pt x="4390" y="4069"/>
                  </a:cubicBezTo>
                  <a:lnTo>
                    <a:pt x="4390" y="4372"/>
                  </a:lnTo>
                  <a:lnTo>
                    <a:pt x="4069" y="4372"/>
                  </a:lnTo>
                  <a:cubicBezTo>
                    <a:pt x="3552" y="4372"/>
                    <a:pt x="3141" y="3962"/>
                    <a:pt x="3141" y="3444"/>
                  </a:cubicBezTo>
                  <a:lnTo>
                    <a:pt x="3141" y="3141"/>
                  </a:lnTo>
                  <a:close/>
                  <a:moveTo>
                    <a:pt x="5621" y="1267"/>
                  </a:moveTo>
                  <a:lnTo>
                    <a:pt x="5621" y="4372"/>
                  </a:lnTo>
                  <a:lnTo>
                    <a:pt x="4997" y="4372"/>
                  </a:lnTo>
                  <a:lnTo>
                    <a:pt x="4997" y="3551"/>
                  </a:lnTo>
                  <a:cubicBezTo>
                    <a:pt x="4997" y="2980"/>
                    <a:pt x="4533" y="2516"/>
                    <a:pt x="3962" y="2516"/>
                  </a:cubicBezTo>
                  <a:lnTo>
                    <a:pt x="3141" y="2516"/>
                  </a:lnTo>
                  <a:lnTo>
                    <a:pt x="3141" y="1892"/>
                  </a:lnTo>
                  <a:cubicBezTo>
                    <a:pt x="3141" y="1553"/>
                    <a:pt x="3409" y="1267"/>
                    <a:pt x="3766" y="1267"/>
                  </a:cubicBezTo>
                  <a:close/>
                  <a:moveTo>
                    <a:pt x="9993" y="625"/>
                  </a:moveTo>
                  <a:lnTo>
                    <a:pt x="9993" y="4996"/>
                  </a:lnTo>
                  <a:lnTo>
                    <a:pt x="6246" y="4996"/>
                  </a:lnTo>
                  <a:lnTo>
                    <a:pt x="6246" y="625"/>
                  </a:lnTo>
                  <a:close/>
                  <a:moveTo>
                    <a:pt x="2517" y="3141"/>
                  </a:moveTo>
                  <a:lnTo>
                    <a:pt x="2517" y="3444"/>
                  </a:lnTo>
                  <a:cubicBezTo>
                    <a:pt x="2517" y="4301"/>
                    <a:pt x="3213" y="4996"/>
                    <a:pt x="4069" y="4996"/>
                  </a:cubicBezTo>
                  <a:lnTo>
                    <a:pt x="4390" y="4996"/>
                  </a:lnTo>
                  <a:lnTo>
                    <a:pt x="4390" y="5621"/>
                  </a:lnTo>
                  <a:lnTo>
                    <a:pt x="1268" y="5621"/>
                  </a:lnTo>
                  <a:lnTo>
                    <a:pt x="1268" y="4069"/>
                  </a:lnTo>
                  <a:cubicBezTo>
                    <a:pt x="1268" y="3551"/>
                    <a:pt x="1696" y="3141"/>
                    <a:pt x="2213" y="3141"/>
                  </a:cubicBezTo>
                  <a:close/>
                  <a:moveTo>
                    <a:pt x="4997" y="6245"/>
                  </a:moveTo>
                  <a:lnTo>
                    <a:pt x="4997" y="9992"/>
                  </a:lnTo>
                  <a:lnTo>
                    <a:pt x="625" y="9992"/>
                  </a:lnTo>
                  <a:lnTo>
                    <a:pt x="625" y="6245"/>
                  </a:lnTo>
                  <a:close/>
                  <a:moveTo>
                    <a:pt x="5621" y="1"/>
                  </a:moveTo>
                  <a:lnTo>
                    <a:pt x="5621" y="643"/>
                  </a:lnTo>
                  <a:lnTo>
                    <a:pt x="4069" y="643"/>
                  </a:lnTo>
                  <a:cubicBezTo>
                    <a:pt x="3213" y="643"/>
                    <a:pt x="2517" y="1339"/>
                    <a:pt x="2517" y="2195"/>
                  </a:cubicBezTo>
                  <a:lnTo>
                    <a:pt x="2517" y="2516"/>
                  </a:lnTo>
                  <a:lnTo>
                    <a:pt x="2213" y="2516"/>
                  </a:lnTo>
                  <a:cubicBezTo>
                    <a:pt x="1339" y="2516"/>
                    <a:pt x="643" y="3212"/>
                    <a:pt x="643" y="4069"/>
                  </a:cubicBezTo>
                  <a:lnTo>
                    <a:pt x="643" y="5621"/>
                  </a:lnTo>
                  <a:lnTo>
                    <a:pt x="1" y="5621"/>
                  </a:lnTo>
                  <a:lnTo>
                    <a:pt x="1" y="10617"/>
                  </a:lnTo>
                  <a:lnTo>
                    <a:pt x="5621" y="10617"/>
                  </a:lnTo>
                  <a:lnTo>
                    <a:pt x="5621" y="5621"/>
                  </a:lnTo>
                  <a:lnTo>
                    <a:pt x="4997" y="5621"/>
                  </a:lnTo>
                  <a:lnTo>
                    <a:pt x="4997" y="4996"/>
                  </a:lnTo>
                  <a:lnTo>
                    <a:pt x="5621" y="4996"/>
                  </a:lnTo>
                  <a:lnTo>
                    <a:pt x="5621" y="5621"/>
                  </a:lnTo>
                  <a:lnTo>
                    <a:pt x="10617" y="5621"/>
                  </a:lnTo>
                  <a:lnTo>
                    <a:pt x="10617"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 name="Google Shape;1732;p118"/>
            <p:cNvSpPr/>
            <p:nvPr/>
          </p:nvSpPr>
          <p:spPr>
            <a:xfrm>
              <a:off x="2022586" y="1809557"/>
              <a:ext cx="92266" cy="99653"/>
            </a:xfrm>
            <a:custGeom>
              <a:rect b="b" l="l" r="r" t="t"/>
              <a:pathLst>
                <a:path extrusionOk="0" h="3103" w="2873">
                  <a:moveTo>
                    <a:pt x="937" y="618"/>
                  </a:moveTo>
                  <a:cubicBezTo>
                    <a:pt x="1017" y="618"/>
                    <a:pt x="1098" y="650"/>
                    <a:pt x="1160" y="712"/>
                  </a:cubicBezTo>
                  <a:lnTo>
                    <a:pt x="1999" y="1551"/>
                  </a:lnTo>
                  <a:lnTo>
                    <a:pt x="1160" y="2407"/>
                  </a:lnTo>
                  <a:cubicBezTo>
                    <a:pt x="1098" y="2461"/>
                    <a:pt x="1017" y="2487"/>
                    <a:pt x="937" y="2487"/>
                  </a:cubicBezTo>
                  <a:cubicBezTo>
                    <a:pt x="857" y="2487"/>
                    <a:pt x="776" y="2461"/>
                    <a:pt x="714" y="2407"/>
                  </a:cubicBezTo>
                  <a:cubicBezTo>
                    <a:pt x="589" y="2282"/>
                    <a:pt x="589" y="2086"/>
                    <a:pt x="714" y="1961"/>
                  </a:cubicBezTo>
                  <a:lnTo>
                    <a:pt x="1124" y="1551"/>
                  </a:lnTo>
                  <a:lnTo>
                    <a:pt x="714" y="1158"/>
                  </a:lnTo>
                  <a:cubicBezTo>
                    <a:pt x="589" y="1033"/>
                    <a:pt x="589" y="837"/>
                    <a:pt x="714" y="712"/>
                  </a:cubicBezTo>
                  <a:cubicBezTo>
                    <a:pt x="776" y="650"/>
                    <a:pt x="857" y="618"/>
                    <a:pt x="937" y="618"/>
                  </a:cubicBezTo>
                  <a:close/>
                  <a:moveTo>
                    <a:pt x="949" y="1"/>
                  </a:moveTo>
                  <a:cubicBezTo>
                    <a:pt x="469" y="1"/>
                    <a:pt x="0" y="369"/>
                    <a:pt x="0" y="926"/>
                  </a:cubicBezTo>
                  <a:cubicBezTo>
                    <a:pt x="0" y="1158"/>
                    <a:pt x="89" y="1390"/>
                    <a:pt x="232" y="1551"/>
                  </a:cubicBezTo>
                  <a:cubicBezTo>
                    <a:pt x="89" y="1729"/>
                    <a:pt x="0" y="1943"/>
                    <a:pt x="0" y="2175"/>
                  </a:cubicBezTo>
                  <a:cubicBezTo>
                    <a:pt x="0" y="2693"/>
                    <a:pt x="429" y="3103"/>
                    <a:pt x="928" y="3103"/>
                  </a:cubicBezTo>
                  <a:cubicBezTo>
                    <a:pt x="1178" y="3103"/>
                    <a:pt x="1410" y="3014"/>
                    <a:pt x="1588" y="2835"/>
                  </a:cubicBezTo>
                  <a:lnTo>
                    <a:pt x="2873" y="1551"/>
                  </a:lnTo>
                  <a:lnTo>
                    <a:pt x="1588" y="266"/>
                  </a:lnTo>
                  <a:cubicBezTo>
                    <a:pt x="1405" y="83"/>
                    <a:pt x="1176" y="1"/>
                    <a:pt x="9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6" name="Shape 1736"/>
        <p:cNvGrpSpPr/>
        <p:nvPr/>
      </p:nvGrpSpPr>
      <p:grpSpPr>
        <a:xfrm>
          <a:off x="0" y="0"/>
          <a:ext cx="0" cy="0"/>
          <a:chOff x="0" y="0"/>
          <a:chExt cx="0" cy="0"/>
        </a:xfrm>
      </p:grpSpPr>
      <p:sp>
        <p:nvSpPr>
          <p:cNvPr id="1737" name="Google Shape;1737;p119"/>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ICON PACK: ALTERNATIVE MEDICINE</a:t>
            </a:r>
            <a:endParaRPr/>
          </a:p>
        </p:txBody>
      </p:sp>
      <p:grpSp>
        <p:nvGrpSpPr>
          <p:cNvPr id="1738" name="Google Shape;1738;p119"/>
          <p:cNvGrpSpPr/>
          <p:nvPr/>
        </p:nvGrpSpPr>
        <p:grpSpPr>
          <a:xfrm>
            <a:off x="1294196" y="1766030"/>
            <a:ext cx="6556603" cy="2482874"/>
            <a:chOff x="945400" y="2266000"/>
            <a:chExt cx="5334475" cy="2020075"/>
          </a:xfrm>
        </p:grpSpPr>
        <p:sp>
          <p:nvSpPr>
            <p:cNvPr id="1739" name="Google Shape;1739;p119"/>
            <p:cNvSpPr/>
            <p:nvPr/>
          </p:nvSpPr>
          <p:spPr>
            <a:xfrm>
              <a:off x="945400" y="2271950"/>
              <a:ext cx="245325" cy="245900"/>
            </a:xfrm>
            <a:custGeom>
              <a:rect b="b" l="l" r="r" t="t"/>
              <a:pathLst>
                <a:path extrusionOk="0" h="9836" w="9813">
                  <a:moveTo>
                    <a:pt x="6740" y="596"/>
                  </a:moveTo>
                  <a:lnTo>
                    <a:pt x="6311" y="1453"/>
                  </a:lnTo>
                  <a:cubicBezTo>
                    <a:pt x="5883" y="1287"/>
                    <a:pt x="5406" y="1191"/>
                    <a:pt x="4906" y="1191"/>
                  </a:cubicBezTo>
                  <a:lnTo>
                    <a:pt x="4859" y="1191"/>
                  </a:lnTo>
                  <a:cubicBezTo>
                    <a:pt x="4382" y="1191"/>
                    <a:pt x="3906" y="1287"/>
                    <a:pt x="3501" y="1453"/>
                  </a:cubicBezTo>
                  <a:lnTo>
                    <a:pt x="3073" y="596"/>
                  </a:lnTo>
                  <a:close/>
                  <a:moveTo>
                    <a:pt x="2525" y="786"/>
                  </a:moveTo>
                  <a:lnTo>
                    <a:pt x="2977" y="1715"/>
                  </a:lnTo>
                  <a:cubicBezTo>
                    <a:pt x="2454" y="2025"/>
                    <a:pt x="2025" y="2477"/>
                    <a:pt x="1691" y="3001"/>
                  </a:cubicBezTo>
                  <a:lnTo>
                    <a:pt x="763" y="2549"/>
                  </a:lnTo>
                  <a:lnTo>
                    <a:pt x="2525" y="786"/>
                  </a:lnTo>
                  <a:close/>
                  <a:moveTo>
                    <a:pt x="7288" y="786"/>
                  </a:moveTo>
                  <a:lnTo>
                    <a:pt x="9050" y="2549"/>
                  </a:lnTo>
                  <a:lnTo>
                    <a:pt x="8121" y="3001"/>
                  </a:lnTo>
                  <a:cubicBezTo>
                    <a:pt x="7788" y="2477"/>
                    <a:pt x="7359" y="2025"/>
                    <a:pt x="6835" y="1715"/>
                  </a:cubicBezTo>
                  <a:lnTo>
                    <a:pt x="7288" y="786"/>
                  </a:lnTo>
                  <a:close/>
                  <a:moveTo>
                    <a:pt x="572" y="3073"/>
                  </a:moveTo>
                  <a:lnTo>
                    <a:pt x="1429" y="3525"/>
                  </a:lnTo>
                  <a:cubicBezTo>
                    <a:pt x="1263" y="3954"/>
                    <a:pt x="1168" y="4430"/>
                    <a:pt x="1168" y="4930"/>
                  </a:cubicBezTo>
                  <a:cubicBezTo>
                    <a:pt x="1168" y="5430"/>
                    <a:pt x="1263" y="5907"/>
                    <a:pt x="1429" y="6335"/>
                  </a:cubicBezTo>
                  <a:lnTo>
                    <a:pt x="572" y="6764"/>
                  </a:lnTo>
                  <a:lnTo>
                    <a:pt x="572" y="3073"/>
                  </a:lnTo>
                  <a:close/>
                  <a:moveTo>
                    <a:pt x="9241" y="3096"/>
                  </a:moveTo>
                  <a:lnTo>
                    <a:pt x="9241" y="6764"/>
                  </a:lnTo>
                  <a:lnTo>
                    <a:pt x="8383" y="6335"/>
                  </a:lnTo>
                  <a:cubicBezTo>
                    <a:pt x="8550" y="5907"/>
                    <a:pt x="8645" y="5430"/>
                    <a:pt x="8645" y="4930"/>
                  </a:cubicBezTo>
                  <a:cubicBezTo>
                    <a:pt x="8645" y="4430"/>
                    <a:pt x="8550" y="3954"/>
                    <a:pt x="8383" y="3525"/>
                  </a:cubicBezTo>
                  <a:lnTo>
                    <a:pt x="9241" y="3096"/>
                  </a:lnTo>
                  <a:close/>
                  <a:moveTo>
                    <a:pt x="4906" y="1763"/>
                  </a:moveTo>
                  <a:cubicBezTo>
                    <a:pt x="6645" y="1763"/>
                    <a:pt x="8074" y="3168"/>
                    <a:pt x="8074" y="4930"/>
                  </a:cubicBezTo>
                  <a:cubicBezTo>
                    <a:pt x="8074" y="6002"/>
                    <a:pt x="7550" y="6931"/>
                    <a:pt x="6716" y="7502"/>
                  </a:cubicBezTo>
                  <a:cubicBezTo>
                    <a:pt x="6859" y="7264"/>
                    <a:pt x="6931" y="6954"/>
                    <a:pt x="6931" y="6645"/>
                  </a:cubicBezTo>
                  <a:cubicBezTo>
                    <a:pt x="6931" y="5549"/>
                    <a:pt x="6026" y="4644"/>
                    <a:pt x="4906" y="4644"/>
                  </a:cubicBezTo>
                  <a:cubicBezTo>
                    <a:pt x="4121" y="4644"/>
                    <a:pt x="3478" y="4001"/>
                    <a:pt x="3478" y="3192"/>
                  </a:cubicBezTo>
                  <a:cubicBezTo>
                    <a:pt x="3478" y="2406"/>
                    <a:pt x="4121" y="1763"/>
                    <a:pt x="4906" y="1763"/>
                  </a:cubicBezTo>
                  <a:close/>
                  <a:moveTo>
                    <a:pt x="3073" y="2334"/>
                  </a:moveTo>
                  <a:cubicBezTo>
                    <a:pt x="2954" y="2596"/>
                    <a:pt x="2882" y="2882"/>
                    <a:pt x="2882" y="3192"/>
                  </a:cubicBezTo>
                  <a:cubicBezTo>
                    <a:pt x="2882" y="4311"/>
                    <a:pt x="3787" y="5216"/>
                    <a:pt x="4906" y="5216"/>
                  </a:cubicBezTo>
                  <a:cubicBezTo>
                    <a:pt x="5692" y="5216"/>
                    <a:pt x="6335" y="5859"/>
                    <a:pt x="6335" y="6645"/>
                  </a:cubicBezTo>
                  <a:cubicBezTo>
                    <a:pt x="6335" y="7454"/>
                    <a:pt x="5692" y="8097"/>
                    <a:pt x="4906" y="8097"/>
                  </a:cubicBezTo>
                  <a:cubicBezTo>
                    <a:pt x="3168" y="8097"/>
                    <a:pt x="1739" y="6669"/>
                    <a:pt x="1739" y="4930"/>
                  </a:cubicBezTo>
                  <a:cubicBezTo>
                    <a:pt x="1739" y="3859"/>
                    <a:pt x="2263" y="2906"/>
                    <a:pt x="3073" y="2334"/>
                  </a:cubicBezTo>
                  <a:close/>
                  <a:moveTo>
                    <a:pt x="1691" y="6859"/>
                  </a:moveTo>
                  <a:cubicBezTo>
                    <a:pt x="2025" y="7383"/>
                    <a:pt x="2454" y="7812"/>
                    <a:pt x="2977" y="8121"/>
                  </a:cubicBezTo>
                  <a:lnTo>
                    <a:pt x="2525" y="9074"/>
                  </a:lnTo>
                  <a:lnTo>
                    <a:pt x="763" y="7312"/>
                  </a:lnTo>
                  <a:lnTo>
                    <a:pt x="1691" y="6859"/>
                  </a:lnTo>
                  <a:close/>
                  <a:moveTo>
                    <a:pt x="8121" y="6859"/>
                  </a:moveTo>
                  <a:lnTo>
                    <a:pt x="9050" y="7312"/>
                  </a:lnTo>
                  <a:lnTo>
                    <a:pt x="7288" y="9074"/>
                  </a:lnTo>
                  <a:lnTo>
                    <a:pt x="6835" y="8145"/>
                  </a:lnTo>
                  <a:cubicBezTo>
                    <a:pt x="7359" y="7812"/>
                    <a:pt x="7788" y="7383"/>
                    <a:pt x="8121" y="6859"/>
                  </a:cubicBezTo>
                  <a:close/>
                  <a:moveTo>
                    <a:pt x="6311" y="8383"/>
                  </a:moveTo>
                  <a:lnTo>
                    <a:pt x="6740" y="9264"/>
                  </a:lnTo>
                  <a:lnTo>
                    <a:pt x="3073" y="9264"/>
                  </a:lnTo>
                  <a:lnTo>
                    <a:pt x="3501" y="8383"/>
                  </a:lnTo>
                  <a:cubicBezTo>
                    <a:pt x="3930" y="8574"/>
                    <a:pt x="4406" y="8669"/>
                    <a:pt x="4906" y="8669"/>
                  </a:cubicBezTo>
                  <a:cubicBezTo>
                    <a:pt x="5383" y="8669"/>
                    <a:pt x="5859" y="8574"/>
                    <a:pt x="6311" y="8383"/>
                  </a:cubicBezTo>
                  <a:close/>
                  <a:moveTo>
                    <a:pt x="2477" y="1"/>
                  </a:moveTo>
                  <a:lnTo>
                    <a:pt x="1" y="2501"/>
                  </a:lnTo>
                  <a:lnTo>
                    <a:pt x="1" y="7335"/>
                  </a:lnTo>
                  <a:lnTo>
                    <a:pt x="2477" y="9836"/>
                  </a:lnTo>
                  <a:lnTo>
                    <a:pt x="7335" y="9836"/>
                  </a:lnTo>
                  <a:lnTo>
                    <a:pt x="9812" y="7335"/>
                  </a:lnTo>
                  <a:lnTo>
                    <a:pt x="9812" y="2501"/>
                  </a:lnTo>
                  <a:lnTo>
                    <a:pt x="73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 name="Google Shape;1740;p119"/>
            <p:cNvSpPr/>
            <p:nvPr/>
          </p:nvSpPr>
          <p:spPr>
            <a:xfrm>
              <a:off x="1046625" y="2330300"/>
              <a:ext cx="42875" cy="43475"/>
            </a:xfrm>
            <a:custGeom>
              <a:rect b="b" l="l" r="r" t="t"/>
              <a:pathLst>
                <a:path extrusionOk="0" h="1739" w="1715">
                  <a:moveTo>
                    <a:pt x="857" y="572"/>
                  </a:moveTo>
                  <a:cubicBezTo>
                    <a:pt x="1024" y="572"/>
                    <a:pt x="1143" y="715"/>
                    <a:pt x="1143" y="858"/>
                  </a:cubicBezTo>
                  <a:cubicBezTo>
                    <a:pt x="1143" y="1024"/>
                    <a:pt x="1024" y="1143"/>
                    <a:pt x="857" y="1143"/>
                  </a:cubicBezTo>
                  <a:cubicBezTo>
                    <a:pt x="691" y="1143"/>
                    <a:pt x="572" y="1024"/>
                    <a:pt x="572" y="858"/>
                  </a:cubicBezTo>
                  <a:cubicBezTo>
                    <a:pt x="572" y="715"/>
                    <a:pt x="691" y="572"/>
                    <a:pt x="857" y="572"/>
                  </a:cubicBezTo>
                  <a:close/>
                  <a:moveTo>
                    <a:pt x="857" y="0"/>
                  </a:moveTo>
                  <a:cubicBezTo>
                    <a:pt x="381" y="0"/>
                    <a:pt x="0" y="381"/>
                    <a:pt x="0" y="858"/>
                  </a:cubicBezTo>
                  <a:cubicBezTo>
                    <a:pt x="0" y="1334"/>
                    <a:pt x="381" y="1739"/>
                    <a:pt x="857" y="1739"/>
                  </a:cubicBezTo>
                  <a:cubicBezTo>
                    <a:pt x="1334" y="1739"/>
                    <a:pt x="1715" y="1334"/>
                    <a:pt x="1715" y="858"/>
                  </a:cubicBezTo>
                  <a:cubicBezTo>
                    <a:pt x="1715" y="381"/>
                    <a:pt x="1334" y="0"/>
                    <a:pt x="85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119"/>
            <p:cNvSpPr/>
            <p:nvPr/>
          </p:nvSpPr>
          <p:spPr>
            <a:xfrm>
              <a:off x="1046625" y="2416625"/>
              <a:ext cx="42875" cy="43475"/>
            </a:xfrm>
            <a:custGeom>
              <a:rect b="b" l="l" r="r" t="t"/>
              <a:pathLst>
                <a:path extrusionOk="0" h="1739" w="1715">
                  <a:moveTo>
                    <a:pt x="857" y="572"/>
                  </a:moveTo>
                  <a:cubicBezTo>
                    <a:pt x="1024" y="572"/>
                    <a:pt x="1143" y="715"/>
                    <a:pt x="1143" y="858"/>
                  </a:cubicBezTo>
                  <a:cubicBezTo>
                    <a:pt x="1143" y="1024"/>
                    <a:pt x="1024" y="1144"/>
                    <a:pt x="857" y="1144"/>
                  </a:cubicBezTo>
                  <a:cubicBezTo>
                    <a:pt x="691" y="1144"/>
                    <a:pt x="572" y="1024"/>
                    <a:pt x="572" y="858"/>
                  </a:cubicBezTo>
                  <a:cubicBezTo>
                    <a:pt x="572" y="715"/>
                    <a:pt x="691" y="572"/>
                    <a:pt x="857" y="572"/>
                  </a:cubicBezTo>
                  <a:close/>
                  <a:moveTo>
                    <a:pt x="857" y="0"/>
                  </a:moveTo>
                  <a:cubicBezTo>
                    <a:pt x="381" y="0"/>
                    <a:pt x="0" y="382"/>
                    <a:pt x="0" y="858"/>
                  </a:cubicBezTo>
                  <a:cubicBezTo>
                    <a:pt x="0" y="1334"/>
                    <a:pt x="381" y="1739"/>
                    <a:pt x="857" y="1739"/>
                  </a:cubicBezTo>
                  <a:cubicBezTo>
                    <a:pt x="1334" y="1739"/>
                    <a:pt x="1715" y="1334"/>
                    <a:pt x="1715" y="858"/>
                  </a:cubicBezTo>
                  <a:cubicBezTo>
                    <a:pt x="1715" y="382"/>
                    <a:pt x="1334" y="0"/>
                    <a:pt x="85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 name="Google Shape;1742;p119"/>
            <p:cNvSpPr/>
            <p:nvPr/>
          </p:nvSpPr>
          <p:spPr>
            <a:xfrm>
              <a:off x="1473500" y="2357100"/>
              <a:ext cx="60750" cy="60750"/>
            </a:xfrm>
            <a:custGeom>
              <a:rect b="b" l="l" r="r" t="t"/>
              <a:pathLst>
                <a:path extrusionOk="0" h="2430" w="2430">
                  <a:moveTo>
                    <a:pt x="1215" y="619"/>
                  </a:moveTo>
                  <a:cubicBezTo>
                    <a:pt x="1548" y="619"/>
                    <a:pt x="1834" y="881"/>
                    <a:pt x="1834" y="1215"/>
                  </a:cubicBezTo>
                  <a:cubicBezTo>
                    <a:pt x="1834" y="1548"/>
                    <a:pt x="1548" y="1810"/>
                    <a:pt x="1215" y="1810"/>
                  </a:cubicBezTo>
                  <a:cubicBezTo>
                    <a:pt x="881" y="1810"/>
                    <a:pt x="619" y="1548"/>
                    <a:pt x="619" y="1215"/>
                  </a:cubicBezTo>
                  <a:cubicBezTo>
                    <a:pt x="619" y="881"/>
                    <a:pt x="881" y="619"/>
                    <a:pt x="1215" y="619"/>
                  </a:cubicBezTo>
                  <a:close/>
                  <a:moveTo>
                    <a:pt x="1215" y="0"/>
                  </a:moveTo>
                  <a:cubicBezTo>
                    <a:pt x="548" y="0"/>
                    <a:pt x="0" y="548"/>
                    <a:pt x="0" y="1215"/>
                  </a:cubicBezTo>
                  <a:cubicBezTo>
                    <a:pt x="0" y="1881"/>
                    <a:pt x="548" y="2429"/>
                    <a:pt x="1215" y="2429"/>
                  </a:cubicBezTo>
                  <a:cubicBezTo>
                    <a:pt x="1881" y="2429"/>
                    <a:pt x="2429" y="1881"/>
                    <a:pt x="2429" y="1215"/>
                  </a:cubicBezTo>
                  <a:cubicBezTo>
                    <a:pt x="2429" y="548"/>
                    <a:pt x="1881" y="0"/>
                    <a:pt x="12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 name="Google Shape;1743;p119"/>
            <p:cNvSpPr/>
            <p:nvPr/>
          </p:nvSpPr>
          <p:spPr>
            <a:xfrm>
              <a:off x="1458600" y="2357100"/>
              <a:ext cx="258425" cy="167300"/>
            </a:xfrm>
            <a:custGeom>
              <a:rect b="b" l="l" r="r" t="t"/>
              <a:pathLst>
                <a:path extrusionOk="0" h="6692" w="10337">
                  <a:moveTo>
                    <a:pt x="5168" y="1215"/>
                  </a:moveTo>
                  <a:cubicBezTo>
                    <a:pt x="5335" y="1215"/>
                    <a:pt x="5478" y="1357"/>
                    <a:pt x="5478" y="1524"/>
                  </a:cubicBezTo>
                  <a:lnTo>
                    <a:pt x="5478" y="1810"/>
                  </a:lnTo>
                  <a:lnTo>
                    <a:pt x="4859" y="1810"/>
                  </a:lnTo>
                  <a:lnTo>
                    <a:pt x="4859" y="1524"/>
                  </a:lnTo>
                  <a:cubicBezTo>
                    <a:pt x="4859" y="1357"/>
                    <a:pt x="5002" y="1215"/>
                    <a:pt x="5168" y="1215"/>
                  </a:cubicBezTo>
                  <a:close/>
                  <a:moveTo>
                    <a:pt x="8193" y="1215"/>
                  </a:moveTo>
                  <a:cubicBezTo>
                    <a:pt x="8360" y="1215"/>
                    <a:pt x="8502" y="1357"/>
                    <a:pt x="8502" y="1524"/>
                  </a:cubicBezTo>
                  <a:lnTo>
                    <a:pt x="8502" y="1810"/>
                  </a:lnTo>
                  <a:lnTo>
                    <a:pt x="7907" y="1810"/>
                  </a:lnTo>
                  <a:lnTo>
                    <a:pt x="7907" y="1524"/>
                  </a:lnTo>
                  <a:cubicBezTo>
                    <a:pt x="7907" y="1357"/>
                    <a:pt x="8026" y="1215"/>
                    <a:pt x="8193" y="1215"/>
                  </a:cubicBezTo>
                  <a:close/>
                  <a:moveTo>
                    <a:pt x="6073" y="2429"/>
                  </a:moveTo>
                  <a:lnTo>
                    <a:pt x="6073" y="3024"/>
                  </a:lnTo>
                  <a:lnTo>
                    <a:pt x="3454" y="3024"/>
                  </a:lnTo>
                  <a:lnTo>
                    <a:pt x="2239" y="4239"/>
                  </a:lnTo>
                  <a:lnTo>
                    <a:pt x="596" y="4239"/>
                  </a:lnTo>
                  <a:lnTo>
                    <a:pt x="596" y="3644"/>
                  </a:lnTo>
                  <a:lnTo>
                    <a:pt x="2001" y="3644"/>
                  </a:lnTo>
                  <a:lnTo>
                    <a:pt x="3120" y="2524"/>
                  </a:lnTo>
                  <a:cubicBezTo>
                    <a:pt x="3168" y="2453"/>
                    <a:pt x="3263" y="2429"/>
                    <a:pt x="3335" y="2429"/>
                  </a:cubicBezTo>
                  <a:close/>
                  <a:moveTo>
                    <a:pt x="6073" y="3644"/>
                  </a:moveTo>
                  <a:lnTo>
                    <a:pt x="6073" y="4239"/>
                  </a:lnTo>
                  <a:lnTo>
                    <a:pt x="3097" y="4239"/>
                  </a:lnTo>
                  <a:lnTo>
                    <a:pt x="3716" y="3644"/>
                  </a:lnTo>
                  <a:close/>
                  <a:moveTo>
                    <a:pt x="9741" y="2429"/>
                  </a:moveTo>
                  <a:lnTo>
                    <a:pt x="9741" y="4239"/>
                  </a:lnTo>
                  <a:lnTo>
                    <a:pt x="6693" y="4239"/>
                  </a:lnTo>
                  <a:lnTo>
                    <a:pt x="6693" y="2429"/>
                  </a:lnTo>
                  <a:close/>
                  <a:moveTo>
                    <a:pt x="4859" y="0"/>
                  </a:moveTo>
                  <a:lnTo>
                    <a:pt x="4859" y="667"/>
                  </a:lnTo>
                  <a:cubicBezTo>
                    <a:pt x="4525" y="786"/>
                    <a:pt x="4263" y="1119"/>
                    <a:pt x="4263" y="1524"/>
                  </a:cubicBezTo>
                  <a:lnTo>
                    <a:pt x="4263" y="1810"/>
                  </a:lnTo>
                  <a:lnTo>
                    <a:pt x="3335" y="1810"/>
                  </a:lnTo>
                  <a:cubicBezTo>
                    <a:pt x="3097" y="1810"/>
                    <a:pt x="2858" y="1905"/>
                    <a:pt x="2692" y="2096"/>
                  </a:cubicBezTo>
                  <a:lnTo>
                    <a:pt x="1739" y="3024"/>
                  </a:lnTo>
                  <a:lnTo>
                    <a:pt x="1" y="3024"/>
                  </a:lnTo>
                  <a:lnTo>
                    <a:pt x="1" y="6692"/>
                  </a:lnTo>
                  <a:lnTo>
                    <a:pt x="596" y="6692"/>
                  </a:lnTo>
                  <a:lnTo>
                    <a:pt x="596" y="4858"/>
                  </a:lnTo>
                  <a:lnTo>
                    <a:pt x="9741" y="4858"/>
                  </a:lnTo>
                  <a:lnTo>
                    <a:pt x="9741" y="6692"/>
                  </a:lnTo>
                  <a:lnTo>
                    <a:pt x="10336" y="6692"/>
                  </a:lnTo>
                  <a:lnTo>
                    <a:pt x="10336" y="1810"/>
                  </a:lnTo>
                  <a:lnTo>
                    <a:pt x="9122" y="1810"/>
                  </a:lnTo>
                  <a:lnTo>
                    <a:pt x="9122" y="1524"/>
                  </a:lnTo>
                  <a:cubicBezTo>
                    <a:pt x="9122" y="1119"/>
                    <a:pt x="8860" y="786"/>
                    <a:pt x="8502" y="667"/>
                  </a:cubicBezTo>
                  <a:lnTo>
                    <a:pt x="8502" y="0"/>
                  </a:lnTo>
                  <a:lnTo>
                    <a:pt x="7907" y="0"/>
                  </a:lnTo>
                  <a:lnTo>
                    <a:pt x="7907" y="667"/>
                  </a:lnTo>
                  <a:cubicBezTo>
                    <a:pt x="7550" y="786"/>
                    <a:pt x="7288" y="1119"/>
                    <a:pt x="7288" y="1524"/>
                  </a:cubicBezTo>
                  <a:lnTo>
                    <a:pt x="7288" y="1810"/>
                  </a:lnTo>
                  <a:lnTo>
                    <a:pt x="6073" y="1810"/>
                  </a:lnTo>
                  <a:lnTo>
                    <a:pt x="6073" y="1524"/>
                  </a:lnTo>
                  <a:cubicBezTo>
                    <a:pt x="6073" y="1119"/>
                    <a:pt x="5835" y="786"/>
                    <a:pt x="5478" y="667"/>
                  </a:cubicBezTo>
                  <a:lnTo>
                    <a:pt x="5478"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 name="Google Shape;1744;p119"/>
            <p:cNvSpPr/>
            <p:nvPr/>
          </p:nvSpPr>
          <p:spPr>
            <a:xfrm>
              <a:off x="1580050" y="2266000"/>
              <a:ext cx="31600" cy="73250"/>
            </a:xfrm>
            <a:custGeom>
              <a:rect b="b" l="l" r="r" t="t"/>
              <a:pathLst>
                <a:path extrusionOk="0" h="2930" w="1264">
                  <a:moveTo>
                    <a:pt x="811" y="0"/>
                  </a:moveTo>
                  <a:lnTo>
                    <a:pt x="453" y="501"/>
                  </a:lnTo>
                  <a:cubicBezTo>
                    <a:pt x="572" y="572"/>
                    <a:pt x="644" y="715"/>
                    <a:pt x="644" y="858"/>
                  </a:cubicBezTo>
                  <a:cubicBezTo>
                    <a:pt x="644" y="1001"/>
                    <a:pt x="572" y="1120"/>
                    <a:pt x="453" y="1191"/>
                  </a:cubicBezTo>
                  <a:cubicBezTo>
                    <a:pt x="168" y="1405"/>
                    <a:pt x="1" y="1715"/>
                    <a:pt x="1" y="2072"/>
                  </a:cubicBezTo>
                  <a:cubicBezTo>
                    <a:pt x="1" y="2406"/>
                    <a:pt x="168" y="2715"/>
                    <a:pt x="453" y="2930"/>
                  </a:cubicBezTo>
                  <a:lnTo>
                    <a:pt x="811" y="2406"/>
                  </a:lnTo>
                  <a:cubicBezTo>
                    <a:pt x="691" y="2334"/>
                    <a:pt x="620" y="2215"/>
                    <a:pt x="620" y="2072"/>
                  </a:cubicBezTo>
                  <a:cubicBezTo>
                    <a:pt x="620" y="1906"/>
                    <a:pt x="691" y="1787"/>
                    <a:pt x="811" y="1715"/>
                  </a:cubicBezTo>
                  <a:cubicBezTo>
                    <a:pt x="1096" y="1525"/>
                    <a:pt x="1263" y="1191"/>
                    <a:pt x="1263" y="858"/>
                  </a:cubicBezTo>
                  <a:cubicBezTo>
                    <a:pt x="1263" y="501"/>
                    <a:pt x="1096" y="191"/>
                    <a:pt x="81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 name="Google Shape;1745;p119"/>
            <p:cNvSpPr/>
            <p:nvPr/>
          </p:nvSpPr>
          <p:spPr>
            <a:xfrm>
              <a:off x="1618150" y="2266000"/>
              <a:ext cx="31000" cy="73250"/>
            </a:xfrm>
            <a:custGeom>
              <a:rect b="b" l="l" r="r" t="t"/>
              <a:pathLst>
                <a:path extrusionOk="0" h="2930" w="1240">
                  <a:moveTo>
                    <a:pt x="787" y="0"/>
                  </a:moveTo>
                  <a:lnTo>
                    <a:pt x="453" y="501"/>
                  </a:lnTo>
                  <a:cubicBezTo>
                    <a:pt x="573" y="572"/>
                    <a:pt x="644" y="715"/>
                    <a:pt x="644" y="858"/>
                  </a:cubicBezTo>
                  <a:cubicBezTo>
                    <a:pt x="644" y="1001"/>
                    <a:pt x="573" y="1120"/>
                    <a:pt x="453" y="1191"/>
                  </a:cubicBezTo>
                  <a:cubicBezTo>
                    <a:pt x="168" y="1405"/>
                    <a:pt x="1" y="1715"/>
                    <a:pt x="1" y="2072"/>
                  </a:cubicBezTo>
                  <a:cubicBezTo>
                    <a:pt x="1" y="2406"/>
                    <a:pt x="168" y="2715"/>
                    <a:pt x="453" y="2930"/>
                  </a:cubicBezTo>
                  <a:lnTo>
                    <a:pt x="787" y="2406"/>
                  </a:lnTo>
                  <a:cubicBezTo>
                    <a:pt x="668" y="2334"/>
                    <a:pt x="596" y="2215"/>
                    <a:pt x="596" y="2072"/>
                  </a:cubicBezTo>
                  <a:cubicBezTo>
                    <a:pt x="596" y="1906"/>
                    <a:pt x="668" y="1787"/>
                    <a:pt x="787" y="1715"/>
                  </a:cubicBezTo>
                  <a:cubicBezTo>
                    <a:pt x="1073" y="1525"/>
                    <a:pt x="1239" y="1191"/>
                    <a:pt x="1239" y="858"/>
                  </a:cubicBezTo>
                  <a:cubicBezTo>
                    <a:pt x="1239" y="501"/>
                    <a:pt x="1073" y="191"/>
                    <a:pt x="78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6" name="Google Shape;1746;p119"/>
            <p:cNvSpPr/>
            <p:nvPr/>
          </p:nvSpPr>
          <p:spPr>
            <a:xfrm>
              <a:off x="1655675" y="2266000"/>
              <a:ext cx="31575" cy="73250"/>
            </a:xfrm>
            <a:custGeom>
              <a:rect b="b" l="l" r="r" t="t"/>
              <a:pathLst>
                <a:path extrusionOk="0" h="2930" w="1263">
                  <a:moveTo>
                    <a:pt x="810" y="0"/>
                  </a:moveTo>
                  <a:lnTo>
                    <a:pt x="477" y="501"/>
                  </a:lnTo>
                  <a:cubicBezTo>
                    <a:pt x="596" y="572"/>
                    <a:pt x="667" y="715"/>
                    <a:pt x="667" y="858"/>
                  </a:cubicBezTo>
                  <a:cubicBezTo>
                    <a:pt x="667" y="1001"/>
                    <a:pt x="596" y="1120"/>
                    <a:pt x="477" y="1191"/>
                  </a:cubicBezTo>
                  <a:cubicBezTo>
                    <a:pt x="191" y="1405"/>
                    <a:pt x="0" y="1715"/>
                    <a:pt x="0" y="2072"/>
                  </a:cubicBezTo>
                  <a:cubicBezTo>
                    <a:pt x="0" y="2406"/>
                    <a:pt x="191" y="2715"/>
                    <a:pt x="477" y="2930"/>
                  </a:cubicBezTo>
                  <a:lnTo>
                    <a:pt x="810" y="2406"/>
                  </a:lnTo>
                  <a:cubicBezTo>
                    <a:pt x="691" y="2334"/>
                    <a:pt x="619" y="2215"/>
                    <a:pt x="619" y="2072"/>
                  </a:cubicBezTo>
                  <a:cubicBezTo>
                    <a:pt x="619" y="1906"/>
                    <a:pt x="691" y="1787"/>
                    <a:pt x="810" y="1715"/>
                  </a:cubicBezTo>
                  <a:cubicBezTo>
                    <a:pt x="1096" y="1525"/>
                    <a:pt x="1262" y="1191"/>
                    <a:pt x="1262" y="858"/>
                  </a:cubicBezTo>
                  <a:cubicBezTo>
                    <a:pt x="1262" y="501"/>
                    <a:pt x="1096" y="191"/>
                    <a:pt x="8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7" name="Google Shape;1747;p119"/>
            <p:cNvSpPr/>
            <p:nvPr/>
          </p:nvSpPr>
          <p:spPr>
            <a:xfrm>
              <a:off x="2056950" y="2267775"/>
              <a:ext cx="257225" cy="253975"/>
            </a:xfrm>
            <a:custGeom>
              <a:rect b="b" l="l" r="r" t="t"/>
              <a:pathLst>
                <a:path extrusionOk="0" h="10159" w="10289">
                  <a:moveTo>
                    <a:pt x="6155" y="3266"/>
                  </a:moveTo>
                  <a:cubicBezTo>
                    <a:pt x="6381" y="3266"/>
                    <a:pt x="6611" y="3349"/>
                    <a:pt x="6787" y="3525"/>
                  </a:cubicBezTo>
                  <a:cubicBezTo>
                    <a:pt x="7097" y="3835"/>
                    <a:pt x="7121" y="4311"/>
                    <a:pt x="6906" y="4645"/>
                  </a:cubicBezTo>
                  <a:cubicBezTo>
                    <a:pt x="6764" y="4407"/>
                    <a:pt x="6573" y="4168"/>
                    <a:pt x="6359" y="3954"/>
                  </a:cubicBezTo>
                  <a:cubicBezTo>
                    <a:pt x="6168" y="3740"/>
                    <a:pt x="5930" y="3573"/>
                    <a:pt x="5668" y="3406"/>
                  </a:cubicBezTo>
                  <a:cubicBezTo>
                    <a:pt x="5812" y="3314"/>
                    <a:pt x="5982" y="3266"/>
                    <a:pt x="6155" y="3266"/>
                  </a:cubicBezTo>
                  <a:close/>
                  <a:moveTo>
                    <a:pt x="5668" y="4621"/>
                  </a:moveTo>
                  <a:lnTo>
                    <a:pt x="5335" y="5454"/>
                  </a:lnTo>
                  <a:lnTo>
                    <a:pt x="4835" y="4930"/>
                  </a:lnTo>
                  <a:lnTo>
                    <a:pt x="5668" y="4621"/>
                  </a:lnTo>
                  <a:close/>
                  <a:moveTo>
                    <a:pt x="4096" y="3573"/>
                  </a:moveTo>
                  <a:cubicBezTo>
                    <a:pt x="4596" y="3573"/>
                    <a:pt x="5097" y="3740"/>
                    <a:pt x="5525" y="4026"/>
                  </a:cubicBezTo>
                  <a:lnTo>
                    <a:pt x="2001" y="5407"/>
                  </a:lnTo>
                  <a:cubicBezTo>
                    <a:pt x="1891" y="5448"/>
                    <a:pt x="1780" y="5467"/>
                    <a:pt x="1671" y="5467"/>
                  </a:cubicBezTo>
                  <a:cubicBezTo>
                    <a:pt x="1212" y="5467"/>
                    <a:pt x="796" y="5126"/>
                    <a:pt x="739" y="4645"/>
                  </a:cubicBezTo>
                  <a:cubicBezTo>
                    <a:pt x="643" y="4097"/>
                    <a:pt x="1096" y="3573"/>
                    <a:pt x="1667" y="3573"/>
                  </a:cubicBezTo>
                  <a:close/>
                  <a:moveTo>
                    <a:pt x="6668" y="691"/>
                  </a:moveTo>
                  <a:lnTo>
                    <a:pt x="8859" y="1454"/>
                  </a:lnTo>
                  <a:lnTo>
                    <a:pt x="9597" y="3668"/>
                  </a:lnTo>
                  <a:lnTo>
                    <a:pt x="7764" y="5502"/>
                  </a:lnTo>
                  <a:lnTo>
                    <a:pt x="7168" y="5311"/>
                  </a:lnTo>
                  <a:cubicBezTo>
                    <a:pt x="7168" y="5288"/>
                    <a:pt x="7168" y="5288"/>
                    <a:pt x="7168" y="5264"/>
                  </a:cubicBezTo>
                  <a:cubicBezTo>
                    <a:pt x="7692" y="4764"/>
                    <a:pt x="7788" y="3978"/>
                    <a:pt x="7407" y="3383"/>
                  </a:cubicBezTo>
                  <a:cubicBezTo>
                    <a:pt x="7549" y="3311"/>
                    <a:pt x="7692" y="3263"/>
                    <a:pt x="7835" y="3263"/>
                  </a:cubicBezTo>
                  <a:cubicBezTo>
                    <a:pt x="8073" y="3263"/>
                    <a:pt x="8312" y="3359"/>
                    <a:pt x="8478" y="3525"/>
                  </a:cubicBezTo>
                  <a:lnTo>
                    <a:pt x="8883" y="3121"/>
                  </a:lnTo>
                  <a:cubicBezTo>
                    <a:pt x="8621" y="2835"/>
                    <a:pt x="8240" y="2668"/>
                    <a:pt x="7835" y="2668"/>
                  </a:cubicBezTo>
                  <a:cubicBezTo>
                    <a:pt x="7764" y="2668"/>
                    <a:pt x="7692" y="2668"/>
                    <a:pt x="7621" y="2692"/>
                  </a:cubicBezTo>
                  <a:cubicBezTo>
                    <a:pt x="7692" y="2239"/>
                    <a:pt x="7549" y="1763"/>
                    <a:pt x="7216" y="1430"/>
                  </a:cubicBezTo>
                  <a:lnTo>
                    <a:pt x="6787" y="1858"/>
                  </a:lnTo>
                  <a:cubicBezTo>
                    <a:pt x="7073" y="2144"/>
                    <a:pt x="7121" y="2573"/>
                    <a:pt x="6954" y="2906"/>
                  </a:cubicBezTo>
                  <a:cubicBezTo>
                    <a:pt x="6711" y="2751"/>
                    <a:pt x="6436" y="2674"/>
                    <a:pt x="6162" y="2674"/>
                  </a:cubicBezTo>
                  <a:cubicBezTo>
                    <a:pt x="5765" y="2674"/>
                    <a:pt x="5369" y="2834"/>
                    <a:pt x="5073" y="3144"/>
                  </a:cubicBezTo>
                  <a:cubicBezTo>
                    <a:pt x="5049" y="3144"/>
                    <a:pt x="5025" y="3144"/>
                    <a:pt x="5001" y="3121"/>
                  </a:cubicBezTo>
                  <a:lnTo>
                    <a:pt x="4811" y="2549"/>
                  </a:lnTo>
                  <a:lnTo>
                    <a:pt x="6668" y="691"/>
                  </a:lnTo>
                  <a:close/>
                  <a:moveTo>
                    <a:pt x="4215" y="5169"/>
                  </a:moveTo>
                  <a:lnTo>
                    <a:pt x="5097" y="6050"/>
                  </a:lnTo>
                  <a:lnTo>
                    <a:pt x="4977" y="6407"/>
                  </a:lnTo>
                  <a:lnTo>
                    <a:pt x="4882" y="6669"/>
                  </a:lnTo>
                  <a:lnTo>
                    <a:pt x="3620" y="5407"/>
                  </a:lnTo>
                  <a:lnTo>
                    <a:pt x="4215" y="5169"/>
                  </a:lnTo>
                  <a:close/>
                  <a:moveTo>
                    <a:pt x="3001" y="5645"/>
                  </a:moveTo>
                  <a:lnTo>
                    <a:pt x="4644" y="7264"/>
                  </a:lnTo>
                  <a:lnTo>
                    <a:pt x="4406" y="7883"/>
                  </a:lnTo>
                  <a:lnTo>
                    <a:pt x="2406" y="5883"/>
                  </a:lnTo>
                  <a:lnTo>
                    <a:pt x="3001" y="5645"/>
                  </a:lnTo>
                  <a:close/>
                  <a:moveTo>
                    <a:pt x="2263" y="6574"/>
                  </a:moveTo>
                  <a:lnTo>
                    <a:pt x="3739" y="8050"/>
                  </a:lnTo>
                  <a:cubicBezTo>
                    <a:pt x="3644" y="8065"/>
                    <a:pt x="3549" y="8073"/>
                    <a:pt x="3457" y="8073"/>
                  </a:cubicBezTo>
                  <a:cubicBezTo>
                    <a:pt x="3112" y="8073"/>
                    <a:pt x="2798" y="7966"/>
                    <a:pt x="2572" y="7741"/>
                  </a:cubicBezTo>
                  <a:cubicBezTo>
                    <a:pt x="2310" y="7455"/>
                    <a:pt x="2191" y="7050"/>
                    <a:pt x="2263" y="6574"/>
                  </a:cubicBezTo>
                  <a:close/>
                  <a:moveTo>
                    <a:pt x="6263" y="4740"/>
                  </a:moveTo>
                  <a:cubicBezTo>
                    <a:pt x="6549" y="5169"/>
                    <a:pt x="6692" y="5669"/>
                    <a:pt x="6692" y="6193"/>
                  </a:cubicBezTo>
                  <a:lnTo>
                    <a:pt x="6692" y="8622"/>
                  </a:lnTo>
                  <a:cubicBezTo>
                    <a:pt x="6692" y="9142"/>
                    <a:pt x="6278" y="9563"/>
                    <a:pt x="5773" y="9563"/>
                  </a:cubicBezTo>
                  <a:cubicBezTo>
                    <a:pt x="5723" y="9563"/>
                    <a:pt x="5672" y="9559"/>
                    <a:pt x="5620" y="9550"/>
                  </a:cubicBezTo>
                  <a:cubicBezTo>
                    <a:pt x="5025" y="9479"/>
                    <a:pt x="4668" y="8860"/>
                    <a:pt x="4882" y="8288"/>
                  </a:cubicBezTo>
                  <a:lnTo>
                    <a:pt x="5811" y="5907"/>
                  </a:lnTo>
                  <a:lnTo>
                    <a:pt x="6263" y="4740"/>
                  </a:lnTo>
                  <a:close/>
                  <a:moveTo>
                    <a:pt x="6502" y="1"/>
                  </a:moveTo>
                  <a:lnTo>
                    <a:pt x="4144" y="2406"/>
                  </a:lnTo>
                  <a:lnTo>
                    <a:pt x="4334" y="3001"/>
                  </a:lnTo>
                  <a:cubicBezTo>
                    <a:pt x="4263" y="3001"/>
                    <a:pt x="4168" y="2978"/>
                    <a:pt x="4096" y="2978"/>
                  </a:cubicBezTo>
                  <a:lnTo>
                    <a:pt x="1667" y="2978"/>
                  </a:lnTo>
                  <a:cubicBezTo>
                    <a:pt x="715" y="2978"/>
                    <a:pt x="0" y="3811"/>
                    <a:pt x="143" y="4740"/>
                  </a:cubicBezTo>
                  <a:cubicBezTo>
                    <a:pt x="255" y="5504"/>
                    <a:pt x="919" y="6056"/>
                    <a:pt x="1654" y="6056"/>
                  </a:cubicBezTo>
                  <a:cubicBezTo>
                    <a:pt x="1698" y="6056"/>
                    <a:pt x="1742" y="6054"/>
                    <a:pt x="1786" y="6050"/>
                  </a:cubicBezTo>
                  <a:lnTo>
                    <a:pt x="1786" y="6050"/>
                  </a:lnTo>
                  <a:cubicBezTo>
                    <a:pt x="1548" y="6740"/>
                    <a:pt x="1620" y="7431"/>
                    <a:pt x="1977" y="7931"/>
                  </a:cubicBezTo>
                  <a:lnTo>
                    <a:pt x="1120" y="8788"/>
                  </a:lnTo>
                  <a:lnTo>
                    <a:pt x="1524" y="9217"/>
                  </a:lnTo>
                  <a:lnTo>
                    <a:pt x="2382" y="8360"/>
                  </a:lnTo>
                  <a:cubicBezTo>
                    <a:pt x="2691" y="8550"/>
                    <a:pt x="3072" y="8669"/>
                    <a:pt x="3453" y="8669"/>
                  </a:cubicBezTo>
                  <a:cubicBezTo>
                    <a:pt x="3715" y="8669"/>
                    <a:pt x="3977" y="8622"/>
                    <a:pt x="4239" y="8550"/>
                  </a:cubicBezTo>
                  <a:lnTo>
                    <a:pt x="4239" y="8550"/>
                  </a:lnTo>
                  <a:cubicBezTo>
                    <a:pt x="4192" y="9312"/>
                    <a:pt x="4739" y="10027"/>
                    <a:pt x="5549" y="10146"/>
                  </a:cubicBezTo>
                  <a:cubicBezTo>
                    <a:pt x="5617" y="10155"/>
                    <a:pt x="5685" y="10159"/>
                    <a:pt x="5751" y="10159"/>
                  </a:cubicBezTo>
                  <a:cubicBezTo>
                    <a:pt x="6592" y="10159"/>
                    <a:pt x="7287" y="9482"/>
                    <a:pt x="7287" y="8622"/>
                  </a:cubicBezTo>
                  <a:lnTo>
                    <a:pt x="7287" y="6193"/>
                  </a:lnTo>
                  <a:cubicBezTo>
                    <a:pt x="7287" y="6121"/>
                    <a:pt x="7287" y="6050"/>
                    <a:pt x="7287" y="5978"/>
                  </a:cubicBezTo>
                  <a:lnTo>
                    <a:pt x="7930" y="6193"/>
                  </a:lnTo>
                  <a:lnTo>
                    <a:pt x="10288" y="3811"/>
                  </a:lnTo>
                  <a:lnTo>
                    <a:pt x="9336" y="977"/>
                  </a:lnTo>
                  <a:lnTo>
                    <a:pt x="6502"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 name="Google Shape;1748;p119"/>
            <p:cNvSpPr/>
            <p:nvPr/>
          </p:nvSpPr>
          <p:spPr>
            <a:xfrm>
              <a:off x="2636225" y="2271350"/>
              <a:ext cx="247100" cy="247100"/>
            </a:xfrm>
            <a:custGeom>
              <a:rect b="b" l="l" r="r" t="t"/>
              <a:pathLst>
                <a:path extrusionOk="0" h="9884" w="9884">
                  <a:moveTo>
                    <a:pt x="4930" y="1763"/>
                  </a:moveTo>
                  <a:lnTo>
                    <a:pt x="5359" y="2239"/>
                  </a:lnTo>
                  <a:cubicBezTo>
                    <a:pt x="5454" y="2358"/>
                    <a:pt x="5526" y="2501"/>
                    <a:pt x="5526" y="2644"/>
                  </a:cubicBezTo>
                  <a:cubicBezTo>
                    <a:pt x="5526" y="2954"/>
                    <a:pt x="5264" y="3216"/>
                    <a:pt x="4930" y="3216"/>
                  </a:cubicBezTo>
                  <a:cubicBezTo>
                    <a:pt x="4621" y="3216"/>
                    <a:pt x="4359" y="2954"/>
                    <a:pt x="4359" y="2644"/>
                  </a:cubicBezTo>
                  <a:cubicBezTo>
                    <a:pt x="4359" y="2501"/>
                    <a:pt x="4406" y="2358"/>
                    <a:pt x="4502" y="2239"/>
                  </a:cubicBezTo>
                  <a:lnTo>
                    <a:pt x="4930" y="1763"/>
                  </a:lnTo>
                  <a:close/>
                  <a:moveTo>
                    <a:pt x="5811" y="4668"/>
                  </a:moveTo>
                  <a:lnTo>
                    <a:pt x="5811" y="7574"/>
                  </a:lnTo>
                  <a:lnTo>
                    <a:pt x="4073" y="7574"/>
                  </a:lnTo>
                  <a:lnTo>
                    <a:pt x="4073" y="4668"/>
                  </a:lnTo>
                  <a:close/>
                  <a:moveTo>
                    <a:pt x="6669" y="596"/>
                  </a:moveTo>
                  <a:cubicBezTo>
                    <a:pt x="7145" y="596"/>
                    <a:pt x="7550" y="1001"/>
                    <a:pt x="7550" y="1477"/>
                  </a:cubicBezTo>
                  <a:lnTo>
                    <a:pt x="7550" y="7574"/>
                  </a:lnTo>
                  <a:lnTo>
                    <a:pt x="6383" y="7574"/>
                  </a:lnTo>
                  <a:lnTo>
                    <a:pt x="6383" y="4073"/>
                  </a:lnTo>
                  <a:lnTo>
                    <a:pt x="5216" y="4073"/>
                  </a:lnTo>
                  <a:lnTo>
                    <a:pt x="5216" y="3763"/>
                  </a:lnTo>
                  <a:cubicBezTo>
                    <a:pt x="5716" y="3621"/>
                    <a:pt x="6097" y="3168"/>
                    <a:pt x="6097" y="2644"/>
                  </a:cubicBezTo>
                  <a:cubicBezTo>
                    <a:pt x="6097" y="2358"/>
                    <a:pt x="5978" y="2073"/>
                    <a:pt x="5788" y="1858"/>
                  </a:cubicBezTo>
                  <a:lnTo>
                    <a:pt x="4930" y="906"/>
                  </a:lnTo>
                  <a:lnTo>
                    <a:pt x="4073" y="1858"/>
                  </a:lnTo>
                  <a:cubicBezTo>
                    <a:pt x="3883" y="2073"/>
                    <a:pt x="3787" y="2358"/>
                    <a:pt x="3787" y="2644"/>
                  </a:cubicBezTo>
                  <a:cubicBezTo>
                    <a:pt x="3787" y="3168"/>
                    <a:pt x="4144" y="3621"/>
                    <a:pt x="4645" y="3763"/>
                  </a:cubicBezTo>
                  <a:lnTo>
                    <a:pt x="4645" y="4073"/>
                  </a:lnTo>
                  <a:lnTo>
                    <a:pt x="3501" y="4073"/>
                  </a:lnTo>
                  <a:lnTo>
                    <a:pt x="3501" y="7574"/>
                  </a:lnTo>
                  <a:lnTo>
                    <a:pt x="2335" y="7574"/>
                  </a:lnTo>
                  <a:lnTo>
                    <a:pt x="2335" y="1477"/>
                  </a:lnTo>
                  <a:cubicBezTo>
                    <a:pt x="2335" y="1001"/>
                    <a:pt x="2739" y="596"/>
                    <a:pt x="3192" y="596"/>
                  </a:cubicBezTo>
                  <a:close/>
                  <a:moveTo>
                    <a:pt x="9265" y="8145"/>
                  </a:moveTo>
                  <a:cubicBezTo>
                    <a:pt x="9122" y="8812"/>
                    <a:pt x="8526" y="9312"/>
                    <a:pt x="7836" y="9312"/>
                  </a:cubicBezTo>
                  <a:lnTo>
                    <a:pt x="2049" y="9312"/>
                  </a:lnTo>
                  <a:cubicBezTo>
                    <a:pt x="1334" y="9312"/>
                    <a:pt x="739" y="8812"/>
                    <a:pt x="596" y="8145"/>
                  </a:cubicBezTo>
                  <a:close/>
                  <a:moveTo>
                    <a:pt x="3192" y="1"/>
                  </a:moveTo>
                  <a:cubicBezTo>
                    <a:pt x="2406" y="1"/>
                    <a:pt x="1763" y="668"/>
                    <a:pt x="1763" y="1477"/>
                  </a:cubicBezTo>
                  <a:lnTo>
                    <a:pt x="1763" y="7574"/>
                  </a:lnTo>
                  <a:lnTo>
                    <a:pt x="1" y="7574"/>
                  </a:lnTo>
                  <a:lnTo>
                    <a:pt x="1" y="7860"/>
                  </a:lnTo>
                  <a:cubicBezTo>
                    <a:pt x="1" y="8979"/>
                    <a:pt x="906" y="9884"/>
                    <a:pt x="2049" y="9884"/>
                  </a:cubicBezTo>
                  <a:lnTo>
                    <a:pt x="7836" y="9884"/>
                  </a:lnTo>
                  <a:cubicBezTo>
                    <a:pt x="8955" y="9884"/>
                    <a:pt x="9884" y="8979"/>
                    <a:pt x="9884" y="7860"/>
                  </a:cubicBezTo>
                  <a:lnTo>
                    <a:pt x="9884" y="7574"/>
                  </a:lnTo>
                  <a:lnTo>
                    <a:pt x="8121" y="7574"/>
                  </a:lnTo>
                  <a:lnTo>
                    <a:pt x="8121" y="1477"/>
                  </a:lnTo>
                  <a:cubicBezTo>
                    <a:pt x="8121" y="668"/>
                    <a:pt x="7478" y="1"/>
                    <a:pt x="666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9" name="Google Shape;1749;p119"/>
            <p:cNvSpPr/>
            <p:nvPr/>
          </p:nvSpPr>
          <p:spPr>
            <a:xfrm>
              <a:off x="3226825" y="2271950"/>
              <a:ext cx="245925" cy="245900"/>
            </a:xfrm>
            <a:custGeom>
              <a:rect b="b" l="l" r="r" t="t"/>
              <a:pathLst>
                <a:path extrusionOk="0" h="9836" w="9837">
                  <a:moveTo>
                    <a:pt x="3763" y="1739"/>
                  </a:moveTo>
                  <a:cubicBezTo>
                    <a:pt x="3930" y="1739"/>
                    <a:pt x="4049" y="1882"/>
                    <a:pt x="4049" y="2049"/>
                  </a:cubicBezTo>
                  <a:cubicBezTo>
                    <a:pt x="4049" y="2192"/>
                    <a:pt x="3930" y="2334"/>
                    <a:pt x="3763" y="2334"/>
                  </a:cubicBezTo>
                  <a:cubicBezTo>
                    <a:pt x="3597" y="2334"/>
                    <a:pt x="3478" y="2192"/>
                    <a:pt x="3478" y="2049"/>
                  </a:cubicBezTo>
                  <a:cubicBezTo>
                    <a:pt x="3478" y="1882"/>
                    <a:pt x="3597" y="1739"/>
                    <a:pt x="3763" y="1739"/>
                  </a:cubicBezTo>
                  <a:close/>
                  <a:moveTo>
                    <a:pt x="5811" y="572"/>
                  </a:moveTo>
                  <a:lnTo>
                    <a:pt x="5811" y="2620"/>
                  </a:lnTo>
                  <a:cubicBezTo>
                    <a:pt x="5549" y="2430"/>
                    <a:pt x="5264" y="2334"/>
                    <a:pt x="4930" y="2334"/>
                  </a:cubicBezTo>
                  <a:lnTo>
                    <a:pt x="4573" y="2334"/>
                  </a:lnTo>
                  <a:cubicBezTo>
                    <a:pt x="4621" y="2239"/>
                    <a:pt x="4621" y="2144"/>
                    <a:pt x="4621" y="2049"/>
                  </a:cubicBezTo>
                  <a:cubicBezTo>
                    <a:pt x="4621" y="1549"/>
                    <a:pt x="4240" y="1167"/>
                    <a:pt x="3763" y="1167"/>
                  </a:cubicBezTo>
                  <a:cubicBezTo>
                    <a:pt x="3287" y="1167"/>
                    <a:pt x="2906" y="1549"/>
                    <a:pt x="2906" y="2049"/>
                  </a:cubicBezTo>
                  <a:cubicBezTo>
                    <a:pt x="2906" y="2144"/>
                    <a:pt x="2906" y="2239"/>
                    <a:pt x="2954" y="2334"/>
                  </a:cubicBezTo>
                  <a:lnTo>
                    <a:pt x="2620" y="2334"/>
                  </a:lnTo>
                  <a:cubicBezTo>
                    <a:pt x="2287" y="2334"/>
                    <a:pt x="1977" y="2430"/>
                    <a:pt x="1715" y="2620"/>
                  </a:cubicBezTo>
                  <a:lnTo>
                    <a:pt x="1715" y="572"/>
                  </a:lnTo>
                  <a:close/>
                  <a:moveTo>
                    <a:pt x="4930" y="2906"/>
                  </a:moveTo>
                  <a:cubicBezTo>
                    <a:pt x="5311" y="2906"/>
                    <a:pt x="5645" y="3144"/>
                    <a:pt x="5764" y="3477"/>
                  </a:cubicBezTo>
                  <a:lnTo>
                    <a:pt x="1787" y="3477"/>
                  </a:lnTo>
                  <a:cubicBezTo>
                    <a:pt x="1906" y="3144"/>
                    <a:pt x="2239" y="2906"/>
                    <a:pt x="2620" y="2906"/>
                  </a:cubicBezTo>
                  <a:close/>
                  <a:moveTo>
                    <a:pt x="8836" y="4049"/>
                  </a:moveTo>
                  <a:lnTo>
                    <a:pt x="7526" y="6288"/>
                  </a:lnTo>
                  <a:cubicBezTo>
                    <a:pt x="7478" y="5859"/>
                    <a:pt x="7359" y="5406"/>
                    <a:pt x="7217" y="4978"/>
                  </a:cubicBezTo>
                  <a:lnTo>
                    <a:pt x="8288" y="4049"/>
                  </a:lnTo>
                  <a:close/>
                  <a:moveTo>
                    <a:pt x="6002" y="4049"/>
                  </a:moveTo>
                  <a:cubicBezTo>
                    <a:pt x="6502" y="4501"/>
                    <a:pt x="6883" y="5573"/>
                    <a:pt x="6955" y="6383"/>
                  </a:cubicBezTo>
                  <a:lnTo>
                    <a:pt x="5216" y="6383"/>
                  </a:lnTo>
                  <a:lnTo>
                    <a:pt x="5216" y="8121"/>
                  </a:lnTo>
                  <a:lnTo>
                    <a:pt x="929" y="8121"/>
                  </a:lnTo>
                  <a:cubicBezTo>
                    <a:pt x="834" y="8050"/>
                    <a:pt x="572" y="7764"/>
                    <a:pt x="572" y="6669"/>
                  </a:cubicBezTo>
                  <a:cubicBezTo>
                    <a:pt x="572" y="5811"/>
                    <a:pt x="977" y="4549"/>
                    <a:pt x="1525" y="4049"/>
                  </a:cubicBezTo>
                  <a:close/>
                  <a:moveTo>
                    <a:pt x="8979" y="7526"/>
                  </a:moveTo>
                  <a:cubicBezTo>
                    <a:pt x="9145" y="7526"/>
                    <a:pt x="9265" y="7669"/>
                    <a:pt x="9265" y="7836"/>
                  </a:cubicBezTo>
                  <a:cubicBezTo>
                    <a:pt x="9265" y="7978"/>
                    <a:pt x="9145" y="8121"/>
                    <a:pt x="8979" y="8121"/>
                  </a:cubicBezTo>
                  <a:lnTo>
                    <a:pt x="8693" y="8121"/>
                  </a:lnTo>
                  <a:lnTo>
                    <a:pt x="8693" y="7526"/>
                  </a:lnTo>
                  <a:close/>
                  <a:moveTo>
                    <a:pt x="8121" y="6954"/>
                  </a:moveTo>
                  <a:lnTo>
                    <a:pt x="8121" y="8169"/>
                  </a:lnTo>
                  <a:cubicBezTo>
                    <a:pt x="8121" y="8574"/>
                    <a:pt x="7955" y="8955"/>
                    <a:pt x="7693" y="9264"/>
                  </a:cubicBezTo>
                  <a:lnTo>
                    <a:pt x="6216" y="9264"/>
                  </a:lnTo>
                  <a:cubicBezTo>
                    <a:pt x="5954" y="8955"/>
                    <a:pt x="5811" y="8574"/>
                    <a:pt x="5811" y="8169"/>
                  </a:cubicBezTo>
                  <a:lnTo>
                    <a:pt x="5811" y="6954"/>
                  </a:lnTo>
                  <a:close/>
                  <a:moveTo>
                    <a:pt x="1144" y="1"/>
                  </a:moveTo>
                  <a:lnTo>
                    <a:pt x="1144" y="3620"/>
                  </a:lnTo>
                  <a:cubicBezTo>
                    <a:pt x="429" y="4263"/>
                    <a:pt x="1" y="5668"/>
                    <a:pt x="1" y="6669"/>
                  </a:cubicBezTo>
                  <a:cubicBezTo>
                    <a:pt x="1" y="8407"/>
                    <a:pt x="668" y="8645"/>
                    <a:pt x="787" y="8693"/>
                  </a:cubicBezTo>
                  <a:lnTo>
                    <a:pt x="5288" y="8693"/>
                  </a:lnTo>
                  <a:cubicBezTo>
                    <a:pt x="5335" y="8883"/>
                    <a:pt x="5407" y="9098"/>
                    <a:pt x="5502" y="9264"/>
                  </a:cubicBezTo>
                  <a:lnTo>
                    <a:pt x="4049" y="9264"/>
                  </a:lnTo>
                  <a:lnTo>
                    <a:pt x="4049" y="9836"/>
                  </a:lnTo>
                  <a:lnTo>
                    <a:pt x="9836" y="9836"/>
                  </a:lnTo>
                  <a:lnTo>
                    <a:pt x="9836" y="9264"/>
                  </a:lnTo>
                  <a:lnTo>
                    <a:pt x="8407" y="9264"/>
                  </a:lnTo>
                  <a:cubicBezTo>
                    <a:pt x="8502" y="9098"/>
                    <a:pt x="8574" y="8883"/>
                    <a:pt x="8622" y="8693"/>
                  </a:cubicBezTo>
                  <a:lnTo>
                    <a:pt x="8979" y="8693"/>
                  </a:lnTo>
                  <a:cubicBezTo>
                    <a:pt x="9455" y="8693"/>
                    <a:pt x="9836" y="8312"/>
                    <a:pt x="9836" y="7836"/>
                  </a:cubicBezTo>
                  <a:cubicBezTo>
                    <a:pt x="9836" y="7359"/>
                    <a:pt x="9455" y="6954"/>
                    <a:pt x="8979" y="6954"/>
                  </a:cubicBezTo>
                  <a:lnTo>
                    <a:pt x="8693" y="6954"/>
                  </a:lnTo>
                  <a:lnTo>
                    <a:pt x="8693" y="6383"/>
                  </a:lnTo>
                  <a:lnTo>
                    <a:pt x="8121" y="6383"/>
                  </a:lnTo>
                  <a:lnTo>
                    <a:pt x="9836" y="3477"/>
                  </a:lnTo>
                  <a:lnTo>
                    <a:pt x="8074" y="3477"/>
                  </a:lnTo>
                  <a:lnTo>
                    <a:pt x="6978" y="4430"/>
                  </a:lnTo>
                  <a:cubicBezTo>
                    <a:pt x="6812" y="4144"/>
                    <a:pt x="6621" y="3835"/>
                    <a:pt x="6383" y="3620"/>
                  </a:cubicBezTo>
                  <a:lnTo>
                    <a:pt x="6383"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119"/>
            <p:cNvSpPr/>
            <p:nvPr/>
          </p:nvSpPr>
          <p:spPr>
            <a:xfrm>
              <a:off x="3791825" y="2266000"/>
              <a:ext cx="258425" cy="258400"/>
            </a:xfrm>
            <a:custGeom>
              <a:rect b="b" l="l" r="r" t="t"/>
              <a:pathLst>
                <a:path extrusionOk="0" h="10336" w="10337">
                  <a:moveTo>
                    <a:pt x="3954" y="3072"/>
                  </a:moveTo>
                  <a:cubicBezTo>
                    <a:pt x="4216" y="3072"/>
                    <a:pt x="4478" y="3144"/>
                    <a:pt x="4716" y="3263"/>
                  </a:cubicBezTo>
                  <a:cubicBezTo>
                    <a:pt x="4430" y="3620"/>
                    <a:pt x="4263" y="4073"/>
                    <a:pt x="4263" y="4573"/>
                  </a:cubicBezTo>
                  <a:cubicBezTo>
                    <a:pt x="4263" y="4692"/>
                    <a:pt x="4263" y="4787"/>
                    <a:pt x="4311" y="4882"/>
                  </a:cubicBezTo>
                  <a:lnTo>
                    <a:pt x="2739" y="4882"/>
                  </a:lnTo>
                  <a:cubicBezTo>
                    <a:pt x="2668" y="4882"/>
                    <a:pt x="2573" y="4859"/>
                    <a:pt x="2525" y="4787"/>
                  </a:cubicBezTo>
                  <a:cubicBezTo>
                    <a:pt x="2477" y="4739"/>
                    <a:pt x="2430" y="4644"/>
                    <a:pt x="2430" y="4573"/>
                  </a:cubicBezTo>
                  <a:cubicBezTo>
                    <a:pt x="2454" y="3739"/>
                    <a:pt x="3120" y="3072"/>
                    <a:pt x="3954" y="3072"/>
                  </a:cubicBezTo>
                  <a:close/>
                  <a:moveTo>
                    <a:pt x="6383" y="3072"/>
                  </a:moveTo>
                  <a:cubicBezTo>
                    <a:pt x="7216" y="3072"/>
                    <a:pt x="7883" y="3739"/>
                    <a:pt x="7883" y="4573"/>
                  </a:cubicBezTo>
                  <a:cubicBezTo>
                    <a:pt x="7883" y="4739"/>
                    <a:pt x="7764" y="4882"/>
                    <a:pt x="7597" y="4882"/>
                  </a:cubicBezTo>
                  <a:lnTo>
                    <a:pt x="5168" y="4882"/>
                  </a:lnTo>
                  <a:cubicBezTo>
                    <a:pt x="5002" y="4882"/>
                    <a:pt x="4859" y="4739"/>
                    <a:pt x="4859" y="4573"/>
                  </a:cubicBezTo>
                  <a:cubicBezTo>
                    <a:pt x="4859" y="3739"/>
                    <a:pt x="5549" y="3072"/>
                    <a:pt x="6383" y="3072"/>
                  </a:cubicBezTo>
                  <a:close/>
                  <a:moveTo>
                    <a:pt x="4263" y="5478"/>
                  </a:moveTo>
                  <a:lnTo>
                    <a:pt x="4263" y="6097"/>
                  </a:lnTo>
                  <a:lnTo>
                    <a:pt x="3644" y="6097"/>
                  </a:lnTo>
                  <a:lnTo>
                    <a:pt x="3644" y="5478"/>
                  </a:lnTo>
                  <a:close/>
                  <a:moveTo>
                    <a:pt x="5478" y="5478"/>
                  </a:moveTo>
                  <a:lnTo>
                    <a:pt x="5478" y="6097"/>
                  </a:lnTo>
                  <a:lnTo>
                    <a:pt x="4859" y="6097"/>
                  </a:lnTo>
                  <a:lnTo>
                    <a:pt x="4859" y="5478"/>
                  </a:lnTo>
                  <a:close/>
                  <a:moveTo>
                    <a:pt x="6669" y="5478"/>
                  </a:moveTo>
                  <a:lnTo>
                    <a:pt x="6669" y="6097"/>
                  </a:lnTo>
                  <a:lnTo>
                    <a:pt x="6073" y="6097"/>
                  </a:lnTo>
                  <a:lnTo>
                    <a:pt x="6073" y="5478"/>
                  </a:lnTo>
                  <a:close/>
                  <a:moveTo>
                    <a:pt x="7597" y="596"/>
                  </a:moveTo>
                  <a:cubicBezTo>
                    <a:pt x="8431" y="596"/>
                    <a:pt x="9098" y="1286"/>
                    <a:pt x="9098" y="2144"/>
                  </a:cubicBezTo>
                  <a:lnTo>
                    <a:pt x="9098" y="6097"/>
                  </a:lnTo>
                  <a:lnTo>
                    <a:pt x="7288" y="6097"/>
                  </a:lnTo>
                  <a:lnTo>
                    <a:pt x="7288" y="5478"/>
                  </a:lnTo>
                  <a:lnTo>
                    <a:pt x="7597" y="5478"/>
                  </a:lnTo>
                  <a:cubicBezTo>
                    <a:pt x="8098" y="5478"/>
                    <a:pt x="8502" y="5073"/>
                    <a:pt x="8502" y="4573"/>
                  </a:cubicBezTo>
                  <a:cubicBezTo>
                    <a:pt x="8502" y="3406"/>
                    <a:pt x="7550" y="2453"/>
                    <a:pt x="6383" y="2453"/>
                  </a:cubicBezTo>
                  <a:cubicBezTo>
                    <a:pt x="5930" y="2453"/>
                    <a:pt x="5502" y="2596"/>
                    <a:pt x="5168" y="2834"/>
                  </a:cubicBezTo>
                  <a:cubicBezTo>
                    <a:pt x="4811" y="2596"/>
                    <a:pt x="4383" y="2453"/>
                    <a:pt x="3954" y="2453"/>
                  </a:cubicBezTo>
                  <a:cubicBezTo>
                    <a:pt x="2787" y="2453"/>
                    <a:pt x="1834" y="3382"/>
                    <a:pt x="1834" y="4549"/>
                  </a:cubicBezTo>
                  <a:cubicBezTo>
                    <a:pt x="1834" y="4811"/>
                    <a:pt x="1930" y="5049"/>
                    <a:pt x="2096" y="5216"/>
                  </a:cubicBezTo>
                  <a:cubicBezTo>
                    <a:pt x="2263" y="5382"/>
                    <a:pt x="2501" y="5478"/>
                    <a:pt x="2739" y="5478"/>
                  </a:cubicBezTo>
                  <a:lnTo>
                    <a:pt x="3049" y="5478"/>
                  </a:lnTo>
                  <a:lnTo>
                    <a:pt x="3049" y="6097"/>
                  </a:lnTo>
                  <a:lnTo>
                    <a:pt x="1215" y="6097"/>
                  </a:lnTo>
                  <a:lnTo>
                    <a:pt x="1215" y="2144"/>
                  </a:lnTo>
                  <a:cubicBezTo>
                    <a:pt x="1215" y="1286"/>
                    <a:pt x="1906" y="596"/>
                    <a:pt x="2739" y="596"/>
                  </a:cubicBezTo>
                  <a:close/>
                  <a:moveTo>
                    <a:pt x="4335" y="6692"/>
                  </a:moveTo>
                  <a:lnTo>
                    <a:pt x="3049" y="7812"/>
                  </a:lnTo>
                  <a:lnTo>
                    <a:pt x="1739" y="6692"/>
                  </a:lnTo>
                  <a:close/>
                  <a:moveTo>
                    <a:pt x="8598" y="6692"/>
                  </a:moveTo>
                  <a:lnTo>
                    <a:pt x="7288" y="7812"/>
                  </a:lnTo>
                  <a:lnTo>
                    <a:pt x="5978" y="6692"/>
                  </a:lnTo>
                  <a:close/>
                  <a:moveTo>
                    <a:pt x="1215" y="7049"/>
                  </a:moveTo>
                  <a:lnTo>
                    <a:pt x="2573" y="8216"/>
                  </a:lnTo>
                  <a:lnTo>
                    <a:pt x="1525" y="9121"/>
                  </a:lnTo>
                  <a:cubicBezTo>
                    <a:pt x="1334" y="8859"/>
                    <a:pt x="1215" y="8550"/>
                    <a:pt x="1215" y="8216"/>
                  </a:cubicBezTo>
                  <a:lnTo>
                    <a:pt x="1215" y="7049"/>
                  </a:lnTo>
                  <a:close/>
                  <a:moveTo>
                    <a:pt x="9098" y="7049"/>
                  </a:moveTo>
                  <a:lnTo>
                    <a:pt x="9098" y="8216"/>
                  </a:lnTo>
                  <a:cubicBezTo>
                    <a:pt x="9098" y="8550"/>
                    <a:pt x="9003" y="8859"/>
                    <a:pt x="8812" y="9121"/>
                  </a:cubicBezTo>
                  <a:lnTo>
                    <a:pt x="7740" y="8216"/>
                  </a:lnTo>
                  <a:lnTo>
                    <a:pt x="9098" y="7049"/>
                  </a:lnTo>
                  <a:close/>
                  <a:moveTo>
                    <a:pt x="5168" y="6788"/>
                  </a:moveTo>
                  <a:lnTo>
                    <a:pt x="6812" y="8216"/>
                  </a:lnTo>
                  <a:lnTo>
                    <a:pt x="5168" y="9621"/>
                  </a:lnTo>
                  <a:lnTo>
                    <a:pt x="3501" y="8216"/>
                  </a:lnTo>
                  <a:lnTo>
                    <a:pt x="5168" y="6788"/>
                  </a:lnTo>
                  <a:close/>
                  <a:moveTo>
                    <a:pt x="3049" y="8621"/>
                  </a:moveTo>
                  <a:lnTo>
                    <a:pt x="4335" y="9741"/>
                  </a:lnTo>
                  <a:lnTo>
                    <a:pt x="2739" y="9741"/>
                  </a:lnTo>
                  <a:cubicBezTo>
                    <a:pt x="2454" y="9741"/>
                    <a:pt x="2192" y="9645"/>
                    <a:pt x="1977" y="9526"/>
                  </a:cubicBezTo>
                  <a:lnTo>
                    <a:pt x="3049" y="8621"/>
                  </a:lnTo>
                  <a:close/>
                  <a:moveTo>
                    <a:pt x="7288" y="8621"/>
                  </a:moveTo>
                  <a:lnTo>
                    <a:pt x="8336" y="9526"/>
                  </a:lnTo>
                  <a:cubicBezTo>
                    <a:pt x="8121" y="9645"/>
                    <a:pt x="7859" y="9741"/>
                    <a:pt x="7597" y="9741"/>
                  </a:cubicBezTo>
                  <a:lnTo>
                    <a:pt x="5978" y="9741"/>
                  </a:lnTo>
                  <a:lnTo>
                    <a:pt x="7288" y="8621"/>
                  </a:lnTo>
                  <a:close/>
                  <a:moveTo>
                    <a:pt x="2739" y="0"/>
                  </a:moveTo>
                  <a:cubicBezTo>
                    <a:pt x="1572" y="0"/>
                    <a:pt x="620" y="953"/>
                    <a:pt x="620" y="2144"/>
                  </a:cubicBezTo>
                  <a:lnTo>
                    <a:pt x="620" y="6097"/>
                  </a:lnTo>
                  <a:lnTo>
                    <a:pt x="1" y="6097"/>
                  </a:lnTo>
                  <a:lnTo>
                    <a:pt x="1" y="6692"/>
                  </a:lnTo>
                  <a:lnTo>
                    <a:pt x="620" y="6692"/>
                  </a:lnTo>
                  <a:lnTo>
                    <a:pt x="620" y="8216"/>
                  </a:lnTo>
                  <a:cubicBezTo>
                    <a:pt x="620" y="9383"/>
                    <a:pt x="1572" y="10336"/>
                    <a:pt x="2739" y="10336"/>
                  </a:cubicBezTo>
                  <a:lnTo>
                    <a:pt x="7597" y="10336"/>
                  </a:lnTo>
                  <a:cubicBezTo>
                    <a:pt x="8764" y="10336"/>
                    <a:pt x="9717" y="9383"/>
                    <a:pt x="9717" y="8216"/>
                  </a:cubicBezTo>
                  <a:lnTo>
                    <a:pt x="9717" y="6692"/>
                  </a:lnTo>
                  <a:lnTo>
                    <a:pt x="10336" y="6692"/>
                  </a:lnTo>
                  <a:lnTo>
                    <a:pt x="10336" y="6097"/>
                  </a:lnTo>
                  <a:lnTo>
                    <a:pt x="9717" y="6097"/>
                  </a:lnTo>
                  <a:lnTo>
                    <a:pt x="9717" y="2144"/>
                  </a:lnTo>
                  <a:cubicBezTo>
                    <a:pt x="9717" y="953"/>
                    <a:pt x="8764" y="0"/>
                    <a:pt x="759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1" name="Google Shape;1751;p119"/>
            <p:cNvSpPr/>
            <p:nvPr/>
          </p:nvSpPr>
          <p:spPr>
            <a:xfrm>
              <a:off x="4362175" y="2276125"/>
              <a:ext cx="240550" cy="237375"/>
            </a:xfrm>
            <a:custGeom>
              <a:rect b="b" l="l" r="r" t="t"/>
              <a:pathLst>
                <a:path extrusionOk="0" h="9495" w="9622">
                  <a:moveTo>
                    <a:pt x="7098" y="1715"/>
                  </a:moveTo>
                  <a:cubicBezTo>
                    <a:pt x="7622" y="1715"/>
                    <a:pt x="8145" y="1858"/>
                    <a:pt x="8503" y="2144"/>
                  </a:cubicBezTo>
                  <a:cubicBezTo>
                    <a:pt x="8669" y="2263"/>
                    <a:pt x="8812" y="2406"/>
                    <a:pt x="8908" y="2572"/>
                  </a:cubicBezTo>
                  <a:lnTo>
                    <a:pt x="7574" y="2239"/>
                  </a:lnTo>
                  <a:lnTo>
                    <a:pt x="7098" y="2715"/>
                  </a:lnTo>
                  <a:lnTo>
                    <a:pt x="6621" y="2239"/>
                  </a:lnTo>
                  <a:lnTo>
                    <a:pt x="5312" y="2572"/>
                  </a:lnTo>
                  <a:cubicBezTo>
                    <a:pt x="5288" y="2548"/>
                    <a:pt x="5288" y="2548"/>
                    <a:pt x="5264" y="2525"/>
                  </a:cubicBezTo>
                  <a:cubicBezTo>
                    <a:pt x="5597" y="2048"/>
                    <a:pt x="6312" y="1715"/>
                    <a:pt x="7098" y="1715"/>
                  </a:cubicBezTo>
                  <a:close/>
                  <a:moveTo>
                    <a:pt x="7741" y="2858"/>
                  </a:moveTo>
                  <a:lnTo>
                    <a:pt x="9050" y="3191"/>
                  </a:lnTo>
                  <a:cubicBezTo>
                    <a:pt x="9003" y="3787"/>
                    <a:pt x="8407" y="4311"/>
                    <a:pt x="7574" y="4454"/>
                  </a:cubicBezTo>
                  <a:cubicBezTo>
                    <a:pt x="7479" y="4430"/>
                    <a:pt x="7407" y="4382"/>
                    <a:pt x="7312" y="4358"/>
                  </a:cubicBezTo>
                  <a:cubicBezTo>
                    <a:pt x="6693" y="4144"/>
                    <a:pt x="6145" y="3715"/>
                    <a:pt x="5764" y="3120"/>
                  </a:cubicBezTo>
                  <a:cubicBezTo>
                    <a:pt x="5740" y="3096"/>
                    <a:pt x="5740" y="3072"/>
                    <a:pt x="5716" y="3049"/>
                  </a:cubicBezTo>
                  <a:lnTo>
                    <a:pt x="6455" y="2858"/>
                  </a:lnTo>
                  <a:lnTo>
                    <a:pt x="7098" y="3501"/>
                  </a:lnTo>
                  <a:lnTo>
                    <a:pt x="7741" y="2858"/>
                  </a:lnTo>
                  <a:close/>
                  <a:moveTo>
                    <a:pt x="3144" y="2263"/>
                  </a:moveTo>
                  <a:cubicBezTo>
                    <a:pt x="4026" y="2263"/>
                    <a:pt x="4835" y="2715"/>
                    <a:pt x="5288" y="3430"/>
                  </a:cubicBezTo>
                  <a:cubicBezTo>
                    <a:pt x="5740" y="4120"/>
                    <a:pt x="6407" y="4644"/>
                    <a:pt x="7145" y="4882"/>
                  </a:cubicBezTo>
                  <a:cubicBezTo>
                    <a:pt x="7622" y="5049"/>
                    <a:pt x="7931" y="5525"/>
                    <a:pt x="7931" y="6049"/>
                  </a:cubicBezTo>
                  <a:cubicBezTo>
                    <a:pt x="7931" y="6144"/>
                    <a:pt x="7931" y="6263"/>
                    <a:pt x="7907" y="6359"/>
                  </a:cubicBezTo>
                  <a:cubicBezTo>
                    <a:pt x="7812" y="6406"/>
                    <a:pt x="7717" y="6478"/>
                    <a:pt x="7645" y="6573"/>
                  </a:cubicBezTo>
                  <a:cubicBezTo>
                    <a:pt x="7455" y="6335"/>
                    <a:pt x="7145" y="6192"/>
                    <a:pt x="6812" y="6192"/>
                  </a:cubicBezTo>
                  <a:cubicBezTo>
                    <a:pt x="6193" y="6192"/>
                    <a:pt x="5693" y="6692"/>
                    <a:pt x="5693" y="7311"/>
                  </a:cubicBezTo>
                  <a:lnTo>
                    <a:pt x="5121" y="7311"/>
                  </a:lnTo>
                  <a:cubicBezTo>
                    <a:pt x="5169" y="6811"/>
                    <a:pt x="5073" y="6335"/>
                    <a:pt x="4883" y="5930"/>
                  </a:cubicBezTo>
                  <a:cubicBezTo>
                    <a:pt x="4645" y="5454"/>
                    <a:pt x="4264" y="5120"/>
                    <a:pt x="3811" y="5049"/>
                  </a:cubicBezTo>
                  <a:cubicBezTo>
                    <a:pt x="3733" y="5038"/>
                    <a:pt x="3655" y="5032"/>
                    <a:pt x="3579" y="5032"/>
                  </a:cubicBezTo>
                  <a:cubicBezTo>
                    <a:pt x="3332" y="5032"/>
                    <a:pt x="3095" y="5094"/>
                    <a:pt x="2859" y="5239"/>
                  </a:cubicBezTo>
                  <a:lnTo>
                    <a:pt x="2859" y="5073"/>
                  </a:lnTo>
                  <a:cubicBezTo>
                    <a:pt x="2859" y="4763"/>
                    <a:pt x="3121" y="4501"/>
                    <a:pt x="3430" y="4501"/>
                  </a:cubicBezTo>
                  <a:lnTo>
                    <a:pt x="3430" y="3953"/>
                  </a:lnTo>
                  <a:cubicBezTo>
                    <a:pt x="2811" y="3953"/>
                    <a:pt x="2311" y="4454"/>
                    <a:pt x="2311" y="5073"/>
                  </a:cubicBezTo>
                  <a:lnTo>
                    <a:pt x="2311" y="5239"/>
                  </a:lnTo>
                  <a:cubicBezTo>
                    <a:pt x="2074" y="5094"/>
                    <a:pt x="1824" y="5032"/>
                    <a:pt x="1581" y="5032"/>
                  </a:cubicBezTo>
                  <a:cubicBezTo>
                    <a:pt x="1506" y="5032"/>
                    <a:pt x="1431" y="5038"/>
                    <a:pt x="1358" y="5049"/>
                  </a:cubicBezTo>
                  <a:cubicBezTo>
                    <a:pt x="1120" y="5097"/>
                    <a:pt x="882" y="5216"/>
                    <a:pt x="692" y="5382"/>
                  </a:cubicBezTo>
                  <a:cubicBezTo>
                    <a:pt x="668" y="5263"/>
                    <a:pt x="644" y="5144"/>
                    <a:pt x="644" y="5025"/>
                  </a:cubicBezTo>
                  <a:cubicBezTo>
                    <a:pt x="572" y="4311"/>
                    <a:pt x="787" y="3620"/>
                    <a:pt x="1287" y="3096"/>
                  </a:cubicBezTo>
                  <a:cubicBezTo>
                    <a:pt x="1763" y="2572"/>
                    <a:pt x="2430" y="2263"/>
                    <a:pt x="3144" y="2263"/>
                  </a:cubicBezTo>
                  <a:close/>
                  <a:moveTo>
                    <a:pt x="6812" y="6740"/>
                  </a:moveTo>
                  <a:cubicBezTo>
                    <a:pt x="7121" y="6740"/>
                    <a:pt x="7383" y="7002"/>
                    <a:pt x="7383" y="7311"/>
                  </a:cubicBezTo>
                  <a:cubicBezTo>
                    <a:pt x="7383" y="7621"/>
                    <a:pt x="7121" y="7859"/>
                    <a:pt x="6812" y="7859"/>
                  </a:cubicBezTo>
                  <a:cubicBezTo>
                    <a:pt x="6502" y="7859"/>
                    <a:pt x="6264" y="7621"/>
                    <a:pt x="6264" y="7311"/>
                  </a:cubicBezTo>
                  <a:cubicBezTo>
                    <a:pt x="6264" y="7002"/>
                    <a:pt x="6502" y="6740"/>
                    <a:pt x="6812" y="6740"/>
                  </a:cubicBezTo>
                  <a:close/>
                  <a:moveTo>
                    <a:pt x="8503" y="6740"/>
                  </a:moveTo>
                  <a:cubicBezTo>
                    <a:pt x="8812" y="6740"/>
                    <a:pt x="9050" y="7002"/>
                    <a:pt x="9050" y="7311"/>
                  </a:cubicBezTo>
                  <a:cubicBezTo>
                    <a:pt x="9050" y="7621"/>
                    <a:pt x="8812" y="7859"/>
                    <a:pt x="8503" y="7859"/>
                  </a:cubicBezTo>
                  <a:cubicBezTo>
                    <a:pt x="8193" y="7859"/>
                    <a:pt x="7931" y="7621"/>
                    <a:pt x="7931" y="7311"/>
                  </a:cubicBezTo>
                  <a:cubicBezTo>
                    <a:pt x="7931" y="7002"/>
                    <a:pt x="8193" y="6740"/>
                    <a:pt x="8503" y="6740"/>
                  </a:cubicBezTo>
                  <a:close/>
                  <a:moveTo>
                    <a:pt x="3598" y="5588"/>
                  </a:moveTo>
                  <a:cubicBezTo>
                    <a:pt x="3638" y="5588"/>
                    <a:pt x="3677" y="5591"/>
                    <a:pt x="3716" y="5597"/>
                  </a:cubicBezTo>
                  <a:cubicBezTo>
                    <a:pt x="3978" y="5644"/>
                    <a:pt x="4216" y="5859"/>
                    <a:pt x="4383" y="6192"/>
                  </a:cubicBezTo>
                  <a:cubicBezTo>
                    <a:pt x="4740" y="6930"/>
                    <a:pt x="4550" y="8026"/>
                    <a:pt x="3954" y="8597"/>
                  </a:cubicBezTo>
                  <a:cubicBezTo>
                    <a:pt x="3730" y="8821"/>
                    <a:pt x="3488" y="8941"/>
                    <a:pt x="3244" y="8941"/>
                  </a:cubicBezTo>
                  <a:cubicBezTo>
                    <a:pt x="3203" y="8941"/>
                    <a:pt x="3162" y="8938"/>
                    <a:pt x="3121" y="8931"/>
                  </a:cubicBezTo>
                  <a:cubicBezTo>
                    <a:pt x="2859" y="8883"/>
                    <a:pt x="2716" y="8693"/>
                    <a:pt x="2573" y="8597"/>
                  </a:cubicBezTo>
                  <a:cubicBezTo>
                    <a:pt x="2454" y="8693"/>
                    <a:pt x="2311" y="8883"/>
                    <a:pt x="2049" y="8931"/>
                  </a:cubicBezTo>
                  <a:cubicBezTo>
                    <a:pt x="2008" y="8938"/>
                    <a:pt x="1966" y="8941"/>
                    <a:pt x="1925" y="8941"/>
                  </a:cubicBezTo>
                  <a:cubicBezTo>
                    <a:pt x="1681" y="8941"/>
                    <a:pt x="1440" y="8821"/>
                    <a:pt x="1215" y="8597"/>
                  </a:cubicBezTo>
                  <a:cubicBezTo>
                    <a:pt x="930" y="8311"/>
                    <a:pt x="739" y="7907"/>
                    <a:pt x="668" y="7454"/>
                  </a:cubicBezTo>
                  <a:cubicBezTo>
                    <a:pt x="572" y="6978"/>
                    <a:pt x="620" y="6525"/>
                    <a:pt x="787" y="6168"/>
                  </a:cubicBezTo>
                  <a:cubicBezTo>
                    <a:pt x="954" y="5859"/>
                    <a:pt x="1192" y="5644"/>
                    <a:pt x="1454" y="5597"/>
                  </a:cubicBezTo>
                  <a:cubicBezTo>
                    <a:pt x="1493" y="5591"/>
                    <a:pt x="1532" y="5588"/>
                    <a:pt x="1572" y="5588"/>
                  </a:cubicBezTo>
                  <a:cubicBezTo>
                    <a:pt x="1846" y="5588"/>
                    <a:pt x="2133" y="5731"/>
                    <a:pt x="2382" y="6002"/>
                  </a:cubicBezTo>
                  <a:lnTo>
                    <a:pt x="2573" y="6240"/>
                  </a:lnTo>
                  <a:lnTo>
                    <a:pt x="2787" y="6002"/>
                  </a:lnTo>
                  <a:cubicBezTo>
                    <a:pt x="3037" y="5731"/>
                    <a:pt x="3323" y="5588"/>
                    <a:pt x="3598" y="5588"/>
                  </a:cubicBezTo>
                  <a:close/>
                  <a:moveTo>
                    <a:pt x="8503" y="0"/>
                  </a:moveTo>
                  <a:cubicBezTo>
                    <a:pt x="7764" y="0"/>
                    <a:pt x="7145" y="477"/>
                    <a:pt x="6907" y="1143"/>
                  </a:cubicBezTo>
                  <a:cubicBezTo>
                    <a:pt x="6026" y="1215"/>
                    <a:pt x="5240" y="1620"/>
                    <a:pt x="4835" y="2191"/>
                  </a:cubicBezTo>
                  <a:cubicBezTo>
                    <a:pt x="4335" y="1882"/>
                    <a:pt x="3740" y="1715"/>
                    <a:pt x="3144" y="1715"/>
                  </a:cubicBezTo>
                  <a:cubicBezTo>
                    <a:pt x="2382" y="1715"/>
                    <a:pt x="1668" y="1977"/>
                    <a:pt x="1096" y="2477"/>
                  </a:cubicBezTo>
                  <a:cubicBezTo>
                    <a:pt x="811" y="2215"/>
                    <a:pt x="620" y="1834"/>
                    <a:pt x="620" y="1429"/>
                  </a:cubicBezTo>
                  <a:lnTo>
                    <a:pt x="72" y="1429"/>
                  </a:lnTo>
                  <a:cubicBezTo>
                    <a:pt x="72" y="2001"/>
                    <a:pt x="311" y="2525"/>
                    <a:pt x="715" y="2882"/>
                  </a:cubicBezTo>
                  <a:cubicBezTo>
                    <a:pt x="239" y="3501"/>
                    <a:pt x="1" y="4287"/>
                    <a:pt x="72" y="5097"/>
                  </a:cubicBezTo>
                  <a:cubicBezTo>
                    <a:pt x="120" y="5382"/>
                    <a:pt x="191" y="5668"/>
                    <a:pt x="287" y="5930"/>
                  </a:cubicBezTo>
                  <a:cubicBezTo>
                    <a:pt x="287" y="5930"/>
                    <a:pt x="287" y="5930"/>
                    <a:pt x="287" y="5954"/>
                  </a:cubicBezTo>
                  <a:cubicBezTo>
                    <a:pt x="72" y="6406"/>
                    <a:pt x="1" y="6978"/>
                    <a:pt x="120" y="7549"/>
                  </a:cubicBezTo>
                  <a:cubicBezTo>
                    <a:pt x="215" y="8121"/>
                    <a:pt x="477" y="8645"/>
                    <a:pt x="834" y="9002"/>
                  </a:cubicBezTo>
                  <a:cubicBezTo>
                    <a:pt x="1158" y="9326"/>
                    <a:pt x="1533" y="9495"/>
                    <a:pt x="1930" y="9495"/>
                  </a:cubicBezTo>
                  <a:cubicBezTo>
                    <a:pt x="2001" y="9495"/>
                    <a:pt x="2072" y="9489"/>
                    <a:pt x="2144" y="9478"/>
                  </a:cubicBezTo>
                  <a:cubicBezTo>
                    <a:pt x="2287" y="9455"/>
                    <a:pt x="2454" y="9383"/>
                    <a:pt x="2573" y="9312"/>
                  </a:cubicBezTo>
                  <a:cubicBezTo>
                    <a:pt x="2716" y="9383"/>
                    <a:pt x="2882" y="9455"/>
                    <a:pt x="3025" y="9478"/>
                  </a:cubicBezTo>
                  <a:cubicBezTo>
                    <a:pt x="3095" y="9488"/>
                    <a:pt x="3165" y="9493"/>
                    <a:pt x="3234" y="9493"/>
                  </a:cubicBezTo>
                  <a:cubicBezTo>
                    <a:pt x="3656" y="9493"/>
                    <a:pt x="4052" y="9309"/>
                    <a:pt x="4359" y="9002"/>
                  </a:cubicBezTo>
                  <a:cubicBezTo>
                    <a:pt x="4645" y="8693"/>
                    <a:pt x="4883" y="8311"/>
                    <a:pt x="5002" y="7859"/>
                  </a:cubicBezTo>
                  <a:lnTo>
                    <a:pt x="5859" y="7859"/>
                  </a:lnTo>
                  <a:cubicBezTo>
                    <a:pt x="6050" y="8192"/>
                    <a:pt x="6407" y="8431"/>
                    <a:pt x="6812" y="8431"/>
                  </a:cubicBezTo>
                  <a:cubicBezTo>
                    <a:pt x="7145" y="8431"/>
                    <a:pt x="7455" y="8264"/>
                    <a:pt x="7645" y="8050"/>
                  </a:cubicBezTo>
                  <a:cubicBezTo>
                    <a:pt x="7860" y="8264"/>
                    <a:pt x="8169" y="8431"/>
                    <a:pt x="8503" y="8431"/>
                  </a:cubicBezTo>
                  <a:cubicBezTo>
                    <a:pt x="9122" y="8431"/>
                    <a:pt x="9622" y="7930"/>
                    <a:pt x="9622" y="7311"/>
                  </a:cubicBezTo>
                  <a:cubicBezTo>
                    <a:pt x="9622" y="6692"/>
                    <a:pt x="9122" y="6192"/>
                    <a:pt x="8503" y="6192"/>
                  </a:cubicBezTo>
                  <a:lnTo>
                    <a:pt x="8479" y="6192"/>
                  </a:lnTo>
                  <a:cubicBezTo>
                    <a:pt x="8503" y="6144"/>
                    <a:pt x="8503" y="6097"/>
                    <a:pt x="8503" y="6049"/>
                  </a:cubicBezTo>
                  <a:cubicBezTo>
                    <a:pt x="8503" y="5620"/>
                    <a:pt x="8360" y="5216"/>
                    <a:pt x="8098" y="4906"/>
                  </a:cubicBezTo>
                  <a:cubicBezTo>
                    <a:pt x="9003" y="4596"/>
                    <a:pt x="9622" y="3906"/>
                    <a:pt x="9622" y="3096"/>
                  </a:cubicBezTo>
                  <a:cubicBezTo>
                    <a:pt x="9622" y="2572"/>
                    <a:pt x="9336" y="2072"/>
                    <a:pt x="8836" y="1691"/>
                  </a:cubicBezTo>
                  <a:cubicBezTo>
                    <a:pt x="8479" y="1429"/>
                    <a:pt x="8003" y="1239"/>
                    <a:pt x="7503" y="1167"/>
                  </a:cubicBezTo>
                  <a:cubicBezTo>
                    <a:pt x="7693" y="810"/>
                    <a:pt x="8074" y="572"/>
                    <a:pt x="8503" y="572"/>
                  </a:cubicBezTo>
                  <a:lnTo>
                    <a:pt x="850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2" name="Google Shape;1752;p119"/>
            <p:cNvSpPr/>
            <p:nvPr/>
          </p:nvSpPr>
          <p:spPr>
            <a:xfrm>
              <a:off x="4915875" y="2266000"/>
              <a:ext cx="258400" cy="258400"/>
            </a:xfrm>
            <a:custGeom>
              <a:rect b="b" l="l" r="r" t="t"/>
              <a:pathLst>
                <a:path extrusionOk="0" h="10336" w="10336">
                  <a:moveTo>
                    <a:pt x="2739" y="596"/>
                  </a:moveTo>
                  <a:cubicBezTo>
                    <a:pt x="3239" y="596"/>
                    <a:pt x="3644" y="1001"/>
                    <a:pt x="3644" y="1501"/>
                  </a:cubicBezTo>
                  <a:lnTo>
                    <a:pt x="3644" y="1810"/>
                  </a:lnTo>
                  <a:lnTo>
                    <a:pt x="2453" y="1810"/>
                  </a:lnTo>
                  <a:lnTo>
                    <a:pt x="2453" y="2406"/>
                  </a:lnTo>
                  <a:lnTo>
                    <a:pt x="3001" y="2406"/>
                  </a:lnTo>
                  <a:lnTo>
                    <a:pt x="2477" y="6073"/>
                  </a:lnTo>
                  <a:lnTo>
                    <a:pt x="1834" y="6073"/>
                  </a:lnTo>
                  <a:lnTo>
                    <a:pt x="1834" y="1501"/>
                  </a:lnTo>
                  <a:cubicBezTo>
                    <a:pt x="1834" y="1001"/>
                    <a:pt x="2239" y="596"/>
                    <a:pt x="2739" y="596"/>
                  </a:cubicBezTo>
                  <a:close/>
                  <a:moveTo>
                    <a:pt x="4311" y="2406"/>
                  </a:moveTo>
                  <a:lnTo>
                    <a:pt x="4716" y="5311"/>
                  </a:lnTo>
                  <a:cubicBezTo>
                    <a:pt x="4501" y="5502"/>
                    <a:pt x="4358" y="5764"/>
                    <a:pt x="4287" y="6073"/>
                  </a:cubicBezTo>
                  <a:lnTo>
                    <a:pt x="3096" y="6073"/>
                  </a:lnTo>
                  <a:lnTo>
                    <a:pt x="3620" y="2406"/>
                  </a:lnTo>
                  <a:close/>
                  <a:moveTo>
                    <a:pt x="7002" y="4859"/>
                  </a:moveTo>
                  <a:cubicBezTo>
                    <a:pt x="7621" y="4859"/>
                    <a:pt x="7812" y="5430"/>
                    <a:pt x="7859" y="5454"/>
                  </a:cubicBezTo>
                  <a:lnTo>
                    <a:pt x="8193" y="5454"/>
                  </a:lnTo>
                  <a:cubicBezTo>
                    <a:pt x="8597" y="5454"/>
                    <a:pt x="8931" y="5716"/>
                    <a:pt x="9050" y="6073"/>
                  </a:cubicBezTo>
                  <a:lnTo>
                    <a:pt x="6692" y="6073"/>
                  </a:lnTo>
                  <a:lnTo>
                    <a:pt x="6692" y="6978"/>
                  </a:lnTo>
                  <a:cubicBezTo>
                    <a:pt x="6692" y="7145"/>
                    <a:pt x="6549" y="7288"/>
                    <a:pt x="6383" y="7288"/>
                  </a:cubicBezTo>
                  <a:cubicBezTo>
                    <a:pt x="6216" y="7288"/>
                    <a:pt x="6073" y="7145"/>
                    <a:pt x="6073" y="6978"/>
                  </a:cubicBezTo>
                  <a:lnTo>
                    <a:pt x="6073" y="6073"/>
                  </a:lnTo>
                  <a:lnTo>
                    <a:pt x="4930" y="6073"/>
                  </a:lnTo>
                  <a:cubicBezTo>
                    <a:pt x="5049" y="5716"/>
                    <a:pt x="5382" y="5454"/>
                    <a:pt x="5787" y="5454"/>
                  </a:cubicBezTo>
                  <a:lnTo>
                    <a:pt x="6121" y="5454"/>
                  </a:lnTo>
                  <a:cubicBezTo>
                    <a:pt x="6168" y="5430"/>
                    <a:pt x="6359" y="4859"/>
                    <a:pt x="7002" y="4859"/>
                  </a:cubicBezTo>
                  <a:close/>
                  <a:moveTo>
                    <a:pt x="9121" y="6668"/>
                  </a:moveTo>
                  <a:lnTo>
                    <a:pt x="9121" y="7597"/>
                  </a:lnTo>
                  <a:cubicBezTo>
                    <a:pt x="9121" y="8431"/>
                    <a:pt x="8431" y="9121"/>
                    <a:pt x="7597" y="9121"/>
                  </a:cubicBezTo>
                  <a:lnTo>
                    <a:pt x="2739" y="9121"/>
                  </a:lnTo>
                  <a:cubicBezTo>
                    <a:pt x="1906" y="9121"/>
                    <a:pt x="1239" y="8431"/>
                    <a:pt x="1239" y="7597"/>
                  </a:cubicBezTo>
                  <a:lnTo>
                    <a:pt x="1239" y="6668"/>
                  </a:lnTo>
                  <a:lnTo>
                    <a:pt x="5478" y="6668"/>
                  </a:lnTo>
                  <a:lnTo>
                    <a:pt x="5478" y="6978"/>
                  </a:lnTo>
                  <a:cubicBezTo>
                    <a:pt x="5478" y="7478"/>
                    <a:pt x="5883" y="7883"/>
                    <a:pt x="6383" y="7883"/>
                  </a:cubicBezTo>
                  <a:cubicBezTo>
                    <a:pt x="6883" y="7883"/>
                    <a:pt x="7288" y="7478"/>
                    <a:pt x="7288" y="6978"/>
                  </a:cubicBezTo>
                  <a:lnTo>
                    <a:pt x="7288" y="6668"/>
                  </a:lnTo>
                  <a:close/>
                  <a:moveTo>
                    <a:pt x="2739" y="0"/>
                  </a:moveTo>
                  <a:cubicBezTo>
                    <a:pt x="1906" y="0"/>
                    <a:pt x="1239" y="667"/>
                    <a:pt x="1239" y="1501"/>
                  </a:cubicBezTo>
                  <a:lnTo>
                    <a:pt x="1239" y="4263"/>
                  </a:lnTo>
                  <a:lnTo>
                    <a:pt x="596" y="4263"/>
                  </a:lnTo>
                  <a:lnTo>
                    <a:pt x="596" y="3644"/>
                  </a:lnTo>
                  <a:lnTo>
                    <a:pt x="0" y="3644"/>
                  </a:lnTo>
                  <a:lnTo>
                    <a:pt x="0" y="5478"/>
                  </a:lnTo>
                  <a:lnTo>
                    <a:pt x="596" y="5478"/>
                  </a:lnTo>
                  <a:lnTo>
                    <a:pt x="596" y="4859"/>
                  </a:lnTo>
                  <a:lnTo>
                    <a:pt x="1239" y="4859"/>
                  </a:lnTo>
                  <a:lnTo>
                    <a:pt x="1239" y="6073"/>
                  </a:lnTo>
                  <a:lnTo>
                    <a:pt x="0" y="6073"/>
                  </a:lnTo>
                  <a:lnTo>
                    <a:pt x="0" y="6668"/>
                  </a:lnTo>
                  <a:lnTo>
                    <a:pt x="620" y="6668"/>
                  </a:lnTo>
                  <a:lnTo>
                    <a:pt x="620" y="7597"/>
                  </a:lnTo>
                  <a:cubicBezTo>
                    <a:pt x="620" y="8669"/>
                    <a:pt x="1429" y="9550"/>
                    <a:pt x="2453" y="9717"/>
                  </a:cubicBezTo>
                  <a:lnTo>
                    <a:pt x="2453" y="10336"/>
                  </a:lnTo>
                  <a:lnTo>
                    <a:pt x="3049" y="10336"/>
                  </a:lnTo>
                  <a:lnTo>
                    <a:pt x="3049" y="9741"/>
                  </a:lnTo>
                  <a:lnTo>
                    <a:pt x="7288" y="9741"/>
                  </a:lnTo>
                  <a:lnTo>
                    <a:pt x="7288" y="10336"/>
                  </a:lnTo>
                  <a:lnTo>
                    <a:pt x="7907" y="10336"/>
                  </a:lnTo>
                  <a:lnTo>
                    <a:pt x="7907" y="9717"/>
                  </a:lnTo>
                  <a:cubicBezTo>
                    <a:pt x="8931" y="9550"/>
                    <a:pt x="9717" y="8669"/>
                    <a:pt x="9717" y="7597"/>
                  </a:cubicBezTo>
                  <a:lnTo>
                    <a:pt x="9717" y="6668"/>
                  </a:lnTo>
                  <a:lnTo>
                    <a:pt x="10336" y="6668"/>
                  </a:lnTo>
                  <a:lnTo>
                    <a:pt x="10336" y="6073"/>
                  </a:lnTo>
                  <a:lnTo>
                    <a:pt x="9693" y="6073"/>
                  </a:lnTo>
                  <a:cubicBezTo>
                    <a:pt x="9550" y="5382"/>
                    <a:pt x="8931" y="4859"/>
                    <a:pt x="8193" y="4859"/>
                  </a:cubicBezTo>
                  <a:cubicBezTo>
                    <a:pt x="7907" y="4478"/>
                    <a:pt x="7454" y="4263"/>
                    <a:pt x="7002" y="4263"/>
                  </a:cubicBezTo>
                  <a:cubicBezTo>
                    <a:pt x="6526" y="4263"/>
                    <a:pt x="6073" y="4478"/>
                    <a:pt x="5787" y="4859"/>
                  </a:cubicBezTo>
                  <a:cubicBezTo>
                    <a:pt x="5597" y="4859"/>
                    <a:pt x="5430" y="4882"/>
                    <a:pt x="5263" y="4954"/>
                  </a:cubicBezTo>
                  <a:lnTo>
                    <a:pt x="4906" y="2406"/>
                  </a:lnTo>
                  <a:lnTo>
                    <a:pt x="5478" y="2406"/>
                  </a:lnTo>
                  <a:lnTo>
                    <a:pt x="5478" y="1810"/>
                  </a:lnTo>
                  <a:lnTo>
                    <a:pt x="4263" y="1810"/>
                  </a:lnTo>
                  <a:lnTo>
                    <a:pt x="4263" y="1501"/>
                  </a:lnTo>
                  <a:cubicBezTo>
                    <a:pt x="4263" y="667"/>
                    <a:pt x="3573" y="0"/>
                    <a:pt x="273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 name="Google Shape;1753;p119"/>
            <p:cNvSpPr/>
            <p:nvPr/>
          </p:nvSpPr>
          <p:spPr>
            <a:xfrm>
              <a:off x="5450500" y="2273150"/>
              <a:ext cx="278075" cy="244125"/>
            </a:xfrm>
            <a:custGeom>
              <a:rect b="b" l="l" r="r" t="t"/>
              <a:pathLst>
                <a:path extrusionOk="0" h="9765" w="11123">
                  <a:moveTo>
                    <a:pt x="5573" y="643"/>
                  </a:moveTo>
                  <a:cubicBezTo>
                    <a:pt x="5740" y="643"/>
                    <a:pt x="5883" y="786"/>
                    <a:pt x="5883" y="977"/>
                  </a:cubicBezTo>
                  <a:cubicBezTo>
                    <a:pt x="5883" y="1143"/>
                    <a:pt x="5740" y="1310"/>
                    <a:pt x="5573" y="1310"/>
                  </a:cubicBezTo>
                  <a:cubicBezTo>
                    <a:pt x="5383" y="1310"/>
                    <a:pt x="5240" y="1143"/>
                    <a:pt x="5240" y="977"/>
                  </a:cubicBezTo>
                  <a:cubicBezTo>
                    <a:pt x="5240" y="786"/>
                    <a:pt x="5383" y="643"/>
                    <a:pt x="5573" y="643"/>
                  </a:cubicBezTo>
                  <a:close/>
                  <a:moveTo>
                    <a:pt x="2287" y="1310"/>
                  </a:moveTo>
                  <a:cubicBezTo>
                    <a:pt x="2478" y="1310"/>
                    <a:pt x="2620" y="1453"/>
                    <a:pt x="2620" y="1620"/>
                  </a:cubicBezTo>
                  <a:cubicBezTo>
                    <a:pt x="2620" y="1810"/>
                    <a:pt x="2478" y="1953"/>
                    <a:pt x="2287" y="1953"/>
                  </a:cubicBezTo>
                  <a:cubicBezTo>
                    <a:pt x="2120" y="1953"/>
                    <a:pt x="1954" y="1810"/>
                    <a:pt x="1954" y="1620"/>
                  </a:cubicBezTo>
                  <a:cubicBezTo>
                    <a:pt x="1954" y="1453"/>
                    <a:pt x="2120" y="1310"/>
                    <a:pt x="2287" y="1310"/>
                  </a:cubicBezTo>
                  <a:close/>
                  <a:moveTo>
                    <a:pt x="8836" y="1310"/>
                  </a:moveTo>
                  <a:cubicBezTo>
                    <a:pt x="9027" y="1310"/>
                    <a:pt x="9169" y="1453"/>
                    <a:pt x="9169" y="1620"/>
                  </a:cubicBezTo>
                  <a:cubicBezTo>
                    <a:pt x="9169" y="1810"/>
                    <a:pt x="9027" y="1953"/>
                    <a:pt x="8836" y="1953"/>
                  </a:cubicBezTo>
                  <a:cubicBezTo>
                    <a:pt x="8645" y="1953"/>
                    <a:pt x="8503" y="1810"/>
                    <a:pt x="8503" y="1620"/>
                  </a:cubicBezTo>
                  <a:cubicBezTo>
                    <a:pt x="8503" y="1453"/>
                    <a:pt x="8645" y="1310"/>
                    <a:pt x="8836" y="1310"/>
                  </a:cubicBezTo>
                  <a:close/>
                  <a:moveTo>
                    <a:pt x="977" y="3906"/>
                  </a:moveTo>
                  <a:cubicBezTo>
                    <a:pt x="1168" y="3906"/>
                    <a:pt x="1311" y="4049"/>
                    <a:pt x="1311" y="4215"/>
                  </a:cubicBezTo>
                  <a:cubicBezTo>
                    <a:pt x="1311" y="4406"/>
                    <a:pt x="1168" y="4549"/>
                    <a:pt x="977" y="4549"/>
                  </a:cubicBezTo>
                  <a:cubicBezTo>
                    <a:pt x="811" y="4549"/>
                    <a:pt x="668" y="4406"/>
                    <a:pt x="668" y="4215"/>
                  </a:cubicBezTo>
                  <a:cubicBezTo>
                    <a:pt x="668" y="4049"/>
                    <a:pt x="811" y="3906"/>
                    <a:pt x="977" y="3906"/>
                  </a:cubicBezTo>
                  <a:close/>
                  <a:moveTo>
                    <a:pt x="10146" y="3906"/>
                  </a:moveTo>
                  <a:cubicBezTo>
                    <a:pt x="10312" y="3906"/>
                    <a:pt x="10455" y="4049"/>
                    <a:pt x="10455" y="4215"/>
                  </a:cubicBezTo>
                  <a:cubicBezTo>
                    <a:pt x="10455" y="4406"/>
                    <a:pt x="10312" y="4549"/>
                    <a:pt x="10146" y="4549"/>
                  </a:cubicBezTo>
                  <a:cubicBezTo>
                    <a:pt x="9955" y="4549"/>
                    <a:pt x="9812" y="4406"/>
                    <a:pt x="9812" y="4215"/>
                  </a:cubicBezTo>
                  <a:cubicBezTo>
                    <a:pt x="9812" y="4049"/>
                    <a:pt x="9955" y="3906"/>
                    <a:pt x="10146" y="3906"/>
                  </a:cubicBezTo>
                  <a:close/>
                  <a:moveTo>
                    <a:pt x="5573" y="5192"/>
                  </a:moveTo>
                  <a:cubicBezTo>
                    <a:pt x="7788" y="5192"/>
                    <a:pt x="9622" y="6930"/>
                    <a:pt x="9789" y="9097"/>
                  </a:cubicBezTo>
                  <a:lnTo>
                    <a:pt x="1334" y="9097"/>
                  </a:lnTo>
                  <a:cubicBezTo>
                    <a:pt x="1501" y="6930"/>
                    <a:pt x="3335" y="5192"/>
                    <a:pt x="5573" y="5192"/>
                  </a:cubicBezTo>
                  <a:close/>
                  <a:moveTo>
                    <a:pt x="5550" y="0"/>
                  </a:moveTo>
                  <a:cubicBezTo>
                    <a:pt x="5026" y="0"/>
                    <a:pt x="4597" y="429"/>
                    <a:pt x="4597" y="977"/>
                  </a:cubicBezTo>
                  <a:cubicBezTo>
                    <a:pt x="4597" y="1405"/>
                    <a:pt x="4859" y="1762"/>
                    <a:pt x="5240" y="1905"/>
                  </a:cubicBezTo>
                  <a:lnTo>
                    <a:pt x="5240" y="4573"/>
                  </a:lnTo>
                  <a:cubicBezTo>
                    <a:pt x="4883" y="4596"/>
                    <a:pt x="4549" y="4644"/>
                    <a:pt x="4216" y="4739"/>
                  </a:cubicBezTo>
                  <a:lnTo>
                    <a:pt x="2978" y="2310"/>
                  </a:lnTo>
                  <a:cubicBezTo>
                    <a:pt x="3168" y="2120"/>
                    <a:pt x="3263" y="1882"/>
                    <a:pt x="3263" y="1620"/>
                  </a:cubicBezTo>
                  <a:cubicBezTo>
                    <a:pt x="3263" y="1096"/>
                    <a:pt x="2835" y="643"/>
                    <a:pt x="2287" y="643"/>
                  </a:cubicBezTo>
                  <a:cubicBezTo>
                    <a:pt x="1739" y="643"/>
                    <a:pt x="1311" y="1096"/>
                    <a:pt x="1311" y="1620"/>
                  </a:cubicBezTo>
                  <a:cubicBezTo>
                    <a:pt x="1311" y="2167"/>
                    <a:pt x="1739" y="2596"/>
                    <a:pt x="2287" y="2596"/>
                  </a:cubicBezTo>
                  <a:lnTo>
                    <a:pt x="2406" y="2596"/>
                  </a:lnTo>
                  <a:lnTo>
                    <a:pt x="3597" y="4954"/>
                  </a:lnTo>
                  <a:cubicBezTo>
                    <a:pt x="3192" y="5144"/>
                    <a:pt x="2835" y="5358"/>
                    <a:pt x="2501" y="5620"/>
                  </a:cubicBezTo>
                  <a:lnTo>
                    <a:pt x="1811" y="4739"/>
                  </a:lnTo>
                  <a:cubicBezTo>
                    <a:pt x="1906" y="4596"/>
                    <a:pt x="1954" y="4406"/>
                    <a:pt x="1954" y="4215"/>
                  </a:cubicBezTo>
                  <a:cubicBezTo>
                    <a:pt x="1954" y="3691"/>
                    <a:pt x="1525" y="3239"/>
                    <a:pt x="977" y="3239"/>
                  </a:cubicBezTo>
                  <a:cubicBezTo>
                    <a:pt x="453" y="3239"/>
                    <a:pt x="1" y="3691"/>
                    <a:pt x="1" y="4215"/>
                  </a:cubicBezTo>
                  <a:cubicBezTo>
                    <a:pt x="1" y="4763"/>
                    <a:pt x="453" y="5192"/>
                    <a:pt x="977" y="5192"/>
                  </a:cubicBezTo>
                  <a:cubicBezTo>
                    <a:pt x="1096" y="5192"/>
                    <a:pt x="1215" y="5192"/>
                    <a:pt x="1311" y="5144"/>
                  </a:cubicBezTo>
                  <a:lnTo>
                    <a:pt x="2025" y="6049"/>
                  </a:lnTo>
                  <a:cubicBezTo>
                    <a:pt x="1263" y="6859"/>
                    <a:pt x="739" y="7930"/>
                    <a:pt x="668" y="9097"/>
                  </a:cubicBezTo>
                  <a:lnTo>
                    <a:pt x="1" y="9097"/>
                  </a:lnTo>
                  <a:lnTo>
                    <a:pt x="1" y="9764"/>
                  </a:lnTo>
                  <a:lnTo>
                    <a:pt x="11122" y="9764"/>
                  </a:lnTo>
                  <a:lnTo>
                    <a:pt x="11122" y="9097"/>
                  </a:lnTo>
                  <a:lnTo>
                    <a:pt x="10455" y="9097"/>
                  </a:lnTo>
                  <a:cubicBezTo>
                    <a:pt x="10360" y="7930"/>
                    <a:pt x="9860" y="6859"/>
                    <a:pt x="9098" y="6049"/>
                  </a:cubicBezTo>
                  <a:lnTo>
                    <a:pt x="9812" y="5144"/>
                  </a:lnTo>
                  <a:cubicBezTo>
                    <a:pt x="9908" y="5192"/>
                    <a:pt x="10027" y="5192"/>
                    <a:pt x="10146" y="5192"/>
                  </a:cubicBezTo>
                  <a:cubicBezTo>
                    <a:pt x="10670" y="5192"/>
                    <a:pt x="11122" y="4763"/>
                    <a:pt x="11122" y="4215"/>
                  </a:cubicBezTo>
                  <a:cubicBezTo>
                    <a:pt x="11122" y="3691"/>
                    <a:pt x="10670" y="3239"/>
                    <a:pt x="10146" y="3239"/>
                  </a:cubicBezTo>
                  <a:cubicBezTo>
                    <a:pt x="9598" y="3239"/>
                    <a:pt x="9169" y="3691"/>
                    <a:pt x="9169" y="4215"/>
                  </a:cubicBezTo>
                  <a:cubicBezTo>
                    <a:pt x="9169" y="4406"/>
                    <a:pt x="9217" y="4596"/>
                    <a:pt x="9312" y="4739"/>
                  </a:cubicBezTo>
                  <a:lnTo>
                    <a:pt x="8622" y="5620"/>
                  </a:lnTo>
                  <a:cubicBezTo>
                    <a:pt x="8288" y="5358"/>
                    <a:pt x="7907" y="5144"/>
                    <a:pt x="7526" y="4954"/>
                  </a:cubicBezTo>
                  <a:lnTo>
                    <a:pt x="8717" y="2596"/>
                  </a:lnTo>
                  <a:lnTo>
                    <a:pt x="8836" y="2596"/>
                  </a:lnTo>
                  <a:cubicBezTo>
                    <a:pt x="9384" y="2596"/>
                    <a:pt x="9812" y="2167"/>
                    <a:pt x="9812" y="1620"/>
                  </a:cubicBezTo>
                  <a:cubicBezTo>
                    <a:pt x="9812" y="1096"/>
                    <a:pt x="9384" y="643"/>
                    <a:pt x="8836" y="643"/>
                  </a:cubicBezTo>
                  <a:cubicBezTo>
                    <a:pt x="8288" y="643"/>
                    <a:pt x="7860" y="1096"/>
                    <a:pt x="7860" y="1620"/>
                  </a:cubicBezTo>
                  <a:cubicBezTo>
                    <a:pt x="7860" y="1882"/>
                    <a:pt x="7955" y="2120"/>
                    <a:pt x="8122" y="2310"/>
                  </a:cubicBezTo>
                  <a:lnTo>
                    <a:pt x="6907" y="4739"/>
                  </a:lnTo>
                  <a:cubicBezTo>
                    <a:pt x="6574" y="4644"/>
                    <a:pt x="6240" y="4596"/>
                    <a:pt x="5883" y="4573"/>
                  </a:cubicBezTo>
                  <a:lnTo>
                    <a:pt x="5883" y="1905"/>
                  </a:lnTo>
                  <a:cubicBezTo>
                    <a:pt x="6264" y="1762"/>
                    <a:pt x="6526" y="1405"/>
                    <a:pt x="6526" y="977"/>
                  </a:cubicBezTo>
                  <a:cubicBezTo>
                    <a:pt x="6526" y="429"/>
                    <a:pt x="6097" y="0"/>
                    <a:pt x="555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 name="Google Shape;1754;p119"/>
            <p:cNvSpPr/>
            <p:nvPr/>
          </p:nvSpPr>
          <p:spPr>
            <a:xfrm>
              <a:off x="6174475" y="2301725"/>
              <a:ext cx="29775" cy="70275"/>
            </a:xfrm>
            <a:custGeom>
              <a:rect b="b" l="l" r="r" t="t"/>
              <a:pathLst>
                <a:path extrusionOk="0" h="2811" w="1191">
                  <a:moveTo>
                    <a:pt x="762" y="0"/>
                  </a:moveTo>
                  <a:lnTo>
                    <a:pt x="429" y="500"/>
                  </a:lnTo>
                  <a:cubicBezTo>
                    <a:pt x="548" y="572"/>
                    <a:pt x="619" y="691"/>
                    <a:pt x="619" y="834"/>
                  </a:cubicBezTo>
                  <a:cubicBezTo>
                    <a:pt x="619" y="977"/>
                    <a:pt x="548" y="1096"/>
                    <a:pt x="429" y="1167"/>
                  </a:cubicBezTo>
                  <a:cubicBezTo>
                    <a:pt x="167" y="1358"/>
                    <a:pt x="0" y="1667"/>
                    <a:pt x="0" y="2001"/>
                  </a:cubicBezTo>
                  <a:cubicBezTo>
                    <a:pt x="0" y="2334"/>
                    <a:pt x="167" y="2620"/>
                    <a:pt x="429" y="2810"/>
                  </a:cubicBezTo>
                  <a:lnTo>
                    <a:pt x="762" y="2334"/>
                  </a:lnTo>
                  <a:cubicBezTo>
                    <a:pt x="643" y="2263"/>
                    <a:pt x="572" y="2120"/>
                    <a:pt x="572" y="2001"/>
                  </a:cubicBezTo>
                  <a:cubicBezTo>
                    <a:pt x="572" y="1858"/>
                    <a:pt x="643" y="1739"/>
                    <a:pt x="762" y="1643"/>
                  </a:cubicBezTo>
                  <a:cubicBezTo>
                    <a:pt x="1024" y="1477"/>
                    <a:pt x="1191" y="1167"/>
                    <a:pt x="1191" y="834"/>
                  </a:cubicBezTo>
                  <a:cubicBezTo>
                    <a:pt x="1191" y="500"/>
                    <a:pt x="1024" y="191"/>
                    <a:pt x="76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5" name="Google Shape;1755;p119"/>
            <p:cNvSpPr/>
            <p:nvPr/>
          </p:nvSpPr>
          <p:spPr>
            <a:xfrm>
              <a:off x="6210775" y="2301725"/>
              <a:ext cx="29800" cy="70275"/>
            </a:xfrm>
            <a:custGeom>
              <a:rect b="b" l="l" r="r" t="t"/>
              <a:pathLst>
                <a:path extrusionOk="0" h="2811" w="1192">
                  <a:moveTo>
                    <a:pt x="763" y="0"/>
                  </a:moveTo>
                  <a:lnTo>
                    <a:pt x="430" y="500"/>
                  </a:lnTo>
                  <a:cubicBezTo>
                    <a:pt x="549" y="572"/>
                    <a:pt x="620" y="691"/>
                    <a:pt x="620" y="834"/>
                  </a:cubicBezTo>
                  <a:cubicBezTo>
                    <a:pt x="620" y="977"/>
                    <a:pt x="549" y="1096"/>
                    <a:pt x="430" y="1167"/>
                  </a:cubicBezTo>
                  <a:cubicBezTo>
                    <a:pt x="168" y="1358"/>
                    <a:pt x="1" y="1667"/>
                    <a:pt x="1" y="2001"/>
                  </a:cubicBezTo>
                  <a:cubicBezTo>
                    <a:pt x="1" y="2334"/>
                    <a:pt x="168" y="2620"/>
                    <a:pt x="430" y="2810"/>
                  </a:cubicBezTo>
                  <a:lnTo>
                    <a:pt x="763" y="2334"/>
                  </a:lnTo>
                  <a:cubicBezTo>
                    <a:pt x="644" y="2263"/>
                    <a:pt x="572" y="2120"/>
                    <a:pt x="572" y="2001"/>
                  </a:cubicBezTo>
                  <a:cubicBezTo>
                    <a:pt x="572" y="1858"/>
                    <a:pt x="644" y="1739"/>
                    <a:pt x="763" y="1643"/>
                  </a:cubicBezTo>
                  <a:cubicBezTo>
                    <a:pt x="1025" y="1477"/>
                    <a:pt x="1192" y="1167"/>
                    <a:pt x="1192" y="834"/>
                  </a:cubicBezTo>
                  <a:cubicBezTo>
                    <a:pt x="1192" y="500"/>
                    <a:pt x="1025" y="191"/>
                    <a:pt x="76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6" name="Google Shape;1756;p119"/>
            <p:cNvSpPr/>
            <p:nvPr/>
          </p:nvSpPr>
          <p:spPr>
            <a:xfrm>
              <a:off x="6028600" y="2271350"/>
              <a:ext cx="248300" cy="247700"/>
            </a:xfrm>
            <a:custGeom>
              <a:rect b="b" l="l" r="r" t="t"/>
              <a:pathLst>
                <a:path extrusionOk="0" h="9908" w="9932">
                  <a:moveTo>
                    <a:pt x="2049" y="572"/>
                  </a:moveTo>
                  <a:cubicBezTo>
                    <a:pt x="3073" y="572"/>
                    <a:pt x="3906" y="1334"/>
                    <a:pt x="4049" y="2311"/>
                  </a:cubicBezTo>
                  <a:lnTo>
                    <a:pt x="3787" y="2311"/>
                  </a:lnTo>
                  <a:cubicBezTo>
                    <a:pt x="3311" y="2311"/>
                    <a:pt x="2906" y="1930"/>
                    <a:pt x="2906" y="1453"/>
                  </a:cubicBezTo>
                  <a:lnTo>
                    <a:pt x="2335" y="1453"/>
                  </a:lnTo>
                  <a:cubicBezTo>
                    <a:pt x="2335" y="2239"/>
                    <a:pt x="2977" y="2906"/>
                    <a:pt x="3787" y="2906"/>
                  </a:cubicBezTo>
                  <a:lnTo>
                    <a:pt x="4073" y="2906"/>
                  </a:lnTo>
                  <a:lnTo>
                    <a:pt x="4073" y="4668"/>
                  </a:lnTo>
                  <a:lnTo>
                    <a:pt x="2501" y="4668"/>
                  </a:lnTo>
                  <a:cubicBezTo>
                    <a:pt x="2501" y="4666"/>
                    <a:pt x="2501" y="4666"/>
                    <a:pt x="2502" y="4666"/>
                  </a:cubicBezTo>
                  <a:cubicBezTo>
                    <a:pt x="2502" y="4666"/>
                    <a:pt x="2502" y="4666"/>
                    <a:pt x="2502" y="4666"/>
                  </a:cubicBezTo>
                  <a:cubicBezTo>
                    <a:pt x="2505" y="4666"/>
                    <a:pt x="2506" y="4619"/>
                    <a:pt x="2382" y="3097"/>
                  </a:cubicBezTo>
                  <a:cubicBezTo>
                    <a:pt x="2335" y="2644"/>
                    <a:pt x="1977" y="2311"/>
                    <a:pt x="1525" y="2311"/>
                  </a:cubicBezTo>
                  <a:lnTo>
                    <a:pt x="596" y="2311"/>
                  </a:lnTo>
                  <a:lnTo>
                    <a:pt x="596" y="572"/>
                  </a:lnTo>
                  <a:close/>
                  <a:moveTo>
                    <a:pt x="8622" y="5240"/>
                  </a:moveTo>
                  <a:lnTo>
                    <a:pt x="8407" y="5811"/>
                  </a:lnTo>
                  <a:lnTo>
                    <a:pt x="1525" y="5811"/>
                  </a:lnTo>
                  <a:lnTo>
                    <a:pt x="1310" y="5240"/>
                  </a:lnTo>
                  <a:close/>
                  <a:moveTo>
                    <a:pt x="2692" y="6407"/>
                  </a:moveTo>
                  <a:lnTo>
                    <a:pt x="3120" y="8169"/>
                  </a:lnTo>
                  <a:lnTo>
                    <a:pt x="2382" y="8169"/>
                  </a:lnTo>
                  <a:lnTo>
                    <a:pt x="1739" y="6407"/>
                  </a:lnTo>
                  <a:close/>
                  <a:moveTo>
                    <a:pt x="4668" y="6407"/>
                  </a:moveTo>
                  <a:lnTo>
                    <a:pt x="4668" y="8169"/>
                  </a:lnTo>
                  <a:lnTo>
                    <a:pt x="3716" y="8169"/>
                  </a:lnTo>
                  <a:lnTo>
                    <a:pt x="3287" y="6407"/>
                  </a:lnTo>
                  <a:close/>
                  <a:moveTo>
                    <a:pt x="6621" y="6407"/>
                  </a:moveTo>
                  <a:lnTo>
                    <a:pt x="6192" y="8169"/>
                  </a:lnTo>
                  <a:lnTo>
                    <a:pt x="5264" y="8169"/>
                  </a:lnTo>
                  <a:lnTo>
                    <a:pt x="5264" y="6407"/>
                  </a:lnTo>
                  <a:close/>
                  <a:moveTo>
                    <a:pt x="8169" y="6407"/>
                  </a:moveTo>
                  <a:lnTo>
                    <a:pt x="7526" y="8169"/>
                  </a:lnTo>
                  <a:lnTo>
                    <a:pt x="6788" y="8169"/>
                  </a:lnTo>
                  <a:lnTo>
                    <a:pt x="7216" y="6407"/>
                  </a:lnTo>
                  <a:close/>
                  <a:moveTo>
                    <a:pt x="7312" y="8741"/>
                  </a:moveTo>
                  <a:lnTo>
                    <a:pt x="7097" y="9336"/>
                  </a:lnTo>
                  <a:lnTo>
                    <a:pt x="2835" y="9336"/>
                  </a:lnTo>
                  <a:lnTo>
                    <a:pt x="2596" y="8741"/>
                  </a:lnTo>
                  <a:close/>
                  <a:moveTo>
                    <a:pt x="1" y="1"/>
                  </a:moveTo>
                  <a:lnTo>
                    <a:pt x="1" y="2906"/>
                  </a:lnTo>
                  <a:lnTo>
                    <a:pt x="1525" y="2906"/>
                  </a:lnTo>
                  <a:cubicBezTo>
                    <a:pt x="1668" y="2906"/>
                    <a:pt x="1787" y="3001"/>
                    <a:pt x="1811" y="3144"/>
                  </a:cubicBezTo>
                  <a:lnTo>
                    <a:pt x="1930" y="4668"/>
                  </a:lnTo>
                  <a:lnTo>
                    <a:pt x="1" y="4668"/>
                  </a:lnTo>
                  <a:lnTo>
                    <a:pt x="1" y="5240"/>
                  </a:lnTo>
                  <a:lnTo>
                    <a:pt x="667" y="5240"/>
                  </a:lnTo>
                  <a:lnTo>
                    <a:pt x="2430" y="9908"/>
                  </a:lnTo>
                  <a:lnTo>
                    <a:pt x="7502" y="9908"/>
                  </a:lnTo>
                  <a:lnTo>
                    <a:pt x="9241" y="5240"/>
                  </a:lnTo>
                  <a:lnTo>
                    <a:pt x="9931" y="5240"/>
                  </a:lnTo>
                  <a:lnTo>
                    <a:pt x="9931" y="4668"/>
                  </a:lnTo>
                  <a:lnTo>
                    <a:pt x="4645" y="4668"/>
                  </a:lnTo>
                  <a:lnTo>
                    <a:pt x="4645" y="2597"/>
                  </a:lnTo>
                  <a:cubicBezTo>
                    <a:pt x="4645" y="1168"/>
                    <a:pt x="3478" y="1"/>
                    <a:pt x="20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 name="Google Shape;1757;p119"/>
            <p:cNvSpPr/>
            <p:nvPr/>
          </p:nvSpPr>
          <p:spPr>
            <a:xfrm>
              <a:off x="1041850" y="2736325"/>
              <a:ext cx="52425" cy="53625"/>
            </a:xfrm>
            <a:custGeom>
              <a:rect b="b" l="l" r="r" t="t"/>
              <a:pathLst>
                <a:path extrusionOk="0" h="2145" w="2097">
                  <a:moveTo>
                    <a:pt x="1048" y="525"/>
                  </a:moveTo>
                  <a:cubicBezTo>
                    <a:pt x="1334" y="525"/>
                    <a:pt x="1572" y="787"/>
                    <a:pt x="1572" y="1072"/>
                  </a:cubicBezTo>
                  <a:cubicBezTo>
                    <a:pt x="1572" y="1382"/>
                    <a:pt x="1334" y="1596"/>
                    <a:pt x="1048" y="1596"/>
                  </a:cubicBezTo>
                  <a:cubicBezTo>
                    <a:pt x="763" y="1596"/>
                    <a:pt x="524" y="1382"/>
                    <a:pt x="524" y="1072"/>
                  </a:cubicBezTo>
                  <a:cubicBezTo>
                    <a:pt x="524" y="787"/>
                    <a:pt x="763" y="525"/>
                    <a:pt x="1048" y="525"/>
                  </a:cubicBezTo>
                  <a:close/>
                  <a:moveTo>
                    <a:pt x="1048" y="1"/>
                  </a:moveTo>
                  <a:cubicBezTo>
                    <a:pt x="453" y="1"/>
                    <a:pt x="1" y="501"/>
                    <a:pt x="1" y="1072"/>
                  </a:cubicBezTo>
                  <a:cubicBezTo>
                    <a:pt x="1" y="1668"/>
                    <a:pt x="477" y="2144"/>
                    <a:pt x="1048" y="2144"/>
                  </a:cubicBezTo>
                  <a:cubicBezTo>
                    <a:pt x="1620" y="2144"/>
                    <a:pt x="2096" y="1668"/>
                    <a:pt x="2096" y="1072"/>
                  </a:cubicBezTo>
                  <a:cubicBezTo>
                    <a:pt x="2096" y="501"/>
                    <a:pt x="1644" y="1"/>
                    <a:pt x="104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 name="Google Shape;1758;p119"/>
            <p:cNvSpPr/>
            <p:nvPr/>
          </p:nvSpPr>
          <p:spPr>
            <a:xfrm>
              <a:off x="966250" y="2789925"/>
              <a:ext cx="204225" cy="145275"/>
            </a:xfrm>
            <a:custGeom>
              <a:rect b="b" l="l" r="r" t="t"/>
              <a:pathLst>
                <a:path extrusionOk="0" h="5811" w="8169">
                  <a:moveTo>
                    <a:pt x="2691" y="524"/>
                  </a:moveTo>
                  <a:lnTo>
                    <a:pt x="3644" y="1143"/>
                  </a:lnTo>
                  <a:lnTo>
                    <a:pt x="3025" y="1596"/>
                  </a:lnTo>
                  <a:lnTo>
                    <a:pt x="3025" y="1262"/>
                  </a:lnTo>
                  <a:lnTo>
                    <a:pt x="2477" y="1262"/>
                  </a:lnTo>
                  <a:lnTo>
                    <a:pt x="2477" y="2786"/>
                  </a:lnTo>
                  <a:lnTo>
                    <a:pt x="1024" y="3763"/>
                  </a:lnTo>
                  <a:lnTo>
                    <a:pt x="738" y="3310"/>
                  </a:lnTo>
                  <a:lnTo>
                    <a:pt x="1977" y="2477"/>
                  </a:lnTo>
                  <a:lnTo>
                    <a:pt x="1977" y="1310"/>
                  </a:lnTo>
                  <a:cubicBezTo>
                    <a:pt x="1977" y="905"/>
                    <a:pt x="2310" y="548"/>
                    <a:pt x="2691" y="524"/>
                  </a:cubicBezTo>
                  <a:close/>
                  <a:moveTo>
                    <a:pt x="2477" y="3429"/>
                  </a:moveTo>
                  <a:lnTo>
                    <a:pt x="2477" y="3953"/>
                  </a:lnTo>
                  <a:lnTo>
                    <a:pt x="1691" y="3953"/>
                  </a:lnTo>
                  <a:lnTo>
                    <a:pt x="2477" y="3429"/>
                  </a:lnTo>
                  <a:close/>
                  <a:moveTo>
                    <a:pt x="5477" y="524"/>
                  </a:moveTo>
                  <a:cubicBezTo>
                    <a:pt x="5858" y="572"/>
                    <a:pt x="6192" y="905"/>
                    <a:pt x="6192" y="1310"/>
                  </a:cubicBezTo>
                  <a:lnTo>
                    <a:pt x="6192" y="2477"/>
                  </a:lnTo>
                  <a:lnTo>
                    <a:pt x="7430" y="3310"/>
                  </a:lnTo>
                  <a:lnTo>
                    <a:pt x="7144" y="3763"/>
                  </a:lnTo>
                  <a:lnTo>
                    <a:pt x="5644" y="2763"/>
                  </a:lnTo>
                  <a:lnTo>
                    <a:pt x="5644" y="1262"/>
                  </a:lnTo>
                  <a:lnTo>
                    <a:pt x="5120" y="1262"/>
                  </a:lnTo>
                  <a:lnTo>
                    <a:pt x="5120" y="3953"/>
                  </a:lnTo>
                  <a:lnTo>
                    <a:pt x="3025" y="3953"/>
                  </a:lnTo>
                  <a:lnTo>
                    <a:pt x="3025" y="2239"/>
                  </a:lnTo>
                  <a:lnTo>
                    <a:pt x="5477" y="524"/>
                  </a:lnTo>
                  <a:close/>
                  <a:moveTo>
                    <a:pt x="5644" y="3406"/>
                  </a:moveTo>
                  <a:lnTo>
                    <a:pt x="6478" y="3953"/>
                  </a:lnTo>
                  <a:lnTo>
                    <a:pt x="5644" y="3953"/>
                  </a:lnTo>
                  <a:lnTo>
                    <a:pt x="5644" y="3406"/>
                  </a:lnTo>
                  <a:close/>
                  <a:moveTo>
                    <a:pt x="3287" y="4477"/>
                  </a:moveTo>
                  <a:lnTo>
                    <a:pt x="3287" y="5287"/>
                  </a:lnTo>
                  <a:lnTo>
                    <a:pt x="1572" y="5287"/>
                  </a:lnTo>
                  <a:cubicBezTo>
                    <a:pt x="1358" y="5287"/>
                    <a:pt x="1167" y="5096"/>
                    <a:pt x="1167" y="4882"/>
                  </a:cubicBezTo>
                  <a:cubicBezTo>
                    <a:pt x="1167" y="4644"/>
                    <a:pt x="1358" y="4477"/>
                    <a:pt x="1572" y="4477"/>
                  </a:cubicBezTo>
                  <a:close/>
                  <a:moveTo>
                    <a:pt x="6573" y="4477"/>
                  </a:moveTo>
                  <a:cubicBezTo>
                    <a:pt x="6787" y="4477"/>
                    <a:pt x="6978" y="4644"/>
                    <a:pt x="6978" y="4882"/>
                  </a:cubicBezTo>
                  <a:cubicBezTo>
                    <a:pt x="6978" y="5096"/>
                    <a:pt x="6787" y="5287"/>
                    <a:pt x="6573" y="5287"/>
                  </a:cubicBezTo>
                  <a:lnTo>
                    <a:pt x="3810" y="5287"/>
                  </a:lnTo>
                  <a:lnTo>
                    <a:pt x="3810" y="4477"/>
                  </a:lnTo>
                  <a:close/>
                  <a:moveTo>
                    <a:pt x="2786" y="0"/>
                  </a:moveTo>
                  <a:cubicBezTo>
                    <a:pt x="2048" y="0"/>
                    <a:pt x="1453" y="572"/>
                    <a:pt x="1453" y="1310"/>
                  </a:cubicBezTo>
                  <a:lnTo>
                    <a:pt x="1453" y="2215"/>
                  </a:lnTo>
                  <a:lnTo>
                    <a:pt x="0" y="3167"/>
                  </a:lnTo>
                  <a:lnTo>
                    <a:pt x="810" y="4358"/>
                  </a:lnTo>
                  <a:cubicBezTo>
                    <a:pt x="691" y="4501"/>
                    <a:pt x="643" y="4692"/>
                    <a:pt x="643" y="4882"/>
                  </a:cubicBezTo>
                  <a:cubicBezTo>
                    <a:pt x="643" y="5382"/>
                    <a:pt x="1048" y="5811"/>
                    <a:pt x="1572" y="5811"/>
                  </a:cubicBezTo>
                  <a:lnTo>
                    <a:pt x="6573" y="5811"/>
                  </a:lnTo>
                  <a:cubicBezTo>
                    <a:pt x="7097" y="5811"/>
                    <a:pt x="7502" y="5382"/>
                    <a:pt x="7502" y="4882"/>
                  </a:cubicBezTo>
                  <a:cubicBezTo>
                    <a:pt x="7502" y="4692"/>
                    <a:pt x="7454" y="4525"/>
                    <a:pt x="7359" y="4382"/>
                  </a:cubicBezTo>
                  <a:lnTo>
                    <a:pt x="8168" y="3167"/>
                  </a:lnTo>
                  <a:lnTo>
                    <a:pt x="6716" y="2215"/>
                  </a:lnTo>
                  <a:lnTo>
                    <a:pt x="6716" y="1310"/>
                  </a:lnTo>
                  <a:cubicBezTo>
                    <a:pt x="6716" y="572"/>
                    <a:pt x="6120" y="0"/>
                    <a:pt x="5382" y="0"/>
                  </a:cubicBezTo>
                  <a:lnTo>
                    <a:pt x="5311" y="0"/>
                  </a:lnTo>
                  <a:lnTo>
                    <a:pt x="4120" y="834"/>
                  </a:lnTo>
                  <a:lnTo>
                    <a:pt x="2858"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9" name="Google Shape;1759;p119"/>
            <p:cNvSpPr/>
            <p:nvPr/>
          </p:nvSpPr>
          <p:spPr>
            <a:xfrm>
              <a:off x="955525" y="2948275"/>
              <a:ext cx="225075" cy="13125"/>
            </a:xfrm>
            <a:custGeom>
              <a:rect b="b" l="l" r="r" t="t"/>
              <a:pathLst>
                <a:path extrusionOk="0" h="525" w="9003">
                  <a:moveTo>
                    <a:pt x="0" y="1"/>
                  </a:moveTo>
                  <a:lnTo>
                    <a:pt x="0" y="525"/>
                  </a:lnTo>
                  <a:lnTo>
                    <a:pt x="9002" y="525"/>
                  </a:lnTo>
                  <a:lnTo>
                    <a:pt x="9002"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0" name="Google Shape;1760;p119"/>
            <p:cNvSpPr/>
            <p:nvPr/>
          </p:nvSpPr>
          <p:spPr>
            <a:xfrm>
              <a:off x="1478250" y="2732175"/>
              <a:ext cx="219125" cy="234000"/>
            </a:xfrm>
            <a:custGeom>
              <a:rect b="b" l="l" r="r" t="t"/>
              <a:pathLst>
                <a:path extrusionOk="0" h="9360" w="8765">
                  <a:moveTo>
                    <a:pt x="8217" y="548"/>
                  </a:moveTo>
                  <a:lnTo>
                    <a:pt x="8217" y="2215"/>
                  </a:lnTo>
                  <a:lnTo>
                    <a:pt x="7121" y="2215"/>
                  </a:lnTo>
                  <a:lnTo>
                    <a:pt x="7121" y="1096"/>
                  </a:lnTo>
                  <a:lnTo>
                    <a:pt x="6573" y="1096"/>
                  </a:lnTo>
                  <a:lnTo>
                    <a:pt x="6573" y="2215"/>
                  </a:lnTo>
                  <a:lnTo>
                    <a:pt x="5478" y="2215"/>
                  </a:lnTo>
                  <a:lnTo>
                    <a:pt x="5478" y="1096"/>
                  </a:lnTo>
                  <a:lnTo>
                    <a:pt x="4930" y="1096"/>
                  </a:lnTo>
                  <a:lnTo>
                    <a:pt x="4930" y="2215"/>
                  </a:lnTo>
                  <a:lnTo>
                    <a:pt x="3835" y="2215"/>
                  </a:lnTo>
                  <a:lnTo>
                    <a:pt x="3835" y="1096"/>
                  </a:lnTo>
                  <a:lnTo>
                    <a:pt x="3287" y="1096"/>
                  </a:lnTo>
                  <a:lnTo>
                    <a:pt x="3287" y="2215"/>
                  </a:lnTo>
                  <a:lnTo>
                    <a:pt x="2192" y="2215"/>
                  </a:lnTo>
                  <a:lnTo>
                    <a:pt x="2192" y="548"/>
                  </a:lnTo>
                  <a:close/>
                  <a:moveTo>
                    <a:pt x="6573" y="3858"/>
                  </a:moveTo>
                  <a:lnTo>
                    <a:pt x="6573" y="6073"/>
                  </a:lnTo>
                  <a:lnTo>
                    <a:pt x="4573" y="6073"/>
                  </a:lnTo>
                  <a:cubicBezTo>
                    <a:pt x="4549" y="6049"/>
                    <a:pt x="4549" y="6049"/>
                    <a:pt x="4525" y="6025"/>
                  </a:cubicBezTo>
                  <a:cubicBezTo>
                    <a:pt x="4573" y="5692"/>
                    <a:pt x="4454" y="5382"/>
                    <a:pt x="4216" y="5144"/>
                  </a:cubicBezTo>
                  <a:cubicBezTo>
                    <a:pt x="4097" y="5025"/>
                    <a:pt x="3978" y="4953"/>
                    <a:pt x="3835" y="4906"/>
                  </a:cubicBezTo>
                  <a:lnTo>
                    <a:pt x="3835" y="3858"/>
                  </a:lnTo>
                  <a:close/>
                  <a:moveTo>
                    <a:pt x="7669" y="2763"/>
                  </a:moveTo>
                  <a:lnTo>
                    <a:pt x="7669" y="7168"/>
                  </a:lnTo>
                  <a:lnTo>
                    <a:pt x="4906" y="7168"/>
                  </a:lnTo>
                  <a:cubicBezTo>
                    <a:pt x="4930" y="7073"/>
                    <a:pt x="4930" y="6978"/>
                    <a:pt x="4930" y="6882"/>
                  </a:cubicBezTo>
                  <a:cubicBezTo>
                    <a:pt x="4930" y="6787"/>
                    <a:pt x="4930" y="6692"/>
                    <a:pt x="4906" y="6620"/>
                  </a:cubicBezTo>
                  <a:lnTo>
                    <a:pt x="7121" y="6620"/>
                  </a:lnTo>
                  <a:lnTo>
                    <a:pt x="7121" y="3310"/>
                  </a:lnTo>
                  <a:lnTo>
                    <a:pt x="3287" y="3310"/>
                  </a:lnTo>
                  <a:lnTo>
                    <a:pt x="3287" y="4787"/>
                  </a:lnTo>
                  <a:cubicBezTo>
                    <a:pt x="3144" y="4620"/>
                    <a:pt x="2954" y="4501"/>
                    <a:pt x="2739" y="4453"/>
                  </a:cubicBezTo>
                  <a:lnTo>
                    <a:pt x="2739" y="2763"/>
                  </a:lnTo>
                  <a:close/>
                  <a:moveTo>
                    <a:pt x="7669" y="7716"/>
                  </a:moveTo>
                  <a:lnTo>
                    <a:pt x="7669" y="8264"/>
                  </a:lnTo>
                  <a:lnTo>
                    <a:pt x="4454" y="8264"/>
                  </a:lnTo>
                  <a:cubicBezTo>
                    <a:pt x="4525" y="8097"/>
                    <a:pt x="4549" y="7930"/>
                    <a:pt x="4525" y="7740"/>
                  </a:cubicBezTo>
                  <a:cubicBezTo>
                    <a:pt x="4549" y="7740"/>
                    <a:pt x="4549" y="7716"/>
                    <a:pt x="4573" y="7716"/>
                  </a:cubicBezTo>
                  <a:close/>
                  <a:moveTo>
                    <a:pt x="2477" y="4977"/>
                  </a:moveTo>
                  <a:cubicBezTo>
                    <a:pt x="2882" y="4977"/>
                    <a:pt x="3001" y="5358"/>
                    <a:pt x="3073" y="5430"/>
                  </a:cubicBezTo>
                  <a:cubicBezTo>
                    <a:pt x="3113" y="5430"/>
                    <a:pt x="3255" y="5368"/>
                    <a:pt x="3427" y="5368"/>
                  </a:cubicBezTo>
                  <a:cubicBezTo>
                    <a:pt x="3556" y="5368"/>
                    <a:pt x="3702" y="5403"/>
                    <a:pt x="3835" y="5525"/>
                  </a:cubicBezTo>
                  <a:cubicBezTo>
                    <a:pt x="4120" y="5835"/>
                    <a:pt x="3930" y="6192"/>
                    <a:pt x="3930" y="6287"/>
                  </a:cubicBezTo>
                  <a:cubicBezTo>
                    <a:pt x="3978" y="6335"/>
                    <a:pt x="4382" y="6478"/>
                    <a:pt x="4382" y="6882"/>
                  </a:cubicBezTo>
                  <a:cubicBezTo>
                    <a:pt x="4382" y="7311"/>
                    <a:pt x="3978" y="7430"/>
                    <a:pt x="3930" y="7478"/>
                  </a:cubicBezTo>
                  <a:cubicBezTo>
                    <a:pt x="3930" y="7573"/>
                    <a:pt x="4120" y="7954"/>
                    <a:pt x="3835" y="8240"/>
                  </a:cubicBezTo>
                  <a:cubicBezTo>
                    <a:pt x="3705" y="8370"/>
                    <a:pt x="3562" y="8407"/>
                    <a:pt x="3436" y="8407"/>
                  </a:cubicBezTo>
                  <a:cubicBezTo>
                    <a:pt x="3260" y="8407"/>
                    <a:pt x="3114" y="8335"/>
                    <a:pt x="3073" y="8335"/>
                  </a:cubicBezTo>
                  <a:cubicBezTo>
                    <a:pt x="3001" y="8407"/>
                    <a:pt x="2882" y="8811"/>
                    <a:pt x="2477" y="8811"/>
                  </a:cubicBezTo>
                  <a:cubicBezTo>
                    <a:pt x="2049" y="8811"/>
                    <a:pt x="1930" y="8407"/>
                    <a:pt x="1858" y="8335"/>
                  </a:cubicBezTo>
                  <a:cubicBezTo>
                    <a:pt x="1817" y="8335"/>
                    <a:pt x="1671" y="8407"/>
                    <a:pt x="1500" y="8407"/>
                  </a:cubicBezTo>
                  <a:cubicBezTo>
                    <a:pt x="1376" y="8407"/>
                    <a:pt x="1240" y="8370"/>
                    <a:pt x="1120" y="8240"/>
                  </a:cubicBezTo>
                  <a:cubicBezTo>
                    <a:pt x="810" y="7954"/>
                    <a:pt x="1001" y="7573"/>
                    <a:pt x="1025" y="7478"/>
                  </a:cubicBezTo>
                  <a:cubicBezTo>
                    <a:pt x="953" y="7430"/>
                    <a:pt x="548" y="7311"/>
                    <a:pt x="548" y="6882"/>
                  </a:cubicBezTo>
                  <a:cubicBezTo>
                    <a:pt x="548" y="6478"/>
                    <a:pt x="953" y="6335"/>
                    <a:pt x="1025" y="6287"/>
                  </a:cubicBezTo>
                  <a:cubicBezTo>
                    <a:pt x="1001" y="6192"/>
                    <a:pt x="810" y="5835"/>
                    <a:pt x="1120" y="5525"/>
                  </a:cubicBezTo>
                  <a:cubicBezTo>
                    <a:pt x="1242" y="5403"/>
                    <a:pt x="1382" y="5368"/>
                    <a:pt x="1508" y="5368"/>
                  </a:cubicBezTo>
                  <a:cubicBezTo>
                    <a:pt x="1675" y="5368"/>
                    <a:pt x="1817" y="5430"/>
                    <a:pt x="1858" y="5430"/>
                  </a:cubicBezTo>
                  <a:cubicBezTo>
                    <a:pt x="1930" y="5358"/>
                    <a:pt x="2049" y="4977"/>
                    <a:pt x="2477" y="4977"/>
                  </a:cubicBezTo>
                  <a:close/>
                  <a:moveTo>
                    <a:pt x="1644" y="0"/>
                  </a:moveTo>
                  <a:lnTo>
                    <a:pt x="1644" y="2763"/>
                  </a:lnTo>
                  <a:lnTo>
                    <a:pt x="2192" y="2763"/>
                  </a:lnTo>
                  <a:lnTo>
                    <a:pt x="2192" y="4453"/>
                  </a:lnTo>
                  <a:cubicBezTo>
                    <a:pt x="1977" y="4501"/>
                    <a:pt x="1763" y="4644"/>
                    <a:pt x="1620" y="4811"/>
                  </a:cubicBezTo>
                  <a:cubicBezTo>
                    <a:pt x="1592" y="4809"/>
                    <a:pt x="1564" y="4808"/>
                    <a:pt x="1536" y="4808"/>
                  </a:cubicBezTo>
                  <a:cubicBezTo>
                    <a:pt x="1231" y="4808"/>
                    <a:pt x="933" y="4926"/>
                    <a:pt x="715" y="5144"/>
                  </a:cubicBezTo>
                  <a:cubicBezTo>
                    <a:pt x="477" y="5382"/>
                    <a:pt x="382" y="5692"/>
                    <a:pt x="405" y="6025"/>
                  </a:cubicBezTo>
                  <a:cubicBezTo>
                    <a:pt x="143" y="6239"/>
                    <a:pt x="1" y="6549"/>
                    <a:pt x="1" y="6882"/>
                  </a:cubicBezTo>
                  <a:cubicBezTo>
                    <a:pt x="1" y="7216"/>
                    <a:pt x="143" y="7525"/>
                    <a:pt x="405" y="7740"/>
                  </a:cubicBezTo>
                  <a:cubicBezTo>
                    <a:pt x="382" y="8073"/>
                    <a:pt x="477" y="8383"/>
                    <a:pt x="715" y="8621"/>
                  </a:cubicBezTo>
                  <a:cubicBezTo>
                    <a:pt x="933" y="8839"/>
                    <a:pt x="1231" y="8957"/>
                    <a:pt x="1536" y="8957"/>
                  </a:cubicBezTo>
                  <a:cubicBezTo>
                    <a:pt x="1564" y="8957"/>
                    <a:pt x="1592" y="8956"/>
                    <a:pt x="1620" y="8954"/>
                  </a:cubicBezTo>
                  <a:cubicBezTo>
                    <a:pt x="1834" y="9216"/>
                    <a:pt x="2120" y="9359"/>
                    <a:pt x="2477" y="9359"/>
                  </a:cubicBezTo>
                  <a:cubicBezTo>
                    <a:pt x="2811" y="9359"/>
                    <a:pt x="3120" y="9216"/>
                    <a:pt x="3335" y="8954"/>
                  </a:cubicBezTo>
                  <a:cubicBezTo>
                    <a:pt x="3370" y="8958"/>
                    <a:pt x="3407" y="8960"/>
                    <a:pt x="3443" y="8960"/>
                  </a:cubicBezTo>
                  <a:cubicBezTo>
                    <a:pt x="3627" y="8960"/>
                    <a:pt x="3819" y="8911"/>
                    <a:pt x="3978" y="8811"/>
                  </a:cubicBezTo>
                  <a:lnTo>
                    <a:pt x="8217" y="8811"/>
                  </a:lnTo>
                  <a:lnTo>
                    <a:pt x="8217" y="2763"/>
                  </a:lnTo>
                  <a:lnTo>
                    <a:pt x="8764" y="2763"/>
                  </a:lnTo>
                  <a:lnTo>
                    <a:pt x="876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 name="Google Shape;1761;p119"/>
            <p:cNvSpPr/>
            <p:nvPr/>
          </p:nvSpPr>
          <p:spPr>
            <a:xfrm>
              <a:off x="1519325" y="2883975"/>
              <a:ext cx="41100" cy="41100"/>
            </a:xfrm>
            <a:custGeom>
              <a:rect b="b" l="l" r="r" t="t"/>
              <a:pathLst>
                <a:path extrusionOk="0" h="1644" w="1644">
                  <a:moveTo>
                    <a:pt x="834" y="548"/>
                  </a:moveTo>
                  <a:cubicBezTo>
                    <a:pt x="977" y="548"/>
                    <a:pt x="1096" y="668"/>
                    <a:pt x="1096" y="810"/>
                  </a:cubicBezTo>
                  <a:cubicBezTo>
                    <a:pt x="1096" y="977"/>
                    <a:pt x="977" y="1096"/>
                    <a:pt x="834" y="1096"/>
                  </a:cubicBezTo>
                  <a:cubicBezTo>
                    <a:pt x="668" y="1096"/>
                    <a:pt x="549" y="977"/>
                    <a:pt x="549" y="810"/>
                  </a:cubicBezTo>
                  <a:cubicBezTo>
                    <a:pt x="549" y="668"/>
                    <a:pt x="668" y="548"/>
                    <a:pt x="834" y="548"/>
                  </a:cubicBezTo>
                  <a:close/>
                  <a:moveTo>
                    <a:pt x="834" y="1"/>
                  </a:moveTo>
                  <a:cubicBezTo>
                    <a:pt x="358" y="1"/>
                    <a:pt x="1" y="358"/>
                    <a:pt x="1" y="810"/>
                  </a:cubicBezTo>
                  <a:cubicBezTo>
                    <a:pt x="1" y="1263"/>
                    <a:pt x="382" y="1644"/>
                    <a:pt x="834" y="1644"/>
                  </a:cubicBezTo>
                  <a:cubicBezTo>
                    <a:pt x="1287" y="1644"/>
                    <a:pt x="1644" y="1263"/>
                    <a:pt x="1644" y="810"/>
                  </a:cubicBezTo>
                  <a:cubicBezTo>
                    <a:pt x="1644" y="358"/>
                    <a:pt x="1287" y="1"/>
                    <a:pt x="8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2" name="Google Shape;1762;p119"/>
            <p:cNvSpPr/>
            <p:nvPr/>
          </p:nvSpPr>
          <p:spPr>
            <a:xfrm>
              <a:off x="2157550" y="2760150"/>
              <a:ext cx="58975" cy="58950"/>
            </a:xfrm>
            <a:custGeom>
              <a:rect b="b" l="l" r="r" t="t"/>
              <a:pathLst>
                <a:path extrusionOk="0" h="2358" w="2359">
                  <a:moveTo>
                    <a:pt x="1168" y="596"/>
                  </a:moveTo>
                  <a:cubicBezTo>
                    <a:pt x="1501" y="596"/>
                    <a:pt x="1763" y="858"/>
                    <a:pt x="1763" y="1191"/>
                  </a:cubicBezTo>
                  <a:cubicBezTo>
                    <a:pt x="1763" y="1501"/>
                    <a:pt x="1501" y="1763"/>
                    <a:pt x="1168" y="1763"/>
                  </a:cubicBezTo>
                  <a:cubicBezTo>
                    <a:pt x="858" y="1763"/>
                    <a:pt x="596" y="1501"/>
                    <a:pt x="596" y="1191"/>
                  </a:cubicBezTo>
                  <a:cubicBezTo>
                    <a:pt x="596" y="858"/>
                    <a:pt x="858" y="596"/>
                    <a:pt x="1168" y="596"/>
                  </a:cubicBezTo>
                  <a:close/>
                  <a:moveTo>
                    <a:pt x="1168" y="0"/>
                  </a:moveTo>
                  <a:cubicBezTo>
                    <a:pt x="525" y="0"/>
                    <a:pt x="1" y="524"/>
                    <a:pt x="1" y="1191"/>
                  </a:cubicBezTo>
                  <a:cubicBezTo>
                    <a:pt x="1" y="1834"/>
                    <a:pt x="525" y="2358"/>
                    <a:pt x="1168" y="2358"/>
                  </a:cubicBezTo>
                  <a:cubicBezTo>
                    <a:pt x="1835" y="2358"/>
                    <a:pt x="2359" y="1834"/>
                    <a:pt x="2359" y="1191"/>
                  </a:cubicBezTo>
                  <a:cubicBezTo>
                    <a:pt x="2359" y="524"/>
                    <a:pt x="1835" y="0"/>
                    <a:pt x="116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3" name="Google Shape;1763;p119"/>
            <p:cNvSpPr/>
            <p:nvPr/>
          </p:nvSpPr>
          <p:spPr>
            <a:xfrm>
              <a:off x="2060525" y="2819075"/>
              <a:ext cx="253050" cy="149475"/>
            </a:xfrm>
            <a:custGeom>
              <a:rect b="b" l="l" r="r" t="t"/>
              <a:pathLst>
                <a:path extrusionOk="0" h="5979" w="10122">
                  <a:moveTo>
                    <a:pt x="6240" y="596"/>
                  </a:moveTo>
                  <a:cubicBezTo>
                    <a:pt x="6740" y="596"/>
                    <a:pt x="7144" y="1001"/>
                    <a:pt x="7144" y="1501"/>
                  </a:cubicBezTo>
                  <a:lnTo>
                    <a:pt x="7144" y="2382"/>
                  </a:lnTo>
                  <a:lnTo>
                    <a:pt x="6549" y="2382"/>
                  </a:lnTo>
                  <a:lnTo>
                    <a:pt x="6549" y="1192"/>
                  </a:lnTo>
                  <a:lnTo>
                    <a:pt x="5954" y="1192"/>
                  </a:lnTo>
                  <a:lnTo>
                    <a:pt x="5954" y="2240"/>
                  </a:lnTo>
                  <a:cubicBezTo>
                    <a:pt x="5668" y="2156"/>
                    <a:pt x="5364" y="2115"/>
                    <a:pt x="5061" y="2115"/>
                  </a:cubicBezTo>
                  <a:cubicBezTo>
                    <a:pt x="4757" y="2115"/>
                    <a:pt x="4453" y="2156"/>
                    <a:pt x="4168" y="2240"/>
                  </a:cubicBezTo>
                  <a:lnTo>
                    <a:pt x="4168" y="1192"/>
                  </a:lnTo>
                  <a:lnTo>
                    <a:pt x="3572" y="1192"/>
                  </a:lnTo>
                  <a:lnTo>
                    <a:pt x="3572" y="2382"/>
                  </a:lnTo>
                  <a:lnTo>
                    <a:pt x="2977" y="2382"/>
                  </a:lnTo>
                  <a:lnTo>
                    <a:pt x="2977" y="1501"/>
                  </a:lnTo>
                  <a:cubicBezTo>
                    <a:pt x="2977" y="1001"/>
                    <a:pt x="3382" y="596"/>
                    <a:pt x="3882" y="596"/>
                  </a:cubicBezTo>
                  <a:close/>
                  <a:moveTo>
                    <a:pt x="2382" y="2097"/>
                  </a:moveTo>
                  <a:lnTo>
                    <a:pt x="2382" y="2859"/>
                  </a:lnTo>
                  <a:cubicBezTo>
                    <a:pt x="1739" y="3502"/>
                    <a:pt x="1286" y="4383"/>
                    <a:pt x="1215" y="5383"/>
                  </a:cubicBezTo>
                  <a:lnTo>
                    <a:pt x="596" y="5383"/>
                  </a:lnTo>
                  <a:cubicBezTo>
                    <a:pt x="691" y="4073"/>
                    <a:pt x="1334" y="2883"/>
                    <a:pt x="2382" y="2097"/>
                  </a:cubicBezTo>
                  <a:close/>
                  <a:moveTo>
                    <a:pt x="5066" y="2706"/>
                  </a:moveTo>
                  <a:cubicBezTo>
                    <a:pt x="5381" y="2706"/>
                    <a:pt x="5742" y="2769"/>
                    <a:pt x="6120" y="2954"/>
                  </a:cubicBezTo>
                  <a:lnTo>
                    <a:pt x="6168" y="2978"/>
                  </a:lnTo>
                  <a:lnTo>
                    <a:pt x="6930" y="2978"/>
                  </a:lnTo>
                  <a:cubicBezTo>
                    <a:pt x="7740" y="3526"/>
                    <a:pt x="8216" y="4407"/>
                    <a:pt x="8311" y="5383"/>
                  </a:cubicBezTo>
                  <a:lnTo>
                    <a:pt x="1810" y="5383"/>
                  </a:lnTo>
                  <a:cubicBezTo>
                    <a:pt x="1881" y="4407"/>
                    <a:pt x="2382" y="3526"/>
                    <a:pt x="3191" y="2978"/>
                  </a:cubicBezTo>
                  <a:lnTo>
                    <a:pt x="3953" y="2978"/>
                  </a:lnTo>
                  <a:cubicBezTo>
                    <a:pt x="3953" y="2978"/>
                    <a:pt x="4410" y="2706"/>
                    <a:pt x="5066" y="2706"/>
                  </a:cubicBezTo>
                  <a:close/>
                  <a:moveTo>
                    <a:pt x="7740" y="2097"/>
                  </a:moveTo>
                  <a:cubicBezTo>
                    <a:pt x="8788" y="2883"/>
                    <a:pt x="9431" y="4073"/>
                    <a:pt x="9526" y="5383"/>
                  </a:cubicBezTo>
                  <a:lnTo>
                    <a:pt x="8907" y="5383"/>
                  </a:lnTo>
                  <a:cubicBezTo>
                    <a:pt x="8835" y="4383"/>
                    <a:pt x="8383" y="3502"/>
                    <a:pt x="7740" y="2859"/>
                  </a:cubicBezTo>
                  <a:lnTo>
                    <a:pt x="7740" y="2097"/>
                  </a:lnTo>
                  <a:close/>
                  <a:moveTo>
                    <a:pt x="3882" y="1"/>
                  </a:moveTo>
                  <a:cubicBezTo>
                    <a:pt x="3096" y="1"/>
                    <a:pt x="2453" y="596"/>
                    <a:pt x="2405" y="1358"/>
                  </a:cubicBezTo>
                  <a:cubicBezTo>
                    <a:pt x="905" y="2287"/>
                    <a:pt x="0" y="3930"/>
                    <a:pt x="0" y="5669"/>
                  </a:cubicBezTo>
                  <a:lnTo>
                    <a:pt x="0" y="5978"/>
                  </a:lnTo>
                  <a:lnTo>
                    <a:pt x="10121" y="5978"/>
                  </a:lnTo>
                  <a:lnTo>
                    <a:pt x="10121" y="5669"/>
                  </a:lnTo>
                  <a:cubicBezTo>
                    <a:pt x="10121" y="3930"/>
                    <a:pt x="9216" y="2287"/>
                    <a:pt x="7716" y="1358"/>
                  </a:cubicBezTo>
                  <a:cubicBezTo>
                    <a:pt x="7668" y="596"/>
                    <a:pt x="7025" y="1"/>
                    <a:pt x="624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 name="Google Shape;1764;p119"/>
            <p:cNvSpPr/>
            <p:nvPr/>
          </p:nvSpPr>
          <p:spPr>
            <a:xfrm>
              <a:off x="2245075" y="2729775"/>
              <a:ext cx="30975" cy="72675"/>
            </a:xfrm>
            <a:custGeom>
              <a:rect b="b" l="l" r="r" t="t"/>
              <a:pathLst>
                <a:path extrusionOk="0" h="2907" w="1239">
                  <a:moveTo>
                    <a:pt x="787" y="1"/>
                  </a:moveTo>
                  <a:lnTo>
                    <a:pt x="453" y="477"/>
                  </a:lnTo>
                  <a:cubicBezTo>
                    <a:pt x="572" y="572"/>
                    <a:pt x="644" y="691"/>
                    <a:pt x="644" y="858"/>
                  </a:cubicBezTo>
                  <a:cubicBezTo>
                    <a:pt x="644" y="1001"/>
                    <a:pt x="572" y="1144"/>
                    <a:pt x="453" y="1215"/>
                  </a:cubicBezTo>
                  <a:cubicBezTo>
                    <a:pt x="191" y="1406"/>
                    <a:pt x="1" y="1715"/>
                    <a:pt x="1" y="2049"/>
                  </a:cubicBezTo>
                  <a:cubicBezTo>
                    <a:pt x="1" y="2406"/>
                    <a:pt x="191" y="2716"/>
                    <a:pt x="453" y="2906"/>
                  </a:cubicBezTo>
                  <a:lnTo>
                    <a:pt x="787" y="2406"/>
                  </a:lnTo>
                  <a:cubicBezTo>
                    <a:pt x="667" y="2335"/>
                    <a:pt x="596" y="2192"/>
                    <a:pt x="596" y="2049"/>
                  </a:cubicBezTo>
                  <a:cubicBezTo>
                    <a:pt x="596" y="1906"/>
                    <a:pt x="667" y="1787"/>
                    <a:pt x="787" y="1715"/>
                  </a:cubicBezTo>
                  <a:cubicBezTo>
                    <a:pt x="1072" y="1525"/>
                    <a:pt x="1239" y="1192"/>
                    <a:pt x="1239" y="858"/>
                  </a:cubicBezTo>
                  <a:cubicBezTo>
                    <a:pt x="1239" y="501"/>
                    <a:pt x="1072" y="168"/>
                    <a:pt x="78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5" name="Google Shape;1765;p119"/>
            <p:cNvSpPr/>
            <p:nvPr/>
          </p:nvSpPr>
          <p:spPr>
            <a:xfrm>
              <a:off x="2283175" y="2729775"/>
              <a:ext cx="30400" cy="72675"/>
            </a:xfrm>
            <a:custGeom>
              <a:rect b="b" l="l" r="r" t="t"/>
              <a:pathLst>
                <a:path extrusionOk="0" h="2907" w="1216">
                  <a:moveTo>
                    <a:pt x="763" y="1"/>
                  </a:moveTo>
                  <a:lnTo>
                    <a:pt x="453" y="477"/>
                  </a:lnTo>
                  <a:cubicBezTo>
                    <a:pt x="548" y="572"/>
                    <a:pt x="620" y="691"/>
                    <a:pt x="620" y="858"/>
                  </a:cubicBezTo>
                  <a:cubicBezTo>
                    <a:pt x="620" y="1001"/>
                    <a:pt x="548" y="1144"/>
                    <a:pt x="453" y="1215"/>
                  </a:cubicBezTo>
                  <a:cubicBezTo>
                    <a:pt x="167" y="1406"/>
                    <a:pt x="1" y="1715"/>
                    <a:pt x="1" y="2049"/>
                  </a:cubicBezTo>
                  <a:cubicBezTo>
                    <a:pt x="1" y="2406"/>
                    <a:pt x="167" y="2716"/>
                    <a:pt x="453" y="2906"/>
                  </a:cubicBezTo>
                  <a:lnTo>
                    <a:pt x="763" y="2406"/>
                  </a:lnTo>
                  <a:cubicBezTo>
                    <a:pt x="644" y="2335"/>
                    <a:pt x="596" y="2192"/>
                    <a:pt x="596" y="2049"/>
                  </a:cubicBezTo>
                  <a:cubicBezTo>
                    <a:pt x="596" y="1906"/>
                    <a:pt x="644" y="1787"/>
                    <a:pt x="763" y="1715"/>
                  </a:cubicBezTo>
                  <a:cubicBezTo>
                    <a:pt x="1049" y="1525"/>
                    <a:pt x="1215" y="1192"/>
                    <a:pt x="1215" y="858"/>
                  </a:cubicBezTo>
                  <a:cubicBezTo>
                    <a:pt x="1215" y="501"/>
                    <a:pt x="1049" y="168"/>
                    <a:pt x="76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6" name="Google Shape;1766;p119"/>
            <p:cNvSpPr/>
            <p:nvPr/>
          </p:nvSpPr>
          <p:spPr>
            <a:xfrm>
              <a:off x="2098025" y="2729775"/>
              <a:ext cx="30375" cy="72675"/>
            </a:xfrm>
            <a:custGeom>
              <a:rect b="b" l="l" r="r" t="t"/>
              <a:pathLst>
                <a:path extrusionOk="0" h="2907" w="1215">
                  <a:moveTo>
                    <a:pt x="453" y="1"/>
                  </a:moveTo>
                  <a:cubicBezTo>
                    <a:pt x="167" y="168"/>
                    <a:pt x="0" y="501"/>
                    <a:pt x="0" y="858"/>
                  </a:cubicBezTo>
                  <a:cubicBezTo>
                    <a:pt x="0" y="1192"/>
                    <a:pt x="167" y="1525"/>
                    <a:pt x="453" y="1715"/>
                  </a:cubicBezTo>
                  <a:cubicBezTo>
                    <a:pt x="572" y="1787"/>
                    <a:pt x="643" y="1906"/>
                    <a:pt x="643" y="2049"/>
                  </a:cubicBezTo>
                  <a:cubicBezTo>
                    <a:pt x="643" y="2192"/>
                    <a:pt x="572" y="2335"/>
                    <a:pt x="453" y="2406"/>
                  </a:cubicBezTo>
                  <a:lnTo>
                    <a:pt x="786" y="2906"/>
                  </a:lnTo>
                  <a:cubicBezTo>
                    <a:pt x="1048" y="2716"/>
                    <a:pt x="1215" y="2406"/>
                    <a:pt x="1215" y="2049"/>
                  </a:cubicBezTo>
                  <a:cubicBezTo>
                    <a:pt x="1215" y="1715"/>
                    <a:pt x="1048" y="1406"/>
                    <a:pt x="786" y="1215"/>
                  </a:cubicBezTo>
                  <a:cubicBezTo>
                    <a:pt x="667" y="1144"/>
                    <a:pt x="596" y="1001"/>
                    <a:pt x="596" y="858"/>
                  </a:cubicBezTo>
                  <a:cubicBezTo>
                    <a:pt x="596" y="691"/>
                    <a:pt x="667" y="572"/>
                    <a:pt x="786" y="477"/>
                  </a:cubicBezTo>
                  <a:lnTo>
                    <a:pt x="453"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7" name="Google Shape;1767;p119"/>
            <p:cNvSpPr/>
            <p:nvPr/>
          </p:nvSpPr>
          <p:spPr>
            <a:xfrm>
              <a:off x="2060525" y="2729775"/>
              <a:ext cx="30375" cy="72675"/>
            </a:xfrm>
            <a:custGeom>
              <a:rect b="b" l="l" r="r" t="t"/>
              <a:pathLst>
                <a:path extrusionOk="0" h="2907" w="1215">
                  <a:moveTo>
                    <a:pt x="453" y="1"/>
                  </a:moveTo>
                  <a:cubicBezTo>
                    <a:pt x="167" y="168"/>
                    <a:pt x="0" y="501"/>
                    <a:pt x="0" y="858"/>
                  </a:cubicBezTo>
                  <a:cubicBezTo>
                    <a:pt x="0" y="1192"/>
                    <a:pt x="167" y="1525"/>
                    <a:pt x="453" y="1715"/>
                  </a:cubicBezTo>
                  <a:cubicBezTo>
                    <a:pt x="572" y="1787"/>
                    <a:pt x="619" y="1906"/>
                    <a:pt x="619" y="2049"/>
                  </a:cubicBezTo>
                  <a:cubicBezTo>
                    <a:pt x="619" y="2192"/>
                    <a:pt x="572" y="2335"/>
                    <a:pt x="453" y="2406"/>
                  </a:cubicBezTo>
                  <a:lnTo>
                    <a:pt x="762" y="2906"/>
                  </a:lnTo>
                  <a:cubicBezTo>
                    <a:pt x="1048" y="2716"/>
                    <a:pt x="1215" y="2406"/>
                    <a:pt x="1215" y="2049"/>
                  </a:cubicBezTo>
                  <a:cubicBezTo>
                    <a:pt x="1215" y="1715"/>
                    <a:pt x="1048" y="1406"/>
                    <a:pt x="762" y="1215"/>
                  </a:cubicBezTo>
                  <a:cubicBezTo>
                    <a:pt x="667" y="1144"/>
                    <a:pt x="596" y="1001"/>
                    <a:pt x="596" y="858"/>
                  </a:cubicBezTo>
                  <a:cubicBezTo>
                    <a:pt x="596" y="691"/>
                    <a:pt x="667" y="572"/>
                    <a:pt x="762" y="477"/>
                  </a:cubicBezTo>
                  <a:lnTo>
                    <a:pt x="453"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8" name="Google Shape;1768;p119"/>
            <p:cNvSpPr/>
            <p:nvPr/>
          </p:nvSpPr>
          <p:spPr>
            <a:xfrm>
              <a:off x="2650525" y="2725025"/>
              <a:ext cx="217925" cy="247700"/>
            </a:xfrm>
            <a:custGeom>
              <a:rect b="b" l="l" r="r" t="t"/>
              <a:pathLst>
                <a:path extrusionOk="0" h="9908" w="8717">
                  <a:moveTo>
                    <a:pt x="3382" y="4620"/>
                  </a:moveTo>
                  <a:lnTo>
                    <a:pt x="3715" y="5073"/>
                  </a:lnTo>
                  <a:lnTo>
                    <a:pt x="2906" y="5692"/>
                  </a:lnTo>
                  <a:lnTo>
                    <a:pt x="2906" y="6406"/>
                  </a:lnTo>
                  <a:lnTo>
                    <a:pt x="2334" y="6406"/>
                  </a:lnTo>
                  <a:lnTo>
                    <a:pt x="2334" y="5692"/>
                  </a:lnTo>
                  <a:lnTo>
                    <a:pt x="1524" y="5073"/>
                  </a:lnTo>
                  <a:lnTo>
                    <a:pt x="1858" y="4620"/>
                  </a:lnTo>
                  <a:lnTo>
                    <a:pt x="2620" y="5168"/>
                  </a:lnTo>
                  <a:lnTo>
                    <a:pt x="3382" y="4620"/>
                  </a:lnTo>
                  <a:close/>
                  <a:moveTo>
                    <a:pt x="7859" y="8764"/>
                  </a:moveTo>
                  <a:cubicBezTo>
                    <a:pt x="8002" y="8764"/>
                    <a:pt x="8145" y="8883"/>
                    <a:pt x="8145" y="9050"/>
                  </a:cubicBezTo>
                  <a:cubicBezTo>
                    <a:pt x="8145" y="9216"/>
                    <a:pt x="8002" y="9336"/>
                    <a:pt x="7859" y="9336"/>
                  </a:cubicBezTo>
                  <a:cubicBezTo>
                    <a:pt x="7692" y="9336"/>
                    <a:pt x="7549" y="9216"/>
                    <a:pt x="7549" y="9050"/>
                  </a:cubicBezTo>
                  <a:cubicBezTo>
                    <a:pt x="7549" y="8883"/>
                    <a:pt x="7692" y="8764"/>
                    <a:pt x="7859" y="8764"/>
                  </a:cubicBezTo>
                  <a:close/>
                  <a:moveTo>
                    <a:pt x="1167" y="0"/>
                  </a:moveTo>
                  <a:lnTo>
                    <a:pt x="1167" y="596"/>
                  </a:lnTo>
                  <a:lnTo>
                    <a:pt x="0" y="596"/>
                  </a:lnTo>
                  <a:lnTo>
                    <a:pt x="0" y="3953"/>
                  </a:lnTo>
                  <a:lnTo>
                    <a:pt x="1048" y="4739"/>
                  </a:lnTo>
                  <a:lnTo>
                    <a:pt x="715" y="5192"/>
                  </a:lnTo>
                  <a:lnTo>
                    <a:pt x="1739" y="5978"/>
                  </a:lnTo>
                  <a:lnTo>
                    <a:pt x="1739" y="7002"/>
                  </a:lnTo>
                  <a:lnTo>
                    <a:pt x="2334" y="7002"/>
                  </a:lnTo>
                  <a:lnTo>
                    <a:pt x="2334" y="8169"/>
                  </a:lnTo>
                  <a:cubicBezTo>
                    <a:pt x="2334" y="9145"/>
                    <a:pt x="3120" y="9907"/>
                    <a:pt x="4073" y="9907"/>
                  </a:cubicBezTo>
                  <a:cubicBezTo>
                    <a:pt x="5025" y="9907"/>
                    <a:pt x="5811" y="9145"/>
                    <a:pt x="5811" y="8169"/>
                  </a:cubicBezTo>
                  <a:lnTo>
                    <a:pt x="5811" y="6692"/>
                  </a:lnTo>
                  <a:cubicBezTo>
                    <a:pt x="5811" y="6216"/>
                    <a:pt x="6216" y="5835"/>
                    <a:pt x="6692" y="5835"/>
                  </a:cubicBezTo>
                  <a:cubicBezTo>
                    <a:pt x="7168" y="5835"/>
                    <a:pt x="7549" y="6216"/>
                    <a:pt x="7549" y="6692"/>
                  </a:cubicBezTo>
                  <a:lnTo>
                    <a:pt x="7549" y="8216"/>
                  </a:lnTo>
                  <a:cubicBezTo>
                    <a:pt x="7216" y="8335"/>
                    <a:pt x="6978" y="8669"/>
                    <a:pt x="6978" y="9050"/>
                  </a:cubicBezTo>
                  <a:cubicBezTo>
                    <a:pt x="6978" y="9526"/>
                    <a:pt x="7359" y="9907"/>
                    <a:pt x="7859" y="9907"/>
                  </a:cubicBezTo>
                  <a:cubicBezTo>
                    <a:pt x="8335" y="9907"/>
                    <a:pt x="8716" y="9526"/>
                    <a:pt x="8716" y="9050"/>
                  </a:cubicBezTo>
                  <a:cubicBezTo>
                    <a:pt x="8716" y="8669"/>
                    <a:pt x="8478" y="8335"/>
                    <a:pt x="8145" y="8216"/>
                  </a:cubicBezTo>
                  <a:lnTo>
                    <a:pt x="8145" y="6692"/>
                  </a:lnTo>
                  <a:cubicBezTo>
                    <a:pt x="8145" y="5906"/>
                    <a:pt x="7478" y="5239"/>
                    <a:pt x="6692" y="5239"/>
                  </a:cubicBezTo>
                  <a:cubicBezTo>
                    <a:pt x="5882" y="5239"/>
                    <a:pt x="5239" y="5906"/>
                    <a:pt x="5239" y="6692"/>
                  </a:cubicBezTo>
                  <a:lnTo>
                    <a:pt x="5239" y="8169"/>
                  </a:lnTo>
                  <a:cubicBezTo>
                    <a:pt x="5239" y="8812"/>
                    <a:pt x="4716" y="9336"/>
                    <a:pt x="4073" y="9336"/>
                  </a:cubicBezTo>
                  <a:cubicBezTo>
                    <a:pt x="3430" y="9336"/>
                    <a:pt x="2906" y="8812"/>
                    <a:pt x="2906" y="8169"/>
                  </a:cubicBezTo>
                  <a:lnTo>
                    <a:pt x="2906" y="7002"/>
                  </a:lnTo>
                  <a:lnTo>
                    <a:pt x="3501" y="7002"/>
                  </a:lnTo>
                  <a:lnTo>
                    <a:pt x="3501" y="5978"/>
                  </a:lnTo>
                  <a:lnTo>
                    <a:pt x="4549" y="5192"/>
                  </a:lnTo>
                  <a:lnTo>
                    <a:pt x="4192" y="4739"/>
                  </a:lnTo>
                  <a:lnTo>
                    <a:pt x="5239" y="3953"/>
                  </a:lnTo>
                  <a:lnTo>
                    <a:pt x="5239" y="596"/>
                  </a:lnTo>
                  <a:lnTo>
                    <a:pt x="4073" y="596"/>
                  </a:lnTo>
                  <a:lnTo>
                    <a:pt x="4073" y="0"/>
                  </a:lnTo>
                  <a:lnTo>
                    <a:pt x="3501" y="0"/>
                  </a:lnTo>
                  <a:lnTo>
                    <a:pt x="3501" y="1739"/>
                  </a:lnTo>
                  <a:lnTo>
                    <a:pt x="4073" y="1739"/>
                  </a:lnTo>
                  <a:lnTo>
                    <a:pt x="4073" y="1167"/>
                  </a:lnTo>
                  <a:lnTo>
                    <a:pt x="4644" y="1167"/>
                  </a:lnTo>
                  <a:lnTo>
                    <a:pt x="4644" y="3644"/>
                  </a:lnTo>
                  <a:lnTo>
                    <a:pt x="3834" y="4263"/>
                  </a:lnTo>
                  <a:lnTo>
                    <a:pt x="3501" y="3811"/>
                  </a:lnTo>
                  <a:lnTo>
                    <a:pt x="2620" y="4454"/>
                  </a:lnTo>
                  <a:lnTo>
                    <a:pt x="1739" y="3811"/>
                  </a:lnTo>
                  <a:lnTo>
                    <a:pt x="1405" y="4263"/>
                  </a:lnTo>
                  <a:lnTo>
                    <a:pt x="596" y="3644"/>
                  </a:lnTo>
                  <a:lnTo>
                    <a:pt x="596" y="1167"/>
                  </a:lnTo>
                  <a:lnTo>
                    <a:pt x="1167" y="1167"/>
                  </a:lnTo>
                  <a:lnTo>
                    <a:pt x="1167" y="1739"/>
                  </a:lnTo>
                  <a:lnTo>
                    <a:pt x="1739" y="1739"/>
                  </a:lnTo>
                  <a:lnTo>
                    <a:pt x="1739"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 name="Google Shape;1769;p119"/>
            <p:cNvSpPr/>
            <p:nvPr/>
          </p:nvSpPr>
          <p:spPr>
            <a:xfrm>
              <a:off x="3221475" y="2738125"/>
              <a:ext cx="239350" cy="231025"/>
            </a:xfrm>
            <a:custGeom>
              <a:rect b="b" l="l" r="r" t="t"/>
              <a:pathLst>
                <a:path extrusionOk="0" h="9241" w="9574">
                  <a:moveTo>
                    <a:pt x="4406" y="810"/>
                  </a:moveTo>
                  <a:lnTo>
                    <a:pt x="5192" y="1596"/>
                  </a:lnTo>
                  <a:lnTo>
                    <a:pt x="4406" y="2405"/>
                  </a:lnTo>
                  <a:lnTo>
                    <a:pt x="3620" y="1596"/>
                  </a:lnTo>
                  <a:lnTo>
                    <a:pt x="4406" y="810"/>
                  </a:lnTo>
                  <a:close/>
                  <a:moveTo>
                    <a:pt x="8002" y="4382"/>
                  </a:moveTo>
                  <a:lnTo>
                    <a:pt x="8788" y="5192"/>
                  </a:lnTo>
                  <a:lnTo>
                    <a:pt x="8002" y="5978"/>
                  </a:lnTo>
                  <a:lnTo>
                    <a:pt x="7192" y="5192"/>
                  </a:lnTo>
                  <a:lnTo>
                    <a:pt x="8002" y="4382"/>
                  </a:lnTo>
                  <a:close/>
                  <a:moveTo>
                    <a:pt x="3215" y="2001"/>
                  </a:moveTo>
                  <a:lnTo>
                    <a:pt x="4001" y="2787"/>
                  </a:lnTo>
                  <a:lnTo>
                    <a:pt x="2620" y="4192"/>
                  </a:lnTo>
                  <a:cubicBezTo>
                    <a:pt x="1858" y="4954"/>
                    <a:pt x="1858" y="6216"/>
                    <a:pt x="2620" y="6978"/>
                  </a:cubicBezTo>
                  <a:cubicBezTo>
                    <a:pt x="3001" y="7359"/>
                    <a:pt x="3507" y="7549"/>
                    <a:pt x="4013" y="7549"/>
                  </a:cubicBezTo>
                  <a:cubicBezTo>
                    <a:pt x="4519" y="7549"/>
                    <a:pt x="5025" y="7359"/>
                    <a:pt x="5406" y="6978"/>
                  </a:cubicBezTo>
                  <a:lnTo>
                    <a:pt x="6788" y="5573"/>
                  </a:lnTo>
                  <a:lnTo>
                    <a:pt x="7597" y="6382"/>
                  </a:lnTo>
                  <a:lnTo>
                    <a:pt x="6192" y="7764"/>
                  </a:lnTo>
                  <a:cubicBezTo>
                    <a:pt x="5585" y="8371"/>
                    <a:pt x="4793" y="8675"/>
                    <a:pt x="4001" y="8675"/>
                  </a:cubicBezTo>
                  <a:cubicBezTo>
                    <a:pt x="3209" y="8675"/>
                    <a:pt x="2418" y="8371"/>
                    <a:pt x="1810" y="7764"/>
                  </a:cubicBezTo>
                  <a:cubicBezTo>
                    <a:pt x="620" y="6549"/>
                    <a:pt x="620" y="4596"/>
                    <a:pt x="1810" y="3382"/>
                  </a:cubicBezTo>
                  <a:lnTo>
                    <a:pt x="3215" y="2001"/>
                  </a:lnTo>
                  <a:close/>
                  <a:moveTo>
                    <a:pt x="4406" y="0"/>
                  </a:moveTo>
                  <a:lnTo>
                    <a:pt x="1429" y="3001"/>
                  </a:lnTo>
                  <a:cubicBezTo>
                    <a:pt x="0" y="4430"/>
                    <a:pt x="0" y="6740"/>
                    <a:pt x="1429" y="8169"/>
                  </a:cubicBezTo>
                  <a:cubicBezTo>
                    <a:pt x="2144" y="8883"/>
                    <a:pt x="3078" y="9240"/>
                    <a:pt x="4013" y="9240"/>
                  </a:cubicBezTo>
                  <a:cubicBezTo>
                    <a:pt x="4948" y="9240"/>
                    <a:pt x="5883" y="8883"/>
                    <a:pt x="6597" y="8169"/>
                  </a:cubicBezTo>
                  <a:lnTo>
                    <a:pt x="9574" y="5192"/>
                  </a:lnTo>
                  <a:lnTo>
                    <a:pt x="8002" y="3596"/>
                  </a:lnTo>
                  <a:lnTo>
                    <a:pt x="5001" y="6573"/>
                  </a:lnTo>
                  <a:cubicBezTo>
                    <a:pt x="4728" y="6847"/>
                    <a:pt x="4370" y="6984"/>
                    <a:pt x="4013" y="6984"/>
                  </a:cubicBezTo>
                  <a:cubicBezTo>
                    <a:pt x="3656" y="6984"/>
                    <a:pt x="3299" y="6847"/>
                    <a:pt x="3025" y="6573"/>
                  </a:cubicBezTo>
                  <a:cubicBezTo>
                    <a:pt x="2453" y="6025"/>
                    <a:pt x="2453" y="5144"/>
                    <a:pt x="3025" y="4596"/>
                  </a:cubicBezTo>
                  <a:lnTo>
                    <a:pt x="6002" y="1596"/>
                  </a:lnTo>
                  <a:lnTo>
                    <a:pt x="440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 name="Google Shape;1770;p119"/>
            <p:cNvSpPr/>
            <p:nvPr/>
          </p:nvSpPr>
          <p:spPr>
            <a:xfrm>
              <a:off x="3366750" y="2728600"/>
              <a:ext cx="103600" cy="84550"/>
            </a:xfrm>
            <a:custGeom>
              <a:rect b="b" l="l" r="r" t="t"/>
              <a:pathLst>
                <a:path extrusionOk="0" h="3382" w="4144">
                  <a:moveTo>
                    <a:pt x="2786" y="572"/>
                  </a:moveTo>
                  <a:lnTo>
                    <a:pt x="2143" y="1215"/>
                  </a:lnTo>
                  <a:lnTo>
                    <a:pt x="2667" y="2810"/>
                  </a:lnTo>
                  <a:lnTo>
                    <a:pt x="1358" y="2810"/>
                  </a:lnTo>
                  <a:lnTo>
                    <a:pt x="2001" y="2167"/>
                  </a:lnTo>
                  <a:lnTo>
                    <a:pt x="1453" y="572"/>
                  </a:lnTo>
                  <a:close/>
                  <a:moveTo>
                    <a:pt x="691" y="0"/>
                  </a:moveTo>
                  <a:lnTo>
                    <a:pt x="1358" y="2001"/>
                  </a:lnTo>
                  <a:lnTo>
                    <a:pt x="0" y="3382"/>
                  </a:lnTo>
                  <a:lnTo>
                    <a:pt x="3453" y="3382"/>
                  </a:lnTo>
                  <a:lnTo>
                    <a:pt x="2786" y="1358"/>
                  </a:lnTo>
                  <a:lnTo>
                    <a:pt x="414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1" name="Google Shape;1771;p119"/>
            <p:cNvSpPr/>
            <p:nvPr/>
          </p:nvSpPr>
          <p:spPr>
            <a:xfrm>
              <a:off x="3783500" y="2774425"/>
              <a:ext cx="274475" cy="198300"/>
            </a:xfrm>
            <a:custGeom>
              <a:rect b="b" l="l" r="r" t="t"/>
              <a:pathLst>
                <a:path extrusionOk="0" h="7932" w="10979">
                  <a:moveTo>
                    <a:pt x="2191" y="2263"/>
                  </a:moveTo>
                  <a:lnTo>
                    <a:pt x="2191" y="2263"/>
                  </a:lnTo>
                  <a:cubicBezTo>
                    <a:pt x="2572" y="2287"/>
                    <a:pt x="3287" y="2382"/>
                    <a:pt x="3906" y="2716"/>
                  </a:cubicBezTo>
                  <a:cubicBezTo>
                    <a:pt x="3882" y="2811"/>
                    <a:pt x="3882" y="2906"/>
                    <a:pt x="3882" y="3002"/>
                  </a:cubicBezTo>
                  <a:cubicBezTo>
                    <a:pt x="3882" y="3454"/>
                    <a:pt x="4001" y="3859"/>
                    <a:pt x="4144" y="4240"/>
                  </a:cubicBezTo>
                  <a:cubicBezTo>
                    <a:pt x="3787" y="4073"/>
                    <a:pt x="3358" y="3978"/>
                    <a:pt x="2929" y="3978"/>
                  </a:cubicBezTo>
                  <a:lnTo>
                    <a:pt x="2644" y="3978"/>
                  </a:lnTo>
                  <a:cubicBezTo>
                    <a:pt x="2286" y="3383"/>
                    <a:pt x="2215" y="2668"/>
                    <a:pt x="2191" y="2263"/>
                  </a:cubicBezTo>
                  <a:close/>
                  <a:moveTo>
                    <a:pt x="8788" y="2263"/>
                  </a:moveTo>
                  <a:cubicBezTo>
                    <a:pt x="8788" y="2668"/>
                    <a:pt x="8693" y="3383"/>
                    <a:pt x="8335" y="3978"/>
                  </a:cubicBezTo>
                  <a:lnTo>
                    <a:pt x="8050" y="3978"/>
                  </a:lnTo>
                  <a:cubicBezTo>
                    <a:pt x="7621" y="3978"/>
                    <a:pt x="7192" y="4073"/>
                    <a:pt x="6835" y="4240"/>
                  </a:cubicBezTo>
                  <a:cubicBezTo>
                    <a:pt x="6978" y="3859"/>
                    <a:pt x="7097" y="3454"/>
                    <a:pt x="7097" y="3002"/>
                  </a:cubicBezTo>
                  <a:cubicBezTo>
                    <a:pt x="7097" y="2906"/>
                    <a:pt x="7097" y="2811"/>
                    <a:pt x="7073" y="2716"/>
                  </a:cubicBezTo>
                  <a:cubicBezTo>
                    <a:pt x="7692" y="2382"/>
                    <a:pt x="8407" y="2287"/>
                    <a:pt x="8788" y="2263"/>
                  </a:cubicBezTo>
                  <a:close/>
                  <a:moveTo>
                    <a:pt x="5501" y="906"/>
                  </a:moveTo>
                  <a:cubicBezTo>
                    <a:pt x="5835" y="1263"/>
                    <a:pt x="6454" y="2073"/>
                    <a:pt x="6454" y="3002"/>
                  </a:cubicBezTo>
                  <a:cubicBezTo>
                    <a:pt x="6454" y="3930"/>
                    <a:pt x="5835" y="4740"/>
                    <a:pt x="5478" y="5121"/>
                  </a:cubicBezTo>
                  <a:cubicBezTo>
                    <a:pt x="5144" y="4740"/>
                    <a:pt x="4525" y="3930"/>
                    <a:pt x="4525" y="3002"/>
                  </a:cubicBezTo>
                  <a:cubicBezTo>
                    <a:pt x="4525" y="2097"/>
                    <a:pt x="5144" y="1263"/>
                    <a:pt x="5501" y="906"/>
                  </a:cubicBezTo>
                  <a:close/>
                  <a:moveTo>
                    <a:pt x="2929" y="4597"/>
                  </a:moveTo>
                  <a:cubicBezTo>
                    <a:pt x="3834" y="4597"/>
                    <a:pt x="4644" y="5240"/>
                    <a:pt x="5025" y="5573"/>
                  </a:cubicBezTo>
                  <a:cubicBezTo>
                    <a:pt x="4668" y="5907"/>
                    <a:pt x="3834" y="6526"/>
                    <a:pt x="2929" y="6526"/>
                  </a:cubicBezTo>
                  <a:cubicBezTo>
                    <a:pt x="2001" y="6526"/>
                    <a:pt x="1215" y="5907"/>
                    <a:pt x="881" y="5573"/>
                  </a:cubicBezTo>
                  <a:cubicBezTo>
                    <a:pt x="1215" y="5240"/>
                    <a:pt x="2001" y="4597"/>
                    <a:pt x="2929" y="4597"/>
                  </a:cubicBezTo>
                  <a:close/>
                  <a:moveTo>
                    <a:pt x="8050" y="4597"/>
                  </a:moveTo>
                  <a:cubicBezTo>
                    <a:pt x="8978" y="4597"/>
                    <a:pt x="9764" y="5240"/>
                    <a:pt x="10121" y="5573"/>
                  </a:cubicBezTo>
                  <a:cubicBezTo>
                    <a:pt x="9764" y="5907"/>
                    <a:pt x="8978" y="6526"/>
                    <a:pt x="8050" y="6526"/>
                  </a:cubicBezTo>
                  <a:cubicBezTo>
                    <a:pt x="7145" y="6526"/>
                    <a:pt x="6335" y="5907"/>
                    <a:pt x="5954" y="5573"/>
                  </a:cubicBezTo>
                  <a:cubicBezTo>
                    <a:pt x="6335" y="5240"/>
                    <a:pt x="7145" y="4597"/>
                    <a:pt x="8050" y="4597"/>
                  </a:cubicBezTo>
                  <a:close/>
                  <a:moveTo>
                    <a:pt x="5501" y="6026"/>
                  </a:moveTo>
                  <a:cubicBezTo>
                    <a:pt x="5620" y="6145"/>
                    <a:pt x="5763" y="6264"/>
                    <a:pt x="5978" y="6407"/>
                  </a:cubicBezTo>
                  <a:cubicBezTo>
                    <a:pt x="5811" y="6669"/>
                    <a:pt x="5620" y="6883"/>
                    <a:pt x="5501" y="7050"/>
                  </a:cubicBezTo>
                  <a:cubicBezTo>
                    <a:pt x="5359" y="6883"/>
                    <a:pt x="5168" y="6669"/>
                    <a:pt x="5001" y="6407"/>
                  </a:cubicBezTo>
                  <a:cubicBezTo>
                    <a:pt x="5216" y="6264"/>
                    <a:pt x="5359" y="6145"/>
                    <a:pt x="5501" y="6026"/>
                  </a:cubicBezTo>
                  <a:close/>
                  <a:moveTo>
                    <a:pt x="5501" y="1"/>
                  </a:moveTo>
                  <a:lnTo>
                    <a:pt x="5287" y="191"/>
                  </a:lnTo>
                  <a:cubicBezTo>
                    <a:pt x="5239" y="239"/>
                    <a:pt x="4406" y="1001"/>
                    <a:pt x="4049" y="2073"/>
                  </a:cubicBezTo>
                  <a:cubicBezTo>
                    <a:pt x="3189" y="1653"/>
                    <a:pt x="2261" y="1619"/>
                    <a:pt x="1944" y="1619"/>
                  </a:cubicBezTo>
                  <a:cubicBezTo>
                    <a:pt x="1884" y="1619"/>
                    <a:pt x="1845" y="1620"/>
                    <a:pt x="1834" y="1620"/>
                  </a:cubicBezTo>
                  <a:lnTo>
                    <a:pt x="1548" y="1644"/>
                  </a:lnTo>
                  <a:lnTo>
                    <a:pt x="1548" y="1930"/>
                  </a:lnTo>
                  <a:cubicBezTo>
                    <a:pt x="1524" y="1977"/>
                    <a:pt x="1477" y="3121"/>
                    <a:pt x="2001" y="4121"/>
                  </a:cubicBezTo>
                  <a:cubicBezTo>
                    <a:pt x="929" y="4478"/>
                    <a:pt x="215" y="5312"/>
                    <a:pt x="191" y="5359"/>
                  </a:cubicBezTo>
                  <a:lnTo>
                    <a:pt x="0" y="5573"/>
                  </a:lnTo>
                  <a:lnTo>
                    <a:pt x="191" y="5788"/>
                  </a:lnTo>
                  <a:cubicBezTo>
                    <a:pt x="238" y="5835"/>
                    <a:pt x="1382" y="7169"/>
                    <a:pt x="2929" y="7169"/>
                  </a:cubicBezTo>
                  <a:cubicBezTo>
                    <a:pt x="3501" y="7169"/>
                    <a:pt x="4025" y="6979"/>
                    <a:pt x="4477" y="6764"/>
                  </a:cubicBezTo>
                  <a:cubicBezTo>
                    <a:pt x="4835" y="7336"/>
                    <a:pt x="5263" y="7717"/>
                    <a:pt x="5287" y="7741"/>
                  </a:cubicBezTo>
                  <a:lnTo>
                    <a:pt x="5501" y="7931"/>
                  </a:lnTo>
                  <a:lnTo>
                    <a:pt x="5716" y="7741"/>
                  </a:lnTo>
                  <a:cubicBezTo>
                    <a:pt x="5716" y="7717"/>
                    <a:pt x="6144" y="7336"/>
                    <a:pt x="6502" y="6764"/>
                  </a:cubicBezTo>
                  <a:cubicBezTo>
                    <a:pt x="6954" y="6979"/>
                    <a:pt x="7478" y="7169"/>
                    <a:pt x="8050" y="7169"/>
                  </a:cubicBezTo>
                  <a:cubicBezTo>
                    <a:pt x="9598" y="7169"/>
                    <a:pt x="10764" y="5835"/>
                    <a:pt x="10812" y="5788"/>
                  </a:cubicBezTo>
                  <a:lnTo>
                    <a:pt x="10979" y="5573"/>
                  </a:lnTo>
                  <a:lnTo>
                    <a:pt x="10812" y="5359"/>
                  </a:lnTo>
                  <a:cubicBezTo>
                    <a:pt x="10764" y="5312"/>
                    <a:pt x="10050" y="4478"/>
                    <a:pt x="8978" y="4121"/>
                  </a:cubicBezTo>
                  <a:cubicBezTo>
                    <a:pt x="9502" y="3121"/>
                    <a:pt x="9455" y="1977"/>
                    <a:pt x="9431" y="1930"/>
                  </a:cubicBezTo>
                  <a:lnTo>
                    <a:pt x="9431" y="1644"/>
                  </a:lnTo>
                  <a:lnTo>
                    <a:pt x="9145" y="1620"/>
                  </a:lnTo>
                  <a:cubicBezTo>
                    <a:pt x="9134" y="1620"/>
                    <a:pt x="9095" y="1619"/>
                    <a:pt x="9035" y="1619"/>
                  </a:cubicBezTo>
                  <a:cubicBezTo>
                    <a:pt x="8718" y="1619"/>
                    <a:pt x="7790" y="1653"/>
                    <a:pt x="6930" y="2073"/>
                  </a:cubicBezTo>
                  <a:cubicBezTo>
                    <a:pt x="6597" y="1001"/>
                    <a:pt x="5740" y="239"/>
                    <a:pt x="5716" y="191"/>
                  </a:cubicBezTo>
                  <a:lnTo>
                    <a:pt x="550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2" name="Google Shape;1772;p119"/>
            <p:cNvSpPr/>
            <p:nvPr/>
          </p:nvSpPr>
          <p:spPr>
            <a:xfrm>
              <a:off x="3909125" y="2725625"/>
              <a:ext cx="23225" cy="22650"/>
            </a:xfrm>
            <a:custGeom>
              <a:rect b="b" l="l" r="r" t="t"/>
              <a:pathLst>
                <a:path extrusionOk="0" h="906" w="929">
                  <a:moveTo>
                    <a:pt x="476" y="0"/>
                  </a:moveTo>
                  <a:lnTo>
                    <a:pt x="0" y="453"/>
                  </a:lnTo>
                  <a:lnTo>
                    <a:pt x="476" y="905"/>
                  </a:lnTo>
                  <a:lnTo>
                    <a:pt x="929" y="453"/>
                  </a:lnTo>
                  <a:lnTo>
                    <a:pt x="47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 name="Google Shape;1773;p119"/>
            <p:cNvSpPr/>
            <p:nvPr/>
          </p:nvSpPr>
          <p:spPr>
            <a:xfrm>
              <a:off x="3957350" y="2757775"/>
              <a:ext cx="22650" cy="22650"/>
            </a:xfrm>
            <a:custGeom>
              <a:rect b="b" l="l" r="r" t="t"/>
              <a:pathLst>
                <a:path extrusionOk="0" h="906" w="906">
                  <a:moveTo>
                    <a:pt x="453" y="0"/>
                  </a:moveTo>
                  <a:lnTo>
                    <a:pt x="0" y="453"/>
                  </a:lnTo>
                  <a:lnTo>
                    <a:pt x="453" y="905"/>
                  </a:lnTo>
                  <a:lnTo>
                    <a:pt x="905" y="453"/>
                  </a:lnTo>
                  <a:lnTo>
                    <a:pt x="45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4" name="Google Shape;1774;p119"/>
            <p:cNvSpPr/>
            <p:nvPr/>
          </p:nvSpPr>
          <p:spPr>
            <a:xfrm>
              <a:off x="3861475" y="2757775"/>
              <a:ext cx="22650" cy="22650"/>
            </a:xfrm>
            <a:custGeom>
              <a:rect b="b" l="l" r="r" t="t"/>
              <a:pathLst>
                <a:path extrusionOk="0" h="906" w="906">
                  <a:moveTo>
                    <a:pt x="453" y="0"/>
                  </a:moveTo>
                  <a:lnTo>
                    <a:pt x="1" y="453"/>
                  </a:lnTo>
                  <a:lnTo>
                    <a:pt x="453" y="905"/>
                  </a:lnTo>
                  <a:lnTo>
                    <a:pt x="906" y="453"/>
                  </a:lnTo>
                  <a:lnTo>
                    <a:pt x="45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5" name="Google Shape;1775;p119"/>
            <p:cNvSpPr/>
            <p:nvPr/>
          </p:nvSpPr>
          <p:spPr>
            <a:xfrm>
              <a:off x="4483050" y="2720850"/>
              <a:ext cx="60150" cy="60750"/>
            </a:xfrm>
            <a:custGeom>
              <a:rect b="b" l="l" r="r" t="t"/>
              <a:pathLst>
                <a:path extrusionOk="0" h="2430" w="2406">
                  <a:moveTo>
                    <a:pt x="1191" y="620"/>
                  </a:moveTo>
                  <a:cubicBezTo>
                    <a:pt x="1524" y="620"/>
                    <a:pt x="1810" y="906"/>
                    <a:pt x="1810" y="1239"/>
                  </a:cubicBezTo>
                  <a:cubicBezTo>
                    <a:pt x="1810" y="1572"/>
                    <a:pt x="1524" y="1834"/>
                    <a:pt x="1191" y="1834"/>
                  </a:cubicBezTo>
                  <a:cubicBezTo>
                    <a:pt x="881" y="1834"/>
                    <a:pt x="596" y="1572"/>
                    <a:pt x="596" y="1239"/>
                  </a:cubicBezTo>
                  <a:cubicBezTo>
                    <a:pt x="596" y="906"/>
                    <a:pt x="881" y="620"/>
                    <a:pt x="1191" y="620"/>
                  </a:cubicBezTo>
                  <a:close/>
                  <a:moveTo>
                    <a:pt x="1191" y="1"/>
                  </a:moveTo>
                  <a:cubicBezTo>
                    <a:pt x="524" y="1"/>
                    <a:pt x="0" y="572"/>
                    <a:pt x="0" y="1239"/>
                  </a:cubicBezTo>
                  <a:cubicBezTo>
                    <a:pt x="0" y="1882"/>
                    <a:pt x="548" y="2430"/>
                    <a:pt x="1191" y="2430"/>
                  </a:cubicBezTo>
                  <a:cubicBezTo>
                    <a:pt x="1858" y="2430"/>
                    <a:pt x="2406" y="1882"/>
                    <a:pt x="2406" y="1239"/>
                  </a:cubicBezTo>
                  <a:cubicBezTo>
                    <a:pt x="2406" y="572"/>
                    <a:pt x="1882" y="1"/>
                    <a:pt x="119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 name="Google Shape;1776;p119"/>
            <p:cNvSpPr/>
            <p:nvPr/>
          </p:nvSpPr>
          <p:spPr>
            <a:xfrm>
              <a:off x="4355050" y="2781575"/>
              <a:ext cx="256025" cy="195300"/>
            </a:xfrm>
            <a:custGeom>
              <a:rect b="b" l="l" r="r" t="t"/>
              <a:pathLst>
                <a:path extrusionOk="0" h="7812" w="10241">
                  <a:moveTo>
                    <a:pt x="7526" y="596"/>
                  </a:moveTo>
                  <a:cubicBezTo>
                    <a:pt x="7907" y="596"/>
                    <a:pt x="8240" y="858"/>
                    <a:pt x="8359" y="1191"/>
                  </a:cubicBezTo>
                  <a:lnTo>
                    <a:pt x="6621" y="1191"/>
                  </a:lnTo>
                  <a:lnTo>
                    <a:pt x="6621" y="2406"/>
                  </a:lnTo>
                  <a:lnTo>
                    <a:pt x="5430" y="2406"/>
                  </a:lnTo>
                  <a:lnTo>
                    <a:pt x="5430" y="1191"/>
                  </a:lnTo>
                  <a:lnTo>
                    <a:pt x="4835" y="1191"/>
                  </a:lnTo>
                  <a:lnTo>
                    <a:pt x="4835" y="3001"/>
                  </a:lnTo>
                  <a:lnTo>
                    <a:pt x="6621" y="3001"/>
                  </a:lnTo>
                  <a:lnTo>
                    <a:pt x="6621" y="3597"/>
                  </a:lnTo>
                  <a:lnTo>
                    <a:pt x="4215" y="3597"/>
                  </a:lnTo>
                  <a:lnTo>
                    <a:pt x="4215" y="1501"/>
                  </a:lnTo>
                  <a:cubicBezTo>
                    <a:pt x="4215" y="1001"/>
                    <a:pt x="4620" y="596"/>
                    <a:pt x="5120" y="596"/>
                  </a:cubicBezTo>
                  <a:close/>
                  <a:moveTo>
                    <a:pt x="9645" y="1811"/>
                  </a:moveTo>
                  <a:lnTo>
                    <a:pt x="9645" y="2406"/>
                  </a:lnTo>
                  <a:lnTo>
                    <a:pt x="7811" y="2406"/>
                  </a:lnTo>
                  <a:lnTo>
                    <a:pt x="7811" y="3597"/>
                  </a:lnTo>
                  <a:lnTo>
                    <a:pt x="7216" y="3597"/>
                  </a:lnTo>
                  <a:lnTo>
                    <a:pt x="7216" y="1811"/>
                  </a:lnTo>
                  <a:close/>
                  <a:moveTo>
                    <a:pt x="1215" y="3597"/>
                  </a:moveTo>
                  <a:cubicBezTo>
                    <a:pt x="1548" y="3597"/>
                    <a:pt x="1810" y="3859"/>
                    <a:pt x="1810" y="4192"/>
                  </a:cubicBezTo>
                  <a:cubicBezTo>
                    <a:pt x="1810" y="4525"/>
                    <a:pt x="1548" y="4787"/>
                    <a:pt x="1215" y="4787"/>
                  </a:cubicBezTo>
                  <a:cubicBezTo>
                    <a:pt x="881" y="4787"/>
                    <a:pt x="596" y="4525"/>
                    <a:pt x="596" y="4192"/>
                  </a:cubicBezTo>
                  <a:cubicBezTo>
                    <a:pt x="596" y="3859"/>
                    <a:pt x="881" y="3597"/>
                    <a:pt x="1215" y="3597"/>
                  </a:cubicBezTo>
                  <a:close/>
                  <a:moveTo>
                    <a:pt x="9645" y="4192"/>
                  </a:moveTo>
                  <a:lnTo>
                    <a:pt x="9645" y="4787"/>
                  </a:lnTo>
                  <a:lnTo>
                    <a:pt x="3048" y="4787"/>
                  </a:lnTo>
                  <a:cubicBezTo>
                    <a:pt x="3191" y="4454"/>
                    <a:pt x="3525" y="4192"/>
                    <a:pt x="3930" y="4192"/>
                  </a:cubicBezTo>
                  <a:close/>
                  <a:moveTo>
                    <a:pt x="9645" y="5407"/>
                  </a:moveTo>
                  <a:lnTo>
                    <a:pt x="9645" y="6002"/>
                  </a:lnTo>
                  <a:lnTo>
                    <a:pt x="596" y="6002"/>
                  </a:lnTo>
                  <a:lnTo>
                    <a:pt x="596" y="5407"/>
                  </a:lnTo>
                  <a:close/>
                  <a:moveTo>
                    <a:pt x="5120" y="1"/>
                  </a:moveTo>
                  <a:cubicBezTo>
                    <a:pt x="4287" y="1"/>
                    <a:pt x="3620" y="667"/>
                    <a:pt x="3620" y="1501"/>
                  </a:cubicBezTo>
                  <a:lnTo>
                    <a:pt x="3620" y="3620"/>
                  </a:lnTo>
                  <a:cubicBezTo>
                    <a:pt x="3334" y="3692"/>
                    <a:pt x="3072" y="3835"/>
                    <a:pt x="2858" y="4025"/>
                  </a:cubicBezTo>
                  <a:cubicBezTo>
                    <a:pt x="2644" y="4240"/>
                    <a:pt x="2501" y="4502"/>
                    <a:pt x="2429" y="4787"/>
                  </a:cubicBezTo>
                  <a:lnTo>
                    <a:pt x="2239" y="4787"/>
                  </a:lnTo>
                  <a:cubicBezTo>
                    <a:pt x="2358" y="4621"/>
                    <a:pt x="2405" y="4406"/>
                    <a:pt x="2405" y="4192"/>
                  </a:cubicBezTo>
                  <a:cubicBezTo>
                    <a:pt x="2405" y="3525"/>
                    <a:pt x="1858" y="3001"/>
                    <a:pt x="1215" y="3001"/>
                  </a:cubicBezTo>
                  <a:cubicBezTo>
                    <a:pt x="548" y="3001"/>
                    <a:pt x="0" y="3525"/>
                    <a:pt x="0" y="4192"/>
                  </a:cubicBezTo>
                  <a:cubicBezTo>
                    <a:pt x="0" y="4406"/>
                    <a:pt x="72" y="4621"/>
                    <a:pt x="167" y="4787"/>
                  </a:cubicBezTo>
                  <a:lnTo>
                    <a:pt x="0" y="4787"/>
                  </a:lnTo>
                  <a:lnTo>
                    <a:pt x="0" y="7812"/>
                  </a:lnTo>
                  <a:lnTo>
                    <a:pt x="596" y="7812"/>
                  </a:lnTo>
                  <a:lnTo>
                    <a:pt x="596" y="6597"/>
                  </a:lnTo>
                  <a:lnTo>
                    <a:pt x="9645" y="6597"/>
                  </a:lnTo>
                  <a:lnTo>
                    <a:pt x="9645" y="7812"/>
                  </a:lnTo>
                  <a:lnTo>
                    <a:pt x="10240" y="7812"/>
                  </a:lnTo>
                  <a:lnTo>
                    <a:pt x="10240" y="3597"/>
                  </a:lnTo>
                  <a:lnTo>
                    <a:pt x="8430" y="3597"/>
                  </a:lnTo>
                  <a:lnTo>
                    <a:pt x="8430" y="3001"/>
                  </a:lnTo>
                  <a:lnTo>
                    <a:pt x="10240" y="3001"/>
                  </a:lnTo>
                  <a:lnTo>
                    <a:pt x="10240" y="1191"/>
                  </a:lnTo>
                  <a:lnTo>
                    <a:pt x="9002" y="1191"/>
                  </a:lnTo>
                  <a:cubicBezTo>
                    <a:pt x="8859" y="525"/>
                    <a:pt x="8240" y="1"/>
                    <a:pt x="752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 name="Google Shape;1777;p119"/>
            <p:cNvSpPr/>
            <p:nvPr/>
          </p:nvSpPr>
          <p:spPr>
            <a:xfrm>
              <a:off x="4936700" y="2725625"/>
              <a:ext cx="217350" cy="247100"/>
            </a:xfrm>
            <a:custGeom>
              <a:rect b="b" l="l" r="r" t="t"/>
              <a:pathLst>
                <a:path extrusionOk="0" h="9884" w="8694">
                  <a:moveTo>
                    <a:pt x="2882" y="572"/>
                  </a:moveTo>
                  <a:lnTo>
                    <a:pt x="2882" y="1739"/>
                  </a:lnTo>
                  <a:lnTo>
                    <a:pt x="2311" y="1739"/>
                  </a:lnTo>
                  <a:lnTo>
                    <a:pt x="2311" y="572"/>
                  </a:lnTo>
                  <a:close/>
                  <a:moveTo>
                    <a:pt x="1739" y="2334"/>
                  </a:moveTo>
                  <a:lnTo>
                    <a:pt x="1739" y="2905"/>
                  </a:lnTo>
                  <a:lnTo>
                    <a:pt x="1144" y="2905"/>
                  </a:lnTo>
                  <a:lnTo>
                    <a:pt x="1144" y="2334"/>
                  </a:lnTo>
                  <a:close/>
                  <a:moveTo>
                    <a:pt x="2882" y="2334"/>
                  </a:moveTo>
                  <a:lnTo>
                    <a:pt x="2882" y="2905"/>
                  </a:lnTo>
                  <a:lnTo>
                    <a:pt x="2311" y="2905"/>
                  </a:lnTo>
                  <a:lnTo>
                    <a:pt x="2311" y="2334"/>
                  </a:lnTo>
                  <a:close/>
                  <a:moveTo>
                    <a:pt x="4049" y="2334"/>
                  </a:moveTo>
                  <a:lnTo>
                    <a:pt x="4049" y="2905"/>
                  </a:lnTo>
                  <a:lnTo>
                    <a:pt x="3478" y="2905"/>
                  </a:lnTo>
                  <a:lnTo>
                    <a:pt x="3478" y="2334"/>
                  </a:lnTo>
                  <a:close/>
                  <a:moveTo>
                    <a:pt x="6955" y="4930"/>
                  </a:moveTo>
                  <a:lnTo>
                    <a:pt x="6955" y="5525"/>
                  </a:lnTo>
                  <a:cubicBezTo>
                    <a:pt x="6955" y="5668"/>
                    <a:pt x="6812" y="5811"/>
                    <a:pt x="6669" y="5811"/>
                  </a:cubicBezTo>
                  <a:lnTo>
                    <a:pt x="4907" y="5811"/>
                  </a:lnTo>
                  <a:cubicBezTo>
                    <a:pt x="4764" y="5811"/>
                    <a:pt x="4621" y="5668"/>
                    <a:pt x="4621" y="5525"/>
                  </a:cubicBezTo>
                  <a:cubicBezTo>
                    <a:pt x="4621" y="5358"/>
                    <a:pt x="4764" y="5215"/>
                    <a:pt x="4907" y="5215"/>
                  </a:cubicBezTo>
                  <a:lnTo>
                    <a:pt x="5835" y="5215"/>
                  </a:lnTo>
                  <a:cubicBezTo>
                    <a:pt x="6240" y="5215"/>
                    <a:pt x="6621" y="5120"/>
                    <a:pt x="6955" y="4930"/>
                  </a:cubicBezTo>
                  <a:close/>
                  <a:moveTo>
                    <a:pt x="7526" y="6382"/>
                  </a:moveTo>
                  <a:lnTo>
                    <a:pt x="7526" y="6978"/>
                  </a:lnTo>
                  <a:lnTo>
                    <a:pt x="4049" y="6978"/>
                  </a:lnTo>
                  <a:lnTo>
                    <a:pt x="4049" y="6382"/>
                  </a:lnTo>
                  <a:close/>
                  <a:moveTo>
                    <a:pt x="1739" y="5215"/>
                  </a:moveTo>
                  <a:lnTo>
                    <a:pt x="1739" y="7549"/>
                  </a:lnTo>
                  <a:lnTo>
                    <a:pt x="572" y="7549"/>
                  </a:lnTo>
                  <a:lnTo>
                    <a:pt x="572" y="5215"/>
                  </a:lnTo>
                  <a:close/>
                  <a:moveTo>
                    <a:pt x="4621" y="3477"/>
                  </a:moveTo>
                  <a:lnTo>
                    <a:pt x="4621" y="4692"/>
                  </a:lnTo>
                  <a:cubicBezTo>
                    <a:pt x="4288" y="4811"/>
                    <a:pt x="4049" y="5144"/>
                    <a:pt x="4049" y="5525"/>
                  </a:cubicBezTo>
                  <a:cubicBezTo>
                    <a:pt x="4049" y="5620"/>
                    <a:pt x="4073" y="5716"/>
                    <a:pt x="4097" y="5811"/>
                  </a:cubicBezTo>
                  <a:lnTo>
                    <a:pt x="3478" y="5811"/>
                  </a:lnTo>
                  <a:lnTo>
                    <a:pt x="3478" y="6978"/>
                  </a:lnTo>
                  <a:lnTo>
                    <a:pt x="2882" y="6978"/>
                  </a:lnTo>
                  <a:lnTo>
                    <a:pt x="2882" y="9312"/>
                  </a:lnTo>
                  <a:lnTo>
                    <a:pt x="572" y="9312"/>
                  </a:lnTo>
                  <a:lnTo>
                    <a:pt x="572" y="8121"/>
                  </a:lnTo>
                  <a:lnTo>
                    <a:pt x="2311" y="8121"/>
                  </a:lnTo>
                  <a:lnTo>
                    <a:pt x="2311" y="4644"/>
                  </a:lnTo>
                  <a:lnTo>
                    <a:pt x="572" y="4644"/>
                  </a:lnTo>
                  <a:lnTo>
                    <a:pt x="572" y="3477"/>
                  </a:lnTo>
                  <a:close/>
                  <a:moveTo>
                    <a:pt x="8098" y="7549"/>
                  </a:moveTo>
                  <a:lnTo>
                    <a:pt x="8098" y="9312"/>
                  </a:lnTo>
                  <a:lnTo>
                    <a:pt x="3478" y="9312"/>
                  </a:lnTo>
                  <a:lnTo>
                    <a:pt x="3478" y="7549"/>
                  </a:lnTo>
                  <a:close/>
                  <a:moveTo>
                    <a:pt x="572" y="0"/>
                  </a:moveTo>
                  <a:lnTo>
                    <a:pt x="572" y="572"/>
                  </a:lnTo>
                  <a:lnTo>
                    <a:pt x="1739" y="572"/>
                  </a:lnTo>
                  <a:lnTo>
                    <a:pt x="1739" y="1739"/>
                  </a:lnTo>
                  <a:lnTo>
                    <a:pt x="572" y="1739"/>
                  </a:lnTo>
                  <a:lnTo>
                    <a:pt x="572" y="2905"/>
                  </a:lnTo>
                  <a:lnTo>
                    <a:pt x="1" y="2905"/>
                  </a:lnTo>
                  <a:lnTo>
                    <a:pt x="1" y="9883"/>
                  </a:lnTo>
                  <a:lnTo>
                    <a:pt x="8693" y="9883"/>
                  </a:lnTo>
                  <a:lnTo>
                    <a:pt x="8693" y="6978"/>
                  </a:lnTo>
                  <a:lnTo>
                    <a:pt x="8098" y="6978"/>
                  </a:lnTo>
                  <a:lnTo>
                    <a:pt x="8098" y="5811"/>
                  </a:lnTo>
                  <a:lnTo>
                    <a:pt x="7479" y="5811"/>
                  </a:lnTo>
                  <a:cubicBezTo>
                    <a:pt x="7502" y="5716"/>
                    <a:pt x="7526" y="5620"/>
                    <a:pt x="7526" y="5525"/>
                  </a:cubicBezTo>
                  <a:lnTo>
                    <a:pt x="7526" y="3668"/>
                  </a:lnTo>
                  <a:lnTo>
                    <a:pt x="7026" y="4144"/>
                  </a:lnTo>
                  <a:cubicBezTo>
                    <a:pt x="6717" y="4477"/>
                    <a:pt x="6288" y="4644"/>
                    <a:pt x="5835" y="4644"/>
                  </a:cubicBezTo>
                  <a:lnTo>
                    <a:pt x="5216" y="4644"/>
                  </a:lnTo>
                  <a:lnTo>
                    <a:pt x="5216" y="2905"/>
                  </a:lnTo>
                  <a:lnTo>
                    <a:pt x="4621" y="2905"/>
                  </a:lnTo>
                  <a:lnTo>
                    <a:pt x="4621" y="1739"/>
                  </a:lnTo>
                  <a:lnTo>
                    <a:pt x="3478" y="1739"/>
                  </a:lnTo>
                  <a:lnTo>
                    <a:pt x="3478" y="572"/>
                  </a:lnTo>
                  <a:lnTo>
                    <a:pt x="4621" y="572"/>
                  </a:lnTo>
                  <a:cubicBezTo>
                    <a:pt x="4954" y="572"/>
                    <a:pt x="5216" y="834"/>
                    <a:pt x="5216" y="1143"/>
                  </a:cubicBezTo>
                  <a:lnTo>
                    <a:pt x="5788" y="1143"/>
                  </a:lnTo>
                  <a:cubicBezTo>
                    <a:pt x="5788" y="500"/>
                    <a:pt x="5264" y="0"/>
                    <a:pt x="462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 name="Google Shape;1778;p119"/>
            <p:cNvSpPr/>
            <p:nvPr/>
          </p:nvSpPr>
          <p:spPr>
            <a:xfrm>
              <a:off x="5052200" y="2928625"/>
              <a:ext cx="58375" cy="14925"/>
            </a:xfrm>
            <a:custGeom>
              <a:rect b="b" l="l" r="r" t="t"/>
              <a:pathLst>
                <a:path extrusionOk="0" h="597" w="2335">
                  <a:moveTo>
                    <a:pt x="1" y="1"/>
                  </a:moveTo>
                  <a:lnTo>
                    <a:pt x="1" y="596"/>
                  </a:lnTo>
                  <a:lnTo>
                    <a:pt x="2335" y="596"/>
                  </a:lnTo>
                  <a:lnTo>
                    <a:pt x="23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 name="Google Shape;1779;p119"/>
            <p:cNvSpPr/>
            <p:nvPr/>
          </p:nvSpPr>
          <p:spPr>
            <a:xfrm>
              <a:off x="5481475" y="2722650"/>
              <a:ext cx="217925" cy="251850"/>
            </a:xfrm>
            <a:custGeom>
              <a:rect b="b" l="l" r="r" t="t"/>
              <a:pathLst>
                <a:path extrusionOk="0" h="10074" w="8717">
                  <a:moveTo>
                    <a:pt x="7097" y="589"/>
                  </a:moveTo>
                  <a:cubicBezTo>
                    <a:pt x="7323" y="589"/>
                    <a:pt x="7549" y="679"/>
                    <a:pt x="7716" y="857"/>
                  </a:cubicBezTo>
                  <a:cubicBezTo>
                    <a:pt x="8073" y="1191"/>
                    <a:pt x="8073" y="1762"/>
                    <a:pt x="7716" y="2096"/>
                  </a:cubicBezTo>
                  <a:lnTo>
                    <a:pt x="7097" y="2739"/>
                  </a:lnTo>
                  <a:lnTo>
                    <a:pt x="5835" y="1477"/>
                  </a:lnTo>
                  <a:lnTo>
                    <a:pt x="6478" y="857"/>
                  </a:lnTo>
                  <a:cubicBezTo>
                    <a:pt x="6644" y="679"/>
                    <a:pt x="6871" y="589"/>
                    <a:pt x="7097" y="589"/>
                  </a:cubicBezTo>
                  <a:close/>
                  <a:moveTo>
                    <a:pt x="5430" y="1881"/>
                  </a:moveTo>
                  <a:lnTo>
                    <a:pt x="6668" y="3144"/>
                  </a:lnTo>
                  <a:lnTo>
                    <a:pt x="6263" y="3572"/>
                  </a:lnTo>
                  <a:lnTo>
                    <a:pt x="5001" y="2310"/>
                  </a:lnTo>
                  <a:lnTo>
                    <a:pt x="5430" y="1881"/>
                  </a:lnTo>
                  <a:close/>
                  <a:moveTo>
                    <a:pt x="4596" y="2739"/>
                  </a:moveTo>
                  <a:lnTo>
                    <a:pt x="5835" y="3977"/>
                  </a:lnTo>
                  <a:lnTo>
                    <a:pt x="5073" y="4739"/>
                  </a:lnTo>
                  <a:lnTo>
                    <a:pt x="2572" y="4739"/>
                  </a:lnTo>
                  <a:lnTo>
                    <a:pt x="4596" y="2739"/>
                  </a:lnTo>
                  <a:close/>
                  <a:moveTo>
                    <a:pt x="4501" y="5334"/>
                  </a:moveTo>
                  <a:lnTo>
                    <a:pt x="3287" y="6549"/>
                  </a:lnTo>
                  <a:cubicBezTo>
                    <a:pt x="3126" y="6710"/>
                    <a:pt x="2898" y="6790"/>
                    <a:pt x="2664" y="6790"/>
                  </a:cubicBezTo>
                  <a:cubicBezTo>
                    <a:pt x="2586" y="6790"/>
                    <a:pt x="2507" y="6781"/>
                    <a:pt x="2429" y="6763"/>
                  </a:cubicBezTo>
                  <a:lnTo>
                    <a:pt x="2263" y="6716"/>
                  </a:lnTo>
                  <a:lnTo>
                    <a:pt x="1167" y="7811"/>
                  </a:lnTo>
                  <a:cubicBezTo>
                    <a:pt x="1143" y="7835"/>
                    <a:pt x="1119" y="7859"/>
                    <a:pt x="1096" y="7883"/>
                  </a:cubicBezTo>
                  <a:lnTo>
                    <a:pt x="953" y="7692"/>
                  </a:lnTo>
                  <a:lnTo>
                    <a:pt x="834" y="7859"/>
                  </a:lnTo>
                  <a:cubicBezTo>
                    <a:pt x="810" y="7859"/>
                    <a:pt x="786" y="7835"/>
                    <a:pt x="762" y="7811"/>
                  </a:cubicBezTo>
                  <a:cubicBezTo>
                    <a:pt x="643" y="7692"/>
                    <a:pt x="643" y="7502"/>
                    <a:pt x="762" y="7383"/>
                  </a:cubicBezTo>
                  <a:lnTo>
                    <a:pt x="1858" y="6311"/>
                  </a:lnTo>
                  <a:lnTo>
                    <a:pt x="1810" y="6144"/>
                  </a:lnTo>
                  <a:cubicBezTo>
                    <a:pt x="1739" y="5858"/>
                    <a:pt x="1810" y="5549"/>
                    <a:pt x="2001" y="5334"/>
                  </a:cubicBezTo>
                  <a:close/>
                  <a:moveTo>
                    <a:pt x="953" y="8692"/>
                  </a:moveTo>
                  <a:lnTo>
                    <a:pt x="1167" y="8978"/>
                  </a:lnTo>
                  <a:cubicBezTo>
                    <a:pt x="1167" y="8978"/>
                    <a:pt x="1262" y="9050"/>
                    <a:pt x="1262" y="9192"/>
                  </a:cubicBezTo>
                  <a:cubicBezTo>
                    <a:pt x="1262" y="9335"/>
                    <a:pt x="1119" y="9478"/>
                    <a:pt x="953" y="9478"/>
                  </a:cubicBezTo>
                  <a:cubicBezTo>
                    <a:pt x="810" y="9478"/>
                    <a:pt x="667" y="9335"/>
                    <a:pt x="667" y="9192"/>
                  </a:cubicBezTo>
                  <a:cubicBezTo>
                    <a:pt x="667" y="9050"/>
                    <a:pt x="738" y="8978"/>
                    <a:pt x="738" y="8978"/>
                  </a:cubicBezTo>
                  <a:lnTo>
                    <a:pt x="953" y="8692"/>
                  </a:lnTo>
                  <a:close/>
                  <a:moveTo>
                    <a:pt x="7097" y="0"/>
                  </a:moveTo>
                  <a:cubicBezTo>
                    <a:pt x="6716" y="0"/>
                    <a:pt x="6335" y="143"/>
                    <a:pt x="6049" y="429"/>
                  </a:cubicBezTo>
                  <a:lnTo>
                    <a:pt x="4596" y="1881"/>
                  </a:lnTo>
                  <a:lnTo>
                    <a:pt x="4168" y="1477"/>
                  </a:lnTo>
                  <a:lnTo>
                    <a:pt x="3763" y="1881"/>
                  </a:lnTo>
                  <a:lnTo>
                    <a:pt x="4168" y="2310"/>
                  </a:lnTo>
                  <a:lnTo>
                    <a:pt x="1620" y="4858"/>
                  </a:lnTo>
                  <a:cubicBezTo>
                    <a:pt x="1286" y="5192"/>
                    <a:pt x="1143" y="5668"/>
                    <a:pt x="1191" y="6120"/>
                  </a:cubicBezTo>
                  <a:lnTo>
                    <a:pt x="334" y="6978"/>
                  </a:lnTo>
                  <a:cubicBezTo>
                    <a:pt x="0" y="7311"/>
                    <a:pt x="0" y="7883"/>
                    <a:pt x="334" y="8216"/>
                  </a:cubicBezTo>
                  <a:cubicBezTo>
                    <a:pt x="381" y="8264"/>
                    <a:pt x="429" y="8311"/>
                    <a:pt x="476" y="8335"/>
                  </a:cubicBezTo>
                  <a:lnTo>
                    <a:pt x="286" y="8597"/>
                  </a:lnTo>
                  <a:cubicBezTo>
                    <a:pt x="143" y="8764"/>
                    <a:pt x="72" y="8978"/>
                    <a:pt x="72" y="9192"/>
                  </a:cubicBezTo>
                  <a:cubicBezTo>
                    <a:pt x="72" y="9669"/>
                    <a:pt x="476" y="10074"/>
                    <a:pt x="953" y="10074"/>
                  </a:cubicBezTo>
                  <a:cubicBezTo>
                    <a:pt x="1453" y="10074"/>
                    <a:pt x="1834" y="9669"/>
                    <a:pt x="1834" y="9192"/>
                  </a:cubicBezTo>
                  <a:cubicBezTo>
                    <a:pt x="1834" y="8978"/>
                    <a:pt x="1762" y="8764"/>
                    <a:pt x="1620" y="8597"/>
                  </a:cubicBezTo>
                  <a:lnTo>
                    <a:pt x="1453" y="8359"/>
                  </a:lnTo>
                  <a:cubicBezTo>
                    <a:pt x="1500" y="8311"/>
                    <a:pt x="1548" y="8264"/>
                    <a:pt x="1596" y="8216"/>
                  </a:cubicBezTo>
                  <a:lnTo>
                    <a:pt x="2453" y="7359"/>
                  </a:lnTo>
                  <a:cubicBezTo>
                    <a:pt x="2529" y="7371"/>
                    <a:pt x="2606" y="7377"/>
                    <a:pt x="2683" y="7377"/>
                  </a:cubicBezTo>
                  <a:cubicBezTo>
                    <a:pt x="3061" y="7377"/>
                    <a:pt x="3434" y="7231"/>
                    <a:pt x="3691" y="6954"/>
                  </a:cubicBezTo>
                  <a:lnTo>
                    <a:pt x="6263" y="4406"/>
                  </a:lnTo>
                  <a:lnTo>
                    <a:pt x="6668" y="4811"/>
                  </a:lnTo>
                  <a:lnTo>
                    <a:pt x="7097" y="4406"/>
                  </a:lnTo>
                  <a:lnTo>
                    <a:pt x="6668" y="3977"/>
                  </a:lnTo>
                  <a:lnTo>
                    <a:pt x="8145" y="2524"/>
                  </a:lnTo>
                  <a:cubicBezTo>
                    <a:pt x="8716" y="1953"/>
                    <a:pt x="8716" y="1000"/>
                    <a:pt x="8145" y="429"/>
                  </a:cubicBezTo>
                  <a:cubicBezTo>
                    <a:pt x="7859" y="143"/>
                    <a:pt x="7478" y="0"/>
                    <a:pt x="709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 name="Google Shape;1780;p119"/>
            <p:cNvSpPr/>
            <p:nvPr/>
          </p:nvSpPr>
          <p:spPr>
            <a:xfrm>
              <a:off x="6044075" y="2725025"/>
              <a:ext cx="217350" cy="247700"/>
            </a:xfrm>
            <a:custGeom>
              <a:rect b="b" l="l" r="r" t="t"/>
              <a:pathLst>
                <a:path extrusionOk="0" h="9908" w="8694">
                  <a:moveTo>
                    <a:pt x="4335" y="596"/>
                  </a:moveTo>
                  <a:cubicBezTo>
                    <a:pt x="5192" y="596"/>
                    <a:pt x="5954" y="1001"/>
                    <a:pt x="6431" y="1643"/>
                  </a:cubicBezTo>
                  <a:cubicBezTo>
                    <a:pt x="5812" y="1358"/>
                    <a:pt x="5097" y="1191"/>
                    <a:pt x="4335" y="1191"/>
                  </a:cubicBezTo>
                  <a:cubicBezTo>
                    <a:pt x="3597" y="1191"/>
                    <a:pt x="2882" y="1358"/>
                    <a:pt x="2263" y="1643"/>
                  </a:cubicBezTo>
                  <a:cubicBezTo>
                    <a:pt x="2740" y="1001"/>
                    <a:pt x="3502" y="596"/>
                    <a:pt x="4335" y="596"/>
                  </a:cubicBezTo>
                  <a:close/>
                  <a:moveTo>
                    <a:pt x="4335" y="1763"/>
                  </a:moveTo>
                  <a:cubicBezTo>
                    <a:pt x="4740" y="1763"/>
                    <a:pt x="5121" y="1810"/>
                    <a:pt x="5454" y="1905"/>
                  </a:cubicBezTo>
                  <a:cubicBezTo>
                    <a:pt x="5788" y="2001"/>
                    <a:pt x="5954" y="2310"/>
                    <a:pt x="5883" y="2620"/>
                  </a:cubicBezTo>
                  <a:cubicBezTo>
                    <a:pt x="5799" y="2873"/>
                    <a:pt x="5565" y="3033"/>
                    <a:pt x="5314" y="3033"/>
                  </a:cubicBezTo>
                  <a:cubicBezTo>
                    <a:pt x="5281" y="3033"/>
                    <a:pt x="5249" y="3030"/>
                    <a:pt x="5216" y="3025"/>
                  </a:cubicBezTo>
                  <a:cubicBezTo>
                    <a:pt x="4930" y="2953"/>
                    <a:pt x="4645" y="2929"/>
                    <a:pt x="4335" y="2929"/>
                  </a:cubicBezTo>
                  <a:cubicBezTo>
                    <a:pt x="2525" y="2929"/>
                    <a:pt x="1168" y="3953"/>
                    <a:pt x="1168" y="5835"/>
                  </a:cubicBezTo>
                  <a:cubicBezTo>
                    <a:pt x="1168" y="6144"/>
                    <a:pt x="1192" y="6478"/>
                    <a:pt x="1287" y="6811"/>
                  </a:cubicBezTo>
                  <a:cubicBezTo>
                    <a:pt x="834" y="6287"/>
                    <a:pt x="572" y="5644"/>
                    <a:pt x="572" y="4954"/>
                  </a:cubicBezTo>
                  <a:cubicBezTo>
                    <a:pt x="572" y="3191"/>
                    <a:pt x="2263" y="1763"/>
                    <a:pt x="4335" y="1763"/>
                  </a:cubicBezTo>
                  <a:close/>
                  <a:moveTo>
                    <a:pt x="6455" y="2334"/>
                  </a:moveTo>
                  <a:cubicBezTo>
                    <a:pt x="7455" y="2906"/>
                    <a:pt x="8122" y="3858"/>
                    <a:pt x="8122" y="4954"/>
                  </a:cubicBezTo>
                  <a:cubicBezTo>
                    <a:pt x="8122" y="5644"/>
                    <a:pt x="7860" y="6287"/>
                    <a:pt x="7407" y="6811"/>
                  </a:cubicBezTo>
                  <a:cubicBezTo>
                    <a:pt x="7502" y="6478"/>
                    <a:pt x="7526" y="6144"/>
                    <a:pt x="7526" y="5835"/>
                  </a:cubicBezTo>
                  <a:cubicBezTo>
                    <a:pt x="7526" y="4858"/>
                    <a:pt x="7169" y="4073"/>
                    <a:pt x="6502" y="3572"/>
                  </a:cubicBezTo>
                  <a:cubicBezTo>
                    <a:pt x="6359" y="3477"/>
                    <a:pt x="6240" y="3406"/>
                    <a:pt x="6097" y="3311"/>
                  </a:cubicBezTo>
                  <a:cubicBezTo>
                    <a:pt x="6264" y="3168"/>
                    <a:pt x="6359" y="3001"/>
                    <a:pt x="6431" y="2787"/>
                  </a:cubicBezTo>
                  <a:cubicBezTo>
                    <a:pt x="6478" y="2620"/>
                    <a:pt x="6478" y="2477"/>
                    <a:pt x="6455" y="2334"/>
                  </a:cubicBezTo>
                  <a:close/>
                  <a:moveTo>
                    <a:pt x="4335" y="3501"/>
                  </a:moveTo>
                  <a:cubicBezTo>
                    <a:pt x="4645" y="3501"/>
                    <a:pt x="5240" y="3549"/>
                    <a:pt x="5788" y="3811"/>
                  </a:cubicBezTo>
                  <a:lnTo>
                    <a:pt x="5288" y="4454"/>
                  </a:lnTo>
                  <a:lnTo>
                    <a:pt x="5740" y="4835"/>
                  </a:lnTo>
                  <a:lnTo>
                    <a:pt x="6288" y="4144"/>
                  </a:lnTo>
                  <a:cubicBezTo>
                    <a:pt x="6669" y="4477"/>
                    <a:pt x="6955" y="5025"/>
                    <a:pt x="6955" y="5835"/>
                  </a:cubicBezTo>
                  <a:cubicBezTo>
                    <a:pt x="6955" y="6549"/>
                    <a:pt x="6717" y="7335"/>
                    <a:pt x="6312" y="7978"/>
                  </a:cubicBezTo>
                  <a:lnTo>
                    <a:pt x="5788" y="7359"/>
                  </a:lnTo>
                  <a:lnTo>
                    <a:pt x="5335" y="7716"/>
                  </a:lnTo>
                  <a:lnTo>
                    <a:pt x="5954" y="8478"/>
                  </a:lnTo>
                  <a:cubicBezTo>
                    <a:pt x="5597" y="8859"/>
                    <a:pt x="5050" y="9336"/>
                    <a:pt x="4335" y="9336"/>
                  </a:cubicBezTo>
                  <a:cubicBezTo>
                    <a:pt x="3644" y="9336"/>
                    <a:pt x="3097" y="8859"/>
                    <a:pt x="2740" y="8478"/>
                  </a:cubicBezTo>
                  <a:lnTo>
                    <a:pt x="3359" y="7716"/>
                  </a:lnTo>
                  <a:lnTo>
                    <a:pt x="2906" y="7359"/>
                  </a:lnTo>
                  <a:lnTo>
                    <a:pt x="2382" y="7978"/>
                  </a:lnTo>
                  <a:cubicBezTo>
                    <a:pt x="1977" y="7335"/>
                    <a:pt x="1739" y="6549"/>
                    <a:pt x="1739" y="5835"/>
                  </a:cubicBezTo>
                  <a:cubicBezTo>
                    <a:pt x="1739" y="5025"/>
                    <a:pt x="2025" y="4477"/>
                    <a:pt x="2406" y="4144"/>
                  </a:cubicBezTo>
                  <a:lnTo>
                    <a:pt x="2954" y="4835"/>
                  </a:lnTo>
                  <a:lnTo>
                    <a:pt x="3406" y="4454"/>
                  </a:lnTo>
                  <a:lnTo>
                    <a:pt x="2882" y="3811"/>
                  </a:lnTo>
                  <a:cubicBezTo>
                    <a:pt x="3454" y="3549"/>
                    <a:pt x="4049" y="3501"/>
                    <a:pt x="4335" y="3501"/>
                  </a:cubicBezTo>
                  <a:close/>
                  <a:moveTo>
                    <a:pt x="4335" y="0"/>
                  </a:moveTo>
                  <a:cubicBezTo>
                    <a:pt x="2954" y="0"/>
                    <a:pt x="1716" y="929"/>
                    <a:pt x="1311" y="2263"/>
                  </a:cubicBezTo>
                  <a:cubicBezTo>
                    <a:pt x="1287" y="2263"/>
                    <a:pt x="1287" y="2286"/>
                    <a:pt x="1287" y="2286"/>
                  </a:cubicBezTo>
                  <a:cubicBezTo>
                    <a:pt x="453" y="3001"/>
                    <a:pt x="1" y="3953"/>
                    <a:pt x="1" y="4954"/>
                  </a:cubicBezTo>
                  <a:cubicBezTo>
                    <a:pt x="1" y="6192"/>
                    <a:pt x="691" y="7288"/>
                    <a:pt x="1716" y="7954"/>
                  </a:cubicBezTo>
                  <a:cubicBezTo>
                    <a:pt x="2239" y="8978"/>
                    <a:pt x="3192" y="9907"/>
                    <a:pt x="4335" y="9907"/>
                  </a:cubicBezTo>
                  <a:cubicBezTo>
                    <a:pt x="5502" y="9907"/>
                    <a:pt x="6455" y="9002"/>
                    <a:pt x="6979" y="7954"/>
                  </a:cubicBezTo>
                  <a:cubicBezTo>
                    <a:pt x="8003" y="7288"/>
                    <a:pt x="8693" y="6192"/>
                    <a:pt x="8693" y="4954"/>
                  </a:cubicBezTo>
                  <a:cubicBezTo>
                    <a:pt x="8693" y="3953"/>
                    <a:pt x="8241" y="3001"/>
                    <a:pt x="7407" y="2286"/>
                  </a:cubicBezTo>
                  <a:cubicBezTo>
                    <a:pt x="7407" y="2286"/>
                    <a:pt x="7407" y="2263"/>
                    <a:pt x="7383" y="2263"/>
                  </a:cubicBezTo>
                  <a:cubicBezTo>
                    <a:pt x="6979" y="929"/>
                    <a:pt x="5740" y="0"/>
                    <a:pt x="43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 name="Google Shape;1781;p119"/>
            <p:cNvSpPr/>
            <p:nvPr/>
          </p:nvSpPr>
          <p:spPr>
            <a:xfrm>
              <a:off x="6101825" y="2856000"/>
              <a:ext cx="43500" cy="44075"/>
            </a:xfrm>
            <a:custGeom>
              <a:rect b="b" l="l" r="r" t="t"/>
              <a:pathLst>
                <a:path extrusionOk="0" h="1763" w="1740">
                  <a:moveTo>
                    <a:pt x="882" y="596"/>
                  </a:moveTo>
                  <a:cubicBezTo>
                    <a:pt x="1025" y="596"/>
                    <a:pt x="1168" y="715"/>
                    <a:pt x="1168" y="882"/>
                  </a:cubicBezTo>
                  <a:cubicBezTo>
                    <a:pt x="1168" y="1048"/>
                    <a:pt x="1025" y="1167"/>
                    <a:pt x="882" y="1167"/>
                  </a:cubicBezTo>
                  <a:cubicBezTo>
                    <a:pt x="715" y="1167"/>
                    <a:pt x="596" y="1048"/>
                    <a:pt x="596" y="882"/>
                  </a:cubicBezTo>
                  <a:cubicBezTo>
                    <a:pt x="596" y="715"/>
                    <a:pt x="715" y="596"/>
                    <a:pt x="882" y="596"/>
                  </a:cubicBezTo>
                  <a:close/>
                  <a:moveTo>
                    <a:pt x="882" y="0"/>
                  </a:moveTo>
                  <a:cubicBezTo>
                    <a:pt x="406" y="0"/>
                    <a:pt x="1" y="405"/>
                    <a:pt x="1" y="882"/>
                  </a:cubicBezTo>
                  <a:cubicBezTo>
                    <a:pt x="1" y="1358"/>
                    <a:pt x="406" y="1763"/>
                    <a:pt x="882" y="1763"/>
                  </a:cubicBezTo>
                  <a:cubicBezTo>
                    <a:pt x="1358" y="1763"/>
                    <a:pt x="1739" y="1358"/>
                    <a:pt x="1739" y="882"/>
                  </a:cubicBezTo>
                  <a:cubicBezTo>
                    <a:pt x="1739" y="405"/>
                    <a:pt x="1358" y="0"/>
                    <a:pt x="88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 name="Google Shape;1782;p119"/>
            <p:cNvSpPr/>
            <p:nvPr/>
          </p:nvSpPr>
          <p:spPr>
            <a:xfrm>
              <a:off x="6160175" y="2856000"/>
              <a:ext cx="43500" cy="44075"/>
            </a:xfrm>
            <a:custGeom>
              <a:rect b="b" l="l" r="r" t="t"/>
              <a:pathLst>
                <a:path extrusionOk="0" h="1763" w="1740">
                  <a:moveTo>
                    <a:pt x="858" y="596"/>
                  </a:moveTo>
                  <a:cubicBezTo>
                    <a:pt x="1025" y="596"/>
                    <a:pt x="1144" y="715"/>
                    <a:pt x="1144" y="882"/>
                  </a:cubicBezTo>
                  <a:cubicBezTo>
                    <a:pt x="1144" y="1048"/>
                    <a:pt x="1025" y="1167"/>
                    <a:pt x="858" y="1167"/>
                  </a:cubicBezTo>
                  <a:cubicBezTo>
                    <a:pt x="691" y="1167"/>
                    <a:pt x="572" y="1048"/>
                    <a:pt x="572" y="882"/>
                  </a:cubicBezTo>
                  <a:cubicBezTo>
                    <a:pt x="572" y="715"/>
                    <a:pt x="691" y="596"/>
                    <a:pt x="858" y="596"/>
                  </a:cubicBezTo>
                  <a:close/>
                  <a:moveTo>
                    <a:pt x="858" y="0"/>
                  </a:moveTo>
                  <a:cubicBezTo>
                    <a:pt x="382" y="0"/>
                    <a:pt x="1" y="405"/>
                    <a:pt x="1" y="882"/>
                  </a:cubicBezTo>
                  <a:cubicBezTo>
                    <a:pt x="1" y="1358"/>
                    <a:pt x="382" y="1763"/>
                    <a:pt x="858" y="1763"/>
                  </a:cubicBezTo>
                  <a:cubicBezTo>
                    <a:pt x="1334" y="1763"/>
                    <a:pt x="1739" y="1358"/>
                    <a:pt x="1739" y="882"/>
                  </a:cubicBezTo>
                  <a:cubicBezTo>
                    <a:pt x="1739" y="405"/>
                    <a:pt x="1334" y="0"/>
                    <a:pt x="85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3" name="Google Shape;1783;p119"/>
            <p:cNvSpPr/>
            <p:nvPr/>
          </p:nvSpPr>
          <p:spPr>
            <a:xfrm>
              <a:off x="6138150" y="2914350"/>
              <a:ext cx="29200" cy="14300"/>
            </a:xfrm>
            <a:custGeom>
              <a:rect b="b" l="l" r="r" t="t"/>
              <a:pathLst>
                <a:path extrusionOk="0" h="572" w="1168">
                  <a:moveTo>
                    <a:pt x="1" y="0"/>
                  </a:moveTo>
                  <a:lnTo>
                    <a:pt x="1" y="572"/>
                  </a:lnTo>
                  <a:lnTo>
                    <a:pt x="1167" y="572"/>
                  </a:lnTo>
                  <a:lnTo>
                    <a:pt x="1167"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 name="Google Shape;1784;p119"/>
            <p:cNvSpPr/>
            <p:nvPr/>
          </p:nvSpPr>
          <p:spPr>
            <a:xfrm>
              <a:off x="949575" y="3165000"/>
              <a:ext cx="236975" cy="236975"/>
            </a:xfrm>
            <a:custGeom>
              <a:rect b="b" l="l" r="r" t="t"/>
              <a:pathLst>
                <a:path extrusionOk="0" h="9479" w="9479">
                  <a:moveTo>
                    <a:pt x="5573" y="548"/>
                  </a:moveTo>
                  <a:lnTo>
                    <a:pt x="5573" y="2667"/>
                  </a:lnTo>
                  <a:cubicBezTo>
                    <a:pt x="5311" y="2739"/>
                    <a:pt x="5025" y="2786"/>
                    <a:pt x="4739" y="2786"/>
                  </a:cubicBezTo>
                  <a:cubicBezTo>
                    <a:pt x="4454" y="2786"/>
                    <a:pt x="4168" y="2834"/>
                    <a:pt x="3906" y="2882"/>
                  </a:cubicBezTo>
                  <a:lnTo>
                    <a:pt x="3906" y="548"/>
                  </a:lnTo>
                  <a:close/>
                  <a:moveTo>
                    <a:pt x="2144" y="3906"/>
                  </a:moveTo>
                  <a:cubicBezTo>
                    <a:pt x="1691" y="4358"/>
                    <a:pt x="1382" y="4930"/>
                    <a:pt x="1215" y="5573"/>
                  </a:cubicBezTo>
                  <a:lnTo>
                    <a:pt x="548" y="5573"/>
                  </a:lnTo>
                  <a:lnTo>
                    <a:pt x="548" y="3906"/>
                  </a:lnTo>
                  <a:close/>
                  <a:moveTo>
                    <a:pt x="8931" y="3906"/>
                  </a:moveTo>
                  <a:lnTo>
                    <a:pt x="8931" y="5573"/>
                  </a:lnTo>
                  <a:lnTo>
                    <a:pt x="7216" y="5573"/>
                  </a:lnTo>
                  <a:cubicBezTo>
                    <a:pt x="7645" y="5073"/>
                    <a:pt x="7954" y="4501"/>
                    <a:pt x="8145" y="3906"/>
                  </a:cubicBezTo>
                  <a:close/>
                  <a:moveTo>
                    <a:pt x="6811" y="2691"/>
                  </a:moveTo>
                  <a:cubicBezTo>
                    <a:pt x="5668" y="4263"/>
                    <a:pt x="4120" y="5430"/>
                    <a:pt x="2310" y="6120"/>
                  </a:cubicBezTo>
                  <a:cubicBezTo>
                    <a:pt x="2096" y="6192"/>
                    <a:pt x="1882" y="6311"/>
                    <a:pt x="1691" y="6454"/>
                  </a:cubicBezTo>
                  <a:lnTo>
                    <a:pt x="1691" y="6406"/>
                  </a:lnTo>
                  <a:cubicBezTo>
                    <a:pt x="1691" y="4715"/>
                    <a:pt x="3049" y="3334"/>
                    <a:pt x="4739" y="3334"/>
                  </a:cubicBezTo>
                  <a:cubicBezTo>
                    <a:pt x="5478" y="3334"/>
                    <a:pt x="6192" y="3120"/>
                    <a:pt x="6811" y="2691"/>
                  </a:cubicBezTo>
                  <a:close/>
                  <a:moveTo>
                    <a:pt x="7788" y="2262"/>
                  </a:moveTo>
                  <a:lnTo>
                    <a:pt x="7788" y="2501"/>
                  </a:lnTo>
                  <a:cubicBezTo>
                    <a:pt x="7788" y="4811"/>
                    <a:pt x="5930" y="6668"/>
                    <a:pt x="3620" y="6668"/>
                  </a:cubicBezTo>
                  <a:lnTo>
                    <a:pt x="2382" y="6668"/>
                  </a:lnTo>
                  <a:cubicBezTo>
                    <a:pt x="2429" y="6668"/>
                    <a:pt x="2477" y="6644"/>
                    <a:pt x="2501" y="6621"/>
                  </a:cubicBezTo>
                  <a:cubicBezTo>
                    <a:pt x="6097" y="5287"/>
                    <a:pt x="7502" y="2596"/>
                    <a:pt x="7788" y="2262"/>
                  </a:cubicBezTo>
                  <a:close/>
                  <a:moveTo>
                    <a:pt x="5573" y="6811"/>
                  </a:moveTo>
                  <a:lnTo>
                    <a:pt x="5573" y="8931"/>
                  </a:lnTo>
                  <a:lnTo>
                    <a:pt x="3906" y="8931"/>
                  </a:lnTo>
                  <a:lnTo>
                    <a:pt x="3906" y="7216"/>
                  </a:lnTo>
                  <a:cubicBezTo>
                    <a:pt x="4477" y="7192"/>
                    <a:pt x="5049" y="7049"/>
                    <a:pt x="5573" y="6811"/>
                  </a:cubicBezTo>
                  <a:close/>
                  <a:moveTo>
                    <a:pt x="3358" y="0"/>
                  </a:moveTo>
                  <a:lnTo>
                    <a:pt x="3358" y="3072"/>
                  </a:lnTo>
                  <a:cubicBezTo>
                    <a:pt x="3168" y="3144"/>
                    <a:pt x="2977" y="3239"/>
                    <a:pt x="2810" y="3334"/>
                  </a:cubicBezTo>
                  <a:lnTo>
                    <a:pt x="0" y="3334"/>
                  </a:lnTo>
                  <a:lnTo>
                    <a:pt x="0" y="6120"/>
                  </a:lnTo>
                  <a:lnTo>
                    <a:pt x="1143" y="6120"/>
                  </a:lnTo>
                  <a:cubicBezTo>
                    <a:pt x="1120" y="6216"/>
                    <a:pt x="1120" y="6311"/>
                    <a:pt x="1120" y="6406"/>
                  </a:cubicBezTo>
                  <a:lnTo>
                    <a:pt x="1120" y="6978"/>
                  </a:lnTo>
                  <a:cubicBezTo>
                    <a:pt x="762" y="7478"/>
                    <a:pt x="572" y="8049"/>
                    <a:pt x="572" y="8621"/>
                  </a:cubicBezTo>
                  <a:lnTo>
                    <a:pt x="1120" y="8621"/>
                  </a:lnTo>
                  <a:cubicBezTo>
                    <a:pt x="1120" y="8097"/>
                    <a:pt x="1310" y="7621"/>
                    <a:pt x="1644" y="7240"/>
                  </a:cubicBezTo>
                  <a:lnTo>
                    <a:pt x="3358" y="7240"/>
                  </a:lnTo>
                  <a:lnTo>
                    <a:pt x="3358" y="9478"/>
                  </a:lnTo>
                  <a:lnTo>
                    <a:pt x="6121" y="9478"/>
                  </a:lnTo>
                  <a:lnTo>
                    <a:pt x="6121" y="6525"/>
                  </a:lnTo>
                  <a:cubicBezTo>
                    <a:pt x="6311" y="6406"/>
                    <a:pt x="6502" y="6263"/>
                    <a:pt x="6668" y="6120"/>
                  </a:cubicBezTo>
                  <a:lnTo>
                    <a:pt x="9478" y="6120"/>
                  </a:lnTo>
                  <a:lnTo>
                    <a:pt x="9478" y="3334"/>
                  </a:lnTo>
                  <a:lnTo>
                    <a:pt x="8288" y="3334"/>
                  </a:lnTo>
                  <a:cubicBezTo>
                    <a:pt x="8335" y="3072"/>
                    <a:pt x="8359" y="2786"/>
                    <a:pt x="8359" y="2501"/>
                  </a:cubicBezTo>
                  <a:lnTo>
                    <a:pt x="8359" y="834"/>
                  </a:lnTo>
                  <a:lnTo>
                    <a:pt x="6573" y="2167"/>
                  </a:lnTo>
                  <a:cubicBezTo>
                    <a:pt x="6430" y="2286"/>
                    <a:pt x="6287" y="2382"/>
                    <a:pt x="6121" y="2453"/>
                  </a:cubicBezTo>
                  <a:lnTo>
                    <a:pt x="612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5" name="Google Shape;1785;p119"/>
            <p:cNvSpPr/>
            <p:nvPr/>
          </p:nvSpPr>
          <p:spPr>
            <a:xfrm>
              <a:off x="1537800" y="3161425"/>
              <a:ext cx="14300" cy="29200"/>
            </a:xfrm>
            <a:custGeom>
              <a:rect b="b" l="l" r="r" t="t"/>
              <a:pathLst>
                <a:path extrusionOk="0" h="1168" w="572">
                  <a:moveTo>
                    <a:pt x="0" y="0"/>
                  </a:moveTo>
                  <a:lnTo>
                    <a:pt x="0" y="1167"/>
                  </a:lnTo>
                  <a:lnTo>
                    <a:pt x="572" y="1167"/>
                  </a:lnTo>
                  <a:lnTo>
                    <a:pt x="57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6" name="Google Shape;1786;p119"/>
            <p:cNvSpPr/>
            <p:nvPr/>
          </p:nvSpPr>
          <p:spPr>
            <a:xfrm>
              <a:off x="1580650" y="3161425"/>
              <a:ext cx="14325" cy="29200"/>
            </a:xfrm>
            <a:custGeom>
              <a:rect b="b" l="l" r="r" t="t"/>
              <a:pathLst>
                <a:path extrusionOk="0" h="1168" w="573">
                  <a:moveTo>
                    <a:pt x="1" y="0"/>
                  </a:moveTo>
                  <a:lnTo>
                    <a:pt x="1" y="1167"/>
                  </a:lnTo>
                  <a:lnTo>
                    <a:pt x="572" y="1167"/>
                  </a:lnTo>
                  <a:lnTo>
                    <a:pt x="57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7" name="Google Shape;1787;p119"/>
            <p:cNvSpPr/>
            <p:nvPr/>
          </p:nvSpPr>
          <p:spPr>
            <a:xfrm>
              <a:off x="1623525" y="3161425"/>
              <a:ext cx="14300" cy="29200"/>
            </a:xfrm>
            <a:custGeom>
              <a:rect b="b" l="l" r="r" t="t"/>
              <a:pathLst>
                <a:path extrusionOk="0" h="1168" w="572">
                  <a:moveTo>
                    <a:pt x="0" y="0"/>
                  </a:moveTo>
                  <a:lnTo>
                    <a:pt x="0" y="1167"/>
                  </a:lnTo>
                  <a:lnTo>
                    <a:pt x="572" y="1167"/>
                  </a:lnTo>
                  <a:lnTo>
                    <a:pt x="57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 name="Google Shape;1788;p119"/>
            <p:cNvSpPr/>
            <p:nvPr/>
          </p:nvSpPr>
          <p:spPr>
            <a:xfrm>
              <a:off x="1494925" y="3204875"/>
              <a:ext cx="185775" cy="200075"/>
            </a:xfrm>
            <a:custGeom>
              <a:rect b="b" l="l" r="r" t="t"/>
              <a:pathLst>
                <a:path extrusionOk="0" h="8003" w="7431">
                  <a:moveTo>
                    <a:pt x="3715" y="5002"/>
                  </a:moveTo>
                  <a:cubicBezTo>
                    <a:pt x="3882" y="5192"/>
                    <a:pt x="4001" y="5264"/>
                    <a:pt x="4001" y="5430"/>
                  </a:cubicBezTo>
                  <a:cubicBezTo>
                    <a:pt x="4001" y="5573"/>
                    <a:pt x="3882" y="5716"/>
                    <a:pt x="3715" y="5716"/>
                  </a:cubicBezTo>
                  <a:cubicBezTo>
                    <a:pt x="3573" y="5716"/>
                    <a:pt x="3430" y="5573"/>
                    <a:pt x="3430" y="5430"/>
                  </a:cubicBezTo>
                  <a:cubicBezTo>
                    <a:pt x="3430" y="5264"/>
                    <a:pt x="3573" y="5192"/>
                    <a:pt x="3715" y="5002"/>
                  </a:cubicBezTo>
                  <a:close/>
                  <a:moveTo>
                    <a:pt x="4573" y="6288"/>
                  </a:moveTo>
                  <a:lnTo>
                    <a:pt x="4573" y="7431"/>
                  </a:lnTo>
                  <a:lnTo>
                    <a:pt x="2858" y="7431"/>
                  </a:lnTo>
                  <a:lnTo>
                    <a:pt x="2858" y="6288"/>
                  </a:lnTo>
                  <a:close/>
                  <a:moveTo>
                    <a:pt x="3715" y="3430"/>
                  </a:moveTo>
                  <a:cubicBezTo>
                    <a:pt x="4811" y="3430"/>
                    <a:pt x="5716" y="4311"/>
                    <a:pt x="5716" y="5430"/>
                  </a:cubicBezTo>
                  <a:lnTo>
                    <a:pt x="5716" y="7431"/>
                  </a:lnTo>
                  <a:lnTo>
                    <a:pt x="5144" y="7431"/>
                  </a:lnTo>
                  <a:lnTo>
                    <a:pt x="5144" y="5716"/>
                  </a:lnTo>
                  <a:lnTo>
                    <a:pt x="4525" y="5716"/>
                  </a:lnTo>
                  <a:cubicBezTo>
                    <a:pt x="4549" y="5621"/>
                    <a:pt x="4573" y="5526"/>
                    <a:pt x="4573" y="5430"/>
                  </a:cubicBezTo>
                  <a:cubicBezTo>
                    <a:pt x="4573" y="5216"/>
                    <a:pt x="4501" y="5002"/>
                    <a:pt x="4358" y="4859"/>
                  </a:cubicBezTo>
                  <a:lnTo>
                    <a:pt x="3715" y="4144"/>
                  </a:lnTo>
                  <a:lnTo>
                    <a:pt x="3072" y="4859"/>
                  </a:lnTo>
                  <a:cubicBezTo>
                    <a:pt x="2930" y="5002"/>
                    <a:pt x="2858" y="5216"/>
                    <a:pt x="2858" y="5430"/>
                  </a:cubicBezTo>
                  <a:cubicBezTo>
                    <a:pt x="2858" y="5526"/>
                    <a:pt x="2882" y="5621"/>
                    <a:pt x="2906" y="5716"/>
                  </a:cubicBezTo>
                  <a:lnTo>
                    <a:pt x="2287" y="5716"/>
                  </a:lnTo>
                  <a:lnTo>
                    <a:pt x="2287" y="7431"/>
                  </a:lnTo>
                  <a:lnTo>
                    <a:pt x="1715" y="7431"/>
                  </a:lnTo>
                  <a:lnTo>
                    <a:pt x="1715" y="5430"/>
                  </a:lnTo>
                  <a:cubicBezTo>
                    <a:pt x="1715" y="4311"/>
                    <a:pt x="2620" y="3430"/>
                    <a:pt x="3715" y="3430"/>
                  </a:cubicBezTo>
                  <a:close/>
                  <a:moveTo>
                    <a:pt x="6835" y="572"/>
                  </a:moveTo>
                  <a:cubicBezTo>
                    <a:pt x="6692" y="1239"/>
                    <a:pt x="6168" y="1501"/>
                    <a:pt x="6049" y="1596"/>
                  </a:cubicBezTo>
                  <a:cubicBezTo>
                    <a:pt x="6121" y="1715"/>
                    <a:pt x="6859" y="2430"/>
                    <a:pt x="6859" y="3716"/>
                  </a:cubicBezTo>
                  <a:lnTo>
                    <a:pt x="6859" y="7431"/>
                  </a:lnTo>
                  <a:lnTo>
                    <a:pt x="6287" y="7431"/>
                  </a:lnTo>
                  <a:lnTo>
                    <a:pt x="6287" y="5430"/>
                  </a:lnTo>
                  <a:cubicBezTo>
                    <a:pt x="6287" y="4001"/>
                    <a:pt x="5144" y="2858"/>
                    <a:pt x="3715" y="2858"/>
                  </a:cubicBezTo>
                  <a:cubicBezTo>
                    <a:pt x="2310" y="2858"/>
                    <a:pt x="1143" y="4001"/>
                    <a:pt x="1143" y="5430"/>
                  </a:cubicBezTo>
                  <a:lnTo>
                    <a:pt x="1143" y="7431"/>
                  </a:lnTo>
                  <a:lnTo>
                    <a:pt x="572" y="7431"/>
                  </a:lnTo>
                  <a:lnTo>
                    <a:pt x="572" y="3716"/>
                  </a:lnTo>
                  <a:cubicBezTo>
                    <a:pt x="572" y="2430"/>
                    <a:pt x="1310" y="1715"/>
                    <a:pt x="1382" y="1596"/>
                  </a:cubicBezTo>
                  <a:cubicBezTo>
                    <a:pt x="1263" y="1501"/>
                    <a:pt x="739" y="1239"/>
                    <a:pt x="596" y="572"/>
                  </a:cubicBezTo>
                  <a:close/>
                  <a:moveTo>
                    <a:pt x="0" y="1"/>
                  </a:moveTo>
                  <a:lnTo>
                    <a:pt x="0" y="286"/>
                  </a:lnTo>
                  <a:cubicBezTo>
                    <a:pt x="0" y="834"/>
                    <a:pt x="215" y="1334"/>
                    <a:pt x="596" y="1692"/>
                  </a:cubicBezTo>
                  <a:cubicBezTo>
                    <a:pt x="215" y="2311"/>
                    <a:pt x="0" y="2977"/>
                    <a:pt x="0" y="3716"/>
                  </a:cubicBezTo>
                  <a:lnTo>
                    <a:pt x="0" y="8002"/>
                  </a:lnTo>
                  <a:lnTo>
                    <a:pt x="7430" y="8002"/>
                  </a:lnTo>
                  <a:lnTo>
                    <a:pt x="7430" y="3716"/>
                  </a:lnTo>
                  <a:cubicBezTo>
                    <a:pt x="7430" y="2977"/>
                    <a:pt x="7216" y="2311"/>
                    <a:pt x="6835" y="1692"/>
                  </a:cubicBezTo>
                  <a:cubicBezTo>
                    <a:pt x="7216" y="1334"/>
                    <a:pt x="7430" y="834"/>
                    <a:pt x="7430" y="286"/>
                  </a:cubicBezTo>
                  <a:lnTo>
                    <a:pt x="743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 name="Google Shape;1789;p119"/>
            <p:cNvSpPr/>
            <p:nvPr/>
          </p:nvSpPr>
          <p:spPr>
            <a:xfrm>
              <a:off x="2080175" y="3247150"/>
              <a:ext cx="57175" cy="57175"/>
            </a:xfrm>
            <a:custGeom>
              <a:rect b="b" l="l" r="r" t="t"/>
              <a:pathLst>
                <a:path extrusionOk="0" h="2287" w="2287">
                  <a:moveTo>
                    <a:pt x="1143" y="572"/>
                  </a:moveTo>
                  <a:cubicBezTo>
                    <a:pt x="1453" y="572"/>
                    <a:pt x="1715" y="834"/>
                    <a:pt x="1715" y="1144"/>
                  </a:cubicBezTo>
                  <a:cubicBezTo>
                    <a:pt x="1715" y="1453"/>
                    <a:pt x="1453" y="1715"/>
                    <a:pt x="1143" y="1715"/>
                  </a:cubicBezTo>
                  <a:cubicBezTo>
                    <a:pt x="810" y="1715"/>
                    <a:pt x="572" y="1453"/>
                    <a:pt x="572" y="1144"/>
                  </a:cubicBezTo>
                  <a:cubicBezTo>
                    <a:pt x="572" y="834"/>
                    <a:pt x="810" y="572"/>
                    <a:pt x="1143" y="572"/>
                  </a:cubicBezTo>
                  <a:close/>
                  <a:moveTo>
                    <a:pt x="1143" y="1"/>
                  </a:moveTo>
                  <a:cubicBezTo>
                    <a:pt x="500" y="1"/>
                    <a:pt x="0" y="524"/>
                    <a:pt x="0" y="1144"/>
                  </a:cubicBezTo>
                  <a:cubicBezTo>
                    <a:pt x="0" y="1763"/>
                    <a:pt x="500" y="2287"/>
                    <a:pt x="1143" y="2287"/>
                  </a:cubicBezTo>
                  <a:cubicBezTo>
                    <a:pt x="1762" y="2287"/>
                    <a:pt x="2286" y="1763"/>
                    <a:pt x="2286" y="1144"/>
                  </a:cubicBezTo>
                  <a:cubicBezTo>
                    <a:pt x="2286" y="524"/>
                    <a:pt x="1762" y="1"/>
                    <a:pt x="114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 name="Google Shape;1790;p119"/>
            <p:cNvSpPr/>
            <p:nvPr/>
          </p:nvSpPr>
          <p:spPr>
            <a:xfrm>
              <a:off x="2065275" y="3161425"/>
              <a:ext cx="243525" cy="243525"/>
            </a:xfrm>
            <a:custGeom>
              <a:rect b="b" l="l" r="r" t="t"/>
              <a:pathLst>
                <a:path extrusionOk="0" h="9741" w="9741">
                  <a:moveTo>
                    <a:pt x="5145" y="572"/>
                  </a:moveTo>
                  <a:cubicBezTo>
                    <a:pt x="5478" y="572"/>
                    <a:pt x="5716" y="834"/>
                    <a:pt x="5716" y="1143"/>
                  </a:cubicBezTo>
                  <a:cubicBezTo>
                    <a:pt x="5716" y="1453"/>
                    <a:pt x="5478" y="1715"/>
                    <a:pt x="5145" y="1715"/>
                  </a:cubicBezTo>
                  <a:cubicBezTo>
                    <a:pt x="4835" y="1715"/>
                    <a:pt x="4573" y="1453"/>
                    <a:pt x="4573" y="1143"/>
                  </a:cubicBezTo>
                  <a:cubicBezTo>
                    <a:pt x="4573" y="834"/>
                    <a:pt x="4835" y="572"/>
                    <a:pt x="5145" y="572"/>
                  </a:cubicBezTo>
                  <a:close/>
                  <a:moveTo>
                    <a:pt x="6311" y="4406"/>
                  </a:moveTo>
                  <a:cubicBezTo>
                    <a:pt x="6431" y="4644"/>
                    <a:pt x="6526" y="4882"/>
                    <a:pt x="6621" y="5144"/>
                  </a:cubicBezTo>
                  <a:lnTo>
                    <a:pt x="5692" y="5144"/>
                  </a:lnTo>
                  <a:lnTo>
                    <a:pt x="6169" y="4835"/>
                  </a:lnTo>
                  <a:lnTo>
                    <a:pt x="6311" y="4406"/>
                  </a:lnTo>
                  <a:close/>
                  <a:moveTo>
                    <a:pt x="6014" y="2288"/>
                  </a:moveTo>
                  <a:cubicBezTo>
                    <a:pt x="6088" y="2288"/>
                    <a:pt x="6161" y="2317"/>
                    <a:pt x="6216" y="2382"/>
                  </a:cubicBezTo>
                  <a:cubicBezTo>
                    <a:pt x="6978" y="3144"/>
                    <a:pt x="7526" y="4096"/>
                    <a:pt x="7812" y="5144"/>
                  </a:cubicBezTo>
                  <a:lnTo>
                    <a:pt x="7216" y="5144"/>
                  </a:lnTo>
                  <a:cubicBezTo>
                    <a:pt x="6883" y="4025"/>
                    <a:pt x="6335" y="3406"/>
                    <a:pt x="6145" y="3096"/>
                  </a:cubicBezTo>
                  <a:lnTo>
                    <a:pt x="5692" y="4477"/>
                  </a:lnTo>
                  <a:lnTo>
                    <a:pt x="4121" y="5501"/>
                  </a:lnTo>
                  <a:lnTo>
                    <a:pt x="3811" y="5025"/>
                  </a:lnTo>
                  <a:lnTo>
                    <a:pt x="5192" y="4096"/>
                  </a:lnTo>
                  <a:lnTo>
                    <a:pt x="5740" y="2477"/>
                  </a:lnTo>
                  <a:cubicBezTo>
                    <a:pt x="5784" y="2360"/>
                    <a:pt x="5899" y="2288"/>
                    <a:pt x="6014" y="2288"/>
                  </a:cubicBezTo>
                  <a:close/>
                  <a:moveTo>
                    <a:pt x="5716" y="5716"/>
                  </a:moveTo>
                  <a:lnTo>
                    <a:pt x="5716" y="6287"/>
                  </a:lnTo>
                  <a:lnTo>
                    <a:pt x="3978" y="6287"/>
                  </a:lnTo>
                  <a:lnTo>
                    <a:pt x="4835" y="5716"/>
                  </a:lnTo>
                  <a:close/>
                  <a:moveTo>
                    <a:pt x="3573" y="5716"/>
                  </a:moveTo>
                  <a:lnTo>
                    <a:pt x="3954" y="6287"/>
                  </a:lnTo>
                  <a:lnTo>
                    <a:pt x="3287" y="6287"/>
                  </a:lnTo>
                  <a:lnTo>
                    <a:pt x="2144" y="7430"/>
                  </a:lnTo>
                  <a:lnTo>
                    <a:pt x="572" y="7430"/>
                  </a:lnTo>
                  <a:lnTo>
                    <a:pt x="572" y="6859"/>
                  </a:lnTo>
                  <a:lnTo>
                    <a:pt x="1906" y="6859"/>
                  </a:lnTo>
                  <a:lnTo>
                    <a:pt x="2954" y="5787"/>
                  </a:lnTo>
                  <a:cubicBezTo>
                    <a:pt x="3001" y="5739"/>
                    <a:pt x="3073" y="5716"/>
                    <a:pt x="3168" y="5716"/>
                  </a:cubicBezTo>
                  <a:close/>
                  <a:moveTo>
                    <a:pt x="5716" y="6859"/>
                  </a:moveTo>
                  <a:lnTo>
                    <a:pt x="5716" y="7430"/>
                  </a:lnTo>
                  <a:lnTo>
                    <a:pt x="2930" y="7430"/>
                  </a:lnTo>
                  <a:lnTo>
                    <a:pt x="3501" y="6859"/>
                  </a:lnTo>
                  <a:close/>
                  <a:moveTo>
                    <a:pt x="9169" y="5716"/>
                  </a:moveTo>
                  <a:lnTo>
                    <a:pt x="9169" y="7430"/>
                  </a:lnTo>
                  <a:lnTo>
                    <a:pt x="6288" y="7430"/>
                  </a:lnTo>
                  <a:lnTo>
                    <a:pt x="6288" y="5716"/>
                  </a:lnTo>
                  <a:close/>
                  <a:moveTo>
                    <a:pt x="8002" y="8002"/>
                  </a:moveTo>
                  <a:lnTo>
                    <a:pt x="8002" y="9169"/>
                  </a:lnTo>
                  <a:lnTo>
                    <a:pt x="7431" y="9169"/>
                  </a:lnTo>
                  <a:lnTo>
                    <a:pt x="7431" y="8002"/>
                  </a:lnTo>
                  <a:close/>
                  <a:moveTo>
                    <a:pt x="5145" y="0"/>
                  </a:moveTo>
                  <a:cubicBezTo>
                    <a:pt x="4525" y="0"/>
                    <a:pt x="4025" y="524"/>
                    <a:pt x="4025" y="1143"/>
                  </a:cubicBezTo>
                  <a:cubicBezTo>
                    <a:pt x="4025" y="1786"/>
                    <a:pt x="4525" y="2286"/>
                    <a:pt x="5145" y="2286"/>
                  </a:cubicBezTo>
                  <a:lnTo>
                    <a:pt x="5216" y="2286"/>
                  </a:lnTo>
                  <a:cubicBezTo>
                    <a:pt x="5192" y="2286"/>
                    <a:pt x="5192" y="2286"/>
                    <a:pt x="5192" y="2310"/>
                  </a:cubicBezTo>
                  <a:lnTo>
                    <a:pt x="4716" y="3739"/>
                  </a:lnTo>
                  <a:lnTo>
                    <a:pt x="3025" y="4882"/>
                  </a:lnTo>
                  <a:lnTo>
                    <a:pt x="3192" y="5144"/>
                  </a:lnTo>
                  <a:lnTo>
                    <a:pt x="3168" y="5144"/>
                  </a:lnTo>
                  <a:cubicBezTo>
                    <a:pt x="2930" y="5144"/>
                    <a:pt x="2716" y="5239"/>
                    <a:pt x="2549" y="5382"/>
                  </a:cubicBezTo>
                  <a:lnTo>
                    <a:pt x="1668" y="6287"/>
                  </a:lnTo>
                  <a:lnTo>
                    <a:pt x="1" y="6287"/>
                  </a:lnTo>
                  <a:lnTo>
                    <a:pt x="1" y="9740"/>
                  </a:lnTo>
                  <a:lnTo>
                    <a:pt x="572" y="9740"/>
                  </a:lnTo>
                  <a:lnTo>
                    <a:pt x="572" y="8002"/>
                  </a:lnTo>
                  <a:lnTo>
                    <a:pt x="6859" y="8002"/>
                  </a:lnTo>
                  <a:lnTo>
                    <a:pt x="6859" y="9740"/>
                  </a:lnTo>
                  <a:lnTo>
                    <a:pt x="8574" y="9740"/>
                  </a:lnTo>
                  <a:lnTo>
                    <a:pt x="8574" y="8002"/>
                  </a:lnTo>
                  <a:lnTo>
                    <a:pt x="9169" y="8002"/>
                  </a:lnTo>
                  <a:lnTo>
                    <a:pt x="9169" y="9740"/>
                  </a:lnTo>
                  <a:lnTo>
                    <a:pt x="9741" y="9740"/>
                  </a:lnTo>
                  <a:lnTo>
                    <a:pt x="9741" y="5144"/>
                  </a:lnTo>
                  <a:lnTo>
                    <a:pt x="8407" y="5144"/>
                  </a:lnTo>
                  <a:cubicBezTo>
                    <a:pt x="8098" y="3930"/>
                    <a:pt x="7502" y="2834"/>
                    <a:pt x="6621" y="1977"/>
                  </a:cubicBezTo>
                  <a:cubicBezTo>
                    <a:pt x="6478" y="1834"/>
                    <a:pt x="6311" y="1762"/>
                    <a:pt x="6145" y="1715"/>
                  </a:cubicBezTo>
                  <a:cubicBezTo>
                    <a:pt x="6240" y="1548"/>
                    <a:pt x="6288" y="1358"/>
                    <a:pt x="6288" y="1143"/>
                  </a:cubicBezTo>
                  <a:cubicBezTo>
                    <a:pt x="6288" y="524"/>
                    <a:pt x="5788" y="0"/>
                    <a:pt x="514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1" name="Google Shape;1791;p119"/>
            <p:cNvSpPr/>
            <p:nvPr/>
          </p:nvSpPr>
          <p:spPr>
            <a:xfrm>
              <a:off x="2638625" y="3162025"/>
              <a:ext cx="247100" cy="242325"/>
            </a:xfrm>
            <a:custGeom>
              <a:rect b="b" l="l" r="r" t="t"/>
              <a:pathLst>
                <a:path extrusionOk="0" h="9693" w="9884">
                  <a:moveTo>
                    <a:pt x="4572" y="1738"/>
                  </a:moveTo>
                  <a:lnTo>
                    <a:pt x="4572" y="2286"/>
                  </a:lnTo>
                  <a:lnTo>
                    <a:pt x="572" y="2286"/>
                  </a:lnTo>
                  <a:lnTo>
                    <a:pt x="572" y="1738"/>
                  </a:lnTo>
                  <a:close/>
                  <a:moveTo>
                    <a:pt x="5715" y="1143"/>
                  </a:moveTo>
                  <a:lnTo>
                    <a:pt x="5715" y="2858"/>
                  </a:lnTo>
                  <a:lnTo>
                    <a:pt x="5144" y="2858"/>
                  </a:lnTo>
                  <a:lnTo>
                    <a:pt x="5144" y="1143"/>
                  </a:lnTo>
                  <a:close/>
                  <a:moveTo>
                    <a:pt x="9121" y="1143"/>
                  </a:moveTo>
                  <a:lnTo>
                    <a:pt x="9121" y="2858"/>
                  </a:lnTo>
                  <a:lnTo>
                    <a:pt x="8549" y="2858"/>
                  </a:lnTo>
                  <a:lnTo>
                    <a:pt x="8549" y="1143"/>
                  </a:lnTo>
                  <a:close/>
                  <a:moveTo>
                    <a:pt x="6835" y="572"/>
                  </a:moveTo>
                  <a:lnTo>
                    <a:pt x="6835" y="3429"/>
                  </a:lnTo>
                  <a:lnTo>
                    <a:pt x="6263" y="3429"/>
                  </a:lnTo>
                  <a:lnTo>
                    <a:pt x="6263" y="572"/>
                  </a:lnTo>
                  <a:close/>
                  <a:moveTo>
                    <a:pt x="7978" y="572"/>
                  </a:moveTo>
                  <a:lnTo>
                    <a:pt x="7978" y="3429"/>
                  </a:lnTo>
                  <a:lnTo>
                    <a:pt x="7406" y="3429"/>
                  </a:lnTo>
                  <a:lnTo>
                    <a:pt x="7406" y="572"/>
                  </a:lnTo>
                  <a:close/>
                  <a:moveTo>
                    <a:pt x="7121" y="4430"/>
                  </a:moveTo>
                  <a:lnTo>
                    <a:pt x="7335" y="4668"/>
                  </a:lnTo>
                  <a:cubicBezTo>
                    <a:pt x="7502" y="4834"/>
                    <a:pt x="7382" y="5144"/>
                    <a:pt x="7121" y="5144"/>
                  </a:cubicBezTo>
                  <a:cubicBezTo>
                    <a:pt x="6882" y="5144"/>
                    <a:pt x="6763" y="4834"/>
                    <a:pt x="6906" y="4668"/>
                  </a:cubicBezTo>
                  <a:lnTo>
                    <a:pt x="7121" y="4430"/>
                  </a:lnTo>
                  <a:close/>
                  <a:moveTo>
                    <a:pt x="8549" y="5692"/>
                  </a:moveTo>
                  <a:lnTo>
                    <a:pt x="8549" y="6263"/>
                  </a:lnTo>
                  <a:lnTo>
                    <a:pt x="5715" y="6263"/>
                  </a:lnTo>
                  <a:lnTo>
                    <a:pt x="5715" y="5692"/>
                  </a:lnTo>
                  <a:close/>
                  <a:moveTo>
                    <a:pt x="8716" y="6835"/>
                  </a:moveTo>
                  <a:cubicBezTo>
                    <a:pt x="9192" y="7406"/>
                    <a:pt x="9264" y="8240"/>
                    <a:pt x="8835" y="8883"/>
                  </a:cubicBezTo>
                  <a:lnTo>
                    <a:pt x="8668" y="9121"/>
                  </a:lnTo>
                  <a:lnTo>
                    <a:pt x="5573" y="9121"/>
                  </a:lnTo>
                  <a:lnTo>
                    <a:pt x="5406" y="8883"/>
                  </a:lnTo>
                  <a:cubicBezTo>
                    <a:pt x="5001" y="8240"/>
                    <a:pt x="5049" y="7406"/>
                    <a:pt x="5549" y="6835"/>
                  </a:cubicBezTo>
                  <a:close/>
                  <a:moveTo>
                    <a:pt x="5715" y="0"/>
                  </a:moveTo>
                  <a:lnTo>
                    <a:pt x="5715" y="572"/>
                  </a:lnTo>
                  <a:lnTo>
                    <a:pt x="4572" y="572"/>
                  </a:lnTo>
                  <a:lnTo>
                    <a:pt x="4572" y="1167"/>
                  </a:lnTo>
                  <a:lnTo>
                    <a:pt x="0" y="1167"/>
                  </a:lnTo>
                  <a:lnTo>
                    <a:pt x="0" y="2858"/>
                  </a:lnTo>
                  <a:lnTo>
                    <a:pt x="4572" y="2858"/>
                  </a:lnTo>
                  <a:lnTo>
                    <a:pt x="4572" y="3429"/>
                  </a:lnTo>
                  <a:lnTo>
                    <a:pt x="5715" y="3429"/>
                  </a:lnTo>
                  <a:lnTo>
                    <a:pt x="5715" y="4001"/>
                  </a:lnTo>
                  <a:lnTo>
                    <a:pt x="6740" y="4001"/>
                  </a:lnTo>
                  <a:lnTo>
                    <a:pt x="6501" y="4287"/>
                  </a:lnTo>
                  <a:cubicBezTo>
                    <a:pt x="6287" y="4525"/>
                    <a:pt x="6216" y="4834"/>
                    <a:pt x="6335" y="5144"/>
                  </a:cubicBezTo>
                  <a:lnTo>
                    <a:pt x="4572" y="5144"/>
                  </a:lnTo>
                  <a:lnTo>
                    <a:pt x="4572" y="5692"/>
                  </a:lnTo>
                  <a:lnTo>
                    <a:pt x="5144" y="5692"/>
                  </a:lnTo>
                  <a:lnTo>
                    <a:pt x="5144" y="6430"/>
                  </a:lnTo>
                  <a:cubicBezTo>
                    <a:pt x="4453" y="7192"/>
                    <a:pt x="4382" y="8335"/>
                    <a:pt x="4953" y="9192"/>
                  </a:cubicBezTo>
                  <a:lnTo>
                    <a:pt x="5263" y="9692"/>
                  </a:lnTo>
                  <a:lnTo>
                    <a:pt x="8978" y="9692"/>
                  </a:lnTo>
                  <a:lnTo>
                    <a:pt x="9311" y="9192"/>
                  </a:lnTo>
                  <a:cubicBezTo>
                    <a:pt x="9883" y="8335"/>
                    <a:pt x="9788" y="7192"/>
                    <a:pt x="9121" y="6430"/>
                  </a:cubicBezTo>
                  <a:lnTo>
                    <a:pt x="9121" y="5692"/>
                  </a:lnTo>
                  <a:lnTo>
                    <a:pt x="9669" y="5692"/>
                  </a:lnTo>
                  <a:lnTo>
                    <a:pt x="9669" y="5144"/>
                  </a:lnTo>
                  <a:lnTo>
                    <a:pt x="7930" y="5144"/>
                  </a:lnTo>
                  <a:cubicBezTo>
                    <a:pt x="8025" y="4834"/>
                    <a:pt x="7978" y="4525"/>
                    <a:pt x="7764" y="4287"/>
                  </a:cubicBezTo>
                  <a:lnTo>
                    <a:pt x="7502" y="4001"/>
                  </a:lnTo>
                  <a:lnTo>
                    <a:pt x="8549" y="4001"/>
                  </a:lnTo>
                  <a:lnTo>
                    <a:pt x="8549" y="3429"/>
                  </a:lnTo>
                  <a:lnTo>
                    <a:pt x="9669" y="3429"/>
                  </a:lnTo>
                  <a:lnTo>
                    <a:pt x="9669" y="572"/>
                  </a:lnTo>
                  <a:lnTo>
                    <a:pt x="8549" y="572"/>
                  </a:lnTo>
                  <a:lnTo>
                    <a:pt x="8549"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119"/>
            <p:cNvSpPr/>
            <p:nvPr/>
          </p:nvSpPr>
          <p:spPr>
            <a:xfrm>
              <a:off x="3340550" y="3273950"/>
              <a:ext cx="19075" cy="19075"/>
            </a:xfrm>
            <a:custGeom>
              <a:rect b="b" l="l" r="r" t="t"/>
              <a:pathLst>
                <a:path extrusionOk="0" h="763" w="763">
                  <a:moveTo>
                    <a:pt x="381" y="0"/>
                  </a:moveTo>
                  <a:lnTo>
                    <a:pt x="0" y="381"/>
                  </a:lnTo>
                  <a:lnTo>
                    <a:pt x="381" y="762"/>
                  </a:lnTo>
                  <a:lnTo>
                    <a:pt x="762" y="381"/>
                  </a:lnTo>
                  <a:lnTo>
                    <a:pt x="38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 name="Google Shape;1793;p119"/>
            <p:cNvSpPr/>
            <p:nvPr/>
          </p:nvSpPr>
          <p:spPr>
            <a:xfrm>
              <a:off x="3235750" y="3169150"/>
              <a:ext cx="228650" cy="228650"/>
            </a:xfrm>
            <a:custGeom>
              <a:rect b="b" l="l" r="r" t="t"/>
              <a:pathLst>
                <a:path extrusionOk="0" h="9146" w="9146">
                  <a:moveTo>
                    <a:pt x="6598" y="525"/>
                  </a:moveTo>
                  <a:lnTo>
                    <a:pt x="6240" y="1620"/>
                  </a:lnTo>
                  <a:lnTo>
                    <a:pt x="2882" y="1620"/>
                  </a:lnTo>
                  <a:lnTo>
                    <a:pt x="2525" y="525"/>
                  </a:lnTo>
                  <a:close/>
                  <a:moveTo>
                    <a:pt x="2549" y="3382"/>
                  </a:moveTo>
                  <a:lnTo>
                    <a:pt x="2549" y="3382"/>
                  </a:lnTo>
                  <a:cubicBezTo>
                    <a:pt x="2525" y="3573"/>
                    <a:pt x="2478" y="3763"/>
                    <a:pt x="2430" y="3954"/>
                  </a:cubicBezTo>
                  <a:cubicBezTo>
                    <a:pt x="1573" y="4145"/>
                    <a:pt x="1120" y="4430"/>
                    <a:pt x="1073" y="4788"/>
                  </a:cubicBezTo>
                  <a:cubicBezTo>
                    <a:pt x="692" y="4621"/>
                    <a:pt x="525" y="4430"/>
                    <a:pt x="525" y="4311"/>
                  </a:cubicBezTo>
                  <a:cubicBezTo>
                    <a:pt x="525" y="4049"/>
                    <a:pt x="1168" y="3621"/>
                    <a:pt x="2549" y="3382"/>
                  </a:cubicBezTo>
                  <a:close/>
                  <a:moveTo>
                    <a:pt x="6574" y="3382"/>
                  </a:moveTo>
                  <a:lnTo>
                    <a:pt x="6574" y="3382"/>
                  </a:lnTo>
                  <a:cubicBezTo>
                    <a:pt x="7979" y="3621"/>
                    <a:pt x="8598" y="4049"/>
                    <a:pt x="8598" y="4311"/>
                  </a:cubicBezTo>
                  <a:cubicBezTo>
                    <a:pt x="8598" y="4430"/>
                    <a:pt x="8431" y="4597"/>
                    <a:pt x="8050" y="4788"/>
                  </a:cubicBezTo>
                  <a:cubicBezTo>
                    <a:pt x="8026" y="4573"/>
                    <a:pt x="7860" y="4383"/>
                    <a:pt x="7550" y="4216"/>
                  </a:cubicBezTo>
                  <a:cubicBezTo>
                    <a:pt x="7336" y="4121"/>
                    <a:pt x="7050" y="4025"/>
                    <a:pt x="6693" y="3954"/>
                  </a:cubicBezTo>
                  <a:cubicBezTo>
                    <a:pt x="6645" y="3763"/>
                    <a:pt x="6598" y="3573"/>
                    <a:pt x="6574" y="3382"/>
                  </a:cubicBezTo>
                  <a:close/>
                  <a:moveTo>
                    <a:pt x="2239" y="4549"/>
                  </a:moveTo>
                  <a:lnTo>
                    <a:pt x="2239" y="4549"/>
                  </a:lnTo>
                  <a:cubicBezTo>
                    <a:pt x="2168" y="4788"/>
                    <a:pt x="2097" y="4883"/>
                    <a:pt x="2049" y="5049"/>
                  </a:cubicBezTo>
                  <a:cubicBezTo>
                    <a:pt x="1763" y="4954"/>
                    <a:pt x="1668" y="4883"/>
                    <a:pt x="1620" y="4835"/>
                  </a:cubicBezTo>
                  <a:cubicBezTo>
                    <a:pt x="1668" y="4788"/>
                    <a:pt x="1858" y="4668"/>
                    <a:pt x="2239" y="4549"/>
                  </a:cubicBezTo>
                  <a:close/>
                  <a:moveTo>
                    <a:pt x="6883" y="4549"/>
                  </a:moveTo>
                  <a:lnTo>
                    <a:pt x="6883" y="4549"/>
                  </a:lnTo>
                  <a:cubicBezTo>
                    <a:pt x="7288" y="4668"/>
                    <a:pt x="7455" y="4788"/>
                    <a:pt x="7526" y="4835"/>
                  </a:cubicBezTo>
                  <a:cubicBezTo>
                    <a:pt x="7479" y="4883"/>
                    <a:pt x="7360" y="4954"/>
                    <a:pt x="7074" y="5049"/>
                  </a:cubicBezTo>
                  <a:cubicBezTo>
                    <a:pt x="7026" y="4883"/>
                    <a:pt x="6979" y="4811"/>
                    <a:pt x="6883" y="4549"/>
                  </a:cubicBezTo>
                  <a:close/>
                  <a:moveTo>
                    <a:pt x="6074" y="2168"/>
                  </a:moveTo>
                  <a:cubicBezTo>
                    <a:pt x="5835" y="3168"/>
                    <a:pt x="6193" y="4240"/>
                    <a:pt x="6502" y="5073"/>
                  </a:cubicBezTo>
                  <a:cubicBezTo>
                    <a:pt x="6526" y="5121"/>
                    <a:pt x="6550" y="5145"/>
                    <a:pt x="6550" y="5192"/>
                  </a:cubicBezTo>
                  <a:cubicBezTo>
                    <a:pt x="5931" y="5311"/>
                    <a:pt x="5192" y="5383"/>
                    <a:pt x="4573" y="5383"/>
                  </a:cubicBezTo>
                  <a:cubicBezTo>
                    <a:pt x="3930" y="5383"/>
                    <a:pt x="3192" y="5311"/>
                    <a:pt x="2573" y="5192"/>
                  </a:cubicBezTo>
                  <a:cubicBezTo>
                    <a:pt x="2763" y="4645"/>
                    <a:pt x="3335" y="3382"/>
                    <a:pt x="3049" y="2168"/>
                  </a:cubicBezTo>
                  <a:close/>
                  <a:moveTo>
                    <a:pt x="8598" y="5097"/>
                  </a:moveTo>
                  <a:lnTo>
                    <a:pt x="8598" y="5383"/>
                  </a:lnTo>
                  <a:cubicBezTo>
                    <a:pt x="8598" y="5550"/>
                    <a:pt x="8265" y="5835"/>
                    <a:pt x="7526" y="6073"/>
                  </a:cubicBezTo>
                  <a:cubicBezTo>
                    <a:pt x="6740" y="6312"/>
                    <a:pt x="5693" y="6455"/>
                    <a:pt x="4573" y="6455"/>
                  </a:cubicBezTo>
                  <a:cubicBezTo>
                    <a:pt x="3454" y="6455"/>
                    <a:pt x="2382" y="6312"/>
                    <a:pt x="1597" y="6073"/>
                  </a:cubicBezTo>
                  <a:cubicBezTo>
                    <a:pt x="858" y="5835"/>
                    <a:pt x="525" y="5550"/>
                    <a:pt x="525" y="5383"/>
                  </a:cubicBezTo>
                  <a:lnTo>
                    <a:pt x="525" y="5097"/>
                  </a:lnTo>
                  <a:cubicBezTo>
                    <a:pt x="1501" y="5740"/>
                    <a:pt x="3406" y="5907"/>
                    <a:pt x="4573" y="5907"/>
                  </a:cubicBezTo>
                  <a:cubicBezTo>
                    <a:pt x="5740" y="5907"/>
                    <a:pt x="7622" y="5740"/>
                    <a:pt x="8598" y="5097"/>
                  </a:cubicBezTo>
                  <a:close/>
                  <a:moveTo>
                    <a:pt x="2335" y="6788"/>
                  </a:moveTo>
                  <a:lnTo>
                    <a:pt x="2335" y="6788"/>
                  </a:lnTo>
                  <a:cubicBezTo>
                    <a:pt x="2930" y="6907"/>
                    <a:pt x="3597" y="6955"/>
                    <a:pt x="4288" y="6978"/>
                  </a:cubicBezTo>
                  <a:lnTo>
                    <a:pt x="4288" y="8598"/>
                  </a:lnTo>
                  <a:lnTo>
                    <a:pt x="2644" y="8598"/>
                  </a:lnTo>
                  <a:lnTo>
                    <a:pt x="2406" y="7383"/>
                  </a:lnTo>
                  <a:cubicBezTo>
                    <a:pt x="2359" y="7193"/>
                    <a:pt x="2335" y="6978"/>
                    <a:pt x="2335" y="6788"/>
                  </a:cubicBezTo>
                  <a:close/>
                  <a:moveTo>
                    <a:pt x="6812" y="6788"/>
                  </a:moveTo>
                  <a:lnTo>
                    <a:pt x="6812" y="6788"/>
                  </a:lnTo>
                  <a:cubicBezTo>
                    <a:pt x="6788" y="6978"/>
                    <a:pt x="6764" y="7193"/>
                    <a:pt x="6717" y="7383"/>
                  </a:cubicBezTo>
                  <a:lnTo>
                    <a:pt x="6478" y="8598"/>
                  </a:lnTo>
                  <a:lnTo>
                    <a:pt x="4835" y="8598"/>
                  </a:lnTo>
                  <a:lnTo>
                    <a:pt x="4835" y="6978"/>
                  </a:lnTo>
                  <a:cubicBezTo>
                    <a:pt x="5526" y="6955"/>
                    <a:pt x="6193" y="6907"/>
                    <a:pt x="6812" y="6788"/>
                  </a:cubicBezTo>
                  <a:close/>
                  <a:moveTo>
                    <a:pt x="1787" y="1"/>
                  </a:moveTo>
                  <a:lnTo>
                    <a:pt x="2478" y="2073"/>
                  </a:lnTo>
                  <a:cubicBezTo>
                    <a:pt x="2549" y="2311"/>
                    <a:pt x="2597" y="2573"/>
                    <a:pt x="2597" y="2835"/>
                  </a:cubicBezTo>
                  <a:cubicBezTo>
                    <a:pt x="1906" y="2954"/>
                    <a:pt x="1311" y="3121"/>
                    <a:pt x="882" y="3311"/>
                  </a:cubicBezTo>
                  <a:cubicBezTo>
                    <a:pt x="287" y="3597"/>
                    <a:pt x="1" y="3906"/>
                    <a:pt x="1" y="4311"/>
                  </a:cubicBezTo>
                  <a:lnTo>
                    <a:pt x="1" y="5383"/>
                  </a:lnTo>
                  <a:cubicBezTo>
                    <a:pt x="1" y="5716"/>
                    <a:pt x="239" y="6193"/>
                    <a:pt x="1454" y="6574"/>
                  </a:cubicBezTo>
                  <a:cubicBezTo>
                    <a:pt x="1549" y="6597"/>
                    <a:pt x="1668" y="6645"/>
                    <a:pt x="1787" y="6669"/>
                  </a:cubicBezTo>
                  <a:cubicBezTo>
                    <a:pt x="1787" y="6955"/>
                    <a:pt x="1811" y="7217"/>
                    <a:pt x="1882" y="7502"/>
                  </a:cubicBezTo>
                  <a:lnTo>
                    <a:pt x="2192" y="9146"/>
                  </a:lnTo>
                  <a:lnTo>
                    <a:pt x="6931" y="9146"/>
                  </a:lnTo>
                  <a:lnTo>
                    <a:pt x="7241" y="7502"/>
                  </a:lnTo>
                  <a:cubicBezTo>
                    <a:pt x="7312" y="7217"/>
                    <a:pt x="7336" y="6955"/>
                    <a:pt x="7336" y="6669"/>
                  </a:cubicBezTo>
                  <a:cubicBezTo>
                    <a:pt x="7455" y="6645"/>
                    <a:pt x="7574" y="6597"/>
                    <a:pt x="7693" y="6574"/>
                  </a:cubicBezTo>
                  <a:cubicBezTo>
                    <a:pt x="8884" y="6193"/>
                    <a:pt x="9146" y="5716"/>
                    <a:pt x="9146" y="5383"/>
                  </a:cubicBezTo>
                  <a:lnTo>
                    <a:pt x="9146" y="4311"/>
                  </a:lnTo>
                  <a:cubicBezTo>
                    <a:pt x="9146" y="3906"/>
                    <a:pt x="8836" y="3597"/>
                    <a:pt x="8241" y="3311"/>
                  </a:cubicBezTo>
                  <a:cubicBezTo>
                    <a:pt x="7812" y="3121"/>
                    <a:pt x="7217" y="2954"/>
                    <a:pt x="6526" y="2835"/>
                  </a:cubicBezTo>
                  <a:cubicBezTo>
                    <a:pt x="6550" y="2573"/>
                    <a:pt x="6574" y="2311"/>
                    <a:pt x="6669" y="2073"/>
                  </a:cubicBezTo>
                  <a:lnTo>
                    <a:pt x="733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 name="Google Shape;1794;p119"/>
            <p:cNvSpPr/>
            <p:nvPr/>
          </p:nvSpPr>
          <p:spPr>
            <a:xfrm>
              <a:off x="3786475" y="3181075"/>
              <a:ext cx="269125" cy="204825"/>
            </a:xfrm>
            <a:custGeom>
              <a:rect b="b" l="l" r="r" t="t"/>
              <a:pathLst>
                <a:path extrusionOk="0" h="8193" w="10765">
                  <a:moveTo>
                    <a:pt x="8550" y="619"/>
                  </a:moveTo>
                  <a:cubicBezTo>
                    <a:pt x="9431" y="619"/>
                    <a:pt x="10121" y="1334"/>
                    <a:pt x="10121" y="2191"/>
                  </a:cubicBezTo>
                  <a:cubicBezTo>
                    <a:pt x="10121" y="3072"/>
                    <a:pt x="9431" y="3763"/>
                    <a:pt x="8550" y="3763"/>
                  </a:cubicBezTo>
                  <a:lnTo>
                    <a:pt x="1263" y="3763"/>
                  </a:lnTo>
                  <a:lnTo>
                    <a:pt x="1263" y="3787"/>
                  </a:lnTo>
                  <a:cubicBezTo>
                    <a:pt x="905" y="3787"/>
                    <a:pt x="620" y="3501"/>
                    <a:pt x="620" y="3144"/>
                  </a:cubicBezTo>
                  <a:cubicBezTo>
                    <a:pt x="620" y="2786"/>
                    <a:pt x="905" y="2524"/>
                    <a:pt x="1263" y="2524"/>
                  </a:cubicBezTo>
                  <a:lnTo>
                    <a:pt x="8859" y="2524"/>
                  </a:lnTo>
                  <a:lnTo>
                    <a:pt x="8859" y="1881"/>
                  </a:lnTo>
                  <a:lnTo>
                    <a:pt x="1263" y="1881"/>
                  </a:lnTo>
                  <a:cubicBezTo>
                    <a:pt x="905" y="1881"/>
                    <a:pt x="620" y="1596"/>
                    <a:pt x="620" y="1262"/>
                  </a:cubicBezTo>
                  <a:cubicBezTo>
                    <a:pt x="620" y="905"/>
                    <a:pt x="905" y="619"/>
                    <a:pt x="1263" y="619"/>
                  </a:cubicBezTo>
                  <a:close/>
                  <a:moveTo>
                    <a:pt x="9502" y="4406"/>
                  </a:moveTo>
                  <a:cubicBezTo>
                    <a:pt x="9836" y="4406"/>
                    <a:pt x="10121" y="4692"/>
                    <a:pt x="10121" y="5049"/>
                  </a:cubicBezTo>
                  <a:cubicBezTo>
                    <a:pt x="10121" y="5382"/>
                    <a:pt x="9836" y="5668"/>
                    <a:pt x="9502" y="5668"/>
                  </a:cubicBezTo>
                  <a:lnTo>
                    <a:pt x="1882" y="5668"/>
                  </a:lnTo>
                  <a:lnTo>
                    <a:pt x="1882" y="6311"/>
                  </a:lnTo>
                  <a:lnTo>
                    <a:pt x="9502" y="6311"/>
                  </a:lnTo>
                  <a:cubicBezTo>
                    <a:pt x="9836" y="6311"/>
                    <a:pt x="10121" y="6573"/>
                    <a:pt x="10121" y="6930"/>
                  </a:cubicBezTo>
                  <a:cubicBezTo>
                    <a:pt x="10121" y="7287"/>
                    <a:pt x="9836" y="7573"/>
                    <a:pt x="9502" y="7573"/>
                  </a:cubicBezTo>
                  <a:lnTo>
                    <a:pt x="2191" y="7573"/>
                  </a:lnTo>
                  <a:cubicBezTo>
                    <a:pt x="1334" y="7573"/>
                    <a:pt x="620" y="6859"/>
                    <a:pt x="620" y="5978"/>
                  </a:cubicBezTo>
                  <a:cubicBezTo>
                    <a:pt x="620" y="5120"/>
                    <a:pt x="1334" y="4406"/>
                    <a:pt x="2191" y="4406"/>
                  </a:cubicBezTo>
                  <a:close/>
                  <a:moveTo>
                    <a:pt x="1263" y="0"/>
                  </a:moveTo>
                  <a:cubicBezTo>
                    <a:pt x="548" y="0"/>
                    <a:pt x="0" y="548"/>
                    <a:pt x="0" y="1262"/>
                  </a:cubicBezTo>
                  <a:cubicBezTo>
                    <a:pt x="0" y="1619"/>
                    <a:pt x="167" y="1977"/>
                    <a:pt x="429" y="2191"/>
                  </a:cubicBezTo>
                  <a:cubicBezTo>
                    <a:pt x="167" y="2429"/>
                    <a:pt x="0" y="2763"/>
                    <a:pt x="0" y="3144"/>
                  </a:cubicBezTo>
                  <a:cubicBezTo>
                    <a:pt x="0" y="3668"/>
                    <a:pt x="310" y="4120"/>
                    <a:pt x="762" y="4311"/>
                  </a:cubicBezTo>
                  <a:cubicBezTo>
                    <a:pt x="286" y="4715"/>
                    <a:pt x="0" y="5311"/>
                    <a:pt x="0" y="5978"/>
                  </a:cubicBezTo>
                  <a:cubicBezTo>
                    <a:pt x="0" y="7192"/>
                    <a:pt x="977" y="8192"/>
                    <a:pt x="2191" y="8192"/>
                  </a:cubicBezTo>
                  <a:lnTo>
                    <a:pt x="9502" y="8192"/>
                  </a:lnTo>
                  <a:cubicBezTo>
                    <a:pt x="10193" y="8192"/>
                    <a:pt x="10764" y="7621"/>
                    <a:pt x="10764" y="6930"/>
                  </a:cubicBezTo>
                  <a:cubicBezTo>
                    <a:pt x="10764" y="6549"/>
                    <a:pt x="10598" y="6216"/>
                    <a:pt x="10336" y="5978"/>
                  </a:cubicBezTo>
                  <a:cubicBezTo>
                    <a:pt x="10598" y="5763"/>
                    <a:pt x="10764" y="5406"/>
                    <a:pt x="10764" y="5049"/>
                  </a:cubicBezTo>
                  <a:cubicBezTo>
                    <a:pt x="10764" y="4525"/>
                    <a:pt x="10431" y="4072"/>
                    <a:pt x="9979" y="3882"/>
                  </a:cubicBezTo>
                  <a:cubicBezTo>
                    <a:pt x="10455" y="3477"/>
                    <a:pt x="10764" y="2858"/>
                    <a:pt x="10764" y="2191"/>
                  </a:cubicBezTo>
                  <a:cubicBezTo>
                    <a:pt x="10764" y="976"/>
                    <a:pt x="9764" y="0"/>
                    <a:pt x="855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 name="Google Shape;1795;p119"/>
            <p:cNvSpPr/>
            <p:nvPr/>
          </p:nvSpPr>
          <p:spPr>
            <a:xfrm>
              <a:off x="4377075" y="3162600"/>
              <a:ext cx="70875" cy="241750"/>
            </a:xfrm>
            <a:custGeom>
              <a:rect b="b" l="l" r="r" t="t"/>
              <a:pathLst>
                <a:path extrusionOk="0" h="9670" w="2835">
                  <a:moveTo>
                    <a:pt x="1691" y="2859"/>
                  </a:moveTo>
                  <a:lnTo>
                    <a:pt x="1691" y="3406"/>
                  </a:lnTo>
                  <a:lnTo>
                    <a:pt x="1120" y="3406"/>
                  </a:lnTo>
                  <a:lnTo>
                    <a:pt x="1120" y="2859"/>
                  </a:lnTo>
                  <a:close/>
                  <a:moveTo>
                    <a:pt x="1691" y="3978"/>
                  </a:moveTo>
                  <a:lnTo>
                    <a:pt x="1691" y="7407"/>
                  </a:lnTo>
                  <a:lnTo>
                    <a:pt x="1120" y="7407"/>
                  </a:lnTo>
                  <a:lnTo>
                    <a:pt x="1120" y="3978"/>
                  </a:lnTo>
                  <a:close/>
                  <a:moveTo>
                    <a:pt x="1120" y="1"/>
                  </a:moveTo>
                  <a:lnTo>
                    <a:pt x="1120" y="2287"/>
                  </a:lnTo>
                  <a:lnTo>
                    <a:pt x="572" y="2287"/>
                  </a:lnTo>
                  <a:lnTo>
                    <a:pt x="572" y="7407"/>
                  </a:lnTo>
                  <a:lnTo>
                    <a:pt x="0" y="7407"/>
                  </a:lnTo>
                  <a:lnTo>
                    <a:pt x="0" y="7955"/>
                  </a:lnTo>
                  <a:lnTo>
                    <a:pt x="1120" y="7955"/>
                  </a:lnTo>
                  <a:lnTo>
                    <a:pt x="1120" y="9098"/>
                  </a:lnTo>
                  <a:lnTo>
                    <a:pt x="572" y="9098"/>
                  </a:lnTo>
                  <a:lnTo>
                    <a:pt x="572" y="9669"/>
                  </a:lnTo>
                  <a:lnTo>
                    <a:pt x="2263" y="9669"/>
                  </a:lnTo>
                  <a:lnTo>
                    <a:pt x="2263" y="9098"/>
                  </a:lnTo>
                  <a:lnTo>
                    <a:pt x="1691" y="9098"/>
                  </a:lnTo>
                  <a:lnTo>
                    <a:pt x="1691" y="7955"/>
                  </a:lnTo>
                  <a:lnTo>
                    <a:pt x="2834" y="7955"/>
                  </a:lnTo>
                  <a:lnTo>
                    <a:pt x="2834" y="7407"/>
                  </a:lnTo>
                  <a:lnTo>
                    <a:pt x="2263" y="7407"/>
                  </a:lnTo>
                  <a:lnTo>
                    <a:pt x="2263" y="2287"/>
                  </a:lnTo>
                  <a:lnTo>
                    <a:pt x="1691" y="2287"/>
                  </a:lnTo>
                  <a:lnTo>
                    <a:pt x="169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6" name="Google Shape;1796;p119"/>
            <p:cNvSpPr/>
            <p:nvPr/>
          </p:nvSpPr>
          <p:spPr>
            <a:xfrm>
              <a:off x="4447925" y="3162600"/>
              <a:ext cx="141125" cy="241750"/>
            </a:xfrm>
            <a:custGeom>
              <a:rect b="b" l="l" r="r" t="t"/>
              <a:pathLst>
                <a:path extrusionOk="0" h="9670" w="5645">
                  <a:moveTo>
                    <a:pt x="5097" y="572"/>
                  </a:moveTo>
                  <a:lnTo>
                    <a:pt x="5097" y="2287"/>
                  </a:lnTo>
                  <a:lnTo>
                    <a:pt x="3953" y="2287"/>
                  </a:lnTo>
                  <a:lnTo>
                    <a:pt x="3953" y="1120"/>
                  </a:lnTo>
                  <a:lnTo>
                    <a:pt x="3382" y="1120"/>
                  </a:lnTo>
                  <a:lnTo>
                    <a:pt x="3382" y="2287"/>
                  </a:lnTo>
                  <a:lnTo>
                    <a:pt x="2263" y="2287"/>
                  </a:lnTo>
                  <a:lnTo>
                    <a:pt x="2263" y="1120"/>
                  </a:lnTo>
                  <a:lnTo>
                    <a:pt x="1691" y="1120"/>
                  </a:lnTo>
                  <a:lnTo>
                    <a:pt x="1691" y="2287"/>
                  </a:lnTo>
                  <a:lnTo>
                    <a:pt x="548" y="2287"/>
                  </a:lnTo>
                  <a:lnTo>
                    <a:pt x="548" y="572"/>
                  </a:lnTo>
                  <a:close/>
                  <a:moveTo>
                    <a:pt x="4525" y="2859"/>
                  </a:moveTo>
                  <a:lnTo>
                    <a:pt x="4525" y="3406"/>
                  </a:lnTo>
                  <a:lnTo>
                    <a:pt x="1120" y="3406"/>
                  </a:lnTo>
                  <a:lnTo>
                    <a:pt x="1120" y="2859"/>
                  </a:lnTo>
                  <a:close/>
                  <a:moveTo>
                    <a:pt x="4525" y="3978"/>
                  </a:moveTo>
                  <a:lnTo>
                    <a:pt x="4525" y="7955"/>
                  </a:lnTo>
                  <a:lnTo>
                    <a:pt x="1120" y="7955"/>
                  </a:lnTo>
                  <a:lnTo>
                    <a:pt x="1120" y="3978"/>
                  </a:lnTo>
                  <a:close/>
                  <a:moveTo>
                    <a:pt x="4525" y="8526"/>
                  </a:moveTo>
                  <a:lnTo>
                    <a:pt x="4525" y="9098"/>
                  </a:lnTo>
                  <a:lnTo>
                    <a:pt x="1120" y="9098"/>
                  </a:lnTo>
                  <a:lnTo>
                    <a:pt x="1120" y="8526"/>
                  </a:lnTo>
                  <a:close/>
                  <a:moveTo>
                    <a:pt x="0" y="1"/>
                  </a:moveTo>
                  <a:lnTo>
                    <a:pt x="0" y="2859"/>
                  </a:lnTo>
                  <a:lnTo>
                    <a:pt x="548" y="2859"/>
                  </a:lnTo>
                  <a:lnTo>
                    <a:pt x="548" y="9669"/>
                  </a:lnTo>
                  <a:lnTo>
                    <a:pt x="5097" y="9669"/>
                  </a:lnTo>
                  <a:lnTo>
                    <a:pt x="5097" y="2859"/>
                  </a:lnTo>
                  <a:lnTo>
                    <a:pt x="5644" y="2859"/>
                  </a:lnTo>
                  <a:lnTo>
                    <a:pt x="564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 name="Google Shape;1797;p119"/>
            <p:cNvSpPr/>
            <p:nvPr/>
          </p:nvSpPr>
          <p:spPr>
            <a:xfrm>
              <a:off x="4490200" y="3276325"/>
              <a:ext cx="56575" cy="71475"/>
            </a:xfrm>
            <a:custGeom>
              <a:rect b="b" l="l" r="r" t="t"/>
              <a:pathLst>
                <a:path extrusionOk="0" h="2859" w="2263">
                  <a:moveTo>
                    <a:pt x="1691" y="572"/>
                  </a:moveTo>
                  <a:lnTo>
                    <a:pt x="1691" y="2287"/>
                  </a:lnTo>
                  <a:lnTo>
                    <a:pt x="572" y="2287"/>
                  </a:lnTo>
                  <a:lnTo>
                    <a:pt x="572" y="572"/>
                  </a:lnTo>
                  <a:close/>
                  <a:moveTo>
                    <a:pt x="0" y="0"/>
                  </a:moveTo>
                  <a:lnTo>
                    <a:pt x="0" y="2858"/>
                  </a:lnTo>
                  <a:lnTo>
                    <a:pt x="2262" y="2858"/>
                  </a:lnTo>
                  <a:lnTo>
                    <a:pt x="226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8" name="Google Shape;1798;p119"/>
            <p:cNvSpPr/>
            <p:nvPr/>
          </p:nvSpPr>
          <p:spPr>
            <a:xfrm>
              <a:off x="4928975" y="3159625"/>
              <a:ext cx="234000" cy="246500"/>
            </a:xfrm>
            <a:custGeom>
              <a:rect b="b" l="l" r="r" t="t"/>
              <a:pathLst>
                <a:path extrusionOk="0" h="9860" w="9360">
                  <a:moveTo>
                    <a:pt x="2620" y="882"/>
                  </a:moveTo>
                  <a:cubicBezTo>
                    <a:pt x="2906" y="1239"/>
                    <a:pt x="3215" y="1739"/>
                    <a:pt x="3215" y="2025"/>
                  </a:cubicBezTo>
                  <a:cubicBezTo>
                    <a:pt x="3215" y="2192"/>
                    <a:pt x="3191" y="2263"/>
                    <a:pt x="3168" y="2287"/>
                  </a:cubicBezTo>
                  <a:cubicBezTo>
                    <a:pt x="3120" y="2311"/>
                    <a:pt x="3025" y="2335"/>
                    <a:pt x="2906" y="2335"/>
                  </a:cubicBezTo>
                  <a:lnTo>
                    <a:pt x="2334" y="2335"/>
                  </a:lnTo>
                  <a:cubicBezTo>
                    <a:pt x="2239" y="2335"/>
                    <a:pt x="2120" y="2311"/>
                    <a:pt x="2096" y="2287"/>
                  </a:cubicBezTo>
                  <a:cubicBezTo>
                    <a:pt x="2072" y="2263"/>
                    <a:pt x="2048" y="2192"/>
                    <a:pt x="2048" y="2025"/>
                  </a:cubicBezTo>
                  <a:cubicBezTo>
                    <a:pt x="2048" y="1739"/>
                    <a:pt x="2358" y="1239"/>
                    <a:pt x="2620" y="882"/>
                  </a:cubicBezTo>
                  <a:close/>
                  <a:moveTo>
                    <a:pt x="4454" y="3668"/>
                  </a:moveTo>
                  <a:cubicBezTo>
                    <a:pt x="4430" y="3740"/>
                    <a:pt x="4430" y="3787"/>
                    <a:pt x="4430" y="3859"/>
                  </a:cubicBezTo>
                  <a:cubicBezTo>
                    <a:pt x="4311" y="3930"/>
                    <a:pt x="4215" y="4002"/>
                    <a:pt x="4120" y="4097"/>
                  </a:cubicBezTo>
                  <a:cubicBezTo>
                    <a:pt x="3906" y="4311"/>
                    <a:pt x="3763" y="4549"/>
                    <a:pt x="3668" y="4811"/>
                  </a:cubicBezTo>
                  <a:cubicBezTo>
                    <a:pt x="3573" y="4764"/>
                    <a:pt x="3501" y="4716"/>
                    <a:pt x="3453" y="4668"/>
                  </a:cubicBezTo>
                  <a:cubicBezTo>
                    <a:pt x="3263" y="4430"/>
                    <a:pt x="3144" y="4168"/>
                    <a:pt x="3239" y="4073"/>
                  </a:cubicBezTo>
                  <a:cubicBezTo>
                    <a:pt x="3406" y="3906"/>
                    <a:pt x="3882" y="3763"/>
                    <a:pt x="4454" y="3668"/>
                  </a:cubicBezTo>
                  <a:close/>
                  <a:moveTo>
                    <a:pt x="929" y="3668"/>
                  </a:moveTo>
                  <a:lnTo>
                    <a:pt x="929" y="3668"/>
                  </a:lnTo>
                  <a:cubicBezTo>
                    <a:pt x="1453" y="3763"/>
                    <a:pt x="1834" y="3906"/>
                    <a:pt x="2001" y="4073"/>
                  </a:cubicBezTo>
                  <a:cubicBezTo>
                    <a:pt x="2120" y="4168"/>
                    <a:pt x="1929" y="4502"/>
                    <a:pt x="1786" y="4692"/>
                  </a:cubicBezTo>
                  <a:cubicBezTo>
                    <a:pt x="1692" y="4768"/>
                    <a:pt x="1478" y="4918"/>
                    <a:pt x="1334" y="4918"/>
                  </a:cubicBezTo>
                  <a:cubicBezTo>
                    <a:pt x="1296" y="4918"/>
                    <a:pt x="1263" y="4907"/>
                    <a:pt x="1239" y="4883"/>
                  </a:cubicBezTo>
                  <a:cubicBezTo>
                    <a:pt x="1072" y="4716"/>
                    <a:pt x="977" y="4144"/>
                    <a:pt x="929" y="3668"/>
                  </a:cubicBezTo>
                  <a:close/>
                  <a:moveTo>
                    <a:pt x="2906" y="4978"/>
                  </a:moveTo>
                  <a:lnTo>
                    <a:pt x="3049" y="5073"/>
                  </a:lnTo>
                  <a:cubicBezTo>
                    <a:pt x="3049" y="5097"/>
                    <a:pt x="3263" y="5264"/>
                    <a:pt x="3525" y="5383"/>
                  </a:cubicBezTo>
                  <a:cubicBezTo>
                    <a:pt x="3525" y="5430"/>
                    <a:pt x="3525" y="5478"/>
                    <a:pt x="3525" y="5550"/>
                  </a:cubicBezTo>
                  <a:cubicBezTo>
                    <a:pt x="3525" y="5645"/>
                    <a:pt x="3525" y="5764"/>
                    <a:pt x="3549" y="5859"/>
                  </a:cubicBezTo>
                  <a:cubicBezTo>
                    <a:pt x="3311" y="5931"/>
                    <a:pt x="3096" y="6026"/>
                    <a:pt x="2906" y="6121"/>
                  </a:cubicBezTo>
                  <a:lnTo>
                    <a:pt x="2906" y="4978"/>
                  </a:lnTo>
                  <a:close/>
                  <a:moveTo>
                    <a:pt x="4954" y="4216"/>
                  </a:moveTo>
                  <a:lnTo>
                    <a:pt x="4954" y="4216"/>
                  </a:lnTo>
                  <a:cubicBezTo>
                    <a:pt x="5525" y="5002"/>
                    <a:pt x="5525" y="6073"/>
                    <a:pt x="4906" y="6836"/>
                  </a:cubicBezTo>
                  <a:cubicBezTo>
                    <a:pt x="4763" y="6764"/>
                    <a:pt x="4644" y="6669"/>
                    <a:pt x="4525" y="6550"/>
                  </a:cubicBezTo>
                  <a:cubicBezTo>
                    <a:pt x="4263" y="6288"/>
                    <a:pt x="4096" y="5931"/>
                    <a:pt x="4096" y="5526"/>
                  </a:cubicBezTo>
                  <a:cubicBezTo>
                    <a:pt x="4096" y="5145"/>
                    <a:pt x="4263" y="4787"/>
                    <a:pt x="4525" y="4526"/>
                  </a:cubicBezTo>
                  <a:cubicBezTo>
                    <a:pt x="4644" y="4383"/>
                    <a:pt x="4787" y="4287"/>
                    <a:pt x="4954" y="4216"/>
                  </a:cubicBezTo>
                  <a:close/>
                  <a:moveTo>
                    <a:pt x="5549" y="4097"/>
                  </a:moveTo>
                  <a:cubicBezTo>
                    <a:pt x="5930" y="4097"/>
                    <a:pt x="6311" y="4240"/>
                    <a:pt x="6573" y="4526"/>
                  </a:cubicBezTo>
                  <a:cubicBezTo>
                    <a:pt x="7145" y="5073"/>
                    <a:pt x="7145" y="6002"/>
                    <a:pt x="6573" y="6550"/>
                  </a:cubicBezTo>
                  <a:cubicBezTo>
                    <a:pt x="6305" y="6817"/>
                    <a:pt x="5975" y="6981"/>
                    <a:pt x="5602" y="6981"/>
                  </a:cubicBezTo>
                  <a:cubicBezTo>
                    <a:pt x="5576" y="6981"/>
                    <a:pt x="5551" y="6980"/>
                    <a:pt x="5525" y="6978"/>
                  </a:cubicBezTo>
                  <a:cubicBezTo>
                    <a:pt x="5787" y="6550"/>
                    <a:pt x="5954" y="6050"/>
                    <a:pt x="5954" y="5550"/>
                  </a:cubicBezTo>
                  <a:cubicBezTo>
                    <a:pt x="5954" y="5026"/>
                    <a:pt x="5811" y="4526"/>
                    <a:pt x="5549" y="4097"/>
                  </a:cubicBezTo>
                  <a:close/>
                  <a:moveTo>
                    <a:pt x="596" y="6240"/>
                  </a:moveTo>
                  <a:lnTo>
                    <a:pt x="596" y="6240"/>
                  </a:lnTo>
                  <a:cubicBezTo>
                    <a:pt x="1096" y="6288"/>
                    <a:pt x="1905" y="6431"/>
                    <a:pt x="2215" y="6740"/>
                  </a:cubicBezTo>
                  <a:cubicBezTo>
                    <a:pt x="2548" y="7097"/>
                    <a:pt x="2072" y="7693"/>
                    <a:pt x="2001" y="7788"/>
                  </a:cubicBezTo>
                  <a:cubicBezTo>
                    <a:pt x="1948" y="7824"/>
                    <a:pt x="1631" y="8096"/>
                    <a:pt x="1335" y="8096"/>
                  </a:cubicBezTo>
                  <a:cubicBezTo>
                    <a:pt x="1233" y="8096"/>
                    <a:pt x="1134" y="8064"/>
                    <a:pt x="1048" y="7979"/>
                  </a:cubicBezTo>
                  <a:cubicBezTo>
                    <a:pt x="739" y="7693"/>
                    <a:pt x="620" y="6859"/>
                    <a:pt x="596" y="6240"/>
                  </a:cubicBezTo>
                  <a:close/>
                  <a:moveTo>
                    <a:pt x="3715" y="6431"/>
                  </a:moveTo>
                  <a:cubicBezTo>
                    <a:pt x="3834" y="6621"/>
                    <a:pt x="3954" y="6812"/>
                    <a:pt x="4120" y="6978"/>
                  </a:cubicBezTo>
                  <a:cubicBezTo>
                    <a:pt x="4263" y="7121"/>
                    <a:pt x="4406" y="7240"/>
                    <a:pt x="4597" y="7312"/>
                  </a:cubicBezTo>
                  <a:cubicBezTo>
                    <a:pt x="4477" y="7693"/>
                    <a:pt x="4358" y="7883"/>
                    <a:pt x="4263" y="7979"/>
                  </a:cubicBezTo>
                  <a:cubicBezTo>
                    <a:pt x="4176" y="8066"/>
                    <a:pt x="4070" y="8099"/>
                    <a:pt x="3961" y="8099"/>
                  </a:cubicBezTo>
                  <a:cubicBezTo>
                    <a:pt x="3652" y="8099"/>
                    <a:pt x="3309" y="7835"/>
                    <a:pt x="3239" y="7764"/>
                  </a:cubicBezTo>
                  <a:cubicBezTo>
                    <a:pt x="3168" y="7669"/>
                    <a:pt x="2715" y="7074"/>
                    <a:pt x="3049" y="6740"/>
                  </a:cubicBezTo>
                  <a:cubicBezTo>
                    <a:pt x="3120" y="6669"/>
                    <a:pt x="3334" y="6526"/>
                    <a:pt x="3715" y="6431"/>
                  </a:cubicBezTo>
                  <a:close/>
                  <a:moveTo>
                    <a:pt x="8002" y="7574"/>
                  </a:moveTo>
                  <a:lnTo>
                    <a:pt x="8621" y="8193"/>
                  </a:lnTo>
                  <a:cubicBezTo>
                    <a:pt x="8740" y="8312"/>
                    <a:pt x="8740" y="8503"/>
                    <a:pt x="8621" y="8598"/>
                  </a:cubicBezTo>
                  <a:cubicBezTo>
                    <a:pt x="8562" y="8657"/>
                    <a:pt x="8484" y="8687"/>
                    <a:pt x="8410" y="8687"/>
                  </a:cubicBezTo>
                  <a:cubicBezTo>
                    <a:pt x="8335" y="8687"/>
                    <a:pt x="8264" y="8657"/>
                    <a:pt x="8216" y="8598"/>
                  </a:cubicBezTo>
                  <a:lnTo>
                    <a:pt x="7597" y="8002"/>
                  </a:lnTo>
                  <a:lnTo>
                    <a:pt x="8002" y="7574"/>
                  </a:lnTo>
                  <a:close/>
                  <a:moveTo>
                    <a:pt x="2620" y="1"/>
                  </a:moveTo>
                  <a:lnTo>
                    <a:pt x="2406" y="239"/>
                  </a:lnTo>
                  <a:cubicBezTo>
                    <a:pt x="2310" y="334"/>
                    <a:pt x="1477" y="1311"/>
                    <a:pt x="1477" y="2025"/>
                  </a:cubicBezTo>
                  <a:cubicBezTo>
                    <a:pt x="1477" y="2335"/>
                    <a:pt x="1548" y="2549"/>
                    <a:pt x="1691" y="2692"/>
                  </a:cubicBezTo>
                  <a:cubicBezTo>
                    <a:pt x="1858" y="2859"/>
                    <a:pt x="2096" y="2906"/>
                    <a:pt x="2334" y="2906"/>
                  </a:cubicBezTo>
                  <a:lnTo>
                    <a:pt x="2334" y="3573"/>
                  </a:lnTo>
                  <a:cubicBezTo>
                    <a:pt x="1882" y="3216"/>
                    <a:pt x="1001" y="3097"/>
                    <a:pt x="643" y="3049"/>
                  </a:cubicBezTo>
                  <a:lnTo>
                    <a:pt x="286" y="3025"/>
                  </a:lnTo>
                  <a:lnTo>
                    <a:pt x="286" y="3025"/>
                  </a:lnTo>
                  <a:lnTo>
                    <a:pt x="334" y="3382"/>
                  </a:lnTo>
                  <a:cubicBezTo>
                    <a:pt x="405" y="4216"/>
                    <a:pt x="500" y="4954"/>
                    <a:pt x="834" y="5288"/>
                  </a:cubicBezTo>
                  <a:cubicBezTo>
                    <a:pt x="977" y="5430"/>
                    <a:pt x="1143" y="5502"/>
                    <a:pt x="1334" y="5502"/>
                  </a:cubicBezTo>
                  <a:cubicBezTo>
                    <a:pt x="1667" y="5502"/>
                    <a:pt x="1953" y="5311"/>
                    <a:pt x="2191" y="5097"/>
                  </a:cubicBezTo>
                  <a:cubicBezTo>
                    <a:pt x="2239" y="5049"/>
                    <a:pt x="2287" y="4978"/>
                    <a:pt x="2334" y="4930"/>
                  </a:cubicBezTo>
                  <a:lnTo>
                    <a:pt x="2334" y="6121"/>
                  </a:lnTo>
                  <a:cubicBezTo>
                    <a:pt x="2048" y="5954"/>
                    <a:pt x="1667" y="5835"/>
                    <a:pt x="1215" y="5740"/>
                  </a:cubicBezTo>
                  <a:cubicBezTo>
                    <a:pt x="739" y="5669"/>
                    <a:pt x="334" y="5645"/>
                    <a:pt x="310" y="5645"/>
                  </a:cubicBezTo>
                  <a:lnTo>
                    <a:pt x="24" y="5645"/>
                  </a:lnTo>
                  <a:lnTo>
                    <a:pt x="24" y="5931"/>
                  </a:lnTo>
                  <a:cubicBezTo>
                    <a:pt x="24" y="6121"/>
                    <a:pt x="0" y="7764"/>
                    <a:pt x="643" y="8383"/>
                  </a:cubicBezTo>
                  <a:cubicBezTo>
                    <a:pt x="841" y="8581"/>
                    <a:pt x="1072" y="8670"/>
                    <a:pt x="1321" y="8670"/>
                  </a:cubicBezTo>
                  <a:cubicBezTo>
                    <a:pt x="1493" y="8670"/>
                    <a:pt x="1673" y="8628"/>
                    <a:pt x="1858" y="8550"/>
                  </a:cubicBezTo>
                  <a:cubicBezTo>
                    <a:pt x="2072" y="8455"/>
                    <a:pt x="2239" y="8336"/>
                    <a:pt x="2334" y="8264"/>
                  </a:cubicBezTo>
                  <a:lnTo>
                    <a:pt x="2334" y="9860"/>
                  </a:lnTo>
                  <a:lnTo>
                    <a:pt x="2906" y="9860"/>
                  </a:lnTo>
                  <a:lnTo>
                    <a:pt x="2906" y="8241"/>
                  </a:lnTo>
                  <a:cubicBezTo>
                    <a:pt x="3025" y="8336"/>
                    <a:pt x="3191" y="8455"/>
                    <a:pt x="3430" y="8550"/>
                  </a:cubicBezTo>
                  <a:cubicBezTo>
                    <a:pt x="3614" y="8628"/>
                    <a:pt x="3798" y="8670"/>
                    <a:pt x="3975" y="8670"/>
                  </a:cubicBezTo>
                  <a:cubicBezTo>
                    <a:pt x="4231" y="8670"/>
                    <a:pt x="4470" y="8581"/>
                    <a:pt x="4668" y="8383"/>
                  </a:cubicBezTo>
                  <a:cubicBezTo>
                    <a:pt x="4858" y="8193"/>
                    <a:pt x="5025" y="7907"/>
                    <a:pt x="5144" y="7526"/>
                  </a:cubicBezTo>
                  <a:cubicBezTo>
                    <a:pt x="5281" y="7556"/>
                    <a:pt x="5421" y="7571"/>
                    <a:pt x="5561" y="7571"/>
                  </a:cubicBezTo>
                  <a:cubicBezTo>
                    <a:pt x="5982" y="7571"/>
                    <a:pt x="6406" y="7437"/>
                    <a:pt x="6764" y="7169"/>
                  </a:cubicBezTo>
                  <a:lnTo>
                    <a:pt x="7192" y="7574"/>
                  </a:lnTo>
                  <a:lnTo>
                    <a:pt x="6787" y="8002"/>
                  </a:lnTo>
                  <a:lnTo>
                    <a:pt x="7811" y="9026"/>
                  </a:lnTo>
                  <a:cubicBezTo>
                    <a:pt x="7978" y="9193"/>
                    <a:pt x="8198" y="9276"/>
                    <a:pt x="8419" y="9276"/>
                  </a:cubicBezTo>
                  <a:cubicBezTo>
                    <a:pt x="8639" y="9276"/>
                    <a:pt x="8859" y="9193"/>
                    <a:pt x="9026" y="9026"/>
                  </a:cubicBezTo>
                  <a:cubicBezTo>
                    <a:pt x="9359" y="8669"/>
                    <a:pt x="9359" y="8121"/>
                    <a:pt x="9026" y="7788"/>
                  </a:cubicBezTo>
                  <a:lnTo>
                    <a:pt x="8002" y="6764"/>
                  </a:lnTo>
                  <a:lnTo>
                    <a:pt x="7597" y="7169"/>
                  </a:lnTo>
                  <a:lnTo>
                    <a:pt x="7168" y="6740"/>
                  </a:lnTo>
                  <a:cubicBezTo>
                    <a:pt x="7764" y="5954"/>
                    <a:pt x="7692" y="4835"/>
                    <a:pt x="6978" y="4097"/>
                  </a:cubicBezTo>
                  <a:cubicBezTo>
                    <a:pt x="6597" y="3716"/>
                    <a:pt x="6097" y="3502"/>
                    <a:pt x="5549" y="3502"/>
                  </a:cubicBezTo>
                  <a:cubicBezTo>
                    <a:pt x="5382" y="3502"/>
                    <a:pt x="5216" y="3525"/>
                    <a:pt x="5049" y="3573"/>
                  </a:cubicBezTo>
                  <a:cubicBezTo>
                    <a:pt x="5049" y="3502"/>
                    <a:pt x="5049" y="3430"/>
                    <a:pt x="5073" y="3382"/>
                  </a:cubicBezTo>
                  <a:lnTo>
                    <a:pt x="5097" y="3025"/>
                  </a:lnTo>
                  <a:lnTo>
                    <a:pt x="5097" y="3025"/>
                  </a:lnTo>
                  <a:lnTo>
                    <a:pt x="4739" y="3049"/>
                  </a:lnTo>
                  <a:cubicBezTo>
                    <a:pt x="4335" y="3097"/>
                    <a:pt x="3382" y="3216"/>
                    <a:pt x="2906" y="3573"/>
                  </a:cubicBezTo>
                  <a:lnTo>
                    <a:pt x="2906" y="2906"/>
                  </a:lnTo>
                  <a:cubicBezTo>
                    <a:pt x="3144" y="2906"/>
                    <a:pt x="3382" y="2859"/>
                    <a:pt x="3573" y="2692"/>
                  </a:cubicBezTo>
                  <a:cubicBezTo>
                    <a:pt x="3715" y="2549"/>
                    <a:pt x="3787" y="2335"/>
                    <a:pt x="3787" y="2025"/>
                  </a:cubicBezTo>
                  <a:cubicBezTo>
                    <a:pt x="3787" y="1311"/>
                    <a:pt x="2930" y="334"/>
                    <a:pt x="2834" y="239"/>
                  </a:cubicBezTo>
                  <a:lnTo>
                    <a:pt x="262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9" name="Google Shape;1799;p119"/>
            <p:cNvSpPr/>
            <p:nvPr/>
          </p:nvSpPr>
          <p:spPr>
            <a:xfrm>
              <a:off x="5582675" y="3170950"/>
              <a:ext cx="30975" cy="72050"/>
            </a:xfrm>
            <a:custGeom>
              <a:rect b="b" l="l" r="r" t="t"/>
              <a:pathLst>
                <a:path extrusionOk="0" h="2882" w="1239">
                  <a:moveTo>
                    <a:pt x="787" y="0"/>
                  </a:moveTo>
                  <a:lnTo>
                    <a:pt x="453" y="500"/>
                  </a:lnTo>
                  <a:cubicBezTo>
                    <a:pt x="572" y="572"/>
                    <a:pt x="620" y="691"/>
                    <a:pt x="620" y="834"/>
                  </a:cubicBezTo>
                  <a:cubicBezTo>
                    <a:pt x="620" y="977"/>
                    <a:pt x="572" y="1120"/>
                    <a:pt x="453" y="1191"/>
                  </a:cubicBezTo>
                  <a:cubicBezTo>
                    <a:pt x="167" y="1381"/>
                    <a:pt x="1" y="1691"/>
                    <a:pt x="1" y="2048"/>
                  </a:cubicBezTo>
                  <a:cubicBezTo>
                    <a:pt x="1" y="2382"/>
                    <a:pt x="167" y="2691"/>
                    <a:pt x="453" y="2882"/>
                  </a:cubicBezTo>
                  <a:lnTo>
                    <a:pt x="787" y="2382"/>
                  </a:lnTo>
                  <a:cubicBezTo>
                    <a:pt x="667" y="2310"/>
                    <a:pt x="596" y="2191"/>
                    <a:pt x="596" y="2048"/>
                  </a:cubicBezTo>
                  <a:cubicBezTo>
                    <a:pt x="596" y="1905"/>
                    <a:pt x="667" y="1763"/>
                    <a:pt x="787" y="1691"/>
                  </a:cubicBezTo>
                  <a:cubicBezTo>
                    <a:pt x="1048" y="1501"/>
                    <a:pt x="1239" y="1191"/>
                    <a:pt x="1239" y="834"/>
                  </a:cubicBezTo>
                  <a:cubicBezTo>
                    <a:pt x="1239" y="500"/>
                    <a:pt x="1048" y="191"/>
                    <a:pt x="78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 name="Google Shape;1800;p119"/>
            <p:cNvSpPr/>
            <p:nvPr/>
          </p:nvSpPr>
          <p:spPr>
            <a:xfrm>
              <a:off x="5619600" y="3170950"/>
              <a:ext cx="31575" cy="72050"/>
            </a:xfrm>
            <a:custGeom>
              <a:rect b="b" l="l" r="r" t="t"/>
              <a:pathLst>
                <a:path extrusionOk="0" h="2882" w="1263">
                  <a:moveTo>
                    <a:pt x="786" y="0"/>
                  </a:moveTo>
                  <a:lnTo>
                    <a:pt x="453" y="500"/>
                  </a:lnTo>
                  <a:cubicBezTo>
                    <a:pt x="572" y="572"/>
                    <a:pt x="643" y="691"/>
                    <a:pt x="643" y="834"/>
                  </a:cubicBezTo>
                  <a:cubicBezTo>
                    <a:pt x="643" y="977"/>
                    <a:pt x="572" y="1120"/>
                    <a:pt x="453" y="1191"/>
                  </a:cubicBezTo>
                  <a:cubicBezTo>
                    <a:pt x="191" y="1381"/>
                    <a:pt x="0" y="1691"/>
                    <a:pt x="0" y="2048"/>
                  </a:cubicBezTo>
                  <a:cubicBezTo>
                    <a:pt x="0" y="2382"/>
                    <a:pt x="191" y="2691"/>
                    <a:pt x="453" y="2882"/>
                  </a:cubicBezTo>
                  <a:lnTo>
                    <a:pt x="786" y="2382"/>
                  </a:lnTo>
                  <a:cubicBezTo>
                    <a:pt x="667" y="2310"/>
                    <a:pt x="619" y="2191"/>
                    <a:pt x="619" y="2048"/>
                  </a:cubicBezTo>
                  <a:cubicBezTo>
                    <a:pt x="619" y="1905"/>
                    <a:pt x="667" y="1763"/>
                    <a:pt x="786" y="1691"/>
                  </a:cubicBezTo>
                  <a:cubicBezTo>
                    <a:pt x="1072" y="1501"/>
                    <a:pt x="1262" y="1191"/>
                    <a:pt x="1262" y="834"/>
                  </a:cubicBezTo>
                  <a:cubicBezTo>
                    <a:pt x="1262" y="500"/>
                    <a:pt x="1072" y="191"/>
                    <a:pt x="78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 name="Google Shape;1801;p119"/>
            <p:cNvSpPr/>
            <p:nvPr/>
          </p:nvSpPr>
          <p:spPr>
            <a:xfrm>
              <a:off x="5657100" y="3170950"/>
              <a:ext cx="30975" cy="72050"/>
            </a:xfrm>
            <a:custGeom>
              <a:rect b="b" l="l" r="r" t="t"/>
              <a:pathLst>
                <a:path extrusionOk="0" h="2882" w="1239">
                  <a:moveTo>
                    <a:pt x="786" y="0"/>
                  </a:moveTo>
                  <a:lnTo>
                    <a:pt x="453" y="500"/>
                  </a:lnTo>
                  <a:cubicBezTo>
                    <a:pt x="572" y="572"/>
                    <a:pt x="643" y="691"/>
                    <a:pt x="643" y="834"/>
                  </a:cubicBezTo>
                  <a:cubicBezTo>
                    <a:pt x="643" y="977"/>
                    <a:pt x="572" y="1120"/>
                    <a:pt x="453" y="1191"/>
                  </a:cubicBezTo>
                  <a:cubicBezTo>
                    <a:pt x="167" y="1381"/>
                    <a:pt x="0" y="1691"/>
                    <a:pt x="0" y="2048"/>
                  </a:cubicBezTo>
                  <a:cubicBezTo>
                    <a:pt x="0" y="2382"/>
                    <a:pt x="167" y="2691"/>
                    <a:pt x="453" y="2882"/>
                  </a:cubicBezTo>
                  <a:lnTo>
                    <a:pt x="786" y="2382"/>
                  </a:lnTo>
                  <a:cubicBezTo>
                    <a:pt x="667" y="2310"/>
                    <a:pt x="596" y="2191"/>
                    <a:pt x="596" y="2048"/>
                  </a:cubicBezTo>
                  <a:cubicBezTo>
                    <a:pt x="596" y="1905"/>
                    <a:pt x="667" y="1763"/>
                    <a:pt x="786" y="1691"/>
                  </a:cubicBezTo>
                  <a:cubicBezTo>
                    <a:pt x="1072" y="1501"/>
                    <a:pt x="1239" y="1191"/>
                    <a:pt x="1239" y="834"/>
                  </a:cubicBezTo>
                  <a:cubicBezTo>
                    <a:pt x="1239" y="500"/>
                    <a:pt x="1072" y="191"/>
                    <a:pt x="78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2" name="Google Shape;1802;p119"/>
            <p:cNvSpPr/>
            <p:nvPr/>
          </p:nvSpPr>
          <p:spPr>
            <a:xfrm>
              <a:off x="5461825" y="3260850"/>
              <a:ext cx="255425" cy="134575"/>
            </a:xfrm>
            <a:custGeom>
              <a:rect b="b" l="l" r="r" t="t"/>
              <a:pathLst>
                <a:path extrusionOk="0" h="5383" w="10217">
                  <a:moveTo>
                    <a:pt x="5430" y="596"/>
                  </a:moveTo>
                  <a:cubicBezTo>
                    <a:pt x="5787" y="596"/>
                    <a:pt x="6025" y="786"/>
                    <a:pt x="6025" y="905"/>
                  </a:cubicBezTo>
                  <a:cubicBezTo>
                    <a:pt x="6025" y="1024"/>
                    <a:pt x="5787" y="1191"/>
                    <a:pt x="5430" y="1191"/>
                  </a:cubicBezTo>
                  <a:cubicBezTo>
                    <a:pt x="5073" y="1191"/>
                    <a:pt x="4835" y="1024"/>
                    <a:pt x="4835" y="905"/>
                  </a:cubicBezTo>
                  <a:cubicBezTo>
                    <a:pt x="4835" y="786"/>
                    <a:pt x="5073" y="596"/>
                    <a:pt x="5430" y="596"/>
                  </a:cubicBezTo>
                  <a:close/>
                  <a:moveTo>
                    <a:pt x="7216" y="596"/>
                  </a:moveTo>
                  <a:cubicBezTo>
                    <a:pt x="7597" y="596"/>
                    <a:pt x="7835" y="786"/>
                    <a:pt x="7835" y="905"/>
                  </a:cubicBezTo>
                  <a:cubicBezTo>
                    <a:pt x="7835" y="1024"/>
                    <a:pt x="7597" y="1191"/>
                    <a:pt x="7216" y="1191"/>
                  </a:cubicBezTo>
                  <a:cubicBezTo>
                    <a:pt x="6859" y="1191"/>
                    <a:pt x="6621" y="1024"/>
                    <a:pt x="6621" y="905"/>
                  </a:cubicBezTo>
                  <a:cubicBezTo>
                    <a:pt x="6621" y="786"/>
                    <a:pt x="6859" y="596"/>
                    <a:pt x="7216" y="596"/>
                  </a:cubicBezTo>
                  <a:close/>
                  <a:moveTo>
                    <a:pt x="9026" y="596"/>
                  </a:moveTo>
                  <a:cubicBezTo>
                    <a:pt x="9383" y="596"/>
                    <a:pt x="9621" y="786"/>
                    <a:pt x="9621" y="905"/>
                  </a:cubicBezTo>
                  <a:cubicBezTo>
                    <a:pt x="9621" y="1024"/>
                    <a:pt x="9383" y="1191"/>
                    <a:pt x="9026" y="1191"/>
                  </a:cubicBezTo>
                  <a:cubicBezTo>
                    <a:pt x="8669" y="1191"/>
                    <a:pt x="8431" y="1024"/>
                    <a:pt x="8431" y="905"/>
                  </a:cubicBezTo>
                  <a:cubicBezTo>
                    <a:pt x="8431" y="786"/>
                    <a:pt x="8669" y="596"/>
                    <a:pt x="9026" y="596"/>
                  </a:cubicBezTo>
                  <a:close/>
                  <a:moveTo>
                    <a:pt x="1501" y="1191"/>
                  </a:moveTo>
                  <a:cubicBezTo>
                    <a:pt x="2001" y="1191"/>
                    <a:pt x="2406" y="1620"/>
                    <a:pt x="2406" y="2096"/>
                  </a:cubicBezTo>
                  <a:cubicBezTo>
                    <a:pt x="2406" y="2596"/>
                    <a:pt x="2001" y="3001"/>
                    <a:pt x="1501" y="3001"/>
                  </a:cubicBezTo>
                  <a:cubicBezTo>
                    <a:pt x="1001" y="3001"/>
                    <a:pt x="596" y="2596"/>
                    <a:pt x="596" y="2096"/>
                  </a:cubicBezTo>
                  <a:cubicBezTo>
                    <a:pt x="596" y="1596"/>
                    <a:pt x="1001" y="1191"/>
                    <a:pt x="1501" y="1191"/>
                  </a:cubicBezTo>
                  <a:close/>
                  <a:moveTo>
                    <a:pt x="4311" y="1215"/>
                  </a:moveTo>
                  <a:cubicBezTo>
                    <a:pt x="4477" y="1572"/>
                    <a:pt x="4906" y="1786"/>
                    <a:pt x="5430" y="1786"/>
                  </a:cubicBezTo>
                  <a:cubicBezTo>
                    <a:pt x="5787" y="1786"/>
                    <a:pt x="6121" y="1691"/>
                    <a:pt x="6335" y="1501"/>
                  </a:cubicBezTo>
                  <a:cubicBezTo>
                    <a:pt x="6549" y="1691"/>
                    <a:pt x="6859" y="1786"/>
                    <a:pt x="7216" y="1786"/>
                  </a:cubicBezTo>
                  <a:cubicBezTo>
                    <a:pt x="7597" y="1786"/>
                    <a:pt x="7907" y="1691"/>
                    <a:pt x="8121" y="1501"/>
                  </a:cubicBezTo>
                  <a:cubicBezTo>
                    <a:pt x="8335" y="1691"/>
                    <a:pt x="8669" y="1786"/>
                    <a:pt x="9026" y="1786"/>
                  </a:cubicBezTo>
                  <a:cubicBezTo>
                    <a:pt x="9240" y="1786"/>
                    <a:pt x="9455" y="1762"/>
                    <a:pt x="9621" y="1691"/>
                  </a:cubicBezTo>
                  <a:lnTo>
                    <a:pt x="9621" y="3001"/>
                  </a:lnTo>
                  <a:lnTo>
                    <a:pt x="4525" y="3001"/>
                  </a:lnTo>
                  <a:cubicBezTo>
                    <a:pt x="4025" y="3001"/>
                    <a:pt x="3620" y="2596"/>
                    <a:pt x="3620" y="2096"/>
                  </a:cubicBezTo>
                  <a:cubicBezTo>
                    <a:pt x="3620" y="1691"/>
                    <a:pt x="3906" y="1334"/>
                    <a:pt x="4311" y="1215"/>
                  </a:cubicBezTo>
                  <a:close/>
                  <a:moveTo>
                    <a:pt x="9621" y="3596"/>
                  </a:moveTo>
                  <a:lnTo>
                    <a:pt x="9621" y="4787"/>
                  </a:lnTo>
                  <a:lnTo>
                    <a:pt x="596" y="4787"/>
                  </a:lnTo>
                  <a:lnTo>
                    <a:pt x="596" y="3596"/>
                  </a:lnTo>
                  <a:close/>
                  <a:moveTo>
                    <a:pt x="5430" y="0"/>
                  </a:moveTo>
                  <a:cubicBezTo>
                    <a:pt x="4882" y="0"/>
                    <a:pt x="4430" y="262"/>
                    <a:pt x="4287" y="619"/>
                  </a:cubicBezTo>
                  <a:cubicBezTo>
                    <a:pt x="3572" y="738"/>
                    <a:pt x="3001" y="1334"/>
                    <a:pt x="3001" y="2096"/>
                  </a:cubicBezTo>
                  <a:cubicBezTo>
                    <a:pt x="3001" y="2429"/>
                    <a:pt x="3120" y="2739"/>
                    <a:pt x="3311" y="3001"/>
                  </a:cubicBezTo>
                  <a:lnTo>
                    <a:pt x="2715" y="3001"/>
                  </a:lnTo>
                  <a:cubicBezTo>
                    <a:pt x="2906" y="2739"/>
                    <a:pt x="3001" y="2429"/>
                    <a:pt x="3001" y="2096"/>
                  </a:cubicBezTo>
                  <a:cubicBezTo>
                    <a:pt x="3001" y="1262"/>
                    <a:pt x="2310" y="596"/>
                    <a:pt x="1501" y="596"/>
                  </a:cubicBezTo>
                  <a:cubicBezTo>
                    <a:pt x="667" y="596"/>
                    <a:pt x="0" y="1262"/>
                    <a:pt x="0" y="2096"/>
                  </a:cubicBezTo>
                  <a:cubicBezTo>
                    <a:pt x="0" y="2429"/>
                    <a:pt x="119" y="2739"/>
                    <a:pt x="286" y="3001"/>
                  </a:cubicBezTo>
                  <a:lnTo>
                    <a:pt x="0" y="3001"/>
                  </a:lnTo>
                  <a:lnTo>
                    <a:pt x="0" y="5382"/>
                  </a:lnTo>
                  <a:lnTo>
                    <a:pt x="10217" y="5382"/>
                  </a:lnTo>
                  <a:lnTo>
                    <a:pt x="10217" y="905"/>
                  </a:lnTo>
                  <a:cubicBezTo>
                    <a:pt x="10217" y="405"/>
                    <a:pt x="9693" y="0"/>
                    <a:pt x="9026" y="0"/>
                  </a:cubicBezTo>
                  <a:cubicBezTo>
                    <a:pt x="8669" y="0"/>
                    <a:pt x="8335" y="119"/>
                    <a:pt x="8121" y="310"/>
                  </a:cubicBezTo>
                  <a:cubicBezTo>
                    <a:pt x="7907" y="119"/>
                    <a:pt x="7597" y="0"/>
                    <a:pt x="7216" y="0"/>
                  </a:cubicBezTo>
                  <a:cubicBezTo>
                    <a:pt x="6859" y="0"/>
                    <a:pt x="6549" y="119"/>
                    <a:pt x="6335" y="310"/>
                  </a:cubicBezTo>
                  <a:cubicBezTo>
                    <a:pt x="6121" y="119"/>
                    <a:pt x="5787" y="0"/>
                    <a:pt x="543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 name="Google Shape;1803;p119"/>
            <p:cNvSpPr/>
            <p:nvPr/>
          </p:nvSpPr>
          <p:spPr>
            <a:xfrm>
              <a:off x="6044075" y="3159625"/>
              <a:ext cx="217350" cy="247100"/>
            </a:xfrm>
            <a:custGeom>
              <a:rect b="b" l="l" r="r" t="t"/>
              <a:pathLst>
                <a:path extrusionOk="0" h="9884" w="8694">
                  <a:moveTo>
                    <a:pt x="5740" y="2930"/>
                  </a:moveTo>
                  <a:lnTo>
                    <a:pt x="5621" y="4454"/>
                  </a:lnTo>
                  <a:cubicBezTo>
                    <a:pt x="5411" y="4582"/>
                    <a:pt x="5173" y="4648"/>
                    <a:pt x="4934" y="4648"/>
                  </a:cubicBezTo>
                  <a:cubicBezTo>
                    <a:pt x="4685" y="4648"/>
                    <a:pt x="4435" y="4576"/>
                    <a:pt x="4216" y="4430"/>
                  </a:cubicBezTo>
                  <a:cubicBezTo>
                    <a:pt x="3911" y="4227"/>
                    <a:pt x="3559" y="4125"/>
                    <a:pt x="3206" y="4125"/>
                  </a:cubicBezTo>
                  <a:cubicBezTo>
                    <a:pt x="2898" y="4125"/>
                    <a:pt x="2589" y="4203"/>
                    <a:pt x="2311" y="4359"/>
                  </a:cubicBezTo>
                  <a:lnTo>
                    <a:pt x="2311" y="2930"/>
                  </a:lnTo>
                  <a:close/>
                  <a:moveTo>
                    <a:pt x="1739" y="2930"/>
                  </a:moveTo>
                  <a:lnTo>
                    <a:pt x="1739" y="4621"/>
                  </a:lnTo>
                  <a:cubicBezTo>
                    <a:pt x="1645" y="4641"/>
                    <a:pt x="1548" y="4652"/>
                    <a:pt x="1452" y="4652"/>
                  </a:cubicBezTo>
                  <a:cubicBezTo>
                    <a:pt x="1209" y="4652"/>
                    <a:pt x="968" y="4584"/>
                    <a:pt x="763" y="4430"/>
                  </a:cubicBezTo>
                  <a:lnTo>
                    <a:pt x="739" y="4430"/>
                  </a:lnTo>
                  <a:lnTo>
                    <a:pt x="620" y="2930"/>
                  </a:lnTo>
                  <a:close/>
                  <a:moveTo>
                    <a:pt x="4954" y="7002"/>
                  </a:moveTo>
                  <a:lnTo>
                    <a:pt x="4478" y="7717"/>
                  </a:lnTo>
                  <a:cubicBezTo>
                    <a:pt x="4287" y="7526"/>
                    <a:pt x="4145" y="7264"/>
                    <a:pt x="4073" y="7002"/>
                  </a:cubicBezTo>
                  <a:close/>
                  <a:moveTo>
                    <a:pt x="6907" y="7002"/>
                  </a:moveTo>
                  <a:cubicBezTo>
                    <a:pt x="6859" y="7264"/>
                    <a:pt x="6717" y="7526"/>
                    <a:pt x="6526" y="7717"/>
                  </a:cubicBezTo>
                  <a:lnTo>
                    <a:pt x="6050" y="7002"/>
                  </a:lnTo>
                  <a:close/>
                  <a:moveTo>
                    <a:pt x="3204" y="4716"/>
                  </a:moveTo>
                  <a:cubicBezTo>
                    <a:pt x="3448" y="4716"/>
                    <a:pt x="3692" y="4787"/>
                    <a:pt x="3906" y="4930"/>
                  </a:cubicBezTo>
                  <a:cubicBezTo>
                    <a:pt x="4223" y="5126"/>
                    <a:pt x="4578" y="5236"/>
                    <a:pt x="4941" y="5236"/>
                  </a:cubicBezTo>
                  <a:cubicBezTo>
                    <a:pt x="5151" y="5236"/>
                    <a:pt x="5364" y="5200"/>
                    <a:pt x="5573" y="5121"/>
                  </a:cubicBezTo>
                  <a:lnTo>
                    <a:pt x="5573" y="5121"/>
                  </a:lnTo>
                  <a:lnTo>
                    <a:pt x="5478" y="6407"/>
                  </a:lnTo>
                  <a:lnTo>
                    <a:pt x="2311" y="6407"/>
                  </a:lnTo>
                  <a:lnTo>
                    <a:pt x="2311" y="6693"/>
                  </a:lnTo>
                  <a:cubicBezTo>
                    <a:pt x="2311" y="7217"/>
                    <a:pt x="2430" y="7717"/>
                    <a:pt x="2668" y="8145"/>
                  </a:cubicBezTo>
                  <a:lnTo>
                    <a:pt x="1049" y="8145"/>
                  </a:lnTo>
                  <a:lnTo>
                    <a:pt x="787" y="5121"/>
                  </a:lnTo>
                  <a:lnTo>
                    <a:pt x="787" y="5121"/>
                  </a:lnTo>
                  <a:cubicBezTo>
                    <a:pt x="1007" y="5194"/>
                    <a:pt x="1234" y="5232"/>
                    <a:pt x="1460" y="5232"/>
                  </a:cubicBezTo>
                  <a:cubicBezTo>
                    <a:pt x="1821" y="5232"/>
                    <a:pt x="2179" y="5135"/>
                    <a:pt x="2501" y="4930"/>
                  </a:cubicBezTo>
                  <a:cubicBezTo>
                    <a:pt x="2716" y="4787"/>
                    <a:pt x="2960" y="4716"/>
                    <a:pt x="3204" y="4716"/>
                  </a:cubicBezTo>
                  <a:close/>
                  <a:moveTo>
                    <a:pt x="5502" y="7217"/>
                  </a:moveTo>
                  <a:lnTo>
                    <a:pt x="6050" y="8050"/>
                  </a:lnTo>
                  <a:cubicBezTo>
                    <a:pt x="5883" y="8121"/>
                    <a:pt x="5693" y="8145"/>
                    <a:pt x="5502" y="8145"/>
                  </a:cubicBezTo>
                  <a:cubicBezTo>
                    <a:pt x="5311" y="8145"/>
                    <a:pt x="5121" y="8121"/>
                    <a:pt x="4954" y="8050"/>
                  </a:cubicBezTo>
                  <a:lnTo>
                    <a:pt x="5502" y="7217"/>
                  </a:lnTo>
                  <a:close/>
                  <a:moveTo>
                    <a:pt x="3049" y="8741"/>
                  </a:moveTo>
                  <a:cubicBezTo>
                    <a:pt x="3216" y="8955"/>
                    <a:pt x="3430" y="9146"/>
                    <a:pt x="3668" y="9312"/>
                  </a:cubicBezTo>
                  <a:lnTo>
                    <a:pt x="1144" y="9312"/>
                  </a:lnTo>
                  <a:lnTo>
                    <a:pt x="1096" y="8741"/>
                  </a:lnTo>
                  <a:close/>
                  <a:moveTo>
                    <a:pt x="8098" y="7002"/>
                  </a:moveTo>
                  <a:cubicBezTo>
                    <a:pt x="7955" y="8288"/>
                    <a:pt x="6836" y="9312"/>
                    <a:pt x="5502" y="9312"/>
                  </a:cubicBezTo>
                  <a:cubicBezTo>
                    <a:pt x="4168" y="9312"/>
                    <a:pt x="3049" y="8288"/>
                    <a:pt x="2906" y="7002"/>
                  </a:cubicBezTo>
                  <a:lnTo>
                    <a:pt x="3502" y="7002"/>
                  </a:lnTo>
                  <a:cubicBezTo>
                    <a:pt x="3644" y="7979"/>
                    <a:pt x="4478" y="8741"/>
                    <a:pt x="5502" y="8741"/>
                  </a:cubicBezTo>
                  <a:cubicBezTo>
                    <a:pt x="6526" y="8741"/>
                    <a:pt x="7360" y="7979"/>
                    <a:pt x="7502" y="7002"/>
                  </a:cubicBezTo>
                  <a:close/>
                  <a:moveTo>
                    <a:pt x="1" y="1"/>
                  </a:moveTo>
                  <a:lnTo>
                    <a:pt x="1" y="596"/>
                  </a:lnTo>
                  <a:lnTo>
                    <a:pt x="1739" y="596"/>
                  </a:lnTo>
                  <a:lnTo>
                    <a:pt x="1739" y="2335"/>
                  </a:lnTo>
                  <a:lnTo>
                    <a:pt x="1" y="2335"/>
                  </a:lnTo>
                  <a:lnTo>
                    <a:pt x="596" y="9884"/>
                  </a:lnTo>
                  <a:lnTo>
                    <a:pt x="5502" y="9884"/>
                  </a:lnTo>
                  <a:cubicBezTo>
                    <a:pt x="7264" y="9884"/>
                    <a:pt x="8693" y="8455"/>
                    <a:pt x="8693" y="6693"/>
                  </a:cubicBezTo>
                  <a:lnTo>
                    <a:pt x="8693" y="6407"/>
                  </a:lnTo>
                  <a:lnTo>
                    <a:pt x="6050" y="6407"/>
                  </a:lnTo>
                  <a:lnTo>
                    <a:pt x="6383" y="2335"/>
                  </a:lnTo>
                  <a:lnTo>
                    <a:pt x="2311" y="2335"/>
                  </a:lnTo>
                  <a:lnTo>
                    <a:pt x="231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 name="Google Shape;1804;p119"/>
            <p:cNvSpPr/>
            <p:nvPr/>
          </p:nvSpPr>
          <p:spPr>
            <a:xfrm>
              <a:off x="1062100" y="3631150"/>
              <a:ext cx="86950" cy="136975"/>
            </a:xfrm>
            <a:custGeom>
              <a:rect b="b" l="l" r="r" t="t"/>
              <a:pathLst>
                <a:path extrusionOk="0" h="5479" w="3478">
                  <a:moveTo>
                    <a:pt x="1739" y="1"/>
                  </a:moveTo>
                  <a:cubicBezTo>
                    <a:pt x="786" y="1"/>
                    <a:pt x="0" y="787"/>
                    <a:pt x="0" y="1763"/>
                  </a:cubicBezTo>
                  <a:lnTo>
                    <a:pt x="0" y="2501"/>
                  </a:lnTo>
                  <a:lnTo>
                    <a:pt x="500" y="2501"/>
                  </a:lnTo>
                  <a:cubicBezTo>
                    <a:pt x="786" y="2501"/>
                    <a:pt x="1000" y="2716"/>
                    <a:pt x="1000" y="3001"/>
                  </a:cubicBezTo>
                  <a:cubicBezTo>
                    <a:pt x="1000" y="3263"/>
                    <a:pt x="786" y="3501"/>
                    <a:pt x="500" y="3501"/>
                  </a:cubicBezTo>
                  <a:lnTo>
                    <a:pt x="262" y="3501"/>
                  </a:lnTo>
                  <a:lnTo>
                    <a:pt x="262" y="4002"/>
                  </a:lnTo>
                  <a:lnTo>
                    <a:pt x="500" y="4002"/>
                  </a:lnTo>
                  <a:cubicBezTo>
                    <a:pt x="1048" y="4002"/>
                    <a:pt x="1501" y="3549"/>
                    <a:pt x="1501" y="3001"/>
                  </a:cubicBezTo>
                  <a:cubicBezTo>
                    <a:pt x="1501" y="2454"/>
                    <a:pt x="1048" y="2001"/>
                    <a:pt x="500" y="2001"/>
                  </a:cubicBezTo>
                  <a:lnTo>
                    <a:pt x="500" y="1763"/>
                  </a:lnTo>
                  <a:cubicBezTo>
                    <a:pt x="500" y="1049"/>
                    <a:pt x="1048" y="501"/>
                    <a:pt x="1739" y="501"/>
                  </a:cubicBezTo>
                  <a:cubicBezTo>
                    <a:pt x="2429" y="501"/>
                    <a:pt x="2977" y="1049"/>
                    <a:pt x="2977" y="1763"/>
                  </a:cubicBezTo>
                  <a:lnTo>
                    <a:pt x="2977" y="2382"/>
                  </a:lnTo>
                  <a:cubicBezTo>
                    <a:pt x="2977" y="2501"/>
                    <a:pt x="2929" y="2620"/>
                    <a:pt x="2810" y="2692"/>
                  </a:cubicBezTo>
                  <a:cubicBezTo>
                    <a:pt x="2763" y="2739"/>
                    <a:pt x="1643" y="3311"/>
                    <a:pt x="1405" y="4716"/>
                  </a:cubicBezTo>
                  <a:cubicBezTo>
                    <a:pt x="1381" y="4883"/>
                    <a:pt x="1239" y="4978"/>
                    <a:pt x="1096" y="4978"/>
                  </a:cubicBezTo>
                  <a:lnTo>
                    <a:pt x="500" y="4978"/>
                  </a:lnTo>
                  <a:lnTo>
                    <a:pt x="500" y="5478"/>
                  </a:lnTo>
                  <a:lnTo>
                    <a:pt x="1096" y="5478"/>
                  </a:lnTo>
                  <a:cubicBezTo>
                    <a:pt x="1477" y="5478"/>
                    <a:pt x="1834" y="5192"/>
                    <a:pt x="1882" y="4811"/>
                  </a:cubicBezTo>
                  <a:cubicBezTo>
                    <a:pt x="2096" y="3621"/>
                    <a:pt x="3025" y="3168"/>
                    <a:pt x="3096" y="3097"/>
                  </a:cubicBezTo>
                  <a:cubicBezTo>
                    <a:pt x="3334" y="2930"/>
                    <a:pt x="3477" y="2668"/>
                    <a:pt x="3477" y="2382"/>
                  </a:cubicBezTo>
                  <a:lnTo>
                    <a:pt x="3477" y="1763"/>
                  </a:lnTo>
                  <a:cubicBezTo>
                    <a:pt x="3477" y="787"/>
                    <a:pt x="2715" y="1"/>
                    <a:pt x="173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19"/>
            <p:cNvSpPr/>
            <p:nvPr/>
          </p:nvSpPr>
          <p:spPr>
            <a:xfrm>
              <a:off x="962075" y="3606150"/>
              <a:ext cx="211975" cy="211975"/>
            </a:xfrm>
            <a:custGeom>
              <a:rect b="b" l="l" r="r" t="t"/>
              <a:pathLst>
                <a:path extrusionOk="0" h="8479" w="8479">
                  <a:moveTo>
                    <a:pt x="739" y="501"/>
                  </a:moveTo>
                  <a:cubicBezTo>
                    <a:pt x="882" y="501"/>
                    <a:pt x="1001" y="620"/>
                    <a:pt x="1001" y="739"/>
                  </a:cubicBezTo>
                  <a:cubicBezTo>
                    <a:pt x="1001" y="882"/>
                    <a:pt x="882" y="1001"/>
                    <a:pt x="739" y="1001"/>
                  </a:cubicBezTo>
                  <a:cubicBezTo>
                    <a:pt x="596" y="1001"/>
                    <a:pt x="501" y="882"/>
                    <a:pt x="501" y="739"/>
                  </a:cubicBezTo>
                  <a:cubicBezTo>
                    <a:pt x="501" y="620"/>
                    <a:pt x="596" y="501"/>
                    <a:pt x="739" y="501"/>
                  </a:cubicBezTo>
                  <a:close/>
                  <a:moveTo>
                    <a:pt x="739" y="4001"/>
                  </a:moveTo>
                  <a:cubicBezTo>
                    <a:pt x="882" y="4001"/>
                    <a:pt x="1001" y="4097"/>
                    <a:pt x="1001" y="4240"/>
                  </a:cubicBezTo>
                  <a:cubicBezTo>
                    <a:pt x="1001" y="4382"/>
                    <a:pt x="882" y="4501"/>
                    <a:pt x="739" y="4501"/>
                  </a:cubicBezTo>
                  <a:cubicBezTo>
                    <a:pt x="596" y="4501"/>
                    <a:pt x="501" y="4382"/>
                    <a:pt x="501" y="4240"/>
                  </a:cubicBezTo>
                  <a:cubicBezTo>
                    <a:pt x="501" y="4097"/>
                    <a:pt x="596" y="4001"/>
                    <a:pt x="739" y="4001"/>
                  </a:cubicBezTo>
                  <a:close/>
                  <a:moveTo>
                    <a:pt x="739" y="7502"/>
                  </a:moveTo>
                  <a:cubicBezTo>
                    <a:pt x="882" y="7502"/>
                    <a:pt x="1001" y="7597"/>
                    <a:pt x="1001" y="7740"/>
                  </a:cubicBezTo>
                  <a:cubicBezTo>
                    <a:pt x="1001" y="7883"/>
                    <a:pt x="882" y="7978"/>
                    <a:pt x="739" y="7978"/>
                  </a:cubicBezTo>
                  <a:cubicBezTo>
                    <a:pt x="596" y="7978"/>
                    <a:pt x="501" y="7883"/>
                    <a:pt x="501" y="7740"/>
                  </a:cubicBezTo>
                  <a:cubicBezTo>
                    <a:pt x="501" y="7597"/>
                    <a:pt x="596" y="7502"/>
                    <a:pt x="739" y="7502"/>
                  </a:cubicBezTo>
                  <a:close/>
                  <a:moveTo>
                    <a:pt x="5740" y="501"/>
                  </a:moveTo>
                  <a:cubicBezTo>
                    <a:pt x="6978" y="501"/>
                    <a:pt x="7978" y="1501"/>
                    <a:pt x="7978" y="2763"/>
                  </a:cubicBezTo>
                  <a:lnTo>
                    <a:pt x="7978" y="3382"/>
                  </a:lnTo>
                  <a:cubicBezTo>
                    <a:pt x="7978" y="3835"/>
                    <a:pt x="7764" y="4263"/>
                    <a:pt x="7383" y="4525"/>
                  </a:cubicBezTo>
                  <a:cubicBezTo>
                    <a:pt x="7311" y="4573"/>
                    <a:pt x="6549" y="4930"/>
                    <a:pt x="6383" y="5883"/>
                  </a:cubicBezTo>
                  <a:lnTo>
                    <a:pt x="6216" y="6859"/>
                  </a:lnTo>
                  <a:cubicBezTo>
                    <a:pt x="6121" y="7502"/>
                    <a:pt x="5549" y="7978"/>
                    <a:pt x="4882" y="7978"/>
                  </a:cubicBezTo>
                  <a:cubicBezTo>
                    <a:pt x="4120" y="7978"/>
                    <a:pt x="3501" y="7359"/>
                    <a:pt x="3501" y="6597"/>
                  </a:cubicBezTo>
                  <a:lnTo>
                    <a:pt x="3501" y="2763"/>
                  </a:lnTo>
                  <a:cubicBezTo>
                    <a:pt x="3501" y="1501"/>
                    <a:pt x="4501" y="501"/>
                    <a:pt x="5740" y="501"/>
                  </a:cubicBezTo>
                  <a:close/>
                  <a:moveTo>
                    <a:pt x="739" y="1"/>
                  </a:moveTo>
                  <a:cubicBezTo>
                    <a:pt x="334" y="1"/>
                    <a:pt x="0" y="334"/>
                    <a:pt x="0" y="739"/>
                  </a:cubicBezTo>
                  <a:cubicBezTo>
                    <a:pt x="0" y="1167"/>
                    <a:pt x="334" y="1501"/>
                    <a:pt x="739" y="1501"/>
                  </a:cubicBezTo>
                  <a:cubicBezTo>
                    <a:pt x="953" y="1501"/>
                    <a:pt x="1120" y="1406"/>
                    <a:pt x="1263" y="1287"/>
                  </a:cubicBezTo>
                  <a:lnTo>
                    <a:pt x="3072" y="2168"/>
                  </a:lnTo>
                  <a:cubicBezTo>
                    <a:pt x="3025" y="2358"/>
                    <a:pt x="3001" y="2549"/>
                    <a:pt x="3001" y="2763"/>
                  </a:cubicBezTo>
                  <a:lnTo>
                    <a:pt x="3001" y="4240"/>
                  </a:lnTo>
                  <a:lnTo>
                    <a:pt x="1477" y="4240"/>
                  </a:lnTo>
                  <a:cubicBezTo>
                    <a:pt x="1477" y="3835"/>
                    <a:pt x="1144" y="3501"/>
                    <a:pt x="739" y="3501"/>
                  </a:cubicBezTo>
                  <a:cubicBezTo>
                    <a:pt x="334" y="3501"/>
                    <a:pt x="0" y="3835"/>
                    <a:pt x="0" y="4240"/>
                  </a:cubicBezTo>
                  <a:cubicBezTo>
                    <a:pt x="0" y="4644"/>
                    <a:pt x="334" y="5002"/>
                    <a:pt x="739" y="5002"/>
                  </a:cubicBezTo>
                  <a:cubicBezTo>
                    <a:pt x="953" y="5002"/>
                    <a:pt x="1167" y="4883"/>
                    <a:pt x="1286" y="4740"/>
                  </a:cubicBezTo>
                  <a:lnTo>
                    <a:pt x="3001" y="4740"/>
                  </a:lnTo>
                  <a:lnTo>
                    <a:pt x="3001" y="6597"/>
                  </a:lnTo>
                  <a:cubicBezTo>
                    <a:pt x="3001" y="6692"/>
                    <a:pt x="3025" y="6764"/>
                    <a:pt x="3025" y="6835"/>
                  </a:cubicBezTo>
                  <a:lnTo>
                    <a:pt x="1358" y="7312"/>
                  </a:lnTo>
                  <a:cubicBezTo>
                    <a:pt x="1215" y="7121"/>
                    <a:pt x="1001" y="7002"/>
                    <a:pt x="739" y="7002"/>
                  </a:cubicBezTo>
                  <a:cubicBezTo>
                    <a:pt x="334" y="7002"/>
                    <a:pt x="0" y="7335"/>
                    <a:pt x="0" y="7740"/>
                  </a:cubicBezTo>
                  <a:cubicBezTo>
                    <a:pt x="0" y="8145"/>
                    <a:pt x="334" y="8478"/>
                    <a:pt x="739" y="8478"/>
                  </a:cubicBezTo>
                  <a:cubicBezTo>
                    <a:pt x="1144" y="8478"/>
                    <a:pt x="1453" y="8169"/>
                    <a:pt x="1477" y="7788"/>
                  </a:cubicBezTo>
                  <a:lnTo>
                    <a:pt x="3144" y="7312"/>
                  </a:lnTo>
                  <a:cubicBezTo>
                    <a:pt x="3430" y="8002"/>
                    <a:pt x="4097" y="8478"/>
                    <a:pt x="4882" y="8478"/>
                  </a:cubicBezTo>
                  <a:cubicBezTo>
                    <a:pt x="5787" y="8478"/>
                    <a:pt x="6573" y="7835"/>
                    <a:pt x="6716" y="6931"/>
                  </a:cubicBezTo>
                  <a:lnTo>
                    <a:pt x="6859" y="5978"/>
                  </a:lnTo>
                  <a:cubicBezTo>
                    <a:pt x="7002" y="5240"/>
                    <a:pt x="7573" y="5002"/>
                    <a:pt x="7645" y="4930"/>
                  </a:cubicBezTo>
                  <a:cubicBezTo>
                    <a:pt x="8169" y="4573"/>
                    <a:pt x="8478" y="4001"/>
                    <a:pt x="8478" y="3382"/>
                  </a:cubicBezTo>
                  <a:lnTo>
                    <a:pt x="8478" y="2763"/>
                  </a:lnTo>
                  <a:cubicBezTo>
                    <a:pt x="8478" y="1239"/>
                    <a:pt x="7264" y="1"/>
                    <a:pt x="5740" y="1"/>
                  </a:cubicBezTo>
                  <a:cubicBezTo>
                    <a:pt x="4620" y="1"/>
                    <a:pt x="3644" y="691"/>
                    <a:pt x="3215" y="1691"/>
                  </a:cubicBezTo>
                  <a:lnTo>
                    <a:pt x="1477" y="834"/>
                  </a:lnTo>
                  <a:cubicBezTo>
                    <a:pt x="1477" y="810"/>
                    <a:pt x="1477" y="786"/>
                    <a:pt x="1477" y="739"/>
                  </a:cubicBezTo>
                  <a:cubicBezTo>
                    <a:pt x="1477" y="334"/>
                    <a:pt x="1144" y="1"/>
                    <a:pt x="73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 name="Google Shape;1806;p119"/>
            <p:cNvSpPr/>
            <p:nvPr/>
          </p:nvSpPr>
          <p:spPr>
            <a:xfrm>
              <a:off x="1480625" y="3604950"/>
              <a:ext cx="214375" cy="214375"/>
            </a:xfrm>
            <a:custGeom>
              <a:rect b="b" l="l" r="r" t="t"/>
              <a:pathLst>
                <a:path extrusionOk="0" h="8575" w="8575">
                  <a:moveTo>
                    <a:pt x="6050" y="501"/>
                  </a:moveTo>
                  <a:lnTo>
                    <a:pt x="6050" y="1382"/>
                  </a:lnTo>
                  <a:lnTo>
                    <a:pt x="6550" y="1882"/>
                  </a:lnTo>
                  <a:lnTo>
                    <a:pt x="6550" y="3549"/>
                  </a:lnTo>
                  <a:lnTo>
                    <a:pt x="6050" y="3549"/>
                  </a:lnTo>
                  <a:lnTo>
                    <a:pt x="6050" y="2787"/>
                  </a:lnTo>
                  <a:lnTo>
                    <a:pt x="5550" y="2787"/>
                  </a:lnTo>
                  <a:lnTo>
                    <a:pt x="5550" y="4049"/>
                  </a:lnTo>
                  <a:lnTo>
                    <a:pt x="5050" y="4049"/>
                  </a:lnTo>
                  <a:lnTo>
                    <a:pt x="5050" y="2787"/>
                  </a:lnTo>
                  <a:lnTo>
                    <a:pt x="4549" y="2787"/>
                  </a:lnTo>
                  <a:lnTo>
                    <a:pt x="4549" y="5050"/>
                  </a:lnTo>
                  <a:lnTo>
                    <a:pt x="4049" y="5050"/>
                  </a:lnTo>
                  <a:lnTo>
                    <a:pt x="4049" y="2287"/>
                  </a:lnTo>
                  <a:lnTo>
                    <a:pt x="3525" y="2287"/>
                  </a:lnTo>
                  <a:lnTo>
                    <a:pt x="3525" y="3549"/>
                  </a:lnTo>
                  <a:lnTo>
                    <a:pt x="3025" y="3549"/>
                  </a:lnTo>
                  <a:lnTo>
                    <a:pt x="3025" y="1882"/>
                  </a:lnTo>
                  <a:lnTo>
                    <a:pt x="3525" y="1382"/>
                  </a:lnTo>
                  <a:lnTo>
                    <a:pt x="3525" y="501"/>
                  </a:lnTo>
                  <a:close/>
                  <a:moveTo>
                    <a:pt x="5002" y="5550"/>
                  </a:moveTo>
                  <a:cubicBezTo>
                    <a:pt x="4907" y="5835"/>
                    <a:pt x="4621" y="6050"/>
                    <a:pt x="4287" y="6050"/>
                  </a:cubicBezTo>
                  <a:cubicBezTo>
                    <a:pt x="3954" y="6050"/>
                    <a:pt x="3692" y="5835"/>
                    <a:pt x="3573" y="5550"/>
                  </a:cubicBezTo>
                  <a:close/>
                  <a:moveTo>
                    <a:pt x="6026" y="5550"/>
                  </a:moveTo>
                  <a:cubicBezTo>
                    <a:pt x="5907" y="6407"/>
                    <a:pt x="5169" y="7050"/>
                    <a:pt x="4287" y="7050"/>
                  </a:cubicBezTo>
                  <a:cubicBezTo>
                    <a:pt x="3406" y="7050"/>
                    <a:pt x="2668" y="6407"/>
                    <a:pt x="2549" y="5550"/>
                  </a:cubicBezTo>
                  <a:lnTo>
                    <a:pt x="3049" y="5550"/>
                  </a:lnTo>
                  <a:cubicBezTo>
                    <a:pt x="3168" y="6121"/>
                    <a:pt x="3692" y="6550"/>
                    <a:pt x="4287" y="6550"/>
                  </a:cubicBezTo>
                  <a:cubicBezTo>
                    <a:pt x="4907" y="6550"/>
                    <a:pt x="5407" y="6121"/>
                    <a:pt x="5526" y="5550"/>
                  </a:cubicBezTo>
                  <a:close/>
                  <a:moveTo>
                    <a:pt x="7050" y="5550"/>
                  </a:moveTo>
                  <a:cubicBezTo>
                    <a:pt x="6931" y="6979"/>
                    <a:pt x="5740" y="8074"/>
                    <a:pt x="4287" y="8074"/>
                  </a:cubicBezTo>
                  <a:cubicBezTo>
                    <a:pt x="2859" y="8074"/>
                    <a:pt x="1668" y="6979"/>
                    <a:pt x="1525" y="5550"/>
                  </a:cubicBezTo>
                  <a:lnTo>
                    <a:pt x="2049" y="5550"/>
                  </a:lnTo>
                  <a:cubicBezTo>
                    <a:pt x="2168" y="6669"/>
                    <a:pt x="3121" y="7574"/>
                    <a:pt x="4287" y="7574"/>
                  </a:cubicBezTo>
                  <a:cubicBezTo>
                    <a:pt x="5454" y="7574"/>
                    <a:pt x="6407" y="6669"/>
                    <a:pt x="6550" y="5550"/>
                  </a:cubicBezTo>
                  <a:close/>
                  <a:moveTo>
                    <a:pt x="3025" y="1"/>
                  </a:moveTo>
                  <a:lnTo>
                    <a:pt x="3025" y="1168"/>
                  </a:lnTo>
                  <a:lnTo>
                    <a:pt x="2525" y="1668"/>
                  </a:lnTo>
                  <a:lnTo>
                    <a:pt x="2525" y="4049"/>
                  </a:lnTo>
                  <a:lnTo>
                    <a:pt x="3525" y="4049"/>
                  </a:lnTo>
                  <a:lnTo>
                    <a:pt x="3525" y="5050"/>
                  </a:lnTo>
                  <a:lnTo>
                    <a:pt x="1" y="5050"/>
                  </a:lnTo>
                  <a:lnTo>
                    <a:pt x="1" y="5550"/>
                  </a:lnTo>
                  <a:lnTo>
                    <a:pt x="1025" y="5550"/>
                  </a:lnTo>
                  <a:cubicBezTo>
                    <a:pt x="1168" y="7217"/>
                    <a:pt x="2549" y="8574"/>
                    <a:pt x="4287" y="8574"/>
                  </a:cubicBezTo>
                  <a:cubicBezTo>
                    <a:pt x="6026" y="8574"/>
                    <a:pt x="7431" y="7217"/>
                    <a:pt x="7550" y="5550"/>
                  </a:cubicBezTo>
                  <a:lnTo>
                    <a:pt x="8574" y="5550"/>
                  </a:lnTo>
                  <a:lnTo>
                    <a:pt x="8574" y="5050"/>
                  </a:lnTo>
                  <a:lnTo>
                    <a:pt x="5050" y="5050"/>
                  </a:lnTo>
                  <a:lnTo>
                    <a:pt x="5050" y="4549"/>
                  </a:lnTo>
                  <a:lnTo>
                    <a:pt x="6050" y="4549"/>
                  </a:lnTo>
                  <a:lnTo>
                    <a:pt x="6050" y="4049"/>
                  </a:lnTo>
                  <a:lnTo>
                    <a:pt x="7050" y="4049"/>
                  </a:lnTo>
                  <a:lnTo>
                    <a:pt x="7050" y="1668"/>
                  </a:lnTo>
                  <a:lnTo>
                    <a:pt x="6550" y="1168"/>
                  </a:lnTo>
                  <a:lnTo>
                    <a:pt x="655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 name="Google Shape;1807;p119"/>
            <p:cNvSpPr/>
            <p:nvPr/>
          </p:nvSpPr>
          <p:spPr>
            <a:xfrm>
              <a:off x="2127200" y="3598400"/>
              <a:ext cx="53000" cy="53625"/>
            </a:xfrm>
            <a:custGeom>
              <a:rect b="b" l="l" r="r" t="t"/>
              <a:pathLst>
                <a:path extrusionOk="0" h="2145" w="2120">
                  <a:moveTo>
                    <a:pt x="1072" y="549"/>
                  </a:moveTo>
                  <a:cubicBezTo>
                    <a:pt x="1358" y="549"/>
                    <a:pt x="1596" y="787"/>
                    <a:pt x="1596" y="1073"/>
                  </a:cubicBezTo>
                  <a:cubicBezTo>
                    <a:pt x="1596" y="1382"/>
                    <a:pt x="1358" y="1620"/>
                    <a:pt x="1072" y="1620"/>
                  </a:cubicBezTo>
                  <a:cubicBezTo>
                    <a:pt x="762" y="1620"/>
                    <a:pt x="524" y="1382"/>
                    <a:pt x="524" y="1073"/>
                  </a:cubicBezTo>
                  <a:cubicBezTo>
                    <a:pt x="524" y="787"/>
                    <a:pt x="762" y="549"/>
                    <a:pt x="1072" y="549"/>
                  </a:cubicBezTo>
                  <a:close/>
                  <a:moveTo>
                    <a:pt x="1072" y="1"/>
                  </a:moveTo>
                  <a:cubicBezTo>
                    <a:pt x="477" y="1"/>
                    <a:pt x="0" y="501"/>
                    <a:pt x="0" y="1073"/>
                  </a:cubicBezTo>
                  <a:cubicBezTo>
                    <a:pt x="0" y="1668"/>
                    <a:pt x="477" y="2144"/>
                    <a:pt x="1072" y="2144"/>
                  </a:cubicBezTo>
                  <a:cubicBezTo>
                    <a:pt x="1644" y="2144"/>
                    <a:pt x="2120" y="1668"/>
                    <a:pt x="2120" y="1073"/>
                  </a:cubicBezTo>
                  <a:cubicBezTo>
                    <a:pt x="2120" y="501"/>
                    <a:pt x="1644" y="1"/>
                    <a:pt x="10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 name="Google Shape;1808;p119"/>
            <p:cNvSpPr/>
            <p:nvPr/>
          </p:nvSpPr>
          <p:spPr>
            <a:xfrm>
              <a:off x="2114100" y="3638900"/>
              <a:ext cx="145875" cy="186975"/>
            </a:xfrm>
            <a:custGeom>
              <a:rect b="b" l="l" r="r" t="t"/>
              <a:pathLst>
                <a:path extrusionOk="0" h="7479" w="5835">
                  <a:moveTo>
                    <a:pt x="4525" y="524"/>
                  </a:moveTo>
                  <a:cubicBezTo>
                    <a:pt x="4954" y="524"/>
                    <a:pt x="5311" y="881"/>
                    <a:pt x="5311" y="1310"/>
                  </a:cubicBezTo>
                  <a:cubicBezTo>
                    <a:pt x="5311" y="1763"/>
                    <a:pt x="4954" y="2120"/>
                    <a:pt x="4525" y="2120"/>
                  </a:cubicBezTo>
                  <a:cubicBezTo>
                    <a:pt x="4073" y="2120"/>
                    <a:pt x="3716" y="1763"/>
                    <a:pt x="3716" y="1310"/>
                  </a:cubicBezTo>
                  <a:cubicBezTo>
                    <a:pt x="3716" y="881"/>
                    <a:pt x="4073" y="524"/>
                    <a:pt x="4525" y="524"/>
                  </a:cubicBezTo>
                  <a:close/>
                  <a:moveTo>
                    <a:pt x="1310" y="5359"/>
                  </a:moveTo>
                  <a:cubicBezTo>
                    <a:pt x="1763" y="5359"/>
                    <a:pt x="2120" y="5716"/>
                    <a:pt x="2120" y="6144"/>
                  </a:cubicBezTo>
                  <a:cubicBezTo>
                    <a:pt x="2120" y="6597"/>
                    <a:pt x="1763" y="6954"/>
                    <a:pt x="1310" y="6954"/>
                  </a:cubicBezTo>
                  <a:cubicBezTo>
                    <a:pt x="882" y="6954"/>
                    <a:pt x="524" y="6597"/>
                    <a:pt x="524" y="6144"/>
                  </a:cubicBezTo>
                  <a:cubicBezTo>
                    <a:pt x="524" y="5716"/>
                    <a:pt x="882" y="5359"/>
                    <a:pt x="1310" y="5359"/>
                  </a:cubicBezTo>
                  <a:close/>
                  <a:moveTo>
                    <a:pt x="1341" y="1058"/>
                  </a:moveTo>
                  <a:cubicBezTo>
                    <a:pt x="1384" y="1058"/>
                    <a:pt x="1430" y="1068"/>
                    <a:pt x="1477" y="1096"/>
                  </a:cubicBezTo>
                  <a:lnTo>
                    <a:pt x="2906" y="2072"/>
                  </a:lnTo>
                  <a:lnTo>
                    <a:pt x="3287" y="1810"/>
                  </a:lnTo>
                  <a:cubicBezTo>
                    <a:pt x="3358" y="1977"/>
                    <a:pt x="3454" y="2144"/>
                    <a:pt x="3573" y="2263"/>
                  </a:cubicBezTo>
                  <a:lnTo>
                    <a:pt x="2906" y="2715"/>
                  </a:lnTo>
                  <a:lnTo>
                    <a:pt x="1596" y="1810"/>
                  </a:lnTo>
                  <a:lnTo>
                    <a:pt x="1596" y="4287"/>
                  </a:lnTo>
                  <a:lnTo>
                    <a:pt x="4239" y="4287"/>
                  </a:lnTo>
                  <a:lnTo>
                    <a:pt x="4239" y="6954"/>
                  </a:lnTo>
                  <a:lnTo>
                    <a:pt x="3716" y="6954"/>
                  </a:lnTo>
                  <a:lnTo>
                    <a:pt x="3716" y="4811"/>
                  </a:lnTo>
                  <a:lnTo>
                    <a:pt x="1310" y="4811"/>
                  </a:lnTo>
                  <a:cubicBezTo>
                    <a:pt x="1167" y="4811"/>
                    <a:pt x="1048" y="4692"/>
                    <a:pt x="1048" y="4549"/>
                  </a:cubicBezTo>
                  <a:lnTo>
                    <a:pt x="1048" y="1310"/>
                  </a:lnTo>
                  <a:cubicBezTo>
                    <a:pt x="1048" y="1167"/>
                    <a:pt x="1144" y="1120"/>
                    <a:pt x="1191" y="1096"/>
                  </a:cubicBezTo>
                  <a:cubicBezTo>
                    <a:pt x="1220" y="1081"/>
                    <a:pt x="1275" y="1058"/>
                    <a:pt x="1341" y="1058"/>
                  </a:cubicBezTo>
                  <a:close/>
                  <a:moveTo>
                    <a:pt x="4525" y="0"/>
                  </a:moveTo>
                  <a:cubicBezTo>
                    <a:pt x="3811" y="0"/>
                    <a:pt x="3215" y="548"/>
                    <a:pt x="3192" y="1239"/>
                  </a:cubicBezTo>
                  <a:lnTo>
                    <a:pt x="2906" y="1429"/>
                  </a:lnTo>
                  <a:lnTo>
                    <a:pt x="1763" y="667"/>
                  </a:lnTo>
                  <a:cubicBezTo>
                    <a:pt x="1630" y="574"/>
                    <a:pt x="1475" y="526"/>
                    <a:pt x="1318" y="526"/>
                  </a:cubicBezTo>
                  <a:cubicBezTo>
                    <a:pt x="1194" y="526"/>
                    <a:pt x="1069" y="556"/>
                    <a:pt x="953" y="620"/>
                  </a:cubicBezTo>
                  <a:cubicBezTo>
                    <a:pt x="691" y="762"/>
                    <a:pt x="524" y="1024"/>
                    <a:pt x="524" y="1310"/>
                  </a:cubicBezTo>
                  <a:lnTo>
                    <a:pt x="524" y="4549"/>
                  </a:lnTo>
                  <a:cubicBezTo>
                    <a:pt x="524" y="4716"/>
                    <a:pt x="572" y="4858"/>
                    <a:pt x="667" y="5001"/>
                  </a:cubicBezTo>
                  <a:cubicBezTo>
                    <a:pt x="262" y="5216"/>
                    <a:pt x="0" y="5644"/>
                    <a:pt x="0" y="6144"/>
                  </a:cubicBezTo>
                  <a:cubicBezTo>
                    <a:pt x="0" y="6883"/>
                    <a:pt x="596" y="7478"/>
                    <a:pt x="1310" y="7478"/>
                  </a:cubicBezTo>
                  <a:cubicBezTo>
                    <a:pt x="2048" y="7478"/>
                    <a:pt x="2644" y="6883"/>
                    <a:pt x="2644" y="6144"/>
                  </a:cubicBezTo>
                  <a:cubicBezTo>
                    <a:pt x="2644" y="5835"/>
                    <a:pt x="2549" y="5573"/>
                    <a:pt x="2382" y="5359"/>
                  </a:cubicBezTo>
                  <a:lnTo>
                    <a:pt x="3192" y="5359"/>
                  </a:lnTo>
                  <a:lnTo>
                    <a:pt x="3192" y="7478"/>
                  </a:lnTo>
                  <a:lnTo>
                    <a:pt x="4787" y="7478"/>
                  </a:lnTo>
                  <a:lnTo>
                    <a:pt x="4787" y="3739"/>
                  </a:lnTo>
                  <a:lnTo>
                    <a:pt x="2120" y="3739"/>
                  </a:lnTo>
                  <a:lnTo>
                    <a:pt x="2120" y="2810"/>
                  </a:lnTo>
                  <a:lnTo>
                    <a:pt x="2906" y="3334"/>
                  </a:lnTo>
                  <a:lnTo>
                    <a:pt x="4073" y="2572"/>
                  </a:lnTo>
                  <a:cubicBezTo>
                    <a:pt x="4216" y="2620"/>
                    <a:pt x="4358" y="2644"/>
                    <a:pt x="4525" y="2644"/>
                  </a:cubicBezTo>
                  <a:cubicBezTo>
                    <a:pt x="5240" y="2644"/>
                    <a:pt x="5835" y="2048"/>
                    <a:pt x="5835" y="1310"/>
                  </a:cubicBezTo>
                  <a:cubicBezTo>
                    <a:pt x="5835" y="596"/>
                    <a:pt x="5240" y="0"/>
                    <a:pt x="452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 name="Google Shape;1809;p119"/>
            <p:cNvSpPr/>
            <p:nvPr/>
          </p:nvSpPr>
          <p:spPr>
            <a:xfrm>
              <a:off x="2220075" y="3665100"/>
              <a:ext cx="13725" cy="13700"/>
            </a:xfrm>
            <a:custGeom>
              <a:rect b="b" l="l" r="r" t="t"/>
              <a:pathLst>
                <a:path extrusionOk="0" h="548" w="549">
                  <a:moveTo>
                    <a:pt x="0" y="0"/>
                  </a:moveTo>
                  <a:lnTo>
                    <a:pt x="0" y="548"/>
                  </a:lnTo>
                  <a:lnTo>
                    <a:pt x="548" y="548"/>
                  </a:lnTo>
                  <a:lnTo>
                    <a:pt x="548"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 name="Google Shape;1810;p119"/>
            <p:cNvSpPr/>
            <p:nvPr/>
          </p:nvSpPr>
          <p:spPr>
            <a:xfrm>
              <a:off x="2639200" y="3591875"/>
              <a:ext cx="240550" cy="240550"/>
            </a:xfrm>
            <a:custGeom>
              <a:rect b="b" l="l" r="r" t="t"/>
              <a:pathLst>
                <a:path extrusionOk="0" h="9622" w="9622">
                  <a:moveTo>
                    <a:pt x="7645" y="810"/>
                  </a:moveTo>
                  <a:lnTo>
                    <a:pt x="8836" y="2000"/>
                  </a:lnTo>
                  <a:lnTo>
                    <a:pt x="8431" y="2405"/>
                  </a:lnTo>
                  <a:lnTo>
                    <a:pt x="7240" y="1191"/>
                  </a:lnTo>
                  <a:lnTo>
                    <a:pt x="7645" y="810"/>
                  </a:lnTo>
                  <a:close/>
                  <a:moveTo>
                    <a:pt x="1906" y="2048"/>
                  </a:moveTo>
                  <a:lnTo>
                    <a:pt x="1906" y="2048"/>
                  </a:lnTo>
                  <a:cubicBezTo>
                    <a:pt x="2239" y="2191"/>
                    <a:pt x="2620" y="2262"/>
                    <a:pt x="2978" y="2262"/>
                  </a:cubicBezTo>
                  <a:cubicBezTo>
                    <a:pt x="3668" y="2262"/>
                    <a:pt x="4311" y="2596"/>
                    <a:pt x="4692" y="3144"/>
                  </a:cubicBezTo>
                  <a:lnTo>
                    <a:pt x="3859" y="3763"/>
                  </a:lnTo>
                  <a:cubicBezTo>
                    <a:pt x="3049" y="3382"/>
                    <a:pt x="2382" y="2786"/>
                    <a:pt x="1906" y="2048"/>
                  </a:cubicBezTo>
                  <a:close/>
                  <a:moveTo>
                    <a:pt x="1144" y="1881"/>
                  </a:moveTo>
                  <a:lnTo>
                    <a:pt x="1358" y="2215"/>
                  </a:lnTo>
                  <a:cubicBezTo>
                    <a:pt x="1787" y="2929"/>
                    <a:pt x="2358" y="3501"/>
                    <a:pt x="3049" y="3953"/>
                  </a:cubicBezTo>
                  <a:lnTo>
                    <a:pt x="1739" y="3953"/>
                  </a:lnTo>
                  <a:cubicBezTo>
                    <a:pt x="1358" y="3572"/>
                    <a:pt x="1144" y="3072"/>
                    <a:pt x="1144" y="2548"/>
                  </a:cubicBezTo>
                  <a:lnTo>
                    <a:pt x="1144" y="1881"/>
                  </a:lnTo>
                  <a:close/>
                  <a:moveTo>
                    <a:pt x="7217" y="1977"/>
                  </a:moveTo>
                  <a:lnTo>
                    <a:pt x="7669" y="2429"/>
                  </a:lnTo>
                  <a:lnTo>
                    <a:pt x="6502" y="3953"/>
                  </a:lnTo>
                  <a:lnTo>
                    <a:pt x="4549" y="3953"/>
                  </a:lnTo>
                  <a:lnTo>
                    <a:pt x="7217" y="1977"/>
                  </a:lnTo>
                  <a:close/>
                  <a:moveTo>
                    <a:pt x="9050" y="4525"/>
                  </a:moveTo>
                  <a:cubicBezTo>
                    <a:pt x="9027" y="4715"/>
                    <a:pt x="9003" y="4906"/>
                    <a:pt x="8955" y="5072"/>
                  </a:cubicBezTo>
                  <a:lnTo>
                    <a:pt x="668" y="5072"/>
                  </a:lnTo>
                  <a:cubicBezTo>
                    <a:pt x="620" y="4906"/>
                    <a:pt x="596" y="4715"/>
                    <a:pt x="572" y="4525"/>
                  </a:cubicBezTo>
                  <a:close/>
                  <a:moveTo>
                    <a:pt x="8788" y="5644"/>
                  </a:moveTo>
                  <a:cubicBezTo>
                    <a:pt x="8217" y="6978"/>
                    <a:pt x="6907" y="7906"/>
                    <a:pt x="5383" y="7906"/>
                  </a:cubicBezTo>
                  <a:lnTo>
                    <a:pt x="4264" y="7906"/>
                  </a:lnTo>
                  <a:cubicBezTo>
                    <a:pt x="2716" y="7906"/>
                    <a:pt x="1406" y="6978"/>
                    <a:pt x="858" y="5644"/>
                  </a:cubicBezTo>
                  <a:close/>
                  <a:moveTo>
                    <a:pt x="6407" y="8359"/>
                  </a:moveTo>
                  <a:cubicBezTo>
                    <a:pt x="6574" y="8549"/>
                    <a:pt x="6717" y="8788"/>
                    <a:pt x="6764" y="9073"/>
                  </a:cubicBezTo>
                  <a:lnTo>
                    <a:pt x="2882" y="9073"/>
                  </a:lnTo>
                  <a:cubicBezTo>
                    <a:pt x="2930" y="8788"/>
                    <a:pt x="3049" y="8549"/>
                    <a:pt x="3240" y="8359"/>
                  </a:cubicBezTo>
                  <a:cubicBezTo>
                    <a:pt x="3573" y="8430"/>
                    <a:pt x="3906" y="8478"/>
                    <a:pt x="4264" y="8478"/>
                  </a:cubicBezTo>
                  <a:lnTo>
                    <a:pt x="5383" y="8478"/>
                  </a:lnTo>
                  <a:cubicBezTo>
                    <a:pt x="5716" y="8478"/>
                    <a:pt x="6074" y="8430"/>
                    <a:pt x="6407" y="8359"/>
                  </a:cubicBezTo>
                  <a:close/>
                  <a:moveTo>
                    <a:pt x="7645" y="0"/>
                  </a:moveTo>
                  <a:lnTo>
                    <a:pt x="6431" y="1191"/>
                  </a:lnTo>
                  <a:lnTo>
                    <a:pt x="6812" y="1572"/>
                  </a:lnTo>
                  <a:lnTo>
                    <a:pt x="5145" y="2810"/>
                  </a:lnTo>
                  <a:cubicBezTo>
                    <a:pt x="4645" y="2119"/>
                    <a:pt x="3859" y="1691"/>
                    <a:pt x="2978" y="1691"/>
                  </a:cubicBezTo>
                  <a:cubicBezTo>
                    <a:pt x="2430" y="1691"/>
                    <a:pt x="1906" y="1477"/>
                    <a:pt x="1501" y="1072"/>
                  </a:cubicBezTo>
                  <a:lnTo>
                    <a:pt x="596" y="167"/>
                  </a:lnTo>
                  <a:lnTo>
                    <a:pt x="596" y="2548"/>
                  </a:lnTo>
                  <a:cubicBezTo>
                    <a:pt x="596" y="3048"/>
                    <a:pt x="739" y="3548"/>
                    <a:pt x="1025" y="3953"/>
                  </a:cubicBezTo>
                  <a:lnTo>
                    <a:pt x="1" y="3953"/>
                  </a:lnTo>
                  <a:lnTo>
                    <a:pt x="1" y="4239"/>
                  </a:lnTo>
                  <a:cubicBezTo>
                    <a:pt x="1" y="6025"/>
                    <a:pt x="1120" y="7549"/>
                    <a:pt x="2668" y="8168"/>
                  </a:cubicBezTo>
                  <a:cubicBezTo>
                    <a:pt x="2406" y="8502"/>
                    <a:pt x="2287" y="8930"/>
                    <a:pt x="2287" y="9335"/>
                  </a:cubicBezTo>
                  <a:lnTo>
                    <a:pt x="2287" y="9621"/>
                  </a:lnTo>
                  <a:lnTo>
                    <a:pt x="7359" y="9621"/>
                  </a:lnTo>
                  <a:lnTo>
                    <a:pt x="7359" y="9335"/>
                  </a:lnTo>
                  <a:cubicBezTo>
                    <a:pt x="7359" y="8930"/>
                    <a:pt x="7217" y="8502"/>
                    <a:pt x="6978" y="8168"/>
                  </a:cubicBezTo>
                  <a:cubicBezTo>
                    <a:pt x="8503" y="7549"/>
                    <a:pt x="9622" y="6025"/>
                    <a:pt x="9622" y="4239"/>
                  </a:cubicBezTo>
                  <a:lnTo>
                    <a:pt x="9622" y="3953"/>
                  </a:lnTo>
                  <a:lnTo>
                    <a:pt x="7193" y="3953"/>
                  </a:lnTo>
                  <a:lnTo>
                    <a:pt x="8074" y="2834"/>
                  </a:lnTo>
                  <a:lnTo>
                    <a:pt x="8431" y="3191"/>
                  </a:lnTo>
                  <a:lnTo>
                    <a:pt x="9622" y="2000"/>
                  </a:lnTo>
                  <a:lnTo>
                    <a:pt x="764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1" name="Google Shape;1811;p119"/>
            <p:cNvSpPr/>
            <p:nvPr/>
          </p:nvSpPr>
          <p:spPr>
            <a:xfrm>
              <a:off x="3236950" y="3599000"/>
              <a:ext cx="225675" cy="226275"/>
            </a:xfrm>
            <a:custGeom>
              <a:rect b="b" l="l" r="r" t="t"/>
              <a:pathLst>
                <a:path extrusionOk="0" h="9051" w="9027">
                  <a:moveTo>
                    <a:pt x="8240" y="3740"/>
                  </a:moveTo>
                  <a:cubicBezTo>
                    <a:pt x="8383" y="3740"/>
                    <a:pt x="8502" y="3859"/>
                    <a:pt x="8502" y="4002"/>
                  </a:cubicBezTo>
                  <a:cubicBezTo>
                    <a:pt x="8502" y="4144"/>
                    <a:pt x="8383" y="4264"/>
                    <a:pt x="8240" y="4264"/>
                  </a:cubicBezTo>
                  <a:cubicBezTo>
                    <a:pt x="8097" y="4264"/>
                    <a:pt x="7978" y="4144"/>
                    <a:pt x="7978" y="4002"/>
                  </a:cubicBezTo>
                  <a:cubicBezTo>
                    <a:pt x="7978" y="3859"/>
                    <a:pt x="8097" y="3740"/>
                    <a:pt x="8240" y="3740"/>
                  </a:cubicBezTo>
                  <a:close/>
                  <a:moveTo>
                    <a:pt x="8240" y="5859"/>
                  </a:moveTo>
                  <a:cubicBezTo>
                    <a:pt x="8383" y="5859"/>
                    <a:pt x="8502" y="5978"/>
                    <a:pt x="8502" y="6121"/>
                  </a:cubicBezTo>
                  <a:cubicBezTo>
                    <a:pt x="8502" y="6264"/>
                    <a:pt x="8383" y="6383"/>
                    <a:pt x="8240" y="6383"/>
                  </a:cubicBezTo>
                  <a:cubicBezTo>
                    <a:pt x="8097" y="6383"/>
                    <a:pt x="7978" y="6264"/>
                    <a:pt x="7978" y="6121"/>
                  </a:cubicBezTo>
                  <a:cubicBezTo>
                    <a:pt x="7978" y="5978"/>
                    <a:pt x="8097" y="5859"/>
                    <a:pt x="8240" y="5859"/>
                  </a:cubicBezTo>
                  <a:close/>
                  <a:moveTo>
                    <a:pt x="3168" y="549"/>
                  </a:moveTo>
                  <a:lnTo>
                    <a:pt x="3168" y="4264"/>
                  </a:lnTo>
                  <a:lnTo>
                    <a:pt x="3692" y="4264"/>
                  </a:lnTo>
                  <a:lnTo>
                    <a:pt x="3692" y="1072"/>
                  </a:lnTo>
                  <a:lnTo>
                    <a:pt x="4240" y="1072"/>
                  </a:lnTo>
                  <a:lnTo>
                    <a:pt x="4240" y="4264"/>
                  </a:lnTo>
                  <a:lnTo>
                    <a:pt x="4763" y="4264"/>
                  </a:lnTo>
                  <a:lnTo>
                    <a:pt x="4763" y="2120"/>
                  </a:lnTo>
                  <a:lnTo>
                    <a:pt x="5287" y="2120"/>
                  </a:lnTo>
                  <a:lnTo>
                    <a:pt x="5287" y="6073"/>
                  </a:lnTo>
                  <a:lnTo>
                    <a:pt x="4763" y="7669"/>
                  </a:lnTo>
                  <a:lnTo>
                    <a:pt x="4763" y="8526"/>
                  </a:lnTo>
                  <a:lnTo>
                    <a:pt x="1572" y="8526"/>
                  </a:lnTo>
                  <a:lnTo>
                    <a:pt x="1572" y="7598"/>
                  </a:lnTo>
                  <a:lnTo>
                    <a:pt x="524" y="6550"/>
                  </a:lnTo>
                  <a:lnTo>
                    <a:pt x="524" y="3787"/>
                  </a:lnTo>
                  <a:cubicBezTo>
                    <a:pt x="834" y="3883"/>
                    <a:pt x="1048" y="4192"/>
                    <a:pt x="1048" y="4526"/>
                  </a:cubicBezTo>
                  <a:lnTo>
                    <a:pt x="1048" y="5335"/>
                  </a:lnTo>
                  <a:lnTo>
                    <a:pt x="1310" y="5335"/>
                  </a:lnTo>
                  <a:cubicBezTo>
                    <a:pt x="2049" y="5335"/>
                    <a:pt x="2644" y="5931"/>
                    <a:pt x="2644" y="6645"/>
                  </a:cubicBezTo>
                  <a:lnTo>
                    <a:pt x="3168" y="6645"/>
                  </a:lnTo>
                  <a:cubicBezTo>
                    <a:pt x="3168" y="5716"/>
                    <a:pt x="2477" y="4954"/>
                    <a:pt x="1572" y="4811"/>
                  </a:cubicBezTo>
                  <a:lnTo>
                    <a:pt x="1572" y="1072"/>
                  </a:lnTo>
                  <a:lnTo>
                    <a:pt x="2120" y="1072"/>
                  </a:lnTo>
                  <a:lnTo>
                    <a:pt x="2120" y="4264"/>
                  </a:lnTo>
                  <a:lnTo>
                    <a:pt x="2644" y="4264"/>
                  </a:lnTo>
                  <a:lnTo>
                    <a:pt x="2644" y="549"/>
                  </a:lnTo>
                  <a:close/>
                  <a:moveTo>
                    <a:pt x="8240" y="7979"/>
                  </a:moveTo>
                  <a:cubicBezTo>
                    <a:pt x="8383" y="7979"/>
                    <a:pt x="8502" y="8098"/>
                    <a:pt x="8502" y="8241"/>
                  </a:cubicBezTo>
                  <a:cubicBezTo>
                    <a:pt x="8502" y="8383"/>
                    <a:pt x="8383" y="8526"/>
                    <a:pt x="8240" y="8526"/>
                  </a:cubicBezTo>
                  <a:cubicBezTo>
                    <a:pt x="8097" y="8526"/>
                    <a:pt x="7978" y="8383"/>
                    <a:pt x="7978" y="8241"/>
                  </a:cubicBezTo>
                  <a:cubicBezTo>
                    <a:pt x="7978" y="8098"/>
                    <a:pt x="8097" y="7979"/>
                    <a:pt x="8240" y="7979"/>
                  </a:cubicBezTo>
                  <a:close/>
                  <a:moveTo>
                    <a:pt x="2120" y="1"/>
                  </a:moveTo>
                  <a:lnTo>
                    <a:pt x="2120" y="549"/>
                  </a:lnTo>
                  <a:lnTo>
                    <a:pt x="1048" y="549"/>
                  </a:lnTo>
                  <a:lnTo>
                    <a:pt x="1048" y="3478"/>
                  </a:lnTo>
                  <a:cubicBezTo>
                    <a:pt x="834" y="3311"/>
                    <a:pt x="548" y="3216"/>
                    <a:pt x="263" y="3216"/>
                  </a:cubicBezTo>
                  <a:lnTo>
                    <a:pt x="1" y="3216"/>
                  </a:lnTo>
                  <a:lnTo>
                    <a:pt x="1" y="6764"/>
                  </a:lnTo>
                  <a:lnTo>
                    <a:pt x="1048" y="7812"/>
                  </a:lnTo>
                  <a:lnTo>
                    <a:pt x="1048" y="9050"/>
                  </a:lnTo>
                  <a:lnTo>
                    <a:pt x="5287" y="9050"/>
                  </a:lnTo>
                  <a:lnTo>
                    <a:pt x="5287" y="8098"/>
                  </a:lnTo>
                  <a:lnTo>
                    <a:pt x="7455" y="8407"/>
                  </a:lnTo>
                  <a:cubicBezTo>
                    <a:pt x="7526" y="8764"/>
                    <a:pt x="7859" y="9050"/>
                    <a:pt x="8240" y="9050"/>
                  </a:cubicBezTo>
                  <a:cubicBezTo>
                    <a:pt x="8693" y="9050"/>
                    <a:pt x="9026" y="8669"/>
                    <a:pt x="9026" y="8241"/>
                  </a:cubicBezTo>
                  <a:cubicBezTo>
                    <a:pt x="9026" y="7812"/>
                    <a:pt x="8669" y="7455"/>
                    <a:pt x="8240" y="7455"/>
                  </a:cubicBezTo>
                  <a:cubicBezTo>
                    <a:pt x="7931" y="7455"/>
                    <a:pt x="7669" y="7621"/>
                    <a:pt x="7550" y="7883"/>
                  </a:cubicBezTo>
                  <a:lnTo>
                    <a:pt x="5359" y="7574"/>
                  </a:lnTo>
                  <a:lnTo>
                    <a:pt x="5740" y="6383"/>
                  </a:lnTo>
                  <a:lnTo>
                    <a:pt x="7502" y="6383"/>
                  </a:lnTo>
                  <a:cubicBezTo>
                    <a:pt x="7597" y="6693"/>
                    <a:pt x="7907" y="6907"/>
                    <a:pt x="8240" y="6907"/>
                  </a:cubicBezTo>
                  <a:cubicBezTo>
                    <a:pt x="8669" y="6907"/>
                    <a:pt x="9026" y="6550"/>
                    <a:pt x="9026" y="6121"/>
                  </a:cubicBezTo>
                  <a:cubicBezTo>
                    <a:pt x="9026" y="5692"/>
                    <a:pt x="8669" y="5335"/>
                    <a:pt x="8240" y="5335"/>
                  </a:cubicBezTo>
                  <a:cubicBezTo>
                    <a:pt x="7907" y="5335"/>
                    <a:pt x="7597" y="5550"/>
                    <a:pt x="7502" y="5859"/>
                  </a:cubicBezTo>
                  <a:lnTo>
                    <a:pt x="5811" y="5859"/>
                  </a:lnTo>
                  <a:lnTo>
                    <a:pt x="5811" y="4740"/>
                  </a:lnTo>
                  <a:lnTo>
                    <a:pt x="7550" y="4406"/>
                  </a:lnTo>
                  <a:cubicBezTo>
                    <a:pt x="7693" y="4645"/>
                    <a:pt x="7955" y="4787"/>
                    <a:pt x="8240" y="4787"/>
                  </a:cubicBezTo>
                  <a:cubicBezTo>
                    <a:pt x="8669" y="4787"/>
                    <a:pt x="9026" y="4430"/>
                    <a:pt x="9026" y="4002"/>
                  </a:cubicBezTo>
                  <a:cubicBezTo>
                    <a:pt x="9026" y="3573"/>
                    <a:pt x="8669" y="3216"/>
                    <a:pt x="8240" y="3216"/>
                  </a:cubicBezTo>
                  <a:cubicBezTo>
                    <a:pt x="7836" y="3216"/>
                    <a:pt x="7502" y="3502"/>
                    <a:pt x="7455" y="3883"/>
                  </a:cubicBezTo>
                  <a:lnTo>
                    <a:pt x="5811" y="4216"/>
                  </a:lnTo>
                  <a:lnTo>
                    <a:pt x="5811" y="1596"/>
                  </a:lnTo>
                  <a:lnTo>
                    <a:pt x="4763" y="1596"/>
                  </a:lnTo>
                  <a:lnTo>
                    <a:pt x="4763" y="549"/>
                  </a:lnTo>
                  <a:lnTo>
                    <a:pt x="3692" y="549"/>
                  </a:lnTo>
                  <a:lnTo>
                    <a:pt x="3692"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 name="Google Shape;1812;p119"/>
            <p:cNvSpPr/>
            <p:nvPr/>
          </p:nvSpPr>
          <p:spPr>
            <a:xfrm>
              <a:off x="3795400" y="3586500"/>
              <a:ext cx="251275" cy="251275"/>
            </a:xfrm>
            <a:custGeom>
              <a:rect b="b" l="l" r="r" t="t"/>
              <a:pathLst>
                <a:path extrusionOk="0" h="10051" w="10051">
                  <a:moveTo>
                    <a:pt x="3096" y="2382"/>
                  </a:moveTo>
                  <a:lnTo>
                    <a:pt x="3882" y="3549"/>
                  </a:lnTo>
                  <a:lnTo>
                    <a:pt x="1763" y="3549"/>
                  </a:lnTo>
                  <a:lnTo>
                    <a:pt x="1763" y="2382"/>
                  </a:lnTo>
                  <a:close/>
                  <a:moveTo>
                    <a:pt x="7097" y="2382"/>
                  </a:moveTo>
                  <a:lnTo>
                    <a:pt x="7097" y="3549"/>
                  </a:lnTo>
                  <a:lnTo>
                    <a:pt x="4597" y="3549"/>
                  </a:lnTo>
                  <a:lnTo>
                    <a:pt x="3811" y="2382"/>
                  </a:lnTo>
                  <a:close/>
                  <a:moveTo>
                    <a:pt x="8669" y="5097"/>
                  </a:moveTo>
                  <a:lnTo>
                    <a:pt x="8669" y="5097"/>
                  </a:lnTo>
                  <a:cubicBezTo>
                    <a:pt x="8050" y="6050"/>
                    <a:pt x="7121" y="6764"/>
                    <a:pt x="6026" y="7121"/>
                  </a:cubicBezTo>
                  <a:cubicBezTo>
                    <a:pt x="5787" y="7216"/>
                    <a:pt x="5549" y="7336"/>
                    <a:pt x="5335" y="7478"/>
                  </a:cubicBezTo>
                  <a:cubicBezTo>
                    <a:pt x="5359" y="6288"/>
                    <a:pt x="6335" y="5311"/>
                    <a:pt x="7526" y="5311"/>
                  </a:cubicBezTo>
                  <a:cubicBezTo>
                    <a:pt x="7931" y="5311"/>
                    <a:pt x="8312" y="5240"/>
                    <a:pt x="8669" y="5097"/>
                  </a:cubicBezTo>
                  <a:close/>
                  <a:moveTo>
                    <a:pt x="7097" y="4144"/>
                  </a:moveTo>
                  <a:lnTo>
                    <a:pt x="7097" y="4764"/>
                  </a:lnTo>
                  <a:cubicBezTo>
                    <a:pt x="5764" y="4978"/>
                    <a:pt x="4740" y="6145"/>
                    <a:pt x="4740" y="7526"/>
                  </a:cubicBezTo>
                  <a:lnTo>
                    <a:pt x="4740" y="7669"/>
                  </a:lnTo>
                  <a:lnTo>
                    <a:pt x="2668" y="7669"/>
                  </a:lnTo>
                  <a:cubicBezTo>
                    <a:pt x="2168" y="7669"/>
                    <a:pt x="1763" y="7264"/>
                    <a:pt x="1763" y="6788"/>
                  </a:cubicBezTo>
                  <a:lnTo>
                    <a:pt x="1763" y="4144"/>
                  </a:lnTo>
                  <a:close/>
                  <a:moveTo>
                    <a:pt x="9455" y="4906"/>
                  </a:moveTo>
                  <a:lnTo>
                    <a:pt x="9455" y="5621"/>
                  </a:lnTo>
                  <a:cubicBezTo>
                    <a:pt x="9455" y="6740"/>
                    <a:pt x="8526" y="7669"/>
                    <a:pt x="7383" y="7669"/>
                  </a:cubicBezTo>
                  <a:lnTo>
                    <a:pt x="6264" y="7669"/>
                  </a:lnTo>
                  <a:cubicBezTo>
                    <a:pt x="7502" y="7240"/>
                    <a:pt x="8574" y="6383"/>
                    <a:pt x="9241" y="5264"/>
                  </a:cubicBezTo>
                  <a:lnTo>
                    <a:pt x="9455" y="4906"/>
                  </a:lnTo>
                  <a:close/>
                  <a:moveTo>
                    <a:pt x="9431" y="8264"/>
                  </a:moveTo>
                  <a:cubicBezTo>
                    <a:pt x="9288" y="8955"/>
                    <a:pt x="8693" y="9455"/>
                    <a:pt x="7978" y="9455"/>
                  </a:cubicBezTo>
                  <a:lnTo>
                    <a:pt x="2072" y="9455"/>
                  </a:lnTo>
                  <a:cubicBezTo>
                    <a:pt x="1358" y="9455"/>
                    <a:pt x="763" y="8931"/>
                    <a:pt x="620" y="8264"/>
                  </a:cubicBezTo>
                  <a:close/>
                  <a:moveTo>
                    <a:pt x="2239" y="1"/>
                  </a:moveTo>
                  <a:lnTo>
                    <a:pt x="1763" y="334"/>
                  </a:lnTo>
                  <a:lnTo>
                    <a:pt x="2715" y="1787"/>
                  </a:lnTo>
                  <a:lnTo>
                    <a:pt x="1167" y="1787"/>
                  </a:lnTo>
                  <a:lnTo>
                    <a:pt x="1167" y="6788"/>
                  </a:lnTo>
                  <a:cubicBezTo>
                    <a:pt x="1167" y="7121"/>
                    <a:pt x="1287" y="7431"/>
                    <a:pt x="1477" y="7669"/>
                  </a:cubicBezTo>
                  <a:lnTo>
                    <a:pt x="1" y="7669"/>
                  </a:lnTo>
                  <a:lnTo>
                    <a:pt x="1" y="7979"/>
                  </a:lnTo>
                  <a:cubicBezTo>
                    <a:pt x="1" y="9098"/>
                    <a:pt x="929" y="10050"/>
                    <a:pt x="2072" y="10050"/>
                  </a:cubicBezTo>
                  <a:lnTo>
                    <a:pt x="7978" y="10050"/>
                  </a:lnTo>
                  <a:cubicBezTo>
                    <a:pt x="9122" y="10050"/>
                    <a:pt x="10050" y="9122"/>
                    <a:pt x="10050" y="7979"/>
                  </a:cubicBezTo>
                  <a:lnTo>
                    <a:pt x="10050" y="7669"/>
                  </a:lnTo>
                  <a:lnTo>
                    <a:pt x="9050" y="7669"/>
                  </a:lnTo>
                  <a:cubicBezTo>
                    <a:pt x="9669" y="7193"/>
                    <a:pt x="10050" y="6454"/>
                    <a:pt x="10050" y="5621"/>
                  </a:cubicBezTo>
                  <a:lnTo>
                    <a:pt x="10050" y="3144"/>
                  </a:lnTo>
                  <a:lnTo>
                    <a:pt x="9098" y="4097"/>
                  </a:lnTo>
                  <a:cubicBezTo>
                    <a:pt x="8717" y="4478"/>
                    <a:pt x="8217" y="4692"/>
                    <a:pt x="7693" y="4716"/>
                  </a:cubicBezTo>
                  <a:lnTo>
                    <a:pt x="7693" y="1787"/>
                  </a:lnTo>
                  <a:lnTo>
                    <a:pt x="3430" y="1787"/>
                  </a:lnTo>
                  <a:lnTo>
                    <a:pt x="2239"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 name="Google Shape;1813;p119"/>
            <p:cNvSpPr/>
            <p:nvPr/>
          </p:nvSpPr>
          <p:spPr>
            <a:xfrm>
              <a:off x="4352650" y="3703050"/>
              <a:ext cx="241150" cy="139150"/>
            </a:xfrm>
            <a:custGeom>
              <a:rect b="b" l="l" r="r" t="t"/>
              <a:pathLst>
                <a:path extrusionOk="0" h="5566" w="9646">
                  <a:moveTo>
                    <a:pt x="5762" y="1284"/>
                  </a:moveTo>
                  <a:cubicBezTo>
                    <a:pt x="5826" y="1284"/>
                    <a:pt x="5890" y="1287"/>
                    <a:pt x="5955" y="1292"/>
                  </a:cubicBezTo>
                  <a:cubicBezTo>
                    <a:pt x="5835" y="1435"/>
                    <a:pt x="5693" y="1578"/>
                    <a:pt x="5573" y="1721"/>
                  </a:cubicBezTo>
                  <a:cubicBezTo>
                    <a:pt x="5454" y="1578"/>
                    <a:pt x="5288" y="1483"/>
                    <a:pt x="5121" y="1411"/>
                  </a:cubicBezTo>
                  <a:cubicBezTo>
                    <a:pt x="5324" y="1319"/>
                    <a:pt x="5542" y="1284"/>
                    <a:pt x="5762" y="1284"/>
                  </a:cubicBezTo>
                  <a:close/>
                  <a:moveTo>
                    <a:pt x="8122" y="3436"/>
                  </a:moveTo>
                  <a:cubicBezTo>
                    <a:pt x="8169" y="3745"/>
                    <a:pt x="8122" y="4031"/>
                    <a:pt x="8003" y="4293"/>
                  </a:cubicBezTo>
                  <a:cubicBezTo>
                    <a:pt x="7931" y="4126"/>
                    <a:pt x="7812" y="3959"/>
                    <a:pt x="7693" y="3817"/>
                  </a:cubicBezTo>
                  <a:cubicBezTo>
                    <a:pt x="7836" y="3698"/>
                    <a:pt x="7979" y="3578"/>
                    <a:pt x="8122" y="3436"/>
                  </a:cubicBezTo>
                  <a:close/>
                  <a:moveTo>
                    <a:pt x="7931" y="609"/>
                  </a:moveTo>
                  <a:cubicBezTo>
                    <a:pt x="8109" y="609"/>
                    <a:pt x="8284" y="661"/>
                    <a:pt x="8431" y="768"/>
                  </a:cubicBezTo>
                  <a:cubicBezTo>
                    <a:pt x="8908" y="1126"/>
                    <a:pt x="8931" y="1769"/>
                    <a:pt x="8550" y="2173"/>
                  </a:cubicBezTo>
                  <a:cubicBezTo>
                    <a:pt x="8217" y="2483"/>
                    <a:pt x="7264" y="3626"/>
                    <a:pt x="5431" y="4650"/>
                  </a:cubicBezTo>
                  <a:cubicBezTo>
                    <a:pt x="5057" y="4860"/>
                    <a:pt x="4641" y="4961"/>
                    <a:pt x="4226" y="4961"/>
                  </a:cubicBezTo>
                  <a:cubicBezTo>
                    <a:pt x="3558" y="4961"/>
                    <a:pt x="2891" y="4697"/>
                    <a:pt x="2406" y="4198"/>
                  </a:cubicBezTo>
                  <a:lnTo>
                    <a:pt x="2263" y="4079"/>
                  </a:lnTo>
                  <a:cubicBezTo>
                    <a:pt x="2238" y="4079"/>
                    <a:pt x="2068" y="4154"/>
                    <a:pt x="1847" y="4154"/>
                  </a:cubicBezTo>
                  <a:cubicBezTo>
                    <a:pt x="1655" y="4154"/>
                    <a:pt x="1425" y="4098"/>
                    <a:pt x="1215" y="3888"/>
                  </a:cubicBezTo>
                  <a:lnTo>
                    <a:pt x="1144" y="3817"/>
                  </a:lnTo>
                  <a:lnTo>
                    <a:pt x="2120" y="3483"/>
                  </a:lnTo>
                  <a:lnTo>
                    <a:pt x="2430" y="2507"/>
                  </a:lnTo>
                  <a:lnTo>
                    <a:pt x="2525" y="2602"/>
                  </a:lnTo>
                  <a:cubicBezTo>
                    <a:pt x="2954" y="3031"/>
                    <a:pt x="2716" y="3578"/>
                    <a:pt x="2692" y="3650"/>
                  </a:cubicBezTo>
                  <a:lnTo>
                    <a:pt x="2835" y="3769"/>
                  </a:lnTo>
                  <a:cubicBezTo>
                    <a:pt x="3100" y="4034"/>
                    <a:pt x="3468" y="4176"/>
                    <a:pt x="3862" y="4176"/>
                  </a:cubicBezTo>
                  <a:cubicBezTo>
                    <a:pt x="3893" y="4176"/>
                    <a:pt x="3923" y="4176"/>
                    <a:pt x="3954" y="4174"/>
                  </a:cubicBezTo>
                  <a:cubicBezTo>
                    <a:pt x="4359" y="4126"/>
                    <a:pt x="4716" y="3912"/>
                    <a:pt x="4931" y="3555"/>
                  </a:cubicBezTo>
                  <a:cubicBezTo>
                    <a:pt x="5835" y="2150"/>
                    <a:pt x="6717" y="1435"/>
                    <a:pt x="7217" y="911"/>
                  </a:cubicBezTo>
                  <a:cubicBezTo>
                    <a:pt x="7413" y="715"/>
                    <a:pt x="7676" y="609"/>
                    <a:pt x="7931" y="609"/>
                  </a:cubicBezTo>
                  <a:close/>
                  <a:moveTo>
                    <a:pt x="7939" y="0"/>
                  </a:moveTo>
                  <a:cubicBezTo>
                    <a:pt x="7526" y="0"/>
                    <a:pt x="7105" y="166"/>
                    <a:pt x="6788" y="483"/>
                  </a:cubicBezTo>
                  <a:lnTo>
                    <a:pt x="6455" y="792"/>
                  </a:lnTo>
                  <a:cubicBezTo>
                    <a:pt x="6229" y="715"/>
                    <a:pt x="5995" y="677"/>
                    <a:pt x="5761" y="677"/>
                  </a:cubicBezTo>
                  <a:cubicBezTo>
                    <a:pt x="5207" y="677"/>
                    <a:pt x="4659" y="890"/>
                    <a:pt x="4240" y="1292"/>
                  </a:cubicBezTo>
                  <a:lnTo>
                    <a:pt x="3883" y="1649"/>
                  </a:lnTo>
                  <a:lnTo>
                    <a:pt x="4835" y="1959"/>
                  </a:lnTo>
                  <a:cubicBezTo>
                    <a:pt x="4954" y="2007"/>
                    <a:pt x="5073" y="2078"/>
                    <a:pt x="5192" y="2173"/>
                  </a:cubicBezTo>
                  <a:cubicBezTo>
                    <a:pt x="4907" y="2507"/>
                    <a:pt x="4645" y="2864"/>
                    <a:pt x="4407" y="3245"/>
                  </a:cubicBezTo>
                  <a:cubicBezTo>
                    <a:pt x="4288" y="3412"/>
                    <a:pt x="4097" y="3531"/>
                    <a:pt x="3883" y="3555"/>
                  </a:cubicBezTo>
                  <a:cubicBezTo>
                    <a:pt x="3850" y="3559"/>
                    <a:pt x="3818" y="3561"/>
                    <a:pt x="3787" y="3561"/>
                  </a:cubicBezTo>
                  <a:cubicBezTo>
                    <a:pt x="3636" y="3561"/>
                    <a:pt x="3501" y="3514"/>
                    <a:pt x="3383" y="3436"/>
                  </a:cubicBezTo>
                  <a:cubicBezTo>
                    <a:pt x="3430" y="2959"/>
                    <a:pt x="3287" y="2507"/>
                    <a:pt x="2954" y="2173"/>
                  </a:cubicBezTo>
                  <a:lnTo>
                    <a:pt x="2168" y="1388"/>
                  </a:lnTo>
                  <a:lnTo>
                    <a:pt x="1620" y="3007"/>
                  </a:lnTo>
                  <a:lnTo>
                    <a:pt x="1" y="3531"/>
                  </a:lnTo>
                  <a:lnTo>
                    <a:pt x="787" y="4317"/>
                  </a:lnTo>
                  <a:cubicBezTo>
                    <a:pt x="1069" y="4599"/>
                    <a:pt x="1471" y="4762"/>
                    <a:pt x="1862" y="4762"/>
                  </a:cubicBezTo>
                  <a:cubicBezTo>
                    <a:pt x="1933" y="4762"/>
                    <a:pt x="2003" y="4756"/>
                    <a:pt x="2073" y="4745"/>
                  </a:cubicBezTo>
                  <a:cubicBezTo>
                    <a:pt x="2549" y="5174"/>
                    <a:pt x="3121" y="5436"/>
                    <a:pt x="3764" y="5531"/>
                  </a:cubicBezTo>
                  <a:cubicBezTo>
                    <a:pt x="3923" y="5554"/>
                    <a:pt x="4084" y="5566"/>
                    <a:pt x="4245" y="5566"/>
                  </a:cubicBezTo>
                  <a:cubicBezTo>
                    <a:pt x="4757" y="5566"/>
                    <a:pt x="5269" y="5446"/>
                    <a:pt x="5740" y="5174"/>
                  </a:cubicBezTo>
                  <a:cubicBezTo>
                    <a:pt x="6240" y="4888"/>
                    <a:pt x="6740" y="4579"/>
                    <a:pt x="7217" y="4221"/>
                  </a:cubicBezTo>
                  <a:cubicBezTo>
                    <a:pt x="7312" y="4317"/>
                    <a:pt x="7407" y="4436"/>
                    <a:pt x="7455" y="4579"/>
                  </a:cubicBezTo>
                  <a:lnTo>
                    <a:pt x="7764" y="5531"/>
                  </a:lnTo>
                  <a:lnTo>
                    <a:pt x="8122" y="5174"/>
                  </a:lnTo>
                  <a:cubicBezTo>
                    <a:pt x="8717" y="4602"/>
                    <a:pt x="8908" y="3721"/>
                    <a:pt x="8622" y="2959"/>
                  </a:cubicBezTo>
                  <a:lnTo>
                    <a:pt x="8979" y="2602"/>
                  </a:lnTo>
                  <a:cubicBezTo>
                    <a:pt x="9646" y="1935"/>
                    <a:pt x="9551" y="840"/>
                    <a:pt x="8788" y="268"/>
                  </a:cubicBezTo>
                  <a:cubicBezTo>
                    <a:pt x="8538" y="88"/>
                    <a:pt x="8240" y="0"/>
                    <a:pt x="793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4" name="Google Shape;1814;p119"/>
            <p:cNvSpPr/>
            <p:nvPr/>
          </p:nvSpPr>
          <p:spPr>
            <a:xfrm>
              <a:off x="4372300" y="3582150"/>
              <a:ext cx="241150" cy="139075"/>
            </a:xfrm>
            <a:custGeom>
              <a:rect b="b" l="l" r="r" t="t"/>
              <a:pathLst>
                <a:path extrusionOk="0" h="5563" w="9646">
                  <a:moveTo>
                    <a:pt x="1644" y="1270"/>
                  </a:moveTo>
                  <a:cubicBezTo>
                    <a:pt x="1715" y="1437"/>
                    <a:pt x="1835" y="1604"/>
                    <a:pt x="1954" y="1746"/>
                  </a:cubicBezTo>
                  <a:cubicBezTo>
                    <a:pt x="1811" y="1866"/>
                    <a:pt x="1668" y="1985"/>
                    <a:pt x="1525" y="2127"/>
                  </a:cubicBezTo>
                  <a:cubicBezTo>
                    <a:pt x="1501" y="1818"/>
                    <a:pt x="1525" y="1532"/>
                    <a:pt x="1644" y="1270"/>
                  </a:cubicBezTo>
                  <a:close/>
                  <a:moveTo>
                    <a:pt x="4073" y="3842"/>
                  </a:moveTo>
                  <a:cubicBezTo>
                    <a:pt x="4216" y="3985"/>
                    <a:pt x="4359" y="4080"/>
                    <a:pt x="4526" y="4152"/>
                  </a:cubicBezTo>
                  <a:cubicBezTo>
                    <a:pt x="4322" y="4244"/>
                    <a:pt x="4105" y="4279"/>
                    <a:pt x="3884" y="4279"/>
                  </a:cubicBezTo>
                  <a:cubicBezTo>
                    <a:pt x="3820" y="4279"/>
                    <a:pt x="3756" y="4276"/>
                    <a:pt x="3692" y="4271"/>
                  </a:cubicBezTo>
                  <a:cubicBezTo>
                    <a:pt x="3811" y="4128"/>
                    <a:pt x="3954" y="3985"/>
                    <a:pt x="4073" y="3842"/>
                  </a:cubicBezTo>
                  <a:close/>
                  <a:moveTo>
                    <a:pt x="5421" y="602"/>
                  </a:moveTo>
                  <a:cubicBezTo>
                    <a:pt x="6092" y="602"/>
                    <a:pt x="6764" y="866"/>
                    <a:pt x="7264" y="1365"/>
                  </a:cubicBezTo>
                  <a:lnTo>
                    <a:pt x="7383" y="1484"/>
                  </a:lnTo>
                  <a:cubicBezTo>
                    <a:pt x="7409" y="1484"/>
                    <a:pt x="7578" y="1409"/>
                    <a:pt x="7800" y="1409"/>
                  </a:cubicBezTo>
                  <a:cubicBezTo>
                    <a:pt x="7991" y="1409"/>
                    <a:pt x="8221" y="1465"/>
                    <a:pt x="8431" y="1675"/>
                  </a:cubicBezTo>
                  <a:lnTo>
                    <a:pt x="8503" y="1746"/>
                  </a:lnTo>
                  <a:lnTo>
                    <a:pt x="7550" y="2080"/>
                  </a:lnTo>
                  <a:lnTo>
                    <a:pt x="7217" y="3056"/>
                  </a:lnTo>
                  <a:lnTo>
                    <a:pt x="7145" y="2961"/>
                  </a:lnTo>
                  <a:cubicBezTo>
                    <a:pt x="6693" y="2532"/>
                    <a:pt x="6955" y="1985"/>
                    <a:pt x="6955" y="1913"/>
                  </a:cubicBezTo>
                  <a:lnTo>
                    <a:pt x="6836" y="1794"/>
                  </a:lnTo>
                  <a:cubicBezTo>
                    <a:pt x="6548" y="1529"/>
                    <a:pt x="6179" y="1387"/>
                    <a:pt x="5803" y="1387"/>
                  </a:cubicBezTo>
                  <a:cubicBezTo>
                    <a:pt x="5774" y="1387"/>
                    <a:pt x="5745" y="1388"/>
                    <a:pt x="5716" y="1389"/>
                  </a:cubicBezTo>
                  <a:cubicBezTo>
                    <a:pt x="5311" y="1437"/>
                    <a:pt x="4954" y="1651"/>
                    <a:pt x="4716" y="2008"/>
                  </a:cubicBezTo>
                  <a:cubicBezTo>
                    <a:pt x="3811" y="3413"/>
                    <a:pt x="2930" y="4128"/>
                    <a:pt x="2430" y="4652"/>
                  </a:cubicBezTo>
                  <a:cubicBezTo>
                    <a:pt x="2233" y="4848"/>
                    <a:pt x="1971" y="4954"/>
                    <a:pt x="1715" y="4954"/>
                  </a:cubicBezTo>
                  <a:cubicBezTo>
                    <a:pt x="1537" y="4954"/>
                    <a:pt x="1362" y="4902"/>
                    <a:pt x="1215" y="4795"/>
                  </a:cubicBezTo>
                  <a:cubicBezTo>
                    <a:pt x="739" y="4437"/>
                    <a:pt x="715" y="3794"/>
                    <a:pt x="1096" y="3390"/>
                  </a:cubicBezTo>
                  <a:cubicBezTo>
                    <a:pt x="1453" y="3080"/>
                    <a:pt x="2406" y="1937"/>
                    <a:pt x="4216" y="913"/>
                  </a:cubicBezTo>
                  <a:cubicBezTo>
                    <a:pt x="4590" y="703"/>
                    <a:pt x="5005" y="602"/>
                    <a:pt x="5421" y="602"/>
                  </a:cubicBezTo>
                  <a:close/>
                  <a:moveTo>
                    <a:pt x="5447" y="0"/>
                  </a:moveTo>
                  <a:cubicBezTo>
                    <a:pt x="4914" y="0"/>
                    <a:pt x="4393" y="130"/>
                    <a:pt x="3930" y="389"/>
                  </a:cubicBezTo>
                  <a:cubicBezTo>
                    <a:pt x="3406" y="675"/>
                    <a:pt x="2906" y="984"/>
                    <a:pt x="2430" y="1342"/>
                  </a:cubicBezTo>
                  <a:cubicBezTo>
                    <a:pt x="2335" y="1246"/>
                    <a:pt x="2239" y="1127"/>
                    <a:pt x="2192" y="984"/>
                  </a:cubicBezTo>
                  <a:lnTo>
                    <a:pt x="1882" y="32"/>
                  </a:lnTo>
                  <a:lnTo>
                    <a:pt x="1525" y="389"/>
                  </a:lnTo>
                  <a:cubicBezTo>
                    <a:pt x="953" y="961"/>
                    <a:pt x="763" y="1842"/>
                    <a:pt x="1025" y="2604"/>
                  </a:cubicBezTo>
                  <a:lnTo>
                    <a:pt x="668" y="2961"/>
                  </a:lnTo>
                  <a:cubicBezTo>
                    <a:pt x="1" y="3628"/>
                    <a:pt x="96" y="4723"/>
                    <a:pt x="858" y="5295"/>
                  </a:cubicBezTo>
                  <a:cubicBezTo>
                    <a:pt x="1109" y="5475"/>
                    <a:pt x="1410" y="5563"/>
                    <a:pt x="1716" y="5563"/>
                  </a:cubicBezTo>
                  <a:cubicBezTo>
                    <a:pt x="2137" y="5563"/>
                    <a:pt x="2565" y="5397"/>
                    <a:pt x="2882" y="5080"/>
                  </a:cubicBezTo>
                  <a:lnTo>
                    <a:pt x="3192" y="4771"/>
                  </a:lnTo>
                  <a:cubicBezTo>
                    <a:pt x="3430" y="4842"/>
                    <a:pt x="3668" y="4890"/>
                    <a:pt x="3906" y="4890"/>
                  </a:cubicBezTo>
                  <a:cubicBezTo>
                    <a:pt x="4454" y="4890"/>
                    <a:pt x="5002" y="4676"/>
                    <a:pt x="5407" y="4271"/>
                  </a:cubicBezTo>
                  <a:lnTo>
                    <a:pt x="5764" y="3914"/>
                  </a:lnTo>
                  <a:lnTo>
                    <a:pt x="4811" y="3604"/>
                  </a:lnTo>
                  <a:cubicBezTo>
                    <a:pt x="4692" y="3556"/>
                    <a:pt x="4573" y="3485"/>
                    <a:pt x="4478" y="3390"/>
                  </a:cubicBezTo>
                  <a:cubicBezTo>
                    <a:pt x="4740" y="3056"/>
                    <a:pt x="5002" y="2699"/>
                    <a:pt x="5240" y="2318"/>
                  </a:cubicBezTo>
                  <a:cubicBezTo>
                    <a:pt x="5359" y="2151"/>
                    <a:pt x="5550" y="2032"/>
                    <a:pt x="5764" y="2008"/>
                  </a:cubicBezTo>
                  <a:cubicBezTo>
                    <a:pt x="5797" y="2004"/>
                    <a:pt x="5829" y="2002"/>
                    <a:pt x="5860" y="2002"/>
                  </a:cubicBezTo>
                  <a:cubicBezTo>
                    <a:pt x="6012" y="2002"/>
                    <a:pt x="6150" y="2049"/>
                    <a:pt x="6288" y="2127"/>
                  </a:cubicBezTo>
                  <a:cubicBezTo>
                    <a:pt x="6216" y="2604"/>
                    <a:pt x="6383" y="3056"/>
                    <a:pt x="6716" y="3390"/>
                  </a:cubicBezTo>
                  <a:lnTo>
                    <a:pt x="7479" y="4176"/>
                  </a:lnTo>
                  <a:lnTo>
                    <a:pt x="8026" y="2556"/>
                  </a:lnTo>
                  <a:lnTo>
                    <a:pt x="9646" y="2032"/>
                  </a:lnTo>
                  <a:lnTo>
                    <a:pt x="8860" y="1246"/>
                  </a:lnTo>
                  <a:cubicBezTo>
                    <a:pt x="8578" y="964"/>
                    <a:pt x="8193" y="801"/>
                    <a:pt x="7793" y="801"/>
                  </a:cubicBezTo>
                  <a:cubicBezTo>
                    <a:pt x="7720" y="801"/>
                    <a:pt x="7647" y="807"/>
                    <a:pt x="7574" y="818"/>
                  </a:cubicBezTo>
                  <a:cubicBezTo>
                    <a:pt x="7098" y="389"/>
                    <a:pt x="6526" y="127"/>
                    <a:pt x="5907" y="32"/>
                  </a:cubicBezTo>
                  <a:cubicBezTo>
                    <a:pt x="5753" y="11"/>
                    <a:pt x="5600" y="0"/>
                    <a:pt x="544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 name="Google Shape;1815;p119"/>
            <p:cNvSpPr/>
            <p:nvPr/>
          </p:nvSpPr>
          <p:spPr>
            <a:xfrm>
              <a:off x="4981950" y="3593650"/>
              <a:ext cx="28600" cy="67900"/>
            </a:xfrm>
            <a:custGeom>
              <a:rect b="b" l="l" r="r" t="t"/>
              <a:pathLst>
                <a:path extrusionOk="0" h="2716" w="1144">
                  <a:moveTo>
                    <a:pt x="715" y="0"/>
                  </a:moveTo>
                  <a:lnTo>
                    <a:pt x="406" y="477"/>
                  </a:lnTo>
                  <a:cubicBezTo>
                    <a:pt x="525" y="548"/>
                    <a:pt x="596" y="667"/>
                    <a:pt x="596" y="810"/>
                  </a:cubicBezTo>
                  <a:cubicBezTo>
                    <a:pt x="596" y="929"/>
                    <a:pt x="525" y="1072"/>
                    <a:pt x="406" y="1144"/>
                  </a:cubicBezTo>
                  <a:cubicBezTo>
                    <a:pt x="144" y="1310"/>
                    <a:pt x="1" y="1620"/>
                    <a:pt x="1" y="1929"/>
                  </a:cubicBezTo>
                  <a:cubicBezTo>
                    <a:pt x="1" y="2239"/>
                    <a:pt x="144" y="2549"/>
                    <a:pt x="406" y="2715"/>
                  </a:cubicBezTo>
                  <a:lnTo>
                    <a:pt x="715" y="2263"/>
                  </a:lnTo>
                  <a:cubicBezTo>
                    <a:pt x="620" y="2168"/>
                    <a:pt x="549" y="2048"/>
                    <a:pt x="549" y="1929"/>
                  </a:cubicBezTo>
                  <a:cubicBezTo>
                    <a:pt x="549" y="1787"/>
                    <a:pt x="620" y="1667"/>
                    <a:pt x="715" y="1596"/>
                  </a:cubicBezTo>
                  <a:cubicBezTo>
                    <a:pt x="1001" y="1429"/>
                    <a:pt x="1144" y="1120"/>
                    <a:pt x="1144" y="810"/>
                  </a:cubicBezTo>
                  <a:cubicBezTo>
                    <a:pt x="1144" y="477"/>
                    <a:pt x="1001" y="167"/>
                    <a:pt x="7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6" name="Google Shape;1816;p119"/>
            <p:cNvSpPr/>
            <p:nvPr/>
          </p:nvSpPr>
          <p:spPr>
            <a:xfrm>
              <a:off x="5016500" y="3593650"/>
              <a:ext cx="29175" cy="67900"/>
            </a:xfrm>
            <a:custGeom>
              <a:rect b="b" l="l" r="r" t="t"/>
              <a:pathLst>
                <a:path extrusionOk="0" h="2716" w="1167">
                  <a:moveTo>
                    <a:pt x="738" y="0"/>
                  </a:moveTo>
                  <a:lnTo>
                    <a:pt x="429" y="477"/>
                  </a:lnTo>
                  <a:cubicBezTo>
                    <a:pt x="548" y="548"/>
                    <a:pt x="595" y="667"/>
                    <a:pt x="595" y="810"/>
                  </a:cubicBezTo>
                  <a:cubicBezTo>
                    <a:pt x="595" y="929"/>
                    <a:pt x="548" y="1072"/>
                    <a:pt x="429" y="1144"/>
                  </a:cubicBezTo>
                  <a:cubicBezTo>
                    <a:pt x="167" y="1310"/>
                    <a:pt x="0" y="1620"/>
                    <a:pt x="0" y="1929"/>
                  </a:cubicBezTo>
                  <a:cubicBezTo>
                    <a:pt x="0" y="2239"/>
                    <a:pt x="167" y="2549"/>
                    <a:pt x="429" y="2715"/>
                  </a:cubicBezTo>
                  <a:lnTo>
                    <a:pt x="738" y="2263"/>
                  </a:lnTo>
                  <a:cubicBezTo>
                    <a:pt x="619" y="2168"/>
                    <a:pt x="572" y="2048"/>
                    <a:pt x="572" y="1929"/>
                  </a:cubicBezTo>
                  <a:cubicBezTo>
                    <a:pt x="572" y="1787"/>
                    <a:pt x="619" y="1667"/>
                    <a:pt x="738" y="1596"/>
                  </a:cubicBezTo>
                  <a:cubicBezTo>
                    <a:pt x="1000" y="1429"/>
                    <a:pt x="1167" y="1120"/>
                    <a:pt x="1167" y="810"/>
                  </a:cubicBezTo>
                  <a:cubicBezTo>
                    <a:pt x="1167" y="477"/>
                    <a:pt x="1000" y="167"/>
                    <a:pt x="73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 name="Google Shape;1817;p119"/>
            <p:cNvSpPr/>
            <p:nvPr/>
          </p:nvSpPr>
          <p:spPr>
            <a:xfrm>
              <a:off x="5051625" y="3593650"/>
              <a:ext cx="28600" cy="67900"/>
            </a:xfrm>
            <a:custGeom>
              <a:rect b="b" l="l" r="r" t="t"/>
              <a:pathLst>
                <a:path extrusionOk="0" h="2716" w="1144">
                  <a:moveTo>
                    <a:pt x="738" y="0"/>
                  </a:moveTo>
                  <a:lnTo>
                    <a:pt x="429" y="477"/>
                  </a:lnTo>
                  <a:cubicBezTo>
                    <a:pt x="524" y="548"/>
                    <a:pt x="595" y="667"/>
                    <a:pt x="595" y="810"/>
                  </a:cubicBezTo>
                  <a:cubicBezTo>
                    <a:pt x="595" y="929"/>
                    <a:pt x="524" y="1072"/>
                    <a:pt x="429" y="1144"/>
                  </a:cubicBezTo>
                  <a:cubicBezTo>
                    <a:pt x="143" y="1310"/>
                    <a:pt x="0" y="1620"/>
                    <a:pt x="0" y="1929"/>
                  </a:cubicBezTo>
                  <a:cubicBezTo>
                    <a:pt x="0" y="2239"/>
                    <a:pt x="143" y="2549"/>
                    <a:pt x="429" y="2715"/>
                  </a:cubicBezTo>
                  <a:lnTo>
                    <a:pt x="738" y="2263"/>
                  </a:lnTo>
                  <a:cubicBezTo>
                    <a:pt x="619" y="2168"/>
                    <a:pt x="548" y="2048"/>
                    <a:pt x="548" y="1929"/>
                  </a:cubicBezTo>
                  <a:cubicBezTo>
                    <a:pt x="548" y="1787"/>
                    <a:pt x="619" y="1667"/>
                    <a:pt x="738" y="1596"/>
                  </a:cubicBezTo>
                  <a:cubicBezTo>
                    <a:pt x="1000" y="1429"/>
                    <a:pt x="1143" y="1120"/>
                    <a:pt x="1143" y="810"/>
                  </a:cubicBezTo>
                  <a:cubicBezTo>
                    <a:pt x="1143" y="477"/>
                    <a:pt x="1000" y="167"/>
                    <a:pt x="73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19"/>
            <p:cNvSpPr/>
            <p:nvPr/>
          </p:nvSpPr>
          <p:spPr>
            <a:xfrm>
              <a:off x="4925400" y="3628775"/>
              <a:ext cx="238175" cy="203050"/>
            </a:xfrm>
            <a:custGeom>
              <a:rect b="b" l="l" r="r" t="t"/>
              <a:pathLst>
                <a:path extrusionOk="0" h="8122" w="9527">
                  <a:moveTo>
                    <a:pt x="7835" y="2549"/>
                  </a:moveTo>
                  <a:lnTo>
                    <a:pt x="7835" y="3096"/>
                  </a:lnTo>
                  <a:lnTo>
                    <a:pt x="572" y="3096"/>
                  </a:lnTo>
                  <a:lnTo>
                    <a:pt x="572" y="2549"/>
                  </a:lnTo>
                  <a:close/>
                  <a:moveTo>
                    <a:pt x="1763" y="3644"/>
                  </a:moveTo>
                  <a:lnTo>
                    <a:pt x="1953" y="4216"/>
                  </a:lnTo>
                  <a:lnTo>
                    <a:pt x="905" y="4216"/>
                  </a:lnTo>
                  <a:lnTo>
                    <a:pt x="691" y="3644"/>
                  </a:lnTo>
                  <a:close/>
                  <a:moveTo>
                    <a:pt x="3930" y="3644"/>
                  </a:moveTo>
                  <a:lnTo>
                    <a:pt x="3930" y="4216"/>
                  </a:lnTo>
                  <a:lnTo>
                    <a:pt x="2549" y="4216"/>
                  </a:lnTo>
                  <a:lnTo>
                    <a:pt x="2358" y="3644"/>
                  </a:lnTo>
                  <a:close/>
                  <a:moveTo>
                    <a:pt x="6049" y="3644"/>
                  </a:moveTo>
                  <a:lnTo>
                    <a:pt x="5883" y="4216"/>
                  </a:lnTo>
                  <a:lnTo>
                    <a:pt x="4501" y="4216"/>
                  </a:lnTo>
                  <a:lnTo>
                    <a:pt x="4501" y="3644"/>
                  </a:lnTo>
                  <a:close/>
                  <a:moveTo>
                    <a:pt x="7716" y="3644"/>
                  </a:moveTo>
                  <a:lnTo>
                    <a:pt x="7502" y="4216"/>
                  </a:lnTo>
                  <a:lnTo>
                    <a:pt x="6454" y="4216"/>
                  </a:lnTo>
                  <a:lnTo>
                    <a:pt x="6645" y="3644"/>
                  </a:lnTo>
                  <a:close/>
                  <a:moveTo>
                    <a:pt x="7288" y="4763"/>
                  </a:moveTo>
                  <a:lnTo>
                    <a:pt x="7097" y="5335"/>
                  </a:lnTo>
                  <a:lnTo>
                    <a:pt x="1310" y="5335"/>
                  </a:lnTo>
                  <a:lnTo>
                    <a:pt x="1120" y="4763"/>
                  </a:lnTo>
                  <a:close/>
                  <a:moveTo>
                    <a:pt x="2501" y="5883"/>
                  </a:moveTo>
                  <a:lnTo>
                    <a:pt x="2691" y="6454"/>
                  </a:lnTo>
                  <a:lnTo>
                    <a:pt x="1739" y="6454"/>
                  </a:lnTo>
                  <a:lnTo>
                    <a:pt x="1525" y="5883"/>
                  </a:lnTo>
                  <a:close/>
                  <a:moveTo>
                    <a:pt x="3930" y="5883"/>
                  </a:moveTo>
                  <a:lnTo>
                    <a:pt x="3930" y="6454"/>
                  </a:lnTo>
                  <a:lnTo>
                    <a:pt x="3287" y="6454"/>
                  </a:lnTo>
                  <a:lnTo>
                    <a:pt x="3096" y="5883"/>
                  </a:lnTo>
                  <a:close/>
                  <a:moveTo>
                    <a:pt x="5311" y="5883"/>
                  </a:moveTo>
                  <a:lnTo>
                    <a:pt x="5121" y="6454"/>
                  </a:lnTo>
                  <a:lnTo>
                    <a:pt x="4501" y="6454"/>
                  </a:lnTo>
                  <a:lnTo>
                    <a:pt x="4501" y="5883"/>
                  </a:lnTo>
                  <a:close/>
                  <a:moveTo>
                    <a:pt x="6168" y="5883"/>
                  </a:moveTo>
                  <a:lnTo>
                    <a:pt x="6168" y="6454"/>
                  </a:lnTo>
                  <a:lnTo>
                    <a:pt x="5716" y="6454"/>
                  </a:lnTo>
                  <a:lnTo>
                    <a:pt x="5906" y="5883"/>
                  </a:lnTo>
                  <a:close/>
                  <a:moveTo>
                    <a:pt x="6264" y="7002"/>
                  </a:moveTo>
                  <a:cubicBezTo>
                    <a:pt x="6287" y="7097"/>
                    <a:pt x="6335" y="7169"/>
                    <a:pt x="6383" y="7240"/>
                  </a:cubicBezTo>
                  <a:lnTo>
                    <a:pt x="6264" y="7550"/>
                  </a:lnTo>
                  <a:lnTo>
                    <a:pt x="2168" y="7550"/>
                  </a:lnTo>
                  <a:lnTo>
                    <a:pt x="1953" y="7002"/>
                  </a:lnTo>
                  <a:close/>
                  <a:moveTo>
                    <a:pt x="8979" y="5883"/>
                  </a:moveTo>
                  <a:lnTo>
                    <a:pt x="8979" y="6454"/>
                  </a:lnTo>
                  <a:cubicBezTo>
                    <a:pt x="8979" y="7050"/>
                    <a:pt x="8455" y="7550"/>
                    <a:pt x="7835" y="7550"/>
                  </a:cubicBezTo>
                  <a:cubicBezTo>
                    <a:pt x="7216" y="7550"/>
                    <a:pt x="6716" y="7050"/>
                    <a:pt x="6716" y="6454"/>
                  </a:cubicBezTo>
                  <a:lnTo>
                    <a:pt x="6716" y="5883"/>
                  </a:lnTo>
                  <a:close/>
                  <a:moveTo>
                    <a:pt x="8979" y="1"/>
                  </a:moveTo>
                  <a:lnTo>
                    <a:pt x="8979" y="5335"/>
                  </a:lnTo>
                  <a:lnTo>
                    <a:pt x="7693" y="5335"/>
                  </a:lnTo>
                  <a:lnTo>
                    <a:pt x="8407" y="3430"/>
                  </a:lnTo>
                  <a:lnTo>
                    <a:pt x="8407" y="1977"/>
                  </a:lnTo>
                  <a:lnTo>
                    <a:pt x="0" y="1977"/>
                  </a:lnTo>
                  <a:lnTo>
                    <a:pt x="0" y="3430"/>
                  </a:lnTo>
                  <a:lnTo>
                    <a:pt x="1763" y="8121"/>
                  </a:lnTo>
                  <a:lnTo>
                    <a:pt x="6645" y="8121"/>
                  </a:lnTo>
                  <a:lnTo>
                    <a:pt x="6788" y="7740"/>
                  </a:lnTo>
                  <a:cubicBezTo>
                    <a:pt x="7073" y="7978"/>
                    <a:pt x="7431" y="8121"/>
                    <a:pt x="7835" y="8121"/>
                  </a:cubicBezTo>
                  <a:cubicBezTo>
                    <a:pt x="8764" y="8121"/>
                    <a:pt x="9526" y="7359"/>
                    <a:pt x="9526" y="6454"/>
                  </a:cubicBezTo>
                  <a:lnTo>
                    <a:pt x="952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 name="Google Shape;1819;p119"/>
            <p:cNvSpPr/>
            <p:nvPr/>
          </p:nvSpPr>
          <p:spPr>
            <a:xfrm>
              <a:off x="5516600" y="3746050"/>
              <a:ext cx="39900" cy="39925"/>
            </a:xfrm>
            <a:custGeom>
              <a:rect b="b" l="l" r="r" t="t"/>
              <a:pathLst>
                <a:path extrusionOk="0" h="1597" w="1596">
                  <a:moveTo>
                    <a:pt x="786" y="525"/>
                  </a:moveTo>
                  <a:cubicBezTo>
                    <a:pt x="929" y="525"/>
                    <a:pt x="1048" y="644"/>
                    <a:pt x="1048" y="787"/>
                  </a:cubicBezTo>
                  <a:cubicBezTo>
                    <a:pt x="1048" y="954"/>
                    <a:pt x="929" y="1073"/>
                    <a:pt x="786" y="1073"/>
                  </a:cubicBezTo>
                  <a:cubicBezTo>
                    <a:pt x="643" y="1073"/>
                    <a:pt x="524" y="954"/>
                    <a:pt x="524" y="787"/>
                  </a:cubicBezTo>
                  <a:cubicBezTo>
                    <a:pt x="524" y="644"/>
                    <a:pt x="643" y="525"/>
                    <a:pt x="786" y="525"/>
                  </a:cubicBezTo>
                  <a:close/>
                  <a:moveTo>
                    <a:pt x="786" y="1"/>
                  </a:moveTo>
                  <a:cubicBezTo>
                    <a:pt x="357" y="1"/>
                    <a:pt x="0" y="358"/>
                    <a:pt x="0" y="787"/>
                  </a:cubicBezTo>
                  <a:cubicBezTo>
                    <a:pt x="0" y="1239"/>
                    <a:pt x="357" y="1597"/>
                    <a:pt x="786" y="1597"/>
                  </a:cubicBezTo>
                  <a:cubicBezTo>
                    <a:pt x="1239" y="1597"/>
                    <a:pt x="1596" y="1239"/>
                    <a:pt x="1596" y="787"/>
                  </a:cubicBezTo>
                  <a:cubicBezTo>
                    <a:pt x="1596" y="358"/>
                    <a:pt x="1239" y="1"/>
                    <a:pt x="78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 name="Google Shape;1820;p119"/>
            <p:cNvSpPr/>
            <p:nvPr/>
          </p:nvSpPr>
          <p:spPr>
            <a:xfrm>
              <a:off x="5476100" y="3598400"/>
              <a:ext cx="226875" cy="227475"/>
            </a:xfrm>
            <a:custGeom>
              <a:rect b="b" l="l" r="r" t="t"/>
              <a:pathLst>
                <a:path extrusionOk="0" h="9099" w="9075">
                  <a:moveTo>
                    <a:pt x="6145" y="549"/>
                  </a:moveTo>
                  <a:cubicBezTo>
                    <a:pt x="6812" y="549"/>
                    <a:pt x="6955" y="858"/>
                    <a:pt x="6955" y="1358"/>
                  </a:cubicBezTo>
                  <a:cubicBezTo>
                    <a:pt x="6955" y="1858"/>
                    <a:pt x="6812" y="2168"/>
                    <a:pt x="6145" y="2168"/>
                  </a:cubicBezTo>
                  <a:cubicBezTo>
                    <a:pt x="5264" y="2168"/>
                    <a:pt x="4264" y="1692"/>
                    <a:pt x="4264" y="1358"/>
                  </a:cubicBezTo>
                  <a:cubicBezTo>
                    <a:pt x="4264" y="1239"/>
                    <a:pt x="4430" y="1049"/>
                    <a:pt x="4859" y="834"/>
                  </a:cubicBezTo>
                  <a:cubicBezTo>
                    <a:pt x="5240" y="668"/>
                    <a:pt x="5740" y="549"/>
                    <a:pt x="6145" y="549"/>
                  </a:cubicBezTo>
                  <a:close/>
                  <a:moveTo>
                    <a:pt x="5597" y="2692"/>
                  </a:moveTo>
                  <a:cubicBezTo>
                    <a:pt x="6145" y="2692"/>
                    <a:pt x="6788" y="2835"/>
                    <a:pt x="7264" y="3073"/>
                  </a:cubicBezTo>
                  <a:cubicBezTo>
                    <a:pt x="7741" y="3287"/>
                    <a:pt x="8026" y="3549"/>
                    <a:pt x="8026" y="3764"/>
                  </a:cubicBezTo>
                  <a:cubicBezTo>
                    <a:pt x="8026" y="4002"/>
                    <a:pt x="7741" y="4264"/>
                    <a:pt x="7264" y="4478"/>
                  </a:cubicBezTo>
                  <a:cubicBezTo>
                    <a:pt x="6788" y="4692"/>
                    <a:pt x="6145" y="4835"/>
                    <a:pt x="5597" y="4835"/>
                  </a:cubicBezTo>
                  <a:cubicBezTo>
                    <a:pt x="4621" y="4835"/>
                    <a:pt x="4264" y="4407"/>
                    <a:pt x="4264" y="3764"/>
                  </a:cubicBezTo>
                  <a:cubicBezTo>
                    <a:pt x="4264" y="3049"/>
                    <a:pt x="4716" y="2692"/>
                    <a:pt x="5597" y="2692"/>
                  </a:cubicBezTo>
                  <a:close/>
                  <a:moveTo>
                    <a:pt x="6407" y="5359"/>
                  </a:moveTo>
                  <a:cubicBezTo>
                    <a:pt x="7717" y="5359"/>
                    <a:pt x="8550" y="5883"/>
                    <a:pt x="8550" y="6693"/>
                  </a:cubicBezTo>
                  <a:cubicBezTo>
                    <a:pt x="8550" y="7526"/>
                    <a:pt x="7717" y="8026"/>
                    <a:pt x="6407" y="8026"/>
                  </a:cubicBezTo>
                  <a:cubicBezTo>
                    <a:pt x="5812" y="8026"/>
                    <a:pt x="4907" y="7931"/>
                    <a:pt x="4407" y="7788"/>
                  </a:cubicBezTo>
                  <a:cubicBezTo>
                    <a:pt x="4430" y="7717"/>
                    <a:pt x="4430" y="7622"/>
                    <a:pt x="4407" y="7526"/>
                  </a:cubicBezTo>
                  <a:cubicBezTo>
                    <a:pt x="4668" y="7336"/>
                    <a:pt x="4811" y="7026"/>
                    <a:pt x="4811" y="6693"/>
                  </a:cubicBezTo>
                  <a:cubicBezTo>
                    <a:pt x="4811" y="6383"/>
                    <a:pt x="4668" y="6074"/>
                    <a:pt x="4407" y="5859"/>
                  </a:cubicBezTo>
                  <a:cubicBezTo>
                    <a:pt x="4430" y="5788"/>
                    <a:pt x="4430" y="5693"/>
                    <a:pt x="4407" y="5597"/>
                  </a:cubicBezTo>
                  <a:cubicBezTo>
                    <a:pt x="4907" y="5478"/>
                    <a:pt x="5812" y="5359"/>
                    <a:pt x="6407" y="5359"/>
                  </a:cubicBezTo>
                  <a:close/>
                  <a:moveTo>
                    <a:pt x="2406" y="4835"/>
                  </a:moveTo>
                  <a:cubicBezTo>
                    <a:pt x="2811" y="4835"/>
                    <a:pt x="2930" y="5216"/>
                    <a:pt x="3001" y="5288"/>
                  </a:cubicBezTo>
                  <a:cubicBezTo>
                    <a:pt x="3042" y="5288"/>
                    <a:pt x="3176" y="5226"/>
                    <a:pt x="3337" y="5226"/>
                  </a:cubicBezTo>
                  <a:cubicBezTo>
                    <a:pt x="3458" y="5226"/>
                    <a:pt x="3593" y="5261"/>
                    <a:pt x="3716" y="5383"/>
                  </a:cubicBezTo>
                  <a:cubicBezTo>
                    <a:pt x="4025" y="5669"/>
                    <a:pt x="3835" y="6026"/>
                    <a:pt x="3811" y="6121"/>
                  </a:cubicBezTo>
                  <a:cubicBezTo>
                    <a:pt x="3883" y="6169"/>
                    <a:pt x="4264" y="6288"/>
                    <a:pt x="4264" y="6693"/>
                  </a:cubicBezTo>
                  <a:cubicBezTo>
                    <a:pt x="4264" y="7098"/>
                    <a:pt x="3883" y="7241"/>
                    <a:pt x="3811" y="7288"/>
                  </a:cubicBezTo>
                  <a:cubicBezTo>
                    <a:pt x="3835" y="7360"/>
                    <a:pt x="4025" y="7741"/>
                    <a:pt x="3716" y="8026"/>
                  </a:cubicBezTo>
                  <a:cubicBezTo>
                    <a:pt x="3593" y="8149"/>
                    <a:pt x="3458" y="8184"/>
                    <a:pt x="3337" y="8184"/>
                  </a:cubicBezTo>
                  <a:cubicBezTo>
                    <a:pt x="3176" y="8184"/>
                    <a:pt x="3042" y="8122"/>
                    <a:pt x="3001" y="8122"/>
                  </a:cubicBezTo>
                  <a:cubicBezTo>
                    <a:pt x="2930" y="8169"/>
                    <a:pt x="2811" y="8574"/>
                    <a:pt x="2406" y="8574"/>
                  </a:cubicBezTo>
                  <a:cubicBezTo>
                    <a:pt x="2001" y="8574"/>
                    <a:pt x="1882" y="8169"/>
                    <a:pt x="1835" y="8122"/>
                  </a:cubicBezTo>
                  <a:lnTo>
                    <a:pt x="1620" y="8169"/>
                  </a:lnTo>
                  <a:cubicBezTo>
                    <a:pt x="1573" y="8181"/>
                    <a:pt x="1523" y="8187"/>
                    <a:pt x="1474" y="8187"/>
                  </a:cubicBezTo>
                  <a:cubicBezTo>
                    <a:pt x="1327" y="8187"/>
                    <a:pt x="1180" y="8134"/>
                    <a:pt x="1072" y="8026"/>
                  </a:cubicBezTo>
                  <a:cubicBezTo>
                    <a:pt x="787" y="7741"/>
                    <a:pt x="977" y="7360"/>
                    <a:pt x="977" y="7288"/>
                  </a:cubicBezTo>
                  <a:cubicBezTo>
                    <a:pt x="906" y="7241"/>
                    <a:pt x="525" y="7121"/>
                    <a:pt x="525" y="6693"/>
                  </a:cubicBezTo>
                  <a:cubicBezTo>
                    <a:pt x="525" y="6288"/>
                    <a:pt x="906" y="6169"/>
                    <a:pt x="977" y="6121"/>
                  </a:cubicBezTo>
                  <a:cubicBezTo>
                    <a:pt x="977" y="6026"/>
                    <a:pt x="787" y="5669"/>
                    <a:pt x="1072" y="5383"/>
                  </a:cubicBezTo>
                  <a:cubicBezTo>
                    <a:pt x="1195" y="5261"/>
                    <a:pt x="1339" y="5226"/>
                    <a:pt x="1470" y="5226"/>
                  </a:cubicBezTo>
                  <a:cubicBezTo>
                    <a:pt x="1644" y="5226"/>
                    <a:pt x="1794" y="5288"/>
                    <a:pt x="1835" y="5288"/>
                  </a:cubicBezTo>
                  <a:cubicBezTo>
                    <a:pt x="1882" y="5216"/>
                    <a:pt x="2001" y="4835"/>
                    <a:pt x="2406" y="4835"/>
                  </a:cubicBezTo>
                  <a:close/>
                  <a:moveTo>
                    <a:pt x="6145" y="1"/>
                  </a:moveTo>
                  <a:cubicBezTo>
                    <a:pt x="5645" y="1"/>
                    <a:pt x="5097" y="144"/>
                    <a:pt x="4621" y="358"/>
                  </a:cubicBezTo>
                  <a:cubicBezTo>
                    <a:pt x="4049" y="620"/>
                    <a:pt x="3740" y="977"/>
                    <a:pt x="3740" y="1358"/>
                  </a:cubicBezTo>
                  <a:cubicBezTo>
                    <a:pt x="3740" y="1739"/>
                    <a:pt x="4049" y="2073"/>
                    <a:pt x="4597" y="2335"/>
                  </a:cubicBezTo>
                  <a:cubicBezTo>
                    <a:pt x="4025" y="2621"/>
                    <a:pt x="3740" y="3144"/>
                    <a:pt x="3740" y="3764"/>
                  </a:cubicBezTo>
                  <a:cubicBezTo>
                    <a:pt x="3740" y="4311"/>
                    <a:pt x="3930" y="4764"/>
                    <a:pt x="4383" y="5073"/>
                  </a:cubicBezTo>
                  <a:cubicBezTo>
                    <a:pt x="4311" y="5073"/>
                    <a:pt x="4264" y="5097"/>
                    <a:pt x="4192" y="5121"/>
                  </a:cubicBezTo>
                  <a:cubicBezTo>
                    <a:pt x="4168" y="5073"/>
                    <a:pt x="4145" y="5050"/>
                    <a:pt x="4097" y="5002"/>
                  </a:cubicBezTo>
                  <a:cubicBezTo>
                    <a:pt x="3901" y="4806"/>
                    <a:pt x="3605" y="4689"/>
                    <a:pt x="3319" y="4689"/>
                  </a:cubicBezTo>
                  <a:cubicBezTo>
                    <a:pt x="3292" y="4689"/>
                    <a:pt x="3266" y="4690"/>
                    <a:pt x="3240" y="4692"/>
                  </a:cubicBezTo>
                  <a:cubicBezTo>
                    <a:pt x="3025" y="4454"/>
                    <a:pt x="2740" y="4311"/>
                    <a:pt x="2406" y="4311"/>
                  </a:cubicBezTo>
                  <a:cubicBezTo>
                    <a:pt x="2073" y="4311"/>
                    <a:pt x="1787" y="4454"/>
                    <a:pt x="1573" y="4692"/>
                  </a:cubicBezTo>
                  <a:cubicBezTo>
                    <a:pt x="1544" y="4690"/>
                    <a:pt x="1516" y="4689"/>
                    <a:pt x="1489" y="4689"/>
                  </a:cubicBezTo>
                  <a:cubicBezTo>
                    <a:pt x="1187" y="4689"/>
                    <a:pt x="909" y="4806"/>
                    <a:pt x="691" y="5002"/>
                  </a:cubicBezTo>
                  <a:cubicBezTo>
                    <a:pt x="477" y="5240"/>
                    <a:pt x="358" y="5550"/>
                    <a:pt x="382" y="5859"/>
                  </a:cubicBezTo>
                  <a:cubicBezTo>
                    <a:pt x="144" y="6074"/>
                    <a:pt x="1" y="6383"/>
                    <a:pt x="1" y="6693"/>
                  </a:cubicBezTo>
                  <a:cubicBezTo>
                    <a:pt x="1" y="7026"/>
                    <a:pt x="144" y="7336"/>
                    <a:pt x="382" y="7526"/>
                  </a:cubicBezTo>
                  <a:cubicBezTo>
                    <a:pt x="358" y="7860"/>
                    <a:pt x="477" y="8169"/>
                    <a:pt x="691" y="8384"/>
                  </a:cubicBezTo>
                  <a:cubicBezTo>
                    <a:pt x="910" y="8602"/>
                    <a:pt x="1188" y="8720"/>
                    <a:pt x="1489" y="8720"/>
                  </a:cubicBezTo>
                  <a:cubicBezTo>
                    <a:pt x="1517" y="8720"/>
                    <a:pt x="1545" y="8719"/>
                    <a:pt x="1573" y="8717"/>
                  </a:cubicBezTo>
                  <a:cubicBezTo>
                    <a:pt x="1787" y="8955"/>
                    <a:pt x="2073" y="9098"/>
                    <a:pt x="2406" y="9098"/>
                  </a:cubicBezTo>
                  <a:cubicBezTo>
                    <a:pt x="2740" y="9098"/>
                    <a:pt x="3025" y="8955"/>
                    <a:pt x="3240" y="8717"/>
                  </a:cubicBezTo>
                  <a:cubicBezTo>
                    <a:pt x="3266" y="8719"/>
                    <a:pt x="3292" y="8720"/>
                    <a:pt x="3318" y="8720"/>
                  </a:cubicBezTo>
                  <a:cubicBezTo>
                    <a:pt x="3604" y="8720"/>
                    <a:pt x="3901" y="8602"/>
                    <a:pt x="4097" y="8384"/>
                  </a:cubicBezTo>
                  <a:cubicBezTo>
                    <a:pt x="4145" y="8360"/>
                    <a:pt x="4168" y="8336"/>
                    <a:pt x="4192" y="8288"/>
                  </a:cubicBezTo>
                  <a:cubicBezTo>
                    <a:pt x="4811" y="8479"/>
                    <a:pt x="5812" y="8574"/>
                    <a:pt x="6407" y="8574"/>
                  </a:cubicBezTo>
                  <a:cubicBezTo>
                    <a:pt x="7741" y="8574"/>
                    <a:pt x="9074" y="8026"/>
                    <a:pt x="9074" y="6693"/>
                  </a:cubicBezTo>
                  <a:cubicBezTo>
                    <a:pt x="9074" y="5955"/>
                    <a:pt x="8598" y="5240"/>
                    <a:pt x="7479" y="4954"/>
                  </a:cubicBezTo>
                  <a:lnTo>
                    <a:pt x="7502" y="4954"/>
                  </a:lnTo>
                  <a:cubicBezTo>
                    <a:pt x="8169" y="4645"/>
                    <a:pt x="8550" y="4216"/>
                    <a:pt x="8550" y="3764"/>
                  </a:cubicBezTo>
                  <a:cubicBezTo>
                    <a:pt x="8550" y="3168"/>
                    <a:pt x="7883" y="2692"/>
                    <a:pt x="7074" y="2406"/>
                  </a:cubicBezTo>
                  <a:cubicBezTo>
                    <a:pt x="7336" y="2192"/>
                    <a:pt x="7479" y="1835"/>
                    <a:pt x="7479" y="1358"/>
                  </a:cubicBezTo>
                  <a:cubicBezTo>
                    <a:pt x="7479" y="430"/>
                    <a:pt x="6978" y="1"/>
                    <a:pt x="614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 name="Google Shape;1821;p119"/>
            <p:cNvSpPr/>
            <p:nvPr/>
          </p:nvSpPr>
          <p:spPr>
            <a:xfrm>
              <a:off x="6025625" y="3585325"/>
              <a:ext cx="254250" cy="254225"/>
            </a:xfrm>
            <a:custGeom>
              <a:rect b="b" l="l" r="r" t="t"/>
              <a:pathLst>
                <a:path extrusionOk="0" h="10169" w="10170">
                  <a:moveTo>
                    <a:pt x="5073" y="595"/>
                  </a:moveTo>
                  <a:cubicBezTo>
                    <a:pt x="5907" y="595"/>
                    <a:pt x="6597" y="1262"/>
                    <a:pt x="6597" y="2072"/>
                  </a:cubicBezTo>
                  <a:cubicBezTo>
                    <a:pt x="6597" y="2905"/>
                    <a:pt x="5907" y="3572"/>
                    <a:pt x="5073" y="3572"/>
                  </a:cubicBezTo>
                  <a:cubicBezTo>
                    <a:pt x="4263" y="3572"/>
                    <a:pt x="3573" y="2905"/>
                    <a:pt x="3573" y="2072"/>
                  </a:cubicBezTo>
                  <a:cubicBezTo>
                    <a:pt x="3573" y="1262"/>
                    <a:pt x="4263" y="595"/>
                    <a:pt x="5073" y="595"/>
                  </a:cubicBezTo>
                  <a:close/>
                  <a:moveTo>
                    <a:pt x="1787" y="7168"/>
                  </a:moveTo>
                  <a:lnTo>
                    <a:pt x="1787" y="7764"/>
                  </a:lnTo>
                  <a:lnTo>
                    <a:pt x="1191" y="7764"/>
                  </a:lnTo>
                  <a:lnTo>
                    <a:pt x="1191" y="7168"/>
                  </a:lnTo>
                  <a:close/>
                  <a:moveTo>
                    <a:pt x="8979" y="7168"/>
                  </a:moveTo>
                  <a:lnTo>
                    <a:pt x="8979" y="7764"/>
                  </a:lnTo>
                  <a:lnTo>
                    <a:pt x="8383" y="7764"/>
                  </a:lnTo>
                  <a:lnTo>
                    <a:pt x="8383" y="7168"/>
                  </a:lnTo>
                  <a:close/>
                  <a:moveTo>
                    <a:pt x="1787" y="8359"/>
                  </a:moveTo>
                  <a:lnTo>
                    <a:pt x="1787" y="9573"/>
                  </a:lnTo>
                  <a:lnTo>
                    <a:pt x="1191" y="9573"/>
                  </a:lnTo>
                  <a:lnTo>
                    <a:pt x="1191" y="8359"/>
                  </a:lnTo>
                  <a:close/>
                  <a:moveTo>
                    <a:pt x="8979" y="8359"/>
                  </a:moveTo>
                  <a:lnTo>
                    <a:pt x="8979" y="9573"/>
                  </a:lnTo>
                  <a:lnTo>
                    <a:pt x="8383" y="9573"/>
                  </a:lnTo>
                  <a:lnTo>
                    <a:pt x="8383" y="8359"/>
                  </a:lnTo>
                  <a:close/>
                  <a:moveTo>
                    <a:pt x="5073" y="0"/>
                  </a:moveTo>
                  <a:cubicBezTo>
                    <a:pt x="2906" y="0"/>
                    <a:pt x="1191" y="1762"/>
                    <a:pt x="1191" y="3858"/>
                  </a:cubicBezTo>
                  <a:lnTo>
                    <a:pt x="1191" y="6573"/>
                  </a:lnTo>
                  <a:lnTo>
                    <a:pt x="1" y="6573"/>
                  </a:lnTo>
                  <a:lnTo>
                    <a:pt x="1" y="7168"/>
                  </a:lnTo>
                  <a:lnTo>
                    <a:pt x="596" y="7168"/>
                  </a:lnTo>
                  <a:lnTo>
                    <a:pt x="596" y="10169"/>
                  </a:lnTo>
                  <a:lnTo>
                    <a:pt x="2382" y="10169"/>
                  </a:lnTo>
                  <a:lnTo>
                    <a:pt x="2382" y="7168"/>
                  </a:lnTo>
                  <a:lnTo>
                    <a:pt x="2977" y="7168"/>
                  </a:lnTo>
                  <a:lnTo>
                    <a:pt x="2977" y="6573"/>
                  </a:lnTo>
                  <a:lnTo>
                    <a:pt x="1787" y="6573"/>
                  </a:lnTo>
                  <a:lnTo>
                    <a:pt x="1787" y="3858"/>
                  </a:lnTo>
                  <a:cubicBezTo>
                    <a:pt x="1787" y="2763"/>
                    <a:pt x="2334" y="1786"/>
                    <a:pt x="3192" y="1191"/>
                  </a:cubicBezTo>
                  <a:lnTo>
                    <a:pt x="3192" y="1191"/>
                  </a:lnTo>
                  <a:cubicBezTo>
                    <a:pt x="3049" y="1477"/>
                    <a:pt x="2977" y="1762"/>
                    <a:pt x="2977" y="2072"/>
                  </a:cubicBezTo>
                  <a:cubicBezTo>
                    <a:pt x="2977" y="3239"/>
                    <a:pt x="3930" y="4168"/>
                    <a:pt x="5073" y="4168"/>
                  </a:cubicBezTo>
                  <a:cubicBezTo>
                    <a:pt x="6240" y="4168"/>
                    <a:pt x="7193" y="3239"/>
                    <a:pt x="7193" y="2072"/>
                  </a:cubicBezTo>
                  <a:cubicBezTo>
                    <a:pt x="7193" y="1762"/>
                    <a:pt x="7121" y="1477"/>
                    <a:pt x="6978" y="1191"/>
                  </a:cubicBezTo>
                  <a:lnTo>
                    <a:pt x="6978" y="1191"/>
                  </a:lnTo>
                  <a:cubicBezTo>
                    <a:pt x="7836" y="1786"/>
                    <a:pt x="8383" y="2763"/>
                    <a:pt x="8383" y="3858"/>
                  </a:cubicBezTo>
                  <a:lnTo>
                    <a:pt x="8383" y="6573"/>
                  </a:lnTo>
                  <a:lnTo>
                    <a:pt x="7193" y="6573"/>
                  </a:lnTo>
                  <a:lnTo>
                    <a:pt x="7193" y="7168"/>
                  </a:lnTo>
                  <a:lnTo>
                    <a:pt x="7788" y="7168"/>
                  </a:lnTo>
                  <a:lnTo>
                    <a:pt x="7788" y="10169"/>
                  </a:lnTo>
                  <a:lnTo>
                    <a:pt x="9574" y="10169"/>
                  </a:lnTo>
                  <a:lnTo>
                    <a:pt x="9574" y="7168"/>
                  </a:lnTo>
                  <a:lnTo>
                    <a:pt x="10169" y="7168"/>
                  </a:lnTo>
                  <a:lnTo>
                    <a:pt x="10169" y="6573"/>
                  </a:lnTo>
                  <a:lnTo>
                    <a:pt x="8979" y="6573"/>
                  </a:lnTo>
                  <a:lnTo>
                    <a:pt x="8979" y="3858"/>
                  </a:lnTo>
                  <a:cubicBezTo>
                    <a:pt x="8979" y="1715"/>
                    <a:pt x="7216" y="0"/>
                    <a:pt x="507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 name="Google Shape;1822;p119"/>
            <p:cNvSpPr/>
            <p:nvPr/>
          </p:nvSpPr>
          <p:spPr>
            <a:xfrm>
              <a:off x="951950" y="4052075"/>
              <a:ext cx="243525" cy="232800"/>
            </a:xfrm>
            <a:custGeom>
              <a:rect b="b" l="l" r="r" t="t"/>
              <a:pathLst>
                <a:path extrusionOk="0" h="9312" w="9741">
                  <a:moveTo>
                    <a:pt x="6573" y="548"/>
                  </a:moveTo>
                  <a:lnTo>
                    <a:pt x="6573" y="1096"/>
                  </a:lnTo>
                  <a:lnTo>
                    <a:pt x="4906" y="1096"/>
                  </a:lnTo>
                  <a:lnTo>
                    <a:pt x="4906" y="548"/>
                  </a:lnTo>
                  <a:close/>
                  <a:moveTo>
                    <a:pt x="6573" y="1644"/>
                  </a:moveTo>
                  <a:lnTo>
                    <a:pt x="6573" y="4239"/>
                  </a:lnTo>
                  <a:lnTo>
                    <a:pt x="7574" y="5502"/>
                  </a:lnTo>
                  <a:lnTo>
                    <a:pt x="4454" y="5502"/>
                  </a:lnTo>
                  <a:cubicBezTo>
                    <a:pt x="4382" y="5359"/>
                    <a:pt x="4311" y="5240"/>
                    <a:pt x="4192" y="5121"/>
                  </a:cubicBezTo>
                  <a:lnTo>
                    <a:pt x="4906" y="4239"/>
                  </a:lnTo>
                  <a:lnTo>
                    <a:pt x="4906" y="1644"/>
                  </a:lnTo>
                  <a:close/>
                  <a:moveTo>
                    <a:pt x="8026" y="6049"/>
                  </a:moveTo>
                  <a:lnTo>
                    <a:pt x="8550" y="6692"/>
                  </a:lnTo>
                  <a:cubicBezTo>
                    <a:pt x="9026" y="7312"/>
                    <a:pt x="8598" y="8216"/>
                    <a:pt x="7812" y="8216"/>
                  </a:cubicBezTo>
                  <a:lnTo>
                    <a:pt x="4454" y="8216"/>
                  </a:lnTo>
                  <a:cubicBezTo>
                    <a:pt x="4502" y="8050"/>
                    <a:pt x="4525" y="7883"/>
                    <a:pt x="4525" y="7716"/>
                  </a:cubicBezTo>
                  <a:cubicBezTo>
                    <a:pt x="4763" y="7502"/>
                    <a:pt x="4906" y="7192"/>
                    <a:pt x="4906" y="6859"/>
                  </a:cubicBezTo>
                  <a:cubicBezTo>
                    <a:pt x="4906" y="6549"/>
                    <a:pt x="4787" y="6240"/>
                    <a:pt x="4549" y="6049"/>
                  </a:cubicBezTo>
                  <a:close/>
                  <a:moveTo>
                    <a:pt x="2453" y="4954"/>
                  </a:moveTo>
                  <a:cubicBezTo>
                    <a:pt x="2882" y="4954"/>
                    <a:pt x="3001" y="5359"/>
                    <a:pt x="3073" y="5406"/>
                  </a:cubicBezTo>
                  <a:cubicBezTo>
                    <a:pt x="3113" y="5406"/>
                    <a:pt x="3255" y="5344"/>
                    <a:pt x="3423" y="5344"/>
                  </a:cubicBezTo>
                  <a:cubicBezTo>
                    <a:pt x="3548" y="5344"/>
                    <a:pt x="3688" y="5379"/>
                    <a:pt x="3811" y="5502"/>
                  </a:cubicBezTo>
                  <a:cubicBezTo>
                    <a:pt x="4097" y="5811"/>
                    <a:pt x="3906" y="6168"/>
                    <a:pt x="3906" y="6264"/>
                  </a:cubicBezTo>
                  <a:cubicBezTo>
                    <a:pt x="3978" y="6311"/>
                    <a:pt x="4359" y="6430"/>
                    <a:pt x="4359" y="6859"/>
                  </a:cubicBezTo>
                  <a:cubicBezTo>
                    <a:pt x="4359" y="7288"/>
                    <a:pt x="3978" y="7407"/>
                    <a:pt x="3906" y="7454"/>
                  </a:cubicBezTo>
                  <a:cubicBezTo>
                    <a:pt x="3906" y="7550"/>
                    <a:pt x="4097" y="7907"/>
                    <a:pt x="3811" y="8216"/>
                  </a:cubicBezTo>
                  <a:cubicBezTo>
                    <a:pt x="3688" y="8339"/>
                    <a:pt x="3548" y="8374"/>
                    <a:pt x="3423" y="8374"/>
                  </a:cubicBezTo>
                  <a:cubicBezTo>
                    <a:pt x="3255" y="8374"/>
                    <a:pt x="3113" y="8312"/>
                    <a:pt x="3073" y="8312"/>
                  </a:cubicBezTo>
                  <a:cubicBezTo>
                    <a:pt x="3001" y="8359"/>
                    <a:pt x="2882" y="8764"/>
                    <a:pt x="2453" y="8764"/>
                  </a:cubicBezTo>
                  <a:cubicBezTo>
                    <a:pt x="2049" y="8764"/>
                    <a:pt x="1930" y="8359"/>
                    <a:pt x="1858" y="8312"/>
                  </a:cubicBezTo>
                  <a:cubicBezTo>
                    <a:pt x="1817" y="8312"/>
                    <a:pt x="1675" y="8374"/>
                    <a:pt x="1508" y="8374"/>
                  </a:cubicBezTo>
                  <a:cubicBezTo>
                    <a:pt x="1382" y="8374"/>
                    <a:pt x="1242" y="8339"/>
                    <a:pt x="1120" y="8216"/>
                  </a:cubicBezTo>
                  <a:cubicBezTo>
                    <a:pt x="810" y="7907"/>
                    <a:pt x="1001" y="7550"/>
                    <a:pt x="1025" y="7454"/>
                  </a:cubicBezTo>
                  <a:cubicBezTo>
                    <a:pt x="953" y="7407"/>
                    <a:pt x="548" y="7264"/>
                    <a:pt x="548" y="6859"/>
                  </a:cubicBezTo>
                  <a:cubicBezTo>
                    <a:pt x="548" y="6454"/>
                    <a:pt x="953" y="6311"/>
                    <a:pt x="1025" y="6264"/>
                  </a:cubicBezTo>
                  <a:cubicBezTo>
                    <a:pt x="1001" y="6168"/>
                    <a:pt x="810" y="5811"/>
                    <a:pt x="1120" y="5502"/>
                  </a:cubicBezTo>
                  <a:cubicBezTo>
                    <a:pt x="1242" y="5379"/>
                    <a:pt x="1382" y="5344"/>
                    <a:pt x="1508" y="5344"/>
                  </a:cubicBezTo>
                  <a:cubicBezTo>
                    <a:pt x="1675" y="5344"/>
                    <a:pt x="1817" y="5406"/>
                    <a:pt x="1858" y="5406"/>
                  </a:cubicBezTo>
                  <a:cubicBezTo>
                    <a:pt x="1930" y="5359"/>
                    <a:pt x="2049" y="4954"/>
                    <a:pt x="2453" y="4954"/>
                  </a:cubicBezTo>
                  <a:close/>
                  <a:moveTo>
                    <a:pt x="3835" y="1"/>
                  </a:moveTo>
                  <a:lnTo>
                    <a:pt x="3835" y="548"/>
                  </a:lnTo>
                  <a:lnTo>
                    <a:pt x="4359" y="548"/>
                  </a:lnTo>
                  <a:lnTo>
                    <a:pt x="4359" y="4049"/>
                  </a:lnTo>
                  <a:lnTo>
                    <a:pt x="3716" y="4835"/>
                  </a:lnTo>
                  <a:cubicBezTo>
                    <a:pt x="3631" y="4818"/>
                    <a:pt x="3535" y="4801"/>
                    <a:pt x="3436" y="4801"/>
                  </a:cubicBezTo>
                  <a:cubicBezTo>
                    <a:pt x="3394" y="4801"/>
                    <a:pt x="3353" y="4804"/>
                    <a:pt x="3311" y="4811"/>
                  </a:cubicBezTo>
                  <a:cubicBezTo>
                    <a:pt x="3096" y="4549"/>
                    <a:pt x="2787" y="4406"/>
                    <a:pt x="2453" y="4406"/>
                  </a:cubicBezTo>
                  <a:cubicBezTo>
                    <a:pt x="2120" y="4406"/>
                    <a:pt x="1834" y="4549"/>
                    <a:pt x="1620" y="4811"/>
                  </a:cubicBezTo>
                  <a:cubicBezTo>
                    <a:pt x="1587" y="4809"/>
                    <a:pt x="1554" y="4807"/>
                    <a:pt x="1521" y="4807"/>
                  </a:cubicBezTo>
                  <a:cubicBezTo>
                    <a:pt x="1222" y="4807"/>
                    <a:pt x="932" y="4906"/>
                    <a:pt x="739" y="5121"/>
                  </a:cubicBezTo>
                  <a:cubicBezTo>
                    <a:pt x="501" y="5359"/>
                    <a:pt x="382" y="5668"/>
                    <a:pt x="405" y="6002"/>
                  </a:cubicBezTo>
                  <a:cubicBezTo>
                    <a:pt x="143" y="6216"/>
                    <a:pt x="1" y="6526"/>
                    <a:pt x="1" y="6859"/>
                  </a:cubicBezTo>
                  <a:cubicBezTo>
                    <a:pt x="1" y="7192"/>
                    <a:pt x="143" y="7502"/>
                    <a:pt x="405" y="7716"/>
                  </a:cubicBezTo>
                  <a:cubicBezTo>
                    <a:pt x="382" y="8050"/>
                    <a:pt x="501" y="8359"/>
                    <a:pt x="739" y="8598"/>
                  </a:cubicBezTo>
                  <a:cubicBezTo>
                    <a:pt x="932" y="8812"/>
                    <a:pt x="1222" y="8911"/>
                    <a:pt x="1521" y="8911"/>
                  </a:cubicBezTo>
                  <a:cubicBezTo>
                    <a:pt x="1554" y="8911"/>
                    <a:pt x="1587" y="8909"/>
                    <a:pt x="1620" y="8907"/>
                  </a:cubicBezTo>
                  <a:cubicBezTo>
                    <a:pt x="1834" y="9169"/>
                    <a:pt x="2120" y="9312"/>
                    <a:pt x="2453" y="9312"/>
                  </a:cubicBezTo>
                  <a:cubicBezTo>
                    <a:pt x="2787" y="9312"/>
                    <a:pt x="3096" y="9169"/>
                    <a:pt x="3311" y="8907"/>
                  </a:cubicBezTo>
                  <a:cubicBezTo>
                    <a:pt x="3350" y="8911"/>
                    <a:pt x="3390" y="8913"/>
                    <a:pt x="3430" y="8913"/>
                  </a:cubicBezTo>
                  <a:cubicBezTo>
                    <a:pt x="3627" y="8913"/>
                    <a:pt x="3819" y="8863"/>
                    <a:pt x="3978" y="8764"/>
                  </a:cubicBezTo>
                  <a:lnTo>
                    <a:pt x="7812" y="8764"/>
                  </a:lnTo>
                  <a:cubicBezTo>
                    <a:pt x="9050" y="8764"/>
                    <a:pt x="9741" y="7312"/>
                    <a:pt x="8979" y="6359"/>
                  </a:cubicBezTo>
                  <a:lnTo>
                    <a:pt x="7121" y="4049"/>
                  </a:lnTo>
                  <a:lnTo>
                    <a:pt x="7121" y="548"/>
                  </a:lnTo>
                  <a:lnTo>
                    <a:pt x="7669" y="548"/>
                  </a:lnTo>
                  <a:lnTo>
                    <a:pt x="7669"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3" name="Google Shape;1823;p119"/>
            <p:cNvSpPr/>
            <p:nvPr/>
          </p:nvSpPr>
          <p:spPr>
            <a:xfrm>
              <a:off x="993025" y="4203300"/>
              <a:ext cx="41100" cy="40500"/>
            </a:xfrm>
            <a:custGeom>
              <a:rect b="b" l="l" r="r" t="t"/>
              <a:pathLst>
                <a:path extrusionOk="0" h="1620" w="1644">
                  <a:moveTo>
                    <a:pt x="810" y="548"/>
                  </a:moveTo>
                  <a:cubicBezTo>
                    <a:pt x="977" y="548"/>
                    <a:pt x="1096" y="667"/>
                    <a:pt x="1096" y="810"/>
                  </a:cubicBezTo>
                  <a:cubicBezTo>
                    <a:pt x="1096" y="953"/>
                    <a:pt x="977" y="1072"/>
                    <a:pt x="810" y="1072"/>
                  </a:cubicBezTo>
                  <a:cubicBezTo>
                    <a:pt x="668" y="1072"/>
                    <a:pt x="549" y="953"/>
                    <a:pt x="549" y="810"/>
                  </a:cubicBezTo>
                  <a:cubicBezTo>
                    <a:pt x="549" y="667"/>
                    <a:pt x="668" y="548"/>
                    <a:pt x="810" y="548"/>
                  </a:cubicBezTo>
                  <a:close/>
                  <a:moveTo>
                    <a:pt x="810" y="0"/>
                  </a:moveTo>
                  <a:cubicBezTo>
                    <a:pt x="358" y="0"/>
                    <a:pt x="1" y="358"/>
                    <a:pt x="1" y="810"/>
                  </a:cubicBezTo>
                  <a:cubicBezTo>
                    <a:pt x="1" y="1263"/>
                    <a:pt x="358" y="1620"/>
                    <a:pt x="810" y="1620"/>
                  </a:cubicBezTo>
                  <a:cubicBezTo>
                    <a:pt x="1263" y="1620"/>
                    <a:pt x="1644" y="1263"/>
                    <a:pt x="1644" y="810"/>
                  </a:cubicBezTo>
                  <a:cubicBezTo>
                    <a:pt x="1644" y="358"/>
                    <a:pt x="1263" y="0"/>
                    <a:pt x="8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 name="Google Shape;1824;p119"/>
            <p:cNvSpPr/>
            <p:nvPr/>
          </p:nvSpPr>
          <p:spPr>
            <a:xfrm>
              <a:off x="1129975" y="4217000"/>
              <a:ext cx="13700" cy="13100"/>
            </a:xfrm>
            <a:custGeom>
              <a:rect b="b" l="l" r="r" t="t"/>
              <a:pathLst>
                <a:path extrusionOk="0" h="524" w="548">
                  <a:moveTo>
                    <a:pt x="0" y="0"/>
                  </a:moveTo>
                  <a:lnTo>
                    <a:pt x="0" y="524"/>
                  </a:lnTo>
                  <a:lnTo>
                    <a:pt x="548" y="524"/>
                  </a:lnTo>
                  <a:lnTo>
                    <a:pt x="548"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5" name="Google Shape;1825;p119"/>
            <p:cNvSpPr/>
            <p:nvPr/>
          </p:nvSpPr>
          <p:spPr>
            <a:xfrm>
              <a:off x="1088300" y="4230100"/>
              <a:ext cx="13700" cy="13700"/>
            </a:xfrm>
            <a:custGeom>
              <a:rect b="b" l="l" r="r" t="t"/>
              <a:pathLst>
                <a:path extrusionOk="0" h="548" w="548">
                  <a:moveTo>
                    <a:pt x="0" y="0"/>
                  </a:moveTo>
                  <a:lnTo>
                    <a:pt x="0" y="548"/>
                  </a:lnTo>
                  <a:lnTo>
                    <a:pt x="548" y="548"/>
                  </a:lnTo>
                  <a:lnTo>
                    <a:pt x="548"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 name="Google Shape;1826;p119"/>
            <p:cNvSpPr/>
            <p:nvPr/>
          </p:nvSpPr>
          <p:spPr>
            <a:xfrm>
              <a:off x="1467525" y="4050300"/>
              <a:ext cx="240550" cy="235775"/>
            </a:xfrm>
            <a:custGeom>
              <a:rect b="b" l="l" r="r" t="t"/>
              <a:pathLst>
                <a:path extrusionOk="0" h="9431" w="9622">
                  <a:moveTo>
                    <a:pt x="8312" y="1858"/>
                  </a:moveTo>
                  <a:cubicBezTo>
                    <a:pt x="7717" y="2786"/>
                    <a:pt x="6836" y="3477"/>
                    <a:pt x="5788" y="3810"/>
                  </a:cubicBezTo>
                  <a:cubicBezTo>
                    <a:pt x="5550" y="3906"/>
                    <a:pt x="5312" y="4025"/>
                    <a:pt x="5121" y="4144"/>
                  </a:cubicBezTo>
                  <a:cubicBezTo>
                    <a:pt x="5145" y="3001"/>
                    <a:pt x="6074" y="2072"/>
                    <a:pt x="7241" y="2072"/>
                  </a:cubicBezTo>
                  <a:cubicBezTo>
                    <a:pt x="7598" y="2072"/>
                    <a:pt x="7979" y="2000"/>
                    <a:pt x="8312" y="1858"/>
                  </a:cubicBezTo>
                  <a:close/>
                  <a:moveTo>
                    <a:pt x="9074" y="1691"/>
                  </a:moveTo>
                  <a:lnTo>
                    <a:pt x="9074" y="2358"/>
                  </a:lnTo>
                  <a:cubicBezTo>
                    <a:pt x="9074" y="3453"/>
                    <a:pt x="8193" y="4334"/>
                    <a:pt x="7098" y="4334"/>
                  </a:cubicBezTo>
                  <a:lnTo>
                    <a:pt x="6002" y="4334"/>
                  </a:lnTo>
                  <a:cubicBezTo>
                    <a:pt x="7193" y="3929"/>
                    <a:pt x="8217" y="3120"/>
                    <a:pt x="8860" y="2024"/>
                  </a:cubicBezTo>
                  <a:lnTo>
                    <a:pt x="9074" y="1691"/>
                  </a:lnTo>
                  <a:close/>
                  <a:moveTo>
                    <a:pt x="1263" y="3144"/>
                  </a:moveTo>
                  <a:cubicBezTo>
                    <a:pt x="1454" y="3191"/>
                    <a:pt x="1644" y="3215"/>
                    <a:pt x="1835" y="3215"/>
                  </a:cubicBezTo>
                  <a:cubicBezTo>
                    <a:pt x="2621" y="3215"/>
                    <a:pt x="3287" y="3787"/>
                    <a:pt x="3383" y="4549"/>
                  </a:cubicBezTo>
                  <a:cubicBezTo>
                    <a:pt x="2597" y="4215"/>
                    <a:pt x="1882" y="3739"/>
                    <a:pt x="1263" y="3144"/>
                  </a:cubicBezTo>
                  <a:close/>
                  <a:moveTo>
                    <a:pt x="572" y="3191"/>
                  </a:moveTo>
                  <a:cubicBezTo>
                    <a:pt x="1192" y="3929"/>
                    <a:pt x="1978" y="4501"/>
                    <a:pt x="2811" y="4906"/>
                  </a:cubicBezTo>
                  <a:lnTo>
                    <a:pt x="1978" y="4906"/>
                  </a:lnTo>
                  <a:cubicBezTo>
                    <a:pt x="1192" y="4906"/>
                    <a:pt x="572" y="4263"/>
                    <a:pt x="572" y="3501"/>
                  </a:cubicBezTo>
                  <a:lnTo>
                    <a:pt x="572" y="3191"/>
                  </a:lnTo>
                  <a:close/>
                  <a:moveTo>
                    <a:pt x="5669" y="6597"/>
                  </a:moveTo>
                  <a:lnTo>
                    <a:pt x="5669" y="8859"/>
                  </a:lnTo>
                  <a:lnTo>
                    <a:pt x="3978" y="8859"/>
                  </a:lnTo>
                  <a:cubicBezTo>
                    <a:pt x="3335" y="8859"/>
                    <a:pt x="2835" y="8359"/>
                    <a:pt x="2835" y="7740"/>
                  </a:cubicBezTo>
                  <a:cubicBezTo>
                    <a:pt x="2835" y="7097"/>
                    <a:pt x="3335" y="6597"/>
                    <a:pt x="3978" y="6597"/>
                  </a:cubicBezTo>
                  <a:close/>
                  <a:moveTo>
                    <a:pt x="7931" y="6597"/>
                  </a:moveTo>
                  <a:cubicBezTo>
                    <a:pt x="8550" y="6597"/>
                    <a:pt x="9074" y="7097"/>
                    <a:pt x="9074" y="7740"/>
                  </a:cubicBezTo>
                  <a:cubicBezTo>
                    <a:pt x="9074" y="8359"/>
                    <a:pt x="8550" y="8859"/>
                    <a:pt x="7931" y="8859"/>
                  </a:cubicBezTo>
                  <a:lnTo>
                    <a:pt x="6240" y="8859"/>
                  </a:lnTo>
                  <a:lnTo>
                    <a:pt x="6240" y="6597"/>
                  </a:lnTo>
                  <a:close/>
                  <a:moveTo>
                    <a:pt x="9622" y="0"/>
                  </a:moveTo>
                  <a:lnTo>
                    <a:pt x="8717" y="905"/>
                  </a:lnTo>
                  <a:cubicBezTo>
                    <a:pt x="8312" y="1310"/>
                    <a:pt x="7788" y="1524"/>
                    <a:pt x="7241" y="1524"/>
                  </a:cubicBezTo>
                  <a:cubicBezTo>
                    <a:pt x="5764" y="1524"/>
                    <a:pt x="4549" y="2715"/>
                    <a:pt x="4549" y="4191"/>
                  </a:cubicBezTo>
                  <a:lnTo>
                    <a:pt x="4549" y="4668"/>
                  </a:lnTo>
                  <a:cubicBezTo>
                    <a:pt x="4430" y="4834"/>
                    <a:pt x="4311" y="5001"/>
                    <a:pt x="4216" y="5192"/>
                  </a:cubicBezTo>
                  <a:cubicBezTo>
                    <a:pt x="4145" y="5096"/>
                    <a:pt x="4073" y="4977"/>
                    <a:pt x="3978" y="4906"/>
                  </a:cubicBezTo>
                  <a:lnTo>
                    <a:pt x="3978" y="4763"/>
                  </a:lnTo>
                  <a:cubicBezTo>
                    <a:pt x="3978" y="3596"/>
                    <a:pt x="3002" y="2643"/>
                    <a:pt x="1835" y="2643"/>
                  </a:cubicBezTo>
                  <a:cubicBezTo>
                    <a:pt x="1596" y="2643"/>
                    <a:pt x="1358" y="2596"/>
                    <a:pt x="1144" y="2477"/>
                  </a:cubicBezTo>
                  <a:lnTo>
                    <a:pt x="1" y="1905"/>
                  </a:lnTo>
                  <a:lnTo>
                    <a:pt x="1" y="3501"/>
                  </a:lnTo>
                  <a:cubicBezTo>
                    <a:pt x="1" y="4596"/>
                    <a:pt x="882" y="5477"/>
                    <a:pt x="1978" y="5477"/>
                  </a:cubicBezTo>
                  <a:lnTo>
                    <a:pt x="3716" y="5477"/>
                  </a:lnTo>
                  <a:cubicBezTo>
                    <a:pt x="3859" y="5644"/>
                    <a:pt x="3930" y="5835"/>
                    <a:pt x="3954" y="6025"/>
                  </a:cubicBezTo>
                  <a:cubicBezTo>
                    <a:pt x="3025" y="6049"/>
                    <a:pt x="2263" y="6787"/>
                    <a:pt x="2263" y="7740"/>
                  </a:cubicBezTo>
                  <a:cubicBezTo>
                    <a:pt x="2263" y="8669"/>
                    <a:pt x="3025" y="9431"/>
                    <a:pt x="3978" y="9431"/>
                  </a:cubicBezTo>
                  <a:lnTo>
                    <a:pt x="7931" y="9431"/>
                  </a:lnTo>
                  <a:cubicBezTo>
                    <a:pt x="8884" y="9431"/>
                    <a:pt x="9622" y="8669"/>
                    <a:pt x="9622" y="7740"/>
                  </a:cubicBezTo>
                  <a:cubicBezTo>
                    <a:pt x="9622" y="6787"/>
                    <a:pt x="8884" y="6025"/>
                    <a:pt x="7931" y="6025"/>
                  </a:cubicBezTo>
                  <a:lnTo>
                    <a:pt x="4549" y="6025"/>
                  </a:lnTo>
                  <a:cubicBezTo>
                    <a:pt x="4621" y="5596"/>
                    <a:pt x="4811" y="5215"/>
                    <a:pt x="5097" y="4906"/>
                  </a:cubicBezTo>
                  <a:lnTo>
                    <a:pt x="7098" y="4906"/>
                  </a:lnTo>
                  <a:cubicBezTo>
                    <a:pt x="8503" y="4906"/>
                    <a:pt x="9622" y="3763"/>
                    <a:pt x="9622" y="2358"/>
                  </a:cubicBezTo>
                  <a:lnTo>
                    <a:pt x="962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 name="Google Shape;1827;p119"/>
            <p:cNvSpPr/>
            <p:nvPr/>
          </p:nvSpPr>
          <p:spPr>
            <a:xfrm>
              <a:off x="2164700" y="4050300"/>
              <a:ext cx="148275" cy="147675"/>
            </a:xfrm>
            <a:custGeom>
              <a:rect b="b" l="l" r="r" t="t"/>
              <a:pathLst>
                <a:path extrusionOk="0" h="5907" w="5931">
                  <a:moveTo>
                    <a:pt x="3549" y="572"/>
                  </a:moveTo>
                  <a:lnTo>
                    <a:pt x="3549" y="2358"/>
                  </a:lnTo>
                  <a:lnTo>
                    <a:pt x="5335" y="2358"/>
                  </a:lnTo>
                  <a:lnTo>
                    <a:pt x="5335" y="3525"/>
                  </a:lnTo>
                  <a:lnTo>
                    <a:pt x="3549" y="3525"/>
                  </a:lnTo>
                  <a:lnTo>
                    <a:pt x="3549" y="5311"/>
                  </a:lnTo>
                  <a:lnTo>
                    <a:pt x="2358" y="5311"/>
                  </a:lnTo>
                  <a:lnTo>
                    <a:pt x="2358" y="3525"/>
                  </a:lnTo>
                  <a:lnTo>
                    <a:pt x="596" y="3525"/>
                  </a:lnTo>
                  <a:lnTo>
                    <a:pt x="596" y="2358"/>
                  </a:lnTo>
                  <a:lnTo>
                    <a:pt x="2358" y="2358"/>
                  </a:lnTo>
                  <a:lnTo>
                    <a:pt x="2358" y="572"/>
                  </a:lnTo>
                  <a:close/>
                  <a:moveTo>
                    <a:pt x="1787" y="0"/>
                  </a:moveTo>
                  <a:lnTo>
                    <a:pt x="1787" y="1762"/>
                  </a:lnTo>
                  <a:lnTo>
                    <a:pt x="1" y="1762"/>
                  </a:lnTo>
                  <a:lnTo>
                    <a:pt x="1" y="4120"/>
                  </a:lnTo>
                  <a:lnTo>
                    <a:pt x="1787" y="4120"/>
                  </a:lnTo>
                  <a:lnTo>
                    <a:pt x="1787" y="5906"/>
                  </a:lnTo>
                  <a:lnTo>
                    <a:pt x="4144" y="5906"/>
                  </a:lnTo>
                  <a:lnTo>
                    <a:pt x="4144" y="4120"/>
                  </a:lnTo>
                  <a:lnTo>
                    <a:pt x="5930" y="4120"/>
                  </a:lnTo>
                  <a:lnTo>
                    <a:pt x="5930" y="1762"/>
                  </a:lnTo>
                  <a:lnTo>
                    <a:pt x="4144" y="1762"/>
                  </a:lnTo>
                  <a:lnTo>
                    <a:pt x="414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8" name="Google Shape;1828;p119"/>
            <p:cNvSpPr/>
            <p:nvPr/>
          </p:nvSpPr>
          <p:spPr>
            <a:xfrm>
              <a:off x="2061100" y="4153275"/>
              <a:ext cx="207225" cy="132800"/>
            </a:xfrm>
            <a:custGeom>
              <a:rect b="b" l="l" r="r" t="t"/>
              <a:pathLst>
                <a:path extrusionOk="0" h="5312" w="8289">
                  <a:moveTo>
                    <a:pt x="2430" y="596"/>
                  </a:moveTo>
                  <a:cubicBezTo>
                    <a:pt x="2668" y="596"/>
                    <a:pt x="2883" y="692"/>
                    <a:pt x="3049" y="858"/>
                  </a:cubicBezTo>
                  <a:lnTo>
                    <a:pt x="5026" y="2835"/>
                  </a:lnTo>
                  <a:lnTo>
                    <a:pt x="4621" y="3264"/>
                  </a:lnTo>
                  <a:lnTo>
                    <a:pt x="3240" y="1858"/>
                  </a:lnTo>
                  <a:lnTo>
                    <a:pt x="2811" y="2287"/>
                  </a:lnTo>
                  <a:lnTo>
                    <a:pt x="4407" y="3883"/>
                  </a:lnTo>
                  <a:cubicBezTo>
                    <a:pt x="4573" y="4049"/>
                    <a:pt x="4811" y="4145"/>
                    <a:pt x="5026" y="4145"/>
                  </a:cubicBezTo>
                  <a:lnTo>
                    <a:pt x="7693" y="4145"/>
                  </a:lnTo>
                  <a:lnTo>
                    <a:pt x="7693" y="4716"/>
                  </a:lnTo>
                  <a:lnTo>
                    <a:pt x="4192" y="4716"/>
                  </a:lnTo>
                  <a:cubicBezTo>
                    <a:pt x="4026" y="4716"/>
                    <a:pt x="3883" y="4692"/>
                    <a:pt x="3740" y="4621"/>
                  </a:cubicBezTo>
                  <a:lnTo>
                    <a:pt x="1073" y="2359"/>
                  </a:lnTo>
                  <a:lnTo>
                    <a:pt x="596" y="2359"/>
                  </a:lnTo>
                  <a:lnTo>
                    <a:pt x="596" y="596"/>
                  </a:lnTo>
                  <a:close/>
                  <a:moveTo>
                    <a:pt x="1" y="1"/>
                  </a:moveTo>
                  <a:lnTo>
                    <a:pt x="1" y="2954"/>
                  </a:lnTo>
                  <a:lnTo>
                    <a:pt x="858" y="2954"/>
                  </a:lnTo>
                  <a:lnTo>
                    <a:pt x="3406" y="5097"/>
                  </a:lnTo>
                  <a:lnTo>
                    <a:pt x="3430" y="5097"/>
                  </a:lnTo>
                  <a:cubicBezTo>
                    <a:pt x="3645" y="5240"/>
                    <a:pt x="3907" y="5312"/>
                    <a:pt x="4192" y="5312"/>
                  </a:cubicBezTo>
                  <a:lnTo>
                    <a:pt x="8288" y="5312"/>
                  </a:lnTo>
                  <a:lnTo>
                    <a:pt x="8288" y="3549"/>
                  </a:lnTo>
                  <a:lnTo>
                    <a:pt x="5169" y="3549"/>
                  </a:lnTo>
                  <a:lnTo>
                    <a:pt x="5883" y="2835"/>
                  </a:lnTo>
                  <a:lnTo>
                    <a:pt x="3478" y="430"/>
                  </a:lnTo>
                  <a:cubicBezTo>
                    <a:pt x="3192" y="168"/>
                    <a:pt x="2835" y="1"/>
                    <a:pt x="243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 name="Google Shape;1829;p119"/>
            <p:cNvSpPr/>
            <p:nvPr/>
          </p:nvSpPr>
          <p:spPr>
            <a:xfrm>
              <a:off x="2641600" y="4057425"/>
              <a:ext cx="235775" cy="221500"/>
            </a:xfrm>
            <a:custGeom>
              <a:rect b="b" l="l" r="r" t="t"/>
              <a:pathLst>
                <a:path extrusionOk="0" h="8860" w="9431">
                  <a:moveTo>
                    <a:pt x="4453" y="1049"/>
                  </a:moveTo>
                  <a:lnTo>
                    <a:pt x="4453" y="2787"/>
                  </a:lnTo>
                  <a:lnTo>
                    <a:pt x="3239" y="2787"/>
                  </a:lnTo>
                  <a:cubicBezTo>
                    <a:pt x="3596" y="2073"/>
                    <a:pt x="4096" y="1454"/>
                    <a:pt x="4453" y="1049"/>
                  </a:cubicBezTo>
                  <a:close/>
                  <a:moveTo>
                    <a:pt x="5001" y="1072"/>
                  </a:moveTo>
                  <a:cubicBezTo>
                    <a:pt x="5287" y="1382"/>
                    <a:pt x="5644" y="1835"/>
                    <a:pt x="5954" y="2335"/>
                  </a:cubicBezTo>
                  <a:lnTo>
                    <a:pt x="5358" y="2787"/>
                  </a:lnTo>
                  <a:lnTo>
                    <a:pt x="5001" y="2787"/>
                  </a:lnTo>
                  <a:lnTo>
                    <a:pt x="5001" y="1072"/>
                  </a:lnTo>
                  <a:close/>
                  <a:moveTo>
                    <a:pt x="8335" y="4430"/>
                  </a:moveTo>
                  <a:lnTo>
                    <a:pt x="8335" y="5002"/>
                  </a:lnTo>
                  <a:lnTo>
                    <a:pt x="7144" y="5002"/>
                  </a:lnTo>
                  <a:cubicBezTo>
                    <a:pt x="7192" y="4811"/>
                    <a:pt x="7216" y="4621"/>
                    <a:pt x="7216" y="4430"/>
                  </a:cubicBezTo>
                  <a:close/>
                  <a:moveTo>
                    <a:pt x="6216" y="2835"/>
                  </a:moveTo>
                  <a:cubicBezTo>
                    <a:pt x="6406" y="3216"/>
                    <a:pt x="6573" y="3644"/>
                    <a:pt x="6621" y="4049"/>
                  </a:cubicBezTo>
                  <a:lnTo>
                    <a:pt x="5001" y="5264"/>
                  </a:lnTo>
                  <a:lnTo>
                    <a:pt x="5001" y="4168"/>
                  </a:lnTo>
                  <a:cubicBezTo>
                    <a:pt x="5263" y="3978"/>
                    <a:pt x="5454" y="3692"/>
                    <a:pt x="5525" y="3359"/>
                  </a:cubicBezTo>
                  <a:lnTo>
                    <a:pt x="6216" y="2835"/>
                  </a:lnTo>
                  <a:close/>
                  <a:moveTo>
                    <a:pt x="8883" y="5550"/>
                  </a:moveTo>
                  <a:lnTo>
                    <a:pt x="8883" y="6097"/>
                  </a:lnTo>
                  <a:lnTo>
                    <a:pt x="6692" y="6097"/>
                  </a:lnTo>
                  <a:cubicBezTo>
                    <a:pt x="6811" y="5907"/>
                    <a:pt x="6906" y="5740"/>
                    <a:pt x="6978" y="5550"/>
                  </a:cubicBezTo>
                  <a:close/>
                  <a:moveTo>
                    <a:pt x="4453" y="4407"/>
                  </a:moveTo>
                  <a:lnTo>
                    <a:pt x="4453" y="6978"/>
                  </a:lnTo>
                  <a:cubicBezTo>
                    <a:pt x="4215" y="6836"/>
                    <a:pt x="3882" y="6597"/>
                    <a:pt x="3596" y="6288"/>
                  </a:cubicBezTo>
                  <a:cubicBezTo>
                    <a:pt x="3787" y="6002"/>
                    <a:pt x="3882" y="5645"/>
                    <a:pt x="3882" y="5264"/>
                  </a:cubicBezTo>
                  <a:lnTo>
                    <a:pt x="3882" y="4430"/>
                  </a:lnTo>
                  <a:lnTo>
                    <a:pt x="4168" y="4430"/>
                  </a:lnTo>
                  <a:cubicBezTo>
                    <a:pt x="4263" y="4430"/>
                    <a:pt x="4358" y="4430"/>
                    <a:pt x="4453" y="4407"/>
                  </a:cubicBezTo>
                  <a:close/>
                  <a:moveTo>
                    <a:pt x="6644" y="4740"/>
                  </a:moveTo>
                  <a:cubicBezTo>
                    <a:pt x="6525" y="5692"/>
                    <a:pt x="5811" y="6455"/>
                    <a:pt x="5001" y="6978"/>
                  </a:cubicBezTo>
                  <a:lnTo>
                    <a:pt x="5001" y="5954"/>
                  </a:lnTo>
                  <a:lnTo>
                    <a:pt x="6644" y="4740"/>
                  </a:lnTo>
                  <a:close/>
                  <a:moveTo>
                    <a:pt x="8335" y="6645"/>
                  </a:moveTo>
                  <a:lnTo>
                    <a:pt x="8335" y="7193"/>
                  </a:lnTo>
                  <a:lnTo>
                    <a:pt x="5644" y="7193"/>
                  </a:lnTo>
                  <a:cubicBezTo>
                    <a:pt x="5882" y="7026"/>
                    <a:pt x="6073" y="6859"/>
                    <a:pt x="6263" y="6645"/>
                  </a:cubicBezTo>
                  <a:close/>
                  <a:moveTo>
                    <a:pt x="4953" y="3335"/>
                  </a:moveTo>
                  <a:cubicBezTo>
                    <a:pt x="4834" y="3644"/>
                    <a:pt x="4525" y="3883"/>
                    <a:pt x="4168" y="3883"/>
                  </a:cubicBezTo>
                  <a:lnTo>
                    <a:pt x="3334" y="3883"/>
                  </a:lnTo>
                  <a:lnTo>
                    <a:pt x="3334" y="5264"/>
                  </a:lnTo>
                  <a:cubicBezTo>
                    <a:pt x="3334" y="6026"/>
                    <a:pt x="2715" y="6645"/>
                    <a:pt x="1953" y="6645"/>
                  </a:cubicBezTo>
                  <a:lnTo>
                    <a:pt x="1953" y="7193"/>
                  </a:lnTo>
                  <a:cubicBezTo>
                    <a:pt x="2453" y="7193"/>
                    <a:pt x="2905" y="7026"/>
                    <a:pt x="3239" y="6716"/>
                  </a:cubicBezTo>
                  <a:cubicBezTo>
                    <a:pt x="3620" y="7121"/>
                    <a:pt x="4120" y="7479"/>
                    <a:pt x="4715" y="7764"/>
                  </a:cubicBezTo>
                  <a:lnTo>
                    <a:pt x="7216" y="7764"/>
                  </a:lnTo>
                  <a:lnTo>
                    <a:pt x="7216" y="8312"/>
                  </a:lnTo>
                  <a:lnTo>
                    <a:pt x="3120" y="8312"/>
                  </a:lnTo>
                  <a:lnTo>
                    <a:pt x="1453" y="7764"/>
                  </a:lnTo>
                  <a:lnTo>
                    <a:pt x="548" y="7764"/>
                  </a:lnTo>
                  <a:lnTo>
                    <a:pt x="548" y="4430"/>
                  </a:lnTo>
                  <a:lnTo>
                    <a:pt x="1524" y="4430"/>
                  </a:lnTo>
                  <a:lnTo>
                    <a:pt x="2620" y="3335"/>
                  </a:lnTo>
                  <a:close/>
                  <a:moveTo>
                    <a:pt x="4715" y="1"/>
                  </a:moveTo>
                  <a:lnTo>
                    <a:pt x="4525" y="168"/>
                  </a:lnTo>
                  <a:cubicBezTo>
                    <a:pt x="4477" y="215"/>
                    <a:pt x="3286" y="1334"/>
                    <a:pt x="2620" y="2787"/>
                  </a:cubicBezTo>
                  <a:lnTo>
                    <a:pt x="2405" y="2787"/>
                  </a:lnTo>
                  <a:lnTo>
                    <a:pt x="1286" y="3883"/>
                  </a:lnTo>
                  <a:lnTo>
                    <a:pt x="0" y="3883"/>
                  </a:lnTo>
                  <a:lnTo>
                    <a:pt x="0" y="8312"/>
                  </a:lnTo>
                  <a:lnTo>
                    <a:pt x="1358" y="8312"/>
                  </a:lnTo>
                  <a:lnTo>
                    <a:pt x="3025" y="8860"/>
                  </a:lnTo>
                  <a:lnTo>
                    <a:pt x="7764" y="8860"/>
                  </a:lnTo>
                  <a:lnTo>
                    <a:pt x="7764" y="7764"/>
                  </a:lnTo>
                  <a:lnTo>
                    <a:pt x="8883" y="7764"/>
                  </a:lnTo>
                  <a:lnTo>
                    <a:pt x="8883" y="6645"/>
                  </a:lnTo>
                  <a:lnTo>
                    <a:pt x="9431" y="6645"/>
                  </a:lnTo>
                  <a:lnTo>
                    <a:pt x="9431" y="5002"/>
                  </a:lnTo>
                  <a:lnTo>
                    <a:pt x="8883" y="5002"/>
                  </a:lnTo>
                  <a:lnTo>
                    <a:pt x="8883" y="3883"/>
                  </a:lnTo>
                  <a:lnTo>
                    <a:pt x="7168" y="3883"/>
                  </a:lnTo>
                  <a:cubicBezTo>
                    <a:pt x="7025" y="3144"/>
                    <a:pt x="6668" y="2358"/>
                    <a:pt x="6049" y="1501"/>
                  </a:cubicBezTo>
                  <a:cubicBezTo>
                    <a:pt x="5501" y="715"/>
                    <a:pt x="4930" y="191"/>
                    <a:pt x="4906" y="168"/>
                  </a:cubicBezTo>
                  <a:lnTo>
                    <a:pt x="47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 name="Google Shape;1830;p119"/>
            <p:cNvSpPr/>
            <p:nvPr/>
          </p:nvSpPr>
          <p:spPr>
            <a:xfrm>
              <a:off x="3215525" y="4050300"/>
              <a:ext cx="268525" cy="235775"/>
            </a:xfrm>
            <a:custGeom>
              <a:rect b="b" l="l" r="r" t="t"/>
              <a:pathLst>
                <a:path extrusionOk="0" h="9431" w="10741">
                  <a:moveTo>
                    <a:pt x="1286" y="5025"/>
                  </a:moveTo>
                  <a:lnTo>
                    <a:pt x="1286" y="7549"/>
                  </a:lnTo>
                  <a:lnTo>
                    <a:pt x="619" y="7549"/>
                  </a:lnTo>
                  <a:lnTo>
                    <a:pt x="619" y="5025"/>
                  </a:lnTo>
                  <a:close/>
                  <a:moveTo>
                    <a:pt x="10121" y="5025"/>
                  </a:moveTo>
                  <a:lnTo>
                    <a:pt x="10121" y="7549"/>
                  </a:lnTo>
                  <a:lnTo>
                    <a:pt x="9478" y="7549"/>
                  </a:lnTo>
                  <a:lnTo>
                    <a:pt x="9478" y="5025"/>
                  </a:lnTo>
                  <a:close/>
                  <a:moveTo>
                    <a:pt x="5382" y="0"/>
                  </a:moveTo>
                  <a:cubicBezTo>
                    <a:pt x="3120" y="0"/>
                    <a:pt x="1286" y="1834"/>
                    <a:pt x="1286" y="4096"/>
                  </a:cubicBezTo>
                  <a:lnTo>
                    <a:pt x="1286" y="4406"/>
                  </a:lnTo>
                  <a:lnTo>
                    <a:pt x="0" y="4406"/>
                  </a:lnTo>
                  <a:lnTo>
                    <a:pt x="0" y="8168"/>
                  </a:lnTo>
                  <a:lnTo>
                    <a:pt x="1905" y="8168"/>
                  </a:lnTo>
                  <a:lnTo>
                    <a:pt x="1905" y="4096"/>
                  </a:lnTo>
                  <a:cubicBezTo>
                    <a:pt x="1905" y="2167"/>
                    <a:pt x="3453" y="619"/>
                    <a:pt x="5382" y="619"/>
                  </a:cubicBezTo>
                  <a:cubicBezTo>
                    <a:pt x="7287" y="619"/>
                    <a:pt x="8859" y="2167"/>
                    <a:pt x="8859" y="4096"/>
                  </a:cubicBezTo>
                  <a:lnTo>
                    <a:pt x="8859" y="8168"/>
                  </a:lnTo>
                  <a:lnTo>
                    <a:pt x="9478" y="8168"/>
                  </a:lnTo>
                  <a:lnTo>
                    <a:pt x="9478" y="9431"/>
                  </a:lnTo>
                  <a:lnTo>
                    <a:pt x="10121" y="9431"/>
                  </a:lnTo>
                  <a:lnTo>
                    <a:pt x="10121" y="8168"/>
                  </a:lnTo>
                  <a:lnTo>
                    <a:pt x="10741" y="8168"/>
                  </a:lnTo>
                  <a:lnTo>
                    <a:pt x="10741" y="4406"/>
                  </a:lnTo>
                  <a:lnTo>
                    <a:pt x="9478" y="4406"/>
                  </a:lnTo>
                  <a:lnTo>
                    <a:pt x="9478" y="4096"/>
                  </a:lnTo>
                  <a:cubicBezTo>
                    <a:pt x="9478" y="1834"/>
                    <a:pt x="7645" y="0"/>
                    <a:pt x="538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 name="Google Shape;1831;p119"/>
            <p:cNvSpPr/>
            <p:nvPr/>
          </p:nvSpPr>
          <p:spPr>
            <a:xfrm>
              <a:off x="3276250" y="4157450"/>
              <a:ext cx="147675" cy="97075"/>
            </a:xfrm>
            <a:custGeom>
              <a:rect b="b" l="l" r="r" t="t"/>
              <a:pathLst>
                <a:path extrusionOk="0" h="3883" w="5907">
                  <a:moveTo>
                    <a:pt x="1501" y="1501"/>
                  </a:moveTo>
                  <a:lnTo>
                    <a:pt x="1501" y="1501"/>
                  </a:lnTo>
                  <a:cubicBezTo>
                    <a:pt x="1644" y="1525"/>
                    <a:pt x="1834" y="1572"/>
                    <a:pt x="2001" y="1644"/>
                  </a:cubicBezTo>
                  <a:cubicBezTo>
                    <a:pt x="2001" y="1763"/>
                    <a:pt x="2001" y="1906"/>
                    <a:pt x="2048" y="2049"/>
                  </a:cubicBezTo>
                  <a:cubicBezTo>
                    <a:pt x="1905" y="2001"/>
                    <a:pt x="1763" y="2001"/>
                    <a:pt x="1644" y="2001"/>
                  </a:cubicBezTo>
                  <a:cubicBezTo>
                    <a:pt x="1548" y="1834"/>
                    <a:pt x="1524" y="1644"/>
                    <a:pt x="1501" y="1501"/>
                  </a:cubicBezTo>
                  <a:close/>
                  <a:moveTo>
                    <a:pt x="4382" y="1501"/>
                  </a:moveTo>
                  <a:cubicBezTo>
                    <a:pt x="4382" y="1644"/>
                    <a:pt x="4335" y="1834"/>
                    <a:pt x="4239" y="2001"/>
                  </a:cubicBezTo>
                  <a:cubicBezTo>
                    <a:pt x="4120" y="2001"/>
                    <a:pt x="4001" y="2001"/>
                    <a:pt x="3834" y="2049"/>
                  </a:cubicBezTo>
                  <a:cubicBezTo>
                    <a:pt x="3882" y="1906"/>
                    <a:pt x="3882" y="1763"/>
                    <a:pt x="3882" y="1644"/>
                  </a:cubicBezTo>
                  <a:cubicBezTo>
                    <a:pt x="4049" y="1572"/>
                    <a:pt x="4239" y="1525"/>
                    <a:pt x="4382" y="1501"/>
                  </a:cubicBezTo>
                  <a:close/>
                  <a:moveTo>
                    <a:pt x="2953" y="906"/>
                  </a:moveTo>
                  <a:cubicBezTo>
                    <a:pt x="3096" y="1096"/>
                    <a:pt x="3263" y="1382"/>
                    <a:pt x="3263" y="1691"/>
                  </a:cubicBezTo>
                  <a:cubicBezTo>
                    <a:pt x="3263" y="2001"/>
                    <a:pt x="3096" y="2287"/>
                    <a:pt x="2953" y="2477"/>
                  </a:cubicBezTo>
                  <a:cubicBezTo>
                    <a:pt x="2787" y="2287"/>
                    <a:pt x="2620" y="2001"/>
                    <a:pt x="2620" y="1691"/>
                  </a:cubicBezTo>
                  <a:cubicBezTo>
                    <a:pt x="2620" y="1382"/>
                    <a:pt x="2787" y="1096"/>
                    <a:pt x="2953" y="906"/>
                  </a:cubicBezTo>
                  <a:close/>
                  <a:moveTo>
                    <a:pt x="1691" y="2644"/>
                  </a:moveTo>
                  <a:cubicBezTo>
                    <a:pt x="2001" y="2644"/>
                    <a:pt x="2287" y="2811"/>
                    <a:pt x="2477" y="2954"/>
                  </a:cubicBezTo>
                  <a:cubicBezTo>
                    <a:pt x="2287" y="3097"/>
                    <a:pt x="2001" y="3263"/>
                    <a:pt x="1691" y="3263"/>
                  </a:cubicBezTo>
                  <a:cubicBezTo>
                    <a:pt x="1382" y="3263"/>
                    <a:pt x="1096" y="3097"/>
                    <a:pt x="905" y="2954"/>
                  </a:cubicBezTo>
                  <a:cubicBezTo>
                    <a:pt x="1096" y="2811"/>
                    <a:pt x="1382" y="2644"/>
                    <a:pt x="1691" y="2644"/>
                  </a:cubicBezTo>
                  <a:close/>
                  <a:moveTo>
                    <a:pt x="4192" y="2644"/>
                  </a:moveTo>
                  <a:cubicBezTo>
                    <a:pt x="4501" y="2644"/>
                    <a:pt x="4811" y="2811"/>
                    <a:pt x="5001" y="2954"/>
                  </a:cubicBezTo>
                  <a:cubicBezTo>
                    <a:pt x="4811" y="3097"/>
                    <a:pt x="4501" y="3263"/>
                    <a:pt x="4192" y="3263"/>
                  </a:cubicBezTo>
                  <a:cubicBezTo>
                    <a:pt x="3906" y="3263"/>
                    <a:pt x="3596" y="3097"/>
                    <a:pt x="3406" y="2954"/>
                  </a:cubicBezTo>
                  <a:cubicBezTo>
                    <a:pt x="3596" y="2811"/>
                    <a:pt x="3906" y="2644"/>
                    <a:pt x="4192" y="2644"/>
                  </a:cubicBezTo>
                  <a:close/>
                  <a:moveTo>
                    <a:pt x="2953" y="1"/>
                  </a:moveTo>
                  <a:lnTo>
                    <a:pt x="2739" y="191"/>
                  </a:lnTo>
                  <a:cubicBezTo>
                    <a:pt x="2715" y="215"/>
                    <a:pt x="2358" y="548"/>
                    <a:pt x="2144" y="1025"/>
                  </a:cubicBezTo>
                  <a:cubicBezTo>
                    <a:pt x="1763" y="872"/>
                    <a:pt x="1366" y="857"/>
                    <a:pt x="1211" y="857"/>
                  </a:cubicBezTo>
                  <a:cubicBezTo>
                    <a:pt x="1172" y="857"/>
                    <a:pt x="1148" y="858"/>
                    <a:pt x="1143" y="858"/>
                  </a:cubicBezTo>
                  <a:lnTo>
                    <a:pt x="858" y="858"/>
                  </a:lnTo>
                  <a:lnTo>
                    <a:pt x="858" y="1144"/>
                  </a:lnTo>
                  <a:cubicBezTo>
                    <a:pt x="858" y="1168"/>
                    <a:pt x="834" y="1668"/>
                    <a:pt x="1024" y="2144"/>
                  </a:cubicBezTo>
                  <a:cubicBezTo>
                    <a:pt x="524" y="2358"/>
                    <a:pt x="215" y="2715"/>
                    <a:pt x="191" y="2739"/>
                  </a:cubicBezTo>
                  <a:lnTo>
                    <a:pt x="0" y="2954"/>
                  </a:lnTo>
                  <a:lnTo>
                    <a:pt x="191" y="3168"/>
                  </a:lnTo>
                  <a:cubicBezTo>
                    <a:pt x="215" y="3192"/>
                    <a:pt x="858" y="3882"/>
                    <a:pt x="1691" y="3882"/>
                  </a:cubicBezTo>
                  <a:cubicBezTo>
                    <a:pt x="2215" y="3882"/>
                    <a:pt x="2691" y="3597"/>
                    <a:pt x="2953" y="3382"/>
                  </a:cubicBezTo>
                  <a:cubicBezTo>
                    <a:pt x="3215" y="3597"/>
                    <a:pt x="3668" y="3882"/>
                    <a:pt x="4215" y="3882"/>
                  </a:cubicBezTo>
                  <a:cubicBezTo>
                    <a:pt x="5025" y="3882"/>
                    <a:pt x="5692" y="3192"/>
                    <a:pt x="5716" y="3168"/>
                  </a:cubicBezTo>
                  <a:lnTo>
                    <a:pt x="5906" y="2954"/>
                  </a:lnTo>
                  <a:lnTo>
                    <a:pt x="5716" y="2739"/>
                  </a:lnTo>
                  <a:cubicBezTo>
                    <a:pt x="5692" y="2715"/>
                    <a:pt x="5359" y="2358"/>
                    <a:pt x="4882" y="2144"/>
                  </a:cubicBezTo>
                  <a:cubicBezTo>
                    <a:pt x="5073" y="1668"/>
                    <a:pt x="5049" y="1168"/>
                    <a:pt x="5049" y="1144"/>
                  </a:cubicBezTo>
                  <a:lnTo>
                    <a:pt x="5025" y="858"/>
                  </a:lnTo>
                  <a:lnTo>
                    <a:pt x="4739" y="858"/>
                  </a:lnTo>
                  <a:cubicBezTo>
                    <a:pt x="4735" y="858"/>
                    <a:pt x="4712" y="857"/>
                    <a:pt x="4674" y="857"/>
                  </a:cubicBezTo>
                  <a:cubicBezTo>
                    <a:pt x="4524" y="857"/>
                    <a:pt x="4139" y="872"/>
                    <a:pt x="3739" y="1025"/>
                  </a:cubicBezTo>
                  <a:cubicBezTo>
                    <a:pt x="3525" y="548"/>
                    <a:pt x="3168" y="215"/>
                    <a:pt x="3144" y="191"/>
                  </a:cubicBezTo>
                  <a:lnTo>
                    <a:pt x="2953"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2" name="Google Shape;1832;p119"/>
            <p:cNvSpPr/>
            <p:nvPr/>
          </p:nvSpPr>
          <p:spPr>
            <a:xfrm>
              <a:off x="3338750" y="4251525"/>
              <a:ext cx="22050" cy="22050"/>
            </a:xfrm>
            <a:custGeom>
              <a:rect b="b" l="l" r="r" t="t"/>
              <a:pathLst>
                <a:path extrusionOk="0" h="882" w="882">
                  <a:moveTo>
                    <a:pt x="453" y="0"/>
                  </a:moveTo>
                  <a:lnTo>
                    <a:pt x="1" y="453"/>
                  </a:lnTo>
                  <a:lnTo>
                    <a:pt x="453" y="881"/>
                  </a:lnTo>
                  <a:lnTo>
                    <a:pt x="882" y="453"/>
                  </a:lnTo>
                  <a:lnTo>
                    <a:pt x="45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 name="Google Shape;1833;p119"/>
            <p:cNvSpPr/>
            <p:nvPr/>
          </p:nvSpPr>
          <p:spPr>
            <a:xfrm>
              <a:off x="3886500" y="4050300"/>
              <a:ext cx="69075" cy="235775"/>
            </a:xfrm>
            <a:custGeom>
              <a:rect b="b" l="l" r="r" t="t"/>
              <a:pathLst>
                <a:path extrusionOk="0" h="9431" w="2763">
                  <a:moveTo>
                    <a:pt x="2215" y="548"/>
                  </a:moveTo>
                  <a:lnTo>
                    <a:pt x="2215" y="2215"/>
                  </a:lnTo>
                  <a:lnTo>
                    <a:pt x="1643" y="2215"/>
                  </a:lnTo>
                  <a:lnTo>
                    <a:pt x="1643" y="1096"/>
                  </a:lnTo>
                  <a:lnTo>
                    <a:pt x="1096" y="1096"/>
                  </a:lnTo>
                  <a:lnTo>
                    <a:pt x="1096" y="2215"/>
                  </a:lnTo>
                  <a:lnTo>
                    <a:pt x="548" y="2215"/>
                  </a:lnTo>
                  <a:lnTo>
                    <a:pt x="548" y="548"/>
                  </a:lnTo>
                  <a:close/>
                  <a:moveTo>
                    <a:pt x="2215" y="5549"/>
                  </a:moveTo>
                  <a:lnTo>
                    <a:pt x="2215" y="7216"/>
                  </a:lnTo>
                  <a:lnTo>
                    <a:pt x="1643" y="7216"/>
                  </a:lnTo>
                  <a:lnTo>
                    <a:pt x="1643" y="6097"/>
                  </a:lnTo>
                  <a:lnTo>
                    <a:pt x="1096" y="6097"/>
                  </a:lnTo>
                  <a:lnTo>
                    <a:pt x="1096" y="7216"/>
                  </a:lnTo>
                  <a:lnTo>
                    <a:pt x="548" y="7216"/>
                  </a:lnTo>
                  <a:lnTo>
                    <a:pt x="548" y="5549"/>
                  </a:lnTo>
                  <a:close/>
                  <a:moveTo>
                    <a:pt x="0" y="0"/>
                  </a:moveTo>
                  <a:lnTo>
                    <a:pt x="0" y="2763"/>
                  </a:lnTo>
                  <a:lnTo>
                    <a:pt x="1096" y="2763"/>
                  </a:lnTo>
                  <a:lnTo>
                    <a:pt x="1096" y="5001"/>
                  </a:lnTo>
                  <a:lnTo>
                    <a:pt x="0" y="5001"/>
                  </a:lnTo>
                  <a:lnTo>
                    <a:pt x="0" y="7764"/>
                  </a:lnTo>
                  <a:lnTo>
                    <a:pt x="1096" y="7764"/>
                  </a:lnTo>
                  <a:lnTo>
                    <a:pt x="1096" y="9431"/>
                  </a:lnTo>
                  <a:lnTo>
                    <a:pt x="1643" y="9431"/>
                  </a:lnTo>
                  <a:lnTo>
                    <a:pt x="1643" y="7764"/>
                  </a:lnTo>
                  <a:lnTo>
                    <a:pt x="2763" y="7764"/>
                  </a:lnTo>
                  <a:lnTo>
                    <a:pt x="2763" y="5001"/>
                  </a:lnTo>
                  <a:lnTo>
                    <a:pt x="1643" y="5001"/>
                  </a:lnTo>
                  <a:lnTo>
                    <a:pt x="1643" y="2763"/>
                  </a:lnTo>
                  <a:lnTo>
                    <a:pt x="2763" y="2763"/>
                  </a:lnTo>
                  <a:lnTo>
                    <a:pt x="276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4" name="Google Shape;1834;p119"/>
            <p:cNvSpPr/>
            <p:nvPr/>
          </p:nvSpPr>
          <p:spPr>
            <a:xfrm>
              <a:off x="3802550" y="4050300"/>
              <a:ext cx="69675" cy="235775"/>
            </a:xfrm>
            <a:custGeom>
              <a:rect b="b" l="l" r="r" t="t"/>
              <a:pathLst>
                <a:path extrusionOk="0" h="9431" w="2787">
                  <a:moveTo>
                    <a:pt x="2215" y="548"/>
                  </a:moveTo>
                  <a:lnTo>
                    <a:pt x="2215" y="2215"/>
                  </a:lnTo>
                  <a:lnTo>
                    <a:pt x="1667" y="2215"/>
                  </a:lnTo>
                  <a:lnTo>
                    <a:pt x="1667" y="1096"/>
                  </a:lnTo>
                  <a:lnTo>
                    <a:pt x="1120" y="1096"/>
                  </a:lnTo>
                  <a:lnTo>
                    <a:pt x="1120" y="2215"/>
                  </a:lnTo>
                  <a:lnTo>
                    <a:pt x="572" y="2215"/>
                  </a:lnTo>
                  <a:lnTo>
                    <a:pt x="572" y="548"/>
                  </a:lnTo>
                  <a:close/>
                  <a:moveTo>
                    <a:pt x="2215" y="5549"/>
                  </a:moveTo>
                  <a:lnTo>
                    <a:pt x="2215" y="7216"/>
                  </a:lnTo>
                  <a:lnTo>
                    <a:pt x="1667" y="7216"/>
                  </a:lnTo>
                  <a:lnTo>
                    <a:pt x="1667" y="6097"/>
                  </a:lnTo>
                  <a:lnTo>
                    <a:pt x="1120" y="6097"/>
                  </a:lnTo>
                  <a:lnTo>
                    <a:pt x="1120" y="7216"/>
                  </a:lnTo>
                  <a:lnTo>
                    <a:pt x="572" y="7216"/>
                  </a:lnTo>
                  <a:lnTo>
                    <a:pt x="572" y="5549"/>
                  </a:lnTo>
                  <a:close/>
                  <a:moveTo>
                    <a:pt x="0" y="0"/>
                  </a:moveTo>
                  <a:lnTo>
                    <a:pt x="0" y="2763"/>
                  </a:lnTo>
                  <a:lnTo>
                    <a:pt x="1120" y="2763"/>
                  </a:lnTo>
                  <a:lnTo>
                    <a:pt x="1120" y="5001"/>
                  </a:lnTo>
                  <a:lnTo>
                    <a:pt x="0" y="5001"/>
                  </a:lnTo>
                  <a:lnTo>
                    <a:pt x="0" y="7764"/>
                  </a:lnTo>
                  <a:lnTo>
                    <a:pt x="1120" y="7764"/>
                  </a:lnTo>
                  <a:lnTo>
                    <a:pt x="1120" y="9431"/>
                  </a:lnTo>
                  <a:lnTo>
                    <a:pt x="1667" y="9431"/>
                  </a:lnTo>
                  <a:lnTo>
                    <a:pt x="1667" y="7764"/>
                  </a:lnTo>
                  <a:lnTo>
                    <a:pt x="2787" y="7764"/>
                  </a:lnTo>
                  <a:lnTo>
                    <a:pt x="2787" y="5001"/>
                  </a:lnTo>
                  <a:lnTo>
                    <a:pt x="1667" y="5001"/>
                  </a:lnTo>
                  <a:lnTo>
                    <a:pt x="1667" y="2763"/>
                  </a:lnTo>
                  <a:lnTo>
                    <a:pt x="2787" y="2763"/>
                  </a:lnTo>
                  <a:lnTo>
                    <a:pt x="2787"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5" name="Google Shape;1835;p119"/>
            <p:cNvSpPr/>
            <p:nvPr/>
          </p:nvSpPr>
          <p:spPr>
            <a:xfrm>
              <a:off x="3969850" y="4050300"/>
              <a:ext cx="69075" cy="235775"/>
            </a:xfrm>
            <a:custGeom>
              <a:rect b="b" l="l" r="r" t="t"/>
              <a:pathLst>
                <a:path extrusionOk="0" h="9431" w="2763">
                  <a:moveTo>
                    <a:pt x="2215" y="548"/>
                  </a:moveTo>
                  <a:lnTo>
                    <a:pt x="2215" y="2215"/>
                  </a:lnTo>
                  <a:lnTo>
                    <a:pt x="1667" y="2215"/>
                  </a:lnTo>
                  <a:lnTo>
                    <a:pt x="1667" y="1096"/>
                  </a:lnTo>
                  <a:lnTo>
                    <a:pt x="1096" y="1096"/>
                  </a:lnTo>
                  <a:lnTo>
                    <a:pt x="1096" y="2215"/>
                  </a:lnTo>
                  <a:lnTo>
                    <a:pt x="548" y="2215"/>
                  </a:lnTo>
                  <a:lnTo>
                    <a:pt x="548" y="548"/>
                  </a:lnTo>
                  <a:close/>
                  <a:moveTo>
                    <a:pt x="2215" y="5549"/>
                  </a:moveTo>
                  <a:lnTo>
                    <a:pt x="2215" y="7216"/>
                  </a:lnTo>
                  <a:lnTo>
                    <a:pt x="1667" y="7216"/>
                  </a:lnTo>
                  <a:lnTo>
                    <a:pt x="1667" y="6097"/>
                  </a:lnTo>
                  <a:lnTo>
                    <a:pt x="1096" y="6097"/>
                  </a:lnTo>
                  <a:lnTo>
                    <a:pt x="1096" y="7216"/>
                  </a:lnTo>
                  <a:lnTo>
                    <a:pt x="548" y="7216"/>
                  </a:lnTo>
                  <a:lnTo>
                    <a:pt x="548" y="5549"/>
                  </a:lnTo>
                  <a:close/>
                  <a:moveTo>
                    <a:pt x="0" y="0"/>
                  </a:moveTo>
                  <a:lnTo>
                    <a:pt x="0" y="2763"/>
                  </a:lnTo>
                  <a:lnTo>
                    <a:pt x="1096" y="2763"/>
                  </a:lnTo>
                  <a:lnTo>
                    <a:pt x="1096" y="5001"/>
                  </a:lnTo>
                  <a:lnTo>
                    <a:pt x="0" y="5001"/>
                  </a:lnTo>
                  <a:lnTo>
                    <a:pt x="0" y="7764"/>
                  </a:lnTo>
                  <a:lnTo>
                    <a:pt x="1096" y="7764"/>
                  </a:lnTo>
                  <a:lnTo>
                    <a:pt x="1096" y="9431"/>
                  </a:lnTo>
                  <a:lnTo>
                    <a:pt x="1667" y="9431"/>
                  </a:lnTo>
                  <a:lnTo>
                    <a:pt x="1667" y="7764"/>
                  </a:lnTo>
                  <a:lnTo>
                    <a:pt x="2763" y="7764"/>
                  </a:lnTo>
                  <a:lnTo>
                    <a:pt x="2763" y="5001"/>
                  </a:lnTo>
                  <a:lnTo>
                    <a:pt x="1667" y="5001"/>
                  </a:lnTo>
                  <a:lnTo>
                    <a:pt x="1667" y="2763"/>
                  </a:lnTo>
                  <a:lnTo>
                    <a:pt x="2763" y="2763"/>
                  </a:lnTo>
                  <a:lnTo>
                    <a:pt x="276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6" name="Google Shape;1836;p119"/>
            <p:cNvSpPr/>
            <p:nvPr/>
          </p:nvSpPr>
          <p:spPr>
            <a:xfrm>
              <a:off x="4497925" y="4098300"/>
              <a:ext cx="69675" cy="88875"/>
            </a:xfrm>
            <a:custGeom>
              <a:rect b="b" l="l" r="r" t="t"/>
              <a:pathLst>
                <a:path extrusionOk="0" h="3555" w="2787">
                  <a:moveTo>
                    <a:pt x="839" y="518"/>
                  </a:moveTo>
                  <a:cubicBezTo>
                    <a:pt x="868" y="518"/>
                    <a:pt x="899" y="523"/>
                    <a:pt x="929" y="533"/>
                  </a:cubicBezTo>
                  <a:cubicBezTo>
                    <a:pt x="1406" y="676"/>
                    <a:pt x="1787" y="1009"/>
                    <a:pt x="2001" y="1462"/>
                  </a:cubicBezTo>
                  <a:cubicBezTo>
                    <a:pt x="2215" y="1890"/>
                    <a:pt x="2263" y="2414"/>
                    <a:pt x="2096" y="2867"/>
                  </a:cubicBezTo>
                  <a:cubicBezTo>
                    <a:pt x="2059" y="2980"/>
                    <a:pt x="1961" y="3048"/>
                    <a:pt x="1863" y="3048"/>
                  </a:cubicBezTo>
                  <a:cubicBezTo>
                    <a:pt x="1837" y="3048"/>
                    <a:pt x="1812" y="3043"/>
                    <a:pt x="1787" y="3033"/>
                  </a:cubicBezTo>
                  <a:cubicBezTo>
                    <a:pt x="1644" y="2986"/>
                    <a:pt x="1572" y="2843"/>
                    <a:pt x="1620" y="2724"/>
                  </a:cubicBezTo>
                  <a:cubicBezTo>
                    <a:pt x="1739" y="2367"/>
                    <a:pt x="1715" y="2009"/>
                    <a:pt x="1549" y="1676"/>
                  </a:cubicBezTo>
                  <a:cubicBezTo>
                    <a:pt x="1382" y="1366"/>
                    <a:pt x="1120" y="1128"/>
                    <a:pt x="763" y="1009"/>
                  </a:cubicBezTo>
                  <a:cubicBezTo>
                    <a:pt x="644" y="962"/>
                    <a:pt x="572" y="819"/>
                    <a:pt x="596" y="676"/>
                  </a:cubicBezTo>
                  <a:cubicBezTo>
                    <a:pt x="633" y="582"/>
                    <a:pt x="730" y="518"/>
                    <a:pt x="839" y="518"/>
                  </a:cubicBezTo>
                  <a:close/>
                  <a:moveTo>
                    <a:pt x="870" y="0"/>
                  </a:moveTo>
                  <a:cubicBezTo>
                    <a:pt x="542" y="0"/>
                    <a:pt x="236" y="203"/>
                    <a:pt x="120" y="533"/>
                  </a:cubicBezTo>
                  <a:cubicBezTo>
                    <a:pt x="1" y="914"/>
                    <a:pt x="215" y="1343"/>
                    <a:pt x="596" y="1486"/>
                  </a:cubicBezTo>
                  <a:cubicBezTo>
                    <a:pt x="810" y="1557"/>
                    <a:pt x="1001" y="1700"/>
                    <a:pt x="1096" y="1914"/>
                  </a:cubicBezTo>
                  <a:cubicBezTo>
                    <a:pt x="1191" y="2105"/>
                    <a:pt x="1215" y="2343"/>
                    <a:pt x="1144" y="2557"/>
                  </a:cubicBezTo>
                  <a:cubicBezTo>
                    <a:pt x="1001" y="2962"/>
                    <a:pt x="1215" y="3391"/>
                    <a:pt x="1620" y="3510"/>
                  </a:cubicBezTo>
                  <a:cubicBezTo>
                    <a:pt x="1705" y="3540"/>
                    <a:pt x="1791" y="3554"/>
                    <a:pt x="1876" y="3554"/>
                  </a:cubicBezTo>
                  <a:cubicBezTo>
                    <a:pt x="2193" y="3554"/>
                    <a:pt x="2484" y="3353"/>
                    <a:pt x="2596" y="3033"/>
                  </a:cubicBezTo>
                  <a:cubicBezTo>
                    <a:pt x="2787" y="2438"/>
                    <a:pt x="2739" y="1795"/>
                    <a:pt x="2454" y="1224"/>
                  </a:cubicBezTo>
                  <a:cubicBezTo>
                    <a:pt x="2168" y="652"/>
                    <a:pt x="1691" y="247"/>
                    <a:pt x="1096" y="33"/>
                  </a:cubicBezTo>
                  <a:cubicBezTo>
                    <a:pt x="1021" y="11"/>
                    <a:pt x="945" y="0"/>
                    <a:pt x="87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7" name="Google Shape;1837;p119"/>
            <p:cNvSpPr/>
            <p:nvPr/>
          </p:nvSpPr>
          <p:spPr>
            <a:xfrm>
              <a:off x="4395525" y="4098300"/>
              <a:ext cx="144700" cy="152575"/>
            </a:xfrm>
            <a:custGeom>
              <a:rect b="b" l="l" r="r" t="t"/>
              <a:pathLst>
                <a:path extrusionOk="0" h="6103" w="5788">
                  <a:moveTo>
                    <a:pt x="2496" y="518"/>
                  </a:moveTo>
                  <a:cubicBezTo>
                    <a:pt x="2605" y="518"/>
                    <a:pt x="2702" y="582"/>
                    <a:pt x="2739" y="676"/>
                  </a:cubicBezTo>
                  <a:cubicBezTo>
                    <a:pt x="2763" y="819"/>
                    <a:pt x="2692" y="962"/>
                    <a:pt x="2573" y="1009"/>
                  </a:cubicBezTo>
                  <a:cubicBezTo>
                    <a:pt x="2215" y="1128"/>
                    <a:pt x="1953" y="1366"/>
                    <a:pt x="1787" y="1676"/>
                  </a:cubicBezTo>
                  <a:cubicBezTo>
                    <a:pt x="1668" y="1938"/>
                    <a:pt x="1620" y="2224"/>
                    <a:pt x="1668" y="2510"/>
                  </a:cubicBezTo>
                  <a:cubicBezTo>
                    <a:pt x="1501" y="2510"/>
                    <a:pt x="1334" y="2510"/>
                    <a:pt x="1167" y="2557"/>
                  </a:cubicBezTo>
                  <a:cubicBezTo>
                    <a:pt x="1096" y="2176"/>
                    <a:pt x="1167" y="1795"/>
                    <a:pt x="1334" y="1462"/>
                  </a:cubicBezTo>
                  <a:cubicBezTo>
                    <a:pt x="1548" y="1009"/>
                    <a:pt x="1930" y="676"/>
                    <a:pt x="2406" y="533"/>
                  </a:cubicBezTo>
                  <a:cubicBezTo>
                    <a:pt x="2436" y="523"/>
                    <a:pt x="2467" y="518"/>
                    <a:pt x="2496" y="518"/>
                  </a:cubicBezTo>
                  <a:close/>
                  <a:moveTo>
                    <a:pt x="1583" y="3016"/>
                  </a:moveTo>
                  <a:cubicBezTo>
                    <a:pt x="1778" y="3016"/>
                    <a:pt x="1975" y="3047"/>
                    <a:pt x="2168" y="3105"/>
                  </a:cubicBezTo>
                  <a:cubicBezTo>
                    <a:pt x="2644" y="3272"/>
                    <a:pt x="3025" y="3605"/>
                    <a:pt x="3239" y="4057"/>
                  </a:cubicBezTo>
                  <a:cubicBezTo>
                    <a:pt x="3287" y="4153"/>
                    <a:pt x="3263" y="4272"/>
                    <a:pt x="3192" y="4343"/>
                  </a:cubicBezTo>
                  <a:cubicBezTo>
                    <a:pt x="3142" y="4393"/>
                    <a:pt x="3076" y="4418"/>
                    <a:pt x="3010" y="4418"/>
                  </a:cubicBezTo>
                  <a:cubicBezTo>
                    <a:pt x="2919" y="4418"/>
                    <a:pt x="2829" y="4369"/>
                    <a:pt x="2787" y="4272"/>
                  </a:cubicBezTo>
                  <a:cubicBezTo>
                    <a:pt x="2620" y="3962"/>
                    <a:pt x="2358" y="3700"/>
                    <a:pt x="2001" y="3605"/>
                  </a:cubicBezTo>
                  <a:cubicBezTo>
                    <a:pt x="1862" y="3555"/>
                    <a:pt x="1719" y="3531"/>
                    <a:pt x="1575" y="3531"/>
                  </a:cubicBezTo>
                  <a:cubicBezTo>
                    <a:pt x="1374" y="3531"/>
                    <a:pt x="1171" y="3579"/>
                    <a:pt x="977" y="3676"/>
                  </a:cubicBezTo>
                  <a:cubicBezTo>
                    <a:pt x="946" y="3689"/>
                    <a:pt x="912" y="3695"/>
                    <a:pt x="878" y="3695"/>
                  </a:cubicBezTo>
                  <a:cubicBezTo>
                    <a:pt x="780" y="3695"/>
                    <a:pt x="679" y="3646"/>
                    <a:pt x="644" y="3557"/>
                  </a:cubicBezTo>
                  <a:cubicBezTo>
                    <a:pt x="572" y="3438"/>
                    <a:pt x="620" y="3272"/>
                    <a:pt x="763" y="3224"/>
                  </a:cubicBezTo>
                  <a:cubicBezTo>
                    <a:pt x="1018" y="3082"/>
                    <a:pt x="1298" y="3016"/>
                    <a:pt x="1583" y="3016"/>
                  </a:cubicBezTo>
                  <a:close/>
                  <a:moveTo>
                    <a:pt x="4510" y="3987"/>
                  </a:moveTo>
                  <a:cubicBezTo>
                    <a:pt x="4708" y="3987"/>
                    <a:pt x="4907" y="4018"/>
                    <a:pt x="5097" y="4081"/>
                  </a:cubicBezTo>
                  <a:cubicBezTo>
                    <a:pt x="5192" y="4105"/>
                    <a:pt x="5264" y="4200"/>
                    <a:pt x="5264" y="4319"/>
                  </a:cubicBezTo>
                  <a:cubicBezTo>
                    <a:pt x="5264" y="4461"/>
                    <a:pt x="5143" y="4568"/>
                    <a:pt x="5005" y="4568"/>
                  </a:cubicBezTo>
                  <a:cubicBezTo>
                    <a:pt x="4980" y="4568"/>
                    <a:pt x="4955" y="4565"/>
                    <a:pt x="4930" y="4558"/>
                  </a:cubicBezTo>
                  <a:cubicBezTo>
                    <a:pt x="4791" y="4508"/>
                    <a:pt x="4644" y="4483"/>
                    <a:pt x="4497" y="4483"/>
                  </a:cubicBezTo>
                  <a:cubicBezTo>
                    <a:pt x="4292" y="4483"/>
                    <a:pt x="4087" y="4532"/>
                    <a:pt x="3906" y="4629"/>
                  </a:cubicBezTo>
                  <a:cubicBezTo>
                    <a:pt x="3573" y="4796"/>
                    <a:pt x="3335" y="5081"/>
                    <a:pt x="3216" y="5415"/>
                  </a:cubicBezTo>
                  <a:cubicBezTo>
                    <a:pt x="3197" y="5528"/>
                    <a:pt x="3103" y="5596"/>
                    <a:pt x="2994" y="5596"/>
                  </a:cubicBezTo>
                  <a:cubicBezTo>
                    <a:pt x="2966" y="5596"/>
                    <a:pt x="2936" y="5592"/>
                    <a:pt x="2906" y="5582"/>
                  </a:cubicBezTo>
                  <a:cubicBezTo>
                    <a:pt x="2763" y="5534"/>
                    <a:pt x="2692" y="5391"/>
                    <a:pt x="2739" y="5248"/>
                  </a:cubicBezTo>
                  <a:cubicBezTo>
                    <a:pt x="2787" y="5129"/>
                    <a:pt x="2834" y="5010"/>
                    <a:pt x="2906" y="4915"/>
                  </a:cubicBezTo>
                  <a:cubicBezTo>
                    <a:pt x="2947" y="4923"/>
                    <a:pt x="2989" y="4927"/>
                    <a:pt x="3030" y="4927"/>
                  </a:cubicBezTo>
                  <a:cubicBezTo>
                    <a:pt x="3225" y="4927"/>
                    <a:pt x="3411" y="4838"/>
                    <a:pt x="3549" y="4700"/>
                  </a:cubicBezTo>
                  <a:cubicBezTo>
                    <a:pt x="3716" y="4558"/>
                    <a:pt x="3787" y="4343"/>
                    <a:pt x="3787" y="4129"/>
                  </a:cubicBezTo>
                  <a:cubicBezTo>
                    <a:pt x="4013" y="4036"/>
                    <a:pt x="4261" y="3987"/>
                    <a:pt x="4510" y="3987"/>
                  </a:cubicBezTo>
                  <a:close/>
                  <a:moveTo>
                    <a:pt x="2465" y="0"/>
                  </a:moveTo>
                  <a:cubicBezTo>
                    <a:pt x="2391" y="0"/>
                    <a:pt x="2314" y="11"/>
                    <a:pt x="2239" y="33"/>
                  </a:cubicBezTo>
                  <a:cubicBezTo>
                    <a:pt x="1644" y="247"/>
                    <a:pt x="1167" y="652"/>
                    <a:pt x="882" y="1224"/>
                  </a:cubicBezTo>
                  <a:cubicBezTo>
                    <a:pt x="644" y="1676"/>
                    <a:pt x="572" y="2200"/>
                    <a:pt x="667" y="2700"/>
                  </a:cubicBezTo>
                  <a:cubicBezTo>
                    <a:pt x="620" y="2724"/>
                    <a:pt x="572" y="2748"/>
                    <a:pt x="524" y="2772"/>
                  </a:cubicBezTo>
                  <a:cubicBezTo>
                    <a:pt x="143" y="2938"/>
                    <a:pt x="1" y="3414"/>
                    <a:pt x="191" y="3772"/>
                  </a:cubicBezTo>
                  <a:cubicBezTo>
                    <a:pt x="328" y="4045"/>
                    <a:pt x="599" y="4208"/>
                    <a:pt x="882" y="4208"/>
                  </a:cubicBezTo>
                  <a:cubicBezTo>
                    <a:pt x="994" y="4208"/>
                    <a:pt x="1107" y="4183"/>
                    <a:pt x="1215" y="4129"/>
                  </a:cubicBezTo>
                  <a:cubicBezTo>
                    <a:pt x="1330" y="4071"/>
                    <a:pt x="1463" y="4040"/>
                    <a:pt x="1598" y="4040"/>
                  </a:cubicBezTo>
                  <a:cubicBezTo>
                    <a:pt x="1685" y="4040"/>
                    <a:pt x="1774" y="4053"/>
                    <a:pt x="1858" y="4081"/>
                  </a:cubicBezTo>
                  <a:cubicBezTo>
                    <a:pt x="2072" y="4153"/>
                    <a:pt x="2239" y="4296"/>
                    <a:pt x="2334" y="4510"/>
                  </a:cubicBezTo>
                  <a:cubicBezTo>
                    <a:pt x="2358" y="4558"/>
                    <a:pt x="2406" y="4629"/>
                    <a:pt x="2453" y="4677"/>
                  </a:cubicBezTo>
                  <a:cubicBezTo>
                    <a:pt x="2382" y="4796"/>
                    <a:pt x="2311" y="4939"/>
                    <a:pt x="2263" y="5105"/>
                  </a:cubicBezTo>
                  <a:cubicBezTo>
                    <a:pt x="2120" y="5486"/>
                    <a:pt x="2358" y="5915"/>
                    <a:pt x="2739" y="6058"/>
                  </a:cubicBezTo>
                  <a:cubicBezTo>
                    <a:pt x="2824" y="6088"/>
                    <a:pt x="2911" y="6102"/>
                    <a:pt x="2995" y="6102"/>
                  </a:cubicBezTo>
                  <a:cubicBezTo>
                    <a:pt x="3312" y="6102"/>
                    <a:pt x="3603" y="5901"/>
                    <a:pt x="3716" y="5582"/>
                  </a:cubicBezTo>
                  <a:cubicBezTo>
                    <a:pt x="3787" y="5367"/>
                    <a:pt x="3930" y="5201"/>
                    <a:pt x="4120" y="5081"/>
                  </a:cubicBezTo>
                  <a:cubicBezTo>
                    <a:pt x="4250" y="5024"/>
                    <a:pt x="4389" y="4992"/>
                    <a:pt x="4520" y="4992"/>
                  </a:cubicBezTo>
                  <a:cubicBezTo>
                    <a:pt x="4606" y="4992"/>
                    <a:pt x="4688" y="5006"/>
                    <a:pt x="4763" y="5034"/>
                  </a:cubicBezTo>
                  <a:cubicBezTo>
                    <a:pt x="4848" y="5062"/>
                    <a:pt x="4933" y="5075"/>
                    <a:pt x="5016" y="5075"/>
                  </a:cubicBezTo>
                  <a:cubicBezTo>
                    <a:pt x="5426" y="5075"/>
                    <a:pt x="5787" y="4755"/>
                    <a:pt x="5787" y="4319"/>
                  </a:cubicBezTo>
                  <a:cubicBezTo>
                    <a:pt x="5787" y="3986"/>
                    <a:pt x="5573" y="3700"/>
                    <a:pt x="5264" y="3605"/>
                  </a:cubicBezTo>
                  <a:cubicBezTo>
                    <a:pt x="5014" y="3518"/>
                    <a:pt x="4759" y="3476"/>
                    <a:pt x="4506" y="3476"/>
                  </a:cubicBezTo>
                  <a:cubicBezTo>
                    <a:pt x="4204" y="3476"/>
                    <a:pt x="3905" y="3536"/>
                    <a:pt x="3620" y="3653"/>
                  </a:cubicBezTo>
                  <a:cubicBezTo>
                    <a:pt x="3311" y="3176"/>
                    <a:pt x="2882" y="2819"/>
                    <a:pt x="2334" y="2629"/>
                  </a:cubicBezTo>
                  <a:cubicBezTo>
                    <a:pt x="2287" y="2629"/>
                    <a:pt x="2239" y="2605"/>
                    <a:pt x="2215" y="2605"/>
                  </a:cubicBezTo>
                  <a:cubicBezTo>
                    <a:pt x="2215" y="2581"/>
                    <a:pt x="2191" y="2557"/>
                    <a:pt x="2191" y="2557"/>
                  </a:cubicBezTo>
                  <a:cubicBezTo>
                    <a:pt x="2120" y="2343"/>
                    <a:pt x="2144" y="2105"/>
                    <a:pt x="2239" y="1914"/>
                  </a:cubicBezTo>
                  <a:cubicBezTo>
                    <a:pt x="2334" y="1700"/>
                    <a:pt x="2525" y="1557"/>
                    <a:pt x="2739" y="1486"/>
                  </a:cubicBezTo>
                  <a:cubicBezTo>
                    <a:pt x="3120" y="1343"/>
                    <a:pt x="3335" y="914"/>
                    <a:pt x="3216" y="533"/>
                  </a:cubicBezTo>
                  <a:cubicBezTo>
                    <a:pt x="3099" y="203"/>
                    <a:pt x="2794" y="0"/>
                    <a:pt x="24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8" name="Google Shape;1838;p119"/>
            <p:cNvSpPr/>
            <p:nvPr/>
          </p:nvSpPr>
          <p:spPr>
            <a:xfrm>
              <a:off x="4374700" y="4059825"/>
              <a:ext cx="216725" cy="216725"/>
            </a:xfrm>
            <a:custGeom>
              <a:rect b="b" l="l" r="r" t="t"/>
              <a:pathLst>
                <a:path extrusionOk="0" h="8669" w="8669">
                  <a:moveTo>
                    <a:pt x="4334" y="500"/>
                  </a:moveTo>
                  <a:cubicBezTo>
                    <a:pt x="6454" y="500"/>
                    <a:pt x="8168" y="2215"/>
                    <a:pt x="8168" y="4334"/>
                  </a:cubicBezTo>
                  <a:cubicBezTo>
                    <a:pt x="8168" y="6430"/>
                    <a:pt x="6454" y="8145"/>
                    <a:pt x="4334" y="8145"/>
                  </a:cubicBezTo>
                  <a:cubicBezTo>
                    <a:pt x="2239" y="8145"/>
                    <a:pt x="524" y="6430"/>
                    <a:pt x="524" y="4334"/>
                  </a:cubicBezTo>
                  <a:cubicBezTo>
                    <a:pt x="524" y="2215"/>
                    <a:pt x="2239" y="500"/>
                    <a:pt x="4334" y="500"/>
                  </a:cubicBezTo>
                  <a:close/>
                  <a:moveTo>
                    <a:pt x="4334" y="0"/>
                  </a:moveTo>
                  <a:cubicBezTo>
                    <a:pt x="1953" y="0"/>
                    <a:pt x="0" y="1953"/>
                    <a:pt x="0" y="4334"/>
                  </a:cubicBezTo>
                  <a:cubicBezTo>
                    <a:pt x="0" y="6716"/>
                    <a:pt x="1953" y="8669"/>
                    <a:pt x="4334" y="8669"/>
                  </a:cubicBezTo>
                  <a:cubicBezTo>
                    <a:pt x="6716" y="8669"/>
                    <a:pt x="8669" y="6716"/>
                    <a:pt x="8669" y="4334"/>
                  </a:cubicBezTo>
                  <a:cubicBezTo>
                    <a:pt x="8669" y="1953"/>
                    <a:pt x="6716" y="0"/>
                    <a:pt x="4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9" name="Google Shape;1839;p119"/>
            <p:cNvSpPr/>
            <p:nvPr/>
          </p:nvSpPr>
          <p:spPr>
            <a:xfrm>
              <a:off x="4502100" y="4161625"/>
              <a:ext cx="12525" cy="13125"/>
            </a:xfrm>
            <a:custGeom>
              <a:rect b="b" l="l" r="r" t="t"/>
              <a:pathLst>
                <a:path extrusionOk="0" h="525" w="501">
                  <a:moveTo>
                    <a:pt x="0" y="0"/>
                  </a:moveTo>
                  <a:lnTo>
                    <a:pt x="0" y="524"/>
                  </a:lnTo>
                  <a:lnTo>
                    <a:pt x="500" y="524"/>
                  </a:lnTo>
                  <a:lnTo>
                    <a:pt x="500"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0" name="Google Shape;1840;p119"/>
            <p:cNvSpPr/>
            <p:nvPr/>
          </p:nvSpPr>
          <p:spPr>
            <a:xfrm>
              <a:off x="4502100" y="4237825"/>
              <a:ext cx="12525" cy="12525"/>
            </a:xfrm>
            <a:custGeom>
              <a:rect b="b" l="l" r="r" t="t"/>
              <a:pathLst>
                <a:path extrusionOk="0" h="501" w="501">
                  <a:moveTo>
                    <a:pt x="0" y="1"/>
                  </a:moveTo>
                  <a:lnTo>
                    <a:pt x="0" y="501"/>
                  </a:lnTo>
                  <a:lnTo>
                    <a:pt x="500" y="501"/>
                  </a:lnTo>
                  <a:lnTo>
                    <a:pt x="50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 name="Google Shape;1841;p119"/>
            <p:cNvSpPr/>
            <p:nvPr/>
          </p:nvSpPr>
          <p:spPr>
            <a:xfrm>
              <a:off x="4476500" y="4085425"/>
              <a:ext cx="13125" cy="13125"/>
            </a:xfrm>
            <a:custGeom>
              <a:rect b="b" l="l" r="r" t="t"/>
              <a:pathLst>
                <a:path extrusionOk="0" h="525" w="525">
                  <a:moveTo>
                    <a:pt x="0" y="0"/>
                  </a:moveTo>
                  <a:lnTo>
                    <a:pt x="0" y="524"/>
                  </a:lnTo>
                  <a:lnTo>
                    <a:pt x="524" y="524"/>
                  </a:lnTo>
                  <a:lnTo>
                    <a:pt x="52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2" name="Google Shape;1842;p119"/>
            <p:cNvSpPr/>
            <p:nvPr/>
          </p:nvSpPr>
          <p:spPr>
            <a:xfrm>
              <a:off x="4464000" y="4149125"/>
              <a:ext cx="12525" cy="12525"/>
            </a:xfrm>
            <a:custGeom>
              <a:rect b="b" l="l" r="r" t="t"/>
              <a:pathLst>
                <a:path extrusionOk="0" h="501" w="501">
                  <a:moveTo>
                    <a:pt x="0" y="0"/>
                  </a:moveTo>
                  <a:lnTo>
                    <a:pt x="0" y="500"/>
                  </a:lnTo>
                  <a:lnTo>
                    <a:pt x="500" y="500"/>
                  </a:lnTo>
                  <a:lnTo>
                    <a:pt x="500"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3" name="Google Shape;1843;p119"/>
            <p:cNvSpPr/>
            <p:nvPr/>
          </p:nvSpPr>
          <p:spPr>
            <a:xfrm>
              <a:off x="4425900" y="4212825"/>
              <a:ext cx="13100" cy="12525"/>
            </a:xfrm>
            <a:custGeom>
              <a:rect b="b" l="l" r="r" t="t"/>
              <a:pathLst>
                <a:path extrusionOk="0" h="501" w="524">
                  <a:moveTo>
                    <a:pt x="0" y="0"/>
                  </a:moveTo>
                  <a:lnTo>
                    <a:pt x="0" y="500"/>
                  </a:lnTo>
                  <a:lnTo>
                    <a:pt x="524" y="500"/>
                  </a:lnTo>
                  <a:lnTo>
                    <a:pt x="52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 name="Google Shape;1844;p119"/>
            <p:cNvSpPr/>
            <p:nvPr/>
          </p:nvSpPr>
          <p:spPr>
            <a:xfrm>
              <a:off x="5010525" y="4091975"/>
              <a:ext cx="69100" cy="69075"/>
            </a:xfrm>
            <a:custGeom>
              <a:rect b="b" l="l" r="r" t="t"/>
              <a:pathLst>
                <a:path extrusionOk="0" h="2763" w="2764">
                  <a:moveTo>
                    <a:pt x="1382" y="548"/>
                  </a:moveTo>
                  <a:cubicBezTo>
                    <a:pt x="1835" y="548"/>
                    <a:pt x="2216" y="929"/>
                    <a:pt x="2216" y="1381"/>
                  </a:cubicBezTo>
                  <a:cubicBezTo>
                    <a:pt x="2216" y="1834"/>
                    <a:pt x="1835" y="2215"/>
                    <a:pt x="1382" y="2215"/>
                  </a:cubicBezTo>
                  <a:cubicBezTo>
                    <a:pt x="930" y="2215"/>
                    <a:pt x="549" y="1834"/>
                    <a:pt x="549" y="1381"/>
                  </a:cubicBezTo>
                  <a:cubicBezTo>
                    <a:pt x="549" y="929"/>
                    <a:pt x="930" y="548"/>
                    <a:pt x="1382" y="548"/>
                  </a:cubicBezTo>
                  <a:close/>
                  <a:moveTo>
                    <a:pt x="1382" y="0"/>
                  </a:moveTo>
                  <a:cubicBezTo>
                    <a:pt x="620" y="0"/>
                    <a:pt x="1" y="619"/>
                    <a:pt x="1" y="1381"/>
                  </a:cubicBezTo>
                  <a:cubicBezTo>
                    <a:pt x="1" y="2143"/>
                    <a:pt x="620" y="2763"/>
                    <a:pt x="1382" y="2763"/>
                  </a:cubicBezTo>
                  <a:cubicBezTo>
                    <a:pt x="2144" y="2763"/>
                    <a:pt x="2763" y="2143"/>
                    <a:pt x="2763" y="1381"/>
                  </a:cubicBezTo>
                  <a:cubicBezTo>
                    <a:pt x="2763" y="619"/>
                    <a:pt x="2144" y="0"/>
                    <a:pt x="138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5" name="Google Shape;1845;p119"/>
            <p:cNvSpPr/>
            <p:nvPr/>
          </p:nvSpPr>
          <p:spPr>
            <a:xfrm>
              <a:off x="4955175" y="4050300"/>
              <a:ext cx="179825" cy="235775"/>
            </a:xfrm>
            <a:custGeom>
              <a:rect b="b" l="l" r="r" t="t"/>
              <a:pathLst>
                <a:path extrusionOk="0" h="9431" w="7193">
                  <a:moveTo>
                    <a:pt x="6644" y="548"/>
                  </a:moveTo>
                  <a:lnTo>
                    <a:pt x="6644" y="4430"/>
                  </a:lnTo>
                  <a:lnTo>
                    <a:pt x="4620" y="4430"/>
                  </a:lnTo>
                  <a:lnTo>
                    <a:pt x="3596" y="5239"/>
                  </a:lnTo>
                  <a:lnTo>
                    <a:pt x="2596" y="4430"/>
                  </a:lnTo>
                  <a:lnTo>
                    <a:pt x="548" y="4430"/>
                  </a:lnTo>
                  <a:lnTo>
                    <a:pt x="548" y="548"/>
                  </a:lnTo>
                  <a:close/>
                  <a:moveTo>
                    <a:pt x="2405" y="5001"/>
                  </a:moveTo>
                  <a:lnTo>
                    <a:pt x="3167" y="5596"/>
                  </a:lnTo>
                  <a:lnTo>
                    <a:pt x="2215" y="6359"/>
                  </a:lnTo>
                  <a:lnTo>
                    <a:pt x="2215" y="6097"/>
                  </a:lnTo>
                  <a:lnTo>
                    <a:pt x="1667" y="6097"/>
                  </a:lnTo>
                  <a:lnTo>
                    <a:pt x="1667" y="8883"/>
                  </a:lnTo>
                  <a:lnTo>
                    <a:pt x="1119" y="8883"/>
                  </a:lnTo>
                  <a:lnTo>
                    <a:pt x="1119" y="5811"/>
                  </a:lnTo>
                  <a:cubicBezTo>
                    <a:pt x="1119" y="5358"/>
                    <a:pt x="1477" y="5001"/>
                    <a:pt x="1929" y="5001"/>
                  </a:cubicBezTo>
                  <a:close/>
                  <a:moveTo>
                    <a:pt x="5263" y="5001"/>
                  </a:moveTo>
                  <a:cubicBezTo>
                    <a:pt x="5716" y="5001"/>
                    <a:pt x="6097" y="5358"/>
                    <a:pt x="6097" y="5811"/>
                  </a:cubicBezTo>
                  <a:lnTo>
                    <a:pt x="6097" y="8883"/>
                  </a:lnTo>
                  <a:lnTo>
                    <a:pt x="5525" y="8883"/>
                  </a:lnTo>
                  <a:lnTo>
                    <a:pt x="5525" y="6097"/>
                  </a:lnTo>
                  <a:lnTo>
                    <a:pt x="4977" y="6097"/>
                  </a:lnTo>
                  <a:lnTo>
                    <a:pt x="4977" y="8883"/>
                  </a:lnTo>
                  <a:lnTo>
                    <a:pt x="2215" y="8883"/>
                  </a:lnTo>
                  <a:lnTo>
                    <a:pt x="2215" y="7073"/>
                  </a:lnTo>
                  <a:lnTo>
                    <a:pt x="4811" y="5001"/>
                  </a:lnTo>
                  <a:close/>
                  <a:moveTo>
                    <a:pt x="0" y="0"/>
                  </a:moveTo>
                  <a:lnTo>
                    <a:pt x="0" y="5001"/>
                  </a:lnTo>
                  <a:lnTo>
                    <a:pt x="834" y="5001"/>
                  </a:lnTo>
                  <a:cubicBezTo>
                    <a:pt x="667" y="5215"/>
                    <a:pt x="548" y="5501"/>
                    <a:pt x="548" y="5811"/>
                  </a:cubicBezTo>
                  <a:lnTo>
                    <a:pt x="548" y="9431"/>
                  </a:lnTo>
                  <a:lnTo>
                    <a:pt x="6644" y="9431"/>
                  </a:lnTo>
                  <a:lnTo>
                    <a:pt x="6644" y="5811"/>
                  </a:lnTo>
                  <a:cubicBezTo>
                    <a:pt x="6644" y="5501"/>
                    <a:pt x="6549" y="5215"/>
                    <a:pt x="6359" y="5001"/>
                  </a:cubicBezTo>
                  <a:lnTo>
                    <a:pt x="7192" y="5001"/>
                  </a:lnTo>
                  <a:lnTo>
                    <a:pt x="719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 name="Google Shape;1846;p119"/>
            <p:cNvSpPr/>
            <p:nvPr/>
          </p:nvSpPr>
          <p:spPr>
            <a:xfrm>
              <a:off x="5482050" y="4050300"/>
              <a:ext cx="215550" cy="235775"/>
            </a:xfrm>
            <a:custGeom>
              <a:rect b="b" l="l" r="r" t="t"/>
              <a:pathLst>
                <a:path extrusionOk="0" h="9431" w="8622">
                  <a:moveTo>
                    <a:pt x="6907" y="667"/>
                  </a:moveTo>
                  <a:cubicBezTo>
                    <a:pt x="7026" y="762"/>
                    <a:pt x="7145" y="905"/>
                    <a:pt x="7169" y="1048"/>
                  </a:cubicBezTo>
                  <a:lnTo>
                    <a:pt x="7241" y="1381"/>
                  </a:lnTo>
                  <a:lnTo>
                    <a:pt x="7550" y="1262"/>
                  </a:lnTo>
                  <a:cubicBezTo>
                    <a:pt x="7605" y="1244"/>
                    <a:pt x="7666" y="1236"/>
                    <a:pt x="7729" y="1236"/>
                  </a:cubicBezTo>
                  <a:cubicBezTo>
                    <a:pt x="7832" y="1236"/>
                    <a:pt x="7938" y="1257"/>
                    <a:pt x="8026" y="1286"/>
                  </a:cubicBezTo>
                  <a:cubicBezTo>
                    <a:pt x="8003" y="1477"/>
                    <a:pt x="7907" y="1691"/>
                    <a:pt x="7765" y="1762"/>
                  </a:cubicBezTo>
                  <a:cubicBezTo>
                    <a:pt x="7765" y="1786"/>
                    <a:pt x="7765" y="1786"/>
                    <a:pt x="7312" y="1929"/>
                  </a:cubicBezTo>
                  <a:lnTo>
                    <a:pt x="7598" y="2239"/>
                  </a:lnTo>
                  <a:cubicBezTo>
                    <a:pt x="7693" y="2358"/>
                    <a:pt x="7717" y="2596"/>
                    <a:pt x="7717" y="2763"/>
                  </a:cubicBezTo>
                  <a:cubicBezTo>
                    <a:pt x="7550" y="2763"/>
                    <a:pt x="7312" y="2739"/>
                    <a:pt x="7193" y="2620"/>
                  </a:cubicBezTo>
                  <a:cubicBezTo>
                    <a:pt x="7169" y="2596"/>
                    <a:pt x="7145" y="2572"/>
                    <a:pt x="6907" y="2167"/>
                  </a:cubicBezTo>
                  <a:cubicBezTo>
                    <a:pt x="6669" y="2572"/>
                    <a:pt x="6645" y="2596"/>
                    <a:pt x="6621" y="2620"/>
                  </a:cubicBezTo>
                  <a:cubicBezTo>
                    <a:pt x="6502" y="2739"/>
                    <a:pt x="6288" y="2763"/>
                    <a:pt x="6097" y="2763"/>
                  </a:cubicBezTo>
                  <a:cubicBezTo>
                    <a:pt x="6097" y="2596"/>
                    <a:pt x="6121" y="2358"/>
                    <a:pt x="6240" y="2239"/>
                  </a:cubicBezTo>
                  <a:lnTo>
                    <a:pt x="6526" y="1929"/>
                  </a:lnTo>
                  <a:cubicBezTo>
                    <a:pt x="6050" y="1762"/>
                    <a:pt x="6074" y="1786"/>
                    <a:pt x="6050" y="1762"/>
                  </a:cubicBezTo>
                  <a:cubicBezTo>
                    <a:pt x="5907" y="1691"/>
                    <a:pt x="5836" y="1477"/>
                    <a:pt x="5788" y="1286"/>
                  </a:cubicBezTo>
                  <a:cubicBezTo>
                    <a:pt x="5876" y="1257"/>
                    <a:pt x="5983" y="1236"/>
                    <a:pt x="6091" y="1236"/>
                  </a:cubicBezTo>
                  <a:cubicBezTo>
                    <a:pt x="6157" y="1236"/>
                    <a:pt x="6224" y="1244"/>
                    <a:pt x="6288" y="1262"/>
                  </a:cubicBezTo>
                  <a:lnTo>
                    <a:pt x="6598" y="1381"/>
                  </a:lnTo>
                  <a:lnTo>
                    <a:pt x="6645" y="1048"/>
                  </a:lnTo>
                  <a:cubicBezTo>
                    <a:pt x="6669" y="905"/>
                    <a:pt x="6812" y="762"/>
                    <a:pt x="6907" y="667"/>
                  </a:cubicBezTo>
                  <a:close/>
                  <a:moveTo>
                    <a:pt x="5312" y="1667"/>
                  </a:moveTo>
                  <a:cubicBezTo>
                    <a:pt x="5383" y="1834"/>
                    <a:pt x="5478" y="2024"/>
                    <a:pt x="5645" y="2143"/>
                  </a:cubicBezTo>
                  <a:cubicBezTo>
                    <a:pt x="5478" y="2548"/>
                    <a:pt x="5574" y="3001"/>
                    <a:pt x="5574" y="3072"/>
                  </a:cubicBezTo>
                  <a:lnTo>
                    <a:pt x="5621" y="3239"/>
                  </a:lnTo>
                  <a:lnTo>
                    <a:pt x="5788" y="3286"/>
                  </a:lnTo>
                  <a:cubicBezTo>
                    <a:pt x="5895" y="3308"/>
                    <a:pt x="6016" y="3320"/>
                    <a:pt x="6142" y="3320"/>
                  </a:cubicBezTo>
                  <a:cubicBezTo>
                    <a:pt x="6295" y="3320"/>
                    <a:pt x="6453" y="3302"/>
                    <a:pt x="6598" y="3263"/>
                  </a:cubicBezTo>
                  <a:cubicBezTo>
                    <a:pt x="6621" y="3358"/>
                    <a:pt x="6645" y="3477"/>
                    <a:pt x="6645" y="3596"/>
                  </a:cubicBezTo>
                  <a:lnTo>
                    <a:pt x="6645" y="3882"/>
                  </a:lnTo>
                  <a:lnTo>
                    <a:pt x="5526" y="3882"/>
                  </a:lnTo>
                  <a:lnTo>
                    <a:pt x="5526" y="4430"/>
                  </a:lnTo>
                  <a:lnTo>
                    <a:pt x="6645" y="4430"/>
                  </a:lnTo>
                  <a:lnTo>
                    <a:pt x="6645" y="5263"/>
                  </a:lnTo>
                  <a:cubicBezTo>
                    <a:pt x="6645" y="5358"/>
                    <a:pt x="6621" y="5454"/>
                    <a:pt x="6598" y="5549"/>
                  </a:cubicBezTo>
                  <a:lnTo>
                    <a:pt x="5526" y="5549"/>
                  </a:lnTo>
                  <a:lnTo>
                    <a:pt x="5526" y="6097"/>
                  </a:lnTo>
                  <a:lnTo>
                    <a:pt x="6359" y="6097"/>
                  </a:lnTo>
                  <a:cubicBezTo>
                    <a:pt x="5978" y="6597"/>
                    <a:pt x="5455" y="6620"/>
                    <a:pt x="5383" y="6644"/>
                  </a:cubicBezTo>
                  <a:lnTo>
                    <a:pt x="4692" y="6644"/>
                  </a:lnTo>
                  <a:lnTo>
                    <a:pt x="4692" y="7216"/>
                  </a:lnTo>
                  <a:lnTo>
                    <a:pt x="5097" y="7216"/>
                  </a:lnTo>
                  <a:cubicBezTo>
                    <a:pt x="4645" y="7883"/>
                    <a:pt x="3883" y="8311"/>
                    <a:pt x="3025" y="8311"/>
                  </a:cubicBezTo>
                  <a:lnTo>
                    <a:pt x="2549" y="8311"/>
                  </a:lnTo>
                  <a:cubicBezTo>
                    <a:pt x="1930" y="8311"/>
                    <a:pt x="1263" y="8407"/>
                    <a:pt x="620" y="8621"/>
                  </a:cubicBezTo>
                  <a:cubicBezTo>
                    <a:pt x="787" y="8121"/>
                    <a:pt x="1263" y="7764"/>
                    <a:pt x="1787" y="7764"/>
                  </a:cubicBezTo>
                  <a:lnTo>
                    <a:pt x="2478" y="7764"/>
                  </a:lnTo>
                  <a:cubicBezTo>
                    <a:pt x="3311" y="7764"/>
                    <a:pt x="4026" y="7240"/>
                    <a:pt x="4288" y="6478"/>
                  </a:cubicBezTo>
                  <a:lnTo>
                    <a:pt x="4359" y="6335"/>
                  </a:lnTo>
                  <a:cubicBezTo>
                    <a:pt x="4216" y="6192"/>
                    <a:pt x="4240" y="6192"/>
                    <a:pt x="4097" y="6049"/>
                  </a:cubicBezTo>
                  <a:cubicBezTo>
                    <a:pt x="3907" y="6073"/>
                    <a:pt x="3787" y="6097"/>
                    <a:pt x="3668" y="6097"/>
                  </a:cubicBezTo>
                  <a:cubicBezTo>
                    <a:pt x="3002" y="6097"/>
                    <a:pt x="2359" y="6192"/>
                    <a:pt x="1716" y="6382"/>
                  </a:cubicBezTo>
                  <a:cubicBezTo>
                    <a:pt x="1882" y="5906"/>
                    <a:pt x="2359" y="5549"/>
                    <a:pt x="2906" y="5549"/>
                  </a:cubicBezTo>
                  <a:cubicBezTo>
                    <a:pt x="3454" y="5549"/>
                    <a:pt x="3787" y="5239"/>
                    <a:pt x="3859" y="5215"/>
                  </a:cubicBezTo>
                  <a:lnTo>
                    <a:pt x="3859" y="5001"/>
                  </a:lnTo>
                  <a:lnTo>
                    <a:pt x="4978" y="5001"/>
                  </a:lnTo>
                  <a:lnTo>
                    <a:pt x="4978" y="4430"/>
                  </a:lnTo>
                  <a:lnTo>
                    <a:pt x="3859" y="4430"/>
                  </a:lnTo>
                  <a:lnTo>
                    <a:pt x="3859" y="3596"/>
                  </a:lnTo>
                  <a:cubicBezTo>
                    <a:pt x="3859" y="3167"/>
                    <a:pt x="4073" y="2763"/>
                    <a:pt x="4430" y="2501"/>
                  </a:cubicBezTo>
                  <a:lnTo>
                    <a:pt x="4645" y="2334"/>
                  </a:lnTo>
                  <a:lnTo>
                    <a:pt x="4478" y="2096"/>
                  </a:lnTo>
                  <a:cubicBezTo>
                    <a:pt x="4430" y="2048"/>
                    <a:pt x="4430" y="2000"/>
                    <a:pt x="4430" y="1953"/>
                  </a:cubicBezTo>
                  <a:cubicBezTo>
                    <a:pt x="4430" y="1786"/>
                    <a:pt x="4550" y="1667"/>
                    <a:pt x="4692" y="1667"/>
                  </a:cubicBezTo>
                  <a:close/>
                  <a:moveTo>
                    <a:pt x="6907" y="0"/>
                  </a:moveTo>
                  <a:lnTo>
                    <a:pt x="6764" y="72"/>
                  </a:lnTo>
                  <a:cubicBezTo>
                    <a:pt x="6717" y="119"/>
                    <a:pt x="6359" y="333"/>
                    <a:pt x="6193" y="691"/>
                  </a:cubicBezTo>
                  <a:cubicBezTo>
                    <a:pt x="6166" y="689"/>
                    <a:pt x="6139" y="688"/>
                    <a:pt x="6113" y="688"/>
                  </a:cubicBezTo>
                  <a:cubicBezTo>
                    <a:pt x="5739" y="688"/>
                    <a:pt x="5404" y="835"/>
                    <a:pt x="5359" y="857"/>
                  </a:cubicBezTo>
                  <a:lnTo>
                    <a:pt x="5193" y="953"/>
                  </a:lnTo>
                  <a:lnTo>
                    <a:pt x="5193" y="1119"/>
                  </a:lnTo>
                  <a:lnTo>
                    <a:pt x="4692" y="1119"/>
                  </a:lnTo>
                  <a:cubicBezTo>
                    <a:pt x="4240" y="1119"/>
                    <a:pt x="3859" y="1477"/>
                    <a:pt x="3859" y="1953"/>
                  </a:cubicBezTo>
                  <a:cubicBezTo>
                    <a:pt x="3859" y="2024"/>
                    <a:pt x="3883" y="2120"/>
                    <a:pt x="3907" y="2215"/>
                  </a:cubicBezTo>
                  <a:cubicBezTo>
                    <a:pt x="3526" y="2572"/>
                    <a:pt x="3311" y="3072"/>
                    <a:pt x="3311" y="3596"/>
                  </a:cubicBezTo>
                  <a:lnTo>
                    <a:pt x="3311" y="4906"/>
                  </a:lnTo>
                  <a:cubicBezTo>
                    <a:pt x="3192" y="4953"/>
                    <a:pt x="3049" y="5001"/>
                    <a:pt x="2906" y="5001"/>
                  </a:cubicBezTo>
                  <a:cubicBezTo>
                    <a:pt x="1906" y="5001"/>
                    <a:pt x="1096" y="5811"/>
                    <a:pt x="1096" y="6787"/>
                  </a:cubicBezTo>
                  <a:lnTo>
                    <a:pt x="1096" y="7192"/>
                  </a:lnTo>
                  <a:lnTo>
                    <a:pt x="1477" y="7049"/>
                  </a:lnTo>
                  <a:cubicBezTo>
                    <a:pt x="2144" y="6787"/>
                    <a:pt x="2859" y="6668"/>
                    <a:pt x="3573" y="6644"/>
                  </a:cubicBezTo>
                  <a:lnTo>
                    <a:pt x="3573" y="6644"/>
                  </a:lnTo>
                  <a:cubicBezTo>
                    <a:pt x="3335" y="7001"/>
                    <a:pt x="2930" y="7216"/>
                    <a:pt x="2478" y="7216"/>
                  </a:cubicBezTo>
                  <a:lnTo>
                    <a:pt x="1787" y="7216"/>
                  </a:lnTo>
                  <a:cubicBezTo>
                    <a:pt x="811" y="7216"/>
                    <a:pt x="1" y="8026"/>
                    <a:pt x="1" y="9026"/>
                  </a:cubicBezTo>
                  <a:lnTo>
                    <a:pt x="1" y="9431"/>
                  </a:lnTo>
                  <a:lnTo>
                    <a:pt x="358" y="9288"/>
                  </a:lnTo>
                  <a:cubicBezTo>
                    <a:pt x="1120" y="9002"/>
                    <a:pt x="1859" y="8859"/>
                    <a:pt x="2549" y="8859"/>
                  </a:cubicBezTo>
                  <a:lnTo>
                    <a:pt x="3025" y="8859"/>
                  </a:lnTo>
                  <a:cubicBezTo>
                    <a:pt x="4216" y="8859"/>
                    <a:pt x="5288" y="8192"/>
                    <a:pt x="5788" y="7121"/>
                  </a:cubicBezTo>
                  <a:cubicBezTo>
                    <a:pt x="6598" y="6906"/>
                    <a:pt x="7193" y="6144"/>
                    <a:pt x="7193" y="5263"/>
                  </a:cubicBezTo>
                  <a:lnTo>
                    <a:pt x="7193" y="3596"/>
                  </a:lnTo>
                  <a:cubicBezTo>
                    <a:pt x="7193" y="3477"/>
                    <a:pt x="7169" y="3358"/>
                    <a:pt x="7145" y="3239"/>
                  </a:cubicBezTo>
                  <a:lnTo>
                    <a:pt x="7145" y="3239"/>
                  </a:lnTo>
                  <a:cubicBezTo>
                    <a:pt x="7329" y="3293"/>
                    <a:pt x="7518" y="3308"/>
                    <a:pt x="7674" y="3308"/>
                  </a:cubicBezTo>
                  <a:cubicBezTo>
                    <a:pt x="7861" y="3308"/>
                    <a:pt x="8000" y="3286"/>
                    <a:pt x="8026" y="3286"/>
                  </a:cubicBezTo>
                  <a:lnTo>
                    <a:pt x="8217" y="3239"/>
                  </a:lnTo>
                  <a:lnTo>
                    <a:pt x="8241" y="3072"/>
                  </a:lnTo>
                  <a:cubicBezTo>
                    <a:pt x="8265" y="3001"/>
                    <a:pt x="8336" y="2548"/>
                    <a:pt x="8169" y="2143"/>
                  </a:cubicBezTo>
                  <a:cubicBezTo>
                    <a:pt x="8574" y="1810"/>
                    <a:pt x="8598" y="1191"/>
                    <a:pt x="8622" y="1119"/>
                  </a:cubicBezTo>
                  <a:lnTo>
                    <a:pt x="8622" y="953"/>
                  </a:lnTo>
                  <a:lnTo>
                    <a:pt x="8455" y="857"/>
                  </a:lnTo>
                  <a:cubicBezTo>
                    <a:pt x="8411" y="835"/>
                    <a:pt x="8076" y="688"/>
                    <a:pt x="7721" y="688"/>
                  </a:cubicBezTo>
                  <a:cubicBezTo>
                    <a:pt x="7696" y="688"/>
                    <a:pt x="7671" y="689"/>
                    <a:pt x="7645" y="691"/>
                  </a:cubicBezTo>
                  <a:cubicBezTo>
                    <a:pt x="7455" y="333"/>
                    <a:pt x="7098" y="119"/>
                    <a:pt x="7050" y="72"/>
                  </a:cubicBezTo>
                  <a:lnTo>
                    <a:pt x="6907"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7" name="Google Shape;1847;p119"/>
            <p:cNvSpPr/>
            <p:nvPr/>
          </p:nvSpPr>
          <p:spPr>
            <a:xfrm>
              <a:off x="6077425" y="4050875"/>
              <a:ext cx="150650" cy="234600"/>
            </a:xfrm>
            <a:custGeom>
              <a:rect b="b" l="l" r="r" t="t"/>
              <a:pathLst>
                <a:path extrusionOk="0" h="9384" w="6026">
                  <a:moveTo>
                    <a:pt x="3835" y="3311"/>
                  </a:moveTo>
                  <a:lnTo>
                    <a:pt x="3835" y="3859"/>
                  </a:lnTo>
                  <a:lnTo>
                    <a:pt x="2191" y="3859"/>
                  </a:lnTo>
                  <a:lnTo>
                    <a:pt x="2191" y="3311"/>
                  </a:lnTo>
                  <a:close/>
                  <a:moveTo>
                    <a:pt x="4073" y="4407"/>
                  </a:moveTo>
                  <a:cubicBezTo>
                    <a:pt x="4859" y="4407"/>
                    <a:pt x="5478" y="5050"/>
                    <a:pt x="5478" y="5835"/>
                  </a:cubicBezTo>
                  <a:cubicBezTo>
                    <a:pt x="5478" y="6097"/>
                    <a:pt x="5406" y="6383"/>
                    <a:pt x="5240" y="6621"/>
                  </a:cubicBezTo>
                  <a:lnTo>
                    <a:pt x="4501" y="7717"/>
                  </a:lnTo>
                  <a:lnTo>
                    <a:pt x="1501" y="7717"/>
                  </a:lnTo>
                  <a:lnTo>
                    <a:pt x="786" y="6621"/>
                  </a:lnTo>
                  <a:cubicBezTo>
                    <a:pt x="620" y="6383"/>
                    <a:pt x="548" y="6097"/>
                    <a:pt x="548" y="5835"/>
                  </a:cubicBezTo>
                  <a:cubicBezTo>
                    <a:pt x="548" y="5050"/>
                    <a:pt x="1167" y="4407"/>
                    <a:pt x="1953" y="4407"/>
                  </a:cubicBezTo>
                  <a:close/>
                  <a:moveTo>
                    <a:pt x="4382" y="8264"/>
                  </a:moveTo>
                  <a:lnTo>
                    <a:pt x="4382" y="8836"/>
                  </a:lnTo>
                  <a:lnTo>
                    <a:pt x="1644" y="8836"/>
                  </a:lnTo>
                  <a:lnTo>
                    <a:pt x="1644" y="8264"/>
                  </a:lnTo>
                  <a:close/>
                  <a:moveTo>
                    <a:pt x="2739" y="1"/>
                  </a:moveTo>
                  <a:lnTo>
                    <a:pt x="2739" y="2763"/>
                  </a:lnTo>
                  <a:lnTo>
                    <a:pt x="2644" y="2763"/>
                  </a:lnTo>
                  <a:lnTo>
                    <a:pt x="1620" y="715"/>
                  </a:lnTo>
                  <a:lnTo>
                    <a:pt x="1120" y="977"/>
                  </a:lnTo>
                  <a:lnTo>
                    <a:pt x="2025" y="2763"/>
                  </a:lnTo>
                  <a:lnTo>
                    <a:pt x="1096" y="2763"/>
                  </a:lnTo>
                  <a:lnTo>
                    <a:pt x="1096" y="3311"/>
                  </a:lnTo>
                  <a:lnTo>
                    <a:pt x="1644" y="3311"/>
                  </a:lnTo>
                  <a:lnTo>
                    <a:pt x="1644" y="3883"/>
                  </a:lnTo>
                  <a:cubicBezTo>
                    <a:pt x="715" y="4049"/>
                    <a:pt x="0" y="4859"/>
                    <a:pt x="0" y="5835"/>
                  </a:cubicBezTo>
                  <a:cubicBezTo>
                    <a:pt x="0" y="6216"/>
                    <a:pt x="96" y="6597"/>
                    <a:pt x="334" y="6907"/>
                  </a:cubicBezTo>
                  <a:lnTo>
                    <a:pt x="1096" y="8074"/>
                  </a:lnTo>
                  <a:lnTo>
                    <a:pt x="1096" y="9384"/>
                  </a:lnTo>
                  <a:lnTo>
                    <a:pt x="4930" y="9384"/>
                  </a:lnTo>
                  <a:lnTo>
                    <a:pt x="4930" y="8074"/>
                  </a:lnTo>
                  <a:lnTo>
                    <a:pt x="5692" y="6907"/>
                  </a:lnTo>
                  <a:cubicBezTo>
                    <a:pt x="5930" y="6597"/>
                    <a:pt x="6026" y="6216"/>
                    <a:pt x="6026" y="5835"/>
                  </a:cubicBezTo>
                  <a:cubicBezTo>
                    <a:pt x="6026" y="4859"/>
                    <a:pt x="5311" y="4049"/>
                    <a:pt x="4382" y="3883"/>
                  </a:cubicBezTo>
                  <a:lnTo>
                    <a:pt x="4382" y="3311"/>
                  </a:lnTo>
                  <a:lnTo>
                    <a:pt x="4930" y="3311"/>
                  </a:lnTo>
                  <a:lnTo>
                    <a:pt x="4930" y="2763"/>
                  </a:lnTo>
                  <a:lnTo>
                    <a:pt x="4001" y="2763"/>
                  </a:lnTo>
                  <a:lnTo>
                    <a:pt x="4906" y="977"/>
                  </a:lnTo>
                  <a:lnTo>
                    <a:pt x="4406" y="715"/>
                  </a:lnTo>
                  <a:lnTo>
                    <a:pt x="3382" y="2763"/>
                  </a:lnTo>
                  <a:lnTo>
                    <a:pt x="3287" y="2763"/>
                  </a:lnTo>
                  <a:lnTo>
                    <a:pt x="3287"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1" name="Shape 1851"/>
        <p:cNvGrpSpPr/>
        <p:nvPr/>
      </p:nvGrpSpPr>
      <p:grpSpPr>
        <a:xfrm>
          <a:off x="0" y="0"/>
          <a:ext cx="0" cy="0"/>
          <a:chOff x="0" y="0"/>
          <a:chExt cx="0" cy="0"/>
        </a:xfrm>
      </p:grpSpPr>
      <p:sp>
        <p:nvSpPr>
          <p:cNvPr id="1852" name="Google Shape;1852;p120"/>
          <p:cNvSpPr txBox="1"/>
          <p:nvPr>
            <p:ph idx="4294967295" type="body"/>
          </p:nvPr>
        </p:nvSpPr>
        <p:spPr>
          <a:xfrm>
            <a:off x="2139775" y="1315575"/>
            <a:ext cx="4864500" cy="764400"/>
          </a:xfrm>
          <a:prstGeom prst="rect">
            <a:avLst/>
          </a:prstGeom>
        </p:spPr>
        <p:txBody>
          <a:bodyPr anchorCtr="0" anchor="t" bIns="91425" lIns="91425" spcFirstLastPara="1" rIns="91425" wrap="square" tIns="91425">
            <a:noAutofit/>
          </a:bodyPr>
          <a:lstStyle/>
          <a:p>
            <a:pPr indent="0" lvl="0" marL="0" marR="0" rtl="0" algn="ctr">
              <a:lnSpc>
                <a:spcPct val="100000"/>
              </a:lnSpc>
              <a:spcBef>
                <a:spcPts val="0"/>
              </a:spcBef>
              <a:spcAft>
                <a:spcPts val="0"/>
              </a:spcAft>
              <a:buNone/>
            </a:pPr>
            <a:r>
              <a:rPr lang="en"/>
              <a:t>Here’s an assortment of alternative resources whose style fits that of this template:</a:t>
            </a:r>
            <a:endParaRPr>
              <a:solidFill>
                <a:schemeClr val="accent1"/>
              </a:solidFill>
            </a:endParaRPr>
          </a:p>
        </p:txBody>
      </p:sp>
      <p:sp>
        <p:nvSpPr>
          <p:cNvPr id="1853" name="Google Shape;1853;p120"/>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ALTERNATIVE RESOURCES</a:t>
            </a:r>
            <a:endParaRPr/>
          </a:p>
        </p:txBody>
      </p:sp>
      <p:grpSp>
        <p:nvGrpSpPr>
          <p:cNvPr id="1854" name="Google Shape;1854;p120"/>
          <p:cNvGrpSpPr/>
          <p:nvPr/>
        </p:nvGrpSpPr>
        <p:grpSpPr>
          <a:xfrm>
            <a:off x="1155660" y="1966751"/>
            <a:ext cx="2535236" cy="2617993"/>
            <a:chOff x="1358848" y="2127088"/>
            <a:chExt cx="2224867" cy="2297493"/>
          </a:xfrm>
        </p:grpSpPr>
        <p:sp>
          <p:nvSpPr>
            <p:cNvPr id="1855" name="Google Shape;1855;p120"/>
            <p:cNvSpPr/>
            <p:nvPr/>
          </p:nvSpPr>
          <p:spPr>
            <a:xfrm rot="2886579">
              <a:off x="1433165" y="2712969"/>
              <a:ext cx="2076551" cy="1125731"/>
            </a:xfrm>
            <a:custGeom>
              <a:rect b="b" l="l" r="r" t="t"/>
              <a:pathLst>
                <a:path extrusionOk="0" h="13638" w="25157">
                  <a:moveTo>
                    <a:pt x="14708" y="1"/>
                  </a:moveTo>
                  <a:cubicBezTo>
                    <a:pt x="14585" y="1"/>
                    <a:pt x="14464" y="4"/>
                    <a:pt x="14348" y="12"/>
                  </a:cubicBezTo>
                  <a:lnTo>
                    <a:pt x="13928" y="38"/>
                  </a:lnTo>
                  <a:cubicBezTo>
                    <a:pt x="12367" y="135"/>
                    <a:pt x="10753" y="236"/>
                    <a:pt x="9273" y="741"/>
                  </a:cubicBezTo>
                  <a:cubicBezTo>
                    <a:pt x="8186" y="1108"/>
                    <a:pt x="6787" y="1674"/>
                    <a:pt x="5635" y="2768"/>
                  </a:cubicBezTo>
                  <a:lnTo>
                    <a:pt x="5476" y="2920"/>
                  </a:lnTo>
                  <a:cubicBezTo>
                    <a:pt x="4815" y="3552"/>
                    <a:pt x="4129" y="4199"/>
                    <a:pt x="3420" y="4765"/>
                  </a:cubicBezTo>
                  <a:cubicBezTo>
                    <a:pt x="3299" y="4863"/>
                    <a:pt x="3172" y="4957"/>
                    <a:pt x="3049" y="5051"/>
                  </a:cubicBezTo>
                  <a:cubicBezTo>
                    <a:pt x="2619" y="5380"/>
                    <a:pt x="2177" y="5715"/>
                    <a:pt x="1829" y="6148"/>
                  </a:cubicBezTo>
                  <a:cubicBezTo>
                    <a:pt x="3" y="8403"/>
                    <a:pt x="0" y="12053"/>
                    <a:pt x="39" y="13120"/>
                  </a:cubicBezTo>
                  <a:lnTo>
                    <a:pt x="205" y="13114"/>
                  </a:lnTo>
                  <a:cubicBezTo>
                    <a:pt x="166" y="12063"/>
                    <a:pt x="169" y="8461"/>
                    <a:pt x="1959" y="6252"/>
                  </a:cubicBezTo>
                  <a:cubicBezTo>
                    <a:pt x="2294" y="5836"/>
                    <a:pt x="2730" y="5504"/>
                    <a:pt x="3150" y="5185"/>
                  </a:cubicBezTo>
                  <a:cubicBezTo>
                    <a:pt x="3276" y="5087"/>
                    <a:pt x="3400" y="4993"/>
                    <a:pt x="3524" y="4895"/>
                  </a:cubicBezTo>
                  <a:cubicBezTo>
                    <a:pt x="4239" y="4326"/>
                    <a:pt x="4926" y="3672"/>
                    <a:pt x="5590" y="3041"/>
                  </a:cubicBezTo>
                  <a:lnTo>
                    <a:pt x="5752" y="2888"/>
                  </a:lnTo>
                  <a:cubicBezTo>
                    <a:pt x="6878" y="1817"/>
                    <a:pt x="8254" y="1261"/>
                    <a:pt x="9328" y="897"/>
                  </a:cubicBezTo>
                  <a:cubicBezTo>
                    <a:pt x="10786" y="402"/>
                    <a:pt x="12390" y="301"/>
                    <a:pt x="13941" y="204"/>
                  </a:cubicBezTo>
                  <a:lnTo>
                    <a:pt x="14358" y="178"/>
                  </a:lnTo>
                  <a:cubicBezTo>
                    <a:pt x="14471" y="170"/>
                    <a:pt x="14588" y="167"/>
                    <a:pt x="14708" y="167"/>
                  </a:cubicBezTo>
                  <a:cubicBezTo>
                    <a:pt x="16365" y="167"/>
                    <a:pt x="18619" y="842"/>
                    <a:pt x="19915" y="1749"/>
                  </a:cubicBezTo>
                  <a:cubicBezTo>
                    <a:pt x="20273" y="2003"/>
                    <a:pt x="20621" y="2358"/>
                    <a:pt x="20956" y="2702"/>
                  </a:cubicBezTo>
                  <a:cubicBezTo>
                    <a:pt x="21102" y="2852"/>
                    <a:pt x="21246" y="2995"/>
                    <a:pt x="21385" y="3129"/>
                  </a:cubicBezTo>
                  <a:cubicBezTo>
                    <a:pt x="21909" y="3630"/>
                    <a:pt x="22342" y="4202"/>
                    <a:pt x="22677" y="4837"/>
                  </a:cubicBezTo>
                  <a:cubicBezTo>
                    <a:pt x="23029" y="5500"/>
                    <a:pt x="23286" y="6233"/>
                    <a:pt x="23533" y="6939"/>
                  </a:cubicBezTo>
                  <a:cubicBezTo>
                    <a:pt x="23708" y="7446"/>
                    <a:pt x="23891" y="7967"/>
                    <a:pt x="24109" y="8468"/>
                  </a:cubicBezTo>
                  <a:cubicBezTo>
                    <a:pt x="24528" y="9424"/>
                    <a:pt x="24860" y="10690"/>
                    <a:pt x="24974" y="11767"/>
                  </a:cubicBezTo>
                  <a:cubicBezTo>
                    <a:pt x="24987" y="11900"/>
                    <a:pt x="24964" y="12167"/>
                    <a:pt x="24935" y="12447"/>
                  </a:cubicBezTo>
                  <a:cubicBezTo>
                    <a:pt x="24873" y="13117"/>
                    <a:pt x="24844" y="13530"/>
                    <a:pt x="25007" y="13637"/>
                  </a:cubicBezTo>
                  <a:lnTo>
                    <a:pt x="25098" y="13498"/>
                  </a:lnTo>
                  <a:cubicBezTo>
                    <a:pt x="25010" y="13426"/>
                    <a:pt x="25068" y="12798"/>
                    <a:pt x="25101" y="12463"/>
                  </a:cubicBezTo>
                  <a:cubicBezTo>
                    <a:pt x="25130" y="12173"/>
                    <a:pt x="25156" y="11900"/>
                    <a:pt x="25140" y="11750"/>
                  </a:cubicBezTo>
                  <a:cubicBezTo>
                    <a:pt x="25023" y="10657"/>
                    <a:pt x="24685" y="9372"/>
                    <a:pt x="24262" y="8399"/>
                  </a:cubicBezTo>
                  <a:cubicBezTo>
                    <a:pt x="24047" y="7908"/>
                    <a:pt x="23865" y="7387"/>
                    <a:pt x="23689" y="6883"/>
                  </a:cubicBezTo>
                  <a:cubicBezTo>
                    <a:pt x="23438" y="6171"/>
                    <a:pt x="23181" y="5432"/>
                    <a:pt x="22824" y="4759"/>
                  </a:cubicBezTo>
                  <a:cubicBezTo>
                    <a:pt x="22482" y="4108"/>
                    <a:pt x="22036" y="3519"/>
                    <a:pt x="21499" y="3008"/>
                  </a:cubicBezTo>
                  <a:cubicBezTo>
                    <a:pt x="21363" y="2878"/>
                    <a:pt x="21220" y="2732"/>
                    <a:pt x="21076" y="2585"/>
                  </a:cubicBezTo>
                  <a:cubicBezTo>
                    <a:pt x="20735" y="2237"/>
                    <a:pt x="20380" y="1876"/>
                    <a:pt x="20009" y="1616"/>
                  </a:cubicBezTo>
                  <a:cubicBezTo>
                    <a:pt x="18691" y="688"/>
                    <a:pt x="16394" y="1"/>
                    <a:pt x="147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6" name="Google Shape;1856;p120"/>
            <p:cNvSpPr/>
            <p:nvPr/>
          </p:nvSpPr>
          <p:spPr>
            <a:xfrm rot="2886579">
              <a:off x="2073311" y="3489537"/>
              <a:ext cx="238799" cy="137188"/>
            </a:xfrm>
            <a:custGeom>
              <a:rect b="b" l="l" r="r" t="t"/>
              <a:pathLst>
                <a:path extrusionOk="0" h="1662" w="2893">
                  <a:moveTo>
                    <a:pt x="1608" y="0"/>
                  </a:moveTo>
                  <a:cubicBezTo>
                    <a:pt x="1581" y="0"/>
                    <a:pt x="1554" y="1"/>
                    <a:pt x="1526" y="2"/>
                  </a:cubicBezTo>
                  <a:cubicBezTo>
                    <a:pt x="1048" y="28"/>
                    <a:pt x="381" y="328"/>
                    <a:pt x="134" y="764"/>
                  </a:cubicBezTo>
                  <a:cubicBezTo>
                    <a:pt x="0" y="1008"/>
                    <a:pt x="0" y="1271"/>
                    <a:pt x="137" y="1528"/>
                  </a:cubicBezTo>
                  <a:lnTo>
                    <a:pt x="283" y="1450"/>
                  </a:lnTo>
                  <a:cubicBezTo>
                    <a:pt x="173" y="1242"/>
                    <a:pt x="173" y="1040"/>
                    <a:pt x="280" y="845"/>
                  </a:cubicBezTo>
                  <a:cubicBezTo>
                    <a:pt x="491" y="471"/>
                    <a:pt x="1100" y="194"/>
                    <a:pt x="1533" y="168"/>
                  </a:cubicBezTo>
                  <a:cubicBezTo>
                    <a:pt x="1556" y="167"/>
                    <a:pt x="1580" y="166"/>
                    <a:pt x="1603" y="166"/>
                  </a:cubicBezTo>
                  <a:cubicBezTo>
                    <a:pt x="1884" y="166"/>
                    <a:pt x="2117" y="258"/>
                    <a:pt x="2304" y="438"/>
                  </a:cubicBezTo>
                  <a:cubicBezTo>
                    <a:pt x="2570" y="699"/>
                    <a:pt x="2723" y="1154"/>
                    <a:pt x="2710" y="1655"/>
                  </a:cubicBezTo>
                  <a:lnTo>
                    <a:pt x="2876" y="1662"/>
                  </a:lnTo>
                  <a:cubicBezTo>
                    <a:pt x="2893" y="1105"/>
                    <a:pt x="2723" y="617"/>
                    <a:pt x="2418" y="318"/>
                  </a:cubicBezTo>
                  <a:cubicBezTo>
                    <a:pt x="2201" y="108"/>
                    <a:pt x="1930" y="0"/>
                    <a:pt x="160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7" name="Google Shape;1857;p120"/>
            <p:cNvSpPr/>
            <p:nvPr/>
          </p:nvSpPr>
          <p:spPr>
            <a:xfrm rot="2886579">
              <a:off x="2005482" y="3438648"/>
              <a:ext cx="441856" cy="198022"/>
            </a:xfrm>
            <a:custGeom>
              <a:rect b="b" l="l" r="r" t="t"/>
              <a:pathLst>
                <a:path extrusionOk="0" h="2399" w="5353">
                  <a:moveTo>
                    <a:pt x="3207" y="0"/>
                  </a:moveTo>
                  <a:cubicBezTo>
                    <a:pt x="2969" y="0"/>
                    <a:pt x="2706" y="39"/>
                    <a:pt x="2405" y="102"/>
                  </a:cubicBezTo>
                  <a:cubicBezTo>
                    <a:pt x="1799" y="225"/>
                    <a:pt x="443" y="873"/>
                    <a:pt x="117" y="1615"/>
                  </a:cubicBezTo>
                  <a:cubicBezTo>
                    <a:pt x="0" y="1875"/>
                    <a:pt x="13" y="2132"/>
                    <a:pt x="160" y="2370"/>
                  </a:cubicBezTo>
                  <a:lnTo>
                    <a:pt x="300" y="2285"/>
                  </a:lnTo>
                  <a:cubicBezTo>
                    <a:pt x="186" y="2093"/>
                    <a:pt x="176" y="1895"/>
                    <a:pt x="267" y="1680"/>
                  </a:cubicBezTo>
                  <a:cubicBezTo>
                    <a:pt x="579" y="977"/>
                    <a:pt x="1930" y="369"/>
                    <a:pt x="2440" y="265"/>
                  </a:cubicBezTo>
                  <a:cubicBezTo>
                    <a:pt x="2732" y="204"/>
                    <a:pt x="2983" y="167"/>
                    <a:pt x="3205" y="167"/>
                  </a:cubicBezTo>
                  <a:cubicBezTo>
                    <a:pt x="3658" y="167"/>
                    <a:pt x="3995" y="322"/>
                    <a:pt x="4324" y="756"/>
                  </a:cubicBezTo>
                  <a:cubicBezTo>
                    <a:pt x="4363" y="808"/>
                    <a:pt x="4409" y="863"/>
                    <a:pt x="4451" y="922"/>
                  </a:cubicBezTo>
                  <a:cubicBezTo>
                    <a:pt x="4776" y="1332"/>
                    <a:pt x="5177" y="1846"/>
                    <a:pt x="5089" y="2370"/>
                  </a:cubicBezTo>
                  <a:lnTo>
                    <a:pt x="5251" y="2399"/>
                  </a:lnTo>
                  <a:cubicBezTo>
                    <a:pt x="5352" y="1800"/>
                    <a:pt x="4926" y="1257"/>
                    <a:pt x="4584" y="818"/>
                  </a:cubicBezTo>
                  <a:cubicBezTo>
                    <a:pt x="4539" y="762"/>
                    <a:pt x="4497" y="707"/>
                    <a:pt x="4458" y="655"/>
                  </a:cubicBezTo>
                  <a:cubicBezTo>
                    <a:pt x="4089" y="172"/>
                    <a:pt x="3706" y="0"/>
                    <a:pt x="320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8" name="Google Shape;1858;p120"/>
            <p:cNvSpPr/>
            <p:nvPr/>
          </p:nvSpPr>
          <p:spPr>
            <a:xfrm rot="2886579">
              <a:off x="1938642" y="3360674"/>
              <a:ext cx="606779" cy="317958"/>
            </a:xfrm>
            <a:custGeom>
              <a:rect b="b" l="l" r="r" t="t"/>
              <a:pathLst>
                <a:path extrusionOk="0" h="3852" w="7351">
                  <a:moveTo>
                    <a:pt x="4496" y="0"/>
                  </a:moveTo>
                  <a:cubicBezTo>
                    <a:pt x="4451" y="0"/>
                    <a:pt x="4404" y="1"/>
                    <a:pt x="4357" y="2"/>
                  </a:cubicBezTo>
                  <a:cubicBezTo>
                    <a:pt x="1601" y="87"/>
                    <a:pt x="17" y="1404"/>
                    <a:pt x="1" y="3620"/>
                  </a:cubicBezTo>
                  <a:lnTo>
                    <a:pt x="170" y="3623"/>
                  </a:lnTo>
                  <a:cubicBezTo>
                    <a:pt x="186" y="620"/>
                    <a:pt x="3108" y="207"/>
                    <a:pt x="4360" y="168"/>
                  </a:cubicBezTo>
                  <a:cubicBezTo>
                    <a:pt x="4413" y="166"/>
                    <a:pt x="4464" y="165"/>
                    <a:pt x="4514" y="165"/>
                  </a:cubicBezTo>
                  <a:cubicBezTo>
                    <a:pt x="5662" y="165"/>
                    <a:pt x="6117" y="632"/>
                    <a:pt x="6628" y="1577"/>
                  </a:cubicBezTo>
                  <a:cubicBezTo>
                    <a:pt x="6989" y="2241"/>
                    <a:pt x="7181" y="3106"/>
                    <a:pt x="7132" y="3841"/>
                  </a:cubicBezTo>
                  <a:lnTo>
                    <a:pt x="7298" y="3851"/>
                  </a:lnTo>
                  <a:cubicBezTo>
                    <a:pt x="7350" y="3090"/>
                    <a:pt x="7149" y="2189"/>
                    <a:pt x="6774" y="1499"/>
                  </a:cubicBezTo>
                  <a:cubicBezTo>
                    <a:pt x="6241" y="510"/>
                    <a:pt x="5729" y="0"/>
                    <a:pt x="449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9" name="Google Shape;1859;p120"/>
            <p:cNvSpPr/>
            <p:nvPr/>
          </p:nvSpPr>
          <p:spPr>
            <a:xfrm rot="2886579">
              <a:off x="1823678" y="3322492"/>
              <a:ext cx="839799" cy="390101"/>
            </a:xfrm>
            <a:custGeom>
              <a:rect b="b" l="l" r="r" t="t"/>
              <a:pathLst>
                <a:path extrusionOk="0" h="4726" w="10174">
                  <a:moveTo>
                    <a:pt x="5931" y="1"/>
                  </a:moveTo>
                  <a:cubicBezTo>
                    <a:pt x="5631" y="1"/>
                    <a:pt x="5312" y="36"/>
                    <a:pt x="4968" y="106"/>
                  </a:cubicBezTo>
                  <a:cubicBezTo>
                    <a:pt x="4786" y="142"/>
                    <a:pt x="4588" y="177"/>
                    <a:pt x="4379" y="216"/>
                  </a:cubicBezTo>
                  <a:cubicBezTo>
                    <a:pt x="3400" y="389"/>
                    <a:pt x="2183" y="607"/>
                    <a:pt x="1451" y="1202"/>
                  </a:cubicBezTo>
                  <a:cubicBezTo>
                    <a:pt x="537" y="1947"/>
                    <a:pt x="0" y="3151"/>
                    <a:pt x="16" y="4426"/>
                  </a:cubicBezTo>
                  <a:lnTo>
                    <a:pt x="182" y="4426"/>
                  </a:lnTo>
                  <a:cubicBezTo>
                    <a:pt x="169" y="3200"/>
                    <a:pt x="683" y="2045"/>
                    <a:pt x="1559" y="1329"/>
                  </a:cubicBezTo>
                  <a:cubicBezTo>
                    <a:pt x="2255" y="763"/>
                    <a:pt x="3449" y="548"/>
                    <a:pt x="4409" y="379"/>
                  </a:cubicBezTo>
                  <a:cubicBezTo>
                    <a:pt x="4617" y="340"/>
                    <a:pt x="4819" y="307"/>
                    <a:pt x="5001" y="268"/>
                  </a:cubicBezTo>
                  <a:cubicBezTo>
                    <a:pt x="5329" y="203"/>
                    <a:pt x="5634" y="169"/>
                    <a:pt x="5921" y="169"/>
                  </a:cubicBezTo>
                  <a:cubicBezTo>
                    <a:pt x="6868" y="169"/>
                    <a:pt x="7615" y="538"/>
                    <a:pt x="8365" y="1345"/>
                  </a:cubicBezTo>
                  <a:cubicBezTo>
                    <a:pt x="9100" y="2136"/>
                    <a:pt x="9715" y="3398"/>
                    <a:pt x="10011" y="4726"/>
                  </a:cubicBezTo>
                  <a:lnTo>
                    <a:pt x="10174" y="4690"/>
                  </a:lnTo>
                  <a:cubicBezTo>
                    <a:pt x="9871" y="3337"/>
                    <a:pt x="9240" y="2042"/>
                    <a:pt x="8485" y="1231"/>
                  </a:cubicBezTo>
                  <a:cubicBezTo>
                    <a:pt x="7703" y="390"/>
                    <a:pt x="6922" y="1"/>
                    <a:pt x="593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0" name="Google Shape;1860;p120"/>
            <p:cNvSpPr/>
            <p:nvPr/>
          </p:nvSpPr>
          <p:spPr>
            <a:xfrm rot="2886579">
              <a:off x="1780007" y="3229132"/>
              <a:ext cx="998036" cy="498481"/>
            </a:xfrm>
            <a:custGeom>
              <a:rect b="b" l="l" r="r" t="t"/>
              <a:pathLst>
                <a:path extrusionOk="0" h="6039" w="12091">
                  <a:moveTo>
                    <a:pt x="6742" y="1"/>
                  </a:moveTo>
                  <a:cubicBezTo>
                    <a:pt x="6174" y="1"/>
                    <a:pt x="5550" y="116"/>
                    <a:pt x="4916" y="348"/>
                  </a:cubicBezTo>
                  <a:cubicBezTo>
                    <a:pt x="4783" y="397"/>
                    <a:pt x="4649" y="445"/>
                    <a:pt x="4513" y="494"/>
                  </a:cubicBezTo>
                  <a:cubicBezTo>
                    <a:pt x="3329" y="914"/>
                    <a:pt x="2108" y="1350"/>
                    <a:pt x="1422" y="2450"/>
                  </a:cubicBezTo>
                  <a:lnTo>
                    <a:pt x="1341" y="2577"/>
                  </a:lnTo>
                  <a:cubicBezTo>
                    <a:pt x="713" y="3582"/>
                    <a:pt x="0" y="4724"/>
                    <a:pt x="29" y="5947"/>
                  </a:cubicBezTo>
                  <a:lnTo>
                    <a:pt x="199" y="5941"/>
                  </a:lnTo>
                  <a:cubicBezTo>
                    <a:pt x="166" y="4769"/>
                    <a:pt x="866" y="3650"/>
                    <a:pt x="1484" y="2664"/>
                  </a:cubicBezTo>
                  <a:lnTo>
                    <a:pt x="1562" y="2538"/>
                  </a:lnTo>
                  <a:cubicBezTo>
                    <a:pt x="2219" y="1487"/>
                    <a:pt x="3413" y="1064"/>
                    <a:pt x="4568" y="650"/>
                  </a:cubicBezTo>
                  <a:cubicBezTo>
                    <a:pt x="4705" y="602"/>
                    <a:pt x="4838" y="553"/>
                    <a:pt x="4972" y="507"/>
                  </a:cubicBezTo>
                  <a:cubicBezTo>
                    <a:pt x="5590" y="281"/>
                    <a:pt x="6196" y="168"/>
                    <a:pt x="6744" y="168"/>
                  </a:cubicBezTo>
                  <a:cubicBezTo>
                    <a:pt x="7316" y="168"/>
                    <a:pt x="7823" y="291"/>
                    <a:pt x="8215" y="537"/>
                  </a:cubicBezTo>
                  <a:cubicBezTo>
                    <a:pt x="9419" y="1288"/>
                    <a:pt x="10298" y="2547"/>
                    <a:pt x="10821" y="3471"/>
                  </a:cubicBezTo>
                  <a:cubicBezTo>
                    <a:pt x="10913" y="3631"/>
                    <a:pt x="11017" y="3793"/>
                    <a:pt x="11114" y="3953"/>
                  </a:cubicBezTo>
                  <a:cubicBezTo>
                    <a:pt x="11280" y="4220"/>
                    <a:pt x="11453" y="4493"/>
                    <a:pt x="11579" y="4763"/>
                  </a:cubicBezTo>
                  <a:cubicBezTo>
                    <a:pt x="11661" y="4939"/>
                    <a:pt x="11706" y="5163"/>
                    <a:pt x="11749" y="5375"/>
                  </a:cubicBezTo>
                  <a:cubicBezTo>
                    <a:pt x="11797" y="5612"/>
                    <a:pt x="11846" y="5853"/>
                    <a:pt x="11944" y="6038"/>
                  </a:cubicBezTo>
                  <a:lnTo>
                    <a:pt x="12090" y="5960"/>
                  </a:lnTo>
                  <a:cubicBezTo>
                    <a:pt x="12002" y="5798"/>
                    <a:pt x="11960" y="5576"/>
                    <a:pt x="11911" y="5342"/>
                  </a:cubicBezTo>
                  <a:cubicBezTo>
                    <a:pt x="11866" y="5121"/>
                    <a:pt x="11820" y="4887"/>
                    <a:pt x="11729" y="4695"/>
                  </a:cubicBezTo>
                  <a:cubicBezTo>
                    <a:pt x="11602" y="4415"/>
                    <a:pt x="11427" y="4135"/>
                    <a:pt x="11254" y="3865"/>
                  </a:cubicBezTo>
                  <a:cubicBezTo>
                    <a:pt x="11157" y="3706"/>
                    <a:pt x="11056" y="3546"/>
                    <a:pt x="10968" y="3390"/>
                  </a:cubicBezTo>
                  <a:cubicBezTo>
                    <a:pt x="10431" y="2446"/>
                    <a:pt x="9536" y="1165"/>
                    <a:pt x="8306" y="393"/>
                  </a:cubicBezTo>
                  <a:cubicBezTo>
                    <a:pt x="7887" y="132"/>
                    <a:pt x="7346" y="1"/>
                    <a:pt x="674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1" name="Google Shape;1861;p120"/>
            <p:cNvSpPr/>
            <p:nvPr/>
          </p:nvSpPr>
          <p:spPr>
            <a:xfrm rot="2886579">
              <a:off x="1704892" y="3154809"/>
              <a:ext cx="1173936" cy="622214"/>
            </a:xfrm>
            <a:custGeom>
              <a:rect b="b" l="l" r="r" t="t"/>
              <a:pathLst>
                <a:path extrusionOk="0" h="7538" w="14222">
                  <a:moveTo>
                    <a:pt x="8255" y="1"/>
                  </a:moveTo>
                  <a:cubicBezTo>
                    <a:pt x="7349" y="1"/>
                    <a:pt x="6343" y="179"/>
                    <a:pt x="5587" y="429"/>
                  </a:cubicBezTo>
                  <a:cubicBezTo>
                    <a:pt x="3941" y="972"/>
                    <a:pt x="2239" y="1626"/>
                    <a:pt x="1143" y="3090"/>
                  </a:cubicBezTo>
                  <a:cubicBezTo>
                    <a:pt x="755" y="3608"/>
                    <a:pt x="567" y="4223"/>
                    <a:pt x="407" y="4808"/>
                  </a:cubicBezTo>
                  <a:cubicBezTo>
                    <a:pt x="254" y="5365"/>
                    <a:pt x="1" y="6412"/>
                    <a:pt x="40" y="7138"/>
                  </a:cubicBezTo>
                  <a:lnTo>
                    <a:pt x="206" y="7131"/>
                  </a:lnTo>
                  <a:cubicBezTo>
                    <a:pt x="170" y="6425"/>
                    <a:pt x="417" y="5400"/>
                    <a:pt x="567" y="4850"/>
                  </a:cubicBezTo>
                  <a:cubicBezTo>
                    <a:pt x="723" y="4281"/>
                    <a:pt x="905" y="3686"/>
                    <a:pt x="1276" y="3191"/>
                  </a:cubicBezTo>
                  <a:cubicBezTo>
                    <a:pt x="2346" y="1763"/>
                    <a:pt x="3950" y="1145"/>
                    <a:pt x="5639" y="588"/>
                  </a:cubicBezTo>
                  <a:cubicBezTo>
                    <a:pt x="6383" y="342"/>
                    <a:pt x="7369" y="166"/>
                    <a:pt x="8253" y="166"/>
                  </a:cubicBezTo>
                  <a:cubicBezTo>
                    <a:pt x="8710" y="166"/>
                    <a:pt x="9139" y="213"/>
                    <a:pt x="9494" y="322"/>
                  </a:cubicBezTo>
                  <a:cubicBezTo>
                    <a:pt x="10548" y="647"/>
                    <a:pt x="11684" y="1792"/>
                    <a:pt x="12963" y="3832"/>
                  </a:cubicBezTo>
                  <a:cubicBezTo>
                    <a:pt x="13288" y="4353"/>
                    <a:pt x="13408" y="4883"/>
                    <a:pt x="13538" y="5446"/>
                  </a:cubicBezTo>
                  <a:cubicBezTo>
                    <a:pt x="13597" y="5703"/>
                    <a:pt x="13659" y="5970"/>
                    <a:pt x="13743" y="6240"/>
                  </a:cubicBezTo>
                  <a:cubicBezTo>
                    <a:pt x="13773" y="6344"/>
                    <a:pt x="13821" y="6542"/>
                    <a:pt x="13870" y="6751"/>
                  </a:cubicBezTo>
                  <a:cubicBezTo>
                    <a:pt x="14017" y="7372"/>
                    <a:pt x="14056" y="7496"/>
                    <a:pt x="14105" y="7538"/>
                  </a:cubicBezTo>
                  <a:lnTo>
                    <a:pt x="14222" y="7417"/>
                  </a:lnTo>
                  <a:cubicBezTo>
                    <a:pt x="14186" y="7362"/>
                    <a:pt x="14095" y="6972"/>
                    <a:pt x="14033" y="6711"/>
                  </a:cubicBezTo>
                  <a:cubicBezTo>
                    <a:pt x="13981" y="6500"/>
                    <a:pt x="13935" y="6298"/>
                    <a:pt x="13903" y="6191"/>
                  </a:cubicBezTo>
                  <a:cubicBezTo>
                    <a:pt x="13821" y="5927"/>
                    <a:pt x="13760" y="5664"/>
                    <a:pt x="13701" y="5407"/>
                  </a:cubicBezTo>
                  <a:cubicBezTo>
                    <a:pt x="13568" y="4831"/>
                    <a:pt x="13444" y="4288"/>
                    <a:pt x="13102" y="3744"/>
                  </a:cubicBezTo>
                  <a:cubicBezTo>
                    <a:pt x="11801" y="1669"/>
                    <a:pt x="10636" y="497"/>
                    <a:pt x="9543" y="162"/>
                  </a:cubicBezTo>
                  <a:cubicBezTo>
                    <a:pt x="9174" y="49"/>
                    <a:pt x="8728" y="1"/>
                    <a:pt x="825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2" name="Google Shape;1862;p120"/>
            <p:cNvSpPr/>
            <p:nvPr/>
          </p:nvSpPr>
          <p:spPr>
            <a:xfrm rot="2886579">
              <a:off x="1666664" y="3042146"/>
              <a:ext cx="1334566" cy="734556"/>
            </a:xfrm>
            <a:custGeom>
              <a:rect b="b" l="l" r="r" t="t"/>
              <a:pathLst>
                <a:path extrusionOk="0" h="8899" w="16168">
                  <a:moveTo>
                    <a:pt x="10128" y="1"/>
                  </a:moveTo>
                  <a:cubicBezTo>
                    <a:pt x="8739" y="1"/>
                    <a:pt x="7144" y="695"/>
                    <a:pt x="5912" y="1230"/>
                  </a:cubicBezTo>
                  <a:cubicBezTo>
                    <a:pt x="5779" y="1289"/>
                    <a:pt x="5652" y="1344"/>
                    <a:pt x="5532" y="1396"/>
                  </a:cubicBezTo>
                  <a:cubicBezTo>
                    <a:pt x="5405" y="1451"/>
                    <a:pt x="5275" y="1507"/>
                    <a:pt x="5138" y="1562"/>
                  </a:cubicBezTo>
                  <a:cubicBezTo>
                    <a:pt x="3817" y="2118"/>
                    <a:pt x="2005" y="2876"/>
                    <a:pt x="1396" y="4139"/>
                  </a:cubicBezTo>
                  <a:cubicBezTo>
                    <a:pt x="814" y="5349"/>
                    <a:pt x="127" y="7347"/>
                    <a:pt x="1" y="8869"/>
                  </a:cubicBezTo>
                  <a:lnTo>
                    <a:pt x="166" y="8882"/>
                  </a:lnTo>
                  <a:cubicBezTo>
                    <a:pt x="290" y="7383"/>
                    <a:pt x="970" y="5408"/>
                    <a:pt x="1546" y="4210"/>
                  </a:cubicBezTo>
                  <a:cubicBezTo>
                    <a:pt x="2128" y="3007"/>
                    <a:pt x="3905" y="2262"/>
                    <a:pt x="5200" y="1715"/>
                  </a:cubicBezTo>
                  <a:cubicBezTo>
                    <a:pt x="5340" y="1660"/>
                    <a:pt x="5470" y="1604"/>
                    <a:pt x="5597" y="1549"/>
                  </a:cubicBezTo>
                  <a:cubicBezTo>
                    <a:pt x="5717" y="1497"/>
                    <a:pt x="5847" y="1442"/>
                    <a:pt x="5977" y="1383"/>
                  </a:cubicBezTo>
                  <a:cubicBezTo>
                    <a:pt x="7197" y="853"/>
                    <a:pt x="8776" y="166"/>
                    <a:pt x="10130" y="166"/>
                  </a:cubicBezTo>
                  <a:cubicBezTo>
                    <a:pt x="10470" y="166"/>
                    <a:pt x="10796" y="210"/>
                    <a:pt x="11098" y="309"/>
                  </a:cubicBezTo>
                  <a:cubicBezTo>
                    <a:pt x="12950" y="924"/>
                    <a:pt x="14284" y="2476"/>
                    <a:pt x="15058" y="4916"/>
                  </a:cubicBezTo>
                  <a:cubicBezTo>
                    <a:pt x="15276" y="5606"/>
                    <a:pt x="15435" y="6371"/>
                    <a:pt x="15591" y="7113"/>
                  </a:cubicBezTo>
                  <a:cubicBezTo>
                    <a:pt x="15722" y="7747"/>
                    <a:pt x="15848" y="8342"/>
                    <a:pt x="16005" y="8899"/>
                  </a:cubicBezTo>
                  <a:lnTo>
                    <a:pt x="16167" y="8853"/>
                  </a:lnTo>
                  <a:cubicBezTo>
                    <a:pt x="16008" y="8303"/>
                    <a:pt x="15884" y="7708"/>
                    <a:pt x="15754" y="7077"/>
                  </a:cubicBezTo>
                  <a:cubicBezTo>
                    <a:pt x="15598" y="6335"/>
                    <a:pt x="15439" y="5564"/>
                    <a:pt x="15217" y="4864"/>
                  </a:cubicBezTo>
                  <a:cubicBezTo>
                    <a:pt x="14423" y="2372"/>
                    <a:pt x="13057" y="784"/>
                    <a:pt x="11150" y="153"/>
                  </a:cubicBezTo>
                  <a:cubicBezTo>
                    <a:pt x="10830" y="47"/>
                    <a:pt x="10486" y="1"/>
                    <a:pt x="101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120"/>
            <p:cNvSpPr/>
            <p:nvPr/>
          </p:nvSpPr>
          <p:spPr>
            <a:xfrm rot="2886579">
              <a:off x="1572435" y="2955074"/>
              <a:ext cx="1513934" cy="838231"/>
            </a:xfrm>
            <a:custGeom>
              <a:rect b="b" l="l" r="r" t="t"/>
              <a:pathLst>
                <a:path extrusionOk="0" h="10155" w="18341">
                  <a:moveTo>
                    <a:pt x="11725" y="1"/>
                  </a:moveTo>
                  <a:cubicBezTo>
                    <a:pt x="10806" y="1"/>
                    <a:pt x="9912" y="223"/>
                    <a:pt x="9048" y="440"/>
                  </a:cubicBezTo>
                  <a:lnTo>
                    <a:pt x="8739" y="514"/>
                  </a:lnTo>
                  <a:cubicBezTo>
                    <a:pt x="6699" y="1015"/>
                    <a:pt x="3908" y="1702"/>
                    <a:pt x="2248" y="3602"/>
                  </a:cubicBezTo>
                  <a:cubicBezTo>
                    <a:pt x="2161" y="3703"/>
                    <a:pt x="2063" y="3804"/>
                    <a:pt x="1965" y="3911"/>
                  </a:cubicBezTo>
                  <a:cubicBezTo>
                    <a:pt x="1643" y="4256"/>
                    <a:pt x="1311" y="4614"/>
                    <a:pt x="1123" y="5011"/>
                  </a:cubicBezTo>
                  <a:cubicBezTo>
                    <a:pt x="1002" y="5274"/>
                    <a:pt x="960" y="5574"/>
                    <a:pt x="921" y="5863"/>
                  </a:cubicBezTo>
                  <a:cubicBezTo>
                    <a:pt x="892" y="6065"/>
                    <a:pt x="866" y="6254"/>
                    <a:pt x="817" y="6429"/>
                  </a:cubicBezTo>
                  <a:cubicBezTo>
                    <a:pt x="752" y="6664"/>
                    <a:pt x="670" y="6914"/>
                    <a:pt x="586" y="7178"/>
                  </a:cubicBezTo>
                  <a:cubicBezTo>
                    <a:pt x="309" y="8033"/>
                    <a:pt x="0" y="9006"/>
                    <a:pt x="39" y="9810"/>
                  </a:cubicBezTo>
                  <a:lnTo>
                    <a:pt x="205" y="9800"/>
                  </a:lnTo>
                  <a:cubicBezTo>
                    <a:pt x="166" y="9026"/>
                    <a:pt x="472" y="8072"/>
                    <a:pt x="742" y="7230"/>
                  </a:cubicBezTo>
                  <a:cubicBezTo>
                    <a:pt x="830" y="6963"/>
                    <a:pt x="908" y="6709"/>
                    <a:pt x="976" y="6475"/>
                  </a:cubicBezTo>
                  <a:cubicBezTo>
                    <a:pt x="1028" y="6286"/>
                    <a:pt x="1058" y="6084"/>
                    <a:pt x="1084" y="5886"/>
                  </a:cubicBezTo>
                  <a:cubicBezTo>
                    <a:pt x="1123" y="5609"/>
                    <a:pt x="1162" y="5323"/>
                    <a:pt x="1276" y="5082"/>
                  </a:cubicBezTo>
                  <a:cubicBezTo>
                    <a:pt x="1451" y="4708"/>
                    <a:pt x="1773" y="4360"/>
                    <a:pt x="2086" y="4025"/>
                  </a:cubicBezTo>
                  <a:cubicBezTo>
                    <a:pt x="2187" y="3918"/>
                    <a:pt x="2284" y="3814"/>
                    <a:pt x="2372" y="3709"/>
                  </a:cubicBezTo>
                  <a:cubicBezTo>
                    <a:pt x="3999" y="1852"/>
                    <a:pt x="6761" y="1172"/>
                    <a:pt x="8778" y="677"/>
                  </a:cubicBezTo>
                  <a:lnTo>
                    <a:pt x="9087" y="599"/>
                  </a:lnTo>
                  <a:cubicBezTo>
                    <a:pt x="9943" y="388"/>
                    <a:pt x="10825" y="167"/>
                    <a:pt x="11722" y="167"/>
                  </a:cubicBezTo>
                  <a:cubicBezTo>
                    <a:pt x="11808" y="167"/>
                    <a:pt x="11894" y="169"/>
                    <a:pt x="11980" y="173"/>
                  </a:cubicBezTo>
                  <a:cubicBezTo>
                    <a:pt x="12835" y="215"/>
                    <a:pt x="13310" y="580"/>
                    <a:pt x="13971" y="1081"/>
                  </a:cubicBezTo>
                  <a:lnTo>
                    <a:pt x="14003" y="1107"/>
                  </a:lnTo>
                  <a:cubicBezTo>
                    <a:pt x="14690" y="1630"/>
                    <a:pt x="15305" y="2118"/>
                    <a:pt x="15887" y="2808"/>
                  </a:cubicBezTo>
                  <a:cubicBezTo>
                    <a:pt x="16453" y="3475"/>
                    <a:pt x="16730" y="4230"/>
                    <a:pt x="17019" y="5034"/>
                  </a:cubicBezTo>
                  <a:lnTo>
                    <a:pt x="17111" y="5287"/>
                  </a:lnTo>
                  <a:cubicBezTo>
                    <a:pt x="17693" y="6865"/>
                    <a:pt x="17917" y="8388"/>
                    <a:pt x="18152" y="9998"/>
                  </a:cubicBezTo>
                  <a:lnTo>
                    <a:pt x="18174" y="10155"/>
                  </a:lnTo>
                  <a:lnTo>
                    <a:pt x="18340" y="10129"/>
                  </a:lnTo>
                  <a:lnTo>
                    <a:pt x="18318" y="9976"/>
                  </a:lnTo>
                  <a:cubicBezTo>
                    <a:pt x="18080" y="8355"/>
                    <a:pt x="17856" y="6826"/>
                    <a:pt x="17267" y="5229"/>
                  </a:cubicBezTo>
                  <a:lnTo>
                    <a:pt x="17176" y="4978"/>
                  </a:lnTo>
                  <a:cubicBezTo>
                    <a:pt x="16880" y="4162"/>
                    <a:pt x="16600" y="3391"/>
                    <a:pt x="16014" y="2698"/>
                  </a:cubicBezTo>
                  <a:cubicBezTo>
                    <a:pt x="15422" y="1998"/>
                    <a:pt x="14797" y="1504"/>
                    <a:pt x="14104" y="973"/>
                  </a:cubicBezTo>
                  <a:lnTo>
                    <a:pt x="14072" y="950"/>
                  </a:lnTo>
                  <a:cubicBezTo>
                    <a:pt x="13388" y="430"/>
                    <a:pt x="12894" y="52"/>
                    <a:pt x="11989" y="7"/>
                  </a:cubicBezTo>
                  <a:cubicBezTo>
                    <a:pt x="11901" y="3"/>
                    <a:pt x="11813" y="1"/>
                    <a:pt x="1172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4" name="Google Shape;1864;p120"/>
            <p:cNvSpPr/>
            <p:nvPr/>
          </p:nvSpPr>
          <p:spPr>
            <a:xfrm rot="2886579">
              <a:off x="1490221" y="2876232"/>
              <a:ext cx="1742249" cy="942154"/>
            </a:xfrm>
            <a:custGeom>
              <a:rect b="b" l="l" r="r" t="t"/>
              <a:pathLst>
                <a:path extrusionOk="0" h="11414" w="21107">
                  <a:moveTo>
                    <a:pt x="11386" y="0"/>
                  </a:moveTo>
                  <a:cubicBezTo>
                    <a:pt x="10209" y="0"/>
                    <a:pt x="9074" y="222"/>
                    <a:pt x="7874" y="667"/>
                  </a:cubicBezTo>
                  <a:cubicBezTo>
                    <a:pt x="5909" y="1396"/>
                    <a:pt x="3830" y="2720"/>
                    <a:pt x="2021" y="4395"/>
                  </a:cubicBezTo>
                  <a:cubicBezTo>
                    <a:pt x="255" y="6032"/>
                    <a:pt x="59" y="8397"/>
                    <a:pt x="1" y="10880"/>
                  </a:cubicBezTo>
                  <a:lnTo>
                    <a:pt x="167" y="10886"/>
                  </a:lnTo>
                  <a:cubicBezTo>
                    <a:pt x="225" y="8440"/>
                    <a:pt x="417" y="6110"/>
                    <a:pt x="2135" y="4516"/>
                  </a:cubicBezTo>
                  <a:cubicBezTo>
                    <a:pt x="3928" y="2857"/>
                    <a:pt x="5987" y="1545"/>
                    <a:pt x="7933" y="823"/>
                  </a:cubicBezTo>
                  <a:cubicBezTo>
                    <a:pt x="9112" y="385"/>
                    <a:pt x="10229" y="168"/>
                    <a:pt x="11385" y="168"/>
                  </a:cubicBezTo>
                  <a:cubicBezTo>
                    <a:pt x="12421" y="168"/>
                    <a:pt x="13488" y="342"/>
                    <a:pt x="14661" y="690"/>
                  </a:cubicBezTo>
                  <a:cubicBezTo>
                    <a:pt x="16509" y="1236"/>
                    <a:pt x="18380" y="2957"/>
                    <a:pt x="19018" y="4691"/>
                  </a:cubicBezTo>
                  <a:cubicBezTo>
                    <a:pt x="19476" y="5938"/>
                    <a:pt x="19818" y="7262"/>
                    <a:pt x="20150" y="8544"/>
                  </a:cubicBezTo>
                  <a:cubicBezTo>
                    <a:pt x="20397" y="9497"/>
                    <a:pt x="20651" y="10483"/>
                    <a:pt x="20947" y="11413"/>
                  </a:cubicBezTo>
                  <a:lnTo>
                    <a:pt x="21106" y="11364"/>
                  </a:lnTo>
                  <a:cubicBezTo>
                    <a:pt x="20810" y="10437"/>
                    <a:pt x="20557" y="9451"/>
                    <a:pt x="20309" y="8501"/>
                  </a:cubicBezTo>
                  <a:cubicBezTo>
                    <a:pt x="19977" y="7216"/>
                    <a:pt x="19633" y="5886"/>
                    <a:pt x="19174" y="4633"/>
                  </a:cubicBezTo>
                  <a:cubicBezTo>
                    <a:pt x="18520" y="2857"/>
                    <a:pt x="16600" y="1093"/>
                    <a:pt x="14710" y="530"/>
                  </a:cubicBezTo>
                  <a:cubicBezTo>
                    <a:pt x="13520" y="177"/>
                    <a:pt x="12437" y="0"/>
                    <a:pt x="1138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5" name="Google Shape;1865;p120"/>
            <p:cNvSpPr/>
            <p:nvPr/>
          </p:nvSpPr>
          <p:spPr>
            <a:xfrm rot="2886579">
              <a:off x="1450047" y="2767420"/>
              <a:ext cx="1898505" cy="1092466"/>
            </a:xfrm>
            <a:custGeom>
              <a:rect b="b" l="l" r="r" t="t"/>
              <a:pathLst>
                <a:path extrusionOk="0" h="13235" w="23000">
                  <a:moveTo>
                    <a:pt x="13788" y="1"/>
                  </a:moveTo>
                  <a:cubicBezTo>
                    <a:pt x="13285" y="1"/>
                    <a:pt x="12787" y="66"/>
                    <a:pt x="12302" y="129"/>
                  </a:cubicBezTo>
                  <a:cubicBezTo>
                    <a:pt x="12152" y="149"/>
                    <a:pt x="12002" y="168"/>
                    <a:pt x="11856" y="188"/>
                  </a:cubicBezTo>
                  <a:cubicBezTo>
                    <a:pt x="11544" y="224"/>
                    <a:pt x="11222" y="237"/>
                    <a:pt x="10913" y="250"/>
                  </a:cubicBezTo>
                  <a:cubicBezTo>
                    <a:pt x="10405" y="272"/>
                    <a:pt x="9881" y="295"/>
                    <a:pt x="9377" y="419"/>
                  </a:cubicBezTo>
                  <a:cubicBezTo>
                    <a:pt x="7919" y="783"/>
                    <a:pt x="6768" y="1629"/>
                    <a:pt x="5928" y="2329"/>
                  </a:cubicBezTo>
                  <a:cubicBezTo>
                    <a:pt x="5473" y="2709"/>
                    <a:pt x="5063" y="3145"/>
                    <a:pt x="4669" y="3568"/>
                  </a:cubicBezTo>
                  <a:cubicBezTo>
                    <a:pt x="4152" y="4121"/>
                    <a:pt x="3615" y="4691"/>
                    <a:pt x="2974" y="5133"/>
                  </a:cubicBezTo>
                  <a:cubicBezTo>
                    <a:pt x="2304" y="5592"/>
                    <a:pt x="1757" y="6034"/>
                    <a:pt x="1266" y="6708"/>
                  </a:cubicBezTo>
                  <a:cubicBezTo>
                    <a:pt x="862" y="7264"/>
                    <a:pt x="755" y="7902"/>
                    <a:pt x="654" y="8517"/>
                  </a:cubicBezTo>
                  <a:cubicBezTo>
                    <a:pt x="612" y="8761"/>
                    <a:pt x="570" y="9014"/>
                    <a:pt x="511" y="9262"/>
                  </a:cubicBezTo>
                  <a:cubicBezTo>
                    <a:pt x="413" y="9662"/>
                    <a:pt x="378" y="10124"/>
                    <a:pt x="342" y="10573"/>
                  </a:cubicBezTo>
                  <a:cubicBezTo>
                    <a:pt x="290" y="11220"/>
                    <a:pt x="238" y="11887"/>
                    <a:pt x="0" y="12372"/>
                  </a:cubicBezTo>
                  <a:lnTo>
                    <a:pt x="147" y="12444"/>
                  </a:lnTo>
                  <a:cubicBezTo>
                    <a:pt x="400" y="11933"/>
                    <a:pt x="456" y="11246"/>
                    <a:pt x="508" y="10586"/>
                  </a:cubicBezTo>
                  <a:cubicBezTo>
                    <a:pt x="540" y="10143"/>
                    <a:pt x="576" y="9688"/>
                    <a:pt x="670" y="9301"/>
                  </a:cubicBezTo>
                  <a:cubicBezTo>
                    <a:pt x="732" y="9050"/>
                    <a:pt x="775" y="8793"/>
                    <a:pt x="817" y="8546"/>
                  </a:cubicBezTo>
                  <a:cubicBezTo>
                    <a:pt x="921" y="7921"/>
                    <a:pt x="1019" y="7329"/>
                    <a:pt x="1399" y="6805"/>
                  </a:cubicBezTo>
                  <a:cubicBezTo>
                    <a:pt x="1878" y="6151"/>
                    <a:pt x="2392" y="5732"/>
                    <a:pt x="3068" y="5270"/>
                  </a:cubicBezTo>
                  <a:cubicBezTo>
                    <a:pt x="3726" y="4817"/>
                    <a:pt x="4266" y="4238"/>
                    <a:pt x="4789" y="3682"/>
                  </a:cubicBezTo>
                  <a:cubicBezTo>
                    <a:pt x="5183" y="3262"/>
                    <a:pt x="5587" y="2830"/>
                    <a:pt x="6036" y="2455"/>
                  </a:cubicBezTo>
                  <a:cubicBezTo>
                    <a:pt x="6862" y="1769"/>
                    <a:pt x="7991" y="936"/>
                    <a:pt x="9416" y="581"/>
                  </a:cubicBezTo>
                  <a:cubicBezTo>
                    <a:pt x="9904" y="461"/>
                    <a:pt x="10421" y="438"/>
                    <a:pt x="10919" y="415"/>
                  </a:cubicBezTo>
                  <a:cubicBezTo>
                    <a:pt x="11235" y="402"/>
                    <a:pt x="11557" y="389"/>
                    <a:pt x="11876" y="350"/>
                  </a:cubicBezTo>
                  <a:cubicBezTo>
                    <a:pt x="12025" y="334"/>
                    <a:pt x="12175" y="315"/>
                    <a:pt x="12325" y="295"/>
                  </a:cubicBezTo>
                  <a:cubicBezTo>
                    <a:pt x="12802" y="232"/>
                    <a:pt x="13293" y="167"/>
                    <a:pt x="13785" y="167"/>
                  </a:cubicBezTo>
                  <a:cubicBezTo>
                    <a:pt x="13950" y="167"/>
                    <a:pt x="14115" y="174"/>
                    <a:pt x="14280" y="191"/>
                  </a:cubicBezTo>
                  <a:cubicBezTo>
                    <a:pt x="15178" y="285"/>
                    <a:pt x="17420" y="656"/>
                    <a:pt x="18773" y="2062"/>
                  </a:cubicBezTo>
                  <a:cubicBezTo>
                    <a:pt x="19102" y="2400"/>
                    <a:pt x="19691" y="3054"/>
                    <a:pt x="19957" y="3627"/>
                  </a:cubicBezTo>
                  <a:cubicBezTo>
                    <a:pt x="20045" y="3812"/>
                    <a:pt x="20120" y="4004"/>
                    <a:pt x="20192" y="4186"/>
                  </a:cubicBezTo>
                  <a:cubicBezTo>
                    <a:pt x="20328" y="4538"/>
                    <a:pt x="20468" y="4899"/>
                    <a:pt x="20702" y="5244"/>
                  </a:cubicBezTo>
                  <a:cubicBezTo>
                    <a:pt x="21382" y="6246"/>
                    <a:pt x="21685" y="7472"/>
                    <a:pt x="21978" y="8653"/>
                  </a:cubicBezTo>
                  <a:cubicBezTo>
                    <a:pt x="22020" y="8839"/>
                    <a:pt x="22066" y="9021"/>
                    <a:pt x="22114" y="9200"/>
                  </a:cubicBezTo>
                  <a:cubicBezTo>
                    <a:pt x="22147" y="9337"/>
                    <a:pt x="22183" y="9470"/>
                    <a:pt x="22219" y="9607"/>
                  </a:cubicBezTo>
                  <a:cubicBezTo>
                    <a:pt x="22388" y="10251"/>
                    <a:pt x="22563" y="10915"/>
                    <a:pt x="22632" y="11575"/>
                  </a:cubicBezTo>
                  <a:cubicBezTo>
                    <a:pt x="22648" y="11731"/>
                    <a:pt x="22651" y="11894"/>
                    <a:pt x="22658" y="12070"/>
                  </a:cubicBezTo>
                  <a:cubicBezTo>
                    <a:pt x="22668" y="12483"/>
                    <a:pt x="22677" y="12909"/>
                    <a:pt x="22853" y="13234"/>
                  </a:cubicBezTo>
                  <a:lnTo>
                    <a:pt x="22999" y="13156"/>
                  </a:lnTo>
                  <a:cubicBezTo>
                    <a:pt x="22843" y="12863"/>
                    <a:pt x="22833" y="12457"/>
                    <a:pt x="22824" y="12066"/>
                  </a:cubicBezTo>
                  <a:cubicBezTo>
                    <a:pt x="22817" y="11894"/>
                    <a:pt x="22814" y="11718"/>
                    <a:pt x="22798" y="11559"/>
                  </a:cubicBezTo>
                  <a:cubicBezTo>
                    <a:pt x="22726" y="10885"/>
                    <a:pt x="22550" y="10215"/>
                    <a:pt x="22378" y="9564"/>
                  </a:cubicBezTo>
                  <a:cubicBezTo>
                    <a:pt x="22345" y="9428"/>
                    <a:pt x="22310" y="9294"/>
                    <a:pt x="22274" y="9161"/>
                  </a:cubicBezTo>
                  <a:cubicBezTo>
                    <a:pt x="22228" y="8979"/>
                    <a:pt x="22183" y="8797"/>
                    <a:pt x="22137" y="8614"/>
                  </a:cubicBezTo>
                  <a:cubicBezTo>
                    <a:pt x="21841" y="7417"/>
                    <a:pt x="21535" y="6177"/>
                    <a:pt x="20842" y="5149"/>
                  </a:cubicBezTo>
                  <a:cubicBezTo>
                    <a:pt x="20618" y="4821"/>
                    <a:pt x="20484" y="4482"/>
                    <a:pt x="20348" y="4128"/>
                  </a:cubicBezTo>
                  <a:cubicBezTo>
                    <a:pt x="20273" y="3939"/>
                    <a:pt x="20198" y="3747"/>
                    <a:pt x="20110" y="3555"/>
                  </a:cubicBezTo>
                  <a:cubicBezTo>
                    <a:pt x="19830" y="2963"/>
                    <a:pt x="19229" y="2293"/>
                    <a:pt x="18893" y="1948"/>
                  </a:cubicBezTo>
                  <a:cubicBezTo>
                    <a:pt x="17501" y="503"/>
                    <a:pt x="15214" y="123"/>
                    <a:pt x="14296" y="25"/>
                  </a:cubicBezTo>
                  <a:cubicBezTo>
                    <a:pt x="14126" y="8"/>
                    <a:pt x="13957" y="1"/>
                    <a:pt x="1378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66" name="Google Shape;1866;p120"/>
          <p:cNvSpPr/>
          <p:nvPr/>
        </p:nvSpPr>
        <p:spPr>
          <a:xfrm rot="-9485847">
            <a:off x="3481222" y="2700330"/>
            <a:ext cx="1530411" cy="1623363"/>
          </a:xfrm>
          <a:custGeom>
            <a:rect b="b" l="l" r="r" t="t"/>
            <a:pathLst>
              <a:path extrusionOk="0" h="19473" w="18358">
                <a:moveTo>
                  <a:pt x="8261" y="191"/>
                </a:moveTo>
                <a:cubicBezTo>
                  <a:pt x="8488" y="191"/>
                  <a:pt x="8711" y="204"/>
                  <a:pt x="8915" y="244"/>
                </a:cubicBezTo>
                <a:cubicBezTo>
                  <a:pt x="8996" y="264"/>
                  <a:pt x="9185" y="228"/>
                  <a:pt x="9094" y="394"/>
                </a:cubicBezTo>
                <a:cubicBezTo>
                  <a:pt x="9068" y="446"/>
                  <a:pt x="8671" y="446"/>
                  <a:pt x="8616" y="452"/>
                </a:cubicBezTo>
                <a:cubicBezTo>
                  <a:pt x="8329" y="492"/>
                  <a:pt x="8043" y="527"/>
                  <a:pt x="7757" y="566"/>
                </a:cubicBezTo>
                <a:cubicBezTo>
                  <a:pt x="7184" y="638"/>
                  <a:pt x="6611" y="713"/>
                  <a:pt x="6039" y="781"/>
                </a:cubicBezTo>
                <a:cubicBezTo>
                  <a:pt x="5460" y="849"/>
                  <a:pt x="4877" y="927"/>
                  <a:pt x="4295" y="941"/>
                </a:cubicBezTo>
                <a:cubicBezTo>
                  <a:pt x="4037" y="946"/>
                  <a:pt x="3708" y="979"/>
                  <a:pt x="3396" y="979"/>
                </a:cubicBezTo>
                <a:cubicBezTo>
                  <a:pt x="3208" y="979"/>
                  <a:pt x="3025" y="967"/>
                  <a:pt x="2867" y="930"/>
                </a:cubicBezTo>
                <a:lnTo>
                  <a:pt x="2867" y="930"/>
                </a:lnTo>
                <a:cubicBezTo>
                  <a:pt x="3737" y="486"/>
                  <a:pt x="4796" y="374"/>
                  <a:pt x="5759" y="293"/>
                </a:cubicBezTo>
                <a:cubicBezTo>
                  <a:pt x="6263" y="251"/>
                  <a:pt x="6764" y="231"/>
                  <a:pt x="7269" y="225"/>
                </a:cubicBezTo>
                <a:cubicBezTo>
                  <a:pt x="7578" y="219"/>
                  <a:pt x="7924" y="191"/>
                  <a:pt x="8261" y="191"/>
                </a:cubicBezTo>
                <a:close/>
                <a:moveTo>
                  <a:pt x="6138" y="2642"/>
                </a:moveTo>
                <a:cubicBezTo>
                  <a:pt x="8181" y="2642"/>
                  <a:pt x="10207" y="3074"/>
                  <a:pt x="12194" y="3192"/>
                </a:cubicBezTo>
                <a:cubicBezTo>
                  <a:pt x="11813" y="3278"/>
                  <a:pt x="11423" y="3309"/>
                  <a:pt x="11030" y="3309"/>
                </a:cubicBezTo>
                <a:cubicBezTo>
                  <a:pt x="10246" y="3309"/>
                  <a:pt x="9449" y="3184"/>
                  <a:pt x="8677" y="3117"/>
                </a:cubicBezTo>
                <a:cubicBezTo>
                  <a:pt x="7435" y="3010"/>
                  <a:pt x="6198" y="2919"/>
                  <a:pt x="4972" y="2694"/>
                </a:cubicBezTo>
                <a:cubicBezTo>
                  <a:pt x="5361" y="2658"/>
                  <a:pt x="5750" y="2642"/>
                  <a:pt x="6138" y="2642"/>
                </a:cubicBezTo>
                <a:close/>
                <a:moveTo>
                  <a:pt x="7997" y="4278"/>
                </a:moveTo>
                <a:cubicBezTo>
                  <a:pt x="8724" y="4278"/>
                  <a:pt x="9471" y="4460"/>
                  <a:pt x="10128" y="4708"/>
                </a:cubicBezTo>
                <a:cubicBezTo>
                  <a:pt x="10587" y="4880"/>
                  <a:pt x="11030" y="5098"/>
                  <a:pt x="11449" y="5349"/>
                </a:cubicBezTo>
                <a:cubicBezTo>
                  <a:pt x="11710" y="5505"/>
                  <a:pt x="11957" y="5678"/>
                  <a:pt x="12204" y="5860"/>
                </a:cubicBezTo>
                <a:cubicBezTo>
                  <a:pt x="12326" y="5947"/>
                  <a:pt x="12535" y="6155"/>
                  <a:pt x="12669" y="6171"/>
                </a:cubicBezTo>
                <a:lnTo>
                  <a:pt x="12669" y="6171"/>
                </a:lnTo>
                <a:cubicBezTo>
                  <a:pt x="12266" y="6143"/>
                  <a:pt x="11769" y="5900"/>
                  <a:pt x="11371" y="5775"/>
                </a:cubicBezTo>
                <a:cubicBezTo>
                  <a:pt x="10844" y="5606"/>
                  <a:pt x="10317" y="5440"/>
                  <a:pt x="9793" y="5271"/>
                </a:cubicBezTo>
                <a:cubicBezTo>
                  <a:pt x="9296" y="5115"/>
                  <a:pt x="8801" y="4955"/>
                  <a:pt x="8306" y="4799"/>
                </a:cubicBezTo>
                <a:cubicBezTo>
                  <a:pt x="8072" y="4721"/>
                  <a:pt x="7825" y="4659"/>
                  <a:pt x="7597" y="4565"/>
                </a:cubicBezTo>
                <a:cubicBezTo>
                  <a:pt x="7462" y="4509"/>
                  <a:pt x="7336" y="4408"/>
                  <a:pt x="7197" y="4360"/>
                </a:cubicBezTo>
                <a:lnTo>
                  <a:pt x="7197" y="4360"/>
                </a:lnTo>
                <a:cubicBezTo>
                  <a:pt x="7457" y="4303"/>
                  <a:pt x="7725" y="4278"/>
                  <a:pt x="7997" y="4278"/>
                </a:cubicBezTo>
                <a:close/>
                <a:moveTo>
                  <a:pt x="1438" y="1796"/>
                </a:moveTo>
                <a:lnTo>
                  <a:pt x="1438" y="1796"/>
                </a:lnTo>
                <a:cubicBezTo>
                  <a:pt x="3208" y="3455"/>
                  <a:pt x="3999" y="5411"/>
                  <a:pt x="4223" y="7636"/>
                </a:cubicBezTo>
                <a:cubicBezTo>
                  <a:pt x="3101" y="5831"/>
                  <a:pt x="2206" y="3924"/>
                  <a:pt x="1438" y="1796"/>
                </a:cubicBezTo>
                <a:close/>
                <a:moveTo>
                  <a:pt x="4657" y="4488"/>
                </a:moveTo>
                <a:cubicBezTo>
                  <a:pt x="4804" y="4684"/>
                  <a:pt x="5011" y="4904"/>
                  <a:pt x="5099" y="5030"/>
                </a:cubicBezTo>
                <a:cubicBezTo>
                  <a:pt x="5375" y="5427"/>
                  <a:pt x="5652" y="5824"/>
                  <a:pt x="5918" y="6224"/>
                </a:cubicBezTo>
                <a:cubicBezTo>
                  <a:pt x="6393" y="6930"/>
                  <a:pt x="6894" y="7656"/>
                  <a:pt x="7021" y="8518"/>
                </a:cubicBezTo>
                <a:cubicBezTo>
                  <a:pt x="6543" y="7835"/>
                  <a:pt x="6078" y="7145"/>
                  <a:pt x="5642" y="6436"/>
                </a:cubicBezTo>
                <a:cubicBezTo>
                  <a:pt x="5249" y="5803"/>
                  <a:pt x="4957" y="5158"/>
                  <a:pt x="4657" y="4488"/>
                </a:cubicBezTo>
                <a:close/>
                <a:moveTo>
                  <a:pt x="9416" y="6676"/>
                </a:moveTo>
                <a:lnTo>
                  <a:pt x="9416" y="6676"/>
                </a:lnTo>
                <a:cubicBezTo>
                  <a:pt x="10499" y="6969"/>
                  <a:pt x="11583" y="7269"/>
                  <a:pt x="12624" y="7692"/>
                </a:cubicBezTo>
                <a:cubicBezTo>
                  <a:pt x="13161" y="7910"/>
                  <a:pt x="13681" y="8154"/>
                  <a:pt x="14186" y="8437"/>
                </a:cubicBezTo>
                <a:cubicBezTo>
                  <a:pt x="14534" y="8632"/>
                  <a:pt x="14970" y="9019"/>
                  <a:pt x="15214" y="9169"/>
                </a:cubicBezTo>
                <a:cubicBezTo>
                  <a:pt x="13232" y="8531"/>
                  <a:pt x="11043" y="8046"/>
                  <a:pt x="9416" y="6676"/>
                </a:cubicBezTo>
                <a:close/>
                <a:moveTo>
                  <a:pt x="7184" y="5707"/>
                </a:moveTo>
                <a:lnTo>
                  <a:pt x="7184" y="5707"/>
                </a:lnTo>
                <a:cubicBezTo>
                  <a:pt x="8648" y="7438"/>
                  <a:pt x="9679" y="9370"/>
                  <a:pt x="9709" y="10451"/>
                </a:cubicBezTo>
                <a:cubicBezTo>
                  <a:pt x="8817" y="8847"/>
                  <a:pt x="7799" y="7386"/>
                  <a:pt x="7184" y="5707"/>
                </a:cubicBezTo>
                <a:close/>
                <a:moveTo>
                  <a:pt x="12887" y="10812"/>
                </a:moveTo>
                <a:lnTo>
                  <a:pt x="12887" y="10812"/>
                </a:lnTo>
                <a:cubicBezTo>
                  <a:pt x="14921" y="11088"/>
                  <a:pt x="16606" y="12178"/>
                  <a:pt x="17810" y="13824"/>
                </a:cubicBezTo>
                <a:cubicBezTo>
                  <a:pt x="16928" y="13333"/>
                  <a:pt x="16043" y="12845"/>
                  <a:pt x="15165" y="12351"/>
                </a:cubicBezTo>
                <a:cubicBezTo>
                  <a:pt x="14449" y="11950"/>
                  <a:pt x="13317" y="11550"/>
                  <a:pt x="12887" y="10812"/>
                </a:cubicBezTo>
                <a:close/>
                <a:moveTo>
                  <a:pt x="13532" y="12438"/>
                </a:moveTo>
                <a:cubicBezTo>
                  <a:pt x="13782" y="13606"/>
                  <a:pt x="13629" y="14784"/>
                  <a:pt x="13636" y="15959"/>
                </a:cubicBezTo>
                <a:cubicBezTo>
                  <a:pt x="13128" y="14807"/>
                  <a:pt x="12848" y="13645"/>
                  <a:pt x="13532" y="12438"/>
                </a:cubicBezTo>
                <a:close/>
                <a:moveTo>
                  <a:pt x="14931" y="14817"/>
                </a:moveTo>
                <a:lnTo>
                  <a:pt x="14931" y="14817"/>
                </a:lnTo>
                <a:cubicBezTo>
                  <a:pt x="15406" y="15279"/>
                  <a:pt x="15861" y="15786"/>
                  <a:pt x="16095" y="16414"/>
                </a:cubicBezTo>
                <a:cubicBezTo>
                  <a:pt x="16353" y="17101"/>
                  <a:pt x="16388" y="17883"/>
                  <a:pt x="16496" y="18606"/>
                </a:cubicBezTo>
                <a:lnTo>
                  <a:pt x="16496" y="18606"/>
                </a:lnTo>
                <a:cubicBezTo>
                  <a:pt x="16034" y="18243"/>
                  <a:pt x="15814" y="17295"/>
                  <a:pt x="15581" y="16756"/>
                </a:cubicBezTo>
                <a:cubicBezTo>
                  <a:pt x="15305" y="16108"/>
                  <a:pt x="15019" y="15516"/>
                  <a:pt x="14931" y="14817"/>
                </a:cubicBezTo>
                <a:close/>
                <a:moveTo>
                  <a:pt x="16498" y="18619"/>
                </a:moveTo>
                <a:cubicBezTo>
                  <a:pt x="16498" y="18622"/>
                  <a:pt x="16498" y="18624"/>
                  <a:pt x="16499" y="18627"/>
                </a:cubicBezTo>
                <a:cubicBezTo>
                  <a:pt x="16480" y="18632"/>
                  <a:pt x="16472" y="18635"/>
                  <a:pt x="16470" y="18635"/>
                </a:cubicBezTo>
                <a:cubicBezTo>
                  <a:pt x="16468" y="18635"/>
                  <a:pt x="16486" y="18627"/>
                  <a:pt x="16498" y="18619"/>
                </a:cubicBezTo>
                <a:close/>
                <a:moveTo>
                  <a:pt x="7620" y="1"/>
                </a:moveTo>
                <a:cubicBezTo>
                  <a:pt x="6436" y="1"/>
                  <a:pt x="5253" y="81"/>
                  <a:pt x="4093" y="329"/>
                </a:cubicBezTo>
                <a:cubicBezTo>
                  <a:pt x="3400" y="479"/>
                  <a:pt x="2717" y="804"/>
                  <a:pt x="2008" y="866"/>
                </a:cubicBezTo>
                <a:cubicBezTo>
                  <a:pt x="1939" y="871"/>
                  <a:pt x="1870" y="874"/>
                  <a:pt x="1801" y="874"/>
                </a:cubicBezTo>
                <a:cubicBezTo>
                  <a:pt x="1555" y="874"/>
                  <a:pt x="1311" y="837"/>
                  <a:pt x="1077" y="758"/>
                </a:cubicBezTo>
                <a:cubicBezTo>
                  <a:pt x="797" y="664"/>
                  <a:pt x="409" y="459"/>
                  <a:pt x="116" y="459"/>
                </a:cubicBezTo>
                <a:cubicBezTo>
                  <a:pt x="76" y="459"/>
                  <a:pt x="37" y="463"/>
                  <a:pt x="0" y="472"/>
                </a:cubicBezTo>
                <a:cubicBezTo>
                  <a:pt x="283" y="599"/>
                  <a:pt x="781" y="716"/>
                  <a:pt x="996" y="954"/>
                </a:cubicBezTo>
                <a:cubicBezTo>
                  <a:pt x="1224" y="1204"/>
                  <a:pt x="1243" y="1747"/>
                  <a:pt x="1337" y="2060"/>
                </a:cubicBezTo>
                <a:cubicBezTo>
                  <a:pt x="1562" y="2798"/>
                  <a:pt x="1861" y="3508"/>
                  <a:pt x="2180" y="4207"/>
                </a:cubicBezTo>
                <a:cubicBezTo>
                  <a:pt x="2502" y="4913"/>
                  <a:pt x="2818" y="5626"/>
                  <a:pt x="3172" y="6312"/>
                </a:cubicBezTo>
                <a:cubicBezTo>
                  <a:pt x="3446" y="6839"/>
                  <a:pt x="3784" y="7870"/>
                  <a:pt x="4415" y="8056"/>
                </a:cubicBezTo>
                <a:cubicBezTo>
                  <a:pt x="4568" y="6696"/>
                  <a:pt x="3963" y="5033"/>
                  <a:pt x="3309" y="3852"/>
                </a:cubicBezTo>
                <a:cubicBezTo>
                  <a:pt x="2948" y="3195"/>
                  <a:pt x="2470" y="2658"/>
                  <a:pt x="2004" y="2082"/>
                </a:cubicBezTo>
                <a:cubicBezTo>
                  <a:pt x="1897" y="1952"/>
                  <a:pt x="1311" y="1367"/>
                  <a:pt x="1341" y="1230"/>
                </a:cubicBezTo>
                <a:cubicBezTo>
                  <a:pt x="1350" y="1190"/>
                  <a:pt x="1381" y="1172"/>
                  <a:pt x="1427" y="1172"/>
                </a:cubicBezTo>
                <a:cubicBezTo>
                  <a:pt x="1654" y="1172"/>
                  <a:pt x="2247" y="1591"/>
                  <a:pt x="2385" y="1669"/>
                </a:cubicBezTo>
                <a:cubicBezTo>
                  <a:pt x="3081" y="2073"/>
                  <a:pt x="3677" y="2349"/>
                  <a:pt x="3947" y="3163"/>
                </a:cubicBezTo>
                <a:cubicBezTo>
                  <a:pt x="4188" y="3885"/>
                  <a:pt x="4396" y="4591"/>
                  <a:pt x="4737" y="5281"/>
                </a:cubicBezTo>
                <a:cubicBezTo>
                  <a:pt x="5072" y="5954"/>
                  <a:pt x="5466" y="6595"/>
                  <a:pt x="5870" y="7230"/>
                </a:cubicBezTo>
                <a:cubicBezTo>
                  <a:pt x="6286" y="7880"/>
                  <a:pt x="6748" y="8905"/>
                  <a:pt x="7418" y="9296"/>
                </a:cubicBezTo>
                <a:cubicBezTo>
                  <a:pt x="7545" y="8765"/>
                  <a:pt x="7200" y="8199"/>
                  <a:pt x="6992" y="7698"/>
                </a:cubicBezTo>
                <a:cubicBezTo>
                  <a:pt x="6745" y="7106"/>
                  <a:pt x="6445" y="6553"/>
                  <a:pt x="6078" y="6029"/>
                </a:cubicBezTo>
                <a:cubicBezTo>
                  <a:pt x="5343" y="4975"/>
                  <a:pt x="4620" y="3979"/>
                  <a:pt x="4135" y="2775"/>
                </a:cubicBezTo>
                <a:lnTo>
                  <a:pt x="4135" y="2775"/>
                </a:lnTo>
                <a:cubicBezTo>
                  <a:pt x="4900" y="3332"/>
                  <a:pt x="5700" y="3865"/>
                  <a:pt x="6416" y="4487"/>
                </a:cubicBezTo>
                <a:cubicBezTo>
                  <a:pt x="6784" y="4806"/>
                  <a:pt x="6774" y="5115"/>
                  <a:pt x="6891" y="5564"/>
                </a:cubicBezTo>
                <a:cubicBezTo>
                  <a:pt x="7012" y="6029"/>
                  <a:pt x="7200" y="6471"/>
                  <a:pt x="7415" y="6898"/>
                </a:cubicBezTo>
                <a:cubicBezTo>
                  <a:pt x="7841" y="7757"/>
                  <a:pt x="8323" y="8589"/>
                  <a:pt x="8801" y="9419"/>
                </a:cubicBezTo>
                <a:cubicBezTo>
                  <a:pt x="9270" y="10233"/>
                  <a:pt x="9699" y="11088"/>
                  <a:pt x="10304" y="11807"/>
                </a:cubicBezTo>
                <a:cubicBezTo>
                  <a:pt x="10301" y="10685"/>
                  <a:pt x="9855" y="9559"/>
                  <a:pt x="9377" y="8547"/>
                </a:cubicBezTo>
                <a:cubicBezTo>
                  <a:pt x="8847" y="7425"/>
                  <a:pt x="7926" y="6504"/>
                  <a:pt x="7480" y="5352"/>
                </a:cubicBezTo>
                <a:lnTo>
                  <a:pt x="7480" y="5352"/>
                </a:lnTo>
                <a:cubicBezTo>
                  <a:pt x="8173" y="5987"/>
                  <a:pt x="8856" y="6624"/>
                  <a:pt x="9514" y="7298"/>
                </a:cubicBezTo>
                <a:cubicBezTo>
                  <a:pt x="9800" y="7594"/>
                  <a:pt x="10168" y="7874"/>
                  <a:pt x="10385" y="8225"/>
                </a:cubicBezTo>
                <a:cubicBezTo>
                  <a:pt x="10473" y="8362"/>
                  <a:pt x="10480" y="8547"/>
                  <a:pt x="10564" y="8677"/>
                </a:cubicBezTo>
                <a:cubicBezTo>
                  <a:pt x="10678" y="8860"/>
                  <a:pt x="10870" y="8990"/>
                  <a:pt x="10984" y="9191"/>
                </a:cubicBezTo>
                <a:cubicBezTo>
                  <a:pt x="11352" y="9836"/>
                  <a:pt x="11680" y="10506"/>
                  <a:pt x="11889" y="11218"/>
                </a:cubicBezTo>
                <a:cubicBezTo>
                  <a:pt x="12126" y="12028"/>
                  <a:pt x="12142" y="12858"/>
                  <a:pt x="12194" y="13694"/>
                </a:cubicBezTo>
                <a:cubicBezTo>
                  <a:pt x="11609" y="13125"/>
                  <a:pt x="11378" y="12022"/>
                  <a:pt x="11163" y="11261"/>
                </a:cubicBezTo>
                <a:cubicBezTo>
                  <a:pt x="10926" y="10411"/>
                  <a:pt x="10867" y="9491"/>
                  <a:pt x="10558" y="8668"/>
                </a:cubicBezTo>
                <a:lnTo>
                  <a:pt x="10558" y="8668"/>
                </a:lnTo>
                <a:cubicBezTo>
                  <a:pt x="10490" y="9650"/>
                  <a:pt x="10747" y="10688"/>
                  <a:pt x="11026" y="11632"/>
                </a:cubicBezTo>
                <a:cubicBezTo>
                  <a:pt x="11163" y="12094"/>
                  <a:pt x="11329" y="12546"/>
                  <a:pt x="11521" y="12988"/>
                </a:cubicBezTo>
                <a:cubicBezTo>
                  <a:pt x="11732" y="13480"/>
                  <a:pt x="11866" y="13974"/>
                  <a:pt x="12279" y="14319"/>
                </a:cubicBezTo>
                <a:cubicBezTo>
                  <a:pt x="12582" y="13678"/>
                  <a:pt x="12383" y="12627"/>
                  <a:pt x="12282" y="11924"/>
                </a:cubicBezTo>
                <a:cubicBezTo>
                  <a:pt x="12165" y="11108"/>
                  <a:pt x="11889" y="10324"/>
                  <a:pt x="11576" y="9566"/>
                </a:cubicBezTo>
                <a:lnTo>
                  <a:pt x="11576" y="9566"/>
                </a:lnTo>
                <a:cubicBezTo>
                  <a:pt x="12090" y="10288"/>
                  <a:pt x="12621" y="10997"/>
                  <a:pt x="13118" y="11729"/>
                </a:cubicBezTo>
                <a:cubicBezTo>
                  <a:pt x="13297" y="11993"/>
                  <a:pt x="13362" y="12139"/>
                  <a:pt x="13252" y="12445"/>
                </a:cubicBezTo>
                <a:cubicBezTo>
                  <a:pt x="13131" y="12770"/>
                  <a:pt x="13005" y="13070"/>
                  <a:pt x="12949" y="13414"/>
                </a:cubicBezTo>
                <a:cubicBezTo>
                  <a:pt x="12861" y="14000"/>
                  <a:pt x="12930" y="14592"/>
                  <a:pt x="13083" y="15158"/>
                </a:cubicBezTo>
                <a:cubicBezTo>
                  <a:pt x="13239" y="15728"/>
                  <a:pt x="13428" y="16417"/>
                  <a:pt x="13870" y="16818"/>
                </a:cubicBezTo>
                <a:cubicBezTo>
                  <a:pt x="13984" y="16222"/>
                  <a:pt x="13867" y="15627"/>
                  <a:pt x="13877" y="15028"/>
                </a:cubicBezTo>
                <a:cubicBezTo>
                  <a:pt x="13886" y="14404"/>
                  <a:pt x="13890" y="13759"/>
                  <a:pt x="13994" y="13144"/>
                </a:cubicBezTo>
                <a:cubicBezTo>
                  <a:pt x="14293" y="13662"/>
                  <a:pt x="14644" y="14114"/>
                  <a:pt x="14680" y="14722"/>
                </a:cubicBezTo>
                <a:cubicBezTo>
                  <a:pt x="14709" y="15272"/>
                  <a:pt x="14862" y="15806"/>
                  <a:pt x="15061" y="16317"/>
                </a:cubicBezTo>
                <a:cubicBezTo>
                  <a:pt x="15263" y="16847"/>
                  <a:pt x="15513" y="17358"/>
                  <a:pt x="15760" y="17865"/>
                </a:cubicBezTo>
                <a:cubicBezTo>
                  <a:pt x="16030" y="18415"/>
                  <a:pt x="16268" y="19004"/>
                  <a:pt x="16665" y="19472"/>
                </a:cubicBezTo>
                <a:cubicBezTo>
                  <a:pt x="16860" y="18864"/>
                  <a:pt x="16632" y="18047"/>
                  <a:pt x="16541" y="17420"/>
                </a:cubicBezTo>
                <a:cubicBezTo>
                  <a:pt x="16440" y="16707"/>
                  <a:pt x="16291" y="16053"/>
                  <a:pt x="15864" y="15458"/>
                </a:cubicBezTo>
                <a:cubicBezTo>
                  <a:pt x="15441" y="14869"/>
                  <a:pt x="14905" y="14420"/>
                  <a:pt x="14550" y="13769"/>
                </a:cubicBezTo>
                <a:cubicBezTo>
                  <a:pt x="14186" y="13096"/>
                  <a:pt x="13837" y="12412"/>
                  <a:pt x="13476" y="11736"/>
                </a:cubicBezTo>
                <a:lnTo>
                  <a:pt x="13476" y="11736"/>
                </a:lnTo>
                <a:cubicBezTo>
                  <a:pt x="14124" y="11986"/>
                  <a:pt x="14719" y="12380"/>
                  <a:pt x="15321" y="12721"/>
                </a:cubicBezTo>
                <a:cubicBezTo>
                  <a:pt x="15995" y="13102"/>
                  <a:pt x="16665" y="13483"/>
                  <a:pt x="17338" y="13863"/>
                </a:cubicBezTo>
                <a:cubicBezTo>
                  <a:pt x="17487" y="13947"/>
                  <a:pt x="17990" y="14216"/>
                  <a:pt x="18206" y="14216"/>
                </a:cubicBezTo>
                <a:cubicBezTo>
                  <a:pt x="18327" y="14216"/>
                  <a:pt x="18358" y="14132"/>
                  <a:pt x="18187" y="13886"/>
                </a:cubicBezTo>
                <a:cubicBezTo>
                  <a:pt x="17771" y="13288"/>
                  <a:pt x="17250" y="12725"/>
                  <a:pt x="16701" y="12243"/>
                </a:cubicBezTo>
                <a:cubicBezTo>
                  <a:pt x="16164" y="11771"/>
                  <a:pt x="15562" y="11384"/>
                  <a:pt x="14901" y="11114"/>
                </a:cubicBezTo>
                <a:cubicBezTo>
                  <a:pt x="14267" y="10860"/>
                  <a:pt x="13603" y="10786"/>
                  <a:pt x="12959" y="10581"/>
                </a:cubicBezTo>
                <a:cubicBezTo>
                  <a:pt x="12341" y="10382"/>
                  <a:pt x="11970" y="9728"/>
                  <a:pt x="11576" y="9247"/>
                </a:cubicBezTo>
                <a:cubicBezTo>
                  <a:pt x="11088" y="8645"/>
                  <a:pt x="10600" y="8046"/>
                  <a:pt x="10109" y="7444"/>
                </a:cubicBezTo>
                <a:lnTo>
                  <a:pt x="10109" y="7444"/>
                </a:lnTo>
                <a:cubicBezTo>
                  <a:pt x="11365" y="8199"/>
                  <a:pt x="12764" y="8651"/>
                  <a:pt x="14153" y="9094"/>
                </a:cubicBezTo>
                <a:cubicBezTo>
                  <a:pt x="14501" y="9204"/>
                  <a:pt x="14849" y="9315"/>
                  <a:pt x="15197" y="9432"/>
                </a:cubicBezTo>
                <a:cubicBezTo>
                  <a:pt x="15386" y="9496"/>
                  <a:pt x="15770" y="9720"/>
                  <a:pt x="15997" y="9720"/>
                </a:cubicBezTo>
                <a:cubicBezTo>
                  <a:pt x="16025" y="9720"/>
                  <a:pt x="16050" y="9716"/>
                  <a:pt x="16073" y="9709"/>
                </a:cubicBezTo>
                <a:cubicBezTo>
                  <a:pt x="16424" y="9595"/>
                  <a:pt x="15903" y="9227"/>
                  <a:pt x="15796" y="9146"/>
                </a:cubicBezTo>
                <a:cubicBezTo>
                  <a:pt x="15481" y="8912"/>
                  <a:pt x="15162" y="8690"/>
                  <a:pt x="14827" y="8489"/>
                </a:cubicBezTo>
                <a:cubicBezTo>
                  <a:pt x="13509" y="7685"/>
                  <a:pt x="12064" y="7184"/>
                  <a:pt x="10594" y="6748"/>
                </a:cubicBezTo>
                <a:cubicBezTo>
                  <a:pt x="9884" y="6537"/>
                  <a:pt x="9091" y="6406"/>
                  <a:pt x="8489" y="5948"/>
                </a:cubicBezTo>
                <a:cubicBezTo>
                  <a:pt x="7945" y="5534"/>
                  <a:pt x="7444" y="5024"/>
                  <a:pt x="6930" y="4571"/>
                </a:cubicBezTo>
                <a:lnTo>
                  <a:pt x="6930" y="4571"/>
                </a:lnTo>
                <a:cubicBezTo>
                  <a:pt x="8388" y="5037"/>
                  <a:pt x="9852" y="5482"/>
                  <a:pt x="11296" y="5987"/>
                </a:cubicBezTo>
                <a:cubicBezTo>
                  <a:pt x="11667" y="6117"/>
                  <a:pt x="12042" y="6250"/>
                  <a:pt x="12412" y="6384"/>
                </a:cubicBezTo>
                <a:cubicBezTo>
                  <a:pt x="12689" y="6481"/>
                  <a:pt x="13001" y="6660"/>
                  <a:pt x="13288" y="6696"/>
                </a:cubicBezTo>
                <a:cubicBezTo>
                  <a:pt x="13329" y="6701"/>
                  <a:pt x="13369" y="6704"/>
                  <a:pt x="13406" y="6704"/>
                </a:cubicBezTo>
                <a:cubicBezTo>
                  <a:pt x="13659" y="6704"/>
                  <a:pt x="13771" y="6577"/>
                  <a:pt x="13515" y="6338"/>
                </a:cubicBezTo>
                <a:cubicBezTo>
                  <a:pt x="13245" y="6084"/>
                  <a:pt x="12839" y="5899"/>
                  <a:pt x="12520" y="5707"/>
                </a:cubicBezTo>
                <a:cubicBezTo>
                  <a:pt x="11303" y="4959"/>
                  <a:pt x="10154" y="4256"/>
                  <a:pt x="8707" y="4087"/>
                </a:cubicBezTo>
                <a:cubicBezTo>
                  <a:pt x="8445" y="4056"/>
                  <a:pt x="8184" y="4050"/>
                  <a:pt x="7922" y="4050"/>
                </a:cubicBezTo>
                <a:cubicBezTo>
                  <a:pt x="7709" y="4050"/>
                  <a:pt x="7496" y="4054"/>
                  <a:pt x="7284" y="4054"/>
                </a:cubicBezTo>
                <a:cubicBezTo>
                  <a:pt x="7083" y="4054"/>
                  <a:pt x="6883" y="4050"/>
                  <a:pt x="6683" y="4035"/>
                </a:cubicBezTo>
                <a:cubicBezTo>
                  <a:pt x="5970" y="3979"/>
                  <a:pt x="5447" y="3439"/>
                  <a:pt x="4907" y="3023"/>
                </a:cubicBezTo>
                <a:lnTo>
                  <a:pt x="4907" y="3023"/>
                </a:lnTo>
                <a:cubicBezTo>
                  <a:pt x="6410" y="3156"/>
                  <a:pt x="7913" y="3293"/>
                  <a:pt x="9416" y="3410"/>
                </a:cubicBezTo>
                <a:cubicBezTo>
                  <a:pt x="10141" y="3466"/>
                  <a:pt x="10927" y="3590"/>
                  <a:pt x="11691" y="3590"/>
                </a:cubicBezTo>
                <a:cubicBezTo>
                  <a:pt x="12305" y="3590"/>
                  <a:pt x="12905" y="3510"/>
                  <a:pt x="13450" y="3250"/>
                </a:cubicBezTo>
                <a:cubicBezTo>
                  <a:pt x="12591" y="2847"/>
                  <a:pt x="11466" y="2880"/>
                  <a:pt x="10525" y="2769"/>
                </a:cubicBezTo>
                <a:cubicBezTo>
                  <a:pt x="9445" y="2642"/>
                  <a:pt x="8362" y="2502"/>
                  <a:pt x="7275" y="2444"/>
                </a:cubicBezTo>
                <a:cubicBezTo>
                  <a:pt x="7038" y="2431"/>
                  <a:pt x="6798" y="2427"/>
                  <a:pt x="6557" y="2427"/>
                </a:cubicBezTo>
                <a:cubicBezTo>
                  <a:pt x="6284" y="2427"/>
                  <a:pt x="6010" y="2432"/>
                  <a:pt x="5737" y="2432"/>
                </a:cubicBezTo>
                <a:cubicBezTo>
                  <a:pt x="5287" y="2432"/>
                  <a:pt x="4838" y="2420"/>
                  <a:pt x="4399" y="2356"/>
                </a:cubicBezTo>
                <a:cubicBezTo>
                  <a:pt x="3482" y="2226"/>
                  <a:pt x="2730" y="1614"/>
                  <a:pt x="1956" y="1145"/>
                </a:cubicBezTo>
                <a:lnTo>
                  <a:pt x="1956" y="1145"/>
                </a:lnTo>
                <a:cubicBezTo>
                  <a:pt x="2406" y="1171"/>
                  <a:pt x="2858" y="1184"/>
                  <a:pt x="3309" y="1184"/>
                </a:cubicBezTo>
                <a:cubicBezTo>
                  <a:pt x="4519" y="1184"/>
                  <a:pt x="5728" y="1094"/>
                  <a:pt x="6927" y="931"/>
                </a:cubicBezTo>
                <a:cubicBezTo>
                  <a:pt x="7714" y="823"/>
                  <a:pt x="8498" y="683"/>
                  <a:pt x="9276" y="518"/>
                </a:cubicBezTo>
                <a:cubicBezTo>
                  <a:pt x="9468" y="475"/>
                  <a:pt x="10350" y="339"/>
                  <a:pt x="9774" y="95"/>
                </a:cubicBezTo>
                <a:cubicBezTo>
                  <a:pt x="9614" y="27"/>
                  <a:pt x="9406" y="13"/>
                  <a:pt x="9198" y="13"/>
                </a:cubicBezTo>
                <a:cubicBezTo>
                  <a:pt x="9046" y="13"/>
                  <a:pt x="8893" y="21"/>
                  <a:pt x="8760" y="21"/>
                </a:cubicBezTo>
                <a:cubicBezTo>
                  <a:pt x="8732" y="21"/>
                  <a:pt x="8706" y="21"/>
                  <a:pt x="8681" y="20"/>
                </a:cubicBezTo>
                <a:cubicBezTo>
                  <a:pt x="8327" y="8"/>
                  <a:pt x="7974" y="1"/>
                  <a:pt x="76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67" name="Google Shape;1867;p120"/>
          <p:cNvGrpSpPr/>
          <p:nvPr/>
        </p:nvGrpSpPr>
        <p:grpSpPr>
          <a:xfrm>
            <a:off x="5131372" y="2473472"/>
            <a:ext cx="704980" cy="2041081"/>
            <a:chOff x="5070075" y="2571775"/>
            <a:chExt cx="618675" cy="1791207"/>
          </a:xfrm>
        </p:grpSpPr>
        <p:sp>
          <p:nvSpPr>
            <p:cNvPr id="1868" name="Google Shape;1868;p120"/>
            <p:cNvSpPr/>
            <p:nvPr/>
          </p:nvSpPr>
          <p:spPr>
            <a:xfrm>
              <a:off x="5070075" y="2788511"/>
              <a:ext cx="132022" cy="224769"/>
            </a:xfrm>
            <a:custGeom>
              <a:rect b="b" l="l" r="r" t="t"/>
              <a:pathLst>
                <a:path extrusionOk="0" h="3863" w="2269">
                  <a:moveTo>
                    <a:pt x="462" y="1"/>
                  </a:moveTo>
                  <a:cubicBezTo>
                    <a:pt x="439" y="1"/>
                    <a:pt x="415" y="3"/>
                    <a:pt x="391" y="7"/>
                  </a:cubicBezTo>
                  <a:cubicBezTo>
                    <a:pt x="199" y="43"/>
                    <a:pt x="65" y="232"/>
                    <a:pt x="33" y="424"/>
                  </a:cubicBezTo>
                  <a:cubicBezTo>
                    <a:pt x="0" y="616"/>
                    <a:pt x="49" y="811"/>
                    <a:pt x="104" y="1000"/>
                  </a:cubicBezTo>
                  <a:cubicBezTo>
                    <a:pt x="365" y="1859"/>
                    <a:pt x="794" y="2919"/>
                    <a:pt x="1448" y="3557"/>
                  </a:cubicBezTo>
                  <a:cubicBezTo>
                    <a:pt x="1669" y="3773"/>
                    <a:pt x="1814" y="3862"/>
                    <a:pt x="1902" y="3862"/>
                  </a:cubicBezTo>
                  <a:cubicBezTo>
                    <a:pt x="2269" y="3862"/>
                    <a:pt x="1681" y="2340"/>
                    <a:pt x="1552" y="1895"/>
                  </a:cubicBezTo>
                  <a:cubicBezTo>
                    <a:pt x="1412" y="1403"/>
                    <a:pt x="1269" y="905"/>
                    <a:pt x="1025" y="456"/>
                  </a:cubicBezTo>
                  <a:cubicBezTo>
                    <a:pt x="904" y="234"/>
                    <a:pt x="704" y="1"/>
                    <a:pt x="46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 name="Google Shape;1869;p120"/>
            <p:cNvSpPr/>
            <p:nvPr/>
          </p:nvSpPr>
          <p:spPr>
            <a:xfrm>
              <a:off x="5137103" y="2571775"/>
              <a:ext cx="76921" cy="288365"/>
            </a:xfrm>
            <a:custGeom>
              <a:rect b="b" l="l" r="r" t="t"/>
              <a:pathLst>
                <a:path extrusionOk="0" h="4956" w="1322">
                  <a:moveTo>
                    <a:pt x="731" y="0"/>
                  </a:moveTo>
                  <a:cubicBezTo>
                    <a:pt x="726" y="0"/>
                    <a:pt x="721" y="0"/>
                    <a:pt x="716" y="1"/>
                  </a:cubicBezTo>
                  <a:cubicBezTo>
                    <a:pt x="576" y="7"/>
                    <a:pt x="462" y="108"/>
                    <a:pt x="378" y="219"/>
                  </a:cubicBezTo>
                  <a:cubicBezTo>
                    <a:pt x="0" y="723"/>
                    <a:pt x="42" y="1416"/>
                    <a:pt x="101" y="2044"/>
                  </a:cubicBezTo>
                  <a:cubicBezTo>
                    <a:pt x="192" y="2994"/>
                    <a:pt x="228" y="4071"/>
                    <a:pt x="605" y="4956"/>
                  </a:cubicBezTo>
                  <a:cubicBezTo>
                    <a:pt x="1236" y="4029"/>
                    <a:pt x="1321" y="1667"/>
                    <a:pt x="1155" y="567"/>
                  </a:cubicBezTo>
                  <a:cubicBezTo>
                    <a:pt x="1117" y="312"/>
                    <a:pt x="982" y="0"/>
                    <a:pt x="73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 name="Google Shape;1870;p120"/>
            <p:cNvSpPr/>
            <p:nvPr/>
          </p:nvSpPr>
          <p:spPr>
            <a:xfrm>
              <a:off x="5201455" y="2653058"/>
              <a:ext cx="100020" cy="320658"/>
            </a:xfrm>
            <a:custGeom>
              <a:rect b="b" l="l" r="r" t="t"/>
              <a:pathLst>
                <a:path extrusionOk="0" h="5511" w="1719">
                  <a:moveTo>
                    <a:pt x="1362" y="0"/>
                  </a:moveTo>
                  <a:cubicBezTo>
                    <a:pt x="1259" y="0"/>
                    <a:pt x="1148" y="99"/>
                    <a:pt x="1080" y="195"/>
                  </a:cubicBezTo>
                  <a:cubicBezTo>
                    <a:pt x="576" y="914"/>
                    <a:pt x="407" y="1805"/>
                    <a:pt x="283" y="2674"/>
                  </a:cubicBezTo>
                  <a:cubicBezTo>
                    <a:pt x="153" y="3601"/>
                    <a:pt x="0" y="4574"/>
                    <a:pt x="26" y="5511"/>
                  </a:cubicBezTo>
                  <a:cubicBezTo>
                    <a:pt x="710" y="4346"/>
                    <a:pt x="1071" y="2807"/>
                    <a:pt x="1461" y="1509"/>
                  </a:cubicBezTo>
                  <a:cubicBezTo>
                    <a:pt x="1595" y="1063"/>
                    <a:pt x="1718" y="575"/>
                    <a:pt x="1536" y="149"/>
                  </a:cubicBezTo>
                  <a:cubicBezTo>
                    <a:pt x="1516" y="104"/>
                    <a:pt x="1490" y="58"/>
                    <a:pt x="1451" y="29"/>
                  </a:cubicBezTo>
                  <a:cubicBezTo>
                    <a:pt x="1423" y="9"/>
                    <a:pt x="1393" y="0"/>
                    <a:pt x="136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1" name="Google Shape;1871;p120"/>
            <p:cNvSpPr/>
            <p:nvPr/>
          </p:nvSpPr>
          <p:spPr>
            <a:xfrm>
              <a:off x="5242882" y="3025961"/>
              <a:ext cx="79946" cy="308962"/>
            </a:xfrm>
            <a:custGeom>
              <a:rect b="b" l="l" r="r" t="t"/>
              <a:pathLst>
                <a:path extrusionOk="0" h="5310" w="1374">
                  <a:moveTo>
                    <a:pt x="1058" y="0"/>
                  </a:moveTo>
                  <a:cubicBezTo>
                    <a:pt x="982" y="0"/>
                    <a:pt x="906" y="45"/>
                    <a:pt x="843" y="94"/>
                  </a:cubicBezTo>
                  <a:cubicBezTo>
                    <a:pt x="264" y="537"/>
                    <a:pt x="186" y="1363"/>
                    <a:pt x="157" y="2089"/>
                  </a:cubicBezTo>
                  <a:cubicBezTo>
                    <a:pt x="157" y="3159"/>
                    <a:pt x="1" y="4249"/>
                    <a:pt x="37" y="5310"/>
                  </a:cubicBezTo>
                  <a:cubicBezTo>
                    <a:pt x="398" y="4119"/>
                    <a:pt x="743" y="2925"/>
                    <a:pt x="1097" y="1731"/>
                  </a:cubicBezTo>
                  <a:cubicBezTo>
                    <a:pt x="1234" y="1262"/>
                    <a:pt x="1374" y="777"/>
                    <a:pt x="1299" y="296"/>
                  </a:cubicBezTo>
                  <a:cubicBezTo>
                    <a:pt x="1279" y="179"/>
                    <a:pt x="1231" y="45"/>
                    <a:pt x="1117" y="10"/>
                  </a:cubicBezTo>
                  <a:cubicBezTo>
                    <a:pt x="1097" y="3"/>
                    <a:pt x="1078" y="0"/>
                    <a:pt x="105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2" name="Google Shape;1872;p120"/>
            <p:cNvSpPr/>
            <p:nvPr/>
          </p:nvSpPr>
          <p:spPr>
            <a:xfrm>
              <a:off x="5118717" y="3247933"/>
              <a:ext cx="118581" cy="188461"/>
            </a:xfrm>
            <a:custGeom>
              <a:rect b="b" l="l" r="r" t="t"/>
              <a:pathLst>
                <a:path extrusionOk="0" h="3239" w="2038">
                  <a:moveTo>
                    <a:pt x="665" y="0"/>
                  </a:moveTo>
                  <a:cubicBezTo>
                    <a:pt x="597" y="0"/>
                    <a:pt x="530" y="14"/>
                    <a:pt x="466" y="44"/>
                  </a:cubicBezTo>
                  <a:cubicBezTo>
                    <a:pt x="1" y="258"/>
                    <a:pt x="1897" y="2959"/>
                    <a:pt x="2037" y="3238"/>
                  </a:cubicBezTo>
                  <a:cubicBezTo>
                    <a:pt x="1767" y="2588"/>
                    <a:pt x="1604" y="1888"/>
                    <a:pt x="1491" y="1195"/>
                  </a:cubicBezTo>
                  <a:cubicBezTo>
                    <a:pt x="1445" y="899"/>
                    <a:pt x="1403" y="587"/>
                    <a:pt x="1240" y="336"/>
                  </a:cubicBezTo>
                  <a:cubicBezTo>
                    <a:pt x="1113" y="145"/>
                    <a:pt x="887" y="0"/>
                    <a:pt x="6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3" name="Google Shape;1873;p120"/>
            <p:cNvSpPr/>
            <p:nvPr/>
          </p:nvSpPr>
          <p:spPr>
            <a:xfrm>
              <a:off x="5262199" y="3464495"/>
              <a:ext cx="125214" cy="434002"/>
            </a:xfrm>
            <a:custGeom>
              <a:rect b="b" l="l" r="r" t="t"/>
              <a:pathLst>
                <a:path extrusionOk="0" h="7459" w="2152">
                  <a:moveTo>
                    <a:pt x="1638" y="1"/>
                  </a:moveTo>
                  <a:cubicBezTo>
                    <a:pt x="1474" y="1"/>
                    <a:pt x="1305" y="151"/>
                    <a:pt x="1204" y="304"/>
                  </a:cubicBezTo>
                  <a:cubicBezTo>
                    <a:pt x="749" y="990"/>
                    <a:pt x="658" y="1846"/>
                    <a:pt x="583" y="2666"/>
                  </a:cubicBezTo>
                  <a:cubicBezTo>
                    <a:pt x="502" y="3531"/>
                    <a:pt x="420" y="4397"/>
                    <a:pt x="339" y="5265"/>
                  </a:cubicBezTo>
                  <a:cubicBezTo>
                    <a:pt x="280" y="5897"/>
                    <a:pt x="1" y="6873"/>
                    <a:pt x="248" y="7458"/>
                  </a:cubicBezTo>
                  <a:cubicBezTo>
                    <a:pt x="703" y="5936"/>
                    <a:pt x="1032" y="4384"/>
                    <a:pt x="1549" y="2877"/>
                  </a:cubicBezTo>
                  <a:cubicBezTo>
                    <a:pt x="1832" y="2057"/>
                    <a:pt x="2151" y="1189"/>
                    <a:pt x="1950" y="343"/>
                  </a:cubicBezTo>
                  <a:cubicBezTo>
                    <a:pt x="1920" y="222"/>
                    <a:pt x="1871" y="96"/>
                    <a:pt x="1764" y="34"/>
                  </a:cubicBezTo>
                  <a:cubicBezTo>
                    <a:pt x="1723" y="11"/>
                    <a:pt x="1681" y="1"/>
                    <a:pt x="163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 name="Google Shape;1874;p120"/>
            <p:cNvSpPr/>
            <p:nvPr/>
          </p:nvSpPr>
          <p:spPr>
            <a:xfrm>
              <a:off x="5133496" y="3599599"/>
              <a:ext cx="126320" cy="321821"/>
            </a:xfrm>
            <a:custGeom>
              <a:rect b="b" l="l" r="r" t="t"/>
              <a:pathLst>
                <a:path extrusionOk="0" h="5531" w="2171">
                  <a:moveTo>
                    <a:pt x="591" y="1"/>
                  </a:moveTo>
                  <a:cubicBezTo>
                    <a:pt x="389" y="1"/>
                    <a:pt x="189" y="153"/>
                    <a:pt x="104" y="347"/>
                  </a:cubicBezTo>
                  <a:cubicBezTo>
                    <a:pt x="0" y="581"/>
                    <a:pt x="26" y="855"/>
                    <a:pt x="65" y="1108"/>
                  </a:cubicBezTo>
                  <a:cubicBezTo>
                    <a:pt x="248" y="2224"/>
                    <a:pt x="680" y="3288"/>
                    <a:pt x="1217" y="4284"/>
                  </a:cubicBezTo>
                  <a:cubicBezTo>
                    <a:pt x="1404" y="4632"/>
                    <a:pt x="1743" y="5530"/>
                    <a:pt x="2157" y="5530"/>
                  </a:cubicBezTo>
                  <a:cubicBezTo>
                    <a:pt x="2162" y="5530"/>
                    <a:pt x="2166" y="5530"/>
                    <a:pt x="2170" y="5530"/>
                  </a:cubicBezTo>
                  <a:cubicBezTo>
                    <a:pt x="1812" y="3887"/>
                    <a:pt x="1734" y="2032"/>
                    <a:pt x="1087" y="471"/>
                  </a:cubicBezTo>
                  <a:cubicBezTo>
                    <a:pt x="1012" y="289"/>
                    <a:pt x="911" y="93"/>
                    <a:pt x="726" y="25"/>
                  </a:cubicBezTo>
                  <a:cubicBezTo>
                    <a:pt x="682" y="8"/>
                    <a:pt x="636" y="1"/>
                    <a:pt x="591"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5" name="Google Shape;1875;p120"/>
            <p:cNvSpPr/>
            <p:nvPr/>
          </p:nvSpPr>
          <p:spPr>
            <a:xfrm>
              <a:off x="5386771" y="2670863"/>
              <a:ext cx="135396" cy="416255"/>
            </a:xfrm>
            <a:custGeom>
              <a:rect b="b" l="l" r="r" t="t"/>
              <a:pathLst>
                <a:path extrusionOk="0" h="7154" w="2327">
                  <a:moveTo>
                    <a:pt x="902" y="1"/>
                  </a:moveTo>
                  <a:cubicBezTo>
                    <a:pt x="587" y="1"/>
                    <a:pt x="295" y="239"/>
                    <a:pt x="157" y="526"/>
                  </a:cubicBezTo>
                  <a:cubicBezTo>
                    <a:pt x="7" y="842"/>
                    <a:pt x="0" y="1203"/>
                    <a:pt x="13" y="1551"/>
                  </a:cubicBezTo>
                  <a:cubicBezTo>
                    <a:pt x="27" y="1958"/>
                    <a:pt x="66" y="2365"/>
                    <a:pt x="176" y="2755"/>
                  </a:cubicBezTo>
                  <a:cubicBezTo>
                    <a:pt x="401" y="3555"/>
                    <a:pt x="908" y="4242"/>
                    <a:pt x="1328" y="4961"/>
                  </a:cubicBezTo>
                  <a:cubicBezTo>
                    <a:pt x="1715" y="5621"/>
                    <a:pt x="2044" y="6373"/>
                    <a:pt x="1966" y="7154"/>
                  </a:cubicBezTo>
                  <a:cubicBezTo>
                    <a:pt x="2327" y="5208"/>
                    <a:pt x="2079" y="3246"/>
                    <a:pt x="1809" y="1307"/>
                  </a:cubicBezTo>
                  <a:cubicBezTo>
                    <a:pt x="1770" y="1031"/>
                    <a:pt x="1731" y="751"/>
                    <a:pt x="1608" y="504"/>
                  </a:cubicBezTo>
                  <a:cubicBezTo>
                    <a:pt x="1484" y="253"/>
                    <a:pt x="1256" y="42"/>
                    <a:pt x="983" y="6"/>
                  </a:cubicBezTo>
                  <a:cubicBezTo>
                    <a:pt x="956" y="2"/>
                    <a:pt x="929" y="1"/>
                    <a:pt x="90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6" name="Google Shape;1876;p120"/>
            <p:cNvSpPr/>
            <p:nvPr/>
          </p:nvSpPr>
          <p:spPr>
            <a:xfrm>
              <a:off x="5520246" y="2904298"/>
              <a:ext cx="153376" cy="314606"/>
            </a:xfrm>
            <a:custGeom>
              <a:rect b="b" l="l" r="r" t="t"/>
              <a:pathLst>
                <a:path extrusionOk="0" h="5407" w="2636">
                  <a:moveTo>
                    <a:pt x="2206" y="0"/>
                  </a:moveTo>
                  <a:cubicBezTo>
                    <a:pt x="2047" y="0"/>
                    <a:pt x="1913" y="128"/>
                    <a:pt x="1809" y="249"/>
                  </a:cubicBezTo>
                  <a:cubicBezTo>
                    <a:pt x="1110" y="1082"/>
                    <a:pt x="820" y="2172"/>
                    <a:pt x="547" y="3223"/>
                  </a:cubicBezTo>
                  <a:cubicBezTo>
                    <a:pt x="361" y="3936"/>
                    <a:pt x="98" y="4677"/>
                    <a:pt x="0" y="5406"/>
                  </a:cubicBezTo>
                  <a:cubicBezTo>
                    <a:pt x="1015" y="4551"/>
                    <a:pt x="1633" y="3012"/>
                    <a:pt x="2206" y="1837"/>
                  </a:cubicBezTo>
                  <a:cubicBezTo>
                    <a:pt x="2418" y="1401"/>
                    <a:pt x="2636" y="936"/>
                    <a:pt x="2577" y="454"/>
                  </a:cubicBezTo>
                  <a:cubicBezTo>
                    <a:pt x="2551" y="253"/>
                    <a:pt x="2440" y="28"/>
                    <a:pt x="2239" y="2"/>
                  </a:cubicBezTo>
                  <a:cubicBezTo>
                    <a:pt x="2227" y="1"/>
                    <a:pt x="2216" y="0"/>
                    <a:pt x="220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7" name="Google Shape;1877;p120"/>
            <p:cNvSpPr/>
            <p:nvPr/>
          </p:nvSpPr>
          <p:spPr>
            <a:xfrm>
              <a:off x="5386190" y="3237344"/>
              <a:ext cx="108340" cy="304308"/>
            </a:xfrm>
            <a:custGeom>
              <a:rect b="b" l="l" r="r" t="t"/>
              <a:pathLst>
                <a:path extrusionOk="0" h="5230" w="1862">
                  <a:moveTo>
                    <a:pt x="227" y="0"/>
                  </a:moveTo>
                  <a:cubicBezTo>
                    <a:pt x="189" y="0"/>
                    <a:pt x="151" y="11"/>
                    <a:pt x="115" y="37"/>
                  </a:cubicBezTo>
                  <a:cubicBezTo>
                    <a:pt x="7" y="115"/>
                    <a:pt x="1" y="268"/>
                    <a:pt x="10" y="401"/>
                  </a:cubicBezTo>
                  <a:cubicBezTo>
                    <a:pt x="76" y="1276"/>
                    <a:pt x="303" y="2139"/>
                    <a:pt x="684" y="2929"/>
                  </a:cubicBezTo>
                  <a:cubicBezTo>
                    <a:pt x="1052" y="3700"/>
                    <a:pt x="1540" y="4406"/>
                    <a:pt x="1793" y="5229"/>
                  </a:cubicBezTo>
                  <a:cubicBezTo>
                    <a:pt x="1862" y="3658"/>
                    <a:pt x="1426" y="1673"/>
                    <a:pt x="606" y="294"/>
                  </a:cubicBezTo>
                  <a:cubicBezTo>
                    <a:pt x="521" y="153"/>
                    <a:pt x="370" y="0"/>
                    <a:pt x="22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8" name="Google Shape;1878;p120"/>
            <p:cNvSpPr/>
            <p:nvPr/>
          </p:nvSpPr>
          <p:spPr>
            <a:xfrm>
              <a:off x="5517570" y="3454313"/>
              <a:ext cx="171180" cy="341022"/>
            </a:xfrm>
            <a:custGeom>
              <a:rect b="b" l="l" r="r" t="t"/>
              <a:pathLst>
                <a:path extrusionOk="0" h="5861" w="2942">
                  <a:moveTo>
                    <a:pt x="2584" y="1"/>
                  </a:moveTo>
                  <a:cubicBezTo>
                    <a:pt x="2462" y="1"/>
                    <a:pt x="2324" y="94"/>
                    <a:pt x="2229" y="189"/>
                  </a:cubicBezTo>
                  <a:cubicBezTo>
                    <a:pt x="1230" y="1201"/>
                    <a:pt x="843" y="2652"/>
                    <a:pt x="492" y="4032"/>
                  </a:cubicBezTo>
                  <a:cubicBezTo>
                    <a:pt x="362" y="4552"/>
                    <a:pt x="1" y="5333"/>
                    <a:pt x="134" y="5860"/>
                  </a:cubicBezTo>
                  <a:cubicBezTo>
                    <a:pt x="674" y="4900"/>
                    <a:pt x="1146" y="3921"/>
                    <a:pt x="1784" y="3017"/>
                  </a:cubicBezTo>
                  <a:cubicBezTo>
                    <a:pt x="2076" y="2597"/>
                    <a:pt x="2392" y="2187"/>
                    <a:pt x="2610" y="1722"/>
                  </a:cubicBezTo>
                  <a:cubicBezTo>
                    <a:pt x="2828" y="1260"/>
                    <a:pt x="2942" y="726"/>
                    <a:pt x="2812" y="232"/>
                  </a:cubicBezTo>
                  <a:cubicBezTo>
                    <a:pt x="2795" y="166"/>
                    <a:pt x="2773" y="98"/>
                    <a:pt x="2721" y="53"/>
                  </a:cubicBezTo>
                  <a:cubicBezTo>
                    <a:pt x="2680" y="16"/>
                    <a:pt x="2634" y="1"/>
                    <a:pt x="258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9" name="Google Shape;1879;p120"/>
            <p:cNvSpPr/>
            <p:nvPr/>
          </p:nvSpPr>
          <p:spPr>
            <a:xfrm>
              <a:off x="5393404" y="3806152"/>
              <a:ext cx="97169" cy="304133"/>
            </a:xfrm>
            <a:custGeom>
              <a:rect b="b" l="l" r="r" t="t"/>
              <a:pathLst>
                <a:path extrusionOk="0" h="5227" w="1670">
                  <a:moveTo>
                    <a:pt x="481" y="0"/>
                  </a:moveTo>
                  <a:cubicBezTo>
                    <a:pt x="409" y="0"/>
                    <a:pt x="338" y="17"/>
                    <a:pt x="274" y="54"/>
                  </a:cubicBezTo>
                  <a:cubicBezTo>
                    <a:pt x="36" y="187"/>
                    <a:pt x="0" y="509"/>
                    <a:pt x="7" y="783"/>
                  </a:cubicBezTo>
                  <a:cubicBezTo>
                    <a:pt x="36" y="1882"/>
                    <a:pt x="361" y="2972"/>
                    <a:pt x="934" y="3913"/>
                  </a:cubicBezTo>
                  <a:cubicBezTo>
                    <a:pt x="1156" y="4275"/>
                    <a:pt x="1411" y="4618"/>
                    <a:pt x="1583" y="5006"/>
                  </a:cubicBezTo>
                  <a:lnTo>
                    <a:pt x="1583" y="5006"/>
                  </a:lnTo>
                  <a:cubicBezTo>
                    <a:pt x="1115" y="3667"/>
                    <a:pt x="1548" y="2132"/>
                    <a:pt x="1181" y="760"/>
                  </a:cubicBezTo>
                  <a:cubicBezTo>
                    <a:pt x="1123" y="542"/>
                    <a:pt x="1045" y="324"/>
                    <a:pt x="882" y="171"/>
                  </a:cubicBezTo>
                  <a:cubicBezTo>
                    <a:pt x="776" y="67"/>
                    <a:pt x="626" y="0"/>
                    <a:pt x="481" y="0"/>
                  </a:cubicBezTo>
                  <a:close/>
                  <a:moveTo>
                    <a:pt x="1583" y="5006"/>
                  </a:moveTo>
                  <a:cubicBezTo>
                    <a:pt x="1609" y="5080"/>
                    <a:pt x="1638" y="5154"/>
                    <a:pt x="1669" y="5227"/>
                  </a:cubicBezTo>
                  <a:cubicBezTo>
                    <a:pt x="1644" y="5152"/>
                    <a:pt x="1615" y="5078"/>
                    <a:pt x="1583" y="5006"/>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 name="Google Shape;1880;p120"/>
            <p:cNvSpPr/>
            <p:nvPr/>
          </p:nvSpPr>
          <p:spPr>
            <a:xfrm>
              <a:off x="5486557" y="3058835"/>
              <a:ext cx="34504" cy="1284259"/>
            </a:xfrm>
            <a:custGeom>
              <a:rect b="b" l="l" r="r" t="t"/>
              <a:pathLst>
                <a:path extrusionOk="0" h="22072" w="593">
                  <a:moveTo>
                    <a:pt x="342" y="0"/>
                  </a:moveTo>
                  <a:cubicBezTo>
                    <a:pt x="322" y="0"/>
                    <a:pt x="303" y="12"/>
                    <a:pt x="296" y="40"/>
                  </a:cubicBezTo>
                  <a:cubicBezTo>
                    <a:pt x="94" y="873"/>
                    <a:pt x="137" y="1810"/>
                    <a:pt x="101" y="2666"/>
                  </a:cubicBezTo>
                  <a:cubicBezTo>
                    <a:pt x="59" y="3603"/>
                    <a:pt x="33" y="4540"/>
                    <a:pt x="23" y="5480"/>
                  </a:cubicBezTo>
                  <a:cubicBezTo>
                    <a:pt x="0" y="7344"/>
                    <a:pt x="16" y="9212"/>
                    <a:pt x="33" y="11076"/>
                  </a:cubicBezTo>
                  <a:cubicBezTo>
                    <a:pt x="46" y="12921"/>
                    <a:pt x="55" y="14765"/>
                    <a:pt x="72" y="16610"/>
                  </a:cubicBezTo>
                  <a:cubicBezTo>
                    <a:pt x="81" y="17534"/>
                    <a:pt x="120" y="18455"/>
                    <a:pt x="137" y="19379"/>
                  </a:cubicBezTo>
                  <a:cubicBezTo>
                    <a:pt x="153" y="20241"/>
                    <a:pt x="107" y="21133"/>
                    <a:pt x="238" y="21985"/>
                  </a:cubicBezTo>
                  <a:cubicBezTo>
                    <a:pt x="247" y="22046"/>
                    <a:pt x="287" y="22072"/>
                    <a:pt x="331" y="22072"/>
                  </a:cubicBezTo>
                  <a:cubicBezTo>
                    <a:pt x="392" y="22072"/>
                    <a:pt x="462" y="22022"/>
                    <a:pt x="472" y="21952"/>
                  </a:cubicBezTo>
                  <a:cubicBezTo>
                    <a:pt x="592" y="21048"/>
                    <a:pt x="517" y="20095"/>
                    <a:pt x="514" y="19184"/>
                  </a:cubicBezTo>
                  <a:cubicBezTo>
                    <a:pt x="514" y="18256"/>
                    <a:pt x="534" y="17336"/>
                    <a:pt x="524" y="16412"/>
                  </a:cubicBezTo>
                  <a:cubicBezTo>
                    <a:pt x="501" y="14632"/>
                    <a:pt x="475" y="12852"/>
                    <a:pt x="456" y="11076"/>
                  </a:cubicBezTo>
                  <a:cubicBezTo>
                    <a:pt x="433" y="9277"/>
                    <a:pt x="397" y="7481"/>
                    <a:pt x="381" y="5682"/>
                  </a:cubicBezTo>
                  <a:cubicBezTo>
                    <a:pt x="371" y="4741"/>
                    <a:pt x="364" y="3804"/>
                    <a:pt x="371" y="2864"/>
                  </a:cubicBezTo>
                  <a:cubicBezTo>
                    <a:pt x="374" y="1943"/>
                    <a:pt x="508" y="967"/>
                    <a:pt x="400" y="53"/>
                  </a:cubicBezTo>
                  <a:cubicBezTo>
                    <a:pt x="397" y="21"/>
                    <a:pt x="368" y="0"/>
                    <a:pt x="34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1" name="Google Shape;1881;p120"/>
            <p:cNvSpPr/>
            <p:nvPr/>
          </p:nvSpPr>
          <p:spPr>
            <a:xfrm>
              <a:off x="5499591" y="3190796"/>
              <a:ext cx="41777" cy="108515"/>
            </a:xfrm>
            <a:custGeom>
              <a:rect b="b" l="l" r="r" t="t"/>
              <a:pathLst>
                <a:path extrusionOk="0" h="1865" w="718">
                  <a:moveTo>
                    <a:pt x="624" y="1"/>
                  </a:moveTo>
                  <a:cubicBezTo>
                    <a:pt x="607" y="1"/>
                    <a:pt x="589" y="8"/>
                    <a:pt x="573" y="27"/>
                  </a:cubicBezTo>
                  <a:cubicBezTo>
                    <a:pt x="180" y="502"/>
                    <a:pt x="1" y="1218"/>
                    <a:pt x="36" y="1826"/>
                  </a:cubicBezTo>
                  <a:cubicBezTo>
                    <a:pt x="38" y="1850"/>
                    <a:pt x="61" y="1864"/>
                    <a:pt x="81" y="1864"/>
                  </a:cubicBezTo>
                  <a:cubicBezTo>
                    <a:pt x="97" y="1864"/>
                    <a:pt x="112" y="1856"/>
                    <a:pt x="114" y="1836"/>
                  </a:cubicBezTo>
                  <a:cubicBezTo>
                    <a:pt x="163" y="1553"/>
                    <a:pt x="215" y="1270"/>
                    <a:pt x="306" y="996"/>
                  </a:cubicBezTo>
                  <a:cubicBezTo>
                    <a:pt x="407" y="687"/>
                    <a:pt x="563" y="414"/>
                    <a:pt x="694" y="118"/>
                  </a:cubicBezTo>
                  <a:cubicBezTo>
                    <a:pt x="718" y="65"/>
                    <a:pt x="674" y="1"/>
                    <a:pt x="62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2" name="Google Shape;1882;p120"/>
            <p:cNvSpPr/>
            <p:nvPr/>
          </p:nvSpPr>
          <p:spPr>
            <a:xfrm>
              <a:off x="5493132" y="3757743"/>
              <a:ext cx="49225" cy="102056"/>
            </a:xfrm>
            <a:custGeom>
              <a:rect b="b" l="l" r="r" t="t"/>
              <a:pathLst>
                <a:path extrusionOk="0" h="1754" w="846">
                  <a:moveTo>
                    <a:pt x="727" y="1"/>
                  </a:moveTo>
                  <a:cubicBezTo>
                    <a:pt x="711" y="1"/>
                    <a:pt x="694" y="6"/>
                    <a:pt x="678" y="17"/>
                  </a:cubicBezTo>
                  <a:cubicBezTo>
                    <a:pt x="203" y="339"/>
                    <a:pt x="1" y="1140"/>
                    <a:pt x="99" y="1680"/>
                  </a:cubicBezTo>
                  <a:cubicBezTo>
                    <a:pt x="108" y="1731"/>
                    <a:pt x="148" y="1753"/>
                    <a:pt x="189" y="1753"/>
                  </a:cubicBezTo>
                  <a:cubicBezTo>
                    <a:pt x="244" y="1753"/>
                    <a:pt x="302" y="1715"/>
                    <a:pt x="304" y="1650"/>
                  </a:cubicBezTo>
                  <a:cubicBezTo>
                    <a:pt x="313" y="1374"/>
                    <a:pt x="320" y="1114"/>
                    <a:pt x="414" y="850"/>
                  </a:cubicBezTo>
                  <a:cubicBezTo>
                    <a:pt x="505" y="587"/>
                    <a:pt x="681" y="391"/>
                    <a:pt x="811" y="151"/>
                  </a:cubicBezTo>
                  <a:cubicBezTo>
                    <a:pt x="845" y="85"/>
                    <a:pt x="793" y="1"/>
                    <a:pt x="72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 name="Google Shape;1883;p120"/>
            <p:cNvSpPr/>
            <p:nvPr/>
          </p:nvSpPr>
          <p:spPr>
            <a:xfrm>
              <a:off x="5461015" y="4044475"/>
              <a:ext cx="49050" cy="123061"/>
            </a:xfrm>
            <a:custGeom>
              <a:rect b="b" l="l" r="r" t="t"/>
              <a:pathLst>
                <a:path extrusionOk="0" h="2115" w="843">
                  <a:moveTo>
                    <a:pt x="119" y="1"/>
                  </a:moveTo>
                  <a:cubicBezTo>
                    <a:pt x="57" y="1"/>
                    <a:pt x="0" y="49"/>
                    <a:pt x="19" y="129"/>
                  </a:cubicBezTo>
                  <a:cubicBezTo>
                    <a:pt x="110" y="477"/>
                    <a:pt x="286" y="806"/>
                    <a:pt x="387" y="1154"/>
                  </a:cubicBezTo>
                  <a:cubicBezTo>
                    <a:pt x="478" y="1460"/>
                    <a:pt x="501" y="1804"/>
                    <a:pt x="657" y="2084"/>
                  </a:cubicBezTo>
                  <a:cubicBezTo>
                    <a:pt x="669" y="2104"/>
                    <a:pt x="690" y="2114"/>
                    <a:pt x="712" y="2114"/>
                  </a:cubicBezTo>
                  <a:cubicBezTo>
                    <a:pt x="739" y="2114"/>
                    <a:pt x="766" y="2099"/>
                    <a:pt x="771" y="2068"/>
                  </a:cubicBezTo>
                  <a:cubicBezTo>
                    <a:pt x="843" y="1749"/>
                    <a:pt x="729" y="1391"/>
                    <a:pt x="641" y="1082"/>
                  </a:cubicBezTo>
                  <a:cubicBezTo>
                    <a:pt x="540" y="737"/>
                    <a:pt x="426" y="340"/>
                    <a:pt x="211" y="48"/>
                  </a:cubicBezTo>
                  <a:cubicBezTo>
                    <a:pt x="187" y="15"/>
                    <a:pt x="152" y="1"/>
                    <a:pt x="11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 name="Google Shape;1884;p120"/>
            <p:cNvSpPr/>
            <p:nvPr/>
          </p:nvSpPr>
          <p:spPr>
            <a:xfrm>
              <a:off x="5389797" y="4249574"/>
              <a:ext cx="1222" cy="815"/>
            </a:xfrm>
            <a:custGeom>
              <a:rect b="b" l="l" r="r" t="t"/>
              <a:pathLst>
                <a:path extrusionOk="0" h="14" w="21">
                  <a:moveTo>
                    <a:pt x="10" y="1"/>
                  </a:moveTo>
                  <a:cubicBezTo>
                    <a:pt x="1" y="1"/>
                    <a:pt x="1" y="14"/>
                    <a:pt x="10" y="14"/>
                  </a:cubicBezTo>
                  <a:cubicBezTo>
                    <a:pt x="20" y="14"/>
                    <a:pt x="20" y="1"/>
                    <a:pt x="1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 name="Google Shape;1885;p120"/>
            <p:cNvSpPr/>
            <p:nvPr/>
          </p:nvSpPr>
          <p:spPr>
            <a:xfrm>
              <a:off x="5372749" y="4181673"/>
              <a:ext cx="16117" cy="37937"/>
            </a:xfrm>
            <a:custGeom>
              <a:rect b="b" l="l" r="r" t="t"/>
              <a:pathLst>
                <a:path extrusionOk="0" h="652" w="277">
                  <a:moveTo>
                    <a:pt x="32" y="1"/>
                  </a:moveTo>
                  <a:cubicBezTo>
                    <a:pt x="18" y="1"/>
                    <a:pt x="4" y="13"/>
                    <a:pt x="4" y="29"/>
                  </a:cubicBezTo>
                  <a:cubicBezTo>
                    <a:pt x="1" y="117"/>
                    <a:pt x="59" y="198"/>
                    <a:pt x="92" y="279"/>
                  </a:cubicBezTo>
                  <a:cubicBezTo>
                    <a:pt x="144" y="396"/>
                    <a:pt x="183" y="517"/>
                    <a:pt x="225" y="637"/>
                  </a:cubicBezTo>
                  <a:cubicBezTo>
                    <a:pt x="229" y="647"/>
                    <a:pt x="238" y="651"/>
                    <a:pt x="247" y="651"/>
                  </a:cubicBezTo>
                  <a:cubicBezTo>
                    <a:pt x="262" y="651"/>
                    <a:pt x="277" y="640"/>
                    <a:pt x="271" y="624"/>
                  </a:cubicBezTo>
                  <a:cubicBezTo>
                    <a:pt x="228" y="510"/>
                    <a:pt x="183" y="396"/>
                    <a:pt x="147" y="279"/>
                  </a:cubicBezTo>
                  <a:cubicBezTo>
                    <a:pt x="121" y="188"/>
                    <a:pt x="115" y="81"/>
                    <a:pt x="50" y="9"/>
                  </a:cubicBezTo>
                  <a:cubicBezTo>
                    <a:pt x="44" y="3"/>
                    <a:pt x="38" y="1"/>
                    <a:pt x="3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 name="Google Shape;1886;p120"/>
            <p:cNvSpPr/>
            <p:nvPr/>
          </p:nvSpPr>
          <p:spPr>
            <a:xfrm>
              <a:off x="5245733" y="3845427"/>
              <a:ext cx="157216" cy="517556"/>
            </a:xfrm>
            <a:custGeom>
              <a:rect b="b" l="l" r="r" t="t"/>
              <a:pathLst>
                <a:path extrusionOk="0" h="8895" w="2702">
                  <a:moveTo>
                    <a:pt x="384" y="1"/>
                  </a:moveTo>
                  <a:cubicBezTo>
                    <a:pt x="352" y="1"/>
                    <a:pt x="321" y="19"/>
                    <a:pt x="313" y="56"/>
                  </a:cubicBezTo>
                  <a:cubicBezTo>
                    <a:pt x="1" y="1429"/>
                    <a:pt x="739" y="2974"/>
                    <a:pt x="1370" y="4152"/>
                  </a:cubicBezTo>
                  <a:cubicBezTo>
                    <a:pt x="1758" y="4874"/>
                    <a:pt x="2089" y="5596"/>
                    <a:pt x="2259" y="6406"/>
                  </a:cubicBezTo>
                  <a:cubicBezTo>
                    <a:pt x="2343" y="6797"/>
                    <a:pt x="2392" y="7200"/>
                    <a:pt x="2379" y="7604"/>
                  </a:cubicBezTo>
                  <a:cubicBezTo>
                    <a:pt x="2369" y="8010"/>
                    <a:pt x="2259" y="8420"/>
                    <a:pt x="2291" y="8827"/>
                  </a:cubicBezTo>
                  <a:cubicBezTo>
                    <a:pt x="2293" y="8864"/>
                    <a:pt x="2331" y="8895"/>
                    <a:pt x="2365" y="8895"/>
                  </a:cubicBezTo>
                  <a:cubicBezTo>
                    <a:pt x="2385" y="8895"/>
                    <a:pt x="2404" y="8885"/>
                    <a:pt x="2415" y="8860"/>
                  </a:cubicBezTo>
                  <a:cubicBezTo>
                    <a:pt x="2701" y="8232"/>
                    <a:pt x="2587" y="7392"/>
                    <a:pt x="2512" y="6725"/>
                  </a:cubicBezTo>
                  <a:cubicBezTo>
                    <a:pt x="2441" y="6058"/>
                    <a:pt x="2268" y="5421"/>
                    <a:pt x="2002" y="4802"/>
                  </a:cubicBezTo>
                  <a:cubicBezTo>
                    <a:pt x="1679" y="4051"/>
                    <a:pt x="1269" y="3338"/>
                    <a:pt x="993" y="2567"/>
                  </a:cubicBezTo>
                  <a:cubicBezTo>
                    <a:pt x="697" y="1744"/>
                    <a:pt x="677" y="892"/>
                    <a:pt x="459" y="56"/>
                  </a:cubicBezTo>
                  <a:cubicBezTo>
                    <a:pt x="449" y="19"/>
                    <a:pt x="416" y="1"/>
                    <a:pt x="38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 name="Google Shape;1887;p120"/>
            <p:cNvSpPr/>
            <p:nvPr/>
          </p:nvSpPr>
          <p:spPr>
            <a:xfrm>
              <a:off x="5174167" y="2885271"/>
              <a:ext cx="8960" cy="18968"/>
            </a:xfrm>
            <a:custGeom>
              <a:rect b="b" l="l" r="r" t="t"/>
              <a:pathLst>
                <a:path extrusionOk="0" h="326" w="154">
                  <a:moveTo>
                    <a:pt x="77" y="1"/>
                  </a:moveTo>
                  <a:cubicBezTo>
                    <a:pt x="42" y="1"/>
                    <a:pt x="7" y="23"/>
                    <a:pt x="7" y="69"/>
                  </a:cubicBezTo>
                  <a:cubicBezTo>
                    <a:pt x="7" y="140"/>
                    <a:pt x="1" y="215"/>
                    <a:pt x="24" y="284"/>
                  </a:cubicBezTo>
                  <a:cubicBezTo>
                    <a:pt x="32" y="311"/>
                    <a:pt x="54" y="325"/>
                    <a:pt x="77" y="325"/>
                  </a:cubicBezTo>
                  <a:cubicBezTo>
                    <a:pt x="100" y="325"/>
                    <a:pt x="123" y="311"/>
                    <a:pt x="131" y="284"/>
                  </a:cubicBezTo>
                  <a:cubicBezTo>
                    <a:pt x="154" y="215"/>
                    <a:pt x="144" y="140"/>
                    <a:pt x="144" y="69"/>
                  </a:cubicBezTo>
                  <a:cubicBezTo>
                    <a:pt x="146" y="23"/>
                    <a:pt x="111" y="1"/>
                    <a:pt x="7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 name="Google Shape;1888;p120"/>
            <p:cNvSpPr/>
            <p:nvPr/>
          </p:nvSpPr>
          <p:spPr>
            <a:xfrm>
              <a:off x="5151824" y="2831626"/>
              <a:ext cx="120676" cy="1061760"/>
            </a:xfrm>
            <a:custGeom>
              <a:rect b="b" l="l" r="r" t="t"/>
              <a:pathLst>
                <a:path extrusionOk="0" h="18248" w="2074">
                  <a:moveTo>
                    <a:pt x="561" y="0"/>
                  </a:moveTo>
                  <a:cubicBezTo>
                    <a:pt x="544" y="0"/>
                    <a:pt x="528" y="10"/>
                    <a:pt x="525" y="31"/>
                  </a:cubicBezTo>
                  <a:cubicBezTo>
                    <a:pt x="1" y="3041"/>
                    <a:pt x="1247" y="5930"/>
                    <a:pt x="1387" y="8923"/>
                  </a:cubicBezTo>
                  <a:cubicBezTo>
                    <a:pt x="1462" y="10491"/>
                    <a:pt x="1507" y="12059"/>
                    <a:pt x="1579" y="13624"/>
                  </a:cubicBezTo>
                  <a:cubicBezTo>
                    <a:pt x="1650" y="15150"/>
                    <a:pt x="1647" y="16735"/>
                    <a:pt x="1911" y="18244"/>
                  </a:cubicBezTo>
                  <a:cubicBezTo>
                    <a:pt x="1912" y="18247"/>
                    <a:pt x="1914" y="18248"/>
                    <a:pt x="1916" y="18248"/>
                  </a:cubicBezTo>
                  <a:cubicBezTo>
                    <a:pt x="1920" y="18248"/>
                    <a:pt x="1924" y="18245"/>
                    <a:pt x="1924" y="18241"/>
                  </a:cubicBezTo>
                  <a:cubicBezTo>
                    <a:pt x="2073" y="16725"/>
                    <a:pt x="1946" y="15147"/>
                    <a:pt x="1901" y="13624"/>
                  </a:cubicBezTo>
                  <a:cubicBezTo>
                    <a:pt x="1852" y="12059"/>
                    <a:pt x="1836" y="10485"/>
                    <a:pt x="1702" y="8923"/>
                  </a:cubicBezTo>
                  <a:cubicBezTo>
                    <a:pt x="1449" y="5969"/>
                    <a:pt x="440" y="3021"/>
                    <a:pt x="606" y="41"/>
                  </a:cubicBezTo>
                  <a:cubicBezTo>
                    <a:pt x="606" y="15"/>
                    <a:pt x="583" y="0"/>
                    <a:pt x="56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89" name="Google Shape;1889;p120"/>
          <p:cNvGrpSpPr/>
          <p:nvPr/>
        </p:nvGrpSpPr>
        <p:grpSpPr>
          <a:xfrm>
            <a:off x="6306109" y="2473448"/>
            <a:ext cx="1682045" cy="2018449"/>
            <a:chOff x="6207126" y="2571754"/>
            <a:chExt cx="1476125" cy="1771346"/>
          </a:xfrm>
        </p:grpSpPr>
        <p:sp>
          <p:nvSpPr>
            <p:cNvPr id="1890" name="Google Shape;1890;p120"/>
            <p:cNvSpPr/>
            <p:nvPr/>
          </p:nvSpPr>
          <p:spPr>
            <a:xfrm rot="-3078484">
              <a:off x="6452238" y="3695137"/>
              <a:ext cx="1471380" cy="90756"/>
            </a:xfrm>
            <a:custGeom>
              <a:rect b="b" l="l" r="r" t="t"/>
              <a:pathLst>
                <a:path extrusionOk="0" h="1570" w="25453">
                  <a:moveTo>
                    <a:pt x="301" y="0"/>
                  </a:moveTo>
                  <a:cubicBezTo>
                    <a:pt x="0" y="0"/>
                    <a:pt x="1" y="484"/>
                    <a:pt x="247" y="602"/>
                  </a:cubicBezTo>
                  <a:cubicBezTo>
                    <a:pt x="2063" y="1487"/>
                    <a:pt x="4087" y="1178"/>
                    <a:pt x="6026" y="1305"/>
                  </a:cubicBezTo>
                  <a:cubicBezTo>
                    <a:pt x="6661" y="1346"/>
                    <a:pt x="7303" y="1373"/>
                    <a:pt x="7944" y="1373"/>
                  </a:cubicBezTo>
                  <a:cubicBezTo>
                    <a:pt x="8426" y="1373"/>
                    <a:pt x="8907" y="1358"/>
                    <a:pt x="9383" y="1321"/>
                  </a:cubicBezTo>
                  <a:cubicBezTo>
                    <a:pt x="9685" y="1298"/>
                    <a:pt x="9981" y="1287"/>
                    <a:pt x="10275" y="1287"/>
                  </a:cubicBezTo>
                  <a:cubicBezTo>
                    <a:pt x="11101" y="1287"/>
                    <a:pt x="11905" y="1373"/>
                    <a:pt x="12747" y="1500"/>
                  </a:cubicBezTo>
                  <a:cubicBezTo>
                    <a:pt x="13074" y="1549"/>
                    <a:pt x="13398" y="1570"/>
                    <a:pt x="13720" y="1570"/>
                  </a:cubicBezTo>
                  <a:cubicBezTo>
                    <a:pt x="15243" y="1570"/>
                    <a:pt x="16720" y="1110"/>
                    <a:pt x="18246" y="1019"/>
                  </a:cubicBezTo>
                  <a:cubicBezTo>
                    <a:pt x="18864" y="981"/>
                    <a:pt x="19484" y="968"/>
                    <a:pt x="20104" y="968"/>
                  </a:cubicBezTo>
                  <a:cubicBezTo>
                    <a:pt x="21555" y="968"/>
                    <a:pt x="23008" y="1040"/>
                    <a:pt x="24457" y="1040"/>
                  </a:cubicBezTo>
                  <a:cubicBezTo>
                    <a:pt x="24672" y="1040"/>
                    <a:pt x="24886" y="1039"/>
                    <a:pt x="25101" y="1035"/>
                  </a:cubicBezTo>
                  <a:cubicBezTo>
                    <a:pt x="25452" y="1029"/>
                    <a:pt x="25452" y="394"/>
                    <a:pt x="25101" y="388"/>
                  </a:cubicBezTo>
                  <a:cubicBezTo>
                    <a:pt x="24152" y="371"/>
                    <a:pt x="23200" y="363"/>
                    <a:pt x="22247" y="363"/>
                  </a:cubicBezTo>
                  <a:cubicBezTo>
                    <a:pt x="20912" y="363"/>
                    <a:pt x="19575" y="379"/>
                    <a:pt x="18246" y="414"/>
                  </a:cubicBezTo>
                  <a:cubicBezTo>
                    <a:pt x="17075" y="445"/>
                    <a:pt x="15852" y="564"/>
                    <a:pt x="14645" y="564"/>
                  </a:cubicBezTo>
                  <a:cubicBezTo>
                    <a:pt x="13947" y="564"/>
                    <a:pt x="13255" y="524"/>
                    <a:pt x="12582" y="404"/>
                  </a:cubicBezTo>
                  <a:cubicBezTo>
                    <a:pt x="11784" y="263"/>
                    <a:pt x="10987" y="229"/>
                    <a:pt x="10189" y="229"/>
                  </a:cubicBezTo>
                  <a:cubicBezTo>
                    <a:pt x="9426" y="229"/>
                    <a:pt x="8662" y="260"/>
                    <a:pt x="7896" y="260"/>
                  </a:cubicBezTo>
                  <a:cubicBezTo>
                    <a:pt x="7372" y="260"/>
                    <a:pt x="6847" y="245"/>
                    <a:pt x="6322" y="196"/>
                  </a:cubicBezTo>
                  <a:cubicBezTo>
                    <a:pt x="4314" y="7"/>
                    <a:pt x="2320" y="114"/>
                    <a:pt x="316" y="0"/>
                  </a:cubicBezTo>
                  <a:cubicBezTo>
                    <a:pt x="311" y="0"/>
                    <a:pt x="306" y="0"/>
                    <a:pt x="30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1" name="Google Shape;1891;p120"/>
            <p:cNvSpPr/>
            <p:nvPr/>
          </p:nvSpPr>
          <p:spPr>
            <a:xfrm rot="-3078484">
              <a:off x="6381960" y="3578104"/>
              <a:ext cx="1470744" cy="108733"/>
            </a:xfrm>
            <a:custGeom>
              <a:rect b="b" l="l" r="r" t="t"/>
              <a:pathLst>
                <a:path extrusionOk="0" h="1881" w="25442">
                  <a:moveTo>
                    <a:pt x="3069" y="1"/>
                  </a:moveTo>
                  <a:cubicBezTo>
                    <a:pt x="2044" y="1"/>
                    <a:pt x="1028" y="104"/>
                    <a:pt x="100" y="462"/>
                  </a:cubicBezTo>
                  <a:cubicBezTo>
                    <a:pt x="0" y="497"/>
                    <a:pt x="11" y="683"/>
                    <a:pt x="120" y="683"/>
                  </a:cubicBezTo>
                  <a:cubicBezTo>
                    <a:pt x="122" y="683"/>
                    <a:pt x="124" y="683"/>
                    <a:pt x="126" y="683"/>
                  </a:cubicBezTo>
                  <a:cubicBezTo>
                    <a:pt x="230" y="678"/>
                    <a:pt x="335" y="676"/>
                    <a:pt x="441" y="676"/>
                  </a:cubicBezTo>
                  <a:cubicBezTo>
                    <a:pt x="1411" y="676"/>
                    <a:pt x="2401" y="860"/>
                    <a:pt x="3376" y="865"/>
                  </a:cubicBezTo>
                  <a:cubicBezTo>
                    <a:pt x="4489" y="875"/>
                    <a:pt x="5591" y="986"/>
                    <a:pt x="6701" y="999"/>
                  </a:cubicBezTo>
                  <a:cubicBezTo>
                    <a:pt x="7257" y="1005"/>
                    <a:pt x="7814" y="1006"/>
                    <a:pt x="8370" y="1006"/>
                  </a:cubicBezTo>
                  <a:cubicBezTo>
                    <a:pt x="8555" y="1006"/>
                    <a:pt x="8741" y="1006"/>
                    <a:pt x="8926" y="1006"/>
                  </a:cubicBezTo>
                  <a:cubicBezTo>
                    <a:pt x="9297" y="1006"/>
                    <a:pt x="9668" y="1006"/>
                    <a:pt x="10039" y="1009"/>
                  </a:cubicBezTo>
                  <a:cubicBezTo>
                    <a:pt x="11155" y="1018"/>
                    <a:pt x="12232" y="1240"/>
                    <a:pt x="13345" y="1314"/>
                  </a:cubicBezTo>
                  <a:cubicBezTo>
                    <a:pt x="14168" y="1372"/>
                    <a:pt x="14997" y="1390"/>
                    <a:pt x="15827" y="1390"/>
                  </a:cubicBezTo>
                  <a:cubicBezTo>
                    <a:pt x="17166" y="1390"/>
                    <a:pt x="18509" y="1344"/>
                    <a:pt x="19840" y="1344"/>
                  </a:cubicBezTo>
                  <a:cubicBezTo>
                    <a:pt x="19868" y="1344"/>
                    <a:pt x="19895" y="1344"/>
                    <a:pt x="19923" y="1344"/>
                  </a:cubicBezTo>
                  <a:cubicBezTo>
                    <a:pt x="20308" y="1344"/>
                    <a:pt x="20720" y="1296"/>
                    <a:pt x="21116" y="1296"/>
                  </a:cubicBezTo>
                  <a:cubicBezTo>
                    <a:pt x="21256" y="1296"/>
                    <a:pt x="21393" y="1302"/>
                    <a:pt x="21527" y="1318"/>
                  </a:cubicBezTo>
                  <a:cubicBezTo>
                    <a:pt x="21927" y="1366"/>
                    <a:pt x="22328" y="1506"/>
                    <a:pt x="22728" y="1571"/>
                  </a:cubicBezTo>
                  <a:cubicBezTo>
                    <a:pt x="23171" y="1642"/>
                    <a:pt x="23772" y="1881"/>
                    <a:pt x="24306" y="1881"/>
                  </a:cubicBezTo>
                  <a:cubicBezTo>
                    <a:pt x="24556" y="1881"/>
                    <a:pt x="24792" y="1828"/>
                    <a:pt x="24989" y="1682"/>
                  </a:cubicBezTo>
                  <a:cubicBezTo>
                    <a:pt x="25442" y="1346"/>
                    <a:pt x="25151" y="564"/>
                    <a:pt x="24744" y="564"/>
                  </a:cubicBezTo>
                  <a:cubicBezTo>
                    <a:pt x="24662" y="564"/>
                    <a:pt x="24577" y="595"/>
                    <a:pt x="24491" y="667"/>
                  </a:cubicBezTo>
                  <a:cubicBezTo>
                    <a:pt x="24413" y="733"/>
                    <a:pt x="24305" y="757"/>
                    <a:pt x="24182" y="757"/>
                  </a:cubicBezTo>
                  <a:cubicBezTo>
                    <a:pt x="23860" y="757"/>
                    <a:pt x="23439" y="591"/>
                    <a:pt x="23206" y="569"/>
                  </a:cubicBezTo>
                  <a:cubicBezTo>
                    <a:pt x="22780" y="527"/>
                    <a:pt x="22360" y="511"/>
                    <a:pt x="21937" y="439"/>
                  </a:cubicBezTo>
                  <a:cubicBezTo>
                    <a:pt x="21570" y="376"/>
                    <a:pt x="21192" y="357"/>
                    <a:pt x="20811" y="357"/>
                  </a:cubicBezTo>
                  <a:cubicBezTo>
                    <a:pt x="20232" y="357"/>
                    <a:pt x="19645" y="401"/>
                    <a:pt x="19077" y="403"/>
                  </a:cubicBezTo>
                  <a:cubicBezTo>
                    <a:pt x="17842" y="405"/>
                    <a:pt x="16596" y="452"/>
                    <a:pt x="15353" y="452"/>
                  </a:cubicBezTo>
                  <a:cubicBezTo>
                    <a:pt x="14458" y="452"/>
                    <a:pt x="13564" y="428"/>
                    <a:pt x="12678" y="345"/>
                  </a:cubicBezTo>
                  <a:cubicBezTo>
                    <a:pt x="11677" y="250"/>
                    <a:pt x="10729" y="136"/>
                    <a:pt x="9725" y="136"/>
                  </a:cubicBezTo>
                  <a:cubicBezTo>
                    <a:pt x="9697" y="136"/>
                    <a:pt x="9670" y="136"/>
                    <a:pt x="9642" y="137"/>
                  </a:cubicBezTo>
                  <a:cubicBezTo>
                    <a:pt x="8795" y="139"/>
                    <a:pt x="7941" y="185"/>
                    <a:pt x="7091" y="185"/>
                  </a:cubicBezTo>
                  <a:cubicBezTo>
                    <a:pt x="6763" y="185"/>
                    <a:pt x="6435" y="178"/>
                    <a:pt x="6109" y="159"/>
                  </a:cubicBezTo>
                  <a:cubicBezTo>
                    <a:pt x="5142" y="106"/>
                    <a:pt x="4101" y="1"/>
                    <a:pt x="306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2" name="Google Shape;1892;p120"/>
            <p:cNvSpPr/>
            <p:nvPr/>
          </p:nvSpPr>
          <p:spPr>
            <a:xfrm rot="-3078484">
              <a:off x="6214998" y="3468644"/>
              <a:ext cx="1582949" cy="130469"/>
            </a:xfrm>
            <a:custGeom>
              <a:rect b="b" l="l" r="r" t="t"/>
              <a:pathLst>
                <a:path extrusionOk="0" h="2257" w="27383">
                  <a:moveTo>
                    <a:pt x="16574" y="0"/>
                  </a:moveTo>
                  <a:cubicBezTo>
                    <a:pt x="15840" y="0"/>
                    <a:pt x="15105" y="29"/>
                    <a:pt x="14375" y="31"/>
                  </a:cubicBezTo>
                  <a:cubicBezTo>
                    <a:pt x="11990" y="41"/>
                    <a:pt x="9657" y="382"/>
                    <a:pt x="7282" y="532"/>
                  </a:cubicBezTo>
                  <a:cubicBezTo>
                    <a:pt x="6926" y="554"/>
                    <a:pt x="6570" y="561"/>
                    <a:pt x="6214" y="561"/>
                  </a:cubicBezTo>
                  <a:cubicBezTo>
                    <a:pt x="5724" y="561"/>
                    <a:pt x="5233" y="549"/>
                    <a:pt x="4743" y="549"/>
                  </a:cubicBezTo>
                  <a:cubicBezTo>
                    <a:pt x="4492" y="549"/>
                    <a:pt x="4240" y="552"/>
                    <a:pt x="3989" y="561"/>
                  </a:cubicBezTo>
                  <a:cubicBezTo>
                    <a:pt x="2763" y="610"/>
                    <a:pt x="1578" y="984"/>
                    <a:pt x="368" y="1176"/>
                  </a:cubicBezTo>
                  <a:cubicBezTo>
                    <a:pt x="14" y="1232"/>
                    <a:pt x="1" y="1801"/>
                    <a:pt x="368" y="1840"/>
                  </a:cubicBezTo>
                  <a:cubicBezTo>
                    <a:pt x="575" y="1862"/>
                    <a:pt x="780" y="1872"/>
                    <a:pt x="985" y="1872"/>
                  </a:cubicBezTo>
                  <a:cubicBezTo>
                    <a:pt x="1944" y="1872"/>
                    <a:pt x="2884" y="1667"/>
                    <a:pt x="3849" y="1635"/>
                  </a:cubicBezTo>
                  <a:cubicBezTo>
                    <a:pt x="4066" y="1628"/>
                    <a:pt x="4283" y="1625"/>
                    <a:pt x="4500" y="1625"/>
                  </a:cubicBezTo>
                  <a:cubicBezTo>
                    <a:pt x="5107" y="1625"/>
                    <a:pt x="5714" y="1646"/>
                    <a:pt x="6321" y="1646"/>
                  </a:cubicBezTo>
                  <a:cubicBezTo>
                    <a:pt x="6641" y="1646"/>
                    <a:pt x="6962" y="1640"/>
                    <a:pt x="7282" y="1622"/>
                  </a:cubicBezTo>
                  <a:cubicBezTo>
                    <a:pt x="9622" y="1487"/>
                    <a:pt x="11921" y="1170"/>
                    <a:pt x="14269" y="1170"/>
                  </a:cubicBezTo>
                  <a:cubicBezTo>
                    <a:pt x="14304" y="1170"/>
                    <a:pt x="14339" y="1170"/>
                    <a:pt x="14375" y="1170"/>
                  </a:cubicBezTo>
                  <a:cubicBezTo>
                    <a:pt x="14404" y="1170"/>
                    <a:pt x="14434" y="1170"/>
                    <a:pt x="14464" y="1170"/>
                  </a:cubicBezTo>
                  <a:cubicBezTo>
                    <a:pt x="15097" y="1170"/>
                    <a:pt x="15735" y="1152"/>
                    <a:pt x="16371" y="1152"/>
                  </a:cubicBezTo>
                  <a:cubicBezTo>
                    <a:pt x="16853" y="1152"/>
                    <a:pt x="17335" y="1162"/>
                    <a:pt x="17814" y="1199"/>
                  </a:cubicBezTo>
                  <a:cubicBezTo>
                    <a:pt x="18796" y="1274"/>
                    <a:pt x="19756" y="1550"/>
                    <a:pt x="20738" y="1603"/>
                  </a:cubicBezTo>
                  <a:cubicBezTo>
                    <a:pt x="21688" y="1651"/>
                    <a:pt x="22625" y="1811"/>
                    <a:pt x="23569" y="1905"/>
                  </a:cubicBezTo>
                  <a:cubicBezTo>
                    <a:pt x="24579" y="2007"/>
                    <a:pt x="25594" y="2257"/>
                    <a:pt x="26607" y="2257"/>
                  </a:cubicBezTo>
                  <a:cubicBezTo>
                    <a:pt x="26632" y="2257"/>
                    <a:pt x="26657" y="2257"/>
                    <a:pt x="26683" y="2256"/>
                  </a:cubicBezTo>
                  <a:cubicBezTo>
                    <a:pt x="27373" y="2247"/>
                    <a:pt x="27382" y="960"/>
                    <a:pt x="26720" y="960"/>
                  </a:cubicBezTo>
                  <a:cubicBezTo>
                    <a:pt x="26708" y="960"/>
                    <a:pt x="26695" y="961"/>
                    <a:pt x="26683" y="962"/>
                  </a:cubicBezTo>
                  <a:cubicBezTo>
                    <a:pt x="26492" y="975"/>
                    <a:pt x="26300" y="980"/>
                    <a:pt x="26109" y="980"/>
                  </a:cubicBezTo>
                  <a:cubicBezTo>
                    <a:pt x="24326" y="980"/>
                    <a:pt x="22522" y="472"/>
                    <a:pt x="20738" y="425"/>
                  </a:cubicBezTo>
                  <a:cubicBezTo>
                    <a:pt x="19759" y="399"/>
                    <a:pt x="18796" y="106"/>
                    <a:pt x="17814" y="38"/>
                  </a:cubicBezTo>
                  <a:cubicBezTo>
                    <a:pt x="17402" y="9"/>
                    <a:pt x="16988" y="0"/>
                    <a:pt x="1657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3" name="Google Shape;1893;p120"/>
            <p:cNvSpPr/>
            <p:nvPr/>
          </p:nvSpPr>
          <p:spPr>
            <a:xfrm rot="-3078484">
              <a:off x="6155504" y="3380770"/>
              <a:ext cx="1535547" cy="77576"/>
            </a:xfrm>
            <a:custGeom>
              <a:rect b="b" l="l" r="r" t="t"/>
              <a:pathLst>
                <a:path extrusionOk="0" h="1342" w="26563">
                  <a:moveTo>
                    <a:pt x="14004" y="0"/>
                  </a:moveTo>
                  <a:cubicBezTo>
                    <a:pt x="13784" y="0"/>
                    <a:pt x="13564" y="1"/>
                    <a:pt x="13343" y="4"/>
                  </a:cubicBezTo>
                  <a:cubicBezTo>
                    <a:pt x="11238" y="23"/>
                    <a:pt x="9130" y="14"/>
                    <a:pt x="7028" y="111"/>
                  </a:cubicBezTo>
                  <a:cubicBezTo>
                    <a:pt x="4735" y="215"/>
                    <a:pt x="2447" y="515"/>
                    <a:pt x="163" y="641"/>
                  </a:cubicBezTo>
                  <a:cubicBezTo>
                    <a:pt x="1" y="651"/>
                    <a:pt x="1" y="931"/>
                    <a:pt x="163" y="941"/>
                  </a:cubicBezTo>
                  <a:cubicBezTo>
                    <a:pt x="1236" y="992"/>
                    <a:pt x="2293" y="1095"/>
                    <a:pt x="3369" y="1095"/>
                  </a:cubicBezTo>
                  <a:cubicBezTo>
                    <a:pt x="3444" y="1095"/>
                    <a:pt x="3520" y="1095"/>
                    <a:pt x="3596" y="1094"/>
                  </a:cubicBezTo>
                  <a:cubicBezTo>
                    <a:pt x="4689" y="1081"/>
                    <a:pt x="5779" y="1009"/>
                    <a:pt x="6872" y="977"/>
                  </a:cubicBezTo>
                  <a:cubicBezTo>
                    <a:pt x="7715" y="951"/>
                    <a:pt x="8557" y="943"/>
                    <a:pt x="9400" y="943"/>
                  </a:cubicBezTo>
                  <a:cubicBezTo>
                    <a:pt x="10714" y="943"/>
                    <a:pt x="12029" y="963"/>
                    <a:pt x="13343" y="973"/>
                  </a:cubicBezTo>
                  <a:cubicBezTo>
                    <a:pt x="15400" y="990"/>
                    <a:pt x="17440" y="1100"/>
                    <a:pt x="19496" y="1100"/>
                  </a:cubicBezTo>
                  <a:cubicBezTo>
                    <a:pt x="20621" y="1100"/>
                    <a:pt x="21750" y="1103"/>
                    <a:pt x="22876" y="1103"/>
                  </a:cubicBezTo>
                  <a:cubicBezTo>
                    <a:pt x="23199" y="1103"/>
                    <a:pt x="23524" y="1093"/>
                    <a:pt x="23849" y="1093"/>
                  </a:cubicBezTo>
                  <a:cubicBezTo>
                    <a:pt x="24032" y="1093"/>
                    <a:pt x="24214" y="1096"/>
                    <a:pt x="24396" y="1107"/>
                  </a:cubicBezTo>
                  <a:cubicBezTo>
                    <a:pt x="24926" y="1136"/>
                    <a:pt x="25437" y="1308"/>
                    <a:pt x="25967" y="1341"/>
                  </a:cubicBezTo>
                  <a:cubicBezTo>
                    <a:pt x="25977" y="1342"/>
                    <a:pt x="25987" y="1342"/>
                    <a:pt x="25997" y="1342"/>
                  </a:cubicBezTo>
                  <a:cubicBezTo>
                    <a:pt x="26562" y="1342"/>
                    <a:pt x="26559" y="244"/>
                    <a:pt x="25967" y="238"/>
                  </a:cubicBezTo>
                  <a:cubicBezTo>
                    <a:pt x="24939" y="231"/>
                    <a:pt x="23914" y="75"/>
                    <a:pt x="22876" y="75"/>
                  </a:cubicBezTo>
                  <a:cubicBezTo>
                    <a:pt x="21799" y="75"/>
                    <a:pt x="20726" y="75"/>
                    <a:pt x="19652" y="79"/>
                  </a:cubicBezTo>
                  <a:cubicBezTo>
                    <a:pt x="17761" y="79"/>
                    <a:pt x="15888" y="0"/>
                    <a:pt x="1400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 name="Google Shape;1894;p120"/>
            <p:cNvSpPr/>
            <p:nvPr/>
          </p:nvSpPr>
          <p:spPr>
            <a:xfrm rot="-3078484">
              <a:off x="6035811" y="3287505"/>
              <a:ext cx="1556589" cy="81102"/>
            </a:xfrm>
            <a:custGeom>
              <a:rect b="b" l="l" r="r" t="t"/>
              <a:pathLst>
                <a:path extrusionOk="0" h="1403" w="26927">
                  <a:moveTo>
                    <a:pt x="22259" y="1"/>
                  </a:moveTo>
                  <a:cubicBezTo>
                    <a:pt x="22015" y="1"/>
                    <a:pt x="21769" y="14"/>
                    <a:pt x="21523" y="45"/>
                  </a:cubicBezTo>
                  <a:cubicBezTo>
                    <a:pt x="20433" y="185"/>
                    <a:pt x="19297" y="142"/>
                    <a:pt x="18194" y="158"/>
                  </a:cubicBezTo>
                  <a:cubicBezTo>
                    <a:pt x="18070" y="161"/>
                    <a:pt x="17945" y="161"/>
                    <a:pt x="17821" y="161"/>
                  </a:cubicBezTo>
                  <a:cubicBezTo>
                    <a:pt x="16754" y="161"/>
                    <a:pt x="15698" y="93"/>
                    <a:pt x="14632" y="58"/>
                  </a:cubicBezTo>
                  <a:cubicBezTo>
                    <a:pt x="14353" y="49"/>
                    <a:pt x="14074" y="45"/>
                    <a:pt x="13795" y="45"/>
                  </a:cubicBezTo>
                  <a:cubicBezTo>
                    <a:pt x="11651" y="45"/>
                    <a:pt x="9508" y="280"/>
                    <a:pt x="7360" y="292"/>
                  </a:cubicBezTo>
                  <a:cubicBezTo>
                    <a:pt x="7207" y="293"/>
                    <a:pt x="7054" y="293"/>
                    <a:pt x="6901" y="293"/>
                  </a:cubicBezTo>
                  <a:cubicBezTo>
                    <a:pt x="6582" y="293"/>
                    <a:pt x="6263" y="292"/>
                    <a:pt x="5944" y="292"/>
                  </a:cubicBezTo>
                  <a:cubicBezTo>
                    <a:pt x="5258" y="292"/>
                    <a:pt x="4571" y="298"/>
                    <a:pt x="3885" y="334"/>
                  </a:cubicBezTo>
                  <a:cubicBezTo>
                    <a:pt x="2633" y="402"/>
                    <a:pt x="1445" y="721"/>
                    <a:pt x="206" y="884"/>
                  </a:cubicBezTo>
                  <a:cubicBezTo>
                    <a:pt x="11" y="910"/>
                    <a:pt x="1" y="1239"/>
                    <a:pt x="206" y="1252"/>
                  </a:cubicBezTo>
                  <a:cubicBezTo>
                    <a:pt x="488" y="1271"/>
                    <a:pt x="770" y="1278"/>
                    <a:pt x="1052" y="1278"/>
                  </a:cubicBezTo>
                  <a:cubicBezTo>
                    <a:pt x="1917" y="1278"/>
                    <a:pt x="2782" y="1209"/>
                    <a:pt x="3649" y="1209"/>
                  </a:cubicBezTo>
                  <a:cubicBezTo>
                    <a:pt x="3678" y="1209"/>
                    <a:pt x="3707" y="1209"/>
                    <a:pt x="3736" y="1209"/>
                  </a:cubicBezTo>
                  <a:cubicBezTo>
                    <a:pt x="4943" y="1216"/>
                    <a:pt x="6153" y="1239"/>
                    <a:pt x="7360" y="1242"/>
                  </a:cubicBezTo>
                  <a:cubicBezTo>
                    <a:pt x="7389" y="1242"/>
                    <a:pt x="7418" y="1242"/>
                    <a:pt x="7447" y="1242"/>
                  </a:cubicBezTo>
                  <a:cubicBezTo>
                    <a:pt x="9505" y="1242"/>
                    <a:pt x="11558" y="1049"/>
                    <a:pt x="13613" y="1049"/>
                  </a:cubicBezTo>
                  <a:cubicBezTo>
                    <a:pt x="13953" y="1049"/>
                    <a:pt x="14292" y="1054"/>
                    <a:pt x="14632" y="1066"/>
                  </a:cubicBezTo>
                  <a:cubicBezTo>
                    <a:pt x="16010" y="1116"/>
                    <a:pt x="17388" y="1182"/>
                    <a:pt x="18767" y="1182"/>
                  </a:cubicBezTo>
                  <a:cubicBezTo>
                    <a:pt x="19659" y="1182"/>
                    <a:pt x="20552" y="1154"/>
                    <a:pt x="21445" y="1076"/>
                  </a:cubicBezTo>
                  <a:cubicBezTo>
                    <a:pt x="21832" y="1042"/>
                    <a:pt x="22207" y="1021"/>
                    <a:pt x="22582" y="1021"/>
                  </a:cubicBezTo>
                  <a:cubicBezTo>
                    <a:pt x="23029" y="1021"/>
                    <a:pt x="23476" y="1051"/>
                    <a:pt x="23940" y="1122"/>
                  </a:cubicBezTo>
                  <a:cubicBezTo>
                    <a:pt x="24687" y="1236"/>
                    <a:pt x="25464" y="1403"/>
                    <a:pt x="26225" y="1403"/>
                  </a:cubicBezTo>
                  <a:cubicBezTo>
                    <a:pt x="26266" y="1403"/>
                    <a:pt x="26307" y="1402"/>
                    <a:pt x="26348" y="1401"/>
                  </a:cubicBezTo>
                  <a:cubicBezTo>
                    <a:pt x="26918" y="1385"/>
                    <a:pt x="26927" y="330"/>
                    <a:pt x="26373" y="330"/>
                  </a:cubicBezTo>
                  <a:cubicBezTo>
                    <a:pt x="26365" y="330"/>
                    <a:pt x="26356" y="330"/>
                    <a:pt x="26348" y="331"/>
                  </a:cubicBezTo>
                  <a:cubicBezTo>
                    <a:pt x="26229" y="338"/>
                    <a:pt x="26111" y="341"/>
                    <a:pt x="25993" y="341"/>
                  </a:cubicBezTo>
                  <a:cubicBezTo>
                    <a:pt x="24747" y="341"/>
                    <a:pt x="23512" y="1"/>
                    <a:pt x="2225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5" name="Google Shape;1895;p120"/>
            <p:cNvSpPr/>
            <p:nvPr/>
          </p:nvSpPr>
          <p:spPr>
            <a:xfrm rot="-3078484">
              <a:off x="5949262" y="3168537"/>
              <a:ext cx="1575203" cy="95785"/>
            </a:xfrm>
            <a:custGeom>
              <a:rect b="b" l="l" r="r" t="t"/>
              <a:pathLst>
                <a:path extrusionOk="0" h="1657" w="27249">
                  <a:moveTo>
                    <a:pt x="17847" y="1"/>
                  </a:moveTo>
                  <a:cubicBezTo>
                    <a:pt x="17828" y="1"/>
                    <a:pt x="17809" y="1"/>
                    <a:pt x="17791" y="1"/>
                  </a:cubicBezTo>
                  <a:cubicBezTo>
                    <a:pt x="16649" y="4"/>
                    <a:pt x="15510" y="103"/>
                    <a:pt x="14371" y="103"/>
                  </a:cubicBezTo>
                  <a:cubicBezTo>
                    <a:pt x="14290" y="103"/>
                    <a:pt x="14209" y="103"/>
                    <a:pt x="14127" y="102"/>
                  </a:cubicBezTo>
                  <a:cubicBezTo>
                    <a:pt x="14058" y="101"/>
                    <a:pt x="13989" y="101"/>
                    <a:pt x="13919" y="101"/>
                  </a:cubicBezTo>
                  <a:cubicBezTo>
                    <a:pt x="11649" y="101"/>
                    <a:pt x="9415" y="503"/>
                    <a:pt x="7149" y="538"/>
                  </a:cubicBezTo>
                  <a:cubicBezTo>
                    <a:pt x="5964" y="557"/>
                    <a:pt x="4777" y="531"/>
                    <a:pt x="3592" y="577"/>
                  </a:cubicBezTo>
                  <a:cubicBezTo>
                    <a:pt x="3017" y="600"/>
                    <a:pt x="2431" y="590"/>
                    <a:pt x="1858" y="652"/>
                  </a:cubicBezTo>
                  <a:cubicBezTo>
                    <a:pt x="1302" y="717"/>
                    <a:pt x="765" y="889"/>
                    <a:pt x="202" y="945"/>
                  </a:cubicBezTo>
                  <a:cubicBezTo>
                    <a:pt x="1" y="964"/>
                    <a:pt x="7" y="1283"/>
                    <a:pt x="202" y="1312"/>
                  </a:cubicBezTo>
                  <a:cubicBezTo>
                    <a:pt x="1495" y="1497"/>
                    <a:pt x="2823" y="1538"/>
                    <a:pt x="4149" y="1538"/>
                  </a:cubicBezTo>
                  <a:cubicBezTo>
                    <a:pt x="5106" y="1538"/>
                    <a:pt x="6062" y="1517"/>
                    <a:pt x="7002" y="1514"/>
                  </a:cubicBezTo>
                  <a:cubicBezTo>
                    <a:pt x="9246" y="1508"/>
                    <a:pt x="11460" y="1142"/>
                    <a:pt x="13703" y="1142"/>
                  </a:cubicBezTo>
                  <a:cubicBezTo>
                    <a:pt x="13845" y="1142"/>
                    <a:pt x="13986" y="1143"/>
                    <a:pt x="14127" y="1146"/>
                  </a:cubicBezTo>
                  <a:cubicBezTo>
                    <a:pt x="14239" y="1149"/>
                    <a:pt x="14350" y="1150"/>
                    <a:pt x="14461" y="1150"/>
                  </a:cubicBezTo>
                  <a:cubicBezTo>
                    <a:pt x="15521" y="1150"/>
                    <a:pt x="16578" y="1048"/>
                    <a:pt x="17638" y="1045"/>
                  </a:cubicBezTo>
                  <a:cubicBezTo>
                    <a:pt x="18728" y="1045"/>
                    <a:pt x="19808" y="1234"/>
                    <a:pt x="20895" y="1244"/>
                  </a:cubicBezTo>
                  <a:cubicBezTo>
                    <a:pt x="21916" y="1254"/>
                    <a:pt x="22922" y="1478"/>
                    <a:pt x="23937" y="1566"/>
                  </a:cubicBezTo>
                  <a:cubicBezTo>
                    <a:pt x="24031" y="1574"/>
                    <a:pt x="24123" y="1577"/>
                    <a:pt x="24213" y="1577"/>
                  </a:cubicBezTo>
                  <a:cubicBezTo>
                    <a:pt x="24429" y="1577"/>
                    <a:pt x="24636" y="1561"/>
                    <a:pt x="24847" y="1561"/>
                  </a:cubicBezTo>
                  <a:cubicBezTo>
                    <a:pt x="25011" y="1561"/>
                    <a:pt x="25176" y="1570"/>
                    <a:pt x="25349" y="1605"/>
                  </a:cubicBezTo>
                  <a:cubicBezTo>
                    <a:pt x="25560" y="1646"/>
                    <a:pt x="25775" y="1656"/>
                    <a:pt x="25991" y="1656"/>
                  </a:cubicBezTo>
                  <a:cubicBezTo>
                    <a:pt x="26224" y="1656"/>
                    <a:pt x="26456" y="1644"/>
                    <a:pt x="26686" y="1644"/>
                  </a:cubicBezTo>
                  <a:cubicBezTo>
                    <a:pt x="27246" y="1644"/>
                    <a:pt x="27249" y="613"/>
                    <a:pt x="26686" y="613"/>
                  </a:cubicBezTo>
                  <a:cubicBezTo>
                    <a:pt x="26227" y="609"/>
                    <a:pt x="25807" y="613"/>
                    <a:pt x="25358" y="522"/>
                  </a:cubicBezTo>
                  <a:cubicBezTo>
                    <a:pt x="25237" y="498"/>
                    <a:pt x="25117" y="489"/>
                    <a:pt x="24996" y="489"/>
                  </a:cubicBezTo>
                  <a:cubicBezTo>
                    <a:pt x="24712" y="489"/>
                    <a:pt x="24430" y="536"/>
                    <a:pt x="24146" y="536"/>
                  </a:cubicBezTo>
                  <a:cubicBezTo>
                    <a:pt x="24054" y="536"/>
                    <a:pt x="23963" y="531"/>
                    <a:pt x="23872" y="518"/>
                  </a:cubicBezTo>
                  <a:cubicBezTo>
                    <a:pt x="22918" y="388"/>
                    <a:pt x="21975" y="219"/>
                    <a:pt x="21012" y="199"/>
                  </a:cubicBezTo>
                  <a:cubicBezTo>
                    <a:pt x="19953" y="180"/>
                    <a:pt x="18908" y="1"/>
                    <a:pt x="178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9" name="Shape 1899"/>
        <p:cNvGrpSpPr/>
        <p:nvPr/>
      </p:nvGrpSpPr>
      <p:grpSpPr>
        <a:xfrm>
          <a:off x="0" y="0"/>
          <a:ext cx="0" cy="0"/>
          <a:chOff x="0" y="0"/>
          <a:chExt cx="0" cy="0"/>
        </a:xfrm>
      </p:grpSpPr>
      <p:sp>
        <p:nvSpPr>
          <p:cNvPr id="1900" name="Google Shape;1900;p121"/>
          <p:cNvSpPr txBox="1"/>
          <p:nvPr>
            <p:ph idx="1" type="body"/>
          </p:nvPr>
        </p:nvSpPr>
        <p:spPr>
          <a:xfrm>
            <a:off x="1545450" y="1330100"/>
            <a:ext cx="6053100" cy="3375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2000">
                <a:latin typeface="Kulim Park"/>
                <a:ea typeface="Kulim Park"/>
                <a:cs typeface="Kulim Park"/>
                <a:sym typeface="Kulim Park"/>
              </a:rPr>
              <a:t>PHOTOS</a:t>
            </a:r>
            <a:endParaRPr sz="2000">
              <a:latin typeface="Kulim Park"/>
              <a:ea typeface="Kulim Park"/>
              <a:cs typeface="Kulim Park"/>
              <a:sym typeface="Kulim Park"/>
            </a:endParaRPr>
          </a:p>
          <a:p>
            <a:pPr indent="-215900" lvl="0" marL="241300" rtl="0" algn="ctr">
              <a:spcBef>
                <a:spcPts val="0"/>
              </a:spcBef>
              <a:spcAft>
                <a:spcPts val="0"/>
              </a:spcAft>
              <a:buSzPts val="1400"/>
              <a:buChar char="●"/>
            </a:pPr>
            <a:r>
              <a:rPr lang="en" sz="1400">
                <a:uFill>
                  <a:noFill/>
                </a:uFill>
                <a:hlinkClick r:id="rId3"/>
              </a:rPr>
              <a:t>K-pop stylish people in urban scene I</a:t>
            </a:r>
            <a:endParaRPr sz="1400"/>
          </a:p>
          <a:p>
            <a:pPr indent="-215900" lvl="0" marL="241300" rtl="0" algn="ctr">
              <a:spcBef>
                <a:spcPts val="0"/>
              </a:spcBef>
              <a:spcAft>
                <a:spcPts val="0"/>
              </a:spcAft>
              <a:buSzPts val="1400"/>
              <a:buChar char="●"/>
            </a:pPr>
            <a:r>
              <a:rPr lang="en" sz="1400">
                <a:uFill>
                  <a:noFill/>
                </a:uFill>
                <a:hlinkClick r:id="rId4"/>
              </a:rPr>
              <a:t>Young people in urban scene with k-pop aesthetics</a:t>
            </a:r>
            <a:endParaRPr sz="1400"/>
          </a:p>
          <a:p>
            <a:pPr indent="-215900" lvl="0" marL="241300" rtl="0" algn="ctr">
              <a:spcBef>
                <a:spcPts val="0"/>
              </a:spcBef>
              <a:spcAft>
                <a:spcPts val="0"/>
              </a:spcAft>
              <a:buSzPts val="1400"/>
              <a:buChar char="●"/>
            </a:pPr>
            <a:r>
              <a:rPr lang="en" sz="1400">
                <a:uFill>
                  <a:noFill/>
                </a:uFill>
                <a:hlinkClick r:id="rId5"/>
              </a:rPr>
              <a:t>Stylish man in k-pop clothing in urban scene</a:t>
            </a:r>
            <a:endParaRPr sz="1400"/>
          </a:p>
          <a:p>
            <a:pPr indent="-215900" lvl="0" marL="241300" rtl="0" algn="ctr">
              <a:spcBef>
                <a:spcPts val="0"/>
              </a:spcBef>
              <a:spcAft>
                <a:spcPts val="0"/>
              </a:spcAft>
              <a:buSzPts val="1400"/>
              <a:buChar char="●"/>
            </a:pPr>
            <a:r>
              <a:rPr lang="en" sz="1400">
                <a:uFill>
                  <a:noFill/>
                </a:uFill>
                <a:hlinkClick r:id="rId6"/>
              </a:rPr>
              <a:t>Abstract minimal concept leaves and shadows</a:t>
            </a:r>
            <a:endParaRPr sz="1400"/>
          </a:p>
          <a:p>
            <a:pPr indent="-215900" lvl="0" marL="241300" rtl="0" algn="ctr">
              <a:spcBef>
                <a:spcPts val="0"/>
              </a:spcBef>
              <a:spcAft>
                <a:spcPts val="0"/>
              </a:spcAft>
              <a:buSzPts val="1400"/>
              <a:buChar char="●"/>
            </a:pPr>
            <a:r>
              <a:rPr lang="en" sz="1400">
                <a:uFill>
                  <a:noFill/>
                </a:uFill>
                <a:hlinkClick r:id="rId7"/>
              </a:rPr>
              <a:t>Elegant plants decoration vase</a:t>
            </a:r>
            <a:endParaRPr/>
          </a:p>
        </p:txBody>
      </p:sp>
      <p:sp>
        <p:nvSpPr>
          <p:cNvPr id="1901" name="Google Shape;1901;p121"/>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ALTERNATIVE PREMIUM </a:t>
            </a:r>
            <a:r>
              <a:rPr lang="en">
                <a:solidFill>
                  <a:schemeClr val="lt1"/>
                </a:solidFill>
              </a:rPr>
              <a:t>RESOURCES</a:t>
            </a:r>
            <a:endParaRPr>
              <a:solidFill>
                <a:schemeClr val="lt1"/>
              </a:solidFil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5" name="Shape 1905"/>
        <p:cNvGrpSpPr/>
        <p:nvPr/>
      </p:nvGrpSpPr>
      <p:grpSpPr>
        <a:xfrm>
          <a:off x="0" y="0"/>
          <a:ext cx="0" cy="0"/>
          <a:chOff x="0" y="0"/>
          <a:chExt cx="0" cy="0"/>
        </a:xfrm>
      </p:grpSpPr>
      <p:sp>
        <p:nvSpPr>
          <p:cNvPr id="1906" name="Google Shape;1906;p122"/>
          <p:cNvSpPr txBox="1"/>
          <p:nvPr>
            <p:ph idx="1" type="body"/>
          </p:nvPr>
        </p:nvSpPr>
        <p:spPr>
          <a:xfrm>
            <a:off x="1545450" y="1330100"/>
            <a:ext cx="6053100" cy="3375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2000">
                <a:latin typeface="Kulim Park"/>
                <a:ea typeface="Kulim Park"/>
                <a:cs typeface="Kulim Park"/>
                <a:sym typeface="Kulim Park"/>
              </a:rPr>
              <a:t>ICONS</a:t>
            </a:r>
            <a:endParaRPr sz="2000">
              <a:latin typeface="Kulim Park"/>
              <a:ea typeface="Kulim Park"/>
              <a:cs typeface="Kulim Park"/>
              <a:sym typeface="Kulim Park"/>
            </a:endParaRPr>
          </a:p>
          <a:p>
            <a:pPr indent="-215900" lvl="0" marL="241300" rtl="0" algn="ctr">
              <a:spcBef>
                <a:spcPts val="0"/>
              </a:spcBef>
              <a:spcAft>
                <a:spcPts val="0"/>
              </a:spcAft>
              <a:buSzPts val="1400"/>
              <a:buChar char="●"/>
            </a:pPr>
            <a:r>
              <a:rPr lang="en" sz="1400">
                <a:uFill>
                  <a:noFill/>
                </a:uFill>
                <a:hlinkClick r:id="rId3"/>
              </a:rPr>
              <a:t>Icon Pack: Seoul | Lineal</a:t>
            </a:r>
            <a:endParaRPr sz="1400"/>
          </a:p>
          <a:p>
            <a:pPr indent="0" lvl="0" marL="241300" rtl="0" algn="ctr">
              <a:spcBef>
                <a:spcPts val="0"/>
              </a:spcBef>
              <a:spcAft>
                <a:spcPts val="0"/>
              </a:spcAft>
              <a:buNone/>
            </a:pPr>
            <a:r>
              <a:t/>
            </a:r>
            <a:endParaRPr sz="1400"/>
          </a:p>
          <a:p>
            <a:pPr indent="0" lvl="0" marL="0" rtl="0" algn="ctr">
              <a:spcBef>
                <a:spcPts val="0"/>
              </a:spcBef>
              <a:spcAft>
                <a:spcPts val="0"/>
              </a:spcAft>
              <a:buNone/>
            </a:pPr>
            <a:r>
              <a:rPr lang="en" sz="2000">
                <a:latin typeface="Kulim Park"/>
                <a:ea typeface="Kulim Park"/>
                <a:cs typeface="Kulim Park"/>
                <a:sym typeface="Kulim Park"/>
              </a:rPr>
              <a:t>PHOTOS</a:t>
            </a:r>
            <a:endParaRPr sz="2000">
              <a:latin typeface="Kulim Park"/>
              <a:ea typeface="Kulim Park"/>
              <a:cs typeface="Kulim Park"/>
              <a:sym typeface="Kulim Park"/>
            </a:endParaRPr>
          </a:p>
          <a:p>
            <a:pPr indent="-215900" lvl="0" marL="241300" rtl="0" algn="ctr">
              <a:spcBef>
                <a:spcPts val="0"/>
              </a:spcBef>
              <a:spcAft>
                <a:spcPts val="0"/>
              </a:spcAft>
              <a:buSzPts val="1400"/>
              <a:buChar char="●"/>
            </a:pPr>
            <a:r>
              <a:rPr lang="en" sz="1400">
                <a:uFill>
                  <a:noFill/>
                </a:uFill>
                <a:hlinkClick r:id="rId4"/>
              </a:rPr>
              <a:t>Abstract minimal concept flowers and shadows</a:t>
            </a:r>
            <a:endParaRPr sz="1400"/>
          </a:p>
          <a:p>
            <a:pPr indent="-215900" lvl="0" marL="241300" rtl="0" algn="ctr">
              <a:spcBef>
                <a:spcPts val="0"/>
              </a:spcBef>
              <a:spcAft>
                <a:spcPts val="0"/>
              </a:spcAft>
              <a:buSzPts val="1400"/>
              <a:buChar char="●"/>
            </a:pPr>
            <a:r>
              <a:rPr lang="en" sz="1400">
                <a:uFill>
                  <a:noFill/>
                </a:uFill>
                <a:hlinkClick r:id="rId5"/>
              </a:rPr>
              <a:t>People wearing k-pop aesthetics clothing</a:t>
            </a:r>
            <a:endParaRPr sz="1400"/>
          </a:p>
          <a:p>
            <a:pPr indent="-215900" lvl="0" marL="241300" rtl="0" algn="ctr">
              <a:spcBef>
                <a:spcPts val="0"/>
              </a:spcBef>
              <a:spcAft>
                <a:spcPts val="0"/>
              </a:spcAft>
              <a:buSzPts val="1400"/>
              <a:buChar char="●"/>
            </a:pPr>
            <a:r>
              <a:rPr lang="en" sz="1400">
                <a:uFill>
                  <a:noFill/>
                </a:uFill>
                <a:hlinkClick r:id="rId6"/>
              </a:rPr>
              <a:t>Abstract minimal concept flowers and shadows</a:t>
            </a:r>
            <a:endParaRPr sz="1400"/>
          </a:p>
          <a:p>
            <a:pPr indent="-215900" lvl="0" marL="241300" rtl="0" algn="ctr">
              <a:spcBef>
                <a:spcPts val="0"/>
              </a:spcBef>
              <a:spcAft>
                <a:spcPts val="0"/>
              </a:spcAft>
              <a:buSzPts val="1400"/>
              <a:buChar char="●"/>
            </a:pPr>
            <a:r>
              <a:rPr lang="en" sz="1400">
                <a:uFill>
                  <a:noFill/>
                </a:uFill>
                <a:hlinkClick r:id="rId7"/>
              </a:rPr>
              <a:t>Friends wearing k-pop aesthetics clothing 1</a:t>
            </a:r>
            <a:endParaRPr sz="1400"/>
          </a:p>
          <a:p>
            <a:pPr indent="-215900" lvl="0" marL="241300" rtl="0" algn="ctr">
              <a:spcBef>
                <a:spcPts val="0"/>
              </a:spcBef>
              <a:spcAft>
                <a:spcPts val="0"/>
              </a:spcAft>
              <a:buSzPts val="1400"/>
              <a:buChar char="●"/>
            </a:pPr>
            <a:r>
              <a:rPr lang="en" sz="1400">
                <a:uFill>
                  <a:noFill/>
                </a:uFill>
                <a:hlinkClick r:id="rId8"/>
              </a:rPr>
              <a:t>White still life composition</a:t>
            </a:r>
            <a:endParaRPr sz="1400"/>
          </a:p>
          <a:p>
            <a:pPr indent="0" lvl="0" marL="241300" rtl="0" algn="ctr">
              <a:spcBef>
                <a:spcPts val="0"/>
              </a:spcBef>
              <a:spcAft>
                <a:spcPts val="0"/>
              </a:spcAft>
              <a:buNone/>
            </a:pPr>
            <a:r>
              <a:t/>
            </a:r>
            <a:endParaRPr sz="1400"/>
          </a:p>
          <a:p>
            <a:pPr indent="0" lvl="0" marL="0" rtl="0" algn="ctr">
              <a:spcBef>
                <a:spcPts val="0"/>
              </a:spcBef>
              <a:spcAft>
                <a:spcPts val="0"/>
              </a:spcAft>
              <a:buNone/>
            </a:pPr>
            <a:r>
              <a:rPr lang="en" sz="2000">
                <a:latin typeface="Kulim Park"/>
                <a:ea typeface="Kulim Park"/>
                <a:cs typeface="Kulim Park"/>
                <a:sym typeface="Kulim Park"/>
              </a:rPr>
              <a:t>VECTORS</a:t>
            </a:r>
            <a:endParaRPr sz="2000">
              <a:latin typeface="Kulim Park"/>
              <a:ea typeface="Kulim Park"/>
              <a:cs typeface="Kulim Park"/>
              <a:sym typeface="Kulim Park"/>
            </a:endParaRPr>
          </a:p>
          <a:p>
            <a:pPr indent="-215900" lvl="0" marL="241300" rtl="0" algn="ctr">
              <a:spcBef>
                <a:spcPts val="0"/>
              </a:spcBef>
              <a:spcAft>
                <a:spcPts val="0"/>
              </a:spcAft>
              <a:buSzPts val="1400"/>
              <a:buChar char="●"/>
            </a:pPr>
            <a:r>
              <a:rPr lang="en" sz="1400">
                <a:uFill>
                  <a:noFill/>
                </a:uFill>
                <a:hlinkClick r:id="rId9"/>
              </a:rPr>
              <a:t>Creative pastel painted wallpaper</a:t>
            </a:r>
            <a:endParaRPr/>
          </a:p>
        </p:txBody>
      </p:sp>
      <p:sp>
        <p:nvSpPr>
          <p:cNvPr id="1907" name="Google Shape;1907;p122"/>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RESOURCES</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1" name="Shape 1911"/>
        <p:cNvGrpSpPr/>
        <p:nvPr/>
      </p:nvGrpSpPr>
      <p:grpSpPr>
        <a:xfrm>
          <a:off x="0" y="0"/>
          <a:ext cx="0" cy="0"/>
          <a:chOff x="0" y="0"/>
          <a:chExt cx="0" cy="0"/>
        </a:xfrm>
      </p:grpSpPr>
      <p:sp>
        <p:nvSpPr>
          <p:cNvPr id="1912" name="Google Shape;1912;p123"/>
          <p:cNvSpPr txBox="1"/>
          <p:nvPr>
            <p:ph idx="1" type="body"/>
          </p:nvPr>
        </p:nvSpPr>
        <p:spPr>
          <a:xfrm>
            <a:off x="1545450" y="1330100"/>
            <a:ext cx="6053100" cy="3375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2000">
                <a:latin typeface="Kulim Park"/>
                <a:ea typeface="Kulim Park"/>
                <a:cs typeface="Kulim Park"/>
                <a:sym typeface="Kulim Park"/>
              </a:rPr>
              <a:t>PHOTOS</a:t>
            </a:r>
            <a:endParaRPr sz="2000">
              <a:latin typeface="Kulim Park"/>
              <a:ea typeface="Kulim Park"/>
              <a:cs typeface="Kulim Park"/>
              <a:sym typeface="Kulim Park"/>
            </a:endParaRPr>
          </a:p>
          <a:p>
            <a:pPr indent="-215900" lvl="0" marL="241300" rtl="0" algn="ctr">
              <a:spcBef>
                <a:spcPts val="0"/>
              </a:spcBef>
              <a:spcAft>
                <a:spcPts val="0"/>
              </a:spcAft>
              <a:buSzPts val="1400"/>
              <a:buChar char="●"/>
            </a:pPr>
            <a:r>
              <a:rPr lang="en" sz="1400">
                <a:uFill>
                  <a:noFill/>
                </a:uFill>
                <a:hlinkClick r:id="rId3"/>
              </a:rPr>
              <a:t>K-pop stylish people in urban scene I</a:t>
            </a:r>
            <a:endParaRPr sz="1400"/>
          </a:p>
          <a:p>
            <a:pPr indent="-215900" lvl="0" marL="241300" rtl="0" algn="ctr">
              <a:spcBef>
                <a:spcPts val="0"/>
              </a:spcBef>
              <a:spcAft>
                <a:spcPts val="0"/>
              </a:spcAft>
              <a:buSzPts val="1400"/>
              <a:buChar char="●"/>
            </a:pPr>
            <a:r>
              <a:rPr lang="en" sz="1400">
                <a:uFill>
                  <a:noFill/>
                </a:uFill>
                <a:hlinkClick r:id="rId4"/>
              </a:rPr>
              <a:t>K-pop stylish people in urban scene II</a:t>
            </a:r>
            <a:endParaRPr sz="1400"/>
          </a:p>
          <a:p>
            <a:pPr indent="-215900" lvl="0" marL="241300" rtl="0" algn="ctr">
              <a:spcBef>
                <a:spcPts val="0"/>
              </a:spcBef>
              <a:spcAft>
                <a:spcPts val="0"/>
              </a:spcAft>
              <a:buSzPts val="1400"/>
              <a:buChar char="●"/>
            </a:pPr>
            <a:r>
              <a:rPr lang="en" sz="1400">
                <a:uFill>
                  <a:noFill/>
                </a:uFill>
                <a:hlinkClick r:id="rId5"/>
              </a:rPr>
              <a:t>K-pop stylish people in urban scene III</a:t>
            </a:r>
            <a:endParaRPr sz="1400"/>
          </a:p>
          <a:p>
            <a:pPr indent="-215900" lvl="0" marL="241300" rtl="0" algn="ctr">
              <a:spcBef>
                <a:spcPts val="0"/>
              </a:spcBef>
              <a:spcAft>
                <a:spcPts val="0"/>
              </a:spcAft>
              <a:buSzPts val="1400"/>
              <a:buChar char="●"/>
            </a:pPr>
            <a:r>
              <a:rPr lang="en" sz="1400">
                <a:uFill>
                  <a:noFill/>
                </a:uFill>
                <a:hlinkClick r:id="rId6"/>
              </a:rPr>
              <a:t>K-pop stylish people in urban scene IV</a:t>
            </a:r>
            <a:endParaRPr sz="1400"/>
          </a:p>
          <a:p>
            <a:pPr indent="-215900" lvl="0" marL="241300" rtl="0" algn="ctr">
              <a:spcBef>
                <a:spcPts val="0"/>
              </a:spcBef>
              <a:spcAft>
                <a:spcPts val="0"/>
              </a:spcAft>
              <a:buSzPts val="1400"/>
              <a:buChar char="●"/>
            </a:pPr>
            <a:r>
              <a:rPr lang="en" sz="1400">
                <a:uFill>
                  <a:noFill/>
                </a:uFill>
                <a:hlinkClick r:id="rId7"/>
              </a:rPr>
              <a:t>K-pop stylish people in urban scene V</a:t>
            </a:r>
            <a:endParaRPr/>
          </a:p>
        </p:txBody>
      </p:sp>
      <p:sp>
        <p:nvSpPr>
          <p:cNvPr id="1913" name="Google Shape;1913;p123"/>
          <p:cNvSpPr txBox="1"/>
          <p:nvPr>
            <p:ph type="title"/>
          </p:nvPr>
        </p:nvSpPr>
        <p:spPr>
          <a:xfrm flipH="1">
            <a:off x="719925" y="437700"/>
            <a:ext cx="7704000" cy="65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PREMIUM </a:t>
            </a:r>
            <a:r>
              <a:rPr lang="en"/>
              <a:t>RESOURCES</a:t>
            </a:r>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917" name="Shape 1917"/>
        <p:cNvGrpSpPr/>
        <p:nvPr/>
      </p:nvGrpSpPr>
      <p:grpSpPr>
        <a:xfrm>
          <a:off x="0" y="0"/>
          <a:ext cx="0" cy="0"/>
          <a:chOff x="0" y="0"/>
          <a:chExt cx="0" cy="0"/>
        </a:xfrm>
      </p:grpSpPr>
      <p:sp>
        <p:nvSpPr>
          <p:cNvPr id="1918" name="Google Shape;1918;p124"/>
          <p:cNvSpPr txBox="1"/>
          <p:nvPr>
            <p:ph idx="4294967295" type="title"/>
          </p:nvPr>
        </p:nvSpPr>
        <p:spPr>
          <a:xfrm>
            <a:off x="1068100" y="933450"/>
            <a:ext cx="70473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a:t>
            </a:r>
            <a:endParaRPr>
              <a:solidFill>
                <a:srgbClr val="FFFFFF"/>
              </a:solidFill>
              <a:latin typeface="Arial"/>
              <a:ea typeface="Arial"/>
              <a:cs typeface="Arial"/>
              <a:sym typeface="Arial"/>
            </a:endParaRPr>
          </a:p>
        </p:txBody>
      </p:sp>
      <p:sp>
        <p:nvSpPr>
          <p:cNvPr id="1919" name="Google Shape;1919;p124"/>
          <p:cNvSpPr txBox="1"/>
          <p:nvPr>
            <p:ph idx="4294967295" type="body"/>
          </p:nvPr>
        </p:nvSpPr>
        <p:spPr>
          <a:xfrm>
            <a:off x="1220500" y="1299875"/>
            <a:ext cx="7047300" cy="440100"/>
          </a:xfrm>
          <a:prstGeom prst="rect">
            <a:avLst/>
          </a:prstGeom>
        </p:spPr>
        <p:txBody>
          <a:bodyPr anchorCtr="0" anchor="t" bIns="91425" lIns="91425" spcFirstLastPara="1" rIns="91425" wrap="square" tIns="91425">
            <a:noAutofit/>
          </a:bodyPr>
          <a:lstStyle/>
          <a:p>
            <a:pPr indent="0" lvl="0" marL="0" marR="0" rtl="0" algn="l">
              <a:lnSpc>
                <a:spcPct val="115000"/>
              </a:lnSpc>
              <a:spcBef>
                <a:spcPts val="1400"/>
              </a:spcBef>
              <a:spcAft>
                <a:spcPts val="0"/>
              </a:spcAft>
              <a:buNone/>
            </a:pPr>
            <a:r>
              <a:rPr lang="en" sz="1200">
                <a:solidFill>
                  <a:srgbClr val="FFFFFF"/>
                </a:solidFill>
                <a:latin typeface="Arial"/>
                <a:ea typeface="Arial"/>
                <a:cs typeface="Arial"/>
                <a:sym typeface="Arial"/>
              </a:rPr>
              <a:t>In order to use this template, you must credit </a:t>
            </a:r>
            <a:r>
              <a:rPr b="1" lang="en" u="sng">
                <a:solidFill>
                  <a:srgbClr val="869FB2"/>
                </a:solidFill>
                <a:latin typeface="Arial"/>
                <a:ea typeface="Arial"/>
                <a:cs typeface="Arial"/>
                <a:sym typeface="Arial"/>
              </a:rPr>
              <a:t>S</a:t>
            </a:r>
            <a:r>
              <a:rPr b="1" lang="en" sz="1200" u="sng">
                <a:solidFill>
                  <a:srgbClr val="869FB2"/>
                </a:solidFill>
                <a:latin typeface="Arial"/>
                <a:ea typeface="Arial"/>
                <a:cs typeface="Arial"/>
                <a:sym typeface="Arial"/>
                <a:hlinkClick r:id="rId3">
                  <a:extLst>
                    <a:ext uri="{A12FA001-AC4F-418D-AE19-62706E023703}">
                      <ahyp:hlinkClr val="tx"/>
                    </a:ext>
                  </a:extLst>
                </a:hlinkClick>
              </a:rPr>
              <a:t>lidesgo</a:t>
            </a:r>
            <a:r>
              <a:rPr lang="en" sz="1200">
                <a:solidFill>
                  <a:srgbClr val="435D74"/>
                </a:solidFill>
                <a:latin typeface="Arial"/>
                <a:ea typeface="Arial"/>
                <a:cs typeface="Arial"/>
                <a:sym typeface="Arial"/>
              </a:rPr>
              <a:t> </a:t>
            </a:r>
            <a:r>
              <a:rPr lang="en" sz="1200">
                <a:solidFill>
                  <a:srgbClr val="FFFFFF"/>
                </a:solidFill>
                <a:latin typeface="Arial"/>
                <a:ea typeface="Arial"/>
                <a:cs typeface="Arial"/>
                <a:sym typeface="Arial"/>
              </a:rPr>
              <a:t>by keeping the </a:t>
            </a:r>
            <a:r>
              <a:rPr b="1" lang="en" sz="1200">
                <a:solidFill>
                  <a:srgbClr val="869FB2"/>
                </a:solidFill>
                <a:uFill>
                  <a:noFill/>
                </a:uFill>
                <a:latin typeface="Arial"/>
                <a:ea typeface="Arial"/>
                <a:cs typeface="Arial"/>
                <a:sym typeface="Arial"/>
                <a:hlinkClick>
                  <a:extLst>
                    <a:ext uri="{A12FA001-AC4F-418D-AE19-62706E023703}">
                      <ahyp:hlinkClr val="tx"/>
                    </a:ext>
                  </a:extLst>
                </a:hlinkClick>
              </a:rPr>
              <a:t>Thanks</a:t>
            </a:r>
            <a:r>
              <a:rPr lang="en" sz="1200">
                <a:solidFill>
                  <a:srgbClr val="FFFFFF"/>
                </a:solidFill>
                <a:latin typeface="Arial"/>
                <a:ea typeface="Arial"/>
                <a:cs typeface="Arial"/>
                <a:sym typeface="Arial"/>
              </a:rPr>
              <a:t> slide.</a:t>
            </a:r>
            <a:endParaRPr sz="1200">
              <a:solidFill>
                <a:srgbClr val="FFFFFF"/>
              </a:solidFill>
              <a:latin typeface="Arial"/>
              <a:ea typeface="Arial"/>
              <a:cs typeface="Arial"/>
              <a:sym typeface="Arial"/>
            </a:endParaRPr>
          </a:p>
          <a:p>
            <a:pPr indent="0" lvl="0" marL="0" marR="0" rtl="0" algn="l">
              <a:lnSpc>
                <a:spcPct val="115000"/>
              </a:lnSpc>
              <a:spcBef>
                <a:spcPts val="1400"/>
              </a:spcBef>
              <a:spcAft>
                <a:spcPts val="0"/>
              </a:spcAft>
              <a:buNone/>
            </a:pPr>
            <a:r>
              <a:rPr b="1" lang="en" sz="1100">
                <a:solidFill>
                  <a:srgbClr val="869FB2"/>
                </a:solidFill>
                <a:latin typeface="Arial"/>
                <a:ea typeface="Arial"/>
                <a:cs typeface="Arial"/>
                <a:sym typeface="Arial"/>
              </a:rPr>
              <a:t>You are allowed to:</a:t>
            </a:r>
            <a:endParaRPr b="1" sz="1100">
              <a:solidFill>
                <a:srgbClr val="869FB2"/>
              </a:solidFill>
              <a:latin typeface="Arial"/>
              <a:ea typeface="Arial"/>
              <a:cs typeface="Arial"/>
              <a:sym typeface="Arial"/>
            </a:endParaRPr>
          </a:p>
          <a:p>
            <a:pPr indent="0" lvl="0" marL="0" rtl="0" algn="l">
              <a:lnSpc>
                <a:spcPct val="115000"/>
              </a:lnSpc>
              <a:spcBef>
                <a:spcPts val="400"/>
              </a:spcBef>
              <a:spcAft>
                <a:spcPts val="0"/>
              </a:spcAft>
              <a:buNone/>
            </a:pPr>
            <a:r>
              <a:rPr lang="en" sz="1100">
                <a:solidFill>
                  <a:srgbClr val="FFFFFF"/>
                </a:solidFill>
                <a:latin typeface="Arial"/>
                <a:ea typeface="Arial"/>
                <a:cs typeface="Arial"/>
                <a:sym typeface="Arial"/>
              </a:rPr>
              <a:t>- Modify this template.</a:t>
            </a:r>
            <a:endParaRPr sz="1100">
              <a:solidFill>
                <a:srgbClr val="FFFFFF"/>
              </a:solidFill>
              <a:latin typeface="Arial"/>
              <a:ea typeface="Arial"/>
              <a:cs typeface="Arial"/>
              <a:sym typeface="Arial"/>
            </a:endParaRPr>
          </a:p>
          <a:p>
            <a:pPr indent="0" lvl="0" marL="0" rtl="0" algn="l">
              <a:lnSpc>
                <a:spcPct val="115000"/>
              </a:lnSpc>
              <a:spcBef>
                <a:spcPts val="0"/>
              </a:spcBef>
              <a:spcAft>
                <a:spcPts val="0"/>
              </a:spcAft>
              <a:buNone/>
            </a:pPr>
            <a:r>
              <a:rPr lang="en" sz="1100">
                <a:solidFill>
                  <a:srgbClr val="FFFFFF"/>
                </a:solidFill>
                <a:latin typeface="Arial"/>
                <a:ea typeface="Arial"/>
                <a:cs typeface="Arial"/>
                <a:sym typeface="Arial"/>
              </a:rPr>
              <a:t>- Use it for both personal and commercial projects.</a:t>
            </a:r>
            <a:endParaRPr sz="1100">
              <a:solidFill>
                <a:srgbClr val="FFFFFF"/>
              </a:solidFill>
              <a:latin typeface="Arial"/>
              <a:ea typeface="Arial"/>
              <a:cs typeface="Arial"/>
              <a:sym typeface="Arial"/>
            </a:endParaRPr>
          </a:p>
          <a:p>
            <a:pPr indent="0" lvl="0" marL="0" rtl="0" algn="l">
              <a:lnSpc>
                <a:spcPct val="115000"/>
              </a:lnSpc>
              <a:spcBef>
                <a:spcPts val="1400"/>
              </a:spcBef>
              <a:spcAft>
                <a:spcPts val="0"/>
              </a:spcAft>
              <a:buNone/>
            </a:pPr>
            <a:r>
              <a:rPr b="1" lang="en" sz="1100">
                <a:solidFill>
                  <a:srgbClr val="869FB2"/>
                </a:solidFill>
                <a:latin typeface="Arial"/>
                <a:ea typeface="Arial"/>
                <a:cs typeface="Arial"/>
                <a:sym typeface="Arial"/>
              </a:rPr>
              <a:t>You are not allowed to:</a:t>
            </a:r>
            <a:endParaRPr b="1" sz="1100">
              <a:solidFill>
                <a:srgbClr val="869FB2"/>
              </a:solidFill>
              <a:latin typeface="Arial"/>
              <a:ea typeface="Arial"/>
              <a:cs typeface="Arial"/>
              <a:sym typeface="Arial"/>
            </a:endParaRPr>
          </a:p>
          <a:p>
            <a:pPr indent="0" lvl="0" marL="0" rtl="0" algn="l">
              <a:lnSpc>
                <a:spcPct val="115000"/>
              </a:lnSpc>
              <a:spcBef>
                <a:spcPts val="400"/>
              </a:spcBef>
              <a:spcAft>
                <a:spcPts val="0"/>
              </a:spcAft>
              <a:buNone/>
            </a:pPr>
            <a:r>
              <a:rPr lang="en" sz="1100">
                <a:solidFill>
                  <a:srgbClr val="FFFFFF"/>
                </a:solidFill>
                <a:latin typeface="Arial"/>
                <a:ea typeface="Arial"/>
                <a:cs typeface="Arial"/>
                <a:sym typeface="Arial"/>
              </a:rPr>
              <a:t>- Sublicense, sell or rent any of Slidesgo Content (or a modified version of Slidesgo Content).</a:t>
            </a:r>
            <a:endParaRPr sz="1100">
              <a:solidFill>
                <a:srgbClr val="FFFFFF"/>
              </a:solidFill>
              <a:latin typeface="Arial"/>
              <a:ea typeface="Arial"/>
              <a:cs typeface="Arial"/>
              <a:sym typeface="Arial"/>
            </a:endParaRPr>
          </a:p>
          <a:p>
            <a:pPr indent="0" lvl="0" marL="0" rtl="0" algn="l">
              <a:lnSpc>
                <a:spcPct val="115000"/>
              </a:lnSpc>
              <a:spcBef>
                <a:spcPts val="0"/>
              </a:spcBef>
              <a:spcAft>
                <a:spcPts val="0"/>
              </a:spcAft>
              <a:buNone/>
            </a:pPr>
            <a:r>
              <a:rPr lang="en" sz="1100">
                <a:solidFill>
                  <a:srgbClr val="FFFFFF"/>
                </a:solidFill>
                <a:latin typeface="Arial"/>
                <a:ea typeface="Arial"/>
                <a:cs typeface="Arial"/>
                <a:sym typeface="Arial"/>
              </a:rPr>
              <a:t>- Distribute Slidesgo Content unless it has been expressly authorized by Slidesgo.</a:t>
            </a:r>
            <a:endParaRPr sz="1100">
              <a:solidFill>
                <a:srgbClr val="FFFFFF"/>
              </a:solidFill>
              <a:latin typeface="Arial"/>
              <a:ea typeface="Arial"/>
              <a:cs typeface="Arial"/>
              <a:sym typeface="Arial"/>
            </a:endParaRPr>
          </a:p>
          <a:p>
            <a:pPr indent="0" lvl="0" marL="0" rtl="0" algn="l">
              <a:lnSpc>
                <a:spcPct val="115000"/>
              </a:lnSpc>
              <a:spcBef>
                <a:spcPts val="0"/>
              </a:spcBef>
              <a:spcAft>
                <a:spcPts val="0"/>
              </a:spcAft>
              <a:buNone/>
            </a:pPr>
            <a:r>
              <a:rPr lang="en" sz="1100">
                <a:solidFill>
                  <a:srgbClr val="FFFFFF"/>
                </a:solidFill>
                <a:latin typeface="Arial"/>
                <a:ea typeface="Arial"/>
                <a:cs typeface="Arial"/>
                <a:sym typeface="Arial"/>
              </a:rPr>
              <a:t>- Include Slidesgo Content in an online or offline database or file.</a:t>
            </a:r>
            <a:endParaRPr sz="1100">
              <a:solidFill>
                <a:srgbClr val="FFFFFF"/>
              </a:solidFill>
              <a:latin typeface="Arial"/>
              <a:ea typeface="Arial"/>
              <a:cs typeface="Arial"/>
              <a:sym typeface="Arial"/>
            </a:endParaRPr>
          </a:p>
          <a:p>
            <a:pPr indent="0" lvl="0" marL="0" rtl="0" algn="l">
              <a:lnSpc>
                <a:spcPct val="115000"/>
              </a:lnSpc>
              <a:spcBef>
                <a:spcPts val="0"/>
              </a:spcBef>
              <a:spcAft>
                <a:spcPts val="0"/>
              </a:spcAft>
              <a:buNone/>
            </a:pPr>
            <a:r>
              <a:rPr lang="en" sz="1100">
                <a:solidFill>
                  <a:srgbClr val="FFFFFF"/>
                </a:solidFill>
                <a:latin typeface="Arial"/>
                <a:ea typeface="Arial"/>
                <a:cs typeface="Arial"/>
                <a:sym typeface="Arial"/>
              </a:rPr>
              <a:t>- Offer Slidesgo templates (or modified versions of Slidesgo templates) for download.</a:t>
            </a:r>
            <a:endParaRPr sz="1100">
              <a:solidFill>
                <a:srgbClr val="FFFFFF"/>
              </a:solidFill>
              <a:latin typeface="Arial"/>
              <a:ea typeface="Arial"/>
              <a:cs typeface="Arial"/>
              <a:sym typeface="Arial"/>
            </a:endParaRPr>
          </a:p>
          <a:p>
            <a:pPr indent="0" lvl="0" marL="0" rtl="0" algn="l">
              <a:lnSpc>
                <a:spcPct val="115000"/>
              </a:lnSpc>
              <a:spcBef>
                <a:spcPts val="0"/>
              </a:spcBef>
              <a:spcAft>
                <a:spcPts val="0"/>
              </a:spcAft>
              <a:buNone/>
            </a:pPr>
            <a:r>
              <a:rPr lang="en" sz="1100">
                <a:solidFill>
                  <a:srgbClr val="FFFFFF"/>
                </a:solidFill>
                <a:latin typeface="Arial"/>
                <a:ea typeface="Arial"/>
                <a:cs typeface="Arial"/>
                <a:sym typeface="Arial"/>
              </a:rPr>
              <a:t>- Acquire the copyright of Slidesgo Content.</a:t>
            </a:r>
            <a:endParaRPr sz="1100">
              <a:solidFill>
                <a:srgbClr val="FFFFFF"/>
              </a:solidFill>
              <a:latin typeface="Arial"/>
              <a:ea typeface="Arial"/>
              <a:cs typeface="Arial"/>
              <a:sym typeface="Arial"/>
            </a:endParaRPr>
          </a:p>
          <a:p>
            <a:pPr indent="0" lvl="0" marL="0" rtl="0" algn="ctr">
              <a:spcBef>
                <a:spcPts val="0"/>
              </a:spcBef>
              <a:spcAft>
                <a:spcPts val="0"/>
              </a:spcAft>
              <a:buNone/>
            </a:pPr>
            <a:r>
              <a:t/>
            </a:r>
            <a:endParaRPr sz="1100">
              <a:solidFill>
                <a:srgbClr val="435D74"/>
              </a:solidFill>
              <a:latin typeface="Arial"/>
              <a:ea typeface="Arial"/>
              <a:cs typeface="Arial"/>
              <a:sym typeface="Arial"/>
            </a:endParaRPr>
          </a:p>
          <a:p>
            <a:pPr indent="0" lvl="0" marL="0" rtl="0" algn="ctr">
              <a:spcBef>
                <a:spcPts val="0"/>
              </a:spcBef>
              <a:spcAft>
                <a:spcPts val="0"/>
              </a:spcAft>
              <a:buNone/>
            </a:pPr>
            <a:r>
              <a:t/>
            </a:r>
            <a:endParaRPr sz="1400">
              <a:solidFill>
                <a:srgbClr val="435D74"/>
              </a:solidFill>
              <a:latin typeface="Arial"/>
              <a:ea typeface="Arial"/>
              <a:cs typeface="Arial"/>
              <a:sym typeface="Arial"/>
            </a:endParaRPr>
          </a:p>
          <a:p>
            <a:pPr indent="0" lvl="0" marL="0" rtl="0" algn="l">
              <a:spcBef>
                <a:spcPts val="0"/>
              </a:spcBef>
              <a:spcAft>
                <a:spcPts val="0"/>
              </a:spcAft>
              <a:buNone/>
            </a:pPr>
            <a:r>
              <a:t/>
            </a:r>
            <a:endParaRPr sz="1400">
              <a:solidFill>
                <a:srgbClr val="435D74"/>
              </a:solidFill>
              <a:latin typeface="Arial"/>
              <a:ea typeface="Arial"/>
              <a:cs typeface="Arial"/>
              <a:sym typeface="Arial"/>
            </a:endParaRPr>
          </a:p>
        </p:txBody>
      </p:sp>
      <p:sp>
        <p:nvSpPr>
          <p:cNvPr id="1920" name="Google Shape;1920;p124"/>
          <p:cNvSpPr txBox="1"/>
          <p:nvPr>
            <p:ph idx="4294967295" type="body"/>
          </p:nvPr>
        </p:nvSpPr>
        <p:spPr>
          <a:xfrm>
            <a:off x="1048350" y="4124425"/>
            <a:ext cx="7047300" cy="440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1200">
                <a:solidFill>
                  <a:srgbClr val="FFFFFF"/>
                </a:solidFill>
                <a:latin typeface="Arial"/>
                <a:ea typeface="Arial"/>
                <a:cs typeface="Arial"/>
                <a:sym typeface="Arial"/>
              </a:rPr>
              <a:t>For more information about editing slides, please </a:t>
            </a:r>
            <a:r>
              <a:rPr lang="en">
                <a:solidFill>
                  <a:srgbClr val="FFFFFF"/>
                </a:solidFill>
                <a:latin typeface="Arial"/>
                <a:ea typeface="Arial"/>
                <a:cs typeface="Arial"/>
                <a:sym typeface="Arial"/>
              </a:rPr>
              <a:t>read </a:t>
            </a:r>
            <a:r>
              <a:rPr lang="en" sz="1200">
                <a:solidFill>
                  <a:srgbClr val="FFFFFF"/>
                </a:solidFill>
                <a:latin typeface="Arial"/>
                <a:ea typeface="Arial"/>
                <a:cs typeface="Arial"/>
                <a:sym typeface="Arial"/>
              </a:rPr>
              <a:t>our FAQs or visit Slidesgo School:</a:t>
            </a:r>
            <a:endParaRPr sz="1200">
              <a:solidFill>
                <a:srgbClr val="FFFFFF"/>
              </a:solidFill>
              <a:latin typeface="Arial"/>
              <a:ea typeface="Arial"/>
              <a:cs typeface="Arial"/>
              <a:sym typeface="Arial"/>
            </a:endParaRPr>
          </a:p>
          <a:p>
            <a:pPr indent="0" lvl="0" marL="0" rtl="0" algn="ctr">
              <a:spcBef>
                <a:spcPts val="0"/>
              </a:spcBef>
              <a:spcAft>
                <a:spcPts val="0"/>
              </a:spcAft>
              <a:buNone/>
            </a:pPr>
            <a:r>
              <a:rPr lang="en" sz="1200" u="sng">
                <a:solidFill>
                  <a:srgbClr val="869FB2"/>
                </a:solidFill>
                <a:latin typeface="Arial"/>
                <a:ea typeface="Arial"/>
                <a:cs typeface="Arial"/>
                <a:sym typeface="Arial"/>
                <a:hlinkClick r:id="rId4">
                  <a:extLst>
                    <a:ext uri="{A12FA001-AC4F-418D-AE19-62706E023703}">
                      <ahyp:hlinkClr val="tx"/>
                    </a:ext>
                  </a:extLst>
                </a:hlinkClick>
              </a:rPr>
              <a:t>https://slidesgo.com/faqs</a:t>
            </a:r>
            <a:r>
              <a:rPr lang="en" sz="1400">
                <a:solidFill>
                  <a:srgbClr val="FFFFFF"/>
                </a:solidFill>
                <a:latin typeface="Arial"/>
                <a:ea typeface="Arial"/>
                <a:cs typeface="Arial"/>
                <a:sym typeface="Arial"/>
              </a:rPr>
              <a:t> </a:t>
            </a:r>
            <a:r>
              <a:rPr lang="en" sz="1200">
                <a:solidFill>
                  <a:srgbClr val="FFFFFF"/>
                </a:solidFill>
                <a:latin typeface="Arial"/>
                <a:ea typeface="Arial"/>
                <a:cs typeface="Arial"/>
                <a:sym typeface="Arial"/>
              </a:rPr>
              <a:t>and</a:t>
            </a:r>
            <a:r>
              <a:rPr lang="en" sz="1400">
                <a:solidFill>
                  <a:srgbClr val="FFFFFF"/>
                </a:solidFill>
                <a:latin typeface="Arial"/>
                <a:ea typeface="Arial"/>
                <a:cs typeface="Arial"/>
                <a:sym typeface="Arial"/>
              </a:rPr>
              <a:t> </a:t>
            </a:r>
            <a:r>
              <a:rPr lang="en" sz="1200" u="sng">
                <a:solidFill>
                  <a:srgbClr val="869FB2"/>
                </a:solidFill>
                <a:latin typeface="Arial"/>
                <a:ea typeface="Arial"/>
                <a:cs typeface="Arial"/>
                <a:sym typeface="Arial"/>
                <a:hlinkClick r:id="rId5">
                  <a:extLst>
                    <a:ext uri="{A12FA001-AC4F-418D-AE19-62706E023703}">
                      <ahyp:hlinkClr val="tx"/>
                    </a:ext>
                  </a:extLst>
                </a:hlinkClick>
              </a:rPr>
              <a:t>https://slidesgo.com/slidesgo-school</a:t>
            </a:r>
            <a:endParaRPr sz="1200" u="sng">
              <a:solidFill>
                <a:srgbClr val="869FB2"/>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924" name="Shape 1924"/>
        <p:cNvGrpSpPr/>
        <p:nvPr/>
      </p:nvGrpSpPr>
      <p:grpSpPr>
        <a:xfrm>
          <a:off x="0" y="0"/>
          <a:ext cx="0" cy="0"/>
          <a:chOff x="0" y="0"/>
          <a:chExt cx="0" cy="0"/>
        </a:xfrm>
      </p:grpSpPr>
      <p:sp>
        <p:nvSpPr>
          <p:cNvPr id="1925" name="Google Shape;1925;p125"/>
          <p:cNvSpPr txBox="1"/>
          <p:nvPr/>
        </p:nvSpPr>
        <p:spPr>
          <a:xfrm>
            <a:off x="1048350" y="902900"/>
            <a:ext cx="7047300" cy="3929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Clr>
                <a:schemeClr val="dk1"/>
              </a:buClr>
              <a:buSzPts val="1100"/>
              <a:buFont typeface="Arial"/>
              <a:buNone/>
            </a:pPr>
            <a:r>
              <a:rPr lang="en" sz="1100">
                <a:solidFill>
                  <a:schemeClr val="lt1"/>
                </a:solidFill>
              </a:rPr>
              <a:t>As a Premium user, you can use this template without attributing </a:t>
            </a:r>
            <a:r>
              <a:rPr b="1" lang="en" sz="1000" u="sng">
                <a:solidFill>
                  <a:schemeClr val="hlink"/>
                </a:solidFill>
              </a:rPr>
              <a:t>S</a:t>
            </a:r>
            <a:r>
              <a:rPr b="1" lang="en" sz="1100" u="sng">
                <a:solidFill>
                  <a:schemeClr val="hlink"/>
                </a:solidFill>
                <a:hlinkClick r:id="rId3"/>
              </a:rPr>
              <a:t>lidesgo</a:t>
            </a:r>
            <a:r>
              <a:rPr lang="en" sz="1100">
                <a:solidFill>
                  <a:schemeClr val="lt1"/>
                </a:solidFill>
              </a:rPr>
              <a:t> or keeping the "</a:t>
            </a:r>
            <a:r>
              <a:rPr b="1" lang="en" sz="1100" u="sng">
                <a:solidFill>
                  <a:schemeClr val="hlink"/>
                </a:solidFill>
                <a:hlinkClick action="ppaction://hlinksldjump" r:id="rId4"/>
              </a:rPr>
              <a:t>Thanks</a:t>
            </a:r>
            <a:r>
              <a:rPr lang="en" sz="1100">
                <a:solidFill>
                  <a:schemeClr val="lt1"/>
                </a:solidFill>
              </a:rPr>
              <a:t>" slide.</a:t>
            </a:r>
            <a:endParaRPr sz="1100">
              <a:solidFill>
                <a:srgbClr val="FFFFFF"/>
              </a:solidFill>
            </a:endParaRPr>
          </a:p>
          <a:p>
            <a:pPr indent="0" lvl="0" marL="0" rtl="0" algn="l">
              <a:lnSpc>
                <a:spcPct val="115000"/>
              </a:lnSpc>
              <a:spcBef>
                <a:spcPts val="1400"/>
              </a:spcBef>
              <a:spcAft>
                <a:spcPts val="0"/>
              </a:spcAft>
              <a:buNone/>
            </a:pPr>
            <a:r>
              <a:rPr b="1" lang="en" sz="1000">
                <a:solidFill>
                  <a:srgbClr val="869FB2"/>
                </a:solidFill>
              </a:rPr>
              <a:t>You are allowed to:</a:t>
            </a:r>
            <a:endParaRPr b="1" sz="1000">
              <a:solidFill>
                <a:srgbClr val="869FB2"/>
              </a:solidFill>
            </a:endParaRPr>
          </a:p>
          <a:p>
            <a:pPr indent="-292100" lvl="0" marL="457200" rtl="0" algn="l">
              <a:lnSpc>
                <a:spcPct val="115000"/>
              </a:lnSpc>
              <a:spcBef>
                <a:spcPts val="400"/>
              </a:spcBef>
              <a:spcAft>
                <a:spcPts val="0"/>
              </a:spcAft>
              <a:buClr>
                <a:srgbClr val="FFFFFF"/>
              </a:buClr>
              <a:buSzPts val="1000"/>
              <a:buFont typeface="Arial"/>
              <a:buChar char="●"/>
            </a:pPr>
            <a:r>
              <a:rPr lang="en" sz="1000">
                <a:solidFill>
                  <a:srgbClr val="FFFFFF"/>
                </a:solidFill>
              </a:rPr>
              <a:t>Modify this template.</a:t>
            </a:r>
            <a:endParaRPr sz="1000">
              <a:solidFill>
                <a:srgbClr val="FFFFFF"/>
              </a:solidFill>
            </a:endParaRPr>
          </a:p>
          <a:p>
            <a:pPr indent="-292100" lvl="0" marL="457200" rtl="0" algn="l">
              <a:lnSpc>
                <a:spcPct val="115000"/>
              </a:lnSpc>
              <a:spcBef>
                <a:spcPts val="0"/>
              </a:spcBef>
              <a:spcAft>
                <a:spcPts val="0"/>
              </a:spcAft>
              <a:buClr>
                <a:srgbClr val="FFFFFF"/>
              </a:buClr>
              <a:buSzPts val="1000"/>
              <a:buFont typeface="Arial"/>
              <a:buChar char="●"/>
            </a:pPr>
            <a:r>
              <a:rPr lang="en" sz="1000">
                <a:solidFill>
                  <a:srgbClr val="FFFFFF"/>
                </a:solidFill>
              </a:rPr>
              <a:t>Use it for both personal and commercial purposes.</a:t>
            </a:r>
            <a:endParaRPr sz="1000">
              <a:solidFill>
                <a:srgbClr val="FFFFFF"/>
              </a:solidFill>
            </a:endParaRPr>
          </a:p>
          <a:p>
            <a:pPr indent="-292100" lvl="0" marL="457200" rtl="0" algn="l">
              <a:lnSpc>
                <a:spcPct val="115000"/>
              </a:lnSpc>
              <a:spcBef>
                <a:spcPts val="0"/>
              </a:spcBef>
              <a:spcAft>
                <a:spcPts val="0"/>
              </a:spcAft>
              <a:buClr>
                <a:srgbClr val="FFFFFF"/>
              </a:buClr>
              <a:buSzPts val="1000"/>
              <a:buFont typeface="Arial"/>
              <a:buChar char="●"/>
            </a:pPr>
            <a:r>
              <a:rPr lang="en" sz="1000">
                <a:solidFill>
                  <a:srgbClr val="FFFFFF"/>
                </a:solidFill>
              </a:rPr>
              <a:t>Hide or delete the “Thanks” slide and the mention to Slidesgo in the credits.</a:t>
            </a:r>
            <a:endParaRPr sz="1000">
              <a:solidFill>
                <a:srgbClr val="FFFFFF"/>
              </a:solidFill>
            </a:endParaRPr>
          </a:p>
          <a:p>
            <a:pPr indent="-292100" lvl="0" marL="457200" rtl="0" algn="l">
              <a:lnSpc>
                <a:spcPct val="115000"/>
              </a:lnSpc>
              <a:spcBef>
                <a:spcPts val="0"/>
              </a:spcBef>
              <a:spcAft>
                <a:spcPts val="0"/>
              </a:spcAft>
              <a:buClr>
                <a:srgbClr val="FFFFFF"/>
              </a:buClr>
              <a:buSzPts val="1000"/>
              <a:buFont typeface="Arial"/>
              <a:buChar char="●"/>
            </a:pPr>
            <a:r>
              <a:rPr lang="en" sz="1000">
                <a:solidFill>
                  <a:srgbClr val="FFFFFF"/>
                </a:solidFill>
              </a:rPr>
              <a:t>Share this template in an editable format with people who are not part of your team.</a:t>
            </a:r>
            <a:endParaRPr sz="1000">
              <a:solidFill>
                <a:srgbClr val="FFFFFF"/>
              </a:solidFill>
            </a:endParaRPr>
          </a:p>
          <a:p>
            <a:pPr indent="0" lvl="0" marL="0" rtl="0" algn="l">
              <a:lnSpc>
                <a:spcPct val="115000"/>
              </a:lnSpc>
              <a:spcBef>
                <a:spcPts val="1400"/>
              </a:spcBef>
              <a:spcAft>
                <a:spcPts val="0"/>
              </a:spcAft>
              <a:buNone/>
            </a:pPr>
            <a:r>
              <a:rPr b="1" lang="en" sz="1000">
                <a:solidFill>
                  <a:srgbClr val="869FB2"/>
                </a:solidFill>
              </a:rPr>
              <a:t>You are not allowed to:</a:t>
            </a:r>
            <a:endParaRPr b="1" sz="1000">
              <a:solidFill>
                <a:srgbClr val="869FB2"/>
              </a:solidFill>
            </a:endParaRPr>
          </a:p>
          <a:p>
            <a:pPr indent="-292100" lvl="0" marL="457200" rtl="0" algn="l">
              <a:lnSpc>
                <a:spcPct val="115000"/>
              </a:lnSpc>
              <a:spcBef>
                <a:spcPts val="400"/>
              </a:spcBef>
              <a:spcAft>
                <a:spcPts val="0"/>
              </a:spcAft>
              <a:buClr>
                <a:srgbClr val="FFFFFF"/>
              </a:buClr>
              <a:buSzPts val="1000"/>
              <a:buFont typeface="Arial"/>
              <a:buChar char="●"/>
            </a:pPr>
            <a:r>
              <a:rPr lang="en" sz="1000">
                <a:solidFill>
                  <a:srgbClr val="FFFFFF"/>
                </a:solidFill>
              </a:rPr>
              <a:t>Sublicense, sell or rent this Slidesgo Template (or a modified version of this Slidesgo Template).</a:t>
            </a:r>
            <a:endParaRPr sz="1000">
              <a:solidFill>
                <a:srgbClr val="FFFFFF"/>
              </a:solidFill>
            </a:endParaRPr>
          </a:p>
          <a:p>
            <a:pPr indent="-292100" lvl="0" marL="457200" rtl="0" algn="l">
              <a:lnSpc>
                <a:spcPct val="115000"/>
              </a:lnSpc>
              <a:spcBef>
                <a:spcPts val="0"/>
              </a:spcBef>
              <a:spcAft>
                <a:spcPts val="0"/>
              </a:spcAft>
              <a:buClr>
                <a:srgbClr val="FFFFFF"/>
              </a:buClr>
              <a:buSzPts val="1000"/>
              <a:buFont typeface="Arial"/>
              <a:buChar char="●"/>
            </a:pPr>
            <a:r>
              <a:rPr lang="en" sz="1000">
                <a:solidFill>
                  <a:srgbClr val="FFFFFF"/>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endParaRPr>
          </a:p>
          <a:p>
            <a:pPr indent="-292100" lvl="0" marL="457200" rtl="0" algn="l">
              <a:lnSpc>
                <a:spcPct val="115000"/>
              </a:lnSpc>
              <a:spcBef>
                <a:spcPts val="0"/>
              </a:spcBef>
              <a:spcAft>
                <a:spcPts val="0"/>
              </a:spcAft>
              <a:buClr>
                <a:srgbClr val="FFFFFF"/>
              </a:buClr>
              <a:buSzPts val="1000"/>
              <a:buFont typeface="Arial"/>
              <a:buChar char="●"/>
            </a:pPr>
            <a:r>
              <a:rPr lang="en" sz="1000">
                <a:solidFill>
                  <a:srgbClr val="FFFFFF"/>
                </a:solidFill>
              </a:rPr>
              <a:t>Use any of the elements that are part of this Slidesgo Template in an isolated and separated way from this Template.</a:t>
            </a:r>
            <a:endParaRPr sz="1000">
              <a:solidFill>
                <a:srgbClr val="FFFFFF"/>
              </a:solidFill>
            </a:endParaRPr>
          </a:p>
          <a:p>
            <a:pPr indent="-292100" lvl="0" marL="457200" rtl="0" algn="l">
              <a:lnSpc>
                <a:spcPct val="115000"/>
              </a:lnSpc>
              <a:spcBef>
                <a:spcPts val="0"/>
              </a:spcBef>
              <a:spcAft>
                <a:spcPts val="0"/>
              </a:spcAft>
              <a:buClr>
                <a:srgbClr val="FFFFFF"/>
              </a:buClr>
              <a:buSzPts val="1000"/>
              <a:buFont typeface="Arial"/>
              <a:buChar char="●"/>
            </a:pPr>
            <a:r>
              <a:rPr lang="en" sz="1000">
                <a:solidFill>
                  <a:srgbClr val="FFFFFF"/>
                </a:solidFill>
              </a:rPr>
              <a:t>Register any of the elements that are part of this template as a trademark or logo, or register it as a work in an intellectual property registry or similar.</a:t>
            </a:r>
            <a:endParaRPr sz="1000">
              <a:solidFill>
                <a:srgbClr val="FFFFFF"/>
              </a:solidFill>
            </a:endParaRPr>
          </a:p>
          <a:p>
            <a:pPr indent="0" lvl="0" marL="0" rtl="0" algn="l">
              <a:lnSpc>
                <a:spcPct val="115000"/>
              </a:lnSpc>
              <a:spcBef>
                <a:spcPts val="0"/>
              </a:spcBef>
              <a:spcAft>
                <a:spcPts val="0"/>
              </a:spcAft>
              <a:buNone/>
            </a:pPr>
            <a:r>
              <a:t/>
            </a:r>
            <a:endParaRPr sz="1000">
              <a:solidFill>
                <a:srgbClr val="FFFFFF"/>
              </a:solidFill>
            </a:endParaRPr>
          </a:p>
          <a:p>
            <a:pPr indent="0" lvl="0" marL="0" rtl="0" algn="l">
              <a:lnSpc>
                <a:spcPct val="115000"/>
              </a:lnSpc>
              <a:spcBef>
                <a:spcPts val="0"/>
              </a:spcBef>
              <a:spcAft>
                <a:spcPts val="0"/>
              </a:spcAft>
              <a:buNone/>
            </a:pPr>
            <a:r>
              <a:t/>
            </a:r>
            <a:endParaRPr sz="1000">
              <a:solidFill>
                <a:srgbClr val="FFFFFF"/>
              </a:solidFill>
            </a:endParaRPr>
          </a:p>
        </p:txBody>
      </p:sp>
      <p:sp>
        <p:nvSpPr>
          <p:cNvPr id="1926" name="Google Shape;1926;p125"/>
          <p:cNvSpPr txBox="1"/>
          <p:nvPr/>
        </p:nvSpPr>
        <p:spPr>
          <a:xfrm>
            <a:off x="1048350" y="4314290"/>
            <a:ext cx="7047300" cy="4401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en" sz="1000">
                <a:solidFill>
                  <a:srgbClr val="FFFFFF"/>
                </a:solidFill>
              </a:rPr>
              <a:t>For more information about editing slides, please read our FAQs or visit Slidesgo School:</a:t>
            </a:r>
            <a:endParaRPr sz="1000">
              <a:solidFill>
                <a:srgbClr val="FFFFFF"/>
              </a:solidFill>
            </a:endParaRPr>
          </a:p>
          <a:p>
            <a:pPr indent="0" lvl="0" marL="0" rtl="0" algn="ctr">
              <a:lnSpc>
                <a:spcPct val="115000"/>
              </a:lnSpc>
              <a:spcBef>
                <a:spcPts val="0"/>
              </a:spcBef>
              <a:spcAft>
                <a:spcPts val="0"/>
              </a:spcAft>
              <a:buNone/>
            </a:pPr>
            <a:r>
              <a:rPr lang="en" sz="1000" u="sng">
                <a:solidFill>
                  <a:srgbClr val="869FB2"/>
                </a:solidFill>
                <a:hlinkClick r:id="rId5">
                  <a:extLst>
                    <a:ext uri="{A12FA001-AC4F-418D-AE19-62706E023703}">
                      <ahyp:hlinkClr val="tx"/>
                    </a:ext>
                  </a:extLst>
                </a:hlinkClick>
              </a:rPr>
              <a:t>https://slidesgo.com/faqs</a:t>
            </a:r>
            <a:r>
              <a:rPr lang="en" sz="1000">
                <a:solidFill>
                  <a:srgbClr val="FFFFFF"/>
                </a:solidFill>
              </a:rPr>
              <a:t> and </a:t>
            </a:r>
            <a:r>
              <a:rPr lang="en" sz="1000" u="sng">
                <a:solidFill>
                  <a:srgbClr val="869FB2"/>
                </a:solidFill>
                <a:hlinkClick r:id="rId6">
                  <a:extLst>
                    <a:ext uri="{A12FA001-AC4F-418D-AE19-62706E023703}">
                      <ahyp:hlinkClr val="tx"/>
                    </a:ext>
                  </a:extLst>
                </a:hlinkClick>
              </a:rPr>
              <a:t>https://slidesgo.com/slidesgo-school</a:t>
            </a:r>
            <a:endParaRPr sz="1000" u="sng">
              <a:solidFill>
                <a:srgbClr val="869FB2"/>
              </a:solidFill>
            </a:endParaRPr>
          </a:p>
        </p:txBody>
      </p:sp>
      <p:sp>
        <p:nvSpPr>
          <p:cNvPr id="1927" name="Google Shape;1927;p125"/>
          <p:cNvSpPr txBox="1"/>
          <p:nvPr>
            <p:ph type="title"/>
          </p:nvPr>
        </p:nvSpPr>
        <p:spPr>
          <a:xfrm>
            <a:off x="1048350" y="323850"/>
            <a:ext cx="70473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rPr>
              <a:t>Instructions for use (premium users)</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931" name="Shape 1931"/>
        <p:cNvGrpSpPr/>
        <p:nvPr/>
      </p:nvGrpSpPr>
      <p:grpSpPr>
        <a:xfrm>
          <a:off x="0" y="0"/>
          <a:ext cx="0" cy="0"/>
          <a:chOff x="0" y="0"/>
          <a:chExt cx="0" cy="0"/>
        </a:xfrm>
      </p:grpSpPr>
      <p:sp>
        <p:nvSpPr>
          <p:cNvPr id="1932" name="Google Shape;1932;p126"/>
          <p:cNvSpPr txBox="1"/>
          <p:nvPr>
            <p:ph idx="4294967295" type="body"/>
          </p:nvPr>
        </p:nvSpPr>
        <p:spPr>
          <a:xfrm>
            <a:off x="1068100" y="1087849"/>
            <a:ext cx="7047300" cy="440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rgbClr val="FFFFFF"/>
                </a:solidFill>
                <a:latin typeface="Arial"/>
                <a:ea typeface="Arial"/>
                <a:cs typeface="Arial"/>
                <a:sym typeface="Arial"/>
              </a:rPr>
              <a:t>This presentation has been made using the following fonts:</a:t>
            </a:r>
            <a:endParaRPr>
              <a:solidFill>
                <a:srgbClr val="FFFFFF"/>
              </a:solidFill>
              <a:latin typeface="Arial"/>
              <a:ea typeface="Arial"/>
              <a:cs typeface="Arial"/>
              <a:sym typeface="Arial"/>
            </a:endParaRPr>
          </a:p>
          <a:p>
            <a:pPr indent="0" lvl="0" marL="0" rtl="0" algn="l">
              <a:spcBef>
                <a:spcPts val="0"/>
              </a:spcBef>
              <a:spcAft>
                <a:spcPts val="0"/>
              </a:spcAft>
              <a:buNone/>
            </a:pPr>
            <a:r>
              <a:t/>
            </a:r>
            <a:endParaRPr sz="1300">
              <a:solidFill>
                <a:srgbClr val="435D74"/>
              </a:solidFill>
              <a:latin typeface="Arial"/>
              <a:ea typeface="Arial"/>
              <a:cs typeface="Arial"/>
              <a:sym typeface="Arial"/>
            </a:endParaRPr>
          </a:p>
        </p:txBody>
      </p:sp>
      <p:sp>
        <p:nvSpPr>
          <p:cNvPr id="1933" name="Google Shape;1933;p126"/>
          <p:cNvSpPr txBox="1"/>
          <p:nvPr>
            <p:ph idx="4294967295" type="body"/>
          </p:nvPr>
        </p:nvSpPr>
        <p:spPr>
          <a:xfrm>
            <a:off x="1068100" y="1610422"/>
            <a:ext cx="7047300" cy="1254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Arial"/>
                <a:ea typeface="Arial"/>
                <a:cs typeface="Arial"/>
                <a:sym typeface="Arial"/>
              </a:rPr>
              <a:t>Kulim Park</a:t>
            </a:r>
            <a:endParaRPr b="1">
              <a:solidFill>
                <a:schemeClr val="lt1"/>
              </a:solidFill>
              <a:latin typeface="Arial"/>
              <a:ea typeface="Arial"/>
              <a:cs typeface="Arial"/>
              <a:sym typeface="Arial"/>
            </a:endParaRPr>
          </a:p>
          <a:p>
            <a:pPr indent="0" lvl="0" marL="0" rtl="0" algn="ctr">
              <a:spcBef>
                <a:spcPts val="0"/>
              </a:spcBef>
              <a:spcAft>
                <a:spcPts val="0"/>
              </a:spcAft>
              <a:buNone/>
            </a:pPr>
            <a:r>
              <a:rPr lang="en">
                <a:solidFill>
                  <a:schemeClr val="lt1"/>
                </a:solidFill>
                <a:latin typeface="Arial"/>
                <a:ea typeface="Arial"/>
                <a:cs typeface="Arial"/>
                <a:sym typeface="Arial"/>
              </a:rPr>
              <a:t>(</a:t>
            </a:r>
            <a:r>
              <a:rPr lang="en">
                <a:solidFill>
                  <a:schemeClr val="lt1"/>
                </a:solidFill>
                <a:uFill>
                  <a:noFill/>
                </a:uFill>
                <a:latin typeface="Arial"/>
                <a:ea typeface="Arial"/>
                <a:cs typeface="Arial"/>
                <a:sym typeface="Arial"/>
                <a:hlinkClick r:id="rId3">
                  <a:extLst>
                    <a:ext uri="{A12FA001-AC4F-418D-AE19-62706E023703}">
                      <ahyp:hlinkClr val="tx"/>
                    </a:ext>
                  </a:extLst>
                </a:hlinkClick>
              </a:rPr>
              <a:t>https://fonts.google.com/specimen/Kulim+Park</a:t>
            </a:r>
            <a:r>
              <a:rPr lang="en">
                <a:solidFill>
                  <a:schemeClr val="lt1"/>
                </a:solidFill>
                <a:latin typeface="Arial"/>
                <a:ea typeface="Arial"/>
                <a:cs typeface="Arial"/>
                <a:sym typeface="Arial"/>
              </a:rPr>
              <a:t>)</a:t>
            </a:r>
            <a:endParaRPr>
              <a:solidFill>
                <a:schemeClr val="lt1"/>
              </a:solidFill>
              <a:latin typeface="Arial"/>
              <a:ea typeface="Arial"/>
              <a:cs typeface="Arial"/>
              <a:sym typeface="Arial"/>
            </a:endParaRPr>
          </a:p>
          <a:p>
            <a:pPr indent="0" lvl="0" marL="0" rtl="0" algn="ctr">
              <a:spcBef>
                <a:spcPts val="0"/>
              </a:spcBef>
              <a:spcAft>
                <a:spcPts val="0"/>
              </a:spcAft>
              <a:buNone/>
            </a:pPr>
            <a:r>
              <a:t/>
            </a:r>
            <a:endParaRPr sz="800">
              <a:solidFill>
                <a:schemeClr val="lt1"/>
              </a:solidFill>
              <a:latin typeface="Arial"/>
              <a:ea typeface="Arial"/>
              <a:cs typeface="Arial"/>
              <a:sym typeface="Arial"/>
            </a:endParaRPr>
          </a:p>
          <a:p>
            <a:pPr indent="0" lvl="0" marL="0" rtl="0" algn="ctr">
              <a:spcBef>
                <a:spcPts val="0"/>
              </a:spcBef>
              <a:spcAft>
                <a:spcPts val="0"/>
              </a:spcAft>
              <a:buNone/>
            </a:pPr>
            <a:r>
              <a:rPr b="1" lang="en">
                <a:solidFill>
                  <a:schemeClr val="lt1"/>
                </a:solidFill>
                <a:latin typeface="Arial"/>
                <a:ea typeface="Arial"/>
                <a:cs typeface="Arial"/>
                <a:sym typeface="Arial"/>
              </a:rPr>
              <a:t>Manrope</a:t>
            </a:r>
            <a:endParaRPr b="1">
              <a:solidFill>
                <a:schemeClr val="lt1"/>
              </a:solidFill>
              <a:latin typeface="Arial"/>
              <a:ea typeface="Arial"/>
              <a:cs typeface="Arial"/>
              <a:sym typeface="Arial"/>
            </a:endParaRPr>
          </a:p>
          <a:p>
            <a:pPr indent="0" lvl="0" marL="0" rtl="0" algn="ctr">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a:t>
            </a:r>
            <a:r>
              <a:rPr lang="en">
                <a:solidFill>
                  <a:schemeClr val="lt1"/>
                </a:solidFill>
                <a:uFill>
                  <a:noFill/>
                </a:uFill>
                <a:latin typeface="Arial"/>
                <a:ea typeface="Arial"/>
                <a:cs typeface="Arial"/>
                <a:sym typeface="Arial"/>
                <a:hlinkClick r:id="rId4">
                  <a:extLst>
                    <a:ext uri="{A12FA001-AC4F-418D-AE19-62706E023703}">
                      <ahyp:hlinkClr val="tx"/>
                    </a:ext>
                  </a:extLst>
                </a:hlinkClick>
              </a:rPr>
              <a:t>https://fonts.google.com/specimen/Manrope</a:t>
            </a:r>
            <a:r>
              <a:rPr lang="en">
                <a:solidFill>
                  <a:schemeClr val="lt1"/>
                </a:solidFill>
                <a:latin typeface="Arial"/>
                <a:ea typeface="Arial"/>
                <a:cs typeface="Arial"/>
                <a:sym typeface="Arial"/>
              </a:rPr>
              <a:t>)</a:t>
            </a:r>
            <a:endParaRPr>
              <a:solidFill>
                <a:schemeClr val="lt1"/>
              </a:solidFill>
              <a:latin typeface="Arial"/>
              <a:ea typeface="Arial"/>
              <a:cs typeface="Arial"/>
              <a:sym typeface="Arial"/>
            </a:endParaRPr>
          </a:p>
        </p:txBody>
      </p:sp>
      <p:sp>
        <p:nvSpPr>
          <p:cNvPr id="1934" name="Google Shape;1934;p126"/>
          <p:cNvSpPr/>
          <p:nvPr/>
        </p:nvSpPr>
        <p:spPr>
          <a:xfrm>
            <a:off x="2583563" y="2988225"/>
            <a:ext cx="791400" cy="754200"/>
          </a:xfrm>
          <a:prstGeom prst="roundRect">
            <a:avLst>
              <a:gd fmla="val 16667" name="adj"/>
            </a:avLst>
          </a:prstGeom>
          <a:solidFill>
            <a:srgbClr val="1E1E1E"/>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 name="Google Shape;1935;p126"/>
          <p:cNvSpPr/>
          <p:nvPr/>
        </p:nvSpPr>
        <p:spPr>
          <a:xfrm>
            <a:off x="3645382" y="2988225"/>
            <a:ext cx="791400" cy="754200"/>
          </a:xfrm>
          <a:prstGeom prst="roundRect">
            <a:avLst>
              <a:gd fmla="val 16667" name="adj"/>
            </a:avLst>
          </a:prstGeom>
          <a:solidFill>
            <a:srgbClr val="664B3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 name="Google Shape;1936;p126"/>
          <p:cNvSpPr/>
          <p:nvPr/>
        </p:nvSpPr>
        <p:spPr>
          <a:xfrm>
            <a:off x="4707202" y="2988225"/>
            <a:ext cx="791400" cy="754200"/>
          </a:xfrm>
          <a:prstGeom prst="roundRect">
            <a:avLst>
              <a:gd fmla="val 16667" name="adj"/>
            </a:avLst>
          </a:prstGeom>
          <a:solidFill>
            <a:srgbClr val="887C62"/>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26"/>
          <p:cNvSpPr txBox="1"/>
          <p:nvPr/>
        </p:nvSpPr>
        <p:spPr>
          <a:xfrm>
            <a:off x="2583563" y="314527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rPr>
              <a:t>#1e1e1e</a:t>
            </a:r>
            <a:endParaRPr sz="1000">
              <a:solidFill>
                <a:srgbClr val="FFFFFF"/>
              </a:solidFill>
            </a:endParaRPr>
          </a:p>
        </p:txBody>
      </p:sp>
      <p:sp>
        <p:nvSpPr>
          <p:cNvPr id="1938" name="Google Shape;1938;p126"/>
          <p:cNvSpPr txBox="1"/>
          <p:nvPr/>
        </p:nvSpPr>
        <p:spPr>
          <a:xfrm>
            <a:off x="3645388" y="314527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rPr>
              <a:t>#664b34</a:t>
            </a:r>
            <a:endParaRPr sz="1000">
              <a:solidFill>
                <a:srgbClr val="FFFFFF"/>
              </a:solidFill>
            </a:endParaRPr>
          </a:p>
        </p:txBody>
      </p:sp>
      <p:sp>
        <p:nvSpPr>
          <p:cNvPr id="1939" name="Google Shape;1939;p126"/>
          <p:cNvSpPr txBox="1"/>
          <p:nvPr/>
        </p:nvSpPr>
        <p:spPr>
          <a:xfrm>
            <a:off x="4707213" y="314527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rPr>
              <a:t>#887c62</a:t>
            </a:r>
            <a:endParaRPr sz="1000">
              <a:solidFill>
                <a:srgbClr val="FFFFFF"/>
              </a:solidFill>
            </a:endParaRPr>
          </a:p>
        </p:txBody>
      </p:sp>
      <p:sp>
        <p:nvSpPr>
          <p:cNvPr id="1940" name="Google Shape;1940;p126"/>
          <p:cNvSpPr/>
          <p:nvPr/>
        </p:nvSpPr>
        <p:spPr>
          <a:xfrm>
            <a:off x="5769038" y="2988225"/>
            <a:ext cx="791400" cy="754200"/>
          </a:xfrm>
          <a:prstGeom prst="roundRect">
            <a:avLst>
              <a:gd fmla="val 16667" name="adj"/>
            </a:avLst>
          </a:prstGeom>
          <a:solidFill>
            <a:srgbClr val="D4CBB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1" name="Google Shape;1941;p126"/>
          <p:cNvSpPr txBox="1"/>
          <p:nvPr/>
        </p:nvSpPr>
        <p:spPr>
          <a:xfrm>
            <a:off x="5769038" y="314527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rPr>
              <a:t>#d4cbbb</a:t>
            </a:r>
            <a:endParaRPr sz="1000">
              <a:solidFill>
                <a:srgbClr val="FFFFFF"/>
              </a:solidFill>
            </a:endParaRPr>
          </a:p>
        </p:txBody>
      </p:sp>
      <p:sp>
        <p:nvSpPr>
          <p:cNvPr id="1942" name="Google Shape;1942;p126"/>
          <p:cNvSpPr/>
          <p:nvPr/>
        </p:nvSpPr>
        <p:spPr>
          <a:xfrm>
            <a:off x="2583563" y="3919325"/>
            <a:ext cx="791400" cy="754200"/>
          </a:xfrm>
          <a:prstGeom prst="roundRect">
            <a:avLst>
              <a:gd fmla="val 16667" name="adj"/>
            </a:avLst>
          </a:prstGeom>
          <a:solidFill>
            <a:srgbClr val="E7E2D6"/>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3" name="Google Shape;1943;p126"/>
          <p:cNvSpPr/>
          <p:nvPr/>
        </p:nvSpPr>
        <p:spPr>
          <a:xfrm>
            <a:off x="3645382" y="3919325"/>
            <a:ext cx="791400" cy="754200"/>
          </a:xfrm>
          <a:prstGeom prst="roundRect">
            <a:avLst>
              <a:gd fmla="val 16667" name="adj"/>
            </a:avLst>
          </a:prstGeom>
          <a:solidFill>
            <a:srgbClr val="F3F3F3"/>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4" name="Google Shape;1944;p126"/>
          <p:cNvSpPr/>
          <p:nvPr/>
        </p:nvSpPr>
        <p:spPr>
          <a:xfrm>
            <a:off x="4707202" y="3919325"/>
            <a:ext cx="791400" cy="754200"/>
          </a:xfrm>
          <a:prstGeom prst="roundRect">
            <a:avLst>
              <a:gd fmla="val 16667" name="adj"/>
            </a:avLst>
          </a:prstGeom>
          <a:solidFill>
            <a:srgbClr val="E2B0A6"/>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5" name="Google Shape;1945;p126"/>
          <p:cNvSpPr txBox="1"/>
          <p:nvPr/>
        </p:nvSpPr>
        <p:spPr>
          <a:xfrm>
            <a:off x="2583563" y="407637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rPr>
              <a:t>#e7e2d6</a:t>
            </a:r>
            <a:endParaRPr sz="1000">
              <a:solidFill>
                <a:schemeClr val="dk1"/>
              </a:solidFill>
            </a:endParaRPr>
          </a:p>
        </p:txBody>
      </p:sp>
      <p:sp>
        <p:nvSpPr>
          <p:cNvPr id="1946" name="Google Shape;1946;p126"/>
          <p:cNvSpPr txBox="1"/>
          <p:nvPr/>
        </p:nvSpPr>
        <p:spPr>
          <a:xfrm>
            <a:off x="3645388" y="407637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rPr>
              <a:t>#f3f3f3</a:t>
            </a:r>
            <a:endParaRPr sz="1000">
              <a:solidFill>
                <a:schemeClr val="dk1"/>
              </a:solidFill>
            </a:endParaRPr>
          </a:p>
        </p:txBody>
      </p:sp>
      <p:sp>
        <p:nvSpPr>
          <p:cNvPr id="1947" name="Google Shape;1947;p126"/>
          <p:cNvSpPr txBox="1"/>
          <p:nvPr/>
        </p:nvSpPr>
        <p:spPr>
          <a:xfrm>
            <a:off x="4707213" y="407637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rPr>
              <a:t>#e2b0a6</a:t>
            </a:r>
            <a:endParaRPr sz="1000">
              <a:solidFill>
                <a:schemeClr val="dk1"/>
              </a:solidFill>
            </a:endParaRPr>
          </a:p>
        </p:txBody>
      </p:sp>
      <p:sp>
        <p:nvSpPr>
          <p:cNvPr id="1948" name="Google Shape;1948;p126"/>
          <p:cNvSpPr/>
          <p:nvPr/>
        </p:nvSpPr>
        <p:spPr>
          <a:xfrm>
            <a:off x="5769038" y="3919325"/>
            <a:ext cx="791400" cy="754200"/>
          </a:xfrm>
          <a:prstGeom prst="roundRect">
            <a:avLst>
              <a:gd fmla="val 16667" name="adj"/>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 name="Google Shape;1949;p126"/>
          <p:cNvSpPr txBox="1"/>
          <p:nvPr/>
        </p:nvSpPr>
        <p:spPr>
          <a:xfrm>
            <a:off x="5769038" y="407637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rPr>
              <a:t>#ffffff</a:t>
            </a:r>
            <a:endParaRPr sz="1000">
              <a:solidFill>
                <a:schemeClr val="dk1"/>
              </a:solidFill>
            </a:endParaRPr>
          </a:p>
        </p:txBody>
      </p:sp>
      <p:sp>
        <p:nvSpPr>
          <p:cNvPr id="1950" name="Google Shape;1950;p126"/>
          <p:cNvSpPr txBox="1"/>
          <p:nvPr>
            <p:ph type="title"/>
          </p:nvPr>
        </p:nvSpPr>
        <p:spPr>
          <a:xfrm>
            <a:off x="1048350" y="323850"/>
            <a:ext cx="70473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rPr>
              <a:t>Fonts &amp; colors used</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954" name="Shape 1954"/>
        <p:cNvGrpSpPr/>
        <p:nvPr/>
      </p:nvGrpSpPr>
      <p:grpSpPr>
        <a:xfrm>
          <a:off x="0" y="0"/>
          <a:ext cx="0" cy="0"/>
          <a:chOff x="0" y="0"/>
          <a:chExt cx="0" cy="0"/>
        </a:xfrm>
      </p:grpSpPr>
      <p:sp>
        <p:nvSpPr>
          <p:cNvPr id="1955" name="Google Shape;1955;p127"/>
          <p:cNvSpPr txBox="1"/>
          <p:nvPr/>
        </p:nvSpPr>
        <p:spPr>
          <a:xfrm>
            <a:off x="1252425" y="1086401"/>
            <a:ext cx="6630900" cy="852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en" sz="1100">
                <a:solidFill>
                  <a:srgbClr val="FFFFFF"/>
                </a:solidFill>
              </a:rPr>
              <a:t>Create your Story with our illustrated concepts. Choose the style you like the most, edit its colors, pick the background and layers you want to show and bring them to life with the animator panel! It will boost your presentation. Check out</a:t>
            </a:r>
            <a:r>
              <a:rPr lang="en" sz="1100">
                <a:solidFill>
                  <a:srgbClr val="869FB2"/>
                </a:solidFill>
              </a:rPr>
              <a:t> h</a:t>
            </a:r>
            <a:r>
              <a:rPr lang="en" sz="1100">
                <a:solidFill>
                  <a:srgbClr val="869FB2"/>
                </a:solidFill>
                <a:uFill>
                  <a:noFill/>
                </a:uFill>
                <a:hlinkClick r:id="rId3">
                  <a:extLst>
                    <a:ext uri="{A12FA001-AC4F-418D-AE19-62706E023703}">
                      <ahyp:hlinkClr val="tx"/>
                    </a:ext>
                  </a:extLst>
                </a:hlinkClick>
              </a:rPr>
              <a:t>ow it works.</a:t>
            </a:r>
            <a:endParaRPr sz="1100">
              <a:solidFill>
                <a:srgbClr val="869FB2"/>
              </a:solidFill>
            </a:endParaRPr>
          </a:p>
        </p:txBody>
      </p:sp>
      <p:pic>
        <p:nvPicPr>
          <p:cNvPr id="1956" name="Google Shape;1956;p127"/>
          <p:cNvPicPr preferRelativeResize="0"/>
          <p:nvPr/>
        </p:nvPicPr>
        <p:blipFill rotWithShape="1">
          <a:blip r:embed="rId4">
            <a:alphaModFix/>
          </a:blip>
          <a:srcRect b="16547" l="0" r="0" t="16541"/>
          <a:stretch/>
        </p:blipFill>
        <p:spPr>
          <a:xfrm>
            <a:off x="510820" y="2688639"/>
            <a:ext cx="1606719" cy="1075073"/>
          </a:xfrm>
          <a:prstGeom prst="rect">
            <a:avLst/>
          </a:prstGeom>
          <a:noFill/>
          <a:ln>
            <a:noFill/>
          </a:ln>
        </p:spPr>
      </p:pic>
      <p:sp>
        <p:nvSpPr>
          <p:cNvPr id="1957" name="Google Shape;1957;p127">
            <a:hlinkClick r:id="rId5"/>
          </p:cNvPr>
          <p:cNvSpPr txBox="1"/>
          <p:nvPr/>
        </p:nvSpPr>
        <p:spPr>
          <a:xfrm>
            <a:off x="678041" y="3976375"/>
            <a:ext cx="1272300" cy="3183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lang="en">
                <a:solidFill>
                  <a:srgbClr val="869FB2"/>
                </a:solidFill>
                <a:uFill>
                  <a:noFill/>
                </a:uFill>
                <a:hlinkClick r:id="rId6">
                  <a:extLst>
                    <a:ext uri="{A12FA001-AC4F-418D-AE19-62706E023703}">
                      <ahyp:hlinkClr val="tx"/>
                    </a:ext>
                  </a:extLst>
                </a:hlinkClick>
              </a:rPr>
              <a:t>Pana</a:t>
            </a:r>
            <a:endParaRPr>
              <a:solidFill>
                <a:srgbClr val="869FB2"/>
              </a:solidFill>
            </a:endParaRPr>
          </a:p>
        </p:txBody>
      </p:sp>
      <p:sp>
        <p:nvSpPr>
          <p:cNvPr id="1958" name="Google Shape;1958;p127">
            <a:hlinkClick r:id="rId7"/>
          </p:cNvPr>
          <p:cNvSpPr txBox="1"/>
          <p:nvPr/>
        </p:nvSpPr>
        <p:spPr>
          <a:xfrm>
            <a:off x="2289219" y="3976375"/>
            <a:ext cx="1272300" cy="3183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lang="en">
                <a:solidFill>
                  <a:srgbClr val="869FB2"/>
                </a:solidFill>
                <a:uFill>
                  <a:noFill/>
                </a:uFill>
                <a:hlinkClick r:id="rId8">
                  <a:extLst>
                    <a:ext uri="{A12FA001-AC4F-418D-AE19-62706E023703}">
                      <ahyp:hlinkClr val="tx"/>
                    </a:ext>
                  </a:extLst>
                </a:hlinkClick>
              </a:rPr>
              <a:t>Amico</a:t>
            </a:r>
            <a:endParaRPr>
              <a:solidFill>
                <a:srgbClr val="869FB2"/>
              </a:solidFill>
            </a:endParaRPr>
          </a:p>
        </p:txBody>
      </p:sp>
      <p:sp>
        <p:nvSpPr>
          <p:cNvPr id="1959" name="Google Shape;1959;p127">
            <a:hlinkClick r:id="rId9"/>
          </p:cNvPr>
          <p:cNvSpPr txBox="1"/>
          <p:nvPr/>
        </p:nvSpPr>
        <p:spPr>
          <a:xfrm>
            <a:off x="3900404" y="3976375"/>
            <a:ext cx="1272300" cy="3183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lang="en">
                <a:solidFill>
                  <a:srgbClr val="869FB2"/>
                </a:solidFill>
                <a:uFill>
                  <a:noFill/>
                </a:uFill>
                <a:hlinkClick r:id="rId10">
                  <a:extLst>
                    <a:ext uri="{A12FA001-AC4F-418D-AE19-62706E023703}">
                      <ahyp:hlinkClr val="tx"/>
                    </a:ext>
                  </a:extLst>
                </a:hlinkClick>
              </a:rPr>
              <a:t>Bro</a:t>
            </a:r>
            <a:endParaRPr>
              <a:solidFill>
                <a:srgbClr val="869FB2"/>
              </a:solidFill>
            </a:endParaRPr>
          </a:p>
        </p:txBody>
      </p:sp>
      <p:sp>
        <p:nvSpPr>
          <p:cNvPr id="1960" name="Google Shape;1960;p127">
            <a:hlinkClick r:id="rId11"/>
          </p:cNvPr>
          <p:cNvSpPr txBox="1"/>
          <p:nvPr/>
        </p:nvSpPr>
        <p:spPr>
          <a:xfrm>
            <a:off x="5511563" y="3976375"/>
            <a:ext cx="1272300" cy="3183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lang="en">
                <a:solidFill>
                  <a:srgbClr val="869FB2"/>
                </a:solidFill>
                <a:uFill>
                  <a:noFill/>
                </a:uFill>
                <a:hlinkClick r:id="rId12">
                  <a:extLst>
                    <a:ext uri="{A12FA001-AC4F-418D-AE19-62706E023703}">
                      <ahyp:hlinkClr val="tx"/>
                    </a:ext>
                  </a:extLst>
                </a:hlinkClick>
              </a:rPr>
              <a:t>Rafiki</a:t>
            </a:r>
            <a:endParaRPr>
              <a:solidFill>
                <a:srgbClr val="869FB2"/>
              </a:solidFill>
            </a:endParaRPr>
          </a:p>
        </p:txBody>
      </p:sp>
      <p:pic>
        <p:nvPicPr>
          <p:cNvPr id="1961" name="Google Shape;1961;p127"/>
          <p:cNvPicPr preferRelativeResize="0"/>
          <p:nvPr/>
        </p:nvPicPr>
        <p:blipFill rotWithShape="1">
          <a:blip r:embed="rId13">
            <a:alphaModFix/>
          </a:blip>
          <a:srcRect b="0" l="0" r="0" t="0"/>
          <a:stretch/>
        </p:blipFill>
        <p:spPr>
          <a:xfrm>
            <a:off x="2255077" y="2410850"/>
            <a:ext cx="1340595" cy="1340603"/>
          </a:xfrm>
          <a:prstGeom prst="rect">
            <a:avLst/>
          </a:prstGeom>
          <a:noFill/>
          <a:ln>
            <a:noFill/>
          </a:ln>
        </p:spPr>
      </p:pic>
      <p:pic>
        <p:nvPicPr>
          <p:cNvPr id="1962" name="Google Shape;1962;p127"/>
          <p:cNvPicPr preferRelativeResize="0"/>
          <p:nvPr/>
        </p:nvPicPr>
        <p:blipFill rotWithShape="1">
          <a:blip r:embed="rId14">
            <a:alphaModFix/>
          </a:blip>
          <a:srcRect b="8855" l="4195" r="4213" t="11228"/>
          <a:stretch/>
        </p:blipFill>
        <p:spPr>
          <a:xfrm>
            <a:off x="3774275" y="2532512"/>
            <a:ext cx="1448304" cy="1263588"/>
          </a:xfrm>
          <a:prstGeom prst="rect">
            <a:avLst/>
          </a:prstGeom>
          <a:noFill/>
          <a:ln>
            <a:noFill/>
          </a:ln>
        </p:spPr>
      </p:pic>
      <p:pic>
        <p:nvPicPr>
          <p:cNvPr id="1963" name="Google Shape;1963;p127"/>
          <p:cNvPicPr preferRelativeResize="0"/>
          <p:nvPr/>
        </p:nvPicPr>
        <p:blipFill rotWithShape="1">
          <a:blip r:embed="rId15">
            <a:alphaModFix/>
          </a:blip>
          <a:srcRect b="11946" l="0" r="0" t="6568"/>
          <a:stretch/>
        </p:blipFill>
        <p:spPr>
          <a:xfrm>
            <a:off x="5347337" y="2581527"/>
            <a:ext cx="1448284" cy="1180164"/>
          </a:xfrm>
          <a:prstGeom prst="rect">
            <a:avLst/>
          </a:prstGeom>
          <a:noFill/>
          <a:ln>
            <a:noFill/>
          </a:ln>
        </p:spPr>
      </p:pic>
      <p:pic>
        <p:nvPicPr>
          <p:cNvPr id="1964" name="Google Shape;1964;p127"/>
          <p:cNvPicPr preferRelativeResize="0"/>
          <p:nvPr/>
        </p:nvPicPr>
        <p:blipFill rotWithShape="1">
          <a:blip r:embed="rId16">
            <a:alphaModFix/>
          </a:blip>
          <a:srcRect b="17968" l="0" r="0" t="11709"/>
          <a:stretch/>
        </p:blipFill>
        <p:spPr>
          <a:xfrm>
            <a:off x="6836257" y="2523903"/>
            <a:ext cx="1796923" cy="1263600"/>
          </a:xfrm>
          <a:prstGeom prst="rect">
            <a:avLst/>
          </a:prstGeom>
          <a:noFill/>
          <a:ln>
            <a:noFill/>
          </a:ln>
        </p:spPr>
      </p:pic>
      <p:sp>
        <p:nvSpPr>
          <p:cNvPr id="1965" name="Google Shape;1965;p127">
            <a:hlinkClick r:id="rId17"/>
          </p:cNvPr>
          <p:cNvSpPr txBox="1"/>
          <p:nvPr/>
        </p:nvSpPr>
        <p:spPr>
          <a:xfrm>
            <a:off x="7122738" y="3976375"/>
            <a:ext cx="1272300" cy="3183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lang="en">
                <a:solidFill>
                  <a:srgbClr val="869FB2"/>
                </a:solidFill>
                <a:uFill>
                  <a:noFill/>
                </a:uFill>
                <a:hlinkClick r:id="rId18">
                  <a:extLst>
                    <a:ext uri="{A12FA001-AC4F-418D-AE19-62706E023703}">
                      <ahyp:hlinkClr val="tx"/>
                    </a:ext>
                  </a:extLst>
                </a:hlinkClick>
              </a:rPr>
              <a:t>Cuate</a:t>
            </a:r>
            <a:endParaRPr>
              <a:solidFill>
                <a:srgbClr val="869FB2"/>
              </a:solidFill>
            </a:endParaRPr>
          </a:p>
        </p:txBody>
      </p:sp>
      <p:sp>
        <p:nvSpPr>
          <p:cNvPr id="1966" name="Google Shape;1966;p127"/>
          <p:cNvSpPr txBox="1"/>
          <p:nvPr>
            <p:ph type="title"/>
          </p:nvPr>
        </p:nvSpPr>
        <p:spPr>
          <a:xfrm>
            <a:off x="1048350" y="323850"/>
            <a:ext cx="70473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a:solidFill>
                  <a:schemeClr val="lt1"/>
                </a:solidFill>
              </a:rPr>
              <a:t>Storyset</a:t>
            </a:r>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970" name="Shape 1970"/>
        <p:cNvGrpSpPr/>
        <p:nvPr/>
      </p:nvGrpSpPr>
      <p:grpSpPr>
        <a:xfrm>
          <a:off x="0" y="0"/>
          <a:ext cx="0" cy="0"/>
          <a:chOff x="0" y="0"/>
          <a:chExt cx="0" cy="0"/>
        </a:xfrm>
      </p:grpSpPr>
      <p:sp>
        <p:nvSpPr>
          <p:cNvPr id="1971" name="Google Shape;1971;p128"/>
          <p:cNvSpPr txBox="1"/>
          <p:nvPr/>
        </p:nvSpPr>
        <p:spPr>
          <a:xfrm>
            <a:off x="1068100" y="1221875"/>
            <a:ext cx="7047300" cy="4824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val="tx"/>
                    </a:ext>
                  </a:extLst>
                </a:hlinkClick>
              </a:rPr>
              <a:t>infographics</a:t>
            </a:r>
            <a:r>
              <a:rPr lang="en" sz="1100">
                <a:solidFill>
                  <a:srgbClr val="FFFFFF"/>
                </a:solidFill>
              </a:rPr>
              <a:t> on Slidesgo.</a:t>
            </a:r>
            <a:endParaRPr sz="1100">
              <a:solidFill>
                <a:srgbClr val="FFFFFF"/>
              </a:solidFill>
            </a:endParaRPr>
          </a:p>
        </p:txBody>
      </p:sp>
      <p:grpSp>
        <p:nvGrpSpPr>
          <p:cNvPr id="1972" name="Google Shape;1972;p128"/>
          <p:cNvGrpSpPr/>
          <p:nvPr/>
        </p:nvGrpSpPr>
        <p:grpSpPr>
          <a:xfrm>
            <a:off x="5156078" y="3085736"/>
            <a:ext cx="474294" cy="551291"/>
            <a:chOff x="4727025" y="1332775"/>
            <a:chExt cx="59900" cy="69625"/>
          </a:xfrm>
        </p:grpSpPr>
        <p:sp>
          <p:nvSpPr>
            <p:cNvPr id="1973" name="Google Shape;1973;p128"/>
            <p:cNvSpPr/>
            <p:nvPr/>
          </p:nvSpPr>
          <p:spPr>
            <a:xfrm>
              <a:off x="4727025" y="1332775"/>
              <a:ext cx="36450" cy="33200"/>
            </a:xfrm>
            <a:custGeom>
              <a:rect b="b" l="l" r="r" t="t"/>
              <a:pathLst>
                <a:path extrusionOk="0" h="1328" w="1458">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4" name="Google Shape;1974;p128"/>
            <p:cNvSpPr/>
            <p:nvPr/>
          </p:nvSpPr>
          <p:spPr>
            <a:xfrm>
              <a:off x="4750475" y="1369025"/>
              <a:ext cx="36450" cy="33375"/>
            </a:xfrm>
            <a:custGeom>
              <a:rect b="b" l="l" r="r" t="t"/>
              <a:pathLst>
                <a:path extrusionOk="0" h="1335" w="1458">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75" name="Google Shape;1975;p128"/>
          <p:cNvGrpSpPr/>
          <p:nvPr/>
        </p:nvGrpSpPr>
        <p:grpSpPr>
          <a:xfrm>
            <a:off x="5769734" y="2314340"/>
            <a:ext cx="555653" cy="557031"/>
            <a:chOff x="4820425" y="1329900"/>
            <a:chExt cx="70175" cy="70350"/>
          </a:xfrm>
        </p:grpSpPr>
        <p:sp>
          <p:nvSpPr>
            <p:cNvPr id="1976" name="Google Shape;1976;p128"/>
            <p:cNvSpPr/>
            <p:nvPr/>
          </p:nvSpPr>
          <p:spPr>
            <a:xfrm>
              <a:off x="4862975" y="1335475"/>
              <a:ext cx="27625" cy="34650"/>
            </a:xfrm>
            <a:custGeom>
              <a:rect b="b" l="l" r="r" t="t"/>
              <a:pathLst>
                <a:path extrusionOk="0" h="1386" w="1105">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7" name="Google Shape;1977;p128"/>
            <p:cNvSpPr/>
            <p:nvPr/>
          </p:nvSpPr>
          <p:spPr>
            <a:xfrm>
              <a:off x="4820425" y="1360000"/>
              <a:ext cx="27625" cy="34650"/>
            </a:xfrm>
            <a:custGeom>
              <a:rect b="b" l="l" r="r" t="t"/>
              <a:pathLst>
                <a:path extrusionOk="0" h="1386" w="1105">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8" name="Google Shape;1978;p128"/>
            <p:cNvSpPr/>
            <p:nvPr/>
          </p:nvSpPr>
          <p:spPr>
            <a:xfrm>
              <a:off x="4850375" y="1372800"/>
              <a:ext cx="34625" cy="27450"/>
            </a:xfrm>
            <a:custGeom>
              <a:rect b="b" l="l" r="r" t="t"/>
              <a:pathLst>
                <a:path extrusionOk="0" h="1098" w="1385">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9" name="Google Shape;1979;p128"/>
            <p:cNvSpPr/>
            <p:nvPr/>
          </p:nvSpPr>
          <p:spPr>
            <a:xfrm>
              <a:off x="4825850" y="1329900"/>
              <a:ext cx="34625" cy="27975"/>
            </a:xfrm>
            <a:custGeom>
              <a:rect b="b" l="l" r="r" t="t"/>
              <a:pathLst>
                <a:path extrusionOk="0" h="1119" w="1385">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80" name="Google Shape;1980;p128"/>
          <p:cNvGrpSpPr/>
          <p:nvPr/>
        </p:nvGrpSpPr>
        <p:grpSpPr>
          <a:xfrm>
            <a:off x="6396103" y="2318845"/>
            <a:ext cx="582574" cy="533871"/>
            <a:chOff x="4903200" y="1331525"/>
            <a:chExt cx="73575" cy="67425"/>
          </a:xfrm>
        </p:grpSpPr>
        <p:sp>
          <p:nvSpPr>
            <p:cNvPr id="1981" name="Google Shape;1981;p128"/>
            <p:cNvSpPr/>
            <p:nvPr/>
          </p:nvSpPr>
          <p:spPr>
            <a:xfrm>
              <a:off x="4903200" y="1331525"/>
              <a:ext cx="73575" cy="67425"/>
            </a:xfrm>
            <a:custGeom>
              <a:rect b="b" l="l" r="r" t="t"/>
              <a:pathLst>
                <a:path extrusionOk="0" h="2697" w="2943">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128"/>
            <p:cNvSpPr/>
            <p:nvPr/>
          </p:nvSpPr>
          <p:spPr>
            <a:xfrm>
              <a:off x="4930250" y="1353150"/>
              <a:ext cx="29775" cy="32475"/>
            </a:xfrm>
            <a:custGeom>
              <a:rect b="b" l="l" r="r" t="t"/>
              <a:pathLst>
                <a:path extrusionOk="0" h="1299" w="1191">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83" name="Google Shape;1983;p128"/>
          <p:cNvGrpSpPr/>
          <p:nvPr/>
        </p:nvGrpSpPr>
        <p:grpSpPr>
          <a:xfrm>
            <a:off x="5755581" y="3078709"/>
            <a:ext cx="583960" cy="565345"/>
            <a:chOff x="4815575" y="1416800"/>
            <a:chExt cx="73750" cy="71400"/>
          </a:xfrm>
        </p:grpSpPr>
        <p:sp>
          <p:nvSpPr>
            <p:cNvPr id="1984" name="Google Shape;1984;p128"/>
            <p:cNvSpPr/>
            <p:nvPr/>
          </p:nvSpPr>
          <p:spPr>
            <a:xfrm>
              <a:off x="4815575" y="1416800"/>
              <a:ext cx="43100" cy="52150"/>
            </a:xfrm>
            <a:custGeom>
              <a:rect b="b" l="l" r="r" t="t"/>
              <a:pathLst>
                <a:path extrusionOk="0" h="2086" w="1724">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 name="Google Shape;1985;p128"/>
            <p:cNvSpPr/>
            <p:nvPr/>
          </p:nvSpPr>
          <p:spPr>
            <a:xfrm>
              <a:off x="4861725" y="1421125"/>
              <a:ext cx="27600" cy="51250"/>
            </a:xfrm>
            <a:custGeom>
              <a:rect b="b" l="l" r="r" t="t"/>
              <a:pathLst>
                <a:path extrusionOk="0" h="2050" w="1104">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6" name="Google Shape;1986;p128"/>
            <p:cNvSpPr/>
            <p:nvPr/>
          </p:nvSpPr>
          <p:spPr>
            <a:xfrm>
              <a:off x="4829450" y="1467825"/>
              <a:ext cx="49250" cy="20375"/>
            </a:xfrm>
            <a:custGeom>
              <a:rect b="b" l="l" r="r" t="t"/>
              <a:pathLst>
                <a:path extrusionOk="0" h="815" w="197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87" name="Google Shape;1987;p128"/>
          <p:cNvGrpSpPr/>
          <p:nvPr/>
        </p:nvGrpSpPr>
        <p:grpSpPr>
          <a:xfrm>
            <a:off x="6390362" y="3108896"/>
            <a:ext cx="589898" cy="504970"/>
            <a:chOff x="4902475" y="1418875"/>
            <a:chExt cx="74500" cy="63775"/>
          </a:xfrm>
        </p:grpSpPr>
        <p:sp>
          <p:nvSpPr>
            <p:cNvPr id="1988" name="Google Shape;1988;p128"/>
            <p:cNvSpPr/>
            <p:nvPr/>
          </p:nvSpPr>
          <p:spPr>
            <a:xfrm>
              <a:off x="4902475" y="1418875"/>
              <a:ext cx="74500" cy="63775"/>
            </a:xfrm>
            <a:custGeom>
              <a:rect b="b" l="l" r="r" t="t"/>
              <a:pathLst>
                <a:path extrusionOk="0" h="2551" w="298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 name="Google Shape;1989;p128"/>
            <p:cNvSpPr/>
            <p:nvPr/>
          </p:nvSpPr>
          <p:spPr>
            <a:xfrm>
              <a:off x="4916350" y="1418975"/>
              <a:ext cx="59725" cy="63675"/>
            </a:xfrm>
            <a:custGeom>
              <a:rect b="b" l="l" r="r" t="t"/>
              <a:pathLst>
                <a:path extrusionOk="0" h="2547" w="2389">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90" name="Google Shape;1990;p128"/>
          <p:cNvGrpSpPr/>
          <p:nvPr/>
        </p:nvGrpSpPr>
        <p:grpSpPr>
          <a:xfrm>
            <a:off x="5765577" y="3826000"/>
            <a:ext cx="563967" cy="567127"/>
            <a:chOff x="4818100" y="1507675"/>
            <a:chExt cx="71225" cy="71625"/>
          </a:xfrm>
        </p:grpSpPr>
        <p:sp>
          <p:nvSpPr>
            <p:cNvPr id="1991" name="Google Shape;1991;p128"/>
            <p:cNvSpPr/>
            <p:nvPr/>
          </p:nvSpPr>
          <p:spPr>
            <a:xfrm>
              <a:off x="4818100" y="1507675"/>
              <a:ext cx="46000" cy="56300"/>
            </a:xfrm>
            <a:custGeom>
              <a:rect b="b" l="l" r="r" t="t"/>
              <a:pathLst>
                <a:path extrusionOk="0" h="2252" w="184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2" name="Google Shape;1992;p128"/>
            <p:cNvSpPr/>
            <p:nvPr/>
          </p:nvSpPr>
          <p:spPr>
            <a:xfrm>
              <a:off x="4869825" y="1519575"/>
              <a:ext cx="19500" cy="23825"/>
            </a:xfrm>
            <a:custGeom>
              <a:rect b="b" l="l" r="r" t="t"/>
              <a:pathLst>
                <a:path extrusionOk="0" h="953" w="780">
                  <a:moveTo>
                    <a:pt x="304" y="1"/>
                  </a:moveTo>
                  <a:lnTo>
                    <a:pt x="1" y="354"/>
                  </a:lnTo>
                  <a:cubicBezTo>
                    <a:pt x="181" y="506"/>
                    <a:pt x="289" y="722"/>
                    <a:pt x="311" y="953"/>
                  </a:cubicBezTo>
                  <a:lnTo>
                    <a:pt x="780" y="953"/>
                  </a:lnTo>
                  <a:cubicBezTo>
                    <a:pt x="751" y="585"/>
                    <a:pt x="585" y="239"/>
                    <a:pt x="304"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 name="Google Shape;1993;p128"/>
            <p:cNvSpPr/>
            <p:nvPr/>
          </p:nvSpPr>
          <p:spPr>
            <a:xfrm>
              <a:off x="4857575" y="1547700"/>
              <a:ext cx="31575" cy="31600"/>
            </a:xfrm>
            <a:custGeom>
              <a:rect b="b" l="l" r="r" t="t"/>
              <a:pathLst>
                <a:path extrusionOk="0" h="1264" w="1263">
                  <a:moveTo>
                    <a:pt x="801" y="1"/>
                  </a:moveTo>
                  <a:cubicBezTo>
                    <a:pt x="758" y="419"/>
                    <a:pt x="426" y="751"/>
                    <a:pt x="1" y="794"/>
                  </a:cubicBezTo>
                  <a:lnTo>
                    <a:pt x="1" y="1263"/>
                  </a:lnTo>
                  <a:cubicBezTo>
                    <a:pt x="679" y="1213"/>
                    <a:pt x="1219" y="679"/>
                    <a:pt x="126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4" name="Google Shape;1994;p128"/>
            <p:cNvSpPr/>
            <p:nvPr/>
          </p:nvSpPr>
          <p:spPr>
            <a:xfrm>
              <a:off x="4829800" y="1560150"/>
              <a:ext cx="23650" cy="18950"/>
            </a:xfrm>
            <a:custGeom>
              <a:rect b="b" l="l" r="r" t="t"/>
              <a:pathLst>
                <a:path extrusionOk="0" h="758" w="946">
                  <a:moveTo>
                    <a:pt x="376" y="1"/>
                  </a:moveTo>
                  <a:lnTo>
                    <a:pt x="1" y="282"/>
                  </a:lnTo>
                  <a:cubicBezTo>
                    <a:pt x="239" y="563"/>
                    <a:pt x="578" y="736"/>
                    <a:pt x="946" y="758"/>
                  </a:cubicBezTo>
                  <a:lnTo>
                    <a:pt x="946" y="289"/>
                  </a:lnTo>
                  <a:cubicBezTo>
                    <a:pt x="722" y="267"/>
                    <a:pt x="520" y="166"/>
                    <a:pt x="376"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95" name="Google Shape;1995;p128"/>
          <p:cNvGrpSpPr/>
          <p:nvPr/>
        </p:nvGrpSpPr>
        <p:grpSpPr>
          <a:xfrm>
            <a:off x="5079075" y="3829461"/>
            <a:ext cx="628301" cy="588505"/>
            <a:chOff x="4721450" y="1509475"/>
            <a:chExt cx="79350" cy="74325"/>
          </a:xfrm>
        </p:grpSpPr>
        <p:sp>
          <p:nvSpPr>
            <p:cNvPr id="1996" name="Google Shape;1996;p128"/>
            <p:cNvSpPr/>
            <p:nvPr/>
          </p:nvSpPr>
          <p:spPr>
            <a:xfrm>
              <a:off x="4729025" y="1509475"/>
              <a:ext cx="27050" cy="26725"/>
            </a:xfrm>
            <a:custGeom>
              <a:rect b="b" l="l" r="r" t="t"/>
              <a:pathLst>
                <a:path extrusionOk="0" h="1069" w="1082">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7" name="Google Shape;1997;p128"/>
            <p:cNvSpPr/>
            <p:nvPr/>
          </p:nvSpPr>
          <p:spPr>
            <a:xfrm>
              <a:off x="4721450" y="1533275"/>
              <a:ext cx="32300" cy="42600"/>
            </a:xfrm>
            <a:custGeom>
              <a:rect b="b" l="l" r="r" t="t"/>
              <a:pathLst>
                <a:path extrusionOk="0" h="1704" w="1292">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8" name="Google Shape;1998;p128"/>
            <p:cNvSpPr/>
            <p:nvPr/>
          </p:nvSpPr>
          <p:spPr>
            <a:xfrm>
              <a:off x="4750650" y="1551675"/>
              <a:ext cx="42950" cy="32125"/>
            </a:xfrm>
            <a:custGeom>
              <a:rect b="b" l="l" r="r" t="t"/>
              <a:pathLst>
                <a:path extrusionOk="0" h="1285" w="1718">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 name="Google Shape;1999;p128"/>
            <p:cNvSpPr/>
            <p:nvPr/>
          </p:nvSpPr>
          <p:spPr>
            <a:xfrm>
              <a:off x="4761300" y="1510025"/>
              <a:ext cx="39500" cy="44375"/>
            </a:xfrm>
            <a:custGeom>
              <a:rect b="b" l="l" r="r" t="t"/>
              <a:pathLst>
                <a:path extrusionOk="0" h="1775" w="158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00" name="Google Shape;2000;p128"/>
          <p:cNvGrpSpPr/>
          <p:nvPr/>
        </p:nvGrpSpPr>
        <p:grpSpPr>
          <a:xfrm>
            <a:off x="6424608" y="3814027"/>
            <a:ext cx="557038" cy="562772"/>
            <a:chOff x="4906800" y="1507500"/>
            <a:chExt cx="70350" cy="71075"/>
          </a:xfrm>
        </p:grpSpPr>
        <p:sp>
          <p:nvSpPr>
            <p:cNvPr id="2001" name="Google Shape;2001;p128"/>
            <p:cNvSpPr/>
            <p:nvPr/>
          </p:nvSpPr>
          <p:spPr>
            <a:xfrm>
              <a:off x="4916000" y="1507500"/>
              <a:ext cx="30850" cy="24000"/>
            </a:xfrm>
            <a:custGeom>
              <a:rect b="b" l="l" r="r" t="t"/>
              <a:pathLst>
                <a:path extrusionOk="0" h="960" w="1234">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2" name="Google Shape;2002;p128"/>
            <p:cNvSpPr/>
            <p:nvPr/>
          </p:nvSpPr>
          <p:spPr>
            <a:xfrm>
              <a:off x="4906800" y="1533825"/>
              <a:ext cx="19675" cy="32475"/>
            </a:xfrm>
            <a:custGeom>
              <a:rect b="b" l="l" r="r" t="t"/>
              <a:pathLst>
                <a:path extrusionOk="0" h="1299" w="787">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 name="Google Shape;2003;p128"/>
            <p:cNvSpPr/>
            <p:nvPr/>
          </p:nvSpPr>
          <p:spPr>
            <a:xfrm>
              <a:off x="4926625" y="1561950"/>
              <a:ext cx="30675" cy="16625"/>
            </a:xfrm>
            <a:custGeom>
              <a:rect b="b" l="l" r="r" t="t"/>
              <a:pathLst>
                <a:path extrusionOk="0" h="665" w="1227">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4" name="Google Shape;2004;p128"/>
            <p:cNvSpPr/>
            <p:nvPr/>
          </p:nvSpPr>
          <p:spPr>
            <a:xfrm>
              <a:off x="4957475" y="1541400"/>
              <a:ext cx="19675" cy="27800"/>
            </a:xfrm>
            <a:custGeom>
              <a:rect b="b" l="l" r="r" t="t"/>
              <a:pathLst>
                <a:path extrusionOk="0" h="1112" w="787">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28"/>
            <p:cNvSpPr/>
            <p:nvPr/>
          </p:nvSpPr>
          <p:spPr>
            <a:xfrm>
              <a:off x="4951325" y="1512550"/>
              <a:ext cx="24925" cy="26350"/>
            </a:xfrm>
            <a:custGeom>
              <a:rect b="b" l="l" r="r" t="t"/>
              <a:pathLst>
                <a:path extrusionOk="0" h="1054" w="997">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06" name="Google Shape;2006;p128"/>
          <p:cNvGrpSpPr/>
          <p:nvPr/>
        </p:nvGrpSpPr>
        <p:grpSpPr>
          <a:xfrm>
            <a:off x="4462216" y="2340963"/>
            <a:ext cx="517934" cy="517934"/>
            <a:chOff x="3736598" y="2170606"/>
            <a:chExt cx="404889" cy="404889"/>
          </a:xfrm>
        </p:grpSpPr>
        <p:sp>
          <p:nvSpPr>
            <p:cNvPr id="2007" name="Google Shape;2007;p128"/>
            <p:cNvSpPr/>
            <p:nvPr/>
          </p:nvSpPr>
          <p:spPr>
            <a:xfrm>
              <a:off x="3950281" y="2170846"/>
              <a:ext cx="191206" cy="231947"/>
            </a:xfrm>
            <a:custGeom>
              <a:rect b="b" l="l" r="r" t="t"/>
              <a:pathLst>
                <a:path extrusionOk="0" h="10652" w="8781">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8" name="Google Shape;2008;p128"/>
            <p:cNvSpPr/>
            <p:nvPr/>
          </p:nvSpPr>
          <p:spPr>
            <a:xfrm>
              <a:off x="3737099" y="2170606"/>
              <a:ext cx="231947" cy="191446"/>
            </a:xfrm>
            <a:custGeom>
              <a:rect b="b" l="l" r="r" t="t"/>
              <a:pathLst>
                <a:path extrusionOk="0" h="8792" w="10652">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9" name="Google Shape;2009;p128"/>
            <p:cNvSpPr/>
            <p:nvPr/>
          </p:nvSpPr>
          <p:spPr>
            <a:xfrm>
              <a:off x="3909539" y="2384027"/>
              <a:ext cx="231686" cy="191468"/>
            </a:xfrm>
            <a:custGeom>
              <a:rect b="b" l="l" r="r" t="t"/>
              <a:pathLst>
                <a:path extrusionOk="0" h="8793" w="1064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0" name="Google Shape;2010;p128"/>
            <p:cNvSpPr/>
            <p:nvPr/>
          </p:nvSpPr>
          <p:spPr>
            <a:xfrm>
              <a:off x="3736598" y="2343307"/>
              <a:ext cx="191707" cy="231686"/>
            </a:xfrm>
            <a:custGeom>
              <a:rect b="b" l="l" r="r" t="t"/>
              <a:pathLst>
                <a:path extrusionOk="0" h="10640" w="8804">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11" name="Google Shape;2011;p128"/>
          <p:cNvGrpSpPr/>
          <p:nvPr/>
        </p:nvGrpSpPr>
        <p:grpSpPr>
          <a:xfrm>
            <a:off x="3729277" y="2341061"/>
            <a:ext cx="586986" cy="517740"/>
            <a:chOff x="3161917" y="2170682"/>
            <a:chExt cx="458870" cy="404737"/>
          </a:xfrm>
        </p:grpSpPr>
        <p:sp>
          <p:nvSpPr>
            <p:cNvPr id="2012" name="Google Shape;2012;p128"/>
            <p:cNvSpPr/>
            <p:nvPr/>
          </p:nvSpPr>
          <p:spPr>
            <a:xfrm>
              <a:off x="3161917" y="2170682"/>
              <a:ext cx="277174" cy="291676"/>
            </a:xfrm>
            <a:custGeom>
              <a:rect b="b" l="l" r="r" t="t"/>
              <a:pathLst>
                <a:path extrusionOk="0" h="13395" w="12729">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 name="Google Shape;2013;p128"/>
            <p:cNvSpPr/>
            <p:nvPr/>
          </p:nvSpPr>
          <p:spPr>
            <a:xfrm>
              <a:off x="3420326" y="2170922"/>
              <a:ext cx="200461" cy="302934"/>
            </a:xfrm>
            <a:custGeom>
              <a:rect b="b" l="l" r="r" t="t"/>
              <a:pathLst>
                <a:path extrusionOk="0" h="13912" w="9206">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 name="Google Shape;2014;p128"/>
            <p:cNvSpPr/>
            <p:nvPr/>
          </p:nvSpPr>
          <p:spPr>
            <a:xfrm>
              <a:off x="3233645" y="2417594"/>
              <a:ext cx="344393" cy="157825"/>
            </a:xfrm>
            <a:custGeom>
              <a:rect b="b" l="l" r="r" t="t"/>
              <a:pathLst>
                <a:path extrusionOk="0" h="7248" w="15816">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15" name="Google Shape;2015;p128"/>
          <p:cNvGrpSpPr/>
          <p:nvPr/>
        </p:nvGrpSpPr>
        <p:grpSpPr>
          <a:xfrm>
            <a:off x="3752299" y="3102400"/>
            <a:ext cx="540943" cy="517963"/>
            <a:chOff x="3179914" y="2889488"/>
            <a:chExt cx="422876" cy="404911"/>
          </a:xfrm>
        </p:grpSpPr>
        <p:sp>
          <p:nvSpPr>
            <p:cNvPr id="2016" name="Google Shape;2016;p128"/>
            <p:cNvSpPr/>
            <p:nvPr/>
          </p:nvSpPr>
          <p:spPr>
            <a:xfrm>
              <a:off x="3402328" y="2889749"/>
              <a:ext cx="163726" cy="157477"/>
            </a:xfrm>
            <a:custGeom>
              <a:rect b="b" l="l" r="r" t="t"/>
              <a:pathLst>
                <a:path extrusionOk="0" h="7232" w="7519">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7" name="Google Shape;2017;p128"/>
            <p:cNvSpPr/>
            <p:nvPr/>
          </p:nvSpPr>
          <p:spPr>
            <a:xfrm>
              <a:off x="3467807" y="3000956"/>
              <a:ext cx="134983" cy="191707"/>
            </a:xfrm>
            <a:custGeom>
              <a:rect b="b" l="l" r="r" t="t"/>
              <a:pathLst>
                <a:path extrusionOk="0" h="8804" w="6199">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28"/>
            <p:cNvSpPr/>
            <p:nvPr/>
          </p:nvSpPr>
          <p:spPr>
            <a:xfrm>
              <a:off x="3222637" y="2889488"/>
              <a:ext cx="198457" cy="149224"/>
            </a:xfrm>
            <a:custGeom>
              <a:rect b="b" l="l" r="r" t="t"/>
              <a:pathLst>
                <a:path extrusionOk="0" h="6853" w="9114">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9" name="Google Shape;2019;p128"/>
            <p:cNvSpPr/>
            <p:nvPr/>
          </p:nvSpPr>
          <p:spPr>
            <a:xfrm>
              <a:off x="3179914" y="2991462"/>
              <a:ext cx="133960" cy="190205"/>
            </a:xfrm>
            <a:custGeom>
              <a:rect b="b" l="l" r="r" t="t"/>
              <a:pathLst>
                <a:path extrusionOk="0" h="8735" w="6152">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 name="Google Shape;2020;p128"/>
            <p:cNvSpPr/>
            <p:nvPr/>
          </p:nvSpPr>
          <p:spPr>
            <a:xfrm>
              <a:off x="3215887" y="3136661"/>
              <a:ext cx="162725" cy="157477"/>
            </a:xfrm>
            <a:custGeom>
              <a:rect b="b" l="l" r="r" t="t"/>
              <a:pathLst>
                <a:path extrusionOk="0" h="7232" w="7473">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 name="Google Shape;2021;p128"/>
            <p:cNvSpPr/>
            <p:nvPr/>
          </p:nvSpPr>
          <p:spPr>
            <a:xfrm>
              <a:off x="3359605" y="3146677"/>
              <a:ext cx="200439" cy="147722"/>
            </a:xfrm>
            <a:custGeom>
              <a:rect b="b" l="l" r="r" t="t"/>
              <a:pathLst>
                <a:path extrusionOk="0" h="6784" w="9205">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22" name="Google Shape;2022;p128"/>
          <p:cNvGrpSpPr/>
          <p:nvPr/>
        </p:nvGrpSpPr>
        <p:grpSpPr>
          <a:xfrm>
            <a:off x="4453093" y="3102358"/>
            <a:ext cx="536180" cy="518047"/>
            <a:chOff x="3729467" y="2889422"/>
            <a:chExt cx="419153" cy="404977"/>
          </a:xfrm>
        </p:grpSpPr>
        <p:sp>
          <p:nvSpPr>
            <p:cNvPr id="2023" name="Google Shape;2023;p128"/>
            <p:cNvSpPr/>
            <p:nvPr/>
          </p:nvSpPr>
          <p:spPr>
            <a:xfrm>
              <a:off x="4014137" y="2974913"/>
              <a:ext cx="134482" cy="178707"/>
            </a:xfrm>
            <a:custGeom>
              <a:rect b="b" l="l" r="r" t="t"/>
              <a:pathLst>
                <a:path extrusionOk="0" h="8207" w="6176">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 name="Google Shape;2024;p128"/>
            <p:cNvSpPr/>
            <p:nvPr/>
          </p:nvSpPr>
          <p:spPr>
            <a:xfrm>
              <a:off x="3741225" y="3095375"/>
              <a:ext cx="148963" cy="173460"/>
            </a:xfrm>
            <a:custGeom>
              <a:rect b="b" l="l" r="r" t="t"/>
              <a:pathLst>
                <a:path extrusionOk="0" h="7966" w="6841">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5" name="Google Shape;2025;p128"/>
            <p:cNvSpPr/>
            <p:nvPr/>
          </p:nvSpPr>
          <p:spPr>
            <a:xfrm>
              <a:off x="3949660" y="2889684"/>
              <a:ext cx="146219" cy="145980"/>
            </a:xfrm>
            <a:custGeom>
              <a:rect b="b" l="l" r="r" t="t"/>
              <a:pathLst>
                <a:path extrusionOk="0" h="6704" w="6715">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 name="Google Shape;2026;p128"/>
            <p:cNvSpPr/>
            <p:nvPr/>
          </p:nvSpPr>
          <p:spPr>
            <a:xfrm>
              <a:off x="3847947" y="3172089"/>
              <a:ext cx="167210" cy="122310"/>
            </a:xfrm>
            <a:custGeom>
              <a:rect b="b" l="l" r="r" t="t"/>
              <a:pathLst>
                <a:path extrusionOk="0" h="5617" w="7679">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7" name="Google Shape;2027;p128"/>
            <p:cNvSpPr/>
            <p:nvPr/>
          </p:nvSpPr>
          <p:spPr>
            <a:xfrm>
              <a:off x="3974658" y="3122616"/>
              <a:ext cx="158457" cy="151206"/>
            </a:xfrm>
            <a:custGeom>
              <a:rect b="b" l="l" r="r" t="t"/>
              <a:pathLst>
                <a:path extrusionOk="0" h="6944" w="7277">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8" name="Google Shape;2028;p128"/>
            <p:cNvSpPr/>
            <p:nvPr/>
          </p:nvSpPr>
          <p:spPr>
            <a:xfrm>
              <a:off x="3729467" y="2966660"/>
              <a:ext cx="138990" cy="158718"/>
            </a:xfrm>
            <a:custGeom>
              <a:rect b="b" l="l" r="r" t="t"/>
              <a:pathLst>
                <a:path extrusionOk="0" h="7289" w="6383">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 name="Google Shape;2029;p128"/>
            <p:cNvSpPr/>
            <p:nvPr/>
          </p:nvSpPr>
          <p:spPr>
            <a:xfrm>
              <a:off x="3787716" y="2889422"/>
              <a:ext cx="180449" cy="139229"/>
            </a:xfrm>
            <a:custGeom>
              <a:rect b="b" l="l" r="r" t="t"/>
              <a:pathLst>
                <a:path extrusionOk="0" h="6394" w="8287">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30" name="Google Shape;2030;p128"/>
          <p:cNvGrpSpPr/>
          <p:nvPr/>
        </p:nvGrpSpPr>
        <p:grpSpPr>
          <a:xfrm>
            <a:off x="1990126" y="3445787"/>
            <a:ext cx="965351" cy="134611"/>
            <a:chOff x="4411970" y="2962952"/>
            <a:chExt cx="706544" cy="104212"/>
          </a:xfrm>
        </p:grpSpPr>
        <p:sp>
          <p:nvSpPr>
            <p:cNvPr id="2031" name="Google Shape;2031;p128"/>
            <p:cNvSpPr/>
            <p:nvPr/>
          </p:nvSpPr>
          <p:spPr>
            <a:xfrm>
              <a:off x="4583864" y="2962952"/>
              <a:ext cx="534651" cy="104077"/>
            </a:xfrm>
            <a:custGeom>
              <a:rect b="b" l="l" r="r" t="t"/>
              <a:pathLst>
                <a:path extrusionOk="0" h="2305" w="11841">
                  <a:moveTo>
                    <a:pt x="1155" y="0"/>
                  </a:moveTo>
                  <a:lnTo>
                    <a:pt x="0" y="2304"/>
                  </a:lnTo>
                  <a:lnTo>
                    <a:pt x="11410" y="2304"/>
                  </a:lnTo>
                  <a:lnTo>
                    <a:pt x="11840" y="1153"/>
                  </a:lnTo>
                  <a:lnTo>
                    <a:pt x="11410"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2" name="Google Shape;2032;p128"/>
            <p:cNvSpPr/>
            <p:nvPr/>
          </p:nvSpPr>
          <p:spPr>
            <a:xfrm>
              <a:off x="4411970" y="2963088"/>
              <a:ext cx="124124" cy="104077"/>
            </a:xfrm>
            <a:custGeom>
              <a:rect b="b" l="l" r="r" t="t"/>
              <a:pathLst>
                <a:path extrusionOk="0" h="2305" w="2749">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3" name="Google Shape;2033;p128"/>
            <p:cNvSpPr/>
            <p:nvPr/>
          </p:nvSpPr>
          <p:spPr>
            <a:xfrm>
              <a:off x="4496946" y="2963133"/>
              <a:ext cx="79920" cy="104031"/>
            </a:xfrm>
            <a:custGeom>
              <a:rect b="b" l="l" r="r" t="t"/>
              <a:pathLst>
                <a:path extrusionOk="0" h="2304" w="1770">
                  <a:moveTo>
                    <a:pt x="1227" y="1"/>
                  </a:moveTo>
                  <a:lnTo>
                    <a:pt x="0" y="2304"/>
                  </a:lnTo>
                  <a:lnTo>
                    <a:pt x="542" y="2304"/>
                  </a:lnTo>
                  <a:lnTo>
                    <a:pt x="1770"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 name="Google Shape;2034;p128"/>
            <p:cNvSpPr/>
            <p:nvPr/>
          </p:nvSpPr>
          <p:spPr>
            <a:xfrm>
              <a:off x="4537628" y="2963133"/>
              <a:ext cx="79965" cy="104031"/>
            </a:xfrm>
            <a:custGeom>
              <a:rect b="b" l="l" r="r" t="t"/>
              <a:pathLst>
                <a:path extrusionOk="0" h="2304" w="1771">
                  <a:moveTo>
                    <a:pt x="1229" y="1"/>
                  </a:moveTo>
                  <a:lnTo>
                    <a:pt x="1" y="2304"/>
                  </a:lnTo>
                  <a:lnTo>
                    <a:pt x="544" y="2304"/>
                  </a:lnTo>
                  <a:lnTo>
                    <a:pt x="1770"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35" name="Google Shape;2035;p128"/>
          <p:cNvGrpSpPr/>
          <p:nvPr/>
        </p:nvGrpSpPr>
        <p:grpSpPr>
          <a:xfrm>
            <a:off x="1990126" y="3041077"/>
            <a:ext cx="960158" cy="289172"/>
            <a:chOff x="4411970" y="2726085"/>
            <a:chExt cx="643107" cy="193659"/>
          </a:xfrm>
        </p:grpSpPr>
        <p:sp>
          <p:nvSpPr>
            <p:cNvPr id="2036" name="Google Shape;2036;p128"/>
            <p:cNvSpPr/>
            <p:nvPr/>
          </p:nvSpPr>
          <p:spPr>
            <a:xfrm>
              <a:off x="4411970" y="2726085"/>
              <a:ext cx="118796" cy="193659"/>
            </a:xfrm>
            <a:custGeom>
              <a:rect b="b" l="l" r="r" t="t"/>
              <a:pathLst>
                <a:path extrusionOk="0" h="4289" w="2631">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 name="Google Shape;2037;p128"/>
            <p:cNvSpPr/>
            <p:nvPr/>
          </p:nvSpPr>
          <p:spPr>
            <a:xfrm>
              <a:off x="4426058" y="2791601"/>
              <a:ext cx="36167" cy="62627"/>
            </a:xfrm>
            <a:custGeom>
              <a:rect b="b" l="l" r="r" t="t"/>
              <a:pathLst>
                <a:path extrusionOk="0" h="1387" w="801">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 name="Google Shape;2038;p128"/>
            <p:cNvSpPr/>
            <p:nvPr/>
          </p:nvSpPr>
          <p:spPr>
            <a:xfrm>
              <a:off x="4456806" y="2743875"/>
              <a:ext cx="598271" cy="157989"/>
            </a:xfrm>
            <a:custGeom>
              <a:rect b="b" l="l" r="r" t="t"/>
              <a:pathLst>
                <a:path extrusionOk="0" h="3499" w="1325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39" name="Google Shape;2039;p128"/>
          <p:cNvGrpSpPr/>
          <p:nvPr/>
        </p:nvGrpSpPr>
        <p:grpSpPr>
          <a:xfrm>
            <a:off x="998624" y="3295400"/>
            <a:ext cx="811503" cy="252584"/>
            <a:chOff x="4411970" y="4340222"/>
            <a:chExt cx="779467" cy="242683"/>
          </a:xfrm>
        </p:grpSpPr>
        <p:sp>
          <p:nvSpPr>
            <p:cNvPr id="2040" name="Google Shape;2040;p128"/>
            <p:cNvSpPr/>
            <p:nvPr/>
          </p:nvSpPr>
          <p:spPr>
            <a:xfrm>
              <a:off x="4411970" y="4340222"/>
              <a:ext cx="121370" cy="121370"/>
            </a:xfrm>
            <a:custGeom>
              <a:rect b="b" l="l" r="r" t="t"/>
              <a:pathLst>
                <a:path extrusionOk="0" h="2688" w="2688">
                  <a:moveTo>
                    <a:pt x="2688" y="1"/>
                  </a:moveTo>
                  <a:cubicBezTo>
                    <a:pt x="1205" y="1"/>
                    <a:pt x="1" y="1203"/>
                    <a:pt x="1" y="2688"/>
                  </a:cubicBezTo>
                  <a:lnTo>
                    <a:pt x="379" y="2688"/>
                  </a:lnTo>
                  <a:cubicBezTo>
                    <a:pt x="379" y="1411"/>
                    <a:pt x="1413" y="379"/>
                    <a:pt x="2688" y="379"/>
                  </a:cubicBezTo>
                  <a:lnTo>
                    <a:pt x="2688" y="1"/>
                  </a:lnTo>
                  <a:close/>
                </a:path>
              </a:pathLst>
            </a:cu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28"/>
            <p:cNvSpPr/>
            <p:nvPr/>
          </p:nvSpPr>
          <p:spPr>
            <a:xfrm>
              <a:off x="4457032" y="4385284"/>
              <a:ext cx="152661" cy="152615"/>
            </a:xfrm>
            <a:custGeom>
              <a:rect b="b" l="l" r="r" t="t"/>
              <a:pathLst>
                <a:path extrusionOk="0" h="3380" w="3381">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 name="Google Shape;2042;p128"/>
            <p:cNvSpPr/>
            <p:nvPr/>
          </p:nvSpPr>
          <p:spPr>
            <a:xfrm>
              <a:off x="4533392" y="4383749"/>
              <a:ext cx="658046" cy="199155"/>
            </a:xfrm>
            <a:custGeom>
              <a:rect b="b" l="l" r="r" t="t"/>
              <a:pathLst>
                <a:path extrusionOk="0" h="4997" w="16511">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43" name="Google Shape;2043;p128"/>
          <p:cNvGrpSpPr/>
          <p:nvPr/>
        </p:nvGrpSpPr>
        <p:grpSpPr>
          <a:xfrm>
            <a:off x="1990126" y="2709308"/>
            <a:ext cx="965160" cy="216230"/>
            <a:chOff x="4411970" y="2468674"/>
            <a:chExt cx="747317" cy="167425"/>
          </a:xfrm>
        </p:grpSpPr>
        <p:sp>
          <p:nvSpPr>
            <p:cNvPr id="2044" name="Google Shape;2044;p128"/>
            <p:cNvSpPr/>
            <p:nvPr/>
          </p:nvSpPr>
          <p:spPr>
            <a:xfrm>
              <a:off x="4411970" y="2468674"/>
              <a:ext cx="216235" cy="167425"/>
            </a:xfrm>
            <a:custGeom>
              <a:rect b="b" l="l" r="r" t="t"/>
              <a:pathLst>
                <a:path extrusionOk="0" h="3708" w="4789">
                  <a:moveTo>
                    <a:pt x="1" y="0"/>
                  </a:moveTo>
                  <a:lnTo>
                    <a:pt x="1" y="3707"/>
                  </a:lnTo>
                  <a:lnTo>
                    <a:pt x="3381" y="3707"/>
                  </a:lnTo>
                  <a:lnTo>
                    <a:pt x="4789" y="1853"/>
                  </a:lnTo>
                  <a:lnTo>
                    <a:pt x="3381"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 name="Google Shape;2045;p128"/>
            <p:cNvSpPr/>
            <p:nvPr/>
          </p:nvSpPr>
          <p:spPr>
            <a:xfrm>
              <a:off x="4564629" y="2468674"/>
              <a:ext cx="594658" cy="167425"/>
            </a:xfrm>
            <a:custGeom>
              <a:rect b="b" l="l" r="r" t="t"/>
              <a:pathLst>
                <a:path extrusionOk="0" h="3708" w="13170">
                  <a:moveTo>
                    <a:pt x="0" y="0"/>
                  </a:moveTo>
                  <a:lnTo>
                    <a:pt x="1408" y="1853"/>
                  </a:lnTo>
                  <a:lnTo>
                    <a:pt x="0" y="3707"/>
                  </a:lnTo>
                  <a:lnTo>
                    <a:pt x="13169" y="3707"/>
                  </a:lnTo>
                  <a:lnTo>
                    <a:pt x="13169"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46" name="Google Shape;2046;p128"/>
          <p:cNvSpPr/>
          <p:nvPr/>
        </p:nvSpPr>
        <p:spPr>
          <a:xfrm>
            <a:off x="996874" y="3014089"/>
            <a:ext cx="810618" cy="192983"/>
          </a:xfrm>
          <a:custGeom>
            <a:rect b="b" l="l" r="r" t="t"/>
            <a:pathLst>
              <a:path extrusionOk="0" h="4270" w="17936">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047" name="Google Shape;2047;p128"/>
          <p:cNvGrpSpPr/>
          <p:nvPr/>
        </p:nvGrpSpPr>
        <p:grpSpPr>
          <a:xfrm>
            <a:off x="997692" y="2334687"/>
            <a:ext cx="1959041" cy="208784"/>
            <a:chOff x="6336019" y="3733725"/>
            <a:chExt cx="2566206" cy="351310"/>
          </a:xfrm>
        </p:grpSpPr>
        <p:sp>
          <p:nvSpPr>
            <p:cNvPr id="2048" name="Google Shape;2048;p128"/>
            <p:cNvSpPr/>
            <p:nvPr/>
          </p:nvSpPr>
          <p:spPr>
            <a:xfrm>
              <a:off x="6336019" y="3733735"/>
              <a:ext cx="1881300" cy="351300"/>
            </a:xfrm>
            <a:prstGeom prst="homePlate">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9" name="Google Shape;2049;p128"/>
            <p:cNvSpPr/>
            <p:nvPr/>
          </p:nvSpPr>
          <p:spPr>
            <a:xfrm>
              <a:off x="80985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 name="Google Shape;2050;p128"/>
            <p:cNvSpPr/>
            <p:nvPr/>
          </p:nvSpPr>
          <p:spPr>
            <a:xfrm>
              <a:off x="83271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 name="Google Shape;2051;p128"/>
            <p:cNvSpPr/>
            <p:nvPr/>
          </p:nvSpPr>
          <p:spPr>
            <a:xfrm>
              <a:off x="85557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52" name="Google Shape;2052;p128"/>
          <p:cNvGrpSpPr/>
          <p:nvPr/>
        </p:nvGrpSpPr>
        <p:grpSpPr>
          <a:xfrm>
            <a:off x="1990126" y="3950602"/>
            <a:ext cx="946551" cy="153200"/>
            <a:chOff x="4404545" y="3301592"/>
            <a:chExt cx="782403" cy="129272"/>
          </a:xfrm>
        </p:grpSpPr>
        <p:sp>
          <p:nvSpPr>
            <p:cNvPr id="2053" name="Google Shape;2053;p128"/>
            <p:cNvSpPr/>
            <p:nvPr/>
          </p:nvSpPr>
          <p:spPr>
            <a:xfrm>
              <a:off x="4404545" y="3301592"/>
              <a:ext cx="782403" cy="129272"/>
            </a:xfrm>
            <a:custGeom>
              <a:rect b="b" l="l" r="r" t="t"/>
              <a:pathLst>
                <a:path extrusionOk="0" h="2863" w="17328">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 name="Google Shape;2054;p128"/>
            <p:cNvSpPr/>
            <p:nvPr/>
          </p:nvSpPr>
          <p:spPr>
            <a:xfrm>
              <a:off x="4420869" y="3318308"/>
              <a:ext cx="92621" cy="95856"/>
            </a:xfrm>
            <a:custGeom>
              <a:rect b="b" l="l" r="r" t="t"/>
              <a:pathLst>
                <a:path extrusionOk="0" h="2563" w="2664">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55" name="Google Shape;2055;p128"/>
          <p:cNvGrpSpPr/>
          <p:nvPr/>
        </p:nvGrpSpPr>
        <p:grpSpPr>
          <a:xfrm>
            <a:off x="1990126" y="3695937"/>
            <a:ext cx="962257" cy="139127"/>
            <a:chOff x="4411970" y="3131459"/>
            <a:chExt cx="710520" cy="117397"/>
          </a:xfrm>
        </p:grpSpPr>
        <p:sp>
          <p:nvSpPr>
            <p:cNvPr id="2056" name="Google Shape;2056;p128"/>
            <p:cNvSpPr/>
            <p:nvPr/>
          </p:nvSpPr>
          <p:spPr>
            <a:xfrm>
              <a:off x="4411970" y="3131459"/>
              <a:ext cx="710520" cy="117397"/>
            </a:xfrm>
            <a:custGeom>
              <a:rect b="b" l="l" r="r" t="t"/>
              <a:pathLst>
                <a:path extrusionOk="0" h="2600" w="15736">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7" name="Google Shape;2057;p128"/>
            <p:cNvSpPr/>
            <p:nvPr/>
          </p:nvSpPr>
          <p:spPr>
            <a:xfrm>
              <a:off x="4411970" y="3131459"/>
              <a:ext cx="168012" cy="117397"/>
            </a:xfrm>
            <a:custGeom>
              <a:rect b="b" l="l" r="r" t="t"/>
              <a:pathLst>
                <a:path extrusionOk="0" h="2600" w="3721">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descr="Timeline background shape" id="2058" name="Google Shape;2058;p128"/>
          <p:cNvSpPr/>
          <p:nvPr/>
        </p:nvSpPr>
        <p:spPr>
          <a:xfrm>
            <a:off x="1990126" y="4219341"/>
            <a:ext cx="960300" cy="153000"/>
          </a:xfrm>
          <a:prstGeom prst="homePlate">
            <a:avLst>
              <a:gd fmla="val 50000"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059" name="Google Shape;2059;p128"/>
          <p:cNvGrpSpPr/>
          <p:nvPr/>
        </p:nvGrpSpPr>
        <p:grpSpPr>
          <a:xfrm>
            <a:off x="990271" y="3621603"/>
            <a:ext cx="823838" cy="458988"/>
            <a:chOff x="4411970" y="1801825"/>
            <a:chExt cx="734586" cy="409262"/>
          </a:xfrm>
        </p:grpSpPr>
        <p:sp>
          <p:nvSpPr>
            <p:cNvPr id="2060" name="Google Shape;2060;p128"/>
            <p:cNvSpPr/>
            <p:nvPr/>
          </p:nvSpPr>
          <p:spPr>
            <a:xfrm>
              <a:off x="4411970" y="1801825"/>
              <a:ext cx="734586" cy="409262"/>
            </a:xfrm>
            <a:custGeom>
              <a:rect b="b" l="l" r="r" t="t"/>
              <a:pathLst>
                <a:path extrusionOk="0" h="9064" w="16269">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cap="flat" cmpd="sng" w="9525">
              <a:solidFill>
                <a:srgbClr val="B3C3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 name="Google Shape;2061;p128"/>
            <p:cNvSpPr/>
            <p:nvPr/>
          </p:nvSpPr>
          <p:spPr>
            <a:xfrm>
              <a:off x="4411970" y="1801825"/>
              <a:ext cx="184087" cy="330923"/>
            </a:xfrm>
            <a:custGeom>
              <a:rect b="b" l="l" r="r" t="t"/>
              <a:pathLst>
                <a:path extrusionOk="0" h="7329" w="4077">
                  <a:moveTo>
                    <a:pt x="428" y="0"/>
                  </a:moveTo>
                  <a:cubicBezTo>
                    <a:pt x="193" y="0"/>
                    <a:pt x="2" y="191"/>
                    <a:pt x="2" y="428"/>
                  </a:cubicBezTo>
                  <a:lnTo>
                    <a:pt x="2" y="6900"/>
                  </a:lnTo>
                  <a:cubicBezTo>
                    <a:pt x="1" y="7136"/>
                    <a:pt x="193" y="7328"/>
                    <a:pt x="428" y="7328"/>
                  </a:cubicBezTo>
                  <a:lnTo>
                    <a:pt x="4076" y="7328"/>
                  </a:lnTo>
                  <a:lnTo>
                    <a:pt x="407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62" name="Google Shape;2062;p128"/>
          <p:cNvGrpSpPr/>
          <p:nvPr/>
        </p:nvGrpSpPr>
        <p:grpSpPr>
          <a:xfrm>
            <a:off x="3095243" y="2339173"/>
            <a:ext cx="521514" cy="521514"/>
            <a:chOff x="5681300" y="2527788"/>
            <a:chExt cx="805800" cy="805800"/>
          </a:xfrm>
        </p:grpSpPr>
        <p:sp>
          <p:nvSpPr>
            <p:cNvPr id="2063" name="Google Shape;2063;p128"/>
            <p:cNvSpPr/>
            <p:nvPr/>
          </p:nvSpPr>
          <p:spPr>
            <a:xfrm>
              <a:off x="5681300" y="2527788"/>
              <a:ext cx="805800" cy="805800"/>
            </a:xfrm>
            <a:prstGeom prst="ellipse">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4" name="Google Shape;2064;p128"/>
            <p:cNvSpPr/>
            <p:nvPr/>
          </p:nvSpPr>
          <p:spPr>
            <a:xfrm>
              <a:off x="5681300" y="2527788"/>
              <a:ext cx="805800" cy="805800"/>
            </a:xfrm>
            <a:prstGeom prst="pie">
              <a:avLst>
                <a:gd fmla="val 0" name="adj1"/>
                <a:gd fmla="val 16200000"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65" name="Google Shape;2065;p128"/>
          <p:cNvGrpSpPr/>
          <p:nvPr/>
        </p:nvGrpSpPr>
        <p:grpSpPr>
          <a:xfrm>
            <a:off x="3089483" y="3094865"/>
            <a:ext cx="533033" cy="533033"/>
            <a:chOff x="4049800" y="640400"/>
            <a:chExt cx="858900" cy="858900"/>
          </a:xfrm>
        </p:grpSpPr>
        <p:sp>
          <p:nvSpPr>
            <p:cNvPr id="2066" name="Google Shape;2066;p128"/>
            <p:cNvSpPr/>
            <p:nvPr/>
          </p:nvSpPr>
          <p:spPr>
            <a:xfrm>
              <a:off x="4049800" y="640400"/>
              <a:ext cx="858900" cy="858900"/>
            </a:xfrm>
            <a:prstGeom prst="donut">
              <a:avLst>
                <a:gd fmla="val 25000"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7" name="Google Shape;2067;p128"/>
            <p:cNvSpPr/>
            <p:nvPr/>
          </p:nvSpPr>
          <p:spPr>
            <a:xfrm>
              <a:off x="4049800" y="640400"/>
              <a:ext cx="858900" cy="858900"/>
            </a:xfrm>
            <a:prstGeom prst="blockArc">
              <a:avLst>
                <a:gd fmla="val 7914150" name="adj1"/>
                <a:gd fmla="val 0" name="adj2"/>
                <a:gd fmla="val 25000" name="adj3"/>
              </a:avLst>
            </a:prstGeom>
            <a:solidFill>
              <a:srgbClr val="667E92"/>
            </a:solid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68" name="Google Shape;2068;p128"/>
          <p:cNvGrpSpPr/>
          <p:nvPr/>
        </p:nvGrpSpPr>
        <p:grpSpPr>
          <a:xfrm>
            <a:off x="3014966" y="3772543"/>
            <a:ext cx="682068" cy="682068"/>
            <a:chOff x="5080188" y="927900"/>
            <a:chExt cx="961200" cy="961200"/>
          </a:xfrm>
        </p:grpSpPr>
        <p:sp>
          <p:nvSpPr>
            <p:cNvPr id="2069" name="Google Shape;2069;p128"/>
            <p:cNvSpPr/>
            <p:nvPr/>
          </p:nvSpPr>
          <p:spPr>
            <a:xfrm>
              <a:off x="5201900" y="1050116"/>
              <a:ext cx="716700" cy="716700"/>
            </a:xfrm>
            <a:prstGeom prst="donut">
              <a:avLst>
                <a:gd fmla="val 4716"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0" name="Google Shape;2070;p128"/>
            <p:cNvSpPr/>
            <p:nvPr/>
          </p:nvSpPr>
          <p:spPr>
            <a:xfrm>
              <a:off x="5269594" y="1117818"/>
              <a:ext cx="581100" cy="581100"/>
            </a:xfrm>
            <a:prstGeom prst="donut">
              <a:avLst>
                <a:gd fmla="val 5814"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1" name="Google Shape;2071;p128"/>
            <p:cNvSpPr/>
            <p:nvPr/>
          </p:nvSpPr>
          <p:spPr>
            <a:xfrm>
              <a:off x="5339279" y="1187526"/>
              <a:ext cx="441900" cy="441600"/>
            </a:xfrm>
            <a:prstGeom prst="donut">
              <a:avLst>
                <a:gd fmla="val 7648"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2" name="Google Shape;2072;p128"/>
            <p:cNvSpPr/>
            <p:nvPr/>
          </p:nvSpPr>
          <p:spPr>
            <a:xfrm>
              <a:off x="5414892" y="1263155"/>
              <a:ext cx="290700" cy="290700"/>
            </a:xfrm>
            <a:prstGeom prst="donut">
              <a:avLst>
                <a:gd fmla="val 10182"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3" name="Google Shape;2073;p128"/>
            <p:cNvSpPr/>
            <p:nvPr/>
          </p:nvSpPr>
          <p:spPr>
            <a:xfrm rot="-3809958">
              <a:off x="5202435" y="1050148"/>
              <a:ext cx="716705" cy="716705"/>
            </a:xfrm>
            <a:prstGeom prst="blockArc">
              <a:avLst>
                <a:gd fmla="val 5266439" name="adj1"/>
                <a:gd fmla="val 19995741" name="adj2"/>
                <a:gd fmla="val 4692"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4" name="Google Shape;2074;p128"/>
            <p:cNvSpPr/>
            <p:nvPr/>
          </p:nvSpPr>
          <p:spPr>
            <a:xfrm rot="-3906059">
              <a:off x="5269616" y="1117617"/>
              <a:ext cx="581445" cy="581445"/>
            </a:xfrm>
            <a:prstGeom prst="blockArc">
              <a:avLst>
                <a:gd fmla="val 3085776" name="adj1"/>
                <a:gd fmla="val 20100839" name="adj2"/>
                <a:gd fmla="val 5564"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28"/>
            <p:cNvSpPr/>
            <p:nvPr/>
          </p:nvSpPr>
          <p:spPr>
            <a:xfrm rot="-4222340">
              <a:off x="5339825" y="1187386"/>
              <a:ext cx="442087" cy="442087"/>
            </a:xfrm>
            <a:prstGeom prst="blockArc">
              <a:avLst>
                <a:gd fmla="val 8884448" name="adj1"/>
                <a:gd fmla="val 20414899" name="adj2"/>
                <a:gd fmla="val 7688"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6" name="Google Shape;2076;p128"/>
            <p:cNvSpPr/>
            <p:nvPr/>
          </p:nvSpPr>
          <p:spPr>
            <a:xfrm rot="-4538880">
              <a:off x="5414922" y="1262925"/>
              <a:ext cx="290465" cy="290465"/>
            </a:xfrm>
            <a:prstGeom prst="blockArc">
              <a:avLst>
                <a:gd fmla="val 6490304" name="adj1"/>
                <a:gd fmla="val 20700625" name="adj2"/>
                <a:gd fmla="val 10156"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77" name="Google Shape;2077;p128"/>
          <p:cNvGrpSpPr/>
          <p:nvPr/>
        </p:nvGrpSpPr>
        <p:grpSpPr>
          <a:xfrm>
            <a:off x="4478465" y="3869234"/>
            <a:ext cx="505650" cy="504006"/>
            <a:chOff x="6039282" y="1042577"/>
            <a:chExt cx="734315" cy="731929"/>
          </a:xfrm>
        </p:grpSpPr>
        <p:sp>
          <p:nvSpPr>
            <p:cNvPr id="2078" name="Google Shape;2078;p128"/>
            <p:cNvSpPr/>
            <p:nvPr/>
          </p:nvSpPr>
          <p:spPr>
            <a:xfrm>
              <a:off x="6045348" y="1300071"/>
              <a:ext cx="131951" cy="65352"/>
            </a:xfrm>
            <a:custGeom>
              <a:rect b="b" l="l" r="r" t="t"/>
              <a:pathLst>
                <a:path extrusionOk="0" h="701" w="1414">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9" name="Google Shape;2079;p128"/>
            <p:cNvSpPr/>
            <p:nvPr/>
          </p:nvSpPr>
          <p:spPr>
            <a:xfrm>
              <a:off x="6080342" y="1201250"/>
              <a:ext cx="127938" cy="96863"/>
            </a:xfrm>
            <a:custGeom>
              <a:rect b="b" l="l" r="r" t="t"/>
              <a:pathLst>
                <a:path extrusionOk="0" h="1039" w="1371">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 name="Google Shape;2080;p128"/>
            <p:cNvSpPr/>
            <p:nvPr/>
          </p:nvSpPr>
          <p:spPr>
            <a:xfrm>
              <a:off x="6144918" y="1121167"/>
              <a:ext cx="112541" cy="119145"/>
            </a:xfrm>
            <a:custGeom>
              <a:rect b="b" l="l" r="r" t="t"/>
              <a:pathLst>
                <a:path extrusionOk="0" h="1278" w="1206">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1" name="Google Shape;2081;p128"/>
            <p:cNvSpPr/>
            <p:nvPr/>
          </p:nvSpPr>
          <p:spPr>
            <a:xfrm>
              <a:off x="6232449" y="1066723"/>
              <a:ext cx="86879" cy="130518"/>
            </a:xfrm>
            <a:custGeom>
              <a:rect b="b" l="l" r="r" t="t"/>
              <a:pathLst>
                <a:path extrusionOk="0" h="1400" w="931">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 name="Google Shape;2082;p128"/>
            <p:cNvSpPr/>
            <p:nvPr/>
          </p:nvSpPr>
          <p:spPr>
            <a:xfrm>
              <a:off x="6335379" y="1042577"/>
              <a:ext cx="53284" cy="130518"/>
            </a:xfrm>
            <a:custGeom>
              <a:rect b="b" l="l" r="r" t="t"/>
              <a:pathLst>
                <a:path extrusionOk="0" h="1400" w="571">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3" name="Google Shape;2083;p128"/>
            <p:cNvSpPr/>
            <p:nvPr/>
          </p:nvSpPr>
          <p:spPr>
            <a:xfrm>
              <a:off x="6431682" y="1043229"/>
              <a:ext cx="56550" cy="131824"/>
            </a:xfrm>
            <a:custGeom>
              <a:rect b="b" l="l" r="r" t="t"/>
              <a:pathLst>
                <a:path extrusionOk="0" h="1414" w="606">
                  <a:moveTo>
                    <a:pt x="144" y="0"/>
                  </a:moveTo>
                  <a:lnTo>
                    <a:pt x="0" y="1356"/>
                  </a:lnTo>
                  <a:cubicBezTo>
                    <a:pt x="101" y="1378"/>
                    <a:pt x="202" y="1385"/>
                    <a:pt x="303" y="1414"/>
                  </a:cubicBezTo>
                  <a:lnTo>
                    <a:pt x="606" y="80"/>
                  </a:lnTo>
                  <a:cubicBezTo>
                    <a:pt x="454" y="36"/>
                    <a:pt x="296" y="22"/>
                    <a:pt x="144"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 name="Google Shape;2084;p128"/>
            <p:cNvSpPr/>
            <p:nvPr/>
          </p:nvSpPr>
          <p:spPr>
            <a:xfrm>
              <a:off x="6500924" y="1070731"/>
              <a:ext cx="89678" cy="130612"/>
            </a:xfrm>
            <a:custGeom>
              <a:rect b="b" l="l" r="r" t="t"/>
              <a:pathLst>
                <a:path extrusionOk="0" h="1401" w="961">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5" name="Google Shape;2085;p128"/>
            <p:cNvSpPr/>
            <p:nvPr/>
          </p:nvSpPr>
          <p:spPr>
            <a:xfrm>
              <a:off x="6561580" y="1127973"/>
              <a:ext cx="114501" cy="117746"/>
            </a:xfrm>
            <a:custGeom>
              <a:rect b="b" l="l" r="r" t="t"/>
              <a:pathLst>
                <a:path extrusionOk="0" h="1263" w="1227">
                  <a:moveTo>
                    <a:pt x="887" y="0"/>
                  </a:moveTo>
                  <a:lnTo>
                    <a:pt x="0" y="1046"/>
                  </a:lnTo>
                  <a:cubicBezTo>
                    <a:pt x="79" y="1111"/>
                    <a:pt x="152" y="1183"/>
                    <a:pt x="224" y="1262"/>
                  </a:cubicBezTo>
                  <a:lnTo>
                    <a:pt x="1226" y="332"/>
                  </a:lnTo>
                  <a:cubicBezTo>
                    <a:pt x="1118" y="209"/>
                    <a:pt x="1003" y="101"/>
                    <a:pt x="887"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 name="Google Shape;2086;p128"/>
            <p:cNvSpPr/>
            <p:nvPr/>
          </p:nvSpPr>
          <p:spPr>
            <a:xfrm>
              <a:off x="6636887" y="1310792"/>
              <a:ext cx="132697" cy="61996"/>
            </a:xfrm>
            <a:custGeom>
              <a:rect b="b" l="l" r="r" t="t"/>
              <a:pathLst>
                <a:path extrusionOk="0" h="665" w="1422">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 name="Google Shape;2087;p128"/>
            <p:cNvSpPr/>
            <p:nvPr/>
          </p:nvSpPr>
          <p:spPr>
            <a:xfrm>
              <a:off x="6642953" y="1415020"/>
              <a:ext cx="130645" cy="47826"/>
            </a:xfrm>
            <a:custGeom>
              <a:rect b="b" l="l" r="r" t="t"/>
              <a:pathLst>
                <a:path extrusionOk="0" h="513" w="1400">
                  <a:moveTo>
                    <a:pt x="30" y="1"/>
                  </a:moveTo>
                  <a:cubicBezTo>
                    <a:pt x="30" y="109"/>
                    <a:pt x="15" y="210"/>
                    <a:pt x="1" y="311"/>
                  </a:cubicBezTo>
                  <a:lnTo>
                    <a:pt x="1357" y="513"/>
                  </a:lnTo>
                  <a:cubicBezTo>
                    <a:pt x="1378" y="354"/>
                    <a:pt x="1393" y="203"/>
                    <a:pt x="1400" y="44"/>
                  </a:cubicBezTo>
                  <a:lnTo>
                    <a:pt x="30"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28"/>
            <p:cNvSpPr/>
            <p:nvPr/>
          </p:nvSpPr>
          <p:spPr>
            <a:xfrm>
              <a:off x="6622143" y="1485687"/>
              <a:ext cx="131951" cy="81388"/>
            </a:xfrm>
            <a:custGeom>
              <a:rect b="b" l="l" r="r" t="t"/>
              <a:pathLst>
                <a:path extrusionOk="0" h="873" w="1414">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9" name="Google Shape;2089;p128"/>
            <p:cNvSpPr/>
            <p:nvPr/>
          </p:nvSpPr>
          <p:spPr>
            <a:xfrm>
              <a:off x="6582390" y="1548895"/>
              <a:ext cx="121219" cy="108983"/>
            </a:xfrm>
            <a:custGeom>
              <a:rect b="b" l="l" r="r" t="t"/>
              <a:pathLst>
                <a:path extrusionOk="0" h="1169" w="1299">
                  <a:moveTo>
                    <a:pt x="195" y="0"/>
                  </a:moveTo>
                  <a:lnTo>
                    <a:pt x="102" y="123"/>
                  </a:lnTo>
                  <a:lnTo>
                    <a:pt x="1" y="238"/>
                  </a:lnTo>
                  <a:lnTo>
                    <a:pt x="1003" y="1168"/>
                  </a:lnTo>
                  <a:lnTo>
                    <a:pt x="1155" y="988"/>
                  </a:lnTo>
                  <a:lnTo>
                    <a:pt x="1299" y="801"/>
                  </a:lnTo>
                  <a:lnTo>
                    <a:pt x="195"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0" name="Google Shape;2090;p128"/>
            <p:cNvSpPr/>
            <p:nvPr/>
          </p:nvSpPr>
          <p:spPr>
            <a:xfrm>
              <a:off x="6526586" y="1599238"/>
              <a:ext cx="100316" cy="126510"/>
            </a:xfrm>
            <a:custGeom>
              <a:rect b="b" l="l" r="r" t="t"/>
              <a:pathLst>
                <a:path extrusionOk="0" h="1357" w="1075">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 name="Google Shape;2091;p128"/>
            <p:cNvSpPr/>
            <p:nvPr/>
          </p:nvSpPr>
          <p:spPr>
            <a:xfrm>
              <a:off x="6459957" y="1632893"/>
              <a:ext cx="70735" cy="132570"/>
            </a:xfrm>
            <a:custGeom>
              <a:rect b="b" l="l" r="r" t="t"/>
              <a:pathLst>
                <a:path extrusionOk="0" h="1422" w="758">
                  <a:moveTo>
                    <a:pt x="296" y="1"/>
                  </a:moveTo>
                  <a:cubicBezTo>
                    <a:pt x="195" y="37"/>
                    <a:pt x="101" y="73"/>
                    <a:pt x="0" y="94"/>
                  </a:cubicBezTo>
                  <a:lnTo>
                    <a:pt x="303" y="1421"/>
                  </a:lnTo>
                  <a:cubicBezTo>
                    <a:pt x="454" y="1393"/>
                    <a:pt x="606" y="1342"/>
                    <a:pt x="757" y="1292"/>
                  </a:cubicBezTo>
                  <a:lnTo>
                    <a:pt x="296"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2" name="Google Shape;2092;p128"/>
            <p:cNvSpPr/>
            <p:nvPr/>
          </p:nvSpPr>
          <p:spPr>
            <a:xfrm>
              <a:off x="6379145" y="1646318"/>
              <a:ext cx="43859" cy="128188"/>
            </a:xfrm>
            <a:custGeom>
              <a:rect b="b" l="l" r="r" t="t"/>
              <a:pathLst>
                <a:path extrusionOk="0" h="1375" w="47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3" name="Google Shape;2093;p128"/>
            <p:cNvSpPr/>
            <p:nvPr/>
          </p:nvSpPr>
          <p:spPr>
            <a:xfrm>
              <a:off x="6272109" y="1630842"/>
              <a:ext cx="74187" cy="131917"/>
            </a:xfrm>
            <a:custGeom>
              <a:rect b="b" l="l" r="r" t="t"/>
              <a:pathLst>
                <a:path extrusionOk="0" h="1415" w="795">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4" name="Google Shape;2094;p128"/>
            <p:cNvSpPr/>
            <p:nvPr/>
          </p:nvSpPr>
          <p:spPr>
            <a:xfrm>
              <a:off x="6177205" y="1595229"/>
              <a:ext cx="103769" cy="125205"/>
            </a:xfrm>
            <a:custGeom>
              <a:rect b="b" l="l" r="r" t="t"/>
              <a:pathLst>
                <a:path extrusionOk="0" h="1343" w="1112">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5" name="Google Shape;2095;p128"/>
            <p:cNvSpPr/>
            <p:nvPr/>
          </p:nvSpPr>
          <p:spPr>
            <a:xfrm>
              <a:off x="6103205" y="1542835"/>
              <a:ext cx="123272" cy="106932"/>
            </a:xfrm>
            <a:custGeom>
              <a:rect b="b" l="l" r="r" t="t"/>
              <a:pathLst>
                <a:path extrusionOk="0" h="1147" w="1321">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6" name="Google Shape;2096;p128"/>
            <p:cNvSpPr/>
            <p:nvPr/>
          </p:nvSpPr>
          <p:spPr>
            <a:xfrm>
              <a:off x="6055426" y="1478881"/>
              <a:ext cx="131951" cy="78777"/>
            </a:xfrm>
            <a:custGeom>
              <a:rect b="b" l="l" r="r" t="t"/>
              <a:pathLst>
                <a:path extrusionOk="0" h="845" w="1414">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7" name="Google Shape;2097;p128"/>
            <p:cNvSpPr/>
            <p:nvPr/>
          </p:nvSpPr>
          <p:spPr>
            <a:xfrm>
              <a:off x="6039282" y="1408308"/>
              <a:ext cx="129338" cy="43817"/>
            </a:xfrm>
            <a:custGeom>
              <a:rect b="b" l="l" r="r" t="t"/>
              <a:pathLst>
                <a:path extrusionOk="0" h="470" w="1386">
                  <a:moveTo>
                    <a:pt x="0" y="1"/>
                  </a:moveTo>
                  <a:cubicBezTo>
                    <a:pt x="7" y="152"/>
                    <a:pt x="7" y="311"/>
                    <a:pt x="29" y="469"/>
                  </a:cubicBezTo>
                  <a:lnTo>
                    <a:pt x="1385" y="304"/>
                  </a:lnTo>
                  <a:cubicBezTo>
                    <a:pt x="1371" y="203"/>
                    <a:pt x="1378" y="102"/>
                    <a:pt x="1363"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 name="Google Shape;2098;p128"/>
            <p:cNvSpPr/>
            <p:nvPr/>
          </p:nvSpPr>
          <p:spPr>
            <a:xfrm>
              <a:off x="6608612" y="1210666"/>
              <a:ext cx="128685" cy="93507"/>
            </a:xfrm>
            <a:custGeom>
              <a:rect b="b" l="l" r="r" t="t"/>
              <a:pathLst>
                <a:path extrusionOk="0" h="1003" w="1379">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99" name="Google Shape;2099;p128"/>
          <p:cNvGrpSpPr/>
          <p:nvPr/>
        </p:nvGrpSpPr>
        <p:grpSpPr>
          <a:xfrm>
            <a:off x="5091067" y="2298862"/>
            <a:ext cx="567744" cy="602136"/>
            <a:chOff x="1825800" y="1651625"/>
            <a:chExt cx="539989" cy="571775"/>
          </a:xfrm>
        </p:grpSpPr>
        <p:sp>
          <p:nvSpPr>
            <p:cNvPr id="2100" name="Google Shape;2100;p128"/>
            <p:cNvSpPr/>
            <p:nvPr/>
          </p:nvSpPr>
          <p:spPr>
            <a:xfrm>
              <a:off x="2093189" y="1651625"/>
              <a:ext cx="272600" cy="287950"/>
            </a:xfrm>
            <a:custGeom>
              <a:rect b="b" l="l" r="r" t="t"/>
              <a:pathLst>
                <a:path extrusionOk="0" h="11518" w="10904">
                  <a:moveTo>
                    <a:pt x="2" y="1"/>
                  </a:moveTo>
                  <a:lnTo>
                    <a:pt x="0" y="11518"/>
                  </a:lnTo>
                  <a:lnTo>
                    <a:pt x="10904" y="11518"/>
                  </a:lnTo>
                  <a:cubicBezTo>
                    <a:pt x="10391" y="5596"/>
                    <a:pt x="5836" y="826"/>
                    <a:pt x="2"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 name="Google Shape;2101;p128"/>
            <p:cNvSpPr/>
            <p:nvPr/>
          </p:nvSpPr>
          <p:spPr>
            <a:xfrm>
              <a:off x="1825800" y="1967150"/>
              <a:ext cx="231900" cy="233575"/>
            </a:xfrm>
            <a:custGeom>
              <a:rect b="b" l="l" r="r" t="t"/>
              <a:pathLst>
                <a:path extrusionOk="0" h="9343" w="9276">
                  <a:moveTo>
                    <a:pt x="0" y="1"/>
                  </a:moveTo>
                  <a:cubicBezTo>
                    <a:pt x="465" y="4930"/>
                    <a:pt x="4350" y="8842"/>
                    <a:pt x="9275" y="9343"/>
                  </a:cubicBezTo>
                  <a:lnTo>
                    <a:pt x="9275" y="1"/>
                  </a:ln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2" name="Google Shape;2102;p128"/>
            <p:cNvSpPr/>
            <p:nvPr/>
          </p:nvSpPr>
          <p:spPr>
            <a:xfrm>
              <a:off x="2093189" y="1967150"/>
              <a:ext cx="244350" cy="256250"/>
            </a:xfrm>
            <a:custGeom>
              <a:rect b="b" l="l" r="r" t="t"/>
              <a:pathLst>
                <a:path extrusionOk="0" h="10250" w="9774">
                  <a:moveTo>
                    <a:pt x="0" y="1"/>
                  </a:moveTo>
                  <a:lnTo>
                    <a:pt x="0" y="10249"/>
                  </a:lnTo>
                  <a:cubicBezTo>
                    <a:pt x="5200" y="9514"/>
                    <a:pt x="9280" y="5280"/>
                    <a:pt x="977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 name="Google Shape;2103;p128"/>
            <p:cNvSpPr/>
            <p:nvPr/>
          </p:nvSpPr>
          <p:spPr>
            <a:xfrm>
              <a:off x="1851375" y="1730300"/>
              <a:ext cx="206325" cy="209275"/>
            </a:xfrm>
            <a:custGeom>
              <a:rect b="b" l="l" r="r" t="t"/>
              <a:pathLst>
                <a:path extrusionOk="0" h="8371" w="8253">
                  <a:moveTo>
                    <a:pt x="8252" y="1"/>
                  </a:moveTo>
                  <a:cubicBezTo>
                    <a:pt x="3865" y="441"/>
                    <a:pt x="383" y="3959"/>
                    <a:pt x="1" y="8371"/>
                  </a:cubicBezTo>
                  <a:lnTo>
                    <a:pt x="8252" y="8371"/>
                  </a:lnTo>
                  <a:lnTo>
                    <a:pt x="8252"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04" name="Google Shape;2104;p128"/>
          <p:cNvGrpSpPr/>
          <p:nvPr/>
        </p:nvGrpSpPr>
        <p:grpSpPr>
          <a:xfrm>
            <a:off x="3765995" y="3855579"/>
            <a:ext cx="508123" cy="507955"/>
            <a:chOff x="1897577" y="2802432"/>
            <a:chExt cx="492176" cy="492014"/>
          </a:xfrm>
        </p:grpSpPr>
        <p:sp>
          <p:nvSpPr>
            <p:cNvPr id="2105" name="Google Shape;2105;p128"/>
            <p:cNvSpPr/>
            <p:nvPr/>
          </p:nvSpPr>
          <p:spPr>
            <a:xfrm>
              <a:off x="2067309" y="2802432"/>
              <a:ext cx="152163" cy="136326"/>
            </a:xfrm>
            <a:custGeom>
              <a:rect b="b" l="l" r="r" t="t"/>
              <a:pathLst>
                <a:path extrusionOk="0" h="8453" w="9435">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6" name="Google Shape;2106;p128"/>
            <p:cNvSpPr/>
            <p:nvPr/>
          </p:nvSpPr>
          <p:spPr>
            <a:xfrm>
              <a:off x="2179099" y="2814350"/>
              <a:ext cx="163452" cy="166049"/>
            </a:xfrm>
            <a:custGeom>
              <a:rect b="b" l="l" r="r" t="t"/>
              <a:pathLst>
                <a:path extrusionOk="0" h="10296" w="10135">
                  <a:moveTo>
                    <a:pt x="2491" y="1"/>
                  </a:moveTo>
                  <a:lnTo>
                    <a:pt x="0" y="7702"/>
                  </a:lnTo>
                  <a:cubicBezTo>
                    <a:pt x="1435" y="8161"/>
                    <a:pt x="2686" y="9079"/>
                    <a:pt x="3581" y="10296"/>
                  </a:cubicBezTo>
                  <a:lnTo>
                    <a:pt x="10135" y="5533"/>
                  </a:lnTo>
                  <a:cubicBezTo>
                    <a:pt x="8230" y="2927"/>
                    <a:pt x="5555" y="988"/>
                    <a:pt x="2491"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7" name="Google Shape;2107;p128"/>
            <p:cNvSpPr/>
            <p:nvPr/>
          </p:nvSpPr>
          <p:spPr>
            <a:xfrm>
              <a:off x="2236848" y="3048492"/>
              <a:ext cx="152905" cy="144760"/>
            </a:xfrm>
            <a:custGeom>
              <a:rect b="b" l="l" r="r" t="t"/>
              <a:pathLst>
                <a:path extrusionOk="0" h="8976" w="9481">
                  <a:moveTo>
                    <a:pt x="1377" y="0"/>
                  </a:moveTo>
                  <a:cubicBezTo>
                    <a:pt x="1377" y="1515"/>
                    <a:pt x="895" y="2996"/>
                    <a:pt x="0" y="4212"/>
                  </a:cubicBezTo>
                  <a:lnTo>
                    <a:pt x="6554" y="8976"/>
                  </a:lnTo>
                  <a:cubicBezTo>
                    <a:pt x="8459" y="6370"/>
                    <a:pt x="9480" y="3225"/>
                    <a:pt x="9480"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 name="Google Shape;2108;p128"/>
            <p:cNvSpPr/>
            <p:nvPr/>
          </p:nvSpPr>
          <p:spPr>
            <a:xfrm>
              <a:off x="1944586" y="2814543"/>
              <a:ext cx="163097" cy="166226"/>
            </a:xfrm>
            <a:custGeom>
              <a:rect b="b" l="l" r="r" t="t"/>
              <a:pathLst>
                <a:path extrusionOk="0" h="10307" w="10113">
                  <a:moveTo>
                    <a:pt x="7610" y="0"/>
                  </a:moveTo>
                  <a:cubicBezTo>
                    <a:pt x="4557" y="999"/>
                    <a:pt x="1883" y="2938"/>
                    <a:pt x="1" y="5544"/>
                  </a:cubicBezTo>
                  <a:lnTo>
                    <a:pt x="6554" y="10307"/>
                  </a:lnTo>
                  <a:cubicBezTo>
                    <a:pt x="7438" y="9090"/>
                    <a:pt x="8677" y="8172"/>
                    <a:pt x="10112" y="7701"/>
                  </a:cubicBezTo>
                  <a:lnTo>
                    <a:pt x="761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9" name="Google Shape;2109;p128"/>
            <p:cNvSpPr/>
            <p:nvPr/>
          </p:nvSpPr>
          <p:spPr>
            <a:xfrm>
              <a:off x="2236848" y="2903562"/>
              <a:ext cx="152905" cy="144954"/>
            </a:xfrm>
            <a:custGeom>
              <a:rect b="b" l="l" r="r" t="t"/>
              <a:pathLst>
                <a:path extrusionOk="0" h="8988" w="9481">
                  <a:moveTo>
                    <a:pt x="6554" y="1"/>
                  </a:moveTo>
                  <a:lnTo>
                    <a:pt x="0" y="4764"/>
                  </a:lnTo>
                  <a:cubicBezTo>
                    <a:pt x="895" y="5992"/>
                    <a:pt x="1377" y="7472"/>
                    <a:pt x="1377" y="8987"/>
                  </a:cubicBezTo>
                  <a:lnTo>
                    <a:pt x="9469" y="8987"/>
                  </a:lnTo>
                  <a:cubicBezTo>
                    <a:pt x="9480" y="5751"/>
                    <a:pt x="8459" y="2606"/>
                    <a:pt x="6554"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 name="Google Shape;2110;p128"/>
            <p:cNvSpPr/>
            <p:nvPr/>
          </p:nvSpPr>
          <p:spPr>
            <a:xfrm>
              <a:off x="2179099" y="3116417"/>
              <a:ext cx="163452" cy="166242"/>
            </a:xfrm>
            <a:custGeom>
              <a:rect b="b" l="l" r="r" t="t"/>
              <a:pathLst>
                <a:path extrusionOk="0" h="10308" w="10135">
                  <a:moveTo>
                    <a:pt x="3581" y="0"/>
                  </a:moveTo>
                  <a:cubicBezTo>
                    <a:pt x="2686" y="1229"/>
                    <a:pt x="1435" y="2135"/>
                    <a:pt x="0" y="2594"/>
                  </a:cubicBezTo>
                  <a:lnTo>
                    <a:pt x="2502" y="10307"/>
                  </a:lnTo>
                  <a:cubicBezTo>
                    <a:pt x="5567" y="9309"/>
                    <a:pt x="8241" y="7369"/>
                    <a:pt x="10135" y="4764"/>
                  </a:cubicBezTo>
                  <a:lnTo>
                    <a:pt x="3581"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 name="Google Shape;2111;p128"/>
            <p:cNvSpPr/>
            <p:nvPr/>
          </p:nvSpPr>
          <p:spPr>
            <a:xfrm>
              <a:off x="1897577" y="2903933"/>
              <a:ext cx="152727" cy="144583"/>
            </a:xfrm>
            <a:custGeom>
              <a:rect b="b" l="l" r="r" t="t"/>
              <a:pathLst>
                <a:path extrusionOk="0" h="8965" w="9470">
                  <a:moveTo>
                    <a:pt x="2916" y="1"/>
                  </a:moveTo>
                  <a:cubicBezTo>
                    <a:pt x="1022" y="2606"/>
                    <a:pt x="0" y="5739"/>
                    <a:pt x="12" y="8964"/>
                  </a:cubicBezTo>
                  <a:lnTo>
                    <a:pt x="8103" y="8964"/>
                  </a:lnTo>
                  <a:cubicBezTo>
                    <a:pt x="8103" y="7449"/>
                    <a:pt x="8574" y="5980"/>
                    <a:pt x="9469" y="4764"/>
                  </a:cubicBezTo>
                  <a:lnTo>
                    <a:pt x="2916"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2" name="Google Shape;2112;p128"/>
            <p:cNvSpPr/>
            <p:nvPr/>
          </p:nvSpPr>
          <p:spPr>
            <a:xfrm>
              <a:off x="2067309" y="3158056"/>
              <a:ext cx="152163" cy="136390"/>
            </a:xfrm>
            <a:custGeom>
              <a:rect b="b" l="l" r="r" t="t"/>
              <a:pathLst>
                <a:path extrusionOk="0" h="8457" w="9435">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 name="Google Shape;2113;p128"/>
            <p:cNvSpPr/>
            <p:nvPr/>
          </p:nvSpPr>
          <p:spPr>
            <a:xfrm>
              <a:off x="1944586" y="3116046"/>
              <a:ext cx="163097" cy="166242"/>
            </a:xfrm>
            <a:custGeom>
              <a:rect b="b" l="l" r="r" t="t"/>
              <a:pathLst>
                <a:path extrusionOk="0" h="10308" w="10113">
                  <a:moveTo>
                    <a:pt x="6554" y="1"/>
                  </a:moveTo>
                  <a:lnTo>
                    <a:pt x="1" y="4764"/>
                  </a:lnTo>
                  <a:cubicBezTo>
                    <a:pt x="1883" y="7369"/>
                    <a:pt x="4557" y="9309"/>
                    <a:pt x="7610" y="10307"/>
                  </a:cubicBezTo>
                  <a:lnTo>
                    <a:pt x="10112" y="2606"/>
                  </a:lnTo>
                  <a:cubicBezTo>
                    <a:pt x="8677" y="2135"/>
                    <a:pt x="7438" y="1229"/>
                    <a:pt x="6554"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4" name="Google Shape;2114;p128"/>
            <p:cNvSpPr/>
            <p:nvPr/>
          </p:nvSpPr>
          <p:spPr>
            <a:xfrm>
              <a:off x="1897577" y="3048492"/>
              <a:ext cx="152727" cy="144390"/>
            </a:xfrm>
            <a:custGeom>
              <a:rect b="b" l="l" r="r" t="t"/>
              <a:pathLst>
                <a:path extrusionOk="0" h="8953" w="9470">
                  <a:moveTo>
                    <a:pt x="12" y="0"/>
                  </a:moveTo>
                  <a:cubicBezTo>
                    <a:pt x="0" y="3214"/>
                    <a:pt x="1022" y="6347"/>
                    <a:pt x="2916" y="8953"/>
                  </a:cubicBezTo>
                  <a:lnTo>
                    <a:pt x="9469" y="4190"/>
                  </a:lnTo>
                  <a:cubicBezTo>
                    <a:pt x="8574" y="2973"/>
                    <a:pt x="8103" y="1504"/>
                    <a:pt x="8103"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 name="Google Shape;2115;p128"/>
            <p:cNvSpPr/>
            <p:nvPr/>
          </p:nvSpPr>
          <p:spPr>
            <a:xfrm>
              <a:off x="2143379" y="3048492"/>
              <a:ext cx="16" cy="16"/>
            </a:xfrm>
            <a:custGeom>
              <a:rect b="b" l="l" r="r" t="t"/>
              <a:pathLst>
                <a:path extrusionOk="0" fill="none" h="1" w="1">
                  <a:moveTo>
                    <a:pt x="0" y="0"/>
                  </a:moveTo>
                  <a:lnTo>
                    <a:pt x="0" y="0"/>
                  </a:lnTo>
                  <a:close/>
                </a:path>
              </a:pathLst>
            </a:custGeom>
            <a:noFill/>
            <a:ln cap="rnd"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 name="Google Shape;2116;p128"/>
            <p:cNvSpPr/>
            <p:nvPr/>
          </p:nvSpPr>
          <p:spPr>
            <a:xfrm>
              <a:off x="2143379" y="3048492"/>
              <a:ext cx="16" cy="16"/>
            </a:xfrm>
            <a:custGeom>
              <a:rect b="b" l="l" r="r" t="t"/>
              <a:pathLst>
                <a:path extrusionOk="0" fill="none" h="1" w="1">
                  <a:moveTo>
                    <a:pt x="0" y="0"/>
                  </a:moveTo>
                  <a:lnTo>
                    <a:pt x="0" y="0"/>
                  </a:lnTo>
                  <a:close/>
                </a:path>
              </a:pathLst>
            </a:custGeom>
            <a:no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17" name="Google Shape;2117;p128"/>
          <p:cNvGrpSpPr/>
          <p:nvPr/>
        </p:nvGrpSpPr>
        <p:grpSpPr>
          <a:xfrm>
            <a:off x="997525" y="4169123"/>
            <a:ext cx="809227" cy="200842"/>
            <a:chOff x="2013045" y="4813233"/>
            <a:chExt cx="921986" cy="228854"/>
          </a:xfrm>
        </p:grpSpPr>
        <p:sp>
          <p:nvSpPr>
            <p:cNvPr id="2118" name="Google Shape;2118;p128"/>
            <p:cNvSpPr/>
            <p:nvPr/>
          </p:nvSpPr>
          <p:spPr>
            <a:xfrm>
              <a:off x="2013045" y="4867370"/>
              <a:ext cx="921986" cy="174718"/>
            </a:xfrm>
            <a:custGeom>
              <a:rect b="b" l="l" r="r" t="t"/>
              <a:pathLst>
                <a:path extrusionOk="0" fill="none" h="26303" w="138801">
                  <a:moveTo>
                    <a:pt x="0" y="18153"/>
                  </a:moveTo>
                  <a:lnTo>
                    <a:pt x="0" y="26303"/>
                  </a:lnTo>
                  <a:lnTo>
                    <a:pt x="138800" y="26303"/>
                  </a:lnTo>
                  <a:lnTo>
                    <a:pt x="138800" y="0"/>
                  </a:lnTo>
                  <a:lnTo>
                    <a:pt x="38405" y="0"/>
                  </a:lnTo>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9" name="Google Shape;2119;p128"/>
            <p:cNvSpPr/>
            <p:nvPr/>
          </p:nvSpPr>
          <p:spPr>
            <a:xfrm>
              <a:off x="2013045" y="4813233"/>
              <a:ext cx="316628" cy="174718"/>
            </a:xfrm>
            <a:custGeom>
              <a:rect b="b" l="l" r="r" t="t"/>
              <a:pathLst>
                <a:path extrusionOk="0" fill="none" h="26303" w="47667">
                  <a:moveTo>
                    <a:pt x="0" y="0"/>
                  </a:moveTo>
                  <a:lnTo>
                    <a:pt x="0" y="26303"/>
                  </a:lnTo>
                  <a:lnTo>
                    <a:pt x="47666" y="26303"/>
                  </a:lnTo>
                  <a:lnTo>
                    <a:pt x="34453"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20" name="Google Shape;2120;p128"/>
          <p:cNvGrpSpPr/>
          <p:nvPr/>
        </p:nvGrpSpPr>
        <p:grpSpPr>
          <a:xfrm>
            <a:off x="1005985" y="2656004"/>
            <a:ext cx="792421" cy="269941"/>
            <a:chOff x="1046767" y="4756633"/>
            <a:chExt cx="859646" cy="292841"/>
          </a:xfrm>
        </p:grpSpPr>
        <p:sp>
          <p:nvSpPr>
            <p:cNvPr id="2121" name="Google Shape;2121;p128"/>
            <p:cNvSpPr/>
            <p:nvPr/>
          </p:nvSpPr>
          <p:spPr>
            <a:xfrm>
              <a:off x="1046767" y="4811593"/>
              <a:ext cx="859646" cy="237881"/>
            </a:xfrm>
            <a:custGeom>
              <a:rect b="b" l="l" r="r" t="t"/>
              <a:pathLst>
                <a:path extrusionOk="0" fill="none" h="35812" w="129416">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 name="Google Shape;2122;p128"/>
            <p:cNvSpPr/>
            <p:nvPr/>
          </p:nvSpPr>
          <p:spPr>
            <a:xfrm>
              <a:off x="1046767" y="4983846"/>
              <a:ext cx="65628" cy="65628"/>
            </a:xfrm>
            <a:custGeom>
              <a:rect b="b" l="l" r="r" t="t"/>
              <a:pathLst>
                <a:path extrusionOk="0" fill="none" h="9880" w="9880">
                  <a:moveTo>
                    <a:pt x="1" y="0"/>
                  </a:moveTo>
                  <a:lnTo>
                    <a:pt x="1" y="9879"/>
                  </a:lnTo>
                  <a:lnTo>
                    <a:pt x="9880" y="9879"/>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 name="Google Shape;2123;p128"/>
            <p:cNvSpPr/>
            <p:nvPr/>
          </p:nvSpPr>
          <p:spPr>
            <a:xfrm>
              <a:off x="1067279" y="4756633"/>
              <a:ext cx="179640" cy="179646"/>
            </a:xfrm>
            <a:custGeom>
              <a:rect b="b" l="l" r="r" t="t"/>
              <a:pathLst>
                <a:path extrusionOk="0" fill="none" h="27045" w="27044">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cap="flat" cmpd="sng" w="9525">
              <a:solidFill>
                <a:srgbClr val="A5B7C5"/>
              </a:solidFill>
              <a:prstDash val="solid"/>
              <a:miter lim="12348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24" name="Google Shape;2124;p128"/>
          <p:cNvSpPr/>
          <p:nvPr/>
        </p:nvSpPr>
        <p:spPr>
          <a:xfrm>
            <a:off x="7439738" y="2350672"/>
            <a:ext cx="185410" cy="94006"/>
          </a:xfrm>
          <a:custGeom>
            <a:rect b="b" l="l" r="r" t="t"/>
            <a:pathLst>
              <a:path extrusionOk="0" h="1544" w="3045">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 name="Google Shape;2125;p128"/>
          <p:cNvSpPr/>
          <p:nvPr/>
        </p:nvSpPr>
        <p:spPr>
          <a:xfrm>
            <a:off x="7139193" y="2333075"/>
            <a:ext cx="171771" cy="129198"/>
          </a:xfrm>
          <a:custGeom>
            <a:rect b="b" l="l" r="r" t="t"/>
            <a:pathLst>
              <a:path extrusionOk="0" h="2122" w="2821">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6" name="Google Shape;2126;p128"/>
          <p:cNvSpPr/>
          <p:nvPr/>
        </p:nvSpPr>
        <p:spPr>
          <a:xfrm>
            <a:off x="7761482" y="2339529"/>
            <a:ext cx="167813" cy="116777"/>
          </a:xfrm>
          <a:custGeom>
            <a:rect b="b" l="l" r="r" t="t"/>
            <a:pathLst>
              <a:path extrusionOk="0" h="1918" w="2756">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 name="Google Shape;2127;p128"/>
          <p:cNvSpPr/>
          <p:nvPr/>
        </p:nvSpPr>
        <p:spPr>
          <a:xfrm>
            <a:off x="8056187" y="2333075"/>
            <a:ext cx="163855" cy="129198"/>
          </a:xfrm>
          <a:custGeom>
            <a:rect b="b" l="l" r="r" t="t"/>
            <a:pathLst>
              <a:path extrusionOk="0" h="2122" w="2691">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128" name="Google Shape;2128;p128"/>
          <p:cNvGrpSpPr/>
          <p:nvPr/>
        </p:nvGrpSpPr>
        <p:grpSpPr>
          <a:xfrm>
            <a:off x="7141841" y="2550562"/>
            <a:ext cx="166473" cy="141497"/>
            <a:chOff x="4660325" y="1866850"/>
            <a:chExt cx="68350" cy="58100"/>
          </a:xfrm>
        </p:grpSpPr>
        <p:sp>
          <p:nvSpPr>
            <p:cNvPr id="2129" name="Google Shape;2129;p128"/>
            <p:cNvSpPr/>
            <p:nvPr/>
          </p:nvSpPr>
          <p:spPr>
            <a:xfrm>
              <a:off x="4660325" y="1866850"/>
              <a:ext cx="37700" cy="58100"/>
            </a:xfrm>
            <a:custGeom>
              <a:rect b="b" l="l" r="r" t="t"/>
              <a:pathLst>
                <a:path extrusionOk="0" h="2324" w="1508">
                  <a:moveTo>
                    <a:pt x="346" y="1"/>
                  </a:moveTo>
                  <a:lnTo>
                    <a:pt x="0" y="354"/>
                  </a:lnTo>
                  <a:lnTo>
                    <a:pt x="815" y="1162"/>
                  </a:lnTo>
                  <a:lnTo>
                    <a:pt x="0" y="1977"/>
                  </a:lnTo>
                  <a:lnTo>
                    <a:pt x="346" y="2323"/>
                  </a:lnTo>
                  <a:lnTo>
                    <a:pt x="1508" y="1162"/>
                  </a:lnTo>
                  <a:lnTo>
                    <a:pt x="34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0" name="Google Shape;2130;p128"/>
            <p:cNvSpPr/>
            <p:nvPr/>
          </p:nvSpPr>
          <p:spPr>
            <a:xfrm>
              <a:off x="4690975" y="1866850"/>
              <a:ext cx="37700" cy="58100"/>
            </a:xfrm>
            <a:custGeom>
              <a:rect b="b" l="l" r="r" t="t"/>
              <a:pathLst>
                <a:path extrusionOk="0" h="2324" w="1508">
                  <a:moveTo>
                    <a:pt x="346" y="1"/>
                  </a:moveTo>
                  <a:lnTo>
                    <a:pt x="0" y="354"/>
                  </a:lnTo>
                  <a:lnTo>
                    <a:pt x="808" y="1162"/>
                  </a:lnTo>
                  <a:lnTo>
                    <a:pt x="0" y="1977"/>
                  </a:lnTo>
                  <a:lnTo>
                    <a:pt x="346" y="2323"/>
                  </a:lnTo>
                  <a:lnTo>
                    <a:pt x="1508" y="1162"/>
                  </a:lnTo>
                  <a:lnTo>
                    <a:pt x="34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31" name="Google Shape;2131;p128"/>
          <p:cNvGrpSpPr/>
          <p:nvPr/>
        </p:nvGrpSpPr>
        <p:grpSpPr>
          <a:xfrm>
            <a:off x="7451186" y="2576286"/>
            <a:ext cx="162515" cy="90049"/>
            <a:chOff x="4791775" y="1877500"/>
            <a:chExt cx="66725" cy="36975"/>
          </a:xfrm>
        </p:grpSpPr>
        <p:sp>
          <p:nvSpPr>
            <p:cNvPr id="2132" name="Google Shape;2132;p128"/>
            <p:cNvSpPr/>
            <p:nvPr/>
          </p:nvSpPr>
          <p:spPr>
            <a:xfrm>
              <a:off x="4791775" y="1877500"/>
              <a:ext cx="36075" cy="36975"/>
            </a:xfrm>
            <a:custGeom>
              <a:rect b="b" l="l" r="r" t="t"/>
              <a:pathLst>
                <a:path extrusionOk="0" h="1479" w="1443">
                  <a:moveTo>
                    <a:pt x="0" y="0"/>
                  </a:moveTo>
                  <a:lnTo>
                    <a:pt x="743" y="736"/>
                  </a:lnTo>
                  <a:lnTo>
                    <a:pt x="0" y="1479"/>
                  </a:lnTo>
                  <a:lnTo>
                    <a:pt x="700" y="1479"/>
                  </a:lnTo>
                  <a:lnTo>
                    <a:pt x="1442" y="736"/>
                  </a:lnTo>
                  <a:lnTo>
                    <a:pt x="70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 name="Google Shape;2133;p128"/>
            <p:cNvSpPr/>
            <p:nvPr/>
          </p:nvSpPr>
          <p:spPr>
            <a:xfrm>
              <a:off x="4822425" y="1877500"/>
              <a:ext cx="36075" cy="36975"/>
            </a:xfrm>
            <a:custGeom>
              <a:rect b="b" l="l" r="r" t="t"/>
              <a:pathLst>
                <a:path extrusionOk="0" h="1479" w="1443">
                  <a:moveTo>
                    <a:pt x="0" y="0"/>
                  </a:moveTo>
                  <a:lnTo>
                    <a:pt x="743" y="736"/>
                  </a:lnTo>
                  <a:lnTo>
                    <a:pt x="0" y="1479"/>
                  </a:lnTo>
                  <a:lnTo>
                    <a:pt x="700" y="1479"/>
                  </a:lnTo>
                  <a:lnTo>
                    <a:pt x="1443" y="736"/>
                  </a:lnTo>
                  <a:lnTo>
                    <a:pt x="70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34" name="Google Shape;2134;p128"/>
          <p:cNvGrpSpPr/>
          <p:nvPr/>
        </p:nvGrpSpPr>
        <p:grpSpPr>
          <a:xfrm>
            <a:off x="7772899" y="2576286"/>
            <a:ext cx="144979" cy="90049"/>
            <a:chOff x="4923925" y="1877500"/>
            <a:chExt cx="59525" cy="36975"/>
          </a:xfrm>
        </p:grpSpPr>
        <p:sp>
          <p:nvSpPr>
            <p:cNvPr id="2135" name="Google Shape;2135;p128"/>
            <p:cNvSpPr/>
            <p:nvPr/>
          </p:nvSpPr>
          <p:spPr>
            <a:xfrm>
              <a:off x="4923925" y="1877500"/>
              <a:ext cx="28875" cy="36975"/>
            </a:xfrm>
            <a:custGeom>
              <a:rect b="b" l="l" r="r" t="t"/>
              <a:pathLst>
                <a:path extrusionOk="0" h="1479" w="1155">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 name="Google Shape;2136;p128"/>
            <p:cNvSpPr/>
            <p:nvPr/>
          </p:nvSpPr>
          <p:spPr>
            <a:xfrm>
              <a:off x="4954575" y="1877500"/>
              <a:ext cx="28875" cy="36975"/>
            </a:xfrm>
            <a:custGeom>
              <a:rect b="b" l="l" r="r" t="t"/>
              <a:pathLst>
                <a:path extrusionOk="0" h="1479" w="1155">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37" name="Google Shape;2137;p128"/>
          <p:cNvGrpSpPr/>
          <p:nvPr/>
        </p:nvGrpSpPr>
        <p:grpSpPr>
          <a:xfrm>
            <a:off x="8067390" y="2558477"/>
            <a:ext cx="141447" cy="125667"/>
            <a:chOff x="5058450" y="1870100"/>
            <a:chExt cx="58075" cy="51600"/>
          </a:xfrm>
        </p:grpSpPr>
        <p:sp>
          <p:nvSpPr>
            <p:cNvPr id="2138" name="Google Shape;2138;p128"/>
            <p:cNvSpPr/>
            <p:nvPr/>
          </p:nvSpPr>
          <p:spPr>
            <a:xfrm>
              <a:off x="5058450" y="1870100"/>
              <a:ext cx="25800" cy="51600"/>
            </a:xfrm>
            <a:custGeom>
              <a:rect b="b" l="l" r="r" t="t"/>
              <a:pathLst>
                <a:path extrusionOk="0" h="2064" w="1032">
                  <a:moveTo>
                    <a:pt x="0" y="1"/>
                  </a:moveTo>
                  <a:lnTo>
                    <a:pt x="0" y="621"/>
                  </a:lnTo>
                  <a:lnTo>
                    <a:pt x="0" y="1443"/>
                  </a:lnTo>
                  <a:lnTo>
                    <a:pt x="0" y="2063"/>
                  </a:lnTo>
                  <a:lnTo>
                    <a:pt x="1032" y="1032"/>
                  </a:lnTo>
                  <a:lnTo>
                    <a:pt x="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 name="Google Shape;2139;p128"/>
            <p:cNvSpPr/>
            <p:nvPr/>
          </p:nvSpPr>
          <p:spPr>
            <a:xfrm>
              <a:off x="5090725" y="1870100"/>
              <a:ext cx="25800" cy="51600"/>
            </a:xfrm>
            <a:custGeom>
              <a:rect b="b" l="l" r="r" t="t"/>
              <a:pathLst>
                <a:path extrusionOk="0" h="2064" w="1032">
                  <a:moveTo>
                    <a:pt x="0" y="1"/>
                  </a:moveTo>
                  <a:lnTo>
                    <a:pt x="0" y="621"/>
                  </a:lnTo>
                  <a:lnTo>
                    <a:pt x="0" y="1443"/>
                  </a:lnTo>
                  <a:lnTo>
                    <a:pt x="0" y="2063"/>
                  </a:lnTo>
                  <a:lnTo>
                    <a:pt x="1032" y="1032"/>
                  </a:lnTo>
                  <a:lnTo>
                    <a:pt x="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40" name="Google Shape;2140;p128"/>
          <p:cNvGrpSpPr/>
          <p:nvPr/>
        </p:nvGrpSpPr>
        <p:grpSpPr>
          <a:xfrm>
            <a:off x="7481905" y="2980885"/>
            <a:ext cx="101077" cy="107645"/>
            <a:chOff x="4811425" y="2065025"/>
            <a:chExt cx="41500" cy="44200"/>
          </a:xfrm>
        </p:grpSpPr>
        <p:sp>
          <p:nvSpPr>
            <p:cNvPr id="2141" name="Google Shape;2141;p128"/>
            <p:cNvSpPr/>
            <p:nvPr/>
          </p:nvSpPr>
          <p:spPr>
            <a:xfrm>
              <a:off x="4825300" y="2065025"/>
              <a:ext cx="27625" cy="44200"/>
            </a:xfrm>
            <a:custGeom>
              <a:rect b="b" l="l" r="r" t="t"/>
              <a:pathLst>
                <a:path extrusionOk="0" h="1768" w="1105">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2" name="Google Shape;2142;p128"/>
            <p:cNvSpPr/>
            <p:nvPr/>
          </p:nvSpPr>
          <p:spPr>
            <a:xfrm>
              <a:off x="4811425" y="2072950"/>
              <a:ext cx="19850" cy="28350"/>
            </a:xfrm>
            <a:custGeom>
              <a:rect b="b" l="l" r="r" t="t"/>
              <a:pathLst>
                <a:path extrusionOk="0" h="1134" w="794">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43" name="Google Shape;2143;p128"/>
          <p:cNvGrpSpPr/>
          <p:nvPr/>
        </p:nvGrpSpPr>
        <p:grpSpPr>
          <a:xfrm>
            <a:off x="7774342" y="2981098"/>
            <a:ext cx="120867" cy="107218"/>
            <a:chOff x="4929875" y="2065025"/>
            <a:chExt cx="49625" cy="44025"/>
          </a:xfrm>
        </p:grpSpPr>
        <p:sp>
          <p:nvSpPr>
            <p:cNvPr id="2144" name="Google Shape;2144;p128"/>
            <p:cNvSpPr/>
            <p:nvPr/>
          </p:nvSpPr>
          <p:spPr>
            <a:xfrm>
              <a:off x="4950075" y="2065025"/>
              <a:ext cx="29425" cy="44025"/>
            </a:xfrm>
            <a:custGeom>
              <a:rect b="b" l="l" r="r" t="t"/>
              <a:pathLst>
                <a:path extrusionOk="0" h="1761" w="1177">
                  <a:moveTo>
                    <a:pt x="1" y="0"/>
                  </a:moveTo>
                  <a:lnTo>
                    <a:pt x="729" y="880"/>
                  </a:lnTo>
                  <a:lnTo>
                    <a:pt x="1" y="1760"/>
                  </a:lnTo>
                  <a:lnTo>
                    <a:pt x="1176" y="880"/>
                  </a:lnTo>
                  <a:lnTo>
                    <a:pt x="1"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5" name="Google Shape;2145;p128"/>
            <p:cNvSpPr/>
            <p:nvPr/>
          </p:nvSpPr>
          <p:spPr>
            <a:xfrm>
              <a:off x="4929875" y="2065025"/>
              <a:ext cx="29425" cy="44025"/>
            </a:xfrm>
            <a:custGeom>
              <a:rect b="b" l="l" r="r" t="t"/>
              <a:pathLst>
                <a:path extrusionOk="0" h="1761" w="1177">
                  <a:moveTo>
                    <a:pt x="1" y="0"/>
                  </a:moveTo>
                  <a:lnTo>
                    <a:pt x="736" y="880"/>
                  </a:lnTo>
                  <a:lnTo>
                    <a:pt x="1" y="1760"/>
                  </a:lnTo>
                  <a:lnTo>
                    <a:pt x="1" y="1760"/>
                  </a:lnTo>
                  <a:lnTo>
                    <a:pt x="1176" y="880"/>
                  </a:lnTo>
                  <a:lnTo>
                    <a:pt x="1"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46" name="Google Shape;2146;p128"/>
          <p:cNvGrpSpPr/>
          <p:nvPr/>
        </p:nvGrpSpPr>
        <p:grpSpPr>
          <a:xfrm>
            <a:off x="8103011" y="2984112"/>
            <a:ext cx="70206" cy="101191"/>
            <a:chOff x="5083925" y="2066350"/>
            <a:chExt cx="28825" cy="41550"/>
          </a:xfrm>
        </p:grpSpPr>
        <p:sp>
          <p:nvSpPr>
            <p:cNvPr id="2147" name="Google Shape;2147;p128"/>
            <p:cNvSpPr/>
            <p:nvPr/>
          </p:nvSpPr>
          <p:spPr>
            <a:xfrm>
              <a:off x="5084050" y="2066350"/>
              <a:ext cx="28700" cy="41550"/>
            </a:xfrm>
            <a:custGeom>
              <a:rect b="b" l="l" r="r" t="t"/>
              <a:pathLst>
                <a:path extrusionOk="0" h="1662" w="1148">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 name="Google Shape;2148;p128"/>
            <p:cNvSpPr/>
            <p:nvPr/>
          </p:nvSpPr>
          <p:spPr>
            <a:xfrm>
              <a:off x="5083925" y="2081325"/>
              <a:ext cx="8800" cy="11600"/>
            </a:xfrm>
            <a:custGeom>
              <a:rect b="b" l="l" r="r" t="t"/>
              <a:pathLst>
                <a:path extrusionOk="0" h="464" w="352">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49" name="Google Shape;2149;p128"/>
          <p:cNvGrpSpPr/>
          <p:nvPr/>
        </p:nvGrpSpPr>
        <p:grpSpPr>
          <a:xfrm>
            <a:off x="7134565" y="2999759"/>
            <a:ext cx="181026" cy="69896"/>
            <a:chOff x="4659775" y="2072775"/>
            <a:chExt cx="74325" cy="28700"/>
          </a:xfrm>
        </p:grpSpPr>
        <p:sp>
          <p:nvSpPr>
            <p:cNvPr id="2150" name="Google Shape;2150;p128"/>
            <p:cNvSpPr/>
            <p:nvPr/>
          </p:nvSpPr>
          <p:spPr>
            <a:xfrm>
              <a:off x="4659775" y="2072775"/>
              <a:ext cx="38075" cy="28700"/>
            </a:xfrm>
            <a:custGeom>
              <a:rect b="b" l="l" r="r" t="t"/>
              <a:pathLst>
                <a:path extrusionOk="0" h="1148" w="1523">
                  <a:moveTo>
                    <a:pt x="1" y="0"/>
                  </a:moveTo>
                  <a:lnTo>
                    <a:pt x="578" y="570"/>
                  </a:lnTo>
                  <a:lnTo>
                    <a:pt x="1" y="1147"/>
                  </a:lnTo>
                  <a:lnTo>
                    <a:pt x="945" y="1147"/>
                  </a:lnTo>
                  <a:lnTo>
                    <a:pt x="1522" y="570"/>
                  </a:lnTo>
                  <a:lnTo>
                    <a:pt x="945"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1" name="Google Shape;2151;p128"/>
            <p:cNvSpPr/>
            <p:nvPr/>
          </p:nvSpPr>
          <p:spPr>
            <a:xfrm>
              <a:off x="4691875" y="2072775"/>
              <a:ext cx="24550" cy="28700"/>
            </a:xfrm>
            <a:custGeom>
              <a:rect b="b" l="l" r="r" t="t"/>
              <a:pathLst>
                <a:path extrusionOk="0" h="1148" w="982">
                  <a:moveTo>
                    <a:pt x="0" y="0"/>
                  </a:moveTo>
                  <a:lnTo>
                    <a:pt x="570" y="570"/>
                  </a:lnTo>
                  <a:lnTo>
                    <a:pt x="0" y="1147"/>
                  </a:lnTo>
                  <a:lnTo>
                    <a:pt x="411" y="1147"/>
                  </a:lnTo>
                  <a:lnTo>
                    <a:pt x="981" y="570"/>
                  </a:lnTo>
                  <a:lnTo>
                    <a:pt x="411"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2" name="Google Shape;2152;p128"/>
            <p:cNvSpPr/>
            <p:nvPr/>
          </p:nvSpPr>
          <p:spPr>
            <a:xfrm>
              <a:off x="4709350" y="2072775"/>
              <a:ext cx="24750" cy="28700"/>
            </a:xfrm>
            <a:custGeom>
              <a:rect b="b" l="l" r="r" t="t"/>
              <a:pathLst>
                <a:path extrusionOk="0" h="1148" w="990">
                  <a:moveTo>
                    <a:pt x="1" y="0"/>
                  </a:moveTo>
                  <a:lnTo>
                    <a:pt x="578" y="570"/>
                  </a:lnTo>
                  <a:lnTo>
                    <a:pt x="1" y="1147"/>
                  </a:lnTo>
                  <a:lnTo>
                    <a:pt x="412" y="1147"/>
                  </a:lnTo>
                  <a:lnTo>
                    <a:pt x="989" y="570"/>
                  </a:lnTo>
                  <a:lnTo>
                    <a:pt x="412"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53" name="Google Shape;2153;p128"/>
          <p:cNvGrpSpPr/>
          <p:nvPr/>
        </p:nvGrpSpPr>
        <p:grpSpPr>
          <a:xfrm>
            <a:off x="8054421" y="2790324"/>
            <a:ext cx="167387" cy="89197"/>
            <a:chOff x="4662475" y="1976500"/>
            <a:chExt cx="68725" cy="36625"/>
          </a:xfrm>
        </p:grpSpPr>
        <p:sp>
          <p:nvSpPr>
            <p:cNvPr id="2154" name="Google Shape;2154;p128"/>
            <p:cNvSpPr/>
            <p:nvPr/>
          </p:nvSpPr>
          <p:spPr>
            <a:xfrm>
              <a:off x="4690800" y="1976500"/>
              <a:ext cx="40400" cy="36625"/>
            </a:xfrm>
            <a:custGeom>
              <a:rect b="b" l="l" r="r" t="t"/>
              <a:pathLst>
                <a:path extrusionOk="0" h="1465" w="1616">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5" name="Google Shape;2155;p128"/>
            <p:cNvSpPr/>
            <p:nvPr/>
          </p:nvSpPr>
          <p:spPr>
            <a:xfrm>
              <a:off x="4674375" y="1991450"/>
              <a:ext cx="10675" cy="6700"/>
            </a:xfrm>
            <a:custGeom>
              <a:rect b="b" l="l" r="r" t="t"/>
              <a:pathLst>
                <a:path extrusionOk="0" h="268" w="427">
                  <a:moveTo>
                    <a:pt x="1" y="1"/>
                  </a:moveTo>
                  <a:lnTo>
                    <a:pt x="1" y="268"/>
                  </a:lnTo>
                  <a:lnTo>
                    <a:pt x="426" y="268"/>
                  </a:lnTo>
                  <a:lnTo>
                    <a:pt x="426"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 name="Google Shape;2156;p128"/>
            <p:cNvSpPr/>
            <p:nvPr/>
          </p:nvSpPr>
          <p:spPr>
            <a:xfrm>
              <a:off x="4662475" y="1991450"/>
              <a:ext cx="5625" cy="6700"/>
            </a:xfrm>
            <a:custGeom>
              <a:rect b="b" l="l" r="r" t="t"/>
              <a:pathLst>
                <a:path extrusionOk="0" h="268" w="225">
                  <a:moveTo>
                    <a:pt x="1" y="1"/>
                  </a:moveTo>
                  <a:lnTo>
                    <a:pt x="1" y="268"/>
                  </a:lnTo>
                  <a:lnTo>
                    <a:pt x="224" y="268"/>
                  </a:lnTo>
                  <a:lnTo>
                    <a:pt x="224"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57" name="Google Shape;2157;p128"/>
          <p:cNvGrpSpPr/>
          <p:nvPr/>
        </p:nvGrpSpPr>
        <p:grpSpPr>
          <a:xfrm>
            <a:off x="7751326" y="2793764"/>
            <a:ext cx="166899" cy="82317"/>
            <a:chOff x="4920150" y="1977875"/>
            <a:chExt cx="68525" cy="33800"/>
          </a:xfrm>
        </p:grpSpPr>
        <p:sp>
          <p:nvSpPr>
            <p:cNvPr id="2158" name="Google Shape;2158;p128"/>
            <p:cNvSpPr/>
            <p:nvPr/>
          </p:nvSpPr>
          <p:spPr>
            <a:xfrm>
              <a:off x="4949175" y="1977875"/>
              <a:ext cx="39500" cy="33800"/>
            </a:xfrm>
            <a:custGeom>
              <a:rect b="b" l="l" r="r" t="t"/>
              <a:pathLst>
                <a:path extrusionOk="0" h="1352" w="158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 name="Google Shape;2159;p128"/>
            <p:cNvSpPr/>
            <p:nvPr/>
          </p:nvSpPr>
          <p:spPr>
            <a:xfrm>
              <a:off x="4931875" y="1991450"/>
              <a:ext cx="12825" cy="6700"/>
            </a:xfrm>
            <a:custGeom>
              <a:rect b="b" l="l" r="r" t="t"/>
              <a:pathLst>
                <a:path extrusionOk="0" h="268" w="513">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0" name="Google Shape;2160;p128"/>
            <p:cNvSpPr/>
            <p:nvPr/>
          </p:nvSpPr>
          <p:spPr>
            <a:xfrm>
              <a:off x="4920150" y="1991450"/>
              <a:ext cx="9225" cy="6700"/>
            </a:xfrm>
            <a:custGeom>
              <a:rect b="b" l="l" r="r" t="t"/>
              <a:pathLst>
                <a:path extrusionOk="0" h="268" w="369">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61" name="Google Shape;2161;p128"/>
          <p:cNvGrpSpPr/>
          <p:nvPr/>
        </p:nvGrpSpPr>
        <p:grpSpPr>
          <a:xfrm>
            <a:off x="7162483" y="3197682"/>
            <a:ext cx="125190" cy="127859"/>
            <a:chOff x="4676550" y="2160575"/>
            <a:chExt cx="51400" cy="52500"/>
          </a:xfrm>
        </p:grpSpPr>
        <p:sp>
          <p:nvSpPr>
            <p:cNvPr id="2162" name="Google Shape;2162;p128"/>
            <p:cNvSpPr/>
            <p:nvPr/>
          </p:nvSpPr>
          <p:spPr>
            <a:xfrm>
              <a:off x="4676550" y="2160575"/>
              <a:ext cx="27775" cy="52500"/>
            </a:xfrm>
            <a:custGeom>
              <a:rect b="b" l="l" r="r" t="t"/>
              <a:pathLst>
                <a:path extrusionOk="0" h="2100" w="1111">
                  <a:moveTo>
                    <a:pt x="0" y="1"/>
                  </a:moveTo>
                  <a:lnTo>
                    <a:pt x="823" y="1047"/>
                  </a:lnTo>
                  <a:lnTo>
                    <a:pt x="0" y="2100"/>
                  </a:lnTo>
                  <a:lnTo>
                    <a:pt x="289" y="2100"/>
                  </a:lnTo>
                  <a:lnTo>
                    <a:pt x="1111" y="1047"/>
                  </a:lnTo>
                  <a:lnTo>
                    <a:pt x="289"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 name="Google Shape;2163;p128"/>
            <p:cNvSpPr/>
            <p:nvPr/>
          </p:nvSpPr>
          <p:spPr>
            <a:xfrm>
              <a:off x="4688275" y="2160575"/>
              <a:ext cx="27975" cy="52500"/>
            </a:xfrm>
            <a:custGeom>
              <a:rect b="b" l="l" r="r" t="t"/>
              <a:pathLst>
                <a:path extrusionOk="0" h="2100" w="1119">
                  <a:moveTo>
                    <a:pt x="0" y="1"/>
                  </a:moveTo>
                  <a:lnTo>
                    <a:pt x="822" y="1047"/>
                  </a:lnTo>
                  <a:lnTo>
                    <a:pt x="0" y="2100"/>
                  </a:lnTo>
                  <a:lnTo>
                    <a:pt x="296" y="2100"/>
                  </a:lnTo>
                  <a:lnTo>
                    <a:pt x="1118" y="1047"/>
                  </a:lnTo>
                  <a:lnTo>
                    <a:pt x="296"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 name="Google Shape;2164;p128"/>
            <p:cNvSpPr/>
            <p:nvPr/>
          </p:nvSpPr>
          <p:spPr>
            <a:xfrm>
              <a:off x="4700175" y="2160575"/>
              <a:ext cx="27775" cy="52500"/>
            </a:xfrm>
            <a:custGeom>
              <a:rect b="b" l="l" r="r" t="t"/>
              <a:pathLst>
                <a:path extrusionOk="0" h="2100" w="1111">
                  <a:moveTo>
                    <a:pt x="0" y="1"/>
                  </a:moveTo>
                  <a:lnTo>
                    <a:pt x="822" y="1047"/>
                  </a:lnTo>
                  <a:lnTo>
                    <a:pt x="0" y="2100"/>
                  </a:lnTo>
                  <a:lnTo>
                    <a:pt x="289" y="2100"/>
                  </a:lnTo>
                  <a:lnTo>
                    <a:pt x="1111" y="1047"/>
                  </a:lnTo>
                  <a:lnTo>
                    <a:pt x="289"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65" name="Google Shape;2165;p128"/>
          <p:cNvGrpSpPr/>
          <p:nvPr/>
        </p:nvGrpSpPr>
        <p:grpSpPr>
          <a:xfrm>
            <a:off x="7459741" y="3204714"/>
            <a:ext cx="145405" cy="113794"/>
            <a:chOff x="4768325" y="2163475"/>
            <a:chExt cx="59700" cy="46725"/>
          </a:xfrm>
        </p:grpSpPr>
        <p:sp>
          <p:nvSpPr>
            <p:cNvPr id="2166" name="Google Shape;2166;p128"/>
            <p:cNvSpPr/>
            <p:nvPr/>
          </p:nvSpPr>
          <p:spPr>
            <a:xfrm>
              <a:off x="4768325" y="2163475"/>
              <a:ext cx="35375" cy="46725"/>
            </a:xfrm>
            <a:custGeom>
              <a:rect b="b" l="l" r="r" t="t"/>
              <a:pathLst>
                <a:path extrusionOk="0" h="1869" w="1415">
                  <a:moveTo>
                    <a:pt x="0" y="0"/>
                  </a:moveTo>
                  <a:lnTo>
                    <a:pt x="895" y="931"/>
                  </a:lnTo>
                  <a:lnTo>
                    <a:pt x="0" y="1868"/>
                  </a:lnTo>
                  <a:lnTo>
                    <a:pt x="520" y="1868"/>
                  </a:lnTo>
                  <a:lnTo>
                    <a:pt x="1414" y="931"/>
                  </a:lnTo>
                  <a:lnTo>
                    <a:pt x="52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 name="Google Shape;2167;p128"/>
            <p:cNvSpPr/>
            <p:nvPr/>
          </p:nvSpPr>
          <p:spPr>
            <a:xfrm>
              <a:off x="4792475" y="2163475"/>
              <a:ext cx="35550" cy="46725"/>
            </a:xfrm>
            <a:custGeom>
              <a:rect b="b" l="l" r="r" t="t"/>
              <a:pathLst>
                <a:path extrusionOk="0" h="1869" w="1422">
                  <a:moveTo>
                    <a:pt x="1" y="0"/>
                  </a:moveTo>
                  <a:lnTo>
                    <a:pt x="895" y="931"/>
                  </a:lnTo>
                  <a:lnTo>
                    <a:pt x="1" y="1868"/>
                  </a:lnTo>
                  <a:lnTo>
                    <a:pt x="527" y="1868"/>
                  </a:lnTo>
                  <a:lnTo>
                    <a:pt x="1422" y="931"/>
                  </a:lnTo>
                  <a:lnTo>
                    <a:pt x="527"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68" name="Google Shape;2168;p128"/>
          <p:cNvSpPr/>
          <p:nvPr/>
        </p:nvSpPr>
        <p:spPr>
          <a:xfrm>
            <a:off x="7791696" y="3196221"/>
            <a:ext cx="86159" cy="130781"/>
          </a:xfrm>
          <a:custGeom>
            <a:rect b="b" l="l" r="r" t="t"/>
            <a:pathLst>
              <a:path extrusionOk="0" h="2148" w="1415">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 name="Google Shape;2169;p128"/>
          <p:cNvSpPr/>
          <p:nvPr/>
        </p:nvSpPr>
        <p:spPr>
          <a:xfrm>
            <a:off x="8064072" y="4203306"/>
            <a:ext cx="148084" cy="162989"/>
          </a:xfrm>
          <a:custGeom>
            <a:rect b="b" l="l" r="r" t="t"/>
            <a:pathLst>
              <a:path extrusionOk="0" h="2677" w="2432">
                <a:moveTo>
                  <a:pt x="801" y="1"/>
                </a:moveTo>
                <a:lnTo>
                  <a:pt x="1205" y="751"/>
                </a:lnTo>
                <a:lnTo>
                  <a:pt x="1" y="751"/>
                </a:lnTo>
                <a:lnTo>
                  <a:pt x="1" y="1927"/>
                </a:lnTo>
                <a:lnTo>
                  <a:pt x="1205" y="1927"/>
                </a:lnTo>
                <a:lnTo>
                  <a:pt x="801" y="2677"/>
                </a:lnTo>
                <a:lnTo>
                  <a:pt x="2431" y="1335"/>
                </a:lnTo>
                <a:lnTo>
                  <a:pt x="80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0" name="Google Shape;2170;p128"/>
          <p:cNvSpPr/>
          <p:nvPr/>
        </p:nvSpPr>
        <p:spPr>
          <a:xfrm>
            <a:off x="7165528" y="3431527"/>
            <a:ext cx="119101" cy="163415"/>
          </a:xfrm>
          <a:custGeom>
            <a:rect b="b" l="l" r="r" t="t"/>
            <a:pathLst>
              <a:path extrusionOk="0" h="2684" w="1956">
                <a:moveTo>
                  <a:pt x="1" y="0"/>
                </a:moveTo>
                <a:lnTo>
                  <a:pt x="787" y="1342"/>
                </a:lnTo>
                <a:lnTo>
                  <a:pt x="1" y="2683"/>
                </a:lnTo>
                <a:lnTo>
                  <a:pt x="1955" y="1342"/>
                </a:lnTo>
                <a:lnTo>
                  <a:pt x="1"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1" name="Google Shape;2171;p128"/>
          <p:cNvSpPr/>
          <p:nvPr/>
        </p:nvSpPr>
        <p:spPr>
          <a:xfrm>
            <a:off x="7133499" y="4219136"/>
            <a:ext cx="183157" cy="131329"/>
          </a:xfrm>
          <a:custGeom>
            <a:rect b="b" l="l" r="r" t="t"/>
            <a:pathLst>
              <a:path extrusionOk="0" h="2157" w="3008">
                <a:moveTo>
                  <a:pt x="0" y="0"/>
                </a:moveTo>
                <a:lnTo>
                  <a:pt x="729" y="1075"/>
                </a:lnTo>
                <a:lnTo>
                  <a:pt x="0" y="2157"/>
                </a:lnTo>
                <a:lnTo>
                  <a:pt x="0" y="2157"/>
                </a:lnTo>
                <a:lnTo>
                  <a:pt x="3008" y="1075"/>
                </a:lnTo>
                <a:lnTo>
                  <a:pt x="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 name="Google Shape;2172;p128"/>
          <p:cNvSpPr/>
          <p:nvPr/>
        </p:nvSpPr>
        <p:spPr>
          <a:xfrm>
            <a:off x="7150823" y="3700780"/>
            <a:ext cx="148511" cy="112515"/>
          </a:xfrm>
          <a:custGeom>
            <a:rect b="b" l="l" r="r" t="t"/>
            <a:pathLst>
              <a:path extrusionOk="0" h="1848" w="2439">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 name="Google Shape;2173;p128"/>
          <p:cNvSpPr/>
          <p:nvPr/>
        </p:nvSpPr>
        <p:spPr>
          <a:xfrm>
            <a:off x="7784572" y="3682697"/>
            <a:ext cx="100408" cy="148681"/>
          </a:xfrm>
          <a:custGeom>
            <a:rect b="b" l="l" r="r" t="t"/>
            <a:pathLst>
              <a:path extrusionOk="0" h="2442" w="1649">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174" name="Google Shape;2174;p128"/>
          <p:cNvGrpSpPr/>
          <p:nvPr/>
        </p:nvGrpSpPr>
        <p:grpSpPr>
          <a:xfrm>
            <a:off x="7476059" y="3459808"/>
            <a:ext cx="112768" cy="106853"/>
            <a:chOff x="4768575" y="2253950"/>
            <a:chExt cx="46300" cy="43875"/>
          </a:xfrm>
        </p:grpSpPr>
        <p:sp>
          <p:nvSpPr>
            <p:cNvPr id="2175" name="Google Shape;2175;p128"/>
            <p:cNvSpPr/>
            <p:nvPr/>
          </p:nvSpPr>
          <p:spPr>
            <a:xfrm>
              <a:off x="4785700" y="2253950"/>
              <a:ext cx="29175" cy="43875"/>
            </a:xfrm>
            <a:custGeom>
              <a:rect b="b" l="l" r="r" t="t"/>
              <a:pathLst>
                <a:path extrusionOk="0" h="1755" w="1167">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 name="Google Shape;2176;p128"/>
            <p:cNvSpPr/>
            <p:nvPr/>
          </p:nvSpPr>
          <p:spPr>
            <a:xfrm>
              <a:off x="4768575" y="2253950"/>
              <a:ext cx="29175" cy="43875"/>
            </a:xfrm>
            <a:custGeom>
              <a:rect b="b" l="l" r="r" t="t"/>
              <a:pathLst>
                <a:path extrusionOk="0" h="1755" w="1167">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77" name="Google Shape;2177;p128"/>
          <p:cNvGrpSpPr/>
          <p:nvPr/>
        </p:nvGrpSpPr>
        <p:grpSpPr>
          <a:xfrm>
            <a:off x="7775682" y="3948834"/>
            <a:ext cx="118187" cy="146246"/>
            <a:chOff x="4960900" y="2433225"/>
            <a:chExt cx="48525" cy="60050"/>
          </a:xfrm>
        </p:grpSpPr>
        <p:sp>
          <p:nvSpPr>
            <p:cNvPr id="2178" name="Google Shape;2178;p128"/>
            <p:cNvSpPr/>
            <p:nvPr/>
          </p:nvSpPr>
          <p:spPr>
            <a:xfrm>
              <a:off x="4974225" y="2433225"/>
              <a:ext cx="35200" cy="60050"/>
            </a:xfrm>
            <a:custGeom>
              <a:rect b="b" l="l" r="r" t="t"/>
              <a:pathLst>
                <a:path extrusionOk="0" h="2402" w="1408">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9" name="Google Shape;2179;p128"/>
            <p:cNvSpPr/>
            <p:nvPr/>
          </p:nvSpPr>
          <p:spPr>
            <a:xfrm>
              <a:off x="4960900" y="2433225"/>
              <a:ext cx="35175" cy="60050"/>
            </a:xfrm>
            <a:custGeom>
              <a:rect b="b" l="l" r="r" t="t"/>
              <a:pathLst>
                <a:path extrusionOk="0" h="2402" w="1407">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80" name="Google Shape;2180;p128"/>
          <p:cNvGrpSpPr/>
          <p:nvPr/>
        </p:nvGrpSpPr>
        <p:grpSpPr>
          <a:xfrm>
            <a:off x="7464247" y="4212895"/>
            <a:ext cx="136394" cy="143810"/>
            <a:chOff x="4854075" y="2527625"/>
            <a:chExt cx="56000" cy="59050"/>
          </a:xfrm>
        </p:grpSpPr>
        <p:sp>
          <p:nvSpPr>
            <p:cNvPr id="2181" name="Google Shape;2181;p128"/>
            <p:cNvSpPr/>
            <p:nvPr/>
          </p:nvSpPr>
          <p:spPr>
            <a:xfrm>
              <a:off x="4872325" y="2527625"/>
              <a:ext cx="37750" cy="59050"/>
            </a:xfrm>
            <a:custGeom>
              <a:rect b="b" l="l" r="r" t="t"/>
              <a:pathLst>
                <a:path extrusionOk="0" h="2362" w="151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2" name="Google Shape;2182;p128"/>
            <p:cNvSpPr/>
            <p:nvPr/>
          </p:nvSpPr>
          <p:spPr>
            <a:xfrm>
              <a:off x="4854075" y="2539100"/>
              <a:ext cx="26075" cy="35875"/>
            </a:xfrm>
            <a:custGeom>
              <a:rect b="b" l="l" r="r" t="t"/>
              <a:pathLst>
                <a:path extrusionOk="0" h="1435" w="1043">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83" name="Google Shape;2183;p128"/>
          <p:cNvSpPr/>
          <p:nvPr/>
        </p:nvSpPr>
        <p:spPr>
          <a:xfrm>
            <a:off x="7479500" y="3955623"/>
            <a:ext cx="105888" cy="132668"/>
          </a:xfrm>
          <a:custGeom>
            <a:rect b="b" l="l" r="r" t="t"/>
            <a:pathLst>
              <a:path extrusionOk="0" h="2179" w="1739">
                <a:moveTo>
                  <a:pt x="1" y="1"/>
                </a:moveTo>
                <a:lnTo>
                  <a:pt x="1" y="2179"/>
                </a:lnTo>
                <a:lnTo>
                  <a:pt x="758" y="2179"/>
                </a:lnTo>
                <a:lnTo>
                  <a:pt x="1739" y="1090"/>
                </a:lnTo>
                <a:lnTo>
                  <a:pt x="758"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 name="Google Shape;2184;p128"/>
          <p:cNvSpPr/>
          <p:nvPr/>
        </p:nvSpPr>
        <p:spPr>
          <a:xfrm>
            <a:off x="8058166" y="3195277"/>
            <a:ext cx="159897" cy="132668"/>
          </a:xfrm>
          <a:custGeom>
            <a:rect b="b" l="l" r="r" t="t"/>
            <a:pathLst>
              <a:path extrusionOk="0" h="2179" w="2626">
                <a:moveTo>
                  <a:pt x="0" y="1"/>
                </a:moveTo>
                <a:lnTo>
                  <a:pt x="887" y="1090"/>
                </a:lnTo>
                <a:lnTo>
                  <a:pt x="0" y="2179"/>
                </a:lnTo>
                <a:lnTo>
                  <a:pt x="1644" y="2179"/>
                </a:lnTo>
                <a:lnTo>
                  <a:pt x="2625" y="1090"/>
                </a:lnTo>
                <a:lnTo>
                  <a:pt x="1644"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5" name="Google Shape;2185;p128"/>
          <p:cNvSpPr/>
          <p:nvPr/>
        </p:nvSpPr>
        <p:spPr>
          <a:xfrm>
            <a:off x="7157429" y="3955623"/>
            <a:ext cx="135298" cy="132668"/>
          </a:xfrm>
          <a:custGeom>
            <a:rect b="b" l="l" r="r" t="t"/>
            <a:pathLst>
              <a:path extrusionOk="0" h="2179" w="2222">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186" name="Google Shape;2186;p128"/>
          <p:cNvGrpSpPr/>
          <p:nvPr/>
        </p:nvGrpSpPr>
        <p:grpSpPr>
          <a:xfrm>
            <a:off x="8088458" y="3676639"/>
            <a:ext cx="99312" cy="160797"/>
            <a:chOff x="5059700" y="2334775"/>
            <a:chExt cx="40775" cy="66025"/>
          </a:xfrm>
        </p:grpSpPr>
        <p:sp>
          <p:nvSpPr>
            <p:cNvPr id="2187" name="Google Shape;2187;p128"/>
            <p:cNvSpPr/>
            <p:nvPr/>
          </p:nvSpPr>
          <p:spPr>
            <a:xfrm>
              <a:off x="5059700" y="2334775"/>
              <a:ext cx="12475" cy="10525"/>
            </a:xfrm>
            <a:custGeom>
              <a:rect b="b" l="l" r="r" t="t"/>
              <a:pathLst>
                <a:path extrusionOk="0" h="421" w="499">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 name="Google Shape;2188;p128"/>
            <p:cNvSpPr/>
            <p:nvPr/>
          </p:nvSpPr>
          <p:spPr>
            <a:xfrm>
              <a:off x="5059700" y="2348650"/>
              <a:ext cx="12475" cy="10550"/>
            </a:xfrm>
            <a:custGeom>
              <a:rect b="b" l="l" r="r" t="t"/>
              <a:pathLst>
                <a:path extrusionOk="0" h="422" w="499">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 name="Google Shape;2189;p128"/>
            <p:cNvSpPr/>
            <p:nvPr/>
          </p:nvSpPr>
          <p:spPr>
            <a:xfrm>
              <a:off x="5059700" y="2362525"/>
              <a:ext cx="12475" cy="10550"/>
            </a:xfrm>
            <a:custGeom>
              <a:rect b="b" l="l" r="r" t="t"/>
              <a:pathLst>
                <a:path extrusionOk="0" h="422" w="499">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0" name="Google Shape;2190;p128"/>
            <p:cNvSpPr/>
            <p:nvPr/>
          </p:nvSpPr>
          <p:spPr>
            <a:xfrm>
              <a:off x="5059700" y="2376400"/>
              <a:ext cx="12475" cy="10500"/>
            </a:xfrm>
            <a:custGeom>
              <a:rect b="b" l="l" r="r" t="t"/>
              <a:pathLst>
                <a:path extrusionOk="0" h="420" w="499">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1" name="Google Shape;2191;p128"/>
            <p:cNvSpPr/>
            <p:nvPr/>
          </p:nvSpPr>
          <p:spPr>
            <a:xfrm>
              <a:off x="5059700" y="2390125"/>
              <a:ext cx="12475" cy="10675"/>
            </a:xfrm>
            <a:custGeom>
              <a:rect b="b" l="l" r="r" t="t"/>
              <a:pathLst>
                <a:path extrusionOk="0" h="427" w="499">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 name="Google Shape;2192;p128"/>
            <p:cNvSpPr/>
            <p:nvPr/>
          </p:nvSpPr>
          <p:spPr>
            <a:xfrm>
              <a:off x="5073950" y="2348650"/>
              <a:ext cx="12275" cy="10550"/>
            </a:xfrm>
            <a:custGeom>
              <a:rect b="b" l="l" r="r" t="t"/>
              <a:pathLst>
                <a:path extrusionOk="0" h="422" w="491">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3" name="Google Shape;2193;p128"/>
            <p:cNvSpPr/>
            <p:nvPr/>
          </p:nvSpPr>
          <p:spPr>
            <a:xfrm>
              <a:off x="5073950" y="2362525"/>
              <a:ext cx="12275" cy="10550"/>
            </a:xfrm>
            <a:custGeom>
              <a:rect b="b" l="l" r="r" t="t"/>
              <a:pathLst>
                <a:path extrusionOk="0" h="422" w="491">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4" name="Google Shape;2194;p128"/>
            <p:cNvSpPr/>
            <p:nvPr/>
          </p:nvSpPr>
          <p:spPr>
            <a:xfrm>
              <a:off x="5074000" y="2376400"/>
              <a:ext cx="12225" cy="10500"/>
            </a:xfrm>
            <a:custGeom>
              <a:rect b="b" l="l" r="r" t="t"/>
              <a:pathLst>
                <a:path extrusionOk="0" h="420" w="489">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 name="Google Shape;2195;p128"/>
            <p:cNvSpPr/>
            <p:nvPr/>
          </p:nvSpPr>
          <p:spPr>
            <a:xfrm>
              <a:off x="5088000" y="2362525"/>
              <a:ext cx="12475" cy="10550"/>
            </a:xfrm>
            <a:custGeom>
              <a:rect b="b" l="l" r="r" t="t"/>
              <a:pathLst>
                <a:path extrusionOk="0" h="422" w="499">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96" name="Google Shape;2196;p128"/>
          <p:cNvGrpSpPr/>
          <p:nvPr/>
        </p:nvGrpSpPr>
        <p:grpSpPr>
          <a:xfrm>
            <a:off x="8045622" y="3941771"/>
            <a:ext cx="184984" cy="160371"/>
            <a:chOff x="5037700" y="2430325"/>
            <a:chExt cx="75950" cy="65850"/>
          </a:xfrm>
        </p:grpSpPr>
        <p:sp>
          <p:nvSpPr>
            <p:cNvPr id="2197" name="Google Shape;2197;p128"/>
            <p:cNvSpPr/>
            <p:nvPr/>
          </p:nvSpPr>
          <p:spPr>
            <a:xfrm>
              <a:off x="5059700" y="2430325"/>
              <a:ext cx="53950" cy="65850"/>
            </a:xfrm>
            <a:custGeom>
              <a:rect b="b" l="l" r="r" t="t"/>
              <a:pathLst>
                <a:path extrusionOk="0" h="2634" w="2158">
                  <a:moveTo>
                    <a:pt x="1" y="1"/>
                  </a:moveTo>
                  <a:lnTo>
                    <a:pt x="866" y="1321"/>
                  </a:lnTo>
                  <a:lnTo>
                    <a:pt x="1" y="2633"/>
                  </a:lnTo>
                  <a:lnTo>
                    <a:pt x="1292" y="2633"/>
                  </a:lnTo>
                  <a:lnTo>
                    <a:pt x="2157" y="1321"/>
                  </a:lnTo>
                  <a:lnTo>
                    <a:pt x="1292"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 name="Google Shape;2198;p128"/>
            <p:cNvSpPr/>
            <p:nvPr/>
          </p:nvSpPr>
          <p:spPr>
            <a:xfrm>
              <a:off x="5037700" y="2430325"/>
              <a:ext cx="34100" cy="65850"/>
            </a:xfrm>
            <a:custGeom>
              <a:rect b="b" l="l" r="r" t="t"/>
              <a:pathLst>
                <a:path extrusionOk="0" h="2634" w="1364">
                  <a:moveTo>
                    <a:pt x="1" y="1"/>
                  </a:moveTo>
                  <a:lnTo>
                    <a:pt x="866" y="1321"/>
                  </a:lnTo>
                  <a:lnTo>
                    <a:pt x="1" y="2633"/>
                  </a:lnTo>
                  <a:lnTo>
                    <a:pt x="498" y="2633"/>
                  </a:lnTo>
                  <a:lnTo>
                    <a:pt x="1364" y="1321"/>
                  </a:lnTo>
                  <a:lnTo>
                    <a:pt x="498"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99" name="Google Shape;2199;p128"/>
          <p:cNvGrpSpPr/>
          <p:nvPr/>
        </p:nvGrpSpPr>
        <p:grpSpPr>
          <a:xfrm>
            <a:off x="7465128" y="3708223"/>
            <a:ext cx="173014" cy="97629"/>
            <a:chOff x="4756975" y="2341800"/>
            <a:chExt cx="91975" cy="51925"/>
          </a:xfrm>
        </p:grpSpPr>
        <p:sp>
          <p:nvSpPr>
            <p:cNvPr id="2200" name="Google Shape;2200;p128"/>
            <p:cNvSpPr/>
            <p:nvPr/>
          </p:nvSpPr>
          <p:spPr>
            <a:xfrm>
              <a:off x="4756975" y="2341800"/>
              <a:ext cx="10650" cy="9150"/>
            </a:xfrm>
            <a:custGeom>
              <a:rect b="b" l="l" r="r" t="t"/>
              <a:pathLst>
                <a:path extrusionOk="0" h="366" w="426">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1" name="Google Shape;2201;p128"/>
            <p:cNvSpPr/>
            <p:nvPr/>
          </p:nvSpPr>
          <p:spPr>
            <a:xfrm>
              <a:off x="4777350" y="2341800"/>
              <a:ext cx="10650" cy="9150"/>
            </a:xfrm>
            <a:custGeom>
              <a:rect b="b" l="l" r="r" t="t"/>
              <a:pathLst>
                <a:path extrusionOk="0" h="366" w="426">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2" name="Google Shape;2202;p128"/>
            <p:cNvSpPr/>
            <p:nvPr/>
          </p:nvSpPr>
          <p:spPr>
            <a:xfrm>
              <a:off x="4797725" y="2341800"/>
              <a:ext cx="10475" cy="9150"/>
            </a:xfrm>
            <a:custGeom>
              <a:rect b="b" l="l" r="r" t="t"/>
              <a:pathLst>
                <a:path extrusionOk="0" h="366" w="419">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3" name="Google Shape;2203;p128"/>
            <p:cNvSpPr/>
            <p:nvPr/>
          </p:nvSpPr>
          <p:spPr>
            <a:xfrm>
              <a:off x="4818100" y="2341800"/>
              <a:ext cx="10475" cy="9150"/>
            </a:xfrm>
            <a:custGeom>
              <a:rect b="b" l="l" r="r" t="t"/>
              <a:pathLst>
                <a:path extrusionOk="0" h="366" w="419">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4" name="Google Shape;2204;p128"/>
            <p:cNvSpPr/>
            <p:nvPr/>
          </p:nvSpPr>
          <p:spPr>
            <a:xfrm>
              <a:off x="4768675" y="2352625"/>
              <a:ext cx="8875" cy="9025"/>
            </a:xfrm>
            <a:custGeom>
              <a:rect b="b" l="l" r="r" t="t"/>
              <a:pathLst>
                <a:path extrusionOk="0" h="361" w="355">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5" name="Google Shape;2205;p128"/>
            <p:cNvSpPr/>
            <p:nvPr/>
          </p:nvSpPr>
          <p:spPr>
            <a:xfrm>
              <a:off x="4787425" y="2352625"/>
              <a:ext cx="10500" cy="9125"/>
            </a:xfrm>
            <a:custGeom>
              <a:rect b="b" l="l" r="r" t="t"/>
              <a:pathLst>
                <a:path extrusionOk="0" h="365" w="42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6" name="Google Shape;2206;p128"/>
            <p:cNvSpPr/>
            <p:nvPr/>
          </p:nvSpPr>
          <p:spPr>
            <a:xfrm>
              <a:off x="4809250" y="2352625"/>
              <a:ext cx="9050" cy="9025"/>
            </a:xfrm>
            <a:custGeom>
              <a:rect b="b" l="l" r="r" t="t"/>
              <a:pathLst>
                <a:path extrusionOk="0" h="361" w="362">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7" name="Google Shape;2207;p128"/>
            <p:cNvSpPr/>
            <p:nvPr/>
          </p:nvSpPr>
          <p:spPr>
            <a:xfrm>
              <a:off x="4829625" y="2352625"/>
              <a:ext cx="9050" cy="9025"/>
            </a:xfrm>
            <a:custGeom>
              <a:rect b="b" l="l" r="r" t="t"/>
              <a:pathLst>
                <a:path extrusionOk="0" h="361" w="362">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8" name="Google Shape;2208;p128"/>
            <p:cNvSpPr/>
            <p:nvPr/>
          </p:nvSpPr>
          <p:spPr>
            <a:xfrm>
              <a:off x="4777350" y="2363250"/>
              <a:ext cx="10650" cy="9025"/>
            </a:xfrm>
            <a:custGeom>
              <a:rect b="b" l="l" r="r" t="t"/>
              <a:pathLst>
                <a:path extrusionOk="0" h="361" w="426">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 name="Google Shape;2209;p128"/>
            <p:cNvSpPr/>
            <p:nvPr/>
          </p:nvSpPr>
          <p:spPr>
            <a:xfrm>
              <a:off x="4797725" y="2363250"/>
              <a:ext cx="10475" cy="9025"/>
            </a:xfrm>
            <a:custGeom>
              <a:rect b="b" l="l" r="r" t="t"/>
              <a:pathLst>
                <a:path extrusionOk="0" h="361" w="419">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0" name="Google Shape;2210;p128"/>
            <p:cNvSpPr/>
            <p:nvPr/>
          </p:nvSpPr>
          <p:spPr>
            <a:xfrm>
              <a:off x="4818100" y="2363250"/>
              <a:ext cx="10475" cy="9025"/>
            </a:xfrm>
            <a:custGeom>
              <a:rect b="b" l="l" r="r" t="t"/>
              <a:pathLst>
                <a:path extrusionOk="0" h="361" w="419">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1" name="Google Shape;2211;p128"/>
            <p:cNvSpPr/>
            <p:nvPr/>
          </p:nvSpPr>
          <p:spPr>
            <a:xfrm>
              <a:off x="4838475" y="2363250"/>
              <a:ext cx="10475" cy="9025"/>
            </a:xfrm>
            <a:custGeom>
              <a:rect b="b" l="l" r="r" t="t"/>
              <a:pathLst>
                <a:path extrusionOk="0" h="361" w="419">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 name="Google Shape;2212;p128"/>
            <p:cNvSpPr/>
            <p:nvPr/>
          </p:nvSpPr>
          <p:spPr>
            <a:xfrm>
              <a:off x="4768675" y="2374075"/>
              <a:ext cx="8875" cy="9050"/>
            </a:xfrm>
            <a:custGeom>
              <a:rect b="b" l="l" r="r" t="t"/>
              <a:pathLst>
                <a:path extrusionOk="0" h="362" w="355">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 name="Google Shape;2213;p128"/>
            <p:cNvSpPr/>
            <p:nvPr/>
          </p:nvSpPr>
          <p:spPr>
            <a:xfrm>
              <a:off x="4787425" y="2374075"/>
              <a:ext cx="10500" cy="9150"/>
            </a:xfrm>
            <a:custGeom>
              <a:rect b="b" l="l" r="r" t="t"/>
              <a:pathLst>
                <a:path extrusionOk="0" h="366" w="42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 name="Google Shape;2214;p128"/>
            <p:cNvSpPr/>
            <p:nvPr/>
          </p:nvSpPr>
          <p:spPr>
            <a:xfrm>
              <a:off x="4809250" y="2374075"/>
              <a:ext cx="9050" cy="9050"/>
            </a:xfrm>
            <a:custGeom>
              <a:rect b="b" l="l" r="r" t="t"/>
              <a:pathLst>
                <a:path extrusionOk="0" h="362" w="362">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5" name="Google Shape;2215;p128"/>
            <p:cNvSpPr/>
            <p:nvPr/>
          </p:nvSpPr>
          <p:spPr>
            <a:xfrm>
              <a:off x="4829625" y="2374075"/>
              <a:ext cx="9050" cy="9050"/>
            </a:xfrm>
            <a:custGeom>
              <a:rect b="b" l="l" r="r" t="t"/>
              <a:pathLst>
                <a:path extrusionOk="0" h="362" w="362">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6" name="Google Shape;2216;p128"/>
            <p:cNvSpPr/>
            <p:nvPr/>
          </p:nvSpPr>
          <p:spPr>
            <a:xfrm>
              <a:off x="4756975" y="2384725"/>
              <a:ext cx="10650" cy="9000"/>
            </a:xfrm>
            <a:custGeom>
              <a:rect b="b" l="l" r="r" t="t"/>
              <a:pathLst>
                <a:path extrusionOk="0" h="360" w="426">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 name="Google Shape;2217;p128"/>
            <p:cNvSpPr/>
            <p:nvPr/>
          </p:nvSpPr>
          <p:spPr>
            <a:xfrm>
              <a:off x="4777350" y="2384725"/>
              <a:ext cx="10650" cy="9000"/>
            </a:xfrm>
            <a:custGeom>
              <a:rect b="b" l="l" r="r" t="t"/>
              <a:pathLst>
                <a:path extrusionOk="0" h="360" w="426">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8" name="Google Shape;2218;p128"/>
            <p:cNvSpPr/>
            <p:nvPr/>
          </p:nvSpPr>
          <p:spPr>
            <a:xfrm>
              <a:off x="4797725" y="2384725"/>
              <a:ext cx="10475" cy="9000"/>
            </a:xfrm>
            <a:custGeom>
              <a:rect b="b" l="l" r="r" t="t"/>
              <a:pathLst>
                <a:path extrusionOk="0" h="360" w="419">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 name="Google Shape;2219;p128"/>
            <p:cNvSpPr/>
            <p:nvPr/>
          </p:nvSpPr>
          <p:spPr>
            <a:xfrm>
              <a:off x="4818100" y="2384725"/>
              <a:ext cx="10475" cy="9000"/>
            </a:xfrm>
            <a:custGeom>
              <a:rect b="b" l="l" r="r" t="t"/>
              <a:pathLst>
                <a:path extrusionOk="0" h="360" w="419">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20" name="Google Shape;2220;p128"/>
          <p:cNvGrpSpPr/>
          <p:nvPr/>
        </p:nvGrpSpPr>
        <p:grpSpPr>
          <a:xfrm>
            <a:off x="7732065" y="4196920"/>
            <a:ext cx="212497" cy="175761"/>
            <a:chOff x="4943575" y="2516350"/>
            <a:chExt cx="98675" cy="81700"/>
          </a:xfrm>
        </p:grpSpPr>
        <p:sp>
          <p:nvSpPr>
            <p:cNvPr id="2221" name="Google Shape;2221;p128"/>
            <p:cNvSpPr/>
            <p:nvPr/>
          </p:nvSpPr>
          <p:spPr>
            <a:xfrm>
              <a:off x="5036450" y="2554750"/>
              <a:ext cx="5800" cy="4825"/>
            </a:xfrm>
            <a:custGeom>
              <a:rect b="b" l="l" r="r" t="t"/>
              <a:pathLst>
                <a:path extrusionOk="0" h="193" w="232">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 name="Google Shape;2222;p128"/>
            <p:cNvSpPr/>
            <p:nvPr/>
          </p:nvSpPr>
          <p:spPr>
            <a:xfrm>
              <a:off x="5028150" y="2547175"/>
              <a:ext cx="5625" cy="4725"/>
            </a:xfrm>
            <a:custGeom>
              <a:rect b="b" l="l" r="r" t="t"/>
              <a:pathLst>
                <a:path extrusionOk="0" h="189" w="225">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 name="Google Shape;2223;p128"/>
            <p:cNvSpPr/>
            <p:nvPr/>
          </p:nvSpPr>
          <p:spPr>
            <a:xfrm>
              <a:off x="5028150" y="2554750"/>
              <a:ext cx="5625" cy="4825"/>
            </a:xfrm>
            <a:custGeom>
              <a:rect b="b" l="l" r="r" t="t"/>
              <a:pathLst>
                <a:path extrusionOk="0" h="193" w="225">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4" name="Google Shape;2224;p128"/>
            <p:cNvSpPr/>
            <p:nvPr/>
          </p:nvSpPr>
          <p:spPr>
            <a:xfrm>
              <a:off x="5028150" y="2562500"/>
              <a:ext cx="5625" cy="4800"/>
            </a:xfrm>
            <a:custGeom>
              <a:rect b="b" l="l" r="r" t="t"/>
              <a:pathLst>
                <a:path extrusionOk="0" h="192" w="225">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 name="Google Shape;2225;p128"/>
            <p:cNvSpPr/>
            <p:nvPr/>
          </p:nvSpPr>
          <p:spPr>
            <a:xfrm>
              <a:off x="5019725"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6" name="Google Shape;2226;p128"/>
            <p:cNvSpPr/>
            <p:nvPr/>
          </p:nvSpPr>
          <p:spPr>
            <a:xfrm>
              <a:off x="5019675" y="2547175"/>
              <a:ext cx="5625" cy="4725"/>
            </a:xfrm>
            <a:custGeom>
              <a:rect b="b" l="l" r="r" t="t"/>
              <a:pathLst>
                <a:path extrusionOk="0" h="189" w="225">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 name="Google Shape;2227;p128"/>
            <p:cNvSpPr/>
            <p:nvPr/>
          </p:nvSpPr>
          <p:spPr>
            <a:xfrm>
              <a:off x="5019675" y="2554750"/>
              <a:ext cx="5625" cy="4825"/>
            </a:xfrm>
            <a:custGeom>
              <a:rect b="b" l="l" r="r" t="t"/>
              <a:pathLst>
                <a:path extrusionOk="0" h="193" w="225">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 name="Google Shape;2228;p128"/>
            <p:cNvSpPr/>
            <p:nvPr/>
          </p:nvSpPr>
          <p:spPr>
            <a:xfrm>
              <a:off x="5019675" y="2562500"/>
              <a:ext cx="5625" cy="4800"/>
            </a:xfrm>
            <a:custGeom>
              <a:rect b="b" l="l" r="r" t="t"/>
              <a:pathLst>
                <a:path extrusionOk="0" h="192" w="225">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9" name="Google Shape;2229;p128"/>
            <p:cNvSpPr/>
            <p:nvPr/>
          </p:nvSpPr>
          <p:spPr>
            <a:xfrm>
              <a:off x="5019725" y="2570225"/>
              <a:ext cx="5575" cy="4750"/>
            </a:xfrm>
            <a:custGeom>
              <a:rect b="b" l="l" r="r" t="t"/>
              <a:pathLst>
                <a:path extrusionOk="0" h="190" w="223">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0" name="Google Shape;2230;p128"/>
            <p:cNvSpPr/>
            <p:nvPr/>
          </p:nvSpPr>
          <p:spPr>
            <a:xfrm>
              <a:off x="5011200"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 name="Google Shape;2231;p128"/>
            <p:cNvSpPr/>
            <p:nvPr/>
          </p:nvSpPr>
          <p:spPr>
            <a:xfrm>
              <a:off x="5011250"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2" name="Google Shape;2232;p128"/>
            <p:cNvSpPr/>
            <p:nvPr/>
          </p:nvSpPr>
          <p:spPr>
            <a:xfrm>
              <a:off x="5011200"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 name="Google Shape;2233;p128"/>
            <p:cNvSpPr/>
            <p:nvPr/>
          </p:nvSpPr>
          <p:spPr>
            <a:xfrm>
              <a:off x="5011200" y="2554750"/>
              <a:ext cx="5625" cy="4825"/>
            </a:xfrm>
            <a:custGeom>
              <a:rect b="b" l="l" r="r" t="t"/>
              <a:pathLst>
                <a:path extrusionOk="0" h="193" w="225">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4" name="Google Shape;2234;p128"/>
            <p:cNvSpPr/>
            <p:nvPr/>
          </p:nvSpPr>
          <p:spPr>
            <a:xfrm>
              <a:off x="5011200" y="2562500"/>
              <a:ext cx="5750" cy="4800"/>
            </a:xfrm>
            <a:custGeom>
              <a:rect b="b" l="l" r="r" t="t"/>
              <a:pathLst>
                <a:path extrusionOk="0" h="192" w="23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 name="Google Shape;2235;p128"/>
            <p:cNvSpPr/>
            <p:nvPr/>
          </p:nvSpPr>
          <p:spPr>
            <a:xfrm>
              <a:off x="501125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6" name="Google Shape;2236;p128"/>
            <p:cNvSpPr/>
            <p:nvPr/>
          </p:nvSpPr>
          <p:spPr>
            <a:xfrm>
              <a:off x="5011200" y="2577825"/>
              <a:ext cx="5625" cy="4825"/>
            </a:xfrm>
            <a:custGeom>
              <a:rect b="b" l="l" r="r" t="t"/>
              <a:pathLst>
                <a:path extrusionOk="0" h="193" w="225">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7" name="Google Shape;2237;p128"/>
            <p:cNvSpPr/>
            <p:nvPr/>
          </p:nvSpPr>
          <p:spPr>
            <a:xfrm>
              <a:off x="5002725" y="2524100"/>
              <a:ext cx="5750" cy="4775"/>
            </a:xfrm>
            <a:custGeom>
              <a:rect b="b" l="l" r="r" t="t"/>
              <a:pathLst>
                <a:path extrusionOk="0" h="191" w="23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 name="Google Shape;2238;p128"/>
            <p:cNvSpPr/>
            <p:nvPr/>
          </p:nvSpPr>
          <p:spPr>
            <a:xfrm>
              <a:off x="5002725"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 name="Google Shape;2239;p128"/>
            <p:cNvSpPr/>
            <p:nvPr/>
          </p:nvSpPr>
          <p:spPr>
            <a:xfrm>
              <a:off x="5002775"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0" name="Google Shape;2240;p128"/>
            <p:cNvSpPr/>
            <p:nvPr/>
          </p:nvSpPr>
          <p:spPr>
            <a:xfrm>
              <a:off x="5002725"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 name="Google Shape;2241;p128"/>
            <p:cNvSpPr/>
            <p:nvPr/>
          </p:nvSpPr>
          <p:spPr>
            <a:xfrm>
              <a:off x="5002725" y="2554750"/>
              <a:ext cx="5625" cy="4825"/>
            </a:xfrm>
            <a:custGeom>
              <a:rect b="b" l="l" r="r" t="t"/>
              <a:pathLst>
                <a:path extrusionOk="0" h="193" w="225">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 name="Google Shape;2242;p128"/>
            <p:cNvSpPr/>
            <p:nvPr/>
          </p:nvSpPr>
          <p:spPr>
            <a:xfrm>
              <a:off x="5002725" y="2562500"/>
              <a:ext cx="5750" cy="4800"/>
            </a:xfrm>
            <a:custGeom>
              <a:rect b="b" l="l" r="r" t="t"/>
              <a:pathLst>
                <a:path extrusionOk="0" h="192" w="23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 name="Google Shape;2243;p128"/>
            <p:cNvSpPr/>
            <p:nvPr/>
          </p:nvSpPr>
          <p:spPr>
            <a:xfrm>
              <a:off x="500277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 name="Google Shape;2244;p128"/>
            <p:cNvSpPr/>
            <p:nvPr/>
          </p:nvSpPr>
          <p:spPr>
            <a:xfrm>
              <a:off x="5002725" y="2577825"/>
              <a:ext cx="5625" cy="4825"/>
            </a:xfrm>
            <a:custGeom>
              <a:rect b="b" l="l" r="r" t="t"/>
              <a:pathLst>
                <a:path extrusionOk="0" h="193" w="225">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 name="Google Shape;2245;p128"/>
            <p:cNvSpPr/>
            <p:nvPr/>
          </p:nvSpPr>
          <p:spPr>
            <a:xfrm>
              <a:off x="5002725" y="2585575"/>
              <a:ext cx="5750" cy="4800"/>
            </a:xfrm>
            <a:custGeom>
              <a:rect b="b" l="l" r="r" t="t"/>
              <a:pathLst>
                <a:path extrusionOk="0" h="192" w="23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 name="Google Shape;2246;p128"/>
            <p:cNvSpPr/>
            <p:nvPr/>
          </p:nvSpPr>
          <p:spPr>
            <a:xfrm>
              <a:off x="4994250" y="25163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7" name="Google Shape;2247;p128"/>
            <p:cNvSpPr/>
            <p:nvPr/>
          </p:nvSpPr>
          <p:spPr>
            <a:xfrm>
              <a:off x="4994250" y="2524100"/>
              <a:ext cx="5750" cy="4775"/>
            </a:xfrm>
            <a:custGeom>
              <a:rect b="b" l="l" r="r" t="t"/>
              <a:pathLst>
                <a:path extrusionOk="0" h="191" w="23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 name="Google Shape;2248;p128"/>
            <p:cNvSpPr/>
            <p:nvPr/>
          </p:nvSpPr>
          <p:spPr>
            <a:xfrm>
              <a:off x="4994250"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 name="Google Shape;2249;p128"/>
            <p:cNvSpPr/>
            <p:nvPr/>
          </p:nvSpPr>
          <p:spPr>
            <a:xfrm>
              <a:off x="4994300"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 name="Google Shape;2250;p128"/>
            <p:cNvSpPr/>
            <p:nvPr/>
          </p:nvSpPr>
          <p:spPr>
            <a:xfrm>
              <a:off x="4994250"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 name="Google Shape;2251;p128"/>
            <p:cNvSpPr/>
            <p:nvPr/>
          </p:nvSpPr>
          <p:spPr>
            <a:xfrm>
              <a:off x="4994250"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 name="Google Shape;2252;p128"/>
            <p:cNvSpPr/>
            <p:nvPr/>
          </p:nvSpPr>
          <p:spPr>
            <a:xfrm>
              <a:off x="4994250" y="2562500"/>
              <a:ext cx="5750" cy="4800"/>
            </a:xfrm>
            <a:custGeom>
              <a:rect b="b" l="l" r="r" t="t"/>
              <a:pathLst>
                <a:path extrusionOk="0" h="192" w="23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 name="Google Shape;2253;p128"/>
            <p:cNvSpPr/>
            <p:nvPr/>
          </p:nvSpPr>
          <p:spPr>
            <a:xfrm>
              <a:off x="499430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 name="Google Shape;2254;p128"/>
            <p:cNvSpPr/>
            <p:nvPr/>
          </p:nvSpPr>
          <p:spPr>
            <a:xfrm>
              <a:off x="4994250"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 name="Google Shape;2255;p128"/>
            <p:cNvSpPr/>
            <p:nvPr/>
          </p:nvSpPr>
          <p:spPr>
            <a:xfrm>
              <a:off x="4994250" y="2585575"/>
              <a:ext cx="5750" cy="4800"/>
            </a:xfrm>
            <a:custGeom>
              <a:rect b="b" l="l" r="r" t="t"/>
              <a:pathLst>
                <a:path extrusionOk="0" h="192" w="23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 name="Google Shape;2256;p128"/>
            <p:cNvSpPr/>
            <p:nvPr/>
          </p:nvSpPr>
          <p:spPr>
            <a:xfrm>
              <a:off x="4994250" y="2593150"/>
              <a:ext cx="5750" cy="4900"/>
            </a:xfrm>
            <a:custGeom>
              <a:rect b="b" l="l" r="r" t="t"/>
              <a:pathLst>
                <a:path extrusionOk="0" h="196" w="23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 name="Google Shape;2257;p128"/>
            <p:cNvSpPr/>
            <p:nvPr/>
          </p:nvSpPr>
          <p:spPr>
            <a:xfrm>
              <a:off x="4985775" y="2531675"/>
              <a:ext cx="5750" cy="4900"/>
            </a:xfrm>
            <a:custGeom>
              <a:rect b="b" l="l" r="r" t="t"/>
              <a:pathLst>
                <a:path extrusionOk="0" h="196" w="23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 name="Google Shape;2258;p128"/>
            <p:cNvSpPr/>
            <p:nvPr/>
          </p:nvSpPr>
          <p:spPr>
            <a:xfrm>
              <a:off x="4985825"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9" name="Google Shape;2259;p128"/>
            <p:cNvSpPr/>
            <p:nvPr/>
          </p:nvSpPr>
          <p:spPr>
            <a:xfrm>
              <a:off x="4985775" y="2547175"/>
              <a:ext cx="5750" cy="4725"/>
            </a:xfrm>
            <a:custGeom>
              <a:rect b="b" l="l" r="r" t="t"/>
              <a:pathLst>
                <a:path extrusionOk="0" h="189" w="23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 name="Google Shape;2260;p128"/>
            <p:cNvSpPr/>
            <p:nvPr/>
          </p:nvSpPr>
          <p:spPr>
            <a:xfrm>
              <a:off x="4985775"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1" name="Google Shape;2261;p128"/>
            <p:cNvSpPr/>
            <p:nvPr/>
          </p:nvSpPr>
          <p:spPr>
            <a:xfrm>
              <a:off x="4985775" y="2562500"/>
              <a:ext cx="5750" cy="4800"/>
            </a:xfrm>
            <a:custGeom>
              <a:rect b="b" l="l" r="r" t="t"/>
              <a:pathLst>
                <a:path extrusionOk="0" h="192" w="23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2" name="Google Shape;2262;p128"/>
            <p:cNvSpPr/>
            <p:nvPr/>
          </p:nvSpPr>
          <p:spPr>
            <a:xfrm>
              <a:off x="498582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 name="Google Shape;2263;p128"/>
            <p:cNvSpPr/>
            <p:nvPr/>
          </p:nvSpPr>
          <p:spPr>
            <a:xfrm>
              <a:off x="4985775"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4" name="Google Shape;2264;p128"/>
            <p:cNvSpPr/>
            <p:nvPr/>
          </p:nvSpPr>
          <p:spPr>
            <a:xfrm>
              <a:off x="4977300" y="2531675"/>
              <a:ext cx="5750" cy="4900"/>
            </a:xfrm>
            <a:custGeom>
              <a:rect b="b" l="l" r="r" t="t"/>
              <a:pathLst>
                <a:path extrusionOk="0" h="196" w="23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 name="Google Shape;2265;p128"/>
            <p:cNvSpPr/>
            <p:nvPr/>
          </p:nvSpPr>
          <p:spPr>
            <a:xfrm>
              <a:off x="4977350"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6" name="Google Shape;2266;p128"/>
            <p:cNvSpPr/>
            <p:nvPr/>
          </p:nvSpPr>
          <p:spPr>
            <a:xfrm>
              <a:off x="4977300" y="2547175"/>
              <a:ext cx="5750" cy="4725"/>
            </a:xfrm>
            <a:custGeom>
              <a:rect b="b" l="l" r="r" t="t"/>
              <a:pathLst>
                <a:path extrusionOk="0" h="189" w="23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7" name="Google Shape;2267;p128"/>
            <p:cNvSpPr/>
            <p:nvPr/>
          </p:nvSpPr>
          <p:spPr>
            <a:xfrm>
              <a:off x="4977300"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 name="Google Shape;2268;p128"/>
            <p:cNvSpPr/>
            <p:nvPr/>
          </p:nvSpPr>
          <p:spPr>
            <a:xfrm>
              <a:off x="4977300" y="2562500"/>
              <a:ext cx="5750" cy="4800"/>
            </a:xfrm>
            <a:custGeom>
              <a:rect b="b" l="l" r="r" t="t"/>
              <a:pathLst>
                <a:path extrusionOk="0" h="192" w="23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9" name="Google Shape;2269;p128"/>
            <p:cNvSpPr/>
            <p:nvPr/>
          </p:nvSpPr>
          <p:spPr>
            <a:xfrm>
              <a:off x="497735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 name="Google Shape;2270;p128"/>
            <p:cNvSpPr/>
            <p:nvPr/>
          </p:nvSpPr>
          <p:spPr>
            <a:xfrm>
              <a:off x="4977300"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1" name="Google Shape;2271;p128"/>
            <p:cNvSpPr/>
            <p:nvPr/>
          </p:nvSpPr>
          <p:spPr>
            <a:xfrm>
              <a:off x="4968825" y="2531675"/>
              <a:ext cx="5750" cy="4900"/>
            </a:xfrm>
            <a:custGeom>
              <a:rect b="b" l="l" r="r" t="t"/>
              <a:pathLst>
                <a:path extrusionOk="0" h="196" w="23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2" name="Google Shape;2272;p128"/>
            <p:cNvSpPr/>
            <p:nvPr/>
          </p:nvSpPr>
          <p:spPr>
            <a:xfrm>
              <a:off x="4968875" y="2539400"/>
              <a:ext cx="5700" cy="4750"/>
            </a:xfrm>
            <a:custGeom>
              <a:rect b="b" l="l" r="r" t="t"/>
              <a:pathLst>
                <a:path extrusionOk="0" h="190" w="228">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128"/>
            <p:cNvSpPr/>
            <p:nvPr/>
          </p:nvSpPr>
          <p:spPr>
            <a:xfrm>
              <a:off x="4968825" y="2547175"/>
              <a:ext cx="5750" cy="4725"/>
            </a:xfrm>
            <a:custGeom>
              <a:rect b="b" l="l" r="r" t="t"/>
              <a:pathLst>
                <a:path extrusionOk="0" h="189" w="23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4" name="Google Shape;2274;p128"/>
            <p:cNvSpPr/>
            <p:nvPr/>
          </p:nvSpPr>
          <p:spPr>
            <a:xfrm>
              <a:off x="4968825" y="2554750"/>
              <a:ext cx="5800" cy="4825"/>
            </a:xfrm>
            <a:custGeom>
              <a:rect b="b" l="l" r="r" t="t"/>
              <a:pathLst>
                <a:path extrusionOk="0" h="193" w="232">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5" name="Google Shape;2275;p128"/>
            <p:cNvSpPr/>
            <p:nvPr/>
          </p:nvSpPr>
          <p:spPr>
            <a:xfrm>
              <a:off x="4968825" y="2562500"/>
              <a:ext cx="5750" cy="4800"/>
            </a:xfrm>
            <a:custGeom>
              <a:rect b="b" l="l" r="r" t="t"/>
              <a:pathLst>
                <a:path extrusionOk="0" h="192" w="23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6" name="Google Shape;2276;p128"/>
            <p:cNvSpPr/>
            <p:nvPr/>
          </p:nvSpPr>
          <p:spPr>
            <a:xfrm>
              <a:off x="496887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7" name="Google Shape;2277;p128"/>
            <p:cNvSpPr/>
            <p:nvPr/>
          </p:nvSpPr>
          <p:spPr>
            <a:xfrm>
              <a:off x="4968825" y="2577825"/>
              <a:ext cx="5800" cy="4825"/>
            </a:xfrm>
            <a:custGeom>
              <a:rect b="b" l="l" r="r" t="t"/>
              <a:pathLst>
                <a:path extrusionOk="0" h="193" w="232">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8" name="Google Shape;2278;p128"/>
            <p:cNvSpPr/>
            <p:nvPr/>
          </p:nvSpPr>
          <p:spPr>
            <a:xfrm>
              <a:off x="4960525" y="2531675"/>
              <a:ext cx="5625" cy="4900"/>
            </a:xfrm>
            <a:custGeom>
              <a:rect b="b" l="l" r="r" t="t"/>
              <a:pathLst>
                <a:path extrusionOk="0" h="196" w="225">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9" name="Google Shape;2279;p128"/>
            <p:cNvSpPr/>
            <p:nvPr/>
          </p:nvSpPr>
          <p:spPr>
            <a:xfrm>
              <a:off x="4960575" y="2539400"/>
              <a:ext cx="5575" cy="4750"/>
            </a:xfrm>
            <a:custGeom>
              <a:rect b="b" l="l" r="r" t="t"/>
              <a:pathLst>
                <a:path extrusionOk="0" h="190" w="223">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0" name="Google Shape;2280;p128"/>
            <p:cNvSpPr/>
            <p:nvPr/>
          </p:nvSpPr>
          <p:spPr>
            <a:xfrm>
              <a:off x="4960525" y="2547175"/>
              <a:ext cx="5625" cy="4725"/>
            </a:xfrm>
            <a:custGeom>
              <a:rect b="b" l="l" r="r" t="t"/>
              <a:pathLst>
                <a:path extrusionOk="0" h="189" w="225">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 name="Google Shape;2281;p128"/>
            <p:cNvSpPr/>
            <p:nvPr/>
          </p:nvSpPr>
          <p:spPr>
            <a:xfrm>
              <a:off x="4960525" y="2554750"/>
              <a:ext cx="5625" cy="4825"/>
            </a:xfrm>
            <a:custGeom>
              <a:rect b="b" l="l" r="r" t="t"/>
              <a:pathLst>
                <a:path extrusionOk="0" h="193" w="225">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 name="Google Shape;2282;p128"/>
            <p:cNvSpPr/>
            <p:nvPr/>
          </p:nvSpPr>
          <p:spPr>
            <a:xfrm>
              <a:off x="4960525" y="2562500"/>
              <a:ext cx="5625" cy="4800"/>
            </a:xfrm>
            <a:custGeom>
              <a:rect b="b" l="l" r="r" t="t"/>
              <a:pathLst>
                <a:path extrusionOk="0" h="192" w="225">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3" name="Google Shape;2283;p128"/>
            <p:cNvSpPr/>
            <p:nvPr/>
          </p:nvSpPr>
          <p:spPr>
            <a:xfrm>
              <a:off x="4960575" y="2570225"/>
              <a:ext cx="5575" cy="4750"/>
            </a:xfrm>
            <a:custGeom>
              <a:rect b="b" l="l" r="r" t="t"/>
              <a:pathLst>
                <a:path extrusionOk="0" h="190" w="223">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4" name="Google Shape;2284;p128"/>
            <p:cNvSpPr/>
            <p:nvPr/>
          </p:nvSpPr>
          <p:spPr>
            <a:xfrm>
              <a:off x="4960525" y="2577825"/>
              <a:ext cx="5625" cy="4825"/>
            </a:xfrm>
            <a:custGeom>
              <a:rect b="b" l="l" r="r" t="t"/>
              <a:pathLst>
                <a:path extrusionOk="0" h="193" w="225">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 name="Google Shape;2285;p128"/>
            <p:cNvSpPr/>
            <p:nvPr/>
          </p:nvSpPr>
          <p:spPr>
            <a:xfrm>
              <a:off x="4952050" y="2531675"/>
              <a:ext cx="5625" cy="4900"/>
            </a:xfrm>
            <a:custGeom>
              <a:rect b="b" l="l" r="r" t="t"/>
              <a:pathLst>
                <a:path extrusionOk="0" h="196" w="225">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6" name="Google Shape;2286;p128"/>
            <p:cNvSpPr/>
            <p:nvPr/>
          </p:nvSpPr>
          <p:spPr>
            <a:xfrm>
              <a:off x="4952100" y="2539400"/>
              <a:ext cx="5575" cy="4750"/>
            </a:xfrm>
            <a:custGeom>
              <a:rect b="b" l="l" r="r" t="t"/>
              <a:pathLst>
                <a:path extrusionOk="0" h="190" w="223">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 name="Google Shape;2287;p128"/>
            <p:cNvSpPr/>
            <p:nvPr/>
          </p:nvSpPr>
          <p:spPr>
            <a:xfrm>
              <a:off x="4952050" y="2547175"/>
              <a:ext cx="5625" cy="4725"/>
            </a:xfrm>
            <a:custGeom>
              <a:rect b="b" l="l" r="r" t="t"/>
              <a:pathLst>
                <a:path extrusionOk="0" h="189" w="225">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8" name="Google Shape;2288;p128"/>
            <p:cNvSpPr/>
            <p:nvPr/>
          </p:nvSpPr>
          <p:spPr>
            <a:xfrm>
              <a:off x="4952050" y="2554750"/>
              <a:ext cx="5625" cy="4825"/>
            </a:xfrm>
            <a:custGeom>
              <a:rect b="b" l="l" r="r" t="t"/>
              <a:pathLst>
                <a:path extrusionOk="0" h="193" w="225">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 name="Google Shape;2289;p128"/>
            <p:cNvSpPr/>
            <p:nvPr/>
          </p:nvSpPr>
          <p:spPr>
            <a:xfrm>
              <a:off x="4952050" y="2562500"/>
              <a:ext cx="5625" cy="4800"/>
            </a:xfrm>
            <a:custGeom>
              <a:rect b="b" l="l" r="r" t="t"/>
              <a:pathLst>
                <a:path extrusionOk="0" h="192" w="225">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0" name="Google Shape;2290;p128"/>
            <p:cNvSpPr/>
            <p:nvPr/>
          </p:nvSpPr>
          <p:spPr>
            <a:xfrm>
              <a:off x="4952100" y="2570225"/>
              <a:ext cx="5575" cy="4750"/>
            </a:xfrm>
            <a:custGeom>
              <a:rect b="b" l="l" r="r" t="t"/>
              <a:pathLst>
                <a:path extrusionOk="0" h="190" w="223">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1" name="Google Shape;2291;p128"/>
            <p:cNvSpPr/>
            <p:nvPr/>
          </p:nvSpPr>
          <p:spPr>
            <a:xfrm>
              <a:off x="4952050" y="2577825"/>
              <a:ext cx="5625" cy="4825"/>
            </a:xfrm>
            <a:custGeom>
              <a:rect b="b" l="l" r="r" t="t"/>
              <a:pathLst>
                <a:path extrusionOk="0" h="193" w="225">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 name="Google Shape;2292;p128"/>
            <p:cNvSpPr/>
            <p:nvPr/>
          </p:nvSpPr>
          <p:spPr>
            <a:xfrm>
              <a:off x="4943575" y="2531675"/>
              <a:ext cx="5750" cy="4900"/>
            </a:xfrm>
            <a:custGeom>
              <a:rect b="b" l="l" r="r" t="t"/>
              <a:pathLst>
                <a:path extrusionOk="0" h="196" w="23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3" name="Google Shape;2293;p128"/>
            <p:cNvSpPr/>
            <p:nvPr/>
          </p:nvSpPr>
          <p:spPr>
            <a:xfrm>
              <a:off x="4943625" y="2539400"/>
              <a:ext cx="5575" cy="4750"/>
            </a:xfrm>
            <a:custGeom>
              <a:rect b="b" l="l" r="r" t="t"/>
              <a:pathLst>
                <a:path extrusionOk="0" h="190" w="223">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 name="Google Shape;2294;p128"/>
            <p:cNvSpPr/>
            <p:nvPr/>
          </p:nvSpPr>
          <p:spPr>
            <a:xfrm>
              <a:off x="4943575" y="2547175"/>
              <a:ext cx="5750" cy="4725"/>
            </a:xfrm>
            <a:custGeom>
              <a:rect b="b" l="l" r="r" t="t"/>
              <a:pathLst>
                <a:path extrusionOk="0" h="189" w="23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 name="Google Shape;2295;p128"/>
            <p:cNvSpPr/>
            <p:nvPr/>
          </p:nvSpPr>
          <p:spPr>
            <a:xfrm>
              <a:off x="4943575" y="2554750"/>
              <a:ext cx="5625" cy="4825"/>
            </a:xfrm>
            <a:custGeom>
              <a:rect b="b" l="l" r="r" t="t"/>
              <a:pathLst>
                <a:path extrusionOk="0" h="193" w="225">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6" name="Google Shape;2296;p128"/>
            <p:cNvSpPr/>
            <p:nvPr/>
          </p:nvSpPr>
          <p:spPr>
            <a:xfrm>
              <a:off x="4943575" y="2562500"/>
              <a:ext cx="5750" cy="4800"/>
            </a:xfrm>
            <a:custGeom>
              <a:rect b="b" l="l" r="r" t="t"/>
              <a:pathLst>
                <a:path extrusionOk="0" h="192" w="23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128"/>
            <p:cNvSpPr/>
            <p:nvPr/>
          </p:nvSpPr>
          <p:spPr>
            <a:xfrm>
              <a:off x="4943625" y="2570225"/>
              <a:ext cx="5700" cy="4750"/>
            </a:xfrm>
            <a:custGeom>
              <a:rect b="b" l="l" r="r" t="t"/>
              <a:pathLst>
                <a:path extrusionOk="0" h="190" w="228">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8" name="Google Shape;2298;p128"/>
            <p:cNvSpPr/>
            <p:nvPr/>
          </p:nvSpPr>
          <p:spPr>
            <a:xfrm>
              <a:off x="4943575" y="2577825"/>
              <a:ext cx="5625" cy="4825"/>
            </a:xfrm>
            <a:custGeom>
              <a:rect b="b" l="l" r="r" t="t"/>
              <a:pathLst>
                <a:path extrusionOk="0" h="193" w="225">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99" name="Google Shape;2299;p128"/>
          <p:cNvSpPr/>
          <p:nvPr/>
        </p:nvSpPr>
        <p:spPr>
          <a:xfrm>
            <a:off x="7747607" y="3426066"/>
            <a:ext cx="174337" cy="174337"/>
          </a:xfrm>
          <a:custGeom>
            <a:rect b="b" l="l" r="r" t="t"/>
            <a:pathLst>
              <a:path extrusionOk="0" h="208163" w="208163">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0" name="Google Shape;2300;p128"/>
          <p:cNvSpPr/>
          <p:nvPr/>
        </p:nvSpPr>
        <p:spPr>
          <a:xfrm>
            <a:off x="8063864" y="3454885"/>
            <a:ext cx="148500" cy="116700"/>
          </a:xfrm>
          <a:prstGeom prst="stripedRightArrow">
            <a:avLst>
              <a:gd fmla="val 50000" name="adj1"/>
              <a:gd fmla="val 50000" name="adj2"/>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 name="Google Shape;2301;p128"/>
          <p:cNvSpPr/>
          <p:nvPr/>
        </p:nvSpPr>
        <p:spPr>
          <a:xfrm>
            <a:off x="7165978" y="2775822"/>
            <a:ext cx="118200" cy="118200"/>
          </a:xfrm>
          <a:prstGeom prst="curvedRightArrow">
            <a:avLst>
              <a:gd fmla="val 25000" name="adj1"/>
              <a:gd fmla="val 50000" name="adj2"/>
              <a:gd fmla="val 25000" name="adj3"/>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 name="Google Shape;2302;p128"/>
          <p:cNvSpPr/>
          <p:nvPr/>
        </p:nvSpPr>
        <p:spPr>
          <a:xfrm flipH="1">
            <a:off x="7473344" y="2775822"/>
            <a:ext cx="118200" cy="118200"/>
          </a:xfrm>
          <a:prstGeom prst="curvedRightArrow">
            <a:avLst>
              <a:gd fmla="val 25000" name="adj1"/>
              <a:gd fmla="val 50000" name="adj2"/>
              <a:gd fmla="val 25000" name="adj3"/>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 name="Google Shape;2303;p128"/>
          <p:cNvSpPr txBox="1"/>
          <p:nvPr>
            <p:ph type="title"/>
          </p:nvPr>
        </p:nvSpPr>
        <p:spPr>
          <a:xfrm>
            <a:off x="1048350" y="323850"/>
            <a:ext cx="70473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rPr>
              <a:t>Use our editable graphic resources...</a:t>
            </a:r>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7" name="Shape 2307"/>
        <p:cNvGrpSpPr/>
        <p:nvPr/>
      </p:nvGrpSpPr>
      <p:grpSpPr>
        <a:xfrm>
          <a:off x="0" y="0"/>
          <a:ext cx="0" cy="0"/>
          <a:chOff x="0" y="0"/>
          <a:chExt cx="0" cy="0"/>
        </a:xfrm>
      </p:grpSpPr>
      <p:grpSp>
        <p:nvGrpSpPr>
          <p:cNvPr id="2308" name="Google Shape;2308;p129"/>
          <p:cNvGrpSpPr/>
          <p:nvPr/>
        </p:nvGrpSpPr>
        <p:grpSpPr>
          <a:xfrm>
            <a:off x="719115" y="2852867"/>
            <a:ext cx="2622876" cy="1333540"/>
            <a:chOff x="238125" y="1038125"/>
            <a:chExt cx="7146800" cy="3633625"/>
          </a:xfrm>
        </p:grpSpPr>
        <p:sp>
          <p:nvSpPr>
            <p:cNvPr id="2309" name="Google Shape;2309;p129"/>
            <p:cNvSpPr/>
            <p:nvPr/>
          </p:nvSpPr>
          <p:spPr>
            <a:xfrm>
              <a:off x="6256150" y="3780375"/>
              <a:ext cx="62400" cy="53425"/>
            </a:xfrm>
            <a:custGeom>
              <a:rect b="b" l="l" r="r" t="t"/>
              <a:pathLst>
                <a:path extrusionOk="0" h="2137" w="2496">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0" name="Google Shape;2310;p129"/>
            <p:cNvSpPr/>
            <p:nvPr/>
          </p:nvSpPr>
          <p:spPr>
            <a:xfrm>
              <a:off x="6256150" y="3856775"/>
              <a:ext cx="62200" cy="53250"/>
            </a:xfrm>
            <a:custGeom>
              <a:rect b="b" l="l" r="r" t="t"/>
              <a:pathLst>
                <a:path extrusionOk="0" h="2130" w="2488">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1" name="Google Shape;2311;p129"/>
            <p:cNvSpPr/>
            <p:nvPr/>
          </p:nvSpPr>
          <p:spPr>
            <a:xfrm>
              <a:off x="6256150" y="3932800"/>
              <a:ext cx="62200" cy="53425"/>
            </a:xfrm>
            <a:custGeom>
              <a:rect b="b" l="l" r="r" t="t"/>
              <a:pathLst>
                <a:path extrusionOk="0" h="2137" w="2488">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2" name="Google Shape;2312;p129"/>
            <p:cNvSpPr/>
            <p:nvPr/>
          </p:nvSpPr>
          <p:spPr>
            <a:xfrm>
              <a:off x="6332350" y="385677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3" name="Google Shape;2313;p129"/>
            <p:cNvSpPr/>
            <p:nvPr/>
          </p:nvSpPr>
          <p:spPr>
            <a:xfrm>
              <a:off x="6332350" y="3932800"/>
              <a:ext cx="62225" cy="53425"/>
            </a:xfrm>
            <a:custGeom>
              <a:rect b="b" l="l" r="r" t="t"/>
              <a:pathLst>
                <a:path extrusionOk="0" h="2137" w="2489">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4" name="Google Shape;2314;p129"/>
            <p:cNvSpPr/>
            <p:nvPr/>
          </p:nvSpPr>
          <p:spPr>
            <a:xfrm>
              <a:off x="6408350" y="3856775"/>
              <a:ext cx="62425" cy="53250"/>
            </a:xfrm>
            <a:custGeom>
              <a:rect b="b" l="l" r="r" t="t"/>
              <a:pathLst>
                <a:path extrusionOk="0" h="2130" w="2497">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 name="Google Shape;2315;p129"/>
            <p:cNvSpPr/>
            <p:nvPr/>
          </p:nvSpPr>
          <p:spPr>
            <a:xfrm>
              <a:off x="6408350" y="3932800"/>
              <a:ext cx="62425" cy="53425"/>
            </a:xfrm>
            <a:custGeom>
              <a:rect b="b" l="l" r="r" t="t"/>
              <a:pathLst>
                <a:path extrusionOk="0" h="2137" w="2497">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 name="Google Shape;2316;p129"/>
            <p:cNvSpPr/>
            <p:nvPr/>
          </p:nvSpPr>
          <p:spPr>
            <a:xfrm>
              <a:off x="6408350" y="4085225"/>
              <a:ext cx="62425" cy="53350"/>
            </a:xfrm>
            <a:custGeom>
              <a:rect b="b" l="l" r="r" t="t"/>
              <a:pathLst>
                <a:path extrusionOk="0" h="2134" w="2497">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7" name="Google Shape;2317;p129"/>
            <p:cNvSpPr/>
            <p:nvPr/>
          </p:nvSpPr>
          <p:spPr>
            <a:xfrm>
              <a:off x="6484575" y="3856775"/>
              <a:ext cx="62425" cy="53250"/>
            </a:xfrm>
            <a:custGeom>
              <a:rect b="b" l="l" r="r" t="t"/>
              <a:pathLst>
                <a:path extrusionOk="0" h="2130" w="2497">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 name="Google Shape;2318;p129"/>
            <p:cNvSpPr/>
            <p:nvPr/>
          </p:nvSpPr>
          <p:spPr>
            <a:xfrm>
              <a:off x="6484575" y="3932800"/>
              <a:ext cx="62425" cy="53425"/>
            </a:xfrm>
            <a:custGeom>
              <a:rect b="b" l="l" r="r" t="t"/>
              <a:pathLst>
                <a:path extrusionOk="0" h="2137" w="2497">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 name="Google Shape;2319;p129"/>
            <p:cNvSpPr/>
            <p:nvPr/>
          </p:nvSpPr>
          <p:spPr>
            <a:xfrm>
              <a:off x="6484575" y="4161425"/>
              <a:ext cx="62425" cy="53300"/>
            </a:xfrm>
            <a:custGeom>
              <a:rect b="b" l="l" r="r" t="t"/>
              <a:pathLst>
                <a:path extrusionOk="0" h="2132" w="2497">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0" name="Google Shape;2320;p129"/>
            <p:cNvSpPr/>
            <p:nvPr/>
          </p:nvSpPr>
          <p:spPr>
            <a:xfrm>
              <a:off x="6484575" y="408522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1" name="Google Shape;2321;p129"/>
            <p:cNvSpPr/>
            <p:nvPr/>
          </p:nvSpPr>
          <p:spPr>
            <a:xfrm>
              <a:off x="6484575" y="4009000"/>
              <a:ext cx="62425" cy="53350"/>
            </a:xfrm>
            <a:custGeom>
              <a:rect b="b" l="l" r="r" t="t"/>
              <a:pathLst>
                <a:path extrusionOk="0" h="2134" w="2497">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 name="Google Shape;2322;p129"/>
            <p:cNvSpPr/>
            <p:nvPr/>
          </p:nvSpPr>
          <p:spPr>
            <a:xfrm>
              <a:off x="6638425" y="3856775"/>
              <a:ext cx="62425" cy="53250"/>
            </a:xfrm>
            <a:custGeom>
              <a:rect b="b" l="l" r="r" t="t"/>
              <a:pathLst>
                <a:path extrusionOk="0" h="2130" w="2497">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 name="Google Shape;2323;p129"/>
            <p:cNvSpPr/>
            <p:nvPr/>
          </p:nvSpPr>
          <p:spPr>
            <a:xfrm>
              <a:off x="6638425" y="3932800"/>
              <a:ext cx="62425" cy="53425"/>
            </a:xfrm>
            <a:custGeom>
              <a:rect b="b" l="l" r="r" t="t"/>
              <a:pathLst>
                <a:path extrusionOk="0" h="2137" w="2497">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 name="Google Shape;2324;p129"/>
            <p:cNvSpPr/>
            <p:nvPr/>
          </p:nvSpPr>
          <p:spPr>
            <a:xfrm>
              <a:off x="6638425" y="4161425"/>
              <a:ext cx="62425" cy="53300"/>
            </a:xfrm>
            <a:custGeom>
              <a:rect b="b" l="l" r="r" t="t"/>
              <a:pathLst>
                <a:path extrusionOk="0" h="2132" w="2497">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 name="Google Shape;2325;p129"/>
            <p:cNvSpPr/>
            <p:nvPr/>
          </p:nvSpPr>
          <p:spPr>
            <a:xfrm>
              <a:off x="6638425" y="4085225"/>
              <a:ext cx="62425" cy="53350"/>
            </a:xfrm>
            <a:custGeom>
              <a:rect b="b" l="l" r="r" t="t"/>
              <a:pathLst>
                <a:path extrusionOk="0" h="2134" w="2497">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6" name="Google Shape;2326;p129"/>
            <p:cNvSpPr/>
            <p:nvPr/>
          </p:nvSpPr>
          <p:spPr>
            <a:xfrm>
              <a:off x="6638425" y="4009000"/>
              <a:ext cx="62425" cy="53350"/>
            </a:xfrm>
            <a:custGeom>
              <a:rect b="b" l="l" r="r" t="t"/>
              <a:pathLst>
                <a:path extrusionOk="0" h="2134" w="2497">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 name="Google Shape;2327;p129"/>
            <p:cNvSpPr/>
            <p:nvPr/>
          </p:nvSpPr>
          <p:spPr>
            <a:xfrm>
              <a:off x="6715450" y="3932800"/>
              <a:ext cx="62225" cy="53425"/>
            </a:xfrm>
            <a:custGeom>
              <a:rect b="b" l="l" r="r" t="t"/>
              <a:pathLst>
                <a:path extrusionOk="0" h="2137" w="2489">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8" name="Google Shape;2328;p129"/>
            <p:cNvSpPr/>
            <p:nvPr/>
          </p:nvSpPr>
          <p:spPr>
            <a:xfrm>
              <a:off x="6715450" y="4085225"/>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9" name="Google Shape;2329;p129"/>
            <p:cNvSpPr/>
            <p:nvPr/>
          </p:nvSpPr>
          <p:spPr>
            <a:xfrm>
              <a:off x="6715450" y="4009000"/>
              <a:ext cx="62225" cy="53350"/>
            </a:xfrm>
            <a:custGeom>
              <a:rect b="b" l="l" r="r" t="t"/>
              <a:pathLst>
                <a:path extrusionOk="0" h="2134" w="2489">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0" name="Google Shape;2330;p129"/>
            <p:cNvSpPr/>
            <p:nvPr/>
          </p:nvSpPr>
          <p:spPr>
            <a:xfrm>
              <a:off x="6408350" y="4009000"/>
              <a:ext cx="62425" cy="53350"/>
            </a:xfrm>
            <a:custGeom>
              <a:rect b="b" l="l" r="r" t="t"/>
              <a:pathLst>
                <a:path extrusionOk="0" h="2134" w="2497">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1" name="Google Shape;2331;p129"/>
            <p:cNvSpPr/>
            <p:nvPr/>
          </p:nvSpPr>
          <p:spPr>
            <a:xfrm>
              <a:off x="6332350" y="4009000"/>
              <a:ext cx="62225" cy="53350"/>
            </a:xfrm>
            <a:custGeom>
              <a:rect b="b" l="l" r="r" t="t"/>
              <a:pathLst>
                <a:path extrusionOk="0" h="2134" w="2489">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2" name="Google Shape;2332;p129"/>
            <p:cNvSpPr/>
            <p:nvPr/>
          </p:nvSpPr>
          <p:spPr>
            <a:xfrm>
              <a:off x="6256150" y="4009000"/>
              <a:ext cx="62200" cy="53350"/>
            </a:xfrm>
            <a:custGeom>
              <a:rect b="b" l="l" r="r" t="t"/>
              <a:pathLst>
                <a:path extrusionOk="0" h="2134" w="2488">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 name="Google Shape;2333;p129"/>
            <p:cNvSpPr/>
            <p:nvPr/>
          </p:nvSpPr>
          <p:spPr>
            <a:xfrm>
              <a:off x="5951475" y="3932800"/>
              <a:ext cx="62225" cy="53425"/>
            </a:xfrm>
            <a:custGeom>
              <a:rect b="b" l="l" r="r" t="t"/>
              <a:pathLst>
                <a:path extrusionOk="0" h="2137" w="2489">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4" name="Google Shape;2334;p129"/>
            <p:cNvSpPr/>
            <p:nvPr/>
          </p:nvSpPr>
          <p:spPr>
            <a:xfrm>
              <a:off x="5951475" y="4009000"/>
              <a:ext cx="62225" cy="53350"/>
            </a:xfrm>
            <a:custGeom>
              <a:rect b="b" l="l" r="r" t="t"/>
              <a:pathLst>
                <a:path extrusionOk="0" h="2134" w="2489">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5" name="Google Shape;2335;p129"/>
            <p:cNvSpPr/>
            <p:nvPr/>
          </p:nvSpPr>
          <p:spPr>
            <a:xfrm>
              <a:off x="6027500" y="3856775"/>
              <a:ext cx="62425" cy="53250"/>
            </a:xfrm>
            <a:custGeom>
              <a:rect b="b" l="l" r="r" t="t"/>
              <a:pathLst>
                <a:path extrusionOk="0" h="2130" w="2497">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6" name="Google Shape;2336;p129"/>
            <p:cNvSpPr/>
            <p:nvPr/>
          </p:nvSpPr>
          <p:spPr>
            <a:xfrm>
              <a:off x="6027500" y="3932800"/>
              <a:ext cx="62425" cy="53425"/>
            </a:xfrm>
            <a:custGeom>
              <a:rect b="b" l="l" r="r" t="t"/>
              <a:pathLst>
                <a:path extrusionOk="0" h="2137" w="2497">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7" name="Google Shape;2337;p129"/>
            <p:cNvSpPr/>
            <p:nvPr/>
          </p:nvSpPr>
          <p:spPr>
            <a:xfrm>
              <a:off x="6027500" y="4009000"/>
              <a:ext cx="62425" cy="53350"/>
            </a:xfrm>
            <a:custGeom>
              <a:rect b="b" l="l" r="r" t="t"/>
              <a:pathLst>
                <a:path extrusionOk="0" h="2134" w="2497">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 name="Google Shape;2338;p129"/>
            <p:cNvSpPr/>
            <p:nvPr/>
          </p:nvSpPr>
          <p:spPr>
            <a:xfrm>
              <a:off x="6103700" y="3780375"/>
              <a:ext cx="62425" cy="53475"/>
            </a:xfrm>
            <a:custGeom>
              <a:rect b="b" l="l" r="r" t="t"/>
              <a:pathLst>
                <a:path extrusionOk="0" h="2139" w="2497">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 name="Google Shape;2339;p129"/>
            <p:cNvSpPr/>
            <p:nvPr/>
          </p:nvSpPr>
          <p:spPr>
            <a:xfrm>
              <a:off x="6103700" y="3856775"/>
              <a:ext cx="62425" cy="53300"/>
            </a:xfrm>
            <a:custGeom>
              <a:rect b="b" l="l" r="r" t="t"/>
              <a:pathLst>
                <a:path extrusionOk="0" h="2132" w="2497">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0" name="Google Shape;2340;p129"/>
            <p:cNvSpPr/>
            <p:nvPr/>
          </p:nvSpPr>
          <p:spPr>
            <a:xfrm>
              <a:off x="6103700" y="3932800"/>
              <a:ext cx="62425" cy="53475"/>
            </a:xfrm>
            <a:custGeom>
              <a:rect b="b" l="l" r="r" t="t"/>
              <a:pathLst>
                <a:path extrusionOk="0" h="2139" w="2497">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1" name="Google Shape;2341;p129"/>
            <p:cNvSpPr/>
            <p:nvPr/>
          </p:nvSpPr>
          <p:spPr>
            <a:xfrm>
              <a:off x="6103700" y="4009000"/>
              <a:ext cx="62425" cy="53350"/>
            </a:xfrm>
            <a:custGeom>
              <a:rect b="b" l="l" r="r" t="t"/>
              <a:pathLst>
                <a:path extrusionOk="0" h="2134" w="2497">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129"/>
            <p:cNvSpPr/>
            <p:nvPr/>
          </p:nvSpPr>
          <p:spPr>
            <a:xfrm>
              <a:off x="6179925" y="3704150"/>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 name="Google Shape;2343;p129"/>
            <p:cNvSpPr/>
            <p:nvPr/>
          </p:nvSpPr>
          <p:spPr>
            <a:xfrm>
              <a:off x="617992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 name="Google Shape;2344;p129"/>
            <p:cNvSpPr/>
            <p:nvPr/>
          </p:nvSpPr>
          <p:spPr>
            <a:xfrm>
              <a:off x="617992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 name="Google Shape;2345;p129"/>
            <p:cNvSpPr/>
            <p:nvPr/>
          </p:nvSpPr>
          <p:spPr>
            <a:xfrm>
              <a:off x="617992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6" name="Google Shape;2346;p129"/>
            <p:cNvSpPr/>
            <p:nvPr/>
          </p:nvSpPr>
          <p:spPr>
            <a:xfrm>
              <a:off x="617992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 name="Google Shape;2347;p129"/>
            <p:cNvSpPr/>
            <p:nvPr/>
          </p:nvSpPr>
          <p:spPr>
            <a:xfrm>
              <a:off x="7170300" y="3780375"/>
              <a:ext cx="62400" cy="53425"/>
            </a:xfrm>
            <a:custGeom>
              <a:rect b="b" l="l" r="r" t="t"/>
              <a:pathLst>
                <a:path extrusionOk="0" h="2137" w="2496">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8" name="Google Shape;2348;p129"/>
            <p:cNvSpPr/>
            <p:nvPr/>
          </p:nvSpPr>
          <p:spPr>
            <a:xfrm>
              <a:off x="6865650" y="3856775"/>
              <a:ext cx="62200" cy="53250"/>
            </a:xfrm>
            <a:custGeom>
              <a:rect b="b" l="l" r="r" t="t"/>
              <a:pathLst>
                <a:path extrusionOk="0" h="2130" w="2488">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9" name="Google Shape;2349;p129"/>
            <p:cNvSpPr/>
            <p:nvPr/>
          </p:nvSpPr>
          <p:spPr>
            <a:xfrm>
              <a:off x="6865650" y="3780375"/>
              <a:ext cx="62400" cy="53425"/>
            </a:xfrm>
            <a:custGeom>
              <a:rect b="b" l="l" r="r" t="t"/>
              <a:pathLst>
                <a:path extrusionOk="0" h="2137" w="2496">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 name="Google Shape;2350;p129"/>
            <p:cNvSpPr/>
            <p:nvPr/>
          </p:nvSpPr>
          <p:spPr>
            <a:xfrm>
              <a:off x="694185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129"/>
            <p:cNvSpPr/>
            <p:nvPr/>
          </p:nvSpPr>
          <p:spPr>
            <a:xfrm>
              <a:off x="6789225" y="3627950"/>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 name="Google Shape;2352;p129"/>
            <p:cNvSpPr/>
            <p:nvPr/>
          </p:nvSpPr>
          <p:spPr>
            <a:xfrm>
              <a:off x="6637000" y="3475725"/>
              <a:ext cx="62225" cy="53350"/>
            </a:xfrm>
            <a:custGeom>
              <a:rect b="b" l="l" r="r" t="t"/>
              <a:pathLst>
                <a:path extrusionOk="0" h="2134" w="2489">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3" name="Google Shape;2353;p129"/>
            <p:cNvSpPr/>
            <p:nvPr/>
          </p:nvSpPr>
          <p:spPr>
            <a:xfrm>
              <a:off x="6256150" y="3399500"/>
              <a:ext cx="62200" cy="53350"/>
            </a:xfrm>
            <a:custGeom>
              <a:rect b="b" l="l" r="r" t="t"/>
              <a:pathLst>
                <a:path extrusionOk="0" h="2134" w="2488">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4" name="Google Shape;2354;p129"/>
            <p:cNvSpPr/>
            <p:nvPr/>
          </p:nvSpPr>
          <p:spPr>
            <a:xfrm>
              <a:off x="6484575" y="3551925"/>
              <a:ext cx="62425" cy="53250"/>
            </a:xfrm>
            <a:custGeom>
              <a:rect b="b" l="l" r="r" t="t"/>
              <a:pathLst>
                <a:path extrusionOk="0" h="2130" w="2497">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5" name="Google Shape;2355;p129"/>
            <p:cNvSpPr/>
            <p:nvPr/>
          </p:nvSpPr>
          <p:spPr>
            <a:xfrm>
              <a:off x="6484575" y="347572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 name="Google Shape;2356;p129"/>
            <p:cNvSpPr/>
            <p:nvPr/>
          </p:nvSpPr>
          <p:spPr>
            <a:xfrm>
              <a:off x="6408350" y="3551925"/>
              <a:ext cx="62425" cy="53250"/>
            </a:xfrm>
            <a:custGeom>
              <a:rect b="b" l="l" r="r" t="t"/>
              <a:pathLst>
                <a:path extrusionOk="0" h="2130" w="2497">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7" name="Google Shape;2357;p129"/>
            <p:cNvSpPr/>
            <p:nvPr/>
          </p:nvSpPr>
          <p:spPr>
            <a:xfrm>
              <a:off x="6408350" y="3475725"/>
              <a:ext cx="62425" cy="53350"/>
            </a:xfrm>
            <a:custGeom>
              <a:rect b="b" l="l" r="r" t="t"/>
              <a:pathLst>
                <a:path extrusionOk="0" h="2134" w="2497">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8" name="Google Shape;2358;p129"/>
            <p:cNvSpPr/>
            <p:nvPr/>
          </p:nvSpPr>
          <p:spPr>
            <a:xfrm>
              <a:off x="6332350"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 name="Google Shape;2359;p129"/>
            <p:cNvSpPr/>
            <p:nvPr/>
          </p:nvSpPr>
          <p:spPr>
            <a:xfrm>
              <a:off x="6332350" y="33995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 name="Google Shape;2360;p129"/>
            <p:cNvSpPr/>
            <p:nvPr/>
          </p:nvSpPr>
          <p:spPr>
            <a:xfrm>
              <a:off x="7094075" y="4237450"/>
              <a:ext cx="62425" cy="53425"/>
            </a:xfrm>
            <a:custGeom>
              <a:rect b="b" l="l" r="r" t="t"/>
              <a:pathLst>
                <a:path extrusionOk="0" h="2137" w="2497">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 name="Google Shape;2361;p129"/>
            <p:cNvSpPr/>
            <p:nvPr/>
          </p:nvSpPr>
          <p:spPr>
            <a:xfrm>
              <a:off x="7017875" y="4389875"/>
              <a:ext cx="62400" cy="53350"/>
            </a:xfrm>
            <a:custGeom>
              <a:rect b="b" l="l" r="r" t="t"/>
              <a:pathLst>
                <a:path extrusionOk="0" h="2134" w="2496">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 name="Google Shape;2362;p129"/>
            <p:cNvSpPr/>
            <p:nvPr/>
          </p:nvSpPr>
          <p:spPr>
            <a:xfrm>
              <a:off x="7017875" y="4313650"/>
              <a:ext cx="62400" cy="53450"/>
            </a:xfrm>
            <a:custGeom>
              <a:rect b="b" l="l" r="r" t="t"/>
              <a:pathLst>
                <a:path extrusionOk="0" h="2138" w="2496">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3" name="Google Shape;2363;p129"/>
            <p:cNvSpPr/>
            <p:nvPr/>
          </p:nvSpPr>
          <p:spPr>
            <a:xfrm>
              <a:off x="6941850" y="438987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 name="Google Shape;2364;p129"/>
            <p:cNvSpPr/>
            <p:nvPr/>
          </p:nvSpPr>
          <p:spPr>
            <a:xfrm>
              <a:off x="6484575" y="438987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5" name="Google Shape;2365;p129"/>
            <p:cNvSpPr/>
            <p:nvPr/>
          </p:nvSpPr>
          <p:spPr>
            <a:xfrm>
              <a:off x="6560800" y="4237450"/>
              <a:ext cx="62200" cy="53425"/>
            </a:xfrm>
            <a:custGeom>
              <a:rect b="b" l="l" r="r" t="t"/>
              <a:pathLst>
                <a:path extrusionOk="0" h="2137" w="2488">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6" name="Google Shape;2366;p129"/>
            <p:cNvSpPr/>
            <p:nvPr/>
          </p:nvSpPr>
          <p:spPr>
            <a:xfrm>
              <a:off x="6560800" y="4161425"/>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7" name="Google Shape;2367;p129"/>
            <p:cNvSpPr/>
            <p:nvPr/>
          </p:nvSpPr>
          <p:spPr>
            <a:xfrm>
              <a:off x="6560800" y="4085225"/>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8" name="Google Shape;2368;p129"/>
            <p:cNvSpPr/>
            <p:nvPr/>
          </p:nvSpPr>
          <p:spPr>
            <a:xfrm>
              <a:off x="6560800" y="4009000"/>
              <a:ext cx="62200" cy="53350"/>
            </a:xfrm>
            <a:custGeom>
              <a:rect b="b" l="l" r="r" t="t"/>
              <a:pathLst>
                <a:path extrusionOk="0" h="2134" w="2488">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9" name="Google Shape;2369;p129"/>
            <p:cNvSpPr/>
            <p:nvPr/>
          </p:nvSpPr>
          <p:spPr>
            <a:xfrm>
              <a:off x="6560800" y="393280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0" name="Google Shape;2370;p129"/>
            <p:cNvSpPr/>
            <p:nvPr/>
          </p:nvSpPr>
          <p:spPr>
            <a:xfrm>
              <a:off x="6560800" y="385677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 name="Google Shape;2371;p129"/>
            <p:cNvSpPr/>
            <p:nvPr/>
          </p:nvSpPr>
          <p:spPr>
            <a:xfrm>
              <a:off x="656080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2" name="Google Shape;2372;p129"/>
            <p:cNvSpPr/>
            <p:nvPr/>
          </p:nvSpPr>
          <p:spPr>
            <a:xfrm>
              <a:off x="6484575" y="4237450"/>
              <a:ext cx="62425" cy="53425"/>
            </a:xfrm>
            <a:custGeom>
              <a:rect b="b" l="l" r="r" t="t"/>
              <a:pathLst>
                <a:path extrusionOk="0" h="2137" w="2497">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3" name="Google Shape;2373;p129"/>
            <p:cNvSpPr/>
            <p:nvPr/>
          </p:nvSpPr>
          <p:spPr>
            <a:xfrm>
              <a:off x="6484575" y="3780375"/>
              <a:ext cx="62425" cy="53425"/>
            </a:xfrm>
            <a:custGeom>
              <a:rect b="b" l="l" r="r" t="t"/>
              <a:pathLst>
                <a:path extrusionOk="0" h="2137" w="2497">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 name="Google Shape;2374;p129"/>
            <p:cNvSpPr/>
            <p:nvPr/>
          </p:nvSpPr>
          <p:spPr>
            <a:xfrm>
              <a:off x="6484575" y="3704150"/>
              <a:ext cx="62425" cy="53450"/>
            </a:xfrm>
            <a:custGeom>
              <a:rect b="b" l="l" r="r" t="t"/>
              <a:pathLst>
                <a:path extrusionOk="0" h="2138" w="2497">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129"/>
            <p:cNvSpPr/>
            <p:nvPr/>
          </p:nvSpPr>
          <p:spPr>
            <a:xfrm>
              <a:off x="6408350" y="4237450"/>
              <a:ext cx="62425" cy="53425"/>
            </a:xfrm>
            <a:custGeom>
              <a:rect b="b" l="l" r="r" t="t"/>
              <a:pathLst>
                <a:path extrusionOk="0" h="2137" w="2497">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 name="Google Shape;2376;p129"/>
            <p:cNvSpPr/>
            <p:nvPr/>
          </p:nvSpPr>
          <p:spPr>
            <a:xfrm>
              <a:off x="6408350" y="4161425"/>
              <a:ext cx="62425" cy="53300"/>
            </a:xfrm>
            <a:custGeom>
              <a:rect b="b" l="l" r="r" t="t"/>
              <a:pathLst>
                <a:path extrusionOk="0" h="2132" w="2497">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7" name="Google Shape;2377;p129"/>
            <p:cNvSpPr/>
            <p:nvPr/>
          </p:nvSpPr>
          <p:spPr>
            <a:xfrm>
              <a:off x="6408350" y="3780375"/>
              <a:ext cx="62425" cy="53425"/>
            </a:xfrm>
            <a:custGeom>
              <a:rect b="b" l="l" r="r" t="t"/>
              <a:pathLst>
                <a:path extrusionOk="0" h="2137" w="2497">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 name="Google Shape;2378;p129"/>
            <p:cNvSpPr/>
            <p:nvPr/>
          </p:nvSpPr>
          <p:spPr>
            <a:xfrm>
              <a:off x="6408350" y="3704150"/>
              <a:ext cx="62425" cy="53450"/>
            </a:xfrm>
            <a:custGeom>
              <a:rect b="b" l="l" r="r" t="t"/>
              <a:pathLst>
                <a:path extrusionOk="0" h="2138" w="2497">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 name="Google Shape;2379;p129"/>
            <p:cNvSpPr/>
            <p:nvPr/>
          </p:nvSpPr>
          <p:spPr>
            <a:xfrm>
              <a:off x="6332350" y="4161425"/>
              <a:ext cx="62225" cy="53300"/>
            </a:xfrm>
            <a:custGeom>
              <a:rect b="b" l="l" r="r" t="t"/>
              <a:pathLst>
                <a:path extrusionOk="0" h="2132" w="2489">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 name="Google Shape;2380;p129"/>
            <p:cNvSpPr/>
            <p:nvPr/>
          </p:nvSpPr>
          <p:spPr>
            <a:xfrm>
              <a:off x="6332350"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1" name="Google Shape;2381;p129"/>
            <p:cNvSpPr/>
            <p:nvPr/>
          </p:nvSpPr>
          <p:spPr>
            <a:xfrm>
              <a:off x="6332350" y="3780375"/>
              <a:ext cx="62425" cy="53425"/>
            </a:xfrm>
            <a:custGeom>
              <a:rect b="b" l="l" r="r" t="t"/>
              <a:pathLst>
                <a:path extrusionOk="0" h="2137" w="2497">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2" name="Google Shape;2382;p129"/>
            <p:cNvSpPr/>
            <p:nvPr/>
          </p:nvSpPr>
          <p:spPr>
            <a:xfrm>
              <a:off x="633235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 name="Google Shape;2383;p129"/>
            <p:cNvSpPr/>
            <p:nvPr/>
          </p:nvSpPr>
          <p:spPr>
            <a:xfrm>
              <a:off x="6256150" y="4085225"/>
              <a:ext cx="62200" cy="53350"/>
            </a:xfrm>
            <a:custGeom>
              <a:rect b="b" l="l" r="r" t="t"/>
              <a:pathLst>
                <a:path extrusionOk="0" h="2134" w="2488">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 name="Google Shape;2384;p129"/>
            <p:cNvSpPr/>
            <p:nvPr/>
          </p:nvSpPr>
          <p:spPr>
            <a:xfrm>
              <a:off x="6256150" y="3704150"/>
              <a:ext cx="62200" cy="53450"/>
            </a:xfrm>
            <a:custGeom>
              <a:rect b="b" l="l" r="r" t="t"/>
              <a:pathLst>
                <a:path extrusionOk="0" h="2138" w="2488">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 name="Google Shape;2385;p129"/>
            <p:cNvSpPr/>
            <p:nvPr/>
          </p:nvSpPr>
          <p:spPr>
            <a:xfrm>
              <a:off x="6256150" y="3627950"/>
              <a:ext cx="62200" cy="53425"/>
            </a:xfrm>
            <a:custGeom>
              <a:rect b="b" l="l" r="r" t="t"/>
              <a:pathLst>
                <a:path extrusionOk="0" h="2137" w="2488">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6" name="Google Shape;2386;p129"/>
            <p:cNvSpPr/>
            <p:nvPr/>
          </p:nvSpPr>
          <p:spPr>
            <a:xfrm>
              <a:off x="6179925" y="40852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 name="Google Shape;2387;p129"/>
            <p:cNvSpPr/>
            <p:nvPr/>
          </p:nvSpPr>
          <p:spPr>
            <a:xfrm>
              <a:off x="6179925" y="3627950"/>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 name="Google Shape;2388;p129"/>
            <p:cNvSpPr/>
            <p:nvPr/>
          </p:nvSpPr>
          <p:spPr>
            <a:xfrm>
              <a:off x="6103700" y="4085225"/>
              <a:ext cx="62425" cy="53350"/>
            </a:xfrm>
            <a:custGeom>
              <a:rect b="b" l="l" r="r" t="t"/>
              <a:pathLst>
                <a:path extrusionOk="0" h="2134" w="2497">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9" name="Google Shape;2389;p129"/>
            <p:cNvSpPr/>
            <p:nvPr/>
          </p:nvSpPr>
          <p:spPr>
            <a:xfrm>
              <a:off x="6103700" y="3704150"/>
              <a:ext cx="62425" cy="53450"/>
            </a:xfrm>
            <a:custGeom>
              <a:rect b="b" l="l" r="r" t="t"/>
              <a:pathLst>
                <a:path extrusionOk="0" h="2138" w="2497">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 name="Google Shape;2390;p129"/>
            <p:cNvSpPr/>
            <p:nvPr/>
          </p:nvSpPr>
          <p:spPr>
            <a:xfrm>
              <a:off x="6027500" y="4085225"/>
              <a:ext cx="62425" cy="53350"/>
            </a:xfrm>
            <a:custGeom>
              <a:rect b="b" l="l" r="r" t="t"/>
              <a:pathLst>
                <a:path extrusionOk="0" h="2134" w="2497">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1" name="Google Shape;2391;p129"/>
            <p:cNvSpPr/>
            <p:nvPr/>
          </p:nvSpPr>
          <p:spPr>
            <a:xfrm>
              <a:off x="6027500" y="3780375"/>
              <a:ext cx="62425" cy="53425"/>
            </a:xfrm>
            <a:custGeom>
              <a:rect b="b" l="l" r="r" t="t"/>
              <a:pathLst>
                <a:path extrusionOk="0" h="2137" w="2497">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 name="Google Shape;2392;p129"/>
            <p:cNvSpPr/>
            <p:nvPr/>
          </p:nvSpPr>
          <p:spPr>
            <a:xfrm>
              <a:off x="6027500" y="3704150"/>
              <a:ext cx="62425" cy="53450"/>
            </a:xfrm>
            <a:custGeom>
              <a:rect b="b" l="l" r="r" t="t"/>
              <a:pathLst>
                <a:path extrusionOk="0" h="2138" w="2497">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 name="Google Shape;2393;p129"/>
            <p:cNvSpPr/>
            <p:nvPr/>
          </p:nvSpPr>
          <p:spPr>
            <a:xfrm>
              <a:off x="5951475"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4" name="Google Shape;2394;p129"/>
            <p:cNvSpPr/>
            <p:nvPr/>
          </p:nvSpPr>
          <p:spPr>
            <a:xfrm>
              <a:off x="5951475" y="385677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5" name="Google Shape;2395;p129"/>
            <p:cNvSpPr/>
            <p:nvPr/>
          </p:nvSpPr>
          <p:spPr>
            <a:xfrm>
              <a:off x="5951475" y="3780375"/>
              <a:ext cx="62425" cy="53425"/>
            </a:xfrm>
            <a:custGeom>
              <a:rect b="b" l="l" r="r" t="t"/>
              <a:pathLst>
                <a:path extrusionOk="0" h="2137" w="2497">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129"/>
            <p:cNvSpPr/>
            <p:nvPr/>
          </p:nvSpPr>
          <p:spPr>
            <a:xfrm>
              <a:off x="5875275" y="40852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 name="Google Shape;2397;p129"/>
            <p:cNvSpPr/>
            <p:nvPr/>
          </p:nvSpPr>
          <p:spPr>
            <a:xfrm>
              <a:off x="587527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 name="Google Shape;2398;p129"/>
            <p:cNvSpPr/>
            <p:nvPr/>
          </p:nvSpPr>
          <p:spPr>
            <a:xfrm>
              <a:off x="587527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129"/>
            <p:cNvSpPr/>
            <p:nvPr/>
          </p:nvSpPr>
          <p:spPr>
            <a:xfrm>
              <a:off x="587527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 name="Google Shape;2400;p129"/>
            <p:cNvSpPr/>
            <p:nvPr/>
          </p:nvSpPr>
          <p:spPr>
            <a:xfrm>
              <a:off x="4504050" y="3856775"/>
              <a:ext cx="62200" cy="53250"/>
            </a:xfrm>
            <a:custGeom>
              <a:rect b="b" l="l" r="r" t="t"/>
              <a:pathLst>
                <a:path extrusionOk="0" h="2130" w="2488">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1" name="Google Shape;2401;p129"/>
            <p:cNvSpPr/>
            <p:nvPr/>
          </p:nvSpPr>
          <p:spPr>
            <a:xfrm>
              <a:off x="450405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 name="Google Shape;2402;p129"/>
            <p:cNvSpPr/>
            <p:nvPr/>
          </p:nvSpPr>
          <p:spPr>
            <a:xfrm>
              <a:off x="4504050"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 name="Google Shape;2403;p129"/>
            <p:cNvSpPr/>
            <p:nvPr/>
          </p:nvSpPr>
          <p:spPr>
            <a:xfrm>
              <a:off x="4427825" y="3932800"/>
              <a:ext cx="62425" cy="53425"/>
            </a:xfrm>
            <a:custGeom>
              <a:rect b="b" l="l" r="r" t="t"/>
              <a:pathLst>
                <a:path extrusionOk="0" h="2137" w="2497">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 name="Google Shape;2404;p129"/>
            <p:cNvSpPr/>
            <p:nvPr/>
          </p:nvSpPr>
          <p:spPr>
            <a:xfrm>
              <a:off x="4427825" y="3856775"/>
              <a:ext cx="62350" cy="53250"/>
            </a:xfrm>
            <a:custGeom>
              <a:rect b="b" l="l" r="r" t="t"/>
              <a:pathLst>
                <a:path extrusionOk="0" h="2130" w="2494">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5" name="Google Shape;2405;p129"/>
            <p:cNvSpPr/>
            <p:nvPr/>
          </p:nvSpPr>
          <p:spPr>
            <a:xfrm>
              <a:off x="4427825" y="3780375"/>
              <a:ext cx="62425" cy="53425"/>
            </a:xfrm>
            <a:custGeom>
              <a:rect b="b" l="l" r="r" t="t"/>
              <a:pathLst>
                <a:path extrusionOk="0" h="2137" w="2497">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 name="Google Shape;2406;p129"/>
            <p:cNvSpPr/>
            <p:nvPr/>
          </p:nvSpPr>
          <p:spPr>
            <a:xfrm>
              <a:off x="4351600" y="3171075"/>
              <a:ext cx="62425" cy="53350"/>
            </a:xfrm>
            <a:custGeom>
              <a:rect b="b" l="l" r="r" t="t"/>
              <a:pathLst>
                <a:path extrusionOk="0" h="2134" w="2497">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 name="Google Shape;2407;p129"/>
            <p:cNvSpPr/>
            <p:nvPr/>
          </p:nvSpPr>
          <p:spPr>
            <a:xfrm>
              <a:off x="4351600" y="32470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 name="Google Shape;2408;p129"/>
            <p:cNvSpPr/>
            <p:nvPr/>
          </p:nvSpPr>
          <p:spPr>
            <a:xfrm>
              <a:off x="3970950" y="279020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9" name="Google Shape;2409;p129"/>
            <p:cNvSpPr/>
            <p:nvPr/>
          </p:nvSpPr>
          <p:spPr>
            <a:xfrm>
              <a:off x="3970950" y="2866425"/>
              <a:ext cx="62225" cy="53275"/>
            </a:xfrm>
            <a:custGeom>
              <a:rect b="b" l="l" r="r" t="t"/>
              <a:pathLst>
                <a:path extrusionOk="0" h="2131" w="2489">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 name="Google Shape;2410;p129"/>
            <p:cNvSpPr/>
            <p:nvPr/>
          </p:nvSpPr>
          <p:spPr>
            <a:xfrm>
              <a:off x="3970950" y="2942425"/>
              <a:ext cx="62225" cy="53450"/>
            </a:xfrm>
            <a:custGeom>
              <a:rect b="b" l="l" r="r" t="t"/>
              <a:pathLst>
                <a:path extrusionOk="0" h="2138" w="2489">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 name="Google Shape;2411;p129"/>
            <p:cNvSpPr/>
            <p:nvPr/>
          </p:nvSpPr>
          <p:spPr>
            <a:xfrm>
              <a:off x="3970950" y="301865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 name="Google Shape;2412;p129"/>
            <p:cNvSpPr/>
            <p:nvPr/>
          </p:nvSpPr>
          <p:spPr>
            <a:xfrm>
              <a:off x="3970950" y="309485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3" name="Google Shape;2413;p129"/>
            <p:cNvSpPr/>
            <p:nvPr/>
          </p:nvSpPr>
          <p:spPr>
            <a:xfrm>
              <a:off x="3970950" y="3171075"/>
              <a:ext cx="62225" cy="53350"/>
            </a:xfrm>
            <a:custGeom>
              <a:rect b="b" l="l" r="r" t="t"/>
              <a:pathLst>
                <a:path extrusionOk="0" h="2134" w="2489">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 name="Google Shape;2414;p129"/>
            <p:cNvSpPr/>
            <p:nvPr/>
          </p:nvSpPr>
          <p:spPr>
            <a:xfrm>
              <a:off x="3970950" y="3247075"/>
              <a:ext cx="62225" cy="53450"/>
            </a:xfrm>
            <a:custGeom>
              <a:rect b="b" l="l" r="r" t="t"/>
              <a:pathLst>
                <a:path extrusionOk="0" h="2138" w="2489">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5" name="Google Shape;2415;p129"/>
            <p:cNvSpPr/>
            <p:nvPr/>
          </p:nvSpPr>
          <p:spPr>
            <a:xfrm>
              <a:off x="3970950" y="332330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 name="Google Shape;2416;p129"/>
            <p:cNvSpPr/>
            <p:nvPr/>
          </p:nvSpPr>
          <p:spPr>
            <a:xfrm>
              <a:off x="3970950" y="339950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7" name="Google Shape;2417;p129"/>
            <p:cNvSpPr/>
            <p:nvPr/>
          </p:nvSpPr>
          <p:spPr>
            <a:xfrm>
              <a:off x="3970950" y="3475725"/>
              <a:ext cx="62225" cy="53350"/>
            </a:xfrm>
            <a:custGeom>
              <a:rect b="b" l="l" r="r" t="t"/>
              <a:pathLst>
                <a:path extrusionOk="0" h="2134" w="2489">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8" name="Google Shape;2418;p129"/>
            <p:cNvSpPr/>
            <p:nvPr/>
          </p:nvSpPr>
          <p:spPr>
            <a:xfrm>
              <a:off x="3970950" y="3551925"/>
              <a:ext cx="62225" cy="53250"/>
            </a:xfrm>
            <a:custGeom>
              <a:rect b="b" l="l" r="r" t="t"/>
              <a:pathLst>
                <a:path extrusionOk="0" h="2130" w="2489">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9" name="Google Shape;2419;p129"/>
            <p:cNvSpPr/>
            <p:nvPr/>
          </p:nvSpPr>
          <p:spPr>
            <a:xfrm>
              <a:off x="3970950" y="3627950"/>
              <a:ext cx="62225" cy="53425"/>
            </a:xfrm>
            <a:custGeom>
              <a:rect b="b" l="l" r="r" t="t"/>
              <a:pathLst>
                <a:path extrusionOk="0" h="2137" w="2489">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 name="Google Shape;2420;p129"/>
            <p:cNvSpPr/>
            <p:nvPr/>
          </p:nvSpPr>
          <p:spPr>
            <a:xfrm>
              <a:off x="3970950" y="3704150"/>
              <a:ext cx="62225" cy="53450"/>
            </a:xfrm>
            <a:custGeom>
              <a:rect b="b" l="l" r="r" t="t"/>
              <a:pathLst>
                <a:path extrusionOk="0" h="2138" w="2489">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 name="Google Shape;2421;p129"/>
            <p:cNvSpPr/>
            <p:nvPr/>
          </p:nvSpPr>
          <p:spPr>
            <a:xfrm>
              <a:off x="3970950" y="3780375"/>
              <a:ext cx="62425" cy="53425"/>
            </a:xfrm>
            <a:custGeom>
              <a:rect b="b" l="l" r="r" t="t"/>
              <a:pathLst>
                <a:path extrusionOk="0" h="2137" w="2497">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2" name="Google Shape;2422;p129"/>
            <p:cNvSpPr/>
            <p:nvPr/>
          </p:nvSpPr>
          <p:spPr>
            <a:xfrm>
              <a:off x="3970950" y="3856775"/>
              <a:ext cx="62225" cy="53250"/>
            </a:xfrm>
            <a:custGeom>
              <a:rect b="b" l="l" r="r" t="t"/>
              <a:pathLst>
                <a:path extrusionOk="0" h="2130" w="2489">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129"/>
            <p:cNvSpPr/>
            <p:nvPr/>
          </p:nvSpPr>
          <p:spPr>
            <a:xfrm>
              <a:off x="3970950" y="4009000"/>
              <a:ext cx="62225" cy="53350"/>
            </a:xfrm>
            <a:custGeom>
              <a:rect b="b" l="l" r="r" t="t"/>
              <a:pathLst>
                <a:path extrusionOk="0" h="2134" w="2489">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4" name="Google Shape;2424;p129"/>
            <p:cNvSpPr/>
            <p:nvPr/>
          </p:nvSpPr>
          <p:spPr>
            <a:xfrm>
              <a:off x="4046950" y="27902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5" name="Google Shape;2425;p129"/>
            <p:cNvSpPr/>
            <p:nvPr/>
          </p:nvSpPr>
          <p:spPr>
            <a:xfrm>
              <a:off x="4046950" y="286642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 name="Google Shape;2426;p129"/>
            <p:cNvSpPr/>
            <p:nvPr/>
          </p:nvSpPr>
          <p:spPr>
            <a:xfrm>
              <a:off x="4046950" y="2942425"/>
              <a:ext cx="62425" cy="53450"/>
            </a:xfrm>
            <a:custGeom>
              <a:rect b="b" l="l" r="r" t="t"/>
              <a:pathLst>
                <a:path extrusionOk="0" h="2138" w="2497">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7" name="Google Shape;2427;p129"/>
            <p:cNvSpPr/>
            <p:nvPr/>
          </p:nvSpPr>
          <p:spPr>
            <a:xfrm>
              <a:off x="4046950" y="301865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 name="Google Shape;2428;p129"/>
            <p:cNvSpPr/>
            <p:nvPr/>
          </p:nvSpPr>
          <p:spPr>
            <a:xfrm>
              <a:off x="4046950" y="309485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 name="Google Shape;2429;p129"/>
            <p:cNvSpPr/>
            <p:nvPr/>
          </p:nvSpPr>
          <p:spPr>
            <a:xfrm>
              <a:off x="4046950" y="317107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0" name="Google Shape;2430;p129"/>
            <p:cNvSpPr/>
            <p:nvPr/>
          </p:nvSpPr>
          <p:spPr>
            <a:xfrm>
              <a:off x="4046950" y="32470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1" name="Google Shape;2431;p129"/>
            <p:cNvSpPr/>
            <p:nvPr/>
          </p:nvSpPr>
          <p:spPr>
            <a:xfrm>
              <a:off x="4046950" y="3323300"/>
              <a:ext cx="62425" cy="53425"/>
            </a:xfrm>
            <a:custGeom>
              <a:rect b="b" l="l" r="r" t="t"/>
              <a:pathLst>
                <a:path extrusionOk="0" h="2137" w="2497">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 name="Google Shape;2432;p129"/>
            <p:cNvSpPr/>
            <p:nvPr/>
          </p:nvSpPr>
          <p:spPr>
            <a:xfrm>
              <a:off x="4046950" y="33995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 name="Google Shape;2433;p129"/>
            <p:cNvSpPr/>
            <p:nvPr/>
          </p:nvSpPr>
          <p:spPr>
            <a:xfrm>
              <a:off x="4046950" y="34757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 name="Google Shape;2434;p129"/>
            <p:cNvSpPr/>
            <p:nvPr/>
          </p:nvSpPr>
          <p:spPr>
            <a:xfrm>
              <a:off x="4046950" y="3551925"/>
              <a:ext cx="62425" cy="53250"/>
            </a:xfrm>
            <a:custGeom>
              <a:rect b="b" l="l" r="r" t="t"/>
              <a:pathLst>
                <a:path extrusionOk="0" h="2130" w="2497">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 name="Google Shape;2435;p129"/>
            <p:cNvSpPr/>
            <p:nvPr/>
          </p:nvSpPr>
          <p:spPr>
            <a:xfrm>
              <a:off x="4046950" y="36279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 name="Google Shape;2436;p129"/>
            <p:cNvSpPr/>
            <p:nvPr/>
          </p:nvSpPr>
          <p:spPr>
            <a:xfrm>
              <a:off x="4046950" y="37041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 name="Google Shape;2437;p129"/>
            <p:cNvSpPr/>
            <p:nvPr/>
          </p:nvSpPr>
          <p:spPr>
            <a:xfrm>
              <a:off x="4123175"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 name="Google Shape;2438;p129"/>
            <p:cNvSpPr/>
            <p:nvPr/>
          </p:nvSpPr>
          <p:spPr>
            <a:xfrm>
              <a:off x="4123175" y="2866425"/>
              <a:ext cx="62425" cy="53275"/>
            </a:xfrm>
            <a:custGeom>
              <a:rect b="b" l="l" r="r" t="t"/>
              <a:pathLst>
                <a:path extrusionOk="0" h="2131" w="2497">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 name="Google Shape;2439;p129"/>
            <p:cNvSpPr/>
            <p:nvPr/>
          </p:nvSpPr>
          <p:spPr>
            <a:xfrm>
              <a:off x="4123175" y="2942425"/>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 name="Google Shape;2440;p129"/>
            <p:cNvSpPr/>
            <p:nvPr/>
          </p:nvSpPr>
          <p:spPr>
            <a:xfrm>
              <a:off x="4123175" y="301865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 name="Google Shape;2441;p129"/>
            <p:cNvSpPr/>
            <p:nvPr/>
          </p:nvSpPr>
          <p:spPr>
            <a:xfrm>
              <a:off x="4123175" y="309485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 name="Google Shape;2442;p129"/>
            <p:cNvSpPr/>
            <p:nvPr/>
          </p:nvSpPr>
          <p:spPr>
            <a:xfrm>
              <a:off x="4123175" y="3171075"/>
              <a:ext cx="62425" cy="53350"/>
            </a:xfrm>
            <a:custGeom>
              <a:rect b="b" l="l" r="r" t="t"/>
              <a:pathLst>
                <a:path extrusionOk="0" h="2134" w="2497">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3" name="Google Shape;2443;p129"/>
            <p:cNvSpPr/>
            <p:nvPr/>
          </p:nvSpPr>
          <p:spPr>
            <a:xfrm>
              <a:off x="4123175" y="32470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 name="Google Shape;2444;p129"/>
            <p:cNvSpPr/>
            <p:nvPr/>
          </p:nvSpPr>
          <p:spPr>
            <a:xfrm>
              <a:off x="4123175" y="332330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 name="Google Shape;2445;p129"/>
            <p:cNvSpPr/>
            <p:nvPr/>
          </p:nvSpPr>
          <p:spPr>
            <a:xfrm>
              <a:off x="4123175" y="33995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 name="Google Shape;2446;p129"/>
            <p:cNvSpPr/>
            <p:nvPr/>
          </p:nvSpPr>
          <p:spPr>
            <a:xfrm>
              <a:off x="4123175" y="3475725"/>
              <a:ext cx="62425" cy="53350"/>
            </a:xfrm>
            <a:custGeom>
              <a:rect b="b" l="l" r="r" t="t"/>
              <a:pathLst>
                <a:path extrusionOk="0" h="2134" w="2497">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129"/>
            <p:cNvSpPr/>
            <p:nvPr/>
          </p:nvSpPr>
          <p:spPr>
            <a:xfrm>
              <a:off x="4123175" y="3551925"/>
              <a:ext cx="62425" cy="53250"/>
            </a:xfrm>
            <a:custGeom>
              <a:rect b="b" l="l" r="r" t="t"/>
              <a:pathLst>
                <a:path extrusionOk="0" h="2130" w="2497">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 name="Google Shape;2448;p129"/>
            <p:cNvSpPr/>
            <p:nvPr/>
          </p:nvSpPr>
          <p:spPr>
            <a:xfrm>
              <a:off x="4123175" y="3627950"/>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 name="Google Shape;2449;p129"/>
            <p:cNvSpPr/>
            <p:nvPr/>
          </p:nvSpPr>
          <p:spPr>
            <a:xfrm>
              <a:off x="4199400" y="301865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0" name="Google Shape;2450;p129"/>
            <p:cNvSpPr/>
            <p:nvPr/>
          </p:nvSpPr>
          <p:spPr>
            <a:xfrm>
              <a:off x="4199400" y="309485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1" name="Google Shape;2451;p129"/>
            <p:cNvSpPr/>
            <p:nvPr/>
          </p:nvSpPr>
          <p:spPr>
            <a:xfrm>
              <a:off x="4199400" y="317107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 name="Google Shape;2452;p129"/>
            <p:cNvSpPr/>
            <p:nvPr/>
          </p:nvSpPr>
          <p:spPr>
            <a:xfrm>
              <a:off x="4199400" y="3247075"/>
              <a:ext cx="62200" cy="53450"/>
            </a:xfrm>
            <a:custGeom>
              <a:rect b="b" l="l" r="r" t="t"/>
              <a:pathLst>
                <a:path extrusionOk="0" h="2138" w="2488">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3" name="Google Shape;2453;p129"/>
            <p:cNvSpPr/>
            <p:nvPr/>
          </p:nvSpPr>
          <p:spPr>
            <a:xfrm>
              <a:off x="4275600" y="3018650"/>
              <a:ext cx="62225" cy="53425"/>
            </a:xfrm>
            <a:custGeom>
              <a:rect b="b" l="l" r="r" t="t"/>
              <a:pathLst>
                <a:path extrusionOk="0" h="2137" w="2489">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4" name="Google Shape;2454;p129"/>
            <p:cNvSpPr/>
            <p:nvPr/>
          </p:nvSpPr>
          <p:spPr>
            <a:xfrm>
              <a:off x="4275600" y="309485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5" name="Google Shape;2455;p129"/>
            <p:cNvSpPr/>
            <p:nvPr/>
          </p:nvSpPr>
          <p:spPr>
            <a:xfrm>
              <a:off x="4275600" y="3171075"/>
              <a:ext cx="62225" cy="53275"/>
            </a:xfrm>
            <a:custGeom>
              <a:rect b="b" l="l" r="r" t="t"/>
              <a:pathLst>
                <a:path extrusionOk="0" h="2131" w="2489">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 name="Google Shape;2456;p129"/>
            <p:cNvSpPr/>
            <p:nvPr/>
          </p:nvSpPr>
          <p:spPr>
            <a:xfrm>
              <a:off x="4275600" y="3247075"/>
              <a:ext cx="62225" cy="53450"/>
            </a:xfrm>
            <a:custGeom>
              <a:rect b="b" l="l" r="r" t="t"/>
              <a:pathLst>
                <a:path extrusionOk="0" h="2138" w="2489">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 name="Google Shape;2457;p129"/>
            <p:cNvSpPr/>
            <p:nvPr/>
          </p:nvSpPr>
          <p:spPr>
            <a:xfrm>
              <a:off x="4275475" y="3323300"/>
              <a:ext cx="62350" cy="53425"/>
            </a:xfrm>
            <a:custGeom>
              <a:rect b="b" l="l" r="r" t="t"/>
              <a:pathLst>
                <a:path extrusionOk="0" h="2137" w="2494">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8" name="Google Shape;2458;p129"/>
            <p:cNvSpPr/>
            <p:nvPr/>
          </p:nvSpPr>
          <p:spPr>
            <a:xfrm>
              <a:off x="4199400" y="332330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9" name="Google Shape;2459;p129"/>
            <p:cNvSpPr/>
            <p:nvPr/>
          </p:nvSpPr>
          <p:spPr>
            <a:xfrm>
              <a:off x="4199400" y="33995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0" name="Google Shape;2460;p129"/>
            <p:cNvSpPr/>
            <p:nvPr/>
          </p:nvSpPr>
          <p:spPr>
            <a:xfrm>
              <a:off x="4199400" y="3475725"/>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 name="Google Shape;2461;p129"/>
            <p:cNvSpPr/>
            <p:nvPr/>
          </p:nvSpPr>
          <p:spPr>
            <a:xfrm>
              <a:off x="4199400" y="355192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2" name="Google Shape;2462;p129"/>
            <p:cNvSpPr/>
            <p:nvPr/>
          </p:nvSpPr>
          <p:spPr>
            <a:xfrm>
              <a:off x="4199400" y="3627950"/>
              <a:ext cx="62200" cy="53425"/>
            </a:xfrm>
            <a:custGeom>
              <a:rect b="b" l="l" r="r" t="t"/>
              <a:pathLst>
                <a:path extrusionOk="0" h="2137" w="2488">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3" name="Google Shape;2463;p129"/>
            <p:cNvSpPr/>
            <p:nvPr/>
          </p:nvSpPr>
          <p:spPr>
            <a:xfrm>
              <a:off x="4199400"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 name="Google Shape;2464;p129"/>
            <p:cNvSpPr/>
            <p:nvPr/>
          </p:nvSpPr>
          <p:spPr>
            <a:xfrm>
              <a:off x="4123175" y="3704150"/>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 name="Google Shape;2465;p129"/>
            <p:cNvSpPr/>
            <p:nvPr/>
          </p:nvSpPr>
          <p:spPr>
            <a:xfrm>
              <a:off x="412317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 name="Google Shape;2466;p129"/>
            <p:cNvSpPr/>
            <p:nvPr/>
          </p:nvSpPr>
          <p:spPr>
            <a:xfrm>
              <a:off x="4046950" y="3780375"/>
              <a:ext cx="62425" cy="53425"/>
            </a:xfrm>
            <a:custGeom>
              <a:rect b="b" l="l" r="r" t="t"/>
              <a:pathLst>
                <a:path extrusionOk="0" h="2137" w="2497">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7" name="Google Shape;2467;p129"/>
            <p:cNvSpPr/>
            <p:nvPr/>
          </p:nvSpPr>
          <p:spPr>
            <a:xfrm>
              <a:off x="4046950" y="3856775"/>
              <a:ext cx="62425" cy="53250"/>
            </a:xfrm>
            <a:custGeom>
              <a:rect b="b" l="l" r="r" t="t"/>
              <a:pathLst>
                <a:path extrusionOk="0" h="2130" w="2497">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 name="Google Shape;2468;p129"/>
            <p:cNvSpPr/>
            <p:nvPr/>
          </p:nvSpPr>
          <p:spPr>
            <a:xfrm>
              <a:off x="4046950" y="4009000"/>
              <a:ext cx="62425" cy="53350"/>
            </a:xfrm>
            <a:custGeom>
              <a:rect b="b" l="l" r="r" t="t"/>
              <a:pathLst>
                <a:path extrusionOk="0" h="2134" w="2497">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 name="Google Shape;2469;p129"/>
            <p:cNvSpPr/>
            <p:nvPr/>
          </p:nvSpPr>
          <p:spPr>
            <a:xfrm>
              <a:off x="4046950" y="3932800"/>
              <a:ext cx="62425" cy="53425"/>
            </a:xfrm>
            <a:custGeom>
              <a:rect b="b" l="l" r="r" t="t"/>
              <a:pathLst>
                <a:path extrusionOk="0" h="2137" w="2497">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 name="Google Shape;2470;p129"/>
            <p:cNvSpPr/>
            <p:nvPr/>
          </p:nvSpPr>
          <p:spPr>
            <a:xfrm>
              <a:off x="3970950" y="393280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129"/>
            <p:cNvSpPr/>
            <p:nvPr/>
          </p:nvSpPr>
          <p:spPr>
            <a:xfrm>
              <a:off x="3589875"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 name="Google Shape;2472;p129"/>
            <p:cNvSpPr/>
            <p:nvPr/>
          </p:nvSpPr>
          <p:spPr>
            <a:xfrm>
              <a:off x="358987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 name="Google Shape;2473;p129"/>
            <p:cNvSpPr/>
            <p:nvPr/>
          </p:nvSpPr>
          <p:spPr>
            <a:xfrm>
              <a:off x="3589875"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 name="Google Shape;2474;p129"/>
            <p:cNvSpPr/>
            <p:nvPr/>
          </p:nvSpPr>
          <p:spPr>
            <a:xfrm>
              <a:off x="3589875"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5" name="Google Shape;2475;p129"/>
            <p:cNvSpPr/>
            <p:nvPr/>
          </p:nvSpPr>
          <p:spPr>
            <a:xfrm>
              <a:off x="3589875" y="2942425"/>
              <a:ext cx="62225" cy="53450"/>
            </a:xfrm>
            <a:custGeom>
              <a:rect b="b" l="l" r="r" t="t"/>
              <a:pathLst>
                <a:path extrusionOk="0" h="2138" w="2489">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6" name="Google Shape;2476;p129"/>
            <p:cNvSpPr/>
            <p:nvPr/>
          </p:nvSpPr>
          <p:spPr>
            <a:xfrm>
              <a:off x="3589875" y="3018650"/>
              <a:ext cx="62225" cy="53425"/>
            </a:xfrm>
            <a:custGeom>
              <a:rect b="b" l="l" r="r" t="t"/>
              <a:pathLst>
                <a:path extrusionOk="0" h="2137" w="2489">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 name="Google Shape;2477;p129"/>
            <p:cNvSpPr/>
            <p:nvPr/>
          </p:nvSpPr>
          <p:spPr>
            <a:xfrm>
              <a:off x="3589875"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8" name="Google Shape;2478;p129"/>
            <p:cNvSpPr/>
            <p:nvPr/>
          </p:nvSpPr>
          <p:spPr>
            <a:xfrm>
              <a:off x="3285225"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9" name="Google Shape;2479;p129"/>
            <p:cNvSpPr/>
            <p:nvPr/>
          </p:nvSpPr>
          <p:spPr>
            <a:xfrm>
              <a:off x="3285225" y="2942425"/>
              <a:ext cx="62225" cy="53450"/>
            </a:xfrm>
            <a:custGeom>
              <a:rect b="b" l="l" r="r" t="t"/>
              <a:pathLst>
                <a:path extrusionOk="0" h="2138" w="2489">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0" name="Google Shape;2480;p129"/>
            <p:cNvSpPr/>
            <p:nvPr/>
          </p:nvSpPr>
          <p:spPr>
            <a:xfrm>
              <a:off x="3285225" y="3018650"/>
              <a:ext cx="62225" cy="53425"/>
            </a:xfrm>
            <a:custGeom>
              <a:rect b="b" l="l" r="r" t="t"/>
              <a:pathLst>
                <a:path extrusionOk="0" h="2137" w="2489">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1" name="Google Shape;2481;p129"/>
            <p:cNvSpPr/>
            <p:nvPr/>
          </p:nvSpPr>
          <p:spPr>
            <a:xfrm>
              <a:off x="3361450" y="2790200"/>
              <a:ext cx="62200" cy="53350"/>
            </a:xfrm>
            <a:custGeom>
              <a:rect b="b" l="l" r="r" t="t"/>
              <a:pathLst>
                <a:path extrusionOk="0" h="2134" w="2488">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2" name="Google Shape;2482;p129"/>
            <p:cNvSpPr/>
            <p:nvPr/>
          </p:nvSpPr>
          <p:spPr>
            <a:xfrm>
              <a:off x="3361450" y="2866425"/>
              <a:ext cx="62200" cy="53275"/>
            </a:xfrm>
            <a:custGeom>
              <a:rect b="b" l="l" r="r" t="t"/>
              <a:pathLst>
                <a:path extrusionOk="0" h="2131" w="2488">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 name="Google Shape;2483;p129"/>
            <p:cNvSpPr/>
            <p:nvPr/>
          </p:nvSpPr>
          <p:spPr>
            <a:xfrm>
              <a:off x="3361450" y="2942425"/>
              <a:ext cx="62200" cy="53450"/>
            </a:xfrm>
            <a:custGeom>
              <a:rect b="b" l="l" r="r" t="t"/>
              <a:pathLst>
                <a:path extrusionOk="0" h="2138" w="2488">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4" name="Google Shape;2484;p129"/>
            <p:cNvSpPr/>
            <p:nvPr/>
          </p:nvSpPr>
          <p:spPr>
            <a:xfrm>
              <a:off x="3361450" y="3018650"/>
              <a:ext cx="62200" cy="53425"/>
            </a:xfrm>
            <a:custGeom>
              <a:rect b="b" l="l" r="r" t="t"/>
              <a:pathLst>
                <a:path extrusionOk="0" h="2137" w="2488">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5" name="Google Shape;2485;p129"/>
            <p:cNvSpPr/>
            <p:nvPr/>
          </p:nvSpPr>
          <p:spPr>
            <a:xfrm>
              <a:off x="3361450" y="3094850"/>
              <a:ext cx="62200" cy="53350"/>
            </a:xfrm>
            <a:custGeom>
              <a:rect b="b" l="l" r="r" t="t"/>
              <a:pathLst>
                <a:path extrusionOk="0" h="2134" w="2488">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6" name="Google Shape;2486;p129"/>
            <p:cNvSpPr/>
            <p:nvPr/>
          </p:nvSpPr>
          <p:spPr>
            <a:xfrm>
              <a:off x="3437450" y="26377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7" name="Google Shape;2487;p129"/>
            <p:cNvSpPr/>
            <p:nvPr/>
          </p:nvSpPr>
          <p:spPr>
            <a:xfrm>
              <a:off x="3437450" y="271400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 name="Google Shape;2488;p129"/>
            <p:cNvSpPr/>
            <p:nvPr/>
          </p:nvSpPr>
          <p:spPr>
            <a:xfrm>
              <a:off x="3437450" y="2790200"/>
              <a:ext cx="62425" cy="53350"/>
            </a:xfrm>
            <a:custGeom>
              <a:rect b="b" l="l" r="r" t="t"/>
              <a:pathLst>
                <a:path extrusionOk="0" h="2134" w="2497">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9" name="Google Shape;2489;p129"/>
            <p:cNvSpPr/>
            <p:nvPr/>
          </p:nvSpPr>
          <p:spPr>
            <a:xfrm>
              <a:off x="3437450" y="2866425"/>
              <a:ext cx="62425" cy="53275"/>
            </a:xfrm>
            <a:custGeom>
              <a:rect b="b" l="l" r="r" t="t"/>
              <a:pathLst>
                <a:path extrusionOk="0" h="2131" w="2497">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0" name="Google Shape;2490;p129"/>
            <p:cNvSpPr/>
            <p:nvPr/>
          </p:nvSpPr>
          <p:spPr>
            <a:xfrm>
              <a:off x="3437450" y="2942425"/>
              <a:ext cx="62425" cy="53450"/>
            </a:xfrm>
            <a:custGeom>
              <a:rect b="b" l="l" r="r" t="t"/>
              <a:pathLst>
                <a:path extrusionOk="0" h="2138" w="2497">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 name="Google Shape;2491;p129"/>
            <p:cNvSpPr/>
            <p:nvPr/>
          </p:nvSpPr>
          <p:spPr>
            <a:xfrm>
              <a:off x="3437450" y="3018650"/>
              <a:ext cx="62425" cy="53425"/>
            </a:xfrm>
            <a:custGeom>
              <a:rect b="b" l="l" r="r" t="t"/>
              <a:pathLst>
                <a:path extrusionOk="0" h="2137" w="2497">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 name="Google Shape;2492;p129"/>
            <p:cNvSpPr/>
            <p:nvPr/>
          </p:nvSpPr>
          <p:spPr>
            <a:xfrm>
              <a:off x="3437450" y="3094850"/>
              <a:ext cx="62425" cy="53350"/>
            </a:xfrm>
            <a:custGeom>
              <a:rect b="b" l="l" r="r" t="t"/>
              <a:pathLst>
                <a:path extrusionOk="0" h="2134" w="2497">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 name="Google Shape;2493;p129"/>
            <p:cNvSpPr/>
            <p:nvPr/>
          </p:nvSpPr>
          <p:spPr>
            <a:xfrm>
              <a:off x="3513675" y="26377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4" name="Google Shape;2494;p129"/>
            <p:cNvSpPr/>
            <p:nvPr/>
          </p:nvSpPr>
          <p:spPr>
            <a:xfrm>
              <a:off x="351367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 name="Google Shape;2495;p129"/>
            <p:cNvSpPr/>
            <p:nvPr/>
          </p:nvSpPr>
          <p:spPr>
            <a:xfrm>
              <a:off x="3513675"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6" name="Google Shape;2496;p129"/>
            <p:cNvSpPr/>
            <p:nvPr/>
          </p:nvSpPr>
          <p:spPr>
            <a:xfrm>
              <a:off x="3513675" y="2866425"/>
              <a:ext cx="62425" cy="53275"/>
            </a:xfrm>
            <a:custGeom>
              <a:rect b="b" l="l" r="r" t="t"/>
              <a:pathLst>
                <a:path extrusionOk="0" h="2131" w="2497">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 name="Google Shape;2497;p129"/>
            <p:cNvSpPr/>
            <p:nvPr/>
          </p:nvSpPr>
          <p:spPr>
            <a:xfrm>
              <a:off x="3513675" y="2942425"/>
              <a:ext cx="62425" cy="53450"/>
            </a:xfrm>
            <a:custGeom>
              <a:rect b="b" l="l" r="r" t="t"/>
              <a:pathLst>
                <a:path extrusionOk="0" h="2138" w="2497">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 name="Google Shape;2498;p129"/>
            <p:cNvSpPr/>
            <p:nvPr/>
          </p:nvSpPr>
          <p:spPr>
            <a:xfrm>
              <a:off x="3513675" y="3018650"/>
              <a:ext cx="62425" cy="53425"/>
            </a:xfrm>
            <a:custGeom>
              <a:rect b="b" l="l" r="r" t="t"/>
              <a:pathLst>
                <a:path extrusionOk="0" h="2137" w="2497">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 name="Google Shape;2499;p129"/>
            <p:cNvSpPr/>
            <p:nvPr/>
          </p:nvSpPr>
          <p:spPr>
            <a:xfrm>
              <a:off x="3513675" y="309485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0" name="Google Shape;2500;p129"/>
            <p:cNvSpPr/>
            <p:nvPr/>
          </p:nvSpPr>
          <p:spPr>
            <a:xfrm>
              <a:off x="3513675" y="3171075"/>
              <a:ext cx="62425" cy="53275"/>
            </a:xfrm>
            <a:custGeom>
              <a:rect b="b" l="l" r="r" t="t"/>
              <a:pathLst>
                <a:path extrusionOk="0" h="2131" w="2497">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1" name="Google Shape;2501;p129"/>
            <p:cNvSpPr/>
            <p:nvPr/>
          </p:nvSpPr>
          <p:spPr>
            <a:xfrm>
              <a:off x="3589875" y="317107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2" name="Google Shape;2502;p129"/>
            <p:cNvSpPr/>
            <p:nvPr/>
          </p:nvSpPr>
          <p:spPr>
            <a:xfrm>
              <a:off x="3666100"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 name="Google Shape;2503;p129"/>
            <p:cNvSpPr/>
            <p:nvPr/>
          </p:nvSpPr>
          <p:spPr>
            <a:xfrm>
              <a:off x="3666100" y="271400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 name="Google Shape;2504;p129"/>
            <p:cNvSpPr/>
            <p:nvPr/>
          </p:nvSpPr>
          <p:spPr>
            <a:xfrm>
              <a:off x="3666100" y="279020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5" name="Google Shape;2505;p129"/>
            <p:cNvSpPr/>
            <p:nvPr/>
          </p:nvSpPr>
          <p:spPr>
            <a:xfrm>
              <a:off x="3666100" y="2942425"/>
              <a:ext cx="62200" cy="53450"/>
            </a:xfrm>
            <a:custGeom>
              <a:rect b="b" l="l" r="r" t="t"/>
              <a:pathLst>
                <a:path extrusionOk="0" h="2138" w="2488">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6" name="Google Shape;2506;p129"/>
            <p:cNvSpPr/>
            <p:nvPr/>
          </p:nvSpPr>
          <p:spPr>
            <a:xfrm>
              <a:off x="3666100" y="3018650"/>
              <a:ext cx="62200" cy="53425"/>
            </a:xfrm>
            <a:custGeom>
              <a:rect b="b" l="l" r="r" t="t"/>
              <a:pathLst>
                <a:path extrusionOk="0" h="2137" w="2488">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7" name="Google Shape;2507;p129"/>
            <p:cNvSpPr/>
            <p:nvPr/>
          </p:nvSpPr>
          <p:spPr>
            <a:xfrm>
              <a:off x="3666100" y="309485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8" name="Google Shape;2508;p129"/>
            <p:cNvSpPr/>
            <p:nvPr/>
          </p:nvSpPr>
          <p:spPr>
            <a:xfrm>
              <a:off x="3666100" y="317107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 name="Google Shape;2509;p129"/>
            <p:cNvSpPr/>
            <p:nvPr/>
          </p:nvSpPr>
          <p:spPr>
            <a:xfrm>
              <a:off x="3742300" y="2637775"/>
              <a:ext cx="62225" cy="53450"/>
            </a:xfrm>
            <a:custGeom>
              <a:rect b="b" l="l" r="r" t="t"/>
              <a:pathLst>
                <a:path extrusionOk="0" h="2138" w="2489">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0" name="Google Shape;2510;p129"/>
            <p:cNvSpPr/>
            <p:nvPr/>
          </p:nvSpPr>
          <p:spPr>
            <a:xfrm>
              <a:off x="3742300" y="2714000"/>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1" name="Google Shape;2511;p129"/>
            <p:cNvSpPr/>
            <p:nvPr/>
          </p:nvSpPr>
          <p:spPr>
            <a:xfrm>
              <a:off x="3742300" y="2790200"/>
              <a:ext cx="62225" cy="53350"/>
            </a:xfrm>
            <a:custGeom>
              <a:rect b="b" l="l" r="r" t="t"/>
              <a:pathLst>
                <a:path extrusionOk="0" h="2134" w="2489">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 name="Google Shape;2512;p129"/>
            <p:cNvSpPr/>
            <p:nvPr/>
          </p:nvSpPr>
          <p:spPr>
            <a:xfrm>
              <a:off x="3742300" y="2942425"/>
              <a:ext cx="62225" cy="53450"/>
            </a:xfrm>
            <a:custGeom>
              <a:rect b="b" l="l" r="r" t="t"/>
              <a:pathLst>
                <a:path extrusionOk="0" h="2138" w="2489">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3" name="Google Shape;2513;p129"/>
            <p:cNvSpPr/>
            <p:nvPr/>
          </p:nvSpPr>
          <p:spPr>
            <a:xfrm>
              <a:off x="3742300" y="3018650"/>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 name="Google Shape;2514;p129"/>
            <p:cNvSpPr/>
            <p:nvPr/>
          </p:nvSpPr>
          <p:spPr>
            <a:xfrm>
              <a:off x="3742300" y="3094850"/>
              <a:ext cx="62225" cy="53350"/>
            </a:xfrm>
            <a:custGeom>
              <a:rect b="b" l="l" r="r" t="t"/>
              <a:pathLst>
                <a:path extrusionOk="0" h="2134" w="2489">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5" name="Google Shape;2515;p129"/>
            <p:cNvSpPr/>
            <p:nvPr/>
          </p:nvSpPr>
          <p:spPr>
            <a:xfrm>
              <a:off x="3742300" y="3171075"/>
              <a:ext cx="62225" cy="53300"/>
            </a:xfrm>
            <a:custGeom>
              <a:rect b="b" l="l" r="r" t="t"/>
              <a:pathLst>
                <a:path extrusionOk="0" h="2132" w="2489">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129"/>
            <p:cNvSpPr/>
            <p:nvPr/>
          </p:nvSpPr>
          <p:spPr>
            <a:xfrm>
              <a:off x="3742300" y="3247075"/>
              <a:ext cx="62225" cy="53450"/>
            </a:xfrm>
            <a:custGeom>
              <a:rect b="b" l="l" r="r" t="t"/>
              <a:pathLst>
                <a:path extrusionOk="0" h="2138" w="2489">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7" name="Google Shape;2517;p129"/>
            <p:cNvSpPr/>
            <p:nvPr/>
          </p:nvSpPr>
          <p:spPr>
            <a:xfrm>
              <a:off x="3818525"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8" name="Google Shape;2518;p129"/>
            <p:cNvSpPr/>
            <p:nvPr/>
          </p:nvSpPr>
          <p:spPr>
            <a:xfrm>
              <a:off x="3818525" y="27902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 name="Google Shape;2519;p129"/>
            <p:cNvSpPr/>
            <p:nvPr/>
          </p:nvSpPr>
          <p:spPr>
            <a:xfrm>
              <a:off x="3818525" y="29424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0" name="Google Shape;2520;p129"/>
            <p:cNvSpPr/>
            <p:nvPr/>
          </p:nvSpPr>
          <p:spPr>
            <a:xfrm>
              <a:off x="3818525" y="301865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1" name="Google Shape;2521;p129"/>
            <p:cNvSpPr/>
            <p:nvPr/>
          </p:nvSpPr>
          <p:spPr>
            <a:xfrm>
              <a:off x="3818525" y="309485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 name="Google Shape;2522;p129"/>
            <p:cNvSpPr/>
            <p:nvPr/>
          </p:nvSpPr>
          <p:spPr>
            <a:xfrm>
              <a:off x="3818525" y="317107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3" name="Google Shape;2523;p129"/>
            <p:cNvSpPr/>
            <p:nvPr/>
          </p:nvSpPr>
          <p:spPr>
            <a:xfrm>
              <a:off x="3818525" y="32470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 name="Google Shape;2524;p129"/>
            <p:cNvSpPr/>
            <p:nvPr/>
          </p:nvSpPr>
          <p:spPr>
            <a:xfrm>
              <a:off x="3818525" y="33233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5" name="Google Shape;2525;p129"/>
            <p:cNvSpPr/>
            <p:nvPr/>
          </p:nvSpPr>
          <p:spPr>
            <a:xfrm>
              <a:off x="3818525"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6" name="Google Shape;2526;p129"/>
            <p:cNvSpPr/>
            <p:nvPr/>
          </p:nvSpPr>
          <p:spPr>
            <a:xfrm>
              <a:off x="381852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7" name="Google Shape;2527;p129"/>
            <p:cNvSpPr/>
            <p:nvPr/>
          </p:nvSpPr>
          <p:spPr>
            <a:xfrm>
              <a:off x="3894725" y="27902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8" name="Google Shape;2528;p129"/>
            <p:cNvSpPr/>
            <p:nvPr/>
          </p:nvSpPr>
          <p:spPr>
            <a:xfrm>
              <a:off x="3894725" y="3932800"/>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9" name="Google Shape;2529;p129"/>
            <p:cNvSpPr/>
            <p:nvPr/>
          </p:nvSpPr>
          <p:spPr>
            <a:xfrm>
              <a:off x="3894725" y="3856775"/>
              <a:ext cx="62175" cy="53250"/>
            </a:xfrm>
            <a:custGeom>
              <a:rect b="b" l="l" r="r" t="t"/>
              <a:pathLst>
                <a:path extrusionOk="0" h="2130" w="2487">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0" name="Google Shape;2530;p129"/>
            <p:cNvSpPr/>
            <p:nvPr/>
          </p:nvSpPr>
          <p:spPr>
            <a:xfrm>
              <a:off x="3894725" y="3780375"/>
              <a:ext cx="62425" cy="53425"/>
            </a:xfrm>
            <a:custGeom>
              <a:rect b="b" l="l" r="r" t="t"/>
              <a:pathLst>
                <a:path extrusionOk="0" h="2137" w="2497">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1" name="Google Shape;2531;p129"/>
            <p:cNvSpPr/>
            <p:nvPr/>
          </p:nvSpPr>
          <p:spPr>
            <a:xfrm>
              <a:off x="3894725" y="3704150"/>
              <a:ext cx="62225" cy="53450"/>
            </a:xfrm>
            <a:custGeom>
              <a:rect b="b" l="l" r="r" t="t"/>
              <a:pathLst>
                <a:path extrusionOk="0" h="2138" w="2489">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2" name="Google Shape;2532;p129"/>
            <p:cNvSpPr/>
            <p:nvPr/>
          </p:nvSpPr>
          <p:spPr>
            <a:xfrm>
              <a:off x="3894725" y="3627950"/>
              <a:ext cx="62225" cy="53425"/>
            </a:xfrm>
            <a:custGeom>
              <a:rect b="b" l="l" r="r" t="t"/>
              <a:pathLst>
                <a:path extrusionOk="0" h="2137" w="2489">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 name="Google Shape;2533;p129"/>
            <p:cNvSpPr/>
            <p:nvPr/>
          </p:nvSpPr>
          <p:spPr>
            <a:xfrm>
              <a:off x="3894725" y="3551925"/>
              <a:ext cx="62175" cy="53250"/>
            </a:xfrm>
            <a:custGeom>
              <a:rect b="b" l="l" r="r" t="t"/>
              <a:pathLst>
                <a:path extrusionOk="0" h="2130" w="2487">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4" name="Google Shape;2534;p129"/>
            <p:cNvSpPr/>
            <p:nvPr/>
          </p:nvSpPr>
          <p:spPr>
            <a:xfrm>
              <a:off x="3894725"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 name="Google Shape;2535;p129"/>
            <p:cNvSpPr/>
            <p:nvPr/>
          </p:nvSpPr>
          <p:spPr>
            <a:xfrm>
              <a:off x="3894725" y="33995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 name="Google Shape;2536;p129"/>
            <p:cNvSpPr/>
            <p:nvPr/>
          </p:nvSpPr>
          <p:spPr>
            <a:xfrm>
              <a:off x="3894600" y="3323300"/>
              <a:ext cx="62350" cy="53425"/>
            </a:xfrm>
            <a:custGeom>
              <a:rect b="b" l="l" r="r" t="t"/>
              <a:pathLst>
                <a:path extrusionOk="0" h="2137" w="2494">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7" name="Google Shape;2537;p129"/>
            <p:cNvSpPr/>
            <p:nvPr/>
          </p:nvSpPr>
          <p:spPr>
            <a:xfrm>
              <a:off x="3894725" y="3247075"/>
              <a:ext cx="62225" cy="53450"/>
            </a:xfrm>
            <a:custGeom>
              <a:rect b="b" l="l" r="r" t="t"/>
              <a:pathLst>
                <a:path extrusionOk="0" h="2138" w="2489">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 name="Google Shape;2538;p129"/>
            <p:cNvSpPr/>
            <p:nvPr/>
          </p:nvSpPr>
          <p:spPr>
            <a:xfrm>
              <a:off x="3894725" y="3171075"/>
              <a:ext cx="62225" cy="53275"/>
            </a:xfrm>
            <a:custGeom>
              <a:rect b="b" l="l" r="r" t="t"/>
              <a:pathLst>
                <a:path extrusionOk="0" h="2131" w="2489">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 name="Google Shape;2539;p129"/>
            <p:cNvSpPr/>
            <p:nvPr/>
          </p:nvSpPr>
          <p:spPr>
            <a:xfrm>
              <a:off x="3894725" y="309485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 name="Google Shape;2540;p129"/>
            <p:cNvSpPr/>
            <p:nvPr/>
          </p:nvSpPr>
          <p:spPr>
            <a:xfrm>
              <a:off x="3894725" y="3018650"/>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1" name="Google Shape;2541;p129"/>
            <p:cNvSpPr/>
            <p:nvPr/>
          </p:nvSpPr>
          <p:spPr>
            <a:xfrm>
              <a:off x="3894725" y="2942425"/>
              <a:ext cx="62225" cy="53450"/>
            </a:xfrm>
            <a:custGeom>
              <a:rect b="b" l="l" r="r" t="t"/>
              <a:pathLst>
                <a:path extrusionOk="0" h="2138" w="2489">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 name="Google Shape;2542;p129"/>
            <p:cNvSpPr/>
            <p:nvPr/>
          </p:nvSpPr>
          <p:spPr>
            <a:xfrm>
              <a:off x="3894725" y="2866425"/>
              <a:ext cx="62225" cy="53275"/>
            </a:xfrm>
            <a:custGeom>
              <a:rect b="b" l="l" r="r" t="t"/>
              <a:pathLst>
                <a:path extrusionOk="0" h="2131" w="2489">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 name="Google Shape;2543;p129"/>
            <p:cNvSpPr/>
            <p:nvPr/>
          </p:nvSpPr>
          <p:spPr>
            <a:xfrm>
              <a:off x="3818525" y="286642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4" name="Google Shape;2544;p129"/>
            <p:cNvSpPr/>
            <p:nvPr/>
          </p:nvSpPr>
          <p:spPr>
            <a:xfrm>
              <a:off x="3742300" y="2866425"/>
              <a:ext cx="62225" cy="53225"/>
            </a:xfrm>
            <a:custGeom>
              <a:rect b="b" l="l" r="r" t="t"/>
              <a:pathLst>
                <a:path extrusionOk="0" h="2129" w="2489">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 name="Google Shape;2545;p129"/>
            <p:cNvSpPr/>
            <p:nvPr/>
          </p:nvSpPr>
          <p:spPr>
            <a:xfrm>
              <a:off x="3666100" y="286642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 name="Google Shape;2546;p129"/>
            <p:cNvSpPr/>
            <p:nvPr/>
          </p:nvSpPr>
          <p:spPr>
            <a:xfrm>
              <a:off x="4504050" y="32470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 name="Google Shape;2547;p129"/>
            <p:cNvSpPr/>
            <p:nvPr/>
          </p:nvSpPr>
          <p:spPr>
            <a:xfrm>
              <a:off x="4504050" y="3171075"/>
              <a:ext cx="62200" cy="53350"/>
            </a:xfrm>
            <a:custGeom>
              <a:rect b="b" l="l" r="r" t="t"/>
              <a:pathLst>
                <a:path extrusionOk="0" h="2134" w="2488">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 name="Google Shape;2548;p129"/>
            <p:cNvSpPr/>
            <p:nvPr/>
          </p:nvSpPr>
          <p:spPr>
            <a:xfrm>
              <a:off x="4504050" y="309485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9" name="Google Shape;2549;p129"/>
            <p:cNvSpPr/>
            <p:nvPr/>
          </p:nvSpPr>
          <p:spPr>
            <a:xfrm>
              <a:off x="4427825" y="3323300"/>
              <a:ext cx="62425" cy="53425"/>
            </a:xfrm>
            <a:custGeom>
              <a:rect b="b" l="l" r="r" t="t"/>
              <a:pathLst>
                <a:path extrusionOk="0" h="2137" w="2497">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 name="Google Shape;2550;p129"/>
            <p:cNvSpPr/>
            <p:nvPr/>
          </p:nvSpPr>
          <p:spPr>
            <a:xfrm>
              <a:off x="4427825" y="3247075"/>
              <a:ext cx="62425" cy="53450"/>
            </a:xfrm>
            <a:custGeom>
              <a:rect b="b" l="l" r="r" t="t"/>
              <a:pathLst>
                <a:path extrusionOk="0" h="2138" w="2497">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 name="Google Shape;2551;p129"/>
            <p:cNvSpPr/>
            <p:nvPr/>
          </p:nvSpPr>
          <p:spPr>
            <a:xfrm>
              <a:off x="4427825" y="3171075"/>
              <a:ext cx="62425" cy="53275"/>
            </a:xfrm>
            <a:custGeom>
              <a:rect b="b" l="l" r="r" t="t"/>
              <a:pathLst>
                <a:path extrusionOk="0" h="2131" w="2497">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2" name="Google Shape;2552;p129"/>
            <p:cNvSpPr/>
            <p:nvPr/>
          </p:nvSpPr>
          <p:spPr>
            <a:xfrm>
              <a:off x="4427825" y="3094850"/>
              <a:ext cx="62425" cy="53350"/>
            </a:xfrm>
            <a:custGeom>
              <a:rect b="b" l="l" r="r" t="t"/>
              <a:pathLst>
                <a:path extrusionOk="0" h="2134" w="2497">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 name="Google Shape;2553;p129"/>
            <p:cNvSpPr/>
            <p:nvPr/>
          </p:nvSpPr>
          <p:spPr>
            <a:xfrm>
              <a:off x="4427825" y="3018650"/>
              <a:ext cx="62425" cy="53425"/>
            </a:xfrm>
            <a:custGeom>
              <a:rect b="b" l="l" r="r" t="t"/>
              <a:pathLst>
                <a:path extrusionOk="0" h="2137" w="2497">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 name="Google Shape;2554;p129"/>
            <p:cNvSpPr/>
            <p:nvPr/>
          </p:nvSpPr>
          <p:spPr>
            <a:xfrm>
              <a:off x="4351600" y="33995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 name="Google Shape;2555;p129"/>
            <p:cNvSpPr/>
            <p:nvPr/>
          </p:nvSpPr>
          <p:spPr>
            <a:xfrm>
              <a:off x="4351600" y="332330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6" name="Google Shape;2556;p129"/>
            <p:cNvSpPr/>
            <p:nvPr/>
          </p:nvSpPr>
          <p:spPr>
            <a:xfrm>
              <a:off x="4351600" y="309485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7" name="Google Shape;2557;p129"/>
            <p:cNvSpPr/>
            <p:nvPr/>
          </p:nvSpPr>
          <p:spPr>
            <a:xfrm>
              <a:off x="4351600" y="301865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 name="Google Shape;2558;p129"/>
            <p:cNvSpPr/>
            <p:nvPr/>
          </p:nvSpPr>
          <p:spPr>
            <a:xfrm>
              <a:off x="4351600" y="2942425"/>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9" name="Google Shape;2559;p129"/>
            <p:cNvSpPr/>
            <p:nvPr/>
          </p:nvSpPr>
          <p:spPr>
            <a:xfrm>
              <a:off x="4275600" y="3780375"/>
              <a:ext cx="62425" cy="53425"/>
            </a:xfrm>
            <a:custGeom>
              <a:rect b="b" l="l" r="r" t="t"/>
              <a:pathLst>
                <a:path extrusionOk="0" h="2137" w="2497">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 name="Google Shape;2560;p129"/>
            <p:cNvSpPr/>
            <p:nvPr/>
          </p:nvSpPr>
          <p:spPr>
            <a:xfrm>
              <a:off x="427560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 name="Google Shape;2561;p129"/>
            <p:cNvSpPr/>
            <p:nvPr/>
          </p:nvSpPr>
          <p:spPr>
            <a:xfrm>
              <a:off x="4275600" y="3627950"/>
              <a:ext cx="62225" cy="53425"/>
            </a:xfrm>
            <a:custGeom>
              <a:rect b="b" l="l" r="r" t="t"/>
              <a:pathLst>
                <a:path extrusionOk="0" h="2137" w="2489">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2" name="Google Shape;2562;p129"/>
            <p:cNvSpPr/>
            <p:nvPr/>
          </p:nvSpPr>
          <p:spPr>
            <a:xfrm>
              <a:off x="4275600" y="355192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 name="Google Shape;2563;p129"/>
            <p:cNvSpPr/>
            <p:nvPr/>
          </p:nvSpPr>
          <p:spPr>
            <a:xfrm>
              <a:off x="4275600"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4" name="Google Shape;2564;p129"/>
            <p:cNvSpPr/>
            <p:nvPr/>
          </p:nvSpPr>
          <p:spPr>
            <a:xfrm>
              <a:off x="4275600" y="3399500"/>
              <a:ext cx="62225" cy="53350"/>
            </a:xfrm>
            <a:custGeom>
              <a:rect b="b" l="l" r="r" t="t"/>
              <a:pathLst>
                <a:path extrusionOk="0" h="2134" w="2489">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5" name="Google Shape;2565;p129"/>
            <p:cNvSpPr/>
            <p:nvPr/>
          </p:nvSpPr>
          <p:spPr>
            <a:xfrm>
              <a:off x="4275600"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6" name="Google Shape;2566;p129"/>
            <p:cNvSpPr/>
            <p:nvPr/>
          </p:nvSpPr>
          <p:spPr>
            <a:xfrm>
              <a:off x="4275600" y="2866425"/>
              <a:ext cx="62225" cy="53275"/>
            </a:xfrm>
            <a:custGeom>
              <a:rect b="b" l="l" r="r" t="t"/>
              <a:pathLst>
                <a:path extrusionOk="0" h="2131" w="2489">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 name="Google Shape;2567;p129"/>
            <p:cNvSpPr/>
            <p:nvPr/>
          </p:nvSpPr>
          <p:spPr>
            <a:xfrm>
              <a:off x="4199400" y="385677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8" name="Google Shape;2568;p129"/>
            <p:cNvSpPr/>
            <p:nvPr/>
          </p:nvSpPr>
          <p:spPr>
            <a:xfrm>
              <a:off x="419940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9" name="Google Shape;2569;p129"/>
            <p:cNvSpPr/>
            <p:nvPr/>
          </p:nvSpPr>
          <p:spPr>
            <a:xfrm>
              <a:off x="4199400"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 name="Google Shape;2570;p129"/>
            <p:cNvSpPr/>
            <p:nvPr/>
          </p:nvSpPr>
          <p:spPr>
            <a:xfrm>
              <a:off x="4199400" y="27902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1" name="Google Shape;2571;p129"/>
            <p:cNvSpPr/>
            <p:nvPr/>
          </p:nvSpPr>
          <p:spPr>
            <a:xfrm>
              <a:off x="4123175" y="4085225"/>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 name="Google Shape;2572;p129"/>
            <p:cNvSpPr/>
            <p:nvPr/>
          </p:nvSpPr>
          <p:spPr>
            <a:xfrm>
              <a:off x="4123175" y="4009000"/>
              <a:ext cx="62425" cy="53350"/>
            </a:xfrm>
            <a:custGeom>
              <a:rect b="b" l="l" r="r" t="t"/>
              <a:pathLst>
                <a:path extrusionOk="0" h="2134" w="2497">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 name="Google Shape;2573;p129"/>
            <p:cNvSpPr/>
            <p:nvPr/>
          </p:nvSpPr>
          <p:spPr>
            <a:xfrm>
              <a:off x="4123175" y="393280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 name="Google Shape;2574;p129"/>
            <p:cNvSpPr/>
            <p:nvPr/>
          </p:nvSpPr>
          <p:spPr>
            <a:xfrm>
              <a:off x="4123175" y="3856775"/>
              <a:ext cx="62425" cy="53250"/>
            </a:xfrm>
            <a:custGeom>
              <a:rect b="b" l="l" r="r" t="t"/>
              <a:pathLst>
                <a:path extrusionOk="0" h="2130" w="2497">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 name="Google Shape;2575;p129"/>
            <p:cNvSpPr/>
            <p:nvPr/>
          </p:nvSpPr>
          <p:spPr>
            <a:xfrm>
              <a:off x="412317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 name="Google Shape;2576;p129"/>
            <p:cNvSpPr/>
            <p:nvPr/>
          </p:nvSpPr>
          <p:spPr>
            <a:xfrm>
              <a:off x="4046950" y="40852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 name="Google Shape;2577;p129"/>
            <p:cNvSpPr/>
            <p:nvPr/>
          </p:nvSpPr>
          <p:spPr>
            <a:xfrm>
              <a:off x="4046950" y="271400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 name="Google Shape;2578;p129"/>
            <p:cNvSpPr/>
            <p:nvPr/>
          </p:nvSpPr>
          <p:spPr>
            <a:xfrm>
              <a:off x="4046950" y="26377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 name="Google Shape;2579;p129"/>
            <p:cNvSpPr/>
            <p:nvPr/>
          </p:nvSpPr>
          <p:spPr>
            <a:xfrm>
              <a:off x="3970950" y="4085225"/>
              <a:ext cx="62225" cy="53350"/>
            </a:xfrm>
            <a:custGeom>
              <a:rect b="b" l="l" r="r" t="t"/>
              <a:pathLst>
                <a:path extrusionOk="0" h="2134" w="2489">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0" name="Google Shape;2580;p129"/>
            <p:cNvSpPr/>
            <p:nvPr/>
          </p:nvSpPr>
          <p:spPr>
            <a:xfrm>
              <a:off x="3970950" y="2714000"/>
              <a:ext cx="62225" cy="53350"/>
            </a:xfrm>
            <a:custGeom>
              <a:rect b="b" l="l" r="r" t="t"/>
              <a:pathLst>
                <a:path extrusionOk="0" h="2134"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1" name="Google Shape;2581;p129"/>
            <p:cNvSpPr/>
            <p:nvPr/>
          </p:nvSpPr>
          <p:spPr>
            <a:xfrm>
              <a:off x="3970950" y="2637775"/>
              <a:ext cx="62225" cy="53450"/>
            </a:xfrm>
            <a:custGeom>
              <a:rect b="b" l="l" r="r" t="t"/>
              <a:pathLst>
                <a:path extrusionOk="0" h="2138" w="2489">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 name="Google Shape;2582;p129"/>
            <p:cNvSpPr/>
            <p:nvPr/>
          </p:nvSpPr>
          <p:spPr>
            <a:xfrm>
              <a:off x="3894725" y="4085225"/>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 name="Google Shape;2583;p129"/>
            <p:cNvSpPr/>
            <p:nvPr/>
          </p:nvSpPr>
          <p:spPr>
            <a:xfrm>
              <a:off x="3894725" y="4009000"/>
              <a:ext cx="62225" cy="53350"/>
            </a:xfrm>
            <a:custGeom>
              <a:rect b="b" l="l" r="r" t="t"/>
              <a:pathLst>
                <a:path extrusionOk="0" h="2134" w="2489">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 name="Google Shape;2584;p129"/>
            <p:cNvSpPr/>
            <p:nvPr/>
          </p:nvSpPr>
          <p:spPr>
            <a:xfrm>
              <a:off x="3894725" y="2714000"/>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 name="Google Shape;2585;p129"/>
            <p:cNvSpPr/>
            <p:nvPr/>
          </p:nvSpPr>
          <p:spPr>
            <a:xfrm>
              <a:off x="3894725" y="2637775"/>
              <a:ext cx="62225" cy="53450"/>
            </a:xfrm>
            <a:custGeom>
              <a:rect b="b" l="l" r="r" t="t"/>
              <a:pathLst>
                <a:path extrusionOk="0" h="2138" w="2489">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6" name="Google Shape;2586;p129"/>
            <p:cNvSpPr/>
            <p:nvPr/>
          </p:nvSpPr>
          <p:spPr>
            <a:xfrm>
              <a:off x="381852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 name="Google Shape;2587;p129"/>
            <p:cNvSpPr/>
            <p:nvPr/>
          </p:nvSpPr>
          <p:spPr>
            <a:xfrm>
              <a:off x="381852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 name="Google Shape;2588;p129"/>
            <p:cNvSpPr/>
            <p:nvPr/>
          </p:nvSpPr>
          <p:spPr>
            <a:xfrm>
              <a:off x="381852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 name="Google Shape;2589;p129"/>
            <p:cNvSpPr/>
            <p:nvPr/>
          </p:nvSpPr>
          <p:spPr>
            <a:xfrm>
              <a:off x="3818525" y="3704150"/>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0" name="Google Shape;2590;p129"/>
            <p:cNvSpPr/>
            <p:nvPr/>
          </p:nvSpPr>
          <p:spPr>
            <a:xfrm>
              <a:off x="3818525" y="3627950"/>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 name="Google Shape;2591;p129"/>
            <p:cNvSpPr/>
            <p:nvPr/>
          </p:nvSpPr>
          <p:spPr>
            <a:xfrm>
              <a:off x="3818525" y="355192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2" name="Google Shape;2592;p129"/>
            <p:cNvSpPr/>
            <p:nvPr/>
          </p:nvSpPr>
          <p:spPr>
            <a:xfrm>
              <a:off x="3818525" y="34757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3" name="Google Shape;2593;p129"/>
            <p:cNvSpPr/>
            <p:nvPr/>
          </p:nvSpPr>
          <p:spPr>
            <a:xfrm>
              <a:off x="3818525" y="26377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4" name="Google Shape;2594;p129"/>
            <p:cNvSpPr/>
            <p:nvPr/>
          </p:nvSpPr>
          <p:spPr>
            <a:xfrm>
              <a:off x="3742300" y="3780375"/>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5" name="Google Shape;2595;p129"/>
            <p:cNvSpPr/>
            <p:nvPr/>
          </p:nvSpPr>
          <p:spPr>
            <a:xfrm>
              <a:off x="3742300" y="3704150"/>
              <a:ext cx="62225" cy="53450"/>
            </a:xfrm>
            <a:custGeom>
              <a:rect b="b" l="l" r="r" t="t"/>
              <a:pathLst>
                <a:path extrusionOk="0" h="2138" w="2489">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6" name="Google Shape;2596;p129"/>
            <p:cNvSpPr/>
            <p:nvPr/>
          </p:nvSpPr>
          <p:spPr>
            <a:xfrm>
              <a:off x="3742300" y="3475725"/>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7" name="Google Shape;2597;p129"/>
            <p:cNvSpPr/>
            <p:nvPr/>
          </p:nvSpPr>
          <p:spPr>
            <a:xfrm>
              <a:off x="3742300" y="3399500"/>
              <a:ext cx="62225" cy="53350"/>
            </a:xfrm>
            <a:custGeom>
              <a:rect b="b" l="l" r="r" t="t"/>
              <a:pathLst>
                <a:path extrusionOk="0" h="2134" w="2489">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8" name="Google Shape;2598;p129"/>
            <p:cNvSpPr/>
            <p:nvPr/>
          </p:nvSpPr>
          <p:spPr>
            <a:xfrm>
              <a:off x="3742175" y="3323300"/>
              <a:ext cx="62350" cy="53425"/>
            </a:xfrm>
            <a:custGeom>
              <a:rect b="b" l="l" r="r" t="t"/>
              <a:pathLst>
                <a:path extrusionOk="0" h="2137" w="2494">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9" name="Google Shape;2599;p129"/>
            <p:cNvSpPr/>
            <p:nvPr/>
          </p:nvSpPr>
          <p:spPr>
            <a:xfrm>
              <a:off x="3742300" y="2561575"/>
              <a:ext cx="62225" cy="53425"/>
            </a:xfrm>
            <a:custGeom>
              <a:rect b="b" l="l" r="r" t="t"/>
              <a:pathLst>
                <a:path extrusionOk="0" h="2137" w="2489">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 name="Google Shape;2600;p129"/>
            <p:cNvSpPr/>
            <p:nvPr/>
          </p:nvSpPr>
          <p:spPr>
            <a:xfrm>
              <a:off x="3665950" y="3323300"/>
              <a:ext cx="62350" cy="53425"/>
            </a:xfrm>
            <a:custGeom>
              <a:rect b="b" l="l" r="r" t="t"/>
              <a:pathLst>
                <a:path extrusionOk="0" h="2137" w="2494">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1" name="Google Shape;2601;p129"/>
            <p:cNvSpPr/>
            <p:nvPr/>
          </p:nvSpPr>
          <p:spPr>
            <a:xfrm>
              <a:off x="3666100" y="32470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2" name="Google Shape;2602;p129"/>
            <p:cNvSpPr/>
            <p:nvPr/>
          </p:nvSpPr>
          <p:spPr>
            <a:xfrm>
              <a:off x="366610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 name="Google Shape;2603;p129"/>
            <p:cNvSpPr/>
            <p:nvPr/>
          </p:nvSpPr>
          <p:spPr>
            <a:xfrm>
              <a:off x="3589875" y="32470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 name="Google Shape;2604;p129"/>
            <p:cNvSpPr/>
            <p:nvPr/>
          </p:nvSpPr>
          <p:spPr>
            <a:xfrm>
              <a:off x="3589875"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5" name="Google Shape;2605;p129"/>
            <p:cNvSpPr/>
            <p:nvPr/>
          </p:nvSpPr>
          <p:spPr>
            <a:xfrm>
              <a:off x="3589875" y="2485550"/>
              <a:ext cx="62225" cy="53300"/>
            </a:xfrm>
            <a:custGeom>
              <a:rect b="b" l="l" r="r" t="t"/>
              <a:pathLst>
                <a:path extrusionOk="0" h="2132" w="2489">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 name="Google Shape;2606;p129"/>
            <p:cNvSpPr/>
            <p:nvPr/>
          </p:nvSpPr>
          <p:spPr>
            <a:xfrm>
              <a:off x="3513675" y="32470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 name="Google Shape;2607;p129"/>
            <p:cNvSpPr/>
            <p:nvPr/>
          </p:nvSpPr>
          <p:spPr>
            <a:xfrm>
              <a:off x="3513675" y="2561575"/>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8" name="Google Shape;2608;p129"/>
            <p:cNvSpPr/>
            <p:nvPr/>
          </p:nvSpPr>
          <p:spPr>
            <a:xfrm>
              <a:off x="3513675" y="2485550"/>
              <a:ext cx="62425" cy="53300"/>
            </a:xfrm>
            <a:custGeom>
              <a:rect b="b" l="l" r="r" t="t"/>
              <a:pathLst>
                <a:path extrusionOk="0" h="2132" w="2497">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 name="Google Shape;2609;p129"/>
            <p:cNvSpPr/>
            <p:nvPr/>
          </p:nvSpPr>
          <p:spPr>
            <a:xfrm>
              <a:off x="3437450" y="32470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0" name="Google Shape;2610;p129"/>
            <p:cNvSpPr/>
            <p:nvPr/>
          </p:nvSpPr>
          <p:spPr>
            <a:xfrm>
              <a:off x="3437450" y="3171075"/>
              <a:ext cx="62425" cy="53275"/>
            </a:xfrm>
            <a:custGeom>
              <a:rect b="b" l="l" r="r" t="t"/>
              <a:pathLst>
                <a:path extrusionOk="0" h="2131" w="2497">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 name="Google Shape;2611;p129"/>
            <p:cNvSpPr/>
            <p:nvPr/>
          </p:nvSpPr>
          <p:spPr>
            <a:xfrm>
              <a:off x="3437450" y="2561575"/>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2" name="Google Shape;2612;p129"/>
            <p:cNvSpPr/>
            <p:nvPr/>
          </p:nvSpPr>
          <p:spPr>
            <a:xfrm>
              <a:off x="3437450" y="2485550"/>
              <a:ext cx="62425" cy="53300"/>
            </a:xfrm>
            <a:custGeom>
              <a:rect b="b" l="l" r="r" t="t"/>
              <a:pathLst>
                <a:path extrusionOk="0" h="2132" w="2497">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3" name="Google Shape;2613;p129"/>
            <p:cNvSpPr/>
            <p:nvPr/>
          </p:nvSpPr>
          <p:spPr>
            <a:xfrm>
              <a:off x="3361450" y="3171075"/>
              <a:ext cx="62200" cy="53275"/>
            </a:xfrm>
            <a:custGeom>
              <a:rect b="b" l="l" r="r" t="t"/>
              <a:pathLst>
                <a:path extrusionOk="0" h="2131" w="2488">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4" name="Google Shape;2614;p129"/>
            <p:cNvSpPr/>
            <p:nvPr/>
          </p:nvSpPr>
          <p:spPr>
            <a:xfrm>
              <a:off x="3361450" y="2714000"/>
              <a:ext cx="62200" cy="53350"/>
            </a:xfrm>
            <a:custGeom>
              <a:rect b="b" l="l" r="r" t="t"/>
              <a:pathLst>
                <a:path extrusionOk="0" h="2134"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5" name="Google Shape;2615;p129"/>
            <p:cNvSpPr/>
            <p:nvPr/>
          </p:nvSpPr>
          <p:spPr>
            <a:xfrm>
              <a:off x="3361450" y="2637775"/>
              <a:ext cx="62200" cy="53450"/>
            </a:xfrm>
            <a:custGeom>
              <a:rect b="b" l="l" r="r" t="t"/>
              <a:pathLst>
                <a:path extrusionOk="0" h="2138" w="2488">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6" name="Google Shape;2616;p129"/>
            <p:cNvSpPr/>
            <p:nvPr/>
          </p:nvSpPr>
          <p:spPr>
            <a:xfrm>
              <a:off x="3361450" y="2561575"/>
              <a:ext cx="62200" cy="53425"/>
            </a:xfrm>
            <a:custGeom>
              <a:rect b="b" l="l" r="r" t="t"/>
              <a:pathLst>
                <a:path extrusionOk="0" h="2137" w="2488">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7" name="Google Shape;2617;p129"/>
            <p:cNvSpPr/>
            <p:nvPr/>
          </p:nvSpPr>
          <p:spPr>
            <a:xfrm>
              <a:off x="3285225" y="317107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8" name="Google Shape;2618;p129"/>
            <p:cNvSpPr/>
            <p:nvPr/>
          </p:nvSpPr>
          <p:spPr>
            <a:xfrm>
              <a:off x="3285225"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9" name="Google Shape;2619;p129"/>
            <p:cNvSpPr/>
            <p:nvPr/>
          </p:nvSpPr>
          <p:spPr>
            <a:xfrm>
              <a:off x="3285225"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 name="Google Shape;2620;p129"/>
            <p:cNvSpPr/>
            <p:nvPr/>
          </p:nvSpPr>
          <p:spPr>
            <a:xfrm>
              <a:off x="328522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1" name="Google Shape;2621;p129"/>
            <p:cNvSpPr/>
            <p:nvPr/>
          </p:nvSpPr>
          <p:spPr>
            <a:xfrm>
              <a:off x="3209025" y="309485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129"/>
            <p:cNvSpPr/>
            <p:nvPr/>
          </p:nvSpPr>
          <p:spPr>
            <a:xfrm>
              <a:off x="3209025" y="301865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 name="Google Shape;2623;p129"/>
            <p:cNvSpPr/>
            <p:nvPr/>
          </p:nvSpPr>
          <p:spPr>
            <a:xfrm>
              <a:off x="3209025" y="2942425"/>
              <a:ext cx="62200" cy="53450"/>
            </a:xfrm>
            <a:custGeom>
              <a:rect b="b" l="l" r="r" t="t"/>
              <a:pathLst>
                <a:path extrusionOk="0" h="2138" w="2488">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 name="Google Shape;2624;p129"/>
            <p:cNvSpPr/>
            <p:nvPr/>
          </p:nvSpPr>
          <p:spPr>
            <a:xfrm>
              <a:off x="3209025"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 name="Google Shape;2625;p129"/>
            <p:cNvSpPr/>
            <p:nvPr/>
          </p:nvSpPr>
          <p:spPr>
            <a:xfrm>
              <a:off x="3209025" y="279020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6" name="Google Shape;2626;p129"/>
            <p:cNvSpPr/>
            <p:nvPr/>
          </p:nvSpPr>
          <p:spPr>
            <a:xfrm>
              <a:off x="4199400" y="29424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7" name="Google Shape;2627;p129"/>
            <p:cNvSpPr/>
            <p:nvPr/>
          </p:nvSpPr>
          <p:spPr>
            <a:xfrm>
              <a:off x="3132800" y="11143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 name="Google Shape;2628;p129"/>
            <p:cNvSpPr/>
            <p:nvPr/>
          </p:nvSpPr>
          <p:spPr>
            <a:xfrm>
              <a:off x="3056800" y="11143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 name="Google Shape;2629;p129"/>
            <p:cNvSpPr/>
            <p:nvPr/>
          </p:nvSpPr>
          <p:spPr>
            <a:xfrm>
              <a:off x="4351600" y="1647400"/>
              <a:ext cx="62425" cy="53450"/>
            </a:xfrm>
            <a:custGeom>
              <a:rect b="b" l="l" r="r" t="t"/>
              <a:pathLst>
                <a:path extrusionOk="0" h="2138" w="2497">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 name="Google Shape;2630;p129"/>
            <p:cNvSpPr/>
            <p:nvPr/>
          </p:nvSpPr>
          <p:spPr>
            <a:xfrm>
              <a:off x="4351600" y="172362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 name="Google Shape;2631;p129"/>
            <p:cNvSpPr/>
            <p:nvPr/>
          </p:nvSpPr>
          <p:spPr>
            <a:xfrm>
              <a:off x="4351600"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2" name="Google Shape;2632;p129"/>
            <p:cNvSpPr/>
            <p:nvPr/>
          </p:nvSpPr>
          <p:spPr>
            <a:xfrm>
              <a:off x="4351600" y="1876050"/>
              <a:ext cx="62425" cy="53350"/>
            </a:xfrm>
            <a:custGeom>
              <a:rect b="b" l="l" r="r" t="t"/>
              <a:pathLst>
                <a:path extrusionOk="0" h="2134" w="2497">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 name="Google Shape;2633;p129"/>
            <p:cNvSpPr/>
            <p:nvPr/>
          </p:nvSpPr>
          <p:spPr>
            <a:xfrm>
              <a:off x="4351600"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4" name="Google Shape;2634;p129"/>
            <p:cNvSpPr/>
            <p:nvPr/>
          </p:nvSpPr>
          <p:spPr>
            <a:xfrm>
              <a:off x="4351600"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5" name="Google Shape;2635;p129"/>
            <p:cNvSpPr/>
            <p:nvPr/>
          </p:nvSpPr>
          <p:spPr>
            <a:xfrm>
              <a:off x="4351600" y="21045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 name="Google Shape;2636;p129"/>
            <p:cNvSpPr/>
            <p:nvPr/>
          </p:nvSpPr>
          <p:spPr>
            <a:xfrm>
              <a:off x="3970950" y="1876050"/>
              <a:ext cx="62225" cy="53350"/>
            </a:xfrm>
            <a:custGeom>
              <a:rect b="b" l="l" r="r" t="t"/>
              <a:pathLst>
                <a:path extrusionOk="0" h="2134" w="2489">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7" name="Google Shape;2637;p129"/>
            <p:cNvSpPr/>
            <p:nvPr/>
          </p:nvSpPr>
          <p:spPr>
            <a:xfrm>
              <a:off x="3970950" y="1952050"/>
              <a:ext cx="62225" cy="53450"/>
            </a:xfrm>
            <a:custGeom>
              <a:rect b="b" l="l" r="r" t="t"/>
              <a:pathLst>
                <a:path extrusionOk="0" h="2138" w="2489">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8" name="Google Shape;2638;p129"/>
            <p:cNvSpPr/>
            <p:nvPr/>
          </p:nvSpPr>
          <p:spPr>
            <a:xfrm>
              <a:off x="366610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 name="Google Shape;2639;p129"/>
            <p:cNvSpPr/>
            <p:nvPr/>
          </p:nvSpPr>
          <p:spPr>
            <a:xfrm>
              <a:off x="3742300" y="2028275"/>
              <a:ext cx="62225" cy="53450"/>
            </a:xfrm>
            <a:custGeom>
              <a:rect b="b" l="l" r="r" t="t"/>
              <a:pathLst>
                <a:path extrusionOk="0" h="2138" w="2489">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0" name="Google Shape;2640;p129"/>
            <p:cNvSpPr/>
            <p:nvPr/>
          </p:nvSpPr>
          <p:spPr>
            <a:xfrm>
              <a:off x="3742300" y="1952050"/>
              <a:ext cx="62225" cy="53450"/>
            </a:xfrm>
            <a:custGeom>
              <a:rect b="b" l="l" r="r" t="t"/>
              <a:pathLst>
                <a:path extrusionOk="0" h="2138" w="2489">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1" name="Google Shape;2641;p129"/>
            <p:cNvSpPr/>
            <p:nvPr/>
          </p:nvSpPr>
          <p:spPr>
            <a:xfrm>
              <a:off x="381852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 name="Google Shape;2642;p129"/>
            <p:cNvSpPr/>
            <p:nvPr/>
          </p:nvSpPr>
          <p:spPr>
            <a:xfrm>
              <a:off x="3894725" y="1952050"/>
              <a:ext cx="62225" cy="53450"/>
            </a:xfrm>
            <a:custGeom>
              <a:rect b="b" l="l" r="r" t="t"/>
              <a:pathLst>
                <a:path extrusionOk="0" h="2138" w="2489">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3" name="Google Shape;2643;p129"/>
            <p:cNvSpPr/>
            <p:nvPr/>
          </p:nvSpPr>
          <p:spPr>
            <a:xfrm>
              <a:off x="3894725" y="2028275"/>
              <a:ext cx="62225" cy="53450"/>
            </a:xfrm>
            <a:custGeom>
              <a:rect b="b" l="l" r="r" t="t"/>
              <a:pathLst>
                <a:path extrusionOk="0" h="2138" w="2489">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4" name="Google Shape;2644;p129"/>
            <p:cNvSpPr/>
            <p:nvPr/>
          </p:nvSpPr>
          <p:spPr>
            <a:xfrm>
              <a:off x="3970950" y="2028275"/>
              <a:ext cx="62225" cy="53450"/>
            </a:xfrm>
            <a:custGeom>
              <a:rect b="b" l="l" r="r" t="t"/>
              <a:pathLst>
                <a:path extrusionOk="0" h="2138" w="2489">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129"/>
            <p:cNvSpPr/>
            <p:nvPr/>
          </p:nvSpPr>
          <p:spPr>
            <a:xfrm>
              <a:off x="3970950" y="210450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6" name="Google Shape;2646;p129"/>
            <p:cNvSpPr/>
            <p:nvPr/>
          </p:nvSpPr>
          <p:spPr>
            <a:xfrm>
              <a:off x="4046950" y="1876050"/>
              <a:ext cx="62425" cy="53275"/>
            </a:xfrm>
            <a:custGeom>
              <a:rect b="b" l="l" r="r" t="t"/>
              <a:pathLst>
                <a:path extrusionOk="0" h="2131" w="2497">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7" name="Google Shape;2647;p129"/>
            <p:cNvSpPr/>
            <p:nvPr/>
          </p:nvSpPr>
          <p:spPr>
            <a:xfrm>
              <a:off x="4046950"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8" name="Google Shape;2648;p129"/>
            <p:cNvSpPr/>
            <p:nvPr/>
          </p:nvSpPr>
          <p:spPr>
            <a:xfrm>
              <a:off x="4046950"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9" name="Google Shape;2649;p129"/>
            <p:cNvSpPr/>
            <p:nvPr/>
          </p:nvSpPr>
          <p:spPr>
            <a:xfrm>
              <a:off x="4046950" y="21045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0" name="Google Shape;2650;p129"/>
            <p:cNvSpPr/>
            <p:nvPr/>
          </p:nvSpPr>
          <p:spPr>
            <a:xfrm>
              <a:off x="4123175"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1" name="Google Shape;2651;p129"/>
            <p:cNvSpPr/>
            <p:nvPr/>
          </p:nvSpPr>
          <p:spPr>
            <a:xfrm>
              <a:off x="4123175"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2" name="Google Shape;2652;p129"/>
            <p:cNvSpPr/>
            <p:nvPr/>
          </p:nvSpPr>
          <p:spPr>
            <a:xfrm>
              <a:off x="4123175" y="1876050"/>
              <a:ext cx="62425" cy="53350"/>
            </a:xfrm>
            <a:custGeom>
              <a:rect b="b" l="l" r="r" t="t"/>
              <a:pathLst>
                <a:path extrusionOk="0" h="2134" w="2497">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3" name="Google Shape;2653;p129"/>
            <p:cNvSpPr/>
            <p:nvPr/>
          </p:nvSpPr>
          <p:spPr>
            <a:xfrm>
              <a:off x="4123175"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4" name="Google Shape;2654;p129"/>
            <p:cNvSpPr/>
            <p:nvPr/>
          </p:nvSpPr>
          <p:spPr>
            <a:xfrm>
              <a:off x="4123175" y="2028275"/>
              <a:ext cx="62425" cy="53450"/>
            </a:xfrm>
            <a:custGeom>
              <a:rect b="b" l="l" r="r" t="t"/>
              <a:pathLst>
                <a:path extrusionOk="0" h="2138" w="2497">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5" name="Google Shape;2655;p129"/>
            <p:cNvSpPr/>
            <p:nvPr/>
          </p:nvSpPr>
          <p:spPr>
            <a:xfrm>
              <a:off x="412317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6" name="Google Shape;2656;p129"/>
            <p:cNvSpPr/>
            <p:nvPr/>
          </p:nvSpPr>
          <p:spPr>
            <a:xfrm>
              <a:off x="4199400"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7" name="Google Shape;2657;p129"/>
            <p:cNvSpPr/>
            <p:nvPr/>
          </p:nvSpPr>
          <p:spPr>
            <a:xfrm>
              <a:off x="4199400"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8" name="Google Shape;2658;p129"/>
            <p:cNvSpPr/>
            <p:nvPr/>
          </p:nvSpPr>
          <p:spPr>
            <a:xfrm>
              <a:off x="4199400"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9" name="Google Shape;2659;p129"/>
            <p:cNvSpPr/>
            <p:nvPr/>
          </p:nvSpPr>
          <p:spPr>
            <a:xfrm>
              <a:off x="4199400" y="1952050"/>
              <a:ext cx="62200" cy="53450"/>
            </a:xfrm>
            <a:custGeom>
              <a:rect b="b" l="l" r="r" t="t"/>
              <a:pathLst>
                <a:path extrusionOk="0" h="2138" w="2488">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0" name="Google Shape;2660;p129"/>
            <p:cNvSpPr/>
            <p:nvPr/>
          </p:nvSpPr>
          <p:spPr>
            <a:xfrm>
              <a:off x="419940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1" name="Google Shape;2661;p129"/>
            <p:cNvSpPr/>
            <p:nvPr/>
          </p:nvSpPr>
          <p:spPr>
            <a:xfrm>
              <a:off x="4199400"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2" name="Google Shape;2662;p129"/>
            <p:cNvSpPr/>
            <p:nvPr/>
          </p:nvSpPr>
          <p:spPr>
            <a:xfrm>
              <a:off x="4199400"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3" name="Google Shape;2663;p129"/>
            <p:cNvSpPr/>
            <p:nvPr/>
          </p:nvSpPr>
          <p:spPr>
            <a:xfrm>
              <a:off x="427560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4" name="Google Shape;2664;p129"/>
            <p:cNvSpPr/>
            <p:nvPr/>
          </p:nvSpPr>
          <p:spPr>
            <a:xfrm>
              <a:off x="427560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5" name="Google Shape;2665;p129"/>
            <p:cNvSpPr/>
            <p:nvPr/>
          </p:nvSpPr>
          <p:spPr>
            <a:xfrm>
              <a:off x="4275600"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6" name="Google Shape;2666;p129"/>
            <p:cNvSpPr/>
            <p:nvPr/>
          </p:nvSpPr>
          <p:spPr>
            <a:xfrm>
              <a:off x="427560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7" name="Google Shape;2667;p129"/>
            <p:cNvSpPr/>
            <p:nvPr/>
          </p:nvSpPr>
          <p:spPr>
            <a:xfrm>
              <a:off x="427560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129"/>
            <p:cNvSpPr/>
            <p:nvPr/>
          </p:nvSpPr>
          <p:spPr>
            <a:xfrm>
              <a:off x="427560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9" name="Google Shape;2669;p129"/>
            <p:cNvSpPr/>
            <p:nvPr/>
          </p:nvSpPr>
          <p:spPr>
            <a:xfrm>
              <a:off x="427560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0" name="Google Shape;2670;p129"/>
            <p:cNvSpPr/>
            <p:nvPr/>
          </p:nvSpPr>
          <p:spPr>
            <a:xfrm>
              <a:off x="427560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1" name="Google Shape;2671;p129"/>
            <p:cNvSpPr/>
            <p:nvPr/>
          </p:nvSpPr>
          <p:spPr>
            <a:xfrm>
              <a:off x="4351600"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2" name="Google Shape;2672;p129"/>
            <p:cNvSpPr/>
            <p:nvPr/>
          </p:nvSpPr>
          <p:spPr>
            <a:xfrm>
              <a:off x="4427825" y="1647400"/>
              <a:ext cx="62425" cy="53450"/>
            </a:xfrm>
            <a:custGeom>
              <a:rect b="b" l="l" r="r" t="t"/>
              <a:pathLst>
                <a:path extrusionOk="0" h="2138" w="2497">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3" name="Google Shape;2673;p129"/>
            <p:cNvSpPr/>
            <p:nvPr/>
          </p:nvSpPr>
          <p:spPr>
            <a:xfrm>
              <a:off x="4427825" y="1723625"/>
              <a:ext cx="62425" cy="53350"/>
            </a:xfrm>
            <a:custGeom>
              <a:rect b="b" l="l" r="r" t="t"/>
              <a:pathLst>
                <a:path extrusionOk="0" h="2134" w="2497">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4" name="Google Shape;2674;p129"/>
            <p:cNvSpPr/>
            <p:nvPr/>
          </p:nvSpPr>
          <p:spPr>
            <a:xfrm>
              <a:off x="4427825" y="1799850"/>
              <a:ext cx="62425" cy="53325"/>
            </a:xfrm>
            <a:custGeom>
              <a:rect b="b" l="l" r="r" t="t"/>
              <a:pathLst>
                <a:path extrusionOk="0" h="2133"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5" name="Google Shape;2675;p129"/>
            <p:cNvSpPr/>
            <p:nvPr/>
          </p:nvSpPr>
          <p:spPr>
            <a:xfrm>
              <a:off x="4427825" y="1876050"/>
              <a:ext cx="62425" cy="53275"/>
            </a:xfrm>
            <a:custGeom>
              <a:rect b="b" l="l" r="r" t="t"/>
              <a:pathLst>
                <a:path extrusionOk="0" h="2131" w="2497">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6" name="Google Shape;2676;p129"/>
            <p:cNvSpPr/>
            <p:nvPr/>
          </p:nvSpPr>
          <p:spPr>
            <a:xfrm>
              <a:off x="4427825" y="1952050"/>
              <a:ext cx="62425" cy="53450"/>
            </a:xfrm>
            <a:custGeom>
              <a:rect b="b" l="l" r="r" t="t"/>
              <a:pathLst>
                <a:path extrusionOk="0" h="2138" w="2497">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7" name="Google Shape;2677;p129"/>
            <p:cNvSpPr/>
            <p:nvPr/>
          </p:nvSpPr>
          <p:spPr>
            <a:xfrm>
              <a:off x="4427825" y="2028275"/>
              <a:ext cx="62425" cy="53450"/>
            </a:xfrm>
            <a:custGeom>
              <a:rect b="b" l="l" r="r" t="t"/>
              <a:pathLst>
                <a:path extrusionOk="0" h="2138" w="2497">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8" name="Google Shape;2678;p129"/>
            <p:cNvSpPr/>
            <p:nvPr/>
          </p:nvSpPr>
          <p:spPr>
            <a:xfrm>
              <a:off x="4427825" y="2104500"/>
              <a:ext cx="62425" cy="53325"/>
            </a:xfrm>
            <a:custGeom>
              <a:rect b="b" l="l" r="r" t="t"/>
              <a:pathLst>
                <a:path extrusionOk="0" h="2133"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9" name="Google Shape;2679;p129"/>
            <p:cNvSpPr/>
            <p:nvPr/>
          </p:nvSpPr>
          <p:spPr>
            <a:xfrm>
              <a:off x="4427825" y="2180700"/>
              <a:ext cx="62425" cy="53350"/>
            </a:xfrm>
            <a:custGeom>
              <a:rect b="b" l="l" r="r" t="t"/>
              <a:pathLst>
                <a:path extrusionOk="0" h="2134" w="2497">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0" name="Google Shape;2680;p129"/>
            <p:cNvSpPr/>
            <p:nvPr/>
          </p:nvSpPr>
          <p:spPr>
            <a:xfrm>
              <a:off x="4427825" y="1571400"/>
              <a:ext cx="62350" cy="53250"/>
            </a:xfrm>
            <a:custGeom>
              <a:rect b="b" l="l" r="r" t="t"/>
              <a:pathLst>
                <a:path extrusionOk="0" h="2130" w="2494">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1" name="Google Shape;2681;p129"/>
            <p:cNvSpPr/>
            <p:nvPr/>
          </p:nvSpPr>
          <p:spPr>
            <a:xfrm>
              <a:off x="4351600"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2" name="Google Shape;2682;p129"/>
            <p:cNvSpPr/>
            <p:nvPr/>
          </p:nvSpPr>
          <p:spPr>
            <a:xfrm>
              <a:off x="427560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3" name="Google Shape;2683;p129"/>
            <p:cNvSpPr/>
            <p:nvPr/>
          </p:nvSpPr>
          <p:spPr>
            <a:xfrm>
              <a:off x="427560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4" name="Google Shape;2684;p129"/>
            <p:cNvSpPr/>
            <p:nvPr/>
          </p:nvSpPr>
          <p:spPr>
            <a:xfrm>
              <a:off x="41994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5" name="Google Shape;2685;p129"/>
            <p:cNvSpPr/>
            <p:nvPr/>
          </p:nvSpPr>
          <p:spPr>
            <a:xfrm>
              <a:off x="4199400" y="1571400"/>
              <a:ext cx="62200" cy="53250"/>
            </a:xfrm>
            <a:custGeom>
              <a:rect b="b" l="l" r="r" t="t"/>
              <a:pathLst>
                <a:path extrusionOk="0" h="2130" w="2488">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6" name="Google Shape;2686;p129"/>
            <p:cNvSpPr/>
            <p:nvPr/>
          </p:nvSpPr>
          <p:spPr>
            <a:xfrm>
              <a:off x="419940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7" name="Google Shape;2687;p129"/>
            <p:cNvSpPr/>
            <p:nvPr/>
          </p:nvSpPr>
          <p:spPr>
            <a:xfrm>
              <a:off x="419940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8" name="Google Shape;2688;p129"/>
            <p:cNvSpPr/>
            <p:nvPr/>
          </p:nvSpPr>
          <p:spPr>
            <a:xfrm>
              <a:off x="4123175"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9" name="Google Shape;2689;p129"/>
            <p:cNvSpPr/>
            <p:nvPr/>
          </p:nvSpPr>
          <p:spPr>
            <a:xfrm>
              <a:off x="4123175" y="1647400"/>
              <a:ext cx="62425" cy="53450"/>
            </a:xfrm>
            <a:custGeom>
              <a:rect b="b" l="l" r="r" t="t"/>
              <a:pathLst>
                <a:path extrusionOk="0" h="2138" w="2497">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0" name="Google Shape;2690;p129"/>
            <p:cNvSpPr/>
            <p:nvPr/>
          </p:nvSpPr>
          <p:spPr>
            <a:xfrm>
              <a:off x="4123175" y="1571400"/>
              <a:ext cx="62425" cy="53250"/>
            </a:xfrm>
            <a:custGeom>
              <a:rect b="b" l="l" r="r" t="t"/>
              <a:pathLst>
                <a:path extrusionOk="0" h="2130" w="2497">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1" name="Google Shape;2691;p129"/>
            <p:cNvSpPr/>
            <p:nvPr/>
          </p:nvSpPr>
          <p:spPr>
            <a:xfrm>
              <a:off x="4123175" y="14952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2" name="Google Shape;2692;p129"/>
            <p:cNvSpPr/>
            <p:nvPr/>
          </p:nvSpPr>
          <p:spPr>
            <a:xfrm>
              <a:off x="4123175" y="141897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3" name="Google Shape;2693;p129"/>
            <p:cNvSpPr/>
            <p:nvPr/>
          </p:nvSpPr>
          <p:spPr>
            <a:xfrm>
              <a:off x="4123175" y="1342750"/>
              <a:ext cx="62425" cy="53450"/>
            </a:xfrm>
            <a:custGeom>
              <a:rect b="b" l="l" r="r" t="t"/>
              <a:pathLst>
                <a:path extrusionOk="0" h="2138" w="2497">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4" name="Google Shape;2694;p129"/>
            <p:cNvSpPr/>
            <p:nvPr/>
          </p:nvSpPr>
          <p:spPr>
            <a:xfrm>
              <a:off x="4046950"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5" name="Google Shape;2695;p129"/>
            <p:cNvSpPr/>
            <p:nvPr/>
          </p:nvSpPr>
          <p:spPr>
            <a:xfrm>
              <a:off x="4046950"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6" name="Google Shape;2696;p129"/>
            <p:cNvSpPr/>
            <p:nvPr/>
          </p:nvSpPr>
          <p:spPr>
            <a:xfrm>
              <a:off x="4046950" y="172362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7" name="Google Shape;2697;p129"/>
            <p:cNvSpPr/>
            <p:nvPr/>
          </p:nvSpPr>
          <p:spPr>
            <a:xfrm>
              <a:off x="4046950" y="1647400"/>
              <a:ext cx="62425" cy="53450"/>
            </a:xfrm>
            <a:custGeom>
              <a:rect b="b" l="l" r="r" t="t"/>
              <a:pathLst>
                <a:path extrusionOk="0" h="2138" w="2497">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8" name="Google Shape;2698;p129"/>
            <p:cNvSpPr/>
            <p:nvPr/>
          </p:nvSpPr>
          <p:spPr>
            <a:xfrm>
              <a:off x="4046950"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9" name="Google Shape;2699;p129"/>
            <p:cNvSpPr/>
            <p:nvPr/>
          </p:nvSpPr>
          <p:spPr>
            <a:xfrm>
              <a:off x="4046950" y="14952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0" name="Google Shape;2700;p129"/>
            <p:cNvSpPr/>
            <p:nvPr/>
          </p:nvSpPr>
          <p:spPr>
            <a:xfrm>
              <a:off x="4046950" y="141897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1" name="Google Shape;2701;p129"/>
            <p:cNvSpPr/>
            <p:nvPr/>
          </p:nvSpPr>
          <p:spPr>
            <a:xfrm>
              <a:off x="4046950" y="1342750"/>
              <a:ext cx="62425" cy="53450"/>
            </a:xfrm>
            <a:custGeom>
              <a:rect b="b" l="l" r="r" t="t"/>
              <a:pathLst>
                <a:path extrusionOk="0" h="2138" w="2497">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2" name="Google Shape;2702;p129"/>
            <p:cNvSpPr/>
            <p:nvPr/>
          </p:nvSpPr>
          <p:spPr>
            <a:xfrm>
              <a:off x="3970950" y="2256925"/>
              <a:ext cx="62350" cy="53425"/>
            </a:xfrm>
            <a:custGeom>
              <a:rect b="b" l="l" r="r" t="t"/>
              <a:pathLst>
                <a:path extrusionOk="0" h="2137" w="2494">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3" name="Google Shape;2703;p129"/>
            <p:cNvSpPr/>
            <p:nvPr/>
          </p:nvSpPr>
          <p:spPr>
            <a:xfrm>
              <a:off x="3970950" y="2180700"/>
              <a:ext cx="62225" cy="53350"/>
            </a:xfrm>
            <a:custGeom>
              <a:rect b="b" l="l" r="r" t="t"/>
              <a:pathLst>
                <a:path extrusionOk="0" h="2134" w="2489">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4" name="Google Shape;2704;p129"/>
            <p:cNvSpPr/>
            <p:nvPr/>
          </p:nvSpPr>
          <p:spPr>
            <a:xfrm>
              <a:off x="3970950" y="179985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5" name="Google Shape;2705;p129"/>
            <p:cNvSpPr/>
            <p:nvPr/>
          </p:nvSpPr>
          <p:spPr>
            <a:xfrm>
              <a:off x="3970950" y="1647400"/>
              <a:ext cx="62225" cy="53450"/>
            </a:xfrm>
            <a:custGeom>
              <a:rect b="b" l="l" r="r" t="t"/>
              <a:pathLst>
                <a:path extrusionOk="0" h="2138" w="2489">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6" name="Google Shape;2706;p129"/>
            <p:cNvSpPr/>
            <p:nvPr/>
          </p:nvSpPr>
          <p:spPr>
            <a:xfrm>
              <a:off x="3970950" y="1571400"/>
              <a:ext cx="62225" cy="53250"/>
            </a:xfrm>
            <a:custGeom>
              <a:rect b="b" l="l" r="r" t="t"/>
              <a:pathLst>
                <a:path extrusionOk="0" h="2130" w="2489">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7" name="Google Shape;2707;p129"/>
            <p:cNvSpPr/>
            <p:nvPr/>
          </p:nvSpPr>
          <p:spPr>
            <a:xfrm>
              <a:off x="3970950" y="149520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8" name="Google Shape;2708;p129"/>
            <p:cNvSpPr/>
            <p:nvPr/>
          </p:nvSpPr>
          <p:spPr>
            <a:xfrm>
              <a:off x="3970950" y="1418975"/>
              <a:ext cx="62225" cy="53350"/>
            </a:xfrm>
            <a:custGeom>
              <a:rect b="b" l="l" r="r" t="t"/>
              <a:pathLst>
                <a:path extrusionOk="0" h="2134" w="2489">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9" name="Google Shape;2709;p129"/>
            <p:cNvSpPr/>
            <p:nvPr/>
          </p:nvSpPr>
          <p:spPr>
            <a:xfrm>
              <a:off x="3970950" y="1342750"/>
              <a:ext cx="62225" cy="53450"/>
            </a:xfrm>
            <a:custGeom>
              <a:rect b="b" l="l" r="r" t="t"/>
              <a:pathLst>
                <a:path extrusionOk="0" h="2138" w="2489">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0" name="Google Shape;2710;p129"/>
            <p:cNvSpPr/>
            <p:nvPr/>
          </p:nvSpPr>
          <p:spPr>
            <a:xfrm>
              <a:off x="3970950" y="1114325"/>
              <a:ext cx="62225" cy="53350"/>
            </a:xfrm>
            <a:custGeom>
              <a:rect b="b" l="l" r="r" t="t"/>
              <a:pathLst>
                <a:path extrusionOk="0" h="2134" w="2489">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129"/>
            <p:cNvSpPr/>
            <p:nvPr/>
          </p:nvSpPr>
          <p:spPr>
            <a:xfrm>
              <a:off x="3894725" y="21045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2" name="Google Shape;2712;p129"/>
            <p:cNvSpPr/>
            <p:nvPr/>
          </p:nvSpPr>
          <p:spPr>
            <a:xfrm>
              <a:off x="3894725" y="1876050"/>
              <a:ext cx="62225" cy="53275"/>
            </a:xfrm>
            <a:custGeom>
              <a:rect b="b" l="l" r="r" t="t"/>
              <a:pathLst>
                <a:path extrusionOk="0" h="2131" w="2489">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129"/>
            <p:cNvSpPr/>
            <p:nvPr/>
          </p:nvSpPr>
          <p:spPr>
            <a:xfrm>
              <a:off x="3894725" y="179985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129"/>
            <p:cNvSpPr/>
            <p:nvPr/>
          </p:nvSpPr>
          <p:spPr>
            <a:xfrm>
              <a:off x="3894725" y="17236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5" name="Google Shape;2715;p129"/>
            <p:cNvSpPr/>
            <p:nvPr/>
          </p:nvSpPr>
          <p:spPr>
            <a:xfrm>
              <a:off x="3894725" y="1647400"/>
              <a:ext cx="62225" cy="53450"/>
            </a:xfrm>
            <a:custGeom>
              <a:rect b="b" l="l" r="r" t="t"/>
              <a:pathLst>
                <a:path extrusionOk="0" h="2138" w="2489">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6" name="Google Shape;2716;p129"/>
            <p:cNvSpPr/>
            <p:nvPr/>
          </p:nvSpPr>
          <p:spPr>
            <a:xfrm>
              <a:off x="3894725" y="1571400"/>
              <a:ext cx="62175" cy="53250"/>
            </a:xfrm>
            <a:custGeom>
              <a:rect b="b" l="l" r="r" t="t"/>
              <a:pathLst>
                <a:path extrusionOk="0" h="2130" w="2487">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7" name="Google Shape;2717;p129"/>
            <p:cNvSpPr/>
            <p:nvPr/>
          </p:nvSpPr>
          <p:spPr>
            <a:xfrm>
              <a:off x="3894725" y="14952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8" name="Google Shape;2718;p129"/>
            <p:cNvSpPr/>
            <p:nvPr/>
          </p:nvSpPr>
          <p:spPr>
            <a:xfrm>
              <a:off x="3894725" y="141897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9" name="Google Shape;2719;p129"/>
            <p:cNvSpPr/>
            <p:nvPr/>
          </p:nvSpPr>
          <p:spPr>
            <a:xfrm>
              <a:off x="3894725" y="1342750"/>
              <a:ext cx="62225" cy="53450"/>
            </a:xfrm>
            <a:custGeom>
              <a:rect b="b" l="l" r="r" t="t"/>
              <a:pathLst>
                <a:path extrusionOk="0" h="2138" w="2489">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0" name="Google Shape;2720;p129"/>
            <p:cNvSpPr/>
            <p:nvPr/>
          </p:nvSpPr>
          <p:spPr>
            <a:xfrm>
              <a:off x="3894725" y="11143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1" name="Google Shape;2721;p129"/>
            <p:cNvSpPr/>
            <p:nvPr/>
          </p:nvSpPr>
          <p:spPr>
            <a:xfrm>
              <a:off x="3818525"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2" name="Google Shape;2722;p129"/>
            <p:cNvSpPr/>
            <p:nvPr/>
          </p:nvSpPr>
          <p:spPr>
            <a:xfrm>
              <a:off x="3818525"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3" name="Google Shape;2723;p129"/>
            <p:cNvSpPr/>
            <p:nvPr/>
          </p:nvSpPr>
          <p:spPr>
            <a:xfrm>
              <a:off x="381852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4" name="Google Shape;2724;p129"/>
            <p:cNvSpPr/>
            <p:nvPr/>
          </p:nvSpPr>
          <p:spPr>
            <a:xfrm>
              <a:off x="3818525" y="1876050"/>
              <a:ext cx="62225" cy="53275"/>
            </a:xfrm>
            <a:custGeom>
              <a:rect b="b" l="l" r="r" t="t"/>
              <a:pathLst>
                <a:path extrusionOk="0" h="2131" w="2489">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5" name="Google Shape;2725;p129"/>
            <p:cNvSpPr/>
            <p:nvPr/>
          </p:nvSpPr>
          <p:spPr>
            <a:xfrm>
              <a:off x="381852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6" name="Google Shape;2726;p129"/>
            <p:cNvSpPr/>
            <p:nvPr/>
          </p:nvSpPr>
          <p:spPr>
            <a:xfrm>
              <a:off x="381852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7" name="Google Shape;2727;p129"/>
            <p:cNvSpPr/>
            <p:nvPr/>
          </p:nvSpPr>
          <p:spPr>
            <a:xfrm>
              <a:off x="381852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8" name="Google Shape;2728;p129"/>
            <p:cNvSpPr/>
            <p:nvPr/>
          </p:nvSpPr>
          <p:spPr>
            <a:xfrm>
              <a:off x="381852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9" name="Google Shape;2729;p129"/>
            <p:cNvSpPr/>
            <p:nvPr/>
          </p:nvSpPr>
          <p:spPr>
            <a:xfrm>
              <a:off x="381852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0" name="Google Shape;2730;p129"/>
            <p:cNvSpPr/>
            <p:nvPr/>
          </p:nvSpPr>
          <p:spPr>
            <a:xfrm>
              <a:off x="3818525" y="11905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1" name="Google Shape;2731;p129"/>
            <p:cNvSpPr/>
            <p:nvPr/>
          </p:nvSpPr>
          <p:spPr>
            <a:xfrm>
              <a:off x="3818525" y="11143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2" name="Google Shape;2732;p129"/>
            <p:cNvSpPr/>
            <p:nvPr/>
          </p:nvSpPr>
          <p:spPr>
            <a:xfrm>
              <a:off x="3742300" y="2180700"/>
              <a:ext cx="62225" cy="53350"/>
            </a:xfrm>
            <a:custGeom>
              <a:rect b="b" l="l" r="r" t="t"/>
              <a:pathLst>
                <a:path extrusionOk="0" h="2134" w="2489">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3" name="Google Shape;2733;p129"/>
            <p:cNvSpPr/>
            <p:nvPr/>
          </p:nvSpPr>
          <p:spPr>
            <a:xfrm>
              <a:off x="3742300" y="2104500"/>
              <a:ext cx="62225" cy="53325"/>
            </a:xfrm>
            <a:custGeom>
              <a:rect b="b" l="l" r="r" t="t"/>
              <a:pathLst>
                <a:path extrusionOk="0" h="2133" w="2489">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4" name="Google Shape;2734;p129"/>
            <p:cNvSpPr/>
            <p:nvPr/>
          </p:nvSpPr>
          <p:spPr>
            <a:xfrm>
              <a:off x="3742300" y="1876050"/>
              <a:ext cx="62225" cy="53300"/>
            </a:xfrm>
            <a:custGeom>
              <a:rect b="b" l="l" r="r" t="t"/>
              <a:pathLst>
                <a:path extrusionOk="0" h="2132" w="2489">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5" name="Google Shape;2735;p129"/>
            <p:cNvSpPr/>
            <p:nvPr/>
          </p:nvSpPr>
          <p:spPr>
            <a:xfrm>
              <a:off x="3742300" y="1799850"/>
              <a:ext cx="62225" cy="53325"/>
            </a:xfrm>
            <a:custGeom>
              <a:rect b="b" l="l" r="r" t="t"/>
              <a:pathLst>
                <a:path extrusionOk="0" h="2133" w="2489">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6" name="Google Shape;2736;p129"/>
            <p:cNvSpPr/>
            <p:nvPr/>
          </p:nvSpPr>
          <p:spPr>
            <a:xfrm>
              <a:off x="3742300" y="1723625"/>
              <a:ext cx="62225" cy="53350"/>
            </a:xfrm>
            <a:custGeom>
              <a:rect b="b" l="l" r="r" t="t"/>
              <a:pathLst>
                <a:path extrusionOk="0" h="2134" w="2489">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7" name="Google Shape;2737;p129"/>
            <p:cNvSpPr/>
            <p:nvPr/>
          </p:nvSpPr>
          <p:spPr>
            <a:xfrm>
              <a:off x="3742300" y="1647400"/>
              <a:ext cx="62225" cy="53450"/>
            </a:xfrm>
            <a:custGeom>
              <a:rect b="b" l="l" r="r" t="t"/>
              <a:pathLst>
                <a:path extrusionOk="0" h="2138" w="2489">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8" name="Google Shape;2738;p129"/>
            <p:cNvSpPr/>
            <p:nvPr/>
          </p:nvSpPr>
          <p:spPr>
            <a:xfrm>
              <a:off x="3742300" y="1571400"/>
              <a:ext cx="62225" cy="53250"/>
            </a:xfrm>
            <a:custGeom>
              <a:rect b="b" l="l" r="r" t="t"/>
              <a:pathLst>
                <a:path extrusionOk="0" h="2130" w="2489">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9" name="Google Shape;2739;p129"/>
            <p:cNvSpPr/>
            <p:nvPr/>
          </p:nvSpPr>
          <p:spPr>
            <a:xfrm>
              <a:off x="3742300" y="1495200"/>
              <a:ext cx="62225" cy="53325"/>
            </a:xfrm>
            <a:custGeom>
              <a:rect b="b" l="l" r="r" t="t"/>
              <a:pathLst>
                <a:path extrusionOk="0" h="2133" w="2489">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0" name="Google Shape;2740;p129"/>
            <p:cNvSpPr/>
            <p:nvPr/>
          </p:nvSpPr>
          <p:spPr>
            <a:xfrm>
              <a:off x="3742300" y="1114325"/>
              <a:ext cx="62225" cy="53350"/>
            </a:xfrm>
            <a:custGeom>
              <a:rect b="b" l="l" r="r" t="t"/>
              <a:pathLst>
                <a:path extrusionOk="0" h="2134" w="2489">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1" name="Google Shape;2741;p129"/>
            <p:cNvSpPr/>
            <p:nvPr/>
          </p:nvSpPr>
          <p:spPr>
            <a:xfrm>
              <a:off x="366610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2" name="Google Shape;2742;p129"/>
            <p:cNvSpPr/>
            <p:nvPr/>
          </p:nvSpPr>
          <p:spPr>
            <a:xfrm>
              <a:off x="3666100" y="2028275"/>
              <a:ext cx="62200" cy="53450"/>
            </a:xfrm>
            <a:custGeom>
              <a:rect b="b" l="l" r="r" t="t"/>
              <a:pathLst>
                <a:path extrusionOk="0" h="2138" w="2488">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3" name="Google Shape;2743;p129"/>
            <p:cNvSpPr/>
            <p:nvPr/>
          </p:nvSpPr>
          <p:spPr>
            <a:xfrm>
              <a:off x="366610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4" name="Google Shape;2744;p129"/>
            <p:cNvSpPr/>
            <p:nvPr/>
          </p:nvSpPr>
          <p:spPr>
            <a:xfrm>
              <a:off x="3666100" y="1647400"/>
              <a:ext cx="62200" cy="53450"/>
            </a:xfrm>
            <a:custGeom>
              <a:rect b="b" l="l" r="r" t="t"/>
              <a:pathLst>
                <a:path extrusionOk="0" h="2138" w="2488">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5" name="Google Shape;2745;p129"/>
            <p:cNvSpPr/>
            <p:nvPr/>
          </p:nvSpPr>
          <p:spPr>
            <a:xfrm>
              <a:off x="3666100" y="1571400"/>
              <a:ext cx="62150" cy="53250"/>
            </a:xfrm>
            <a:custGeom>
              <a:rect b="b" l="l" r="r" t="t"/>
              <a:pathLst>
                <a:path extrusionOk="0" h="2130" w="2486">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6" name="Google Shape;2746;p129"/>
            <p:cNvSpPr/>
            <p:nvPr/>
          </p:nvSpPr>
          <p:spPr>
            <a:xfrm>
              <a:off x="3589875"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7" name="Google Shape;2747;p129"/>
            <p:cNvSpPr/>
            <p:nvPr/>
          </p:nvSpPr>
          <p:spPr>
            <a:xfrm>
              <a:off x="3589875"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8" name="Google Shape;2748;p129"/>
            <p:cNvSpPr/>
            <p:nvPr/>
          </p:nvSpPr>
          <p:spPr>
            <a:xfrm>
              <a:off x="358987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9" name="Google Shape;2749;p129"/>
            <p:cNvSpPr/>
            <p:nvPr/>
          </p:nvSpPr>
          <p:spPr>
            <a:xfrm>
              <a:off x="358987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0" name="Google Shape;2750;p129"/>
            <p:cNvSpPr/>
            <p:nvPr/>
          </p:nvSpPr>
          <p:spPr>
            <a:xfrm>
              <a:off x="35898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1" name="Google Shape;2751;p129"/>
            <p:cNvSpPr/>
            <p:nvPr/>
          </p:nvSpPr>
          <p:spPr>
            <a:xfrm>
              <a:off x="351367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2" name="Google Shape;2752;p129"/>
            <p:cNvSpPr/>
            <p:nvPr/>
          </p:nvSpPr>
          <p:spPr>
            <a:xfrm>
              <a:off x="3513675"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3" name="Google Shape;2753;p129"/>
            <p:cNvSpPr/>
            <p:nvPr/>
          </p:nvSpPr>
          <p:spPr>
            <a:xfrm>
              <a:off x="351367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4" name="Google Shape;2754;p129"/>
            <p:cNvSpPr/>
            <p:nvPr/>
          </p:nvSpPr>
          <p:spPr>
            <a:xfrm>
              <a:off x="3513675" y="2028275"/>
              <a:ext cx="62425" cy="53450"/>
            </a:xfrm>
            <a:custGeom>
              <a:rect b="b" l="l" r="r" t="t"/>
              <a:pathLst>
                <a:path extrusionOk="0" h="2138" w="2497">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5" name="Google Shape;2755;p129"/>
            <p:cNvSpPr/>
            <p:nvPr/>
          </p:nvSpPr>
          <p:spPr>
            <a:xfrm>
              <a:off x="3513675"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6" name="Google Shape;2756;p129"/>
            <p:cNvSpPr/>
            <p:nvPr/>
          </p:nvSpPr>
          <p:spPr>
            <a:xfrm>
              <a:off x="3513675"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7" name="Google Shape;2757;p129"/>
            <p:cNvSpPr/>
            <p:nvPr/>
          </p:nvSpPr>
          <p:spPr>
            <a:xfrm>
              <a:off x="3513675"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8" name="Google Shape;2758;p129"/>
            <p:cNvSpPr/>
            <p:nvPr/>
          </p:nvSpPr>
          <p:spPr>
            <a:xfrm>
              <a:off x="3437450"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9" name="Google Shape;2759;p129"/>
            <p:cNvSpPr/>
            <p:nvPr/>
          </p:nvSpPr>
          <p:spPr>
            <a:xfrm>
              <a:off x="3437450" y="2256925"/>
              <a:ext cx="62575" cy="53425"/>
            </a:xfrm>
            <a:custGeom>
              <a:rect b="b" l="l" r="r" t="t"/>
              <a:pathLst>
                <a:path extrusionOk="0" h="2137" w="2503">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0" name="Google Shape;2760;p129"/>
            <p:cNvSpPr/>
            <p:nvPr/>
          </p:nvSpPr>
          <p:spPr>
            <a:xfrm>
              <a:off x="3437450"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1" name="Google Shape;2761;p129"/>
            <p:cNvSpPr/>
            <p:nvPr/>
          </p:nvSpPr>
          <p:spPr>
            <a:xfrm>
              <a:off x="3437450"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2" name="Google Shape;2762;p129"/>
            <p:cNvSpPr/>
            <p:nvPr/>
          </p:nvSpPr>
          <p:spPr>
            <a:xfrm>
              <a:off x="3437450" y="1876050"/>
              <a:ext cx="62425" cy="53275"/>
            </a:xfrm>
            <a:custGeom>
              <a:rect b="b" l="l" r="r" t="t"/>
              <a:pathLst>
                <a:path extrusionOk="0" h="2131" w="2497">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3" name="Google Shape;2763;p129"/>
            <p:cNvSpPr/>
            <p:nvPr/>
          </p:nvSpPr>
          <p:spPr>
            <a:xfrm>
              <a:off x="3437450"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4" name="Google Shape;2764;p129"/>
            <p:cNvSpPr/>
            <p:nvPr/>
          </p:nvSpPr>
          <p:spPr>
            <a:xfrm>
              <a:off x="3437450"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5" name="Google Shape;2765;p129"/>
            <p:cNvSpPr/>
            <p:nvPr/>
          </p:nvSpPr>
          <p:spPr>
            <a:xfrm>
              <a:off x="3361450" y="2333125"/>
              <a:ext cx="62200" cy="53450"/>
            </a:xfrm>
            <a:custGeom>
              <a:rect b="b" l="l" r="r" t="t"/>
              <a:pathLst>
                <a:path extrusionOk="0" h="2138" w="2488">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6" name="Google Shape;2766;p129"/>
            <p:cNvSpPr/>
            <p:nvPr/>
          </p:nvSpPr>
          <p:spPr>
            <a:xfrm>
              <a:off x="336145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7" name="Google Shape;2767;p129"/>
            <p:cNvSpPr/>
            <p:nvPr/>
          </p:nvSpPr>
          <p:spPr>
            <a:xfrm>
              <a:off x="3361450" y="2180700"/>
              <a:ext cx="62200" cy="53350"/>
            </a:xfrm>
            <a:custGeom>
              <a:rect b="b" l="l" r="r" t="t"/>
              <a:pathLst>
                <a:path extrusionOk="0" h="2134" w="2488">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8" name="Google Shape;2768;p129"/>
            <p:cNvSpPr/>
            <p:nvPr/>
          </p:nvSpPr>
          <p:spPr>
            <a:xfrm>
              <a:off x="3361450"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9" name="Google Shape;2769;p129"/>
            <p:cNvSpPr/>
            <p:nvPr/>
          </p:nvSpPr>
          <p:spPr>
            <a:xfrm>
              <a:off x="3285225"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0" name="Google Shape;2770;p129"/>
            <p:cNvSpPr/>
            <p:nvPr/>
          </p:nvSpPr>
          <p:spPr>
            <a:xfrm>
              <a:off x="3132800" y="1647400"/>
              <a:ext cx="62425" cy="53450"/>
            </a:xfrm>
            <a:custGeom>
              <a:rect b="b" l="l" r="r" t="t"/>
              <a:pathLst>
                <a:path extrusionOk="0" h="2138" w="2497">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1" name="Google Shape;2771;p129"/>
            <p:cNvSpPr/>
            <p:nvPr/>
          </p:nvSpPr>
          <p:spPr>
            <a:xfrm>
              <a:off x="305680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2" name="Google Shape;2772;p129"/>
            <p:cNvSpPr/>
            <p:nvPr/>
          </p:nvSpPr>
          <p:spPr>
            <a:xfrm>
              <a:off x="30568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3" name="Google Shape;2773;p129"/>
            <p:cNvSpPr/>
            <p:nvPr/>
          </p:nvSpPr>
          <p:spPr>
            <a:xfrm>
              <a:off x="29805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4" name="Google Shape;2774;p129"/>
            <p:cNvSpPr/>
            <p:nvPr/>
          </p:nvSpPr>
          <p:spPr>
            <a:xfrm>
              <a:off x="29805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5" name="Google Shape;2775;p129"/>
            <p:cNvSpPr/>
            <p:nvPr/>
          </p:nvSpPr>
          <p:spPr>
            <a:xfrm>
              <a:off x="2980575" y="1342750"/>
              <a:ext cx="62225" cy="53450"/>
            </a:xfrm>
            <a:custGeom>
              <a:rect b="b" l="l" r="r" t="t"/>
              <a:pathLst>
                <a:path extrusionOk="0" h="2138" w="2489">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6" name="Google Shape;2776;p129"/>
            <p:cNvSpPr/>
            <p:nvPr/>
          </p:nvSpPr>
          <p:spPr>
            <a:xfrm>
              <a:off x="2980575"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7" name="Google Shape;2777;p129"/>
            <p:cNvSpPr/>
            <p:nvPr/>
          </p:nvSpPr>
          <p:spPr>
            <a:xfrm>
              <a:off x="2980575"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8" name="Google Shape;2778;p129"/>
            <p:cNvSpPr/>
            <p:nvPr/>
          </p:nvSpPr>
          <p:spPr>
            <a:xfrm>
              <a:off x="2980575"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9" name="Google Shape;2779;p129"/>
            <p:cNvSpPr/>
            <p:nvPr/>
          </p:nvSpPr>
          <p:spPr>
            <a:xfrm>
              <a:off x="290437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0" name="Google Shape;2780;p129"/>
            <p:cNvSpPr/>
            <p:nvPr/>
          </p:nvSpPr>
          <p:spPr>
            <a:xfrm>
              <a:off x="290437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1" name="Google Shape;2781;p129"/>
            <p:cNvSpPr/>
            <p:nvPr/>
          </p:nvSpPr>
          <p:spPr>
            <a:xfrm>
              <a:off x="290437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2" name="Google Shape;2782;p129"/>
            <p:cNvSpPr/>
            <p:nvPr/>
          </p:nvSpPr>
          <p:spPr>
            <a:xfrm>
              <a:off x="290437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3" name="Google Shape;2783;p129"/>
            <p:cNvSpPr/>
            <p:nvPr/>
          </p:nvSpPr>
          <p:spPr>
            <a:xfrm>
              <a:off x="2904375"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4" name="Google Shape;2784;p129"/>
            <p:cNvSpPr/>
            <p:nvPr/>
          </p:nvSpPr>
          <p:spPr>
            <a:xfrm>
              <a:off x="2904375"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5" name="Google Shape;2785;p129"/>
            <p:cNvSpPr/>
            <p:nvPr/>
          </p:nvSpPr>
          <p:spPr>
            <a:xfrm>
              <a:off x="2904375"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6" name="Google Shape;2786;p129"/>
            <p:cNvSpPr/>
            <p:nvPr/>
          </p:nvSpPr>
          <p:spPr>
            <a:xfrm>
              <a:off x="2828150" y="1571400"/>
              <a:ext cx="62150" cy="53250"/>
            </a:xfrm>
            <a:custGeom>
              <a:rect b="b" l="l" r="r" t="t"/>
              <a:pathLst>
                <a:path extrusionOk="0" h="2130" w="2486">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7" name="Google Shape;2787;p129"/>
            <p:cNvSpPr/>
            <p:nvPr/>
          </p:nvSpPr>
          <p:spPr>
            <a:xfrm>
              <a:off x="282815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8" name="Google Shape;2788;p129"/>
            <p:cNvSpPr/>
            <p:nvPr/>
          </p:nvSpPr>
          <p:spPr>
            <a:xfrm>
              <a:off x="282815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9" name="Google Shape;2789;p129"/>
            <p:cNvSpPr/>
            <p:nvPr/>
          </p:nvSpPr>
          <p:spPr>
            <a:xfrm>
              <a:off x="282815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0" name="Google Shape;2790;p129"/>
            <p:cNvSpPr/>
            <p:nvPr/>
          </p:nvSpPr>
          <p:spPr>
            <a:xfrm>
              <a:off x="282815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1" name="Google Shape;2791;p129"/>
            <p:cNvSpPr/>
            <p:nvPr/>
          </p:nvSpPr>
          <p:spPr>
            <a:xfrm>
              <a:off x="2828150"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2" name="Google Shape;2792;p129"/>
            <p:cNvSpPr/>
            <p:nvPr/>
          </p:nvSpPr>
          <p:spPr>
            <a:xfrm>
              <a:off x="2828150"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3" name="Google Shape;2793;p129"/>
            <p:cNvSpPr/>
            <p:nvPr/>
          </p:nvSpPr>
          <p:spPr>
            <a:xfrm>
              <a:off x="2828150" y="1038125"/>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4" name="Google Shape;2794;p129"/>
            <p:cNvSpPr/>
            <p:nvPr/>
          </p:nvSpPr>
          <p:spPr>
            <a:xfrm>
              <a:off x="27519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5" name="Google Shape;2795;p129"/>
            <p:cNvSpPr/>
            <p:nvPr/>
          </p:nvSpPr>
          <p:spPr>
            <a:xfrm>
              <a:off x="275195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6" name="Google Shape;2796;p129"/>
            <p:cNvSpPr/>
            <p:nvPr/>
          </p:nvSpPr>
          <p:spPr>
            <a:xfrm>
              <a:off x="275195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7" name="Google Shape;2797;p129"/>
            <p:cNvSpPr/>
            <p:nvPr/>
          </p:nvSpPr>
          <p:spPr>
            <a:xfrm>
              <a:off x="275195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8" name="Google Shape;2798;p129"/>
            <p:cNvSpPr/>
            <p:nvPr/>
          </p:nvSpPr>
          <p:spPr>
            <a:xfrm>
              <a:off x="2751950"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9" name="Google Shape;2799;p129"/>
            <p:cNvSpPr/>
            <p:nvPr/>
          </p:nvSpPr>
          <p:spPr>
            <a:xfrm>
              <a:off x="2751950"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0" name="Google Shape;2800;p129"/>
            <p:cNvSpPr/>
            <p:nvPr/>
          </p:nvSpPr>
          <p:spPr>
            <a:xfrm>
              <a:off x="2751950"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1" name="Google Shape;2801;p129"/>
            <p:cNvSpPr/>
            <p:nvPr/>
          </p:nvSpPr>
          <p:spPr>
            <a:xfrm>
              <a:off x="2751950"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2" name="Google Shape;2802;p129"/>
            <p:cNvSpPr/>
            <p:nvPr/>
          </p:nvSpPr>
          <p:spPr>
            <a:xfrm>
              <a:off x="26759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3" name="Google Shape;2803;p129"/>
            <p:cNvSpPr/>
            <p:nvPr/>
          </p:nvSpPr>
          <p:spPr>
            <a:xfrm>
              <a:off x="26759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4" name="Google Shape;2804;p129"/>
            <p:cNvSpPr/>
            <p:nvPr/>
          </p:nvSpPr>
          <p:spPr>
            <a:xfrm>
              <a:off x="267592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5" name="Google Shape;2805;p129"/>
            <p:cNvSpPr/>
            <p:nvPr/>
          </p:nvSpPr>
          <p:spPr>
            <a:xfrm>
              <a:off x="267592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6" name="Google Shape;2806;p129"/>
            <p:cNvSpPr/>
            <p:nvPr/>
          </p:nvSpPr>
          <p:spPr>
            <a:xfrm>
              <a:off x="267592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7" name="Google Shape;2807;p129"/>
            <p:cNvSpPr/>
            <p:nvPr/>
          </p:nvSpPr>
          <p:spPr>
            <a:xfrm>
              <a:off x="2675925" y="11905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8" name="Google Shape;2808;p129"/>
            <p:cNvSpPr/>
            <p:nvPr/>
          </p:nvSpPr>
          <p:spPr>
            <a:xfrm>
              <a:off x="2675925"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9" name="Google Shape;2809;p129"/>
            <p:cNvSpPr/>
            <p:nvPr/>
          </p:nvSpPr>
          <p:spPr>
            <a:xfrm>
              <a:off x="2675925" y="1038125"/>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0" name="Google Shape;2810;p129"/>
            <p:cNvSpPr/>
            <p:nvPr/>
          </p:nvSpPr>
          <p:spPr>
            <a:xfrm>
              <a:off x="25997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1" name="Google Shape;2811;p129"/>
            <p:cNvSpPr/>
            <p:nvPr/>
          </p:nvSpPr>
          <p:spPr>
            <a:xfrm>
              <a:off x="25997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2" name="Google Shape;2812;p129"/>
            <p:cNvSpPr/>
            <p:nvPr/>
          </p:nvSpPr>
          <p:spPr>
            <a:xfrm>
              <a:off x="259972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3" name="Google Shape;2813;p129"/>
            <p:cNvSpPr/>
            <p:nvPr/>
          </p:nvSpPr>
          <p:spPr>
            <a:xfrm>
              <a:off x="259972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4" name="Google Shape;2814;p129"/>
            <p:cNvSpPr/>
            <p:nvPr/>
          </p:nvSpPr>
          <p:spPr>
            <a:xfrm>
              <a:off x="259972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5" name="Google Shape;2815;p129"/>
            <p:cNvSpPr/>
            <p:nvPr/>
          </p:nvSpPr>
          <p:spPr>
            <a:xfrm>
              <a:off x="259972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6" name="Google Shape;2816;p129"/>
            <p:cNvSpPr/>
            <p:nvPr/>
          </p:nvSpPr>
          <p:spPr>
            <a:xfrm>
              <a:off x="2599725"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7" name="Google Shape;2817;p129"/>
            <p:cNvSpPr/>
            <p:nvPr/>
          </p:nvSpPr>
          <p:spPr>
            <a:xfrm>
              <a:off x="2599725"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8" name="Google Shape;2818;p129"/>
            <p:cNvSpPr/>
            <p:nvPr/>
          </p:nvSpPr>
          <p:spPr>
            <a:xfrm>
              <a:off x="2599725"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9" name="Google Shape;2819;p129"/>
            <p:cNvSpPr/>
            <p:nvPr/>
          </p:nvSpPr>
          <p:spPr>
            <a:xfrm>
              <a:off x="25235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0" name="Google Shape;2820;p129"/>
            <p:cNvSpPr/>
            <p:nvPr/>
          </p:nvSpPr>
          <p:spPr>
            <a:xfrm>
              <a:off x="252350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1" name="Google Shape;2821;p129"/>
            <p:cNvSpPr/>
            <p:nvPr/>
          </p:nvSpPr>
          <p:spPr>
            <a:xfrm>
              <a:off x="252350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2" name="Google Shape;2822;p129"/>
            <p:cNvSpPr/>
            <p:nvPr/>
          </p:nvSpPr>
          <p:spPr>
            <a:xfrm>
              <a:off x="25235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3" name="Google Shape;2823;p129"/>
            <p:cNvSpPr/>
            <p:nvPr/>
          </p:nvSpPr>
          <p:spPr>
            <a:xfrm>
              <a:off x="25235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4" name="Google Shape;2824;p129"/>
            <p:cNvSpPr/>
            <p:nvPr/>
          </p:nvSpPr>
          <p:spPr>
            <a:xfrm>
              <a:off x="252350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5" name="Google Shape;2825;p129"/>
            <p:cNvSpPr/>
            <p:nvPr/>
          </p:nvSpPr>
          <p:spPr>
            <a:xfrm>
              <a:off x="252350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6" name="Google Shape;2826;p129"/>
            <p:cNvSpPr/>
            <p:nvPr/>
          </p:nvSpPr>
          <p:spPr>
            <a:xfrm>
              <a:off x="2523500" y="1190550"/>
              <a:ext cx="62225" cy="53425"/>
            </a:xfrm>
            <a:custGeom>
              <a:rect b="b" l="l" r="r" t="t"/>
              <a:pathLst>
                <a:path extrusionOk="0" h="2137" w="2489">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7" name="Google Shape;2827;p129"/>
            <p:cNvSpPr/>
            <p:nvPr/>
          </p:nvSpPr>
          <p:spPr>
            <a:xfrm>
              <a:off x="2523500"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8" name="Google Shape;2828;p129"/>
            <p:cNvSpPr/>
            <p:nvPr/>
          </p:nvSpPr>
          <p:spPr>
            <a:xfrm>
              <a:off x="2523500" y="1038125"/>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9" name="Google Shape;2829;p129"/>
            <p:cNvSpPr/>
            <p:nvPr/>
          </p:nvSpPr>
          <p:spPr>
            <a:xfrm>
              <a:off x="2447300"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0" name="Google Shape;2830;p129"/>
            <p:cNvSpPr/>
            <p:nvPr/>
          </p:nvSpPr>
          <p:spPr>
            <a:xfrm>
              <a:off x="2447300" y="1647400"/>
              <a:ext cx="62400" cy="53450"/>
            </a:xfrm>
            <a:custGeom>
              <a:rect b="b" l="l" r="r" t="t"/>
              <a:pathLst>
                <a:path extrusionOk="0" h="2138" w="2496">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1" name="Google Shape;2831;p129"/>
            <p:cNvSpPr/>
            <p:nvPr/>
          </p:nvSpPr>
          <p:spPr>
            <a:xfrm>
              <a:off x="2447300" y="1571400"/>
              <a:ext cx="62400" cy="53250"/>
            </a:xfrm>
            <a:custGeom>
              <a:rect b="b" l="l" r="r" t="t"/>
              <a:pathLst>
                <a:path extrusionOk="0" h="2130" w="2496">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2" name="Google Shape;2832;p129"/>
            <p:cNvSpPr/>
            <p:nvPr/>
          </p:nvSpPr>
          <p:spPr>
            <a:xfrm>
              <a:off x="2447300" y="14952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3" name="Google Shape;2833;p129"/>
            <p:cNvSpPr/>
            <p:nvPr/>
          </p:nvSpPr>
          <p:spPr>
            <a:xfrm>
              <a:off x="2447300" y="1418975"/>
              <a:ext cx="62400" cy="53350"/>
            </a:xfrm>
            <a:custGeom>
              <a:rect b="b" l="l" r="r" t="t"/>
              <a:pathLst>
                <a:path extrusionOk="0" h="2134" w="2496">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4" name="Google Shape;2834;p129"/>
            <p:cNvSpPr/>
            <p:nvPr/>
          </p:nvSpPr>
          <p:spPr>
            <a:xfrm>
              <a:off x="2447300"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5" name="Google Shape;2835;p129"/>
            <p:cNvSpPr/>
            <p:nvPr/>
          </p:nvSpPr>
          <p:spPr>
            <a:xfrm>
              <a:off x="2447300" y="1266550"/>
              <a:ext cx="62400" cy="53450"/>
            </a:xfrm>
            <a:custGeom>
              <a:rect b="b" l="l" r="r" t="t"/>
              <a:pathLst>
                <a:path extrusionOk="0" h="2138" w="2496">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6" name="Google Shape;2836;p129"/>
            <p:cNvSpPr/>
            <p:nvPr/>
          </p:nvSpPr>
          <p:spPr>
            <a:xfrm>
              <a:off x="2447300" y="1190550"/>
              <a:ext cx="62400" cy="53325"/>
            </a:xfrm>
            <a:custGeom>
              <a:rect b="b" l="l" r="r" t="t"/>
              <a:pathLst>
                <a:path extrusionOk="0" h="2133" w="2496">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7" name="Google Shape;2837;p129"/>
            <p:cNvSpPr/>
            <p:nvPr/>
          </p:nvSpPr>
          <p:spPr>
            <a:xfrm>
              <a:off x="2447300" y="11143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8" name="Google Shape;2838;p129"/>
            <p:cNvSpPr/>
            <p:nvPr/>
          </p:nvSpPr>
          <p:spPr>
            <a:xfrm>
              <a:off x="2447300" y="1038125"/>
              <a:ext cx="62400" cy="53325"/>
            </a:xfrm>
            <a:custGeom>
              <a:rect b="b" l="l" r="r" t="t"/>
              <a:pathLst>
                <a:path extrusionOk="0" h="2133" w="2496">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9" name="Google Shape;2839;p129"/>
            <p:cNvSpPr/>
            <p:nvPr/>
          </p:nvSpPr>
          <p:spPr>
            <a:xfrm>
              <a:off x="2371275"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0" name="Google Shape;2840;p129"/>
            <p:cNvSpPr/>
            <p:nvPr/>
          </p:nvSpPr>
          <p:spPr>
            <a:xfrm>
              <a:off x="237127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1" name="Google Shape;2841;p129"/>
            <p:cNvSpPr/>
            <p:nvPr/>
          </p:nvSpPr>
          <p:spPr>
            <a:xfrm>
              <a:off x="237127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2" name="Google Shape;2842;p129"/>
            <p:cNvSpPr/>
            <p:nvPr/>
          </p:nvSpPr>
          <p:spPr>
            <a:xfrm>
              <a:off x="237127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3" name="Google Shape;2843;p129"/>
            <p:cNvSpPr/>
            <p:nvPr/>
          </p:nvSpPr>
          <p:spPr>
            <a:xfrm>
              <a:off x="237127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4" name="Google Shape;2844;p129"/>
            <p:cNvSpPr/>
            <p:nvPr/>
          </p:nvSpPr>
          <p:spPr>
            <a:xfrm>
              <a:off x="237127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5" name="Google Shape;2845;p129"/>
            <p:cNvSpPr/>
            <p:nvPr/>
          </p:nvSpPr>
          <p:spPr>
            <a:xfrm>
              <a:off x="2371275" y="11905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6" name="Google Shape;2846;p129"/>
            <p:cNvSpPr/>
            <p:nvPr/>
          </p:nvSpPr>
          <p:spPr>
            <a:xfrm>
              <a:off x="2371275"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7" name="Google Shape;2847;p129"/>
            <p:cNvSpPr/>
            <p:nvPr/>
          </p:nvSpPr>
          <p:spPr>
            <a:xfrm>
              <a:off x="2371275" y="1038125"/>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8" name="Google Shape;2848;p129"/>
            <p:cNvSpPr/>
            <p:nvPr/>
          </p:nvSpPr>
          <p:spPr>
            <a:xfrm>
              <a:off x="2295075" y="1342750"/>
              <a:ext cx="62200" cy="53450"/>
            </a:xfrm>
            <a:custGeom>
              <a:rect b="b" l="l" r="r" t="t"/>
              <a:pathLst>
                <a:path extrusionOk="0" h="2138" w="2488">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9" name="Google Shape;2849;p129"/>
            <p:cNvSpPr/>
            <p:nvPr/>
          </p:nvSpPr>
          <p:spPr>
            <a:xfrm>
              <a:off x="2295075" y="1266550"/>
              <a:ext cx="62200" cy="53450"/>
            </a:xfrm>
            <a:custGeom>
              <a:rect b="b" l="l" r="r" t="t"/>
              <a:pathLst>
                <a:path extrusionOk="0" h="2138" w="2488">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0" name="Google Shape;2850;p129"/>
            <p:cNvSpPr/>
            <p:nvPr/>
          </p:nvSpPr>
          <p:spPr>
            <a:xfrm>
              <a:off x="2295075" y="11905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1" name="Google Shape;2851;p129"/>
            <p:cNvSpPr/>
            <p:nvPr/>
          </p:nvSpPr>
          <p:spPr>
            <a:xfrm>
              <a:off x="2295075" y="111432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2" name="Google Shape;2852;p129"/>
            <p:cNvSpPr/>
            <p:nvPr/>
          </p:nvSpPr>
          <p:spPr>
            <a:xfrm>
              <a:off x="2218650" y="1266550"/>
              <a:ext cx="62225" cy="53450"/>
            </a:xfrm>
            <a:custGeom>
              <a:rect b="b" l="l" r="r" t="t"/>
              <a:pathLst>
                <a:path extrusionOk="0" h="2138" w="2489">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3" name="Google Shape;2853;p129"/>
            <p:cNvSpPr/>
            <p:nvPr/>
          </p:nvSpPr>
          <p:spPr>
            <a:xfrm>
              <a:off x="2218650" y="1190550"/>
              <a:ext cx="62225" cy="53325"/>
            </a:xfrm>
            <a:custGeom>
              <a:rect b="b" l="l" r="r" t="t"/>
              <a:pathLst>
                <a:path extrusionOk="0" h="2133" w="2489">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4" name="Google Shape;2854;p129"/>
            <p:cNvSpPr/>
            <p:nvPr/>
          </p:nvSpPr>
          <p:spPr>
            <a:xfrm>
              <a:off x="2218650" y="1114325"/>
              <a:ext cx="62225" cy="53350"/>
            </a:xfrm>
            <a:custGeom>
              <a:rect b="b" l="l" r="r" t="t"/>
              <a:pathLst>
                <a:path extrusionOk="0" h="2134" w="2489">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5" name="Google Shape;2855;p129"/>
            <p:cNvSpPr/>
            <p:nvPr/>
          </p:nvSpPr>
          <p:spPr>
            <a:xfrm>
              <a:off x="2142425" y="1266550"/>
              <a:ext cx="62425" cy="53450"/>
            </a:xfrm>
            <a:custGeom>
              <a:rect b="b" l="l" r="r" t="t"/>
              <a:pathLst>
                <a:path extrusionOk="0" h="2138" w="2497">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6" name="Google Shape;2856;p129"/>
            <p:cNvSpPr/>
            <p:nvPr/>
          </p:nvSpPr>
          <p:spPr>
            <a:xfrm>
              <a:off x="2142425" y="11905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7" name="Google Shape;2857;p129"/>
            <p:cNvSpPr/>
            <p:nvPr/>
          </p:nvSpPr>
          <p:spPr>
            <a:xfrm>
              <a:off x="2751950" y="3627950"/>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8" name="Google Shape;2858;p129"/>
            <p:cNvSpPr/>
            <p:nvPr/>
          </p:nvSpPr>
          <p:spPr>
            <a:xfrm>
              <a:off x="2751950" y="3551925"/>
              <a:ext cx="62350" cy="53300"/>
            </a:xfrm>
            <a:custGeom>
              <a:rect b="b" l="l" r="r" t="t"/>
              <a:pathLst>
                <a:path extrusionOk="0" h="2132" w="2494">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9" name="Google Shape;2859;p129"/>
            <p:cNvSpPr/>
            <p:nvPr/>
          </p:nvSpPr>
          <p:spPr>
            <a:xfrm>
              <a:off x="2751950" y="3475725"/>
              <a:ext cx="62350" cy="53275"/>
            </a:xfrm>
            <a:custGeom>
              <a:rect b="b" l="l" r="r" t="t"/>
              <a:pathLst>
                <a:path extrusionOk="0" h="2131" w="2494">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0" name="Google Shape;2860;p129"/>
            <p:cNvSpPr/>
            <p:nvPr/>
          </p:nvSpPr>
          <p:spPr>
            <a:xfrm>
              <a:off x="2675925" y="3856775"/>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1" name="Google Shape;2861;p129"/>
            <p:cNvSpPr/>
            <p:nvPr/>
          </p:nvSpPr>
          <p:spPr>
            <a:xfrm>
              <a:off x="2675725" y="3780375"/>
              <a:ext cx="62425" cy="53475"/>
            </a:xfrm>
            <a:custGeom>
              <a:rect b="b" l="l" r="r" t="t"/>
              <a:pathLst>
                <a:path extrusionOk="0" h="2139" w="2497">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2" name="Google Shape;2862;p129"/>
            <p:cNvSpPr/>
            <p:nvPr/>
          </p:nvSpPr>
          <p:spPr>
            <a:xfrm>
              <a:off x="2675925"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3" name="Google Shape;2863;p129"/>
            <p:cNvSpPr/>
            <p:nvPr/>
          </p:nvSpPr>
          <p:spPr>
            <a:xfrm>
              <a:off x="2675925" y="3627950"/>
              <a:ext cx="62225" cy="53425"/>
            </a:xfrm>
            <a:custGeom>
              <a:rect b="b" l="l" r="r" t="t"/>
              <a:pathLst>
                <a:path extrusionOk="0" h="2137" w="2489">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4" name="Google Shape;2864;p129"/>
            <p:cNvSpPr/>
            <p:nvPr/>
          </p:nvSpPr>
          <p:spPr>
            <a:xfrm>
              <a:off x="2675925" y="3551925"/>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5" name="Google Shape;2865;p129"/>
            <p:cNvSpPr/>
            <p:nvPr/>
          </p:nvSpPr>
          <p:spPr>
            <a:xfrm>
              <a:off x="2675925"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6" name="Google Shape;2866;p129"/>
            <p:cNvSpPr/>
            <p:nvPr/>
          </p:nvSpPr>
          <p:spPr>
            <a:xfrm>
              <a:off x="2599725" y="385677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7" name="Google Shape;2867;p129"/>
            <p:cNvSpPr/>
            <p:nvPr/>
          </p:nvSpPr>
          <p:spPr>
            <a:xfrm>
              <a:off x="2599725" y="3780375"/>
              <a:ext cx="62400" cy="53475"/>
            </a:xfrm>
            <a:custGeom>
              <a:rect b="b" l="l" r="r" t="t"/>
              <a:pathLst>
                <a:path extrusionOk="0" h="2139" w="2496">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8" name="Google Shape;2868;p129"/>
            <p:cNvSpPr/>
            <p:nvPr/>
          </p:nvSpPr>
          <p:spPr>
            <a:xfrm>
              <a:off x="2599725"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9" name="Google Shape;2869;p129"/>
            <p:cNvSpPr/>
            <p:nvPr/>
          </p:nvSpPr>
          <p:spPr>
            <a:xfrm>
              <a:off x="2599725" y="3627950"/>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0" name="Google Shape;2870;p129"/>
            <p:cNvSpPr/>
            <p:nvPr/>
          </p:nvSpPr>
          <p:spPr>
            <a:xfrm>
              <a:off x="2599725" y="355192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1" name="Google Shape;2871;p129"/>
            <p:cNvSpPr/>
            <p:nvPr/>
          </p:nvSpPr>
          <p:spPr>
            <a:xfrm>
              <a:off x="2599725" y="3475725"/>
              <a:ext cx="62200" cy="53350"/>
            </a:xfrm>
            <a:custGeom>
              <a:rect b="b" l="l" r="r" t="t"/>
              <a:pathLst>
                <a:path extrusionOk="0" h="2134" w="2488">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2" name="Google Shape;2872;p129"/>
            <p:cNvSpPr/>
            <p:nvPr/>
          </p:nvSpPr>
          <p:spPr>
            <a:xfrm>
              <a:off x="2523500" y="3932800"/>
              <a:ext cx="62225" cy="53475"/>
            </a:xfrm>
            <a:custGeom>
              <a:rect b="b" l="l" r="r" t="t"/>
              <a:pathLst>
                <a:path extrusionOk="0" h="2139" w="2489">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3" name="Google Shape;2873;p129"/>
            <p:cNvSpPr/>
            <p:nvPr/>
          </p:nvSpPr>
          <p:spPr>
            <a:xfrm>
              <a:off x="2523500" y="3856775"/>
              <a:ext cx="62225" cy="53300"/>
            </a:xfrm>
            <a:custGeom>
              <a:rect b="b" l="l" r="r" t="t"/>
              <a:pathLst>
                <a:path extrusionOk="0" h="2132" w="2489">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4" name="Google Shape;2874;p129"/>
            <p:cNvSpPr/>
            <p:nvPr/>
          </p:nvSpPr>
          <p:spPr>
            <a:xfrm>
              <a:off x="2523500" y="3780375"/>
              <a:ext cx="62425" cy="53475"/>
            </a:xfrm>
            <a:custGeom>
              <a:rect b="b" l="l" r="r" t="t"/>
              <a:pathLst>
                <a:path extrusionOk="0" h="2139" w="2497">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5" name="Google Shape;2875;p129"/>
            <p:cNvSpPr/>
            <p:nvPr/>
          </p:nvSpPr>
          <p:spPr>
            <a:xfrm>
              <a:off x="2523500" y="3704150"/>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6" name="Google Shape;2876;p129"/>
            <p:cNvSpPr/>
            <p:nvPr/>
          </p:nvSpPr>
          <p:spPr>
            <a:xfrm>
              <a:off x="2523500" y="3627950"/>
              <a:ext cx="62225" cy="53475"/>
            </a:xfrm>
            <a:custGeom>
              <a:rect b="b" l="l" r="r" t="t"/>
              <a:pathLst>
                <a:path extrusionOk="0" h="2139" w="2489">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7" name="Google Shape;2877;p129"/>
            <p:cNvSpPr/>
            <p:nvPr/>
          </p:nvSpPr>
          <p:spPr>
            <a:xfrm>
              <a:off x="2523500" y="3551925"/>
              <a:ext cx="62225" cy="53300"/>
            </a:xfrm>
            <a:custGeom>
              <a:rect b="b" l="l" r="r" t="t"/>
              <a:pathLst>
                <a:path extrusionOk="0" h="2132" w="2489">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8" name="Google Shape;2878;p129"/>
            <p:cNvSpPr/>
            <p:nvPr/>
          </p:nvSpPr>
          <p:spPr>
            <a:xfrm>
              <a:off x="2523500" y="3475725"/>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9" name="Google Shape;2879;p129"/>
            <p:cNvSpPr/>
            <p:nvPr/>
          </p:nvSpPr>
          <p:spPr>
            <a:xfrm>
              <a:off x="2523500" y="3399500"/>
              <a:ext cx="62225" cy="53350"/>
            </a:xfrm>
            <a:custGeom>
              <a:rect b="b" l="l" r="r" t="t"/>
              <a:pathLst>
                <a:path extrusionOk="0" h="2134" w="2489">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0" name="Google Shape;2880;p129"/>
            <p:cNvSpPr/>
            <p:nvPr/>
          </p:nvSpPr>
          <p:spPr>
            <a:xfrm>
              <a:off x="2447300" y="4085225"/>
              <a:ext cx="62400" cy="53350"/>
            </a:xfrm>
            <a:custGeom>
              <a:rect b="b" l="l" r="r" t="t"/>
              <a:pathLst>
                <a:path extrusionOk="0" h="2134" w="2496">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1" name="Google Shape;2881;p129"/>
            <p:cNvSpPr/>
            <p:nvPr/>
          </p:nvSpPr>
          <p:spPr>
            <a:xfrm>
              <a:off x="2447300" y="4009000"/>
              <a:ext cx="62400" cy="53350"/>
            </a:xfrm>
            <a:custGeom>
              <a:rect b="b" l="l" r="r" t="t"/>
              <a:pathLst>
                <a:path extrusionOk="0" h="2134" w="2496">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2" name="Google Shape;2882;p129"/>
            <p:cNvSpPr/>
            <p:nvPr/>
          </p:nvSpPr>
          <p:spPr>
            <a:xfrm>
              <a:off x="2447300" y="3932800"/>
              <a:ext cx="62200" cy="53475"/>
            </a:xfrm>
            <a:custGeom>
              <a:rect b="b" l="l" r="r" t="t"/>
              <a:pathLst>
                <a:path extrusionOk="0" h="2139" w="2488">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3" name="Google Shape;2883;p129"/>
            <p:cNvSpPr/>
            <p:nvPr/>
          </p:nvSpPr>
          <p:spPr>
            <a:xfrm>
              <a:off x="2447300" y="3856775"/>
              <a:ext cx="62200" cy="53300"/>
            </a:xfrm>
            <a:custGeom>
              <a:rect b="b" l="l" r="r" t="t"/>
              <a:pathLst>
                <a:path extrusionOk="0" h="2132" w="2488">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4" name="Google Shape;2884;p129"/>
            <p:cNvSpPr/>
            <p:nvPr/>
          </p:nvSpPr>
          <p:spPr>
            <a:xfrm>
              <a:off x="2447300" y="3780375"/>
              <a:ext cx="62400" cy="53475"/>
            </a:xfrm>
            <a:custGeom>
              <a:rect b="b" l="l" r="r" t="t"/>
              <a:pathLst>
                <a:path extrusionOk="0" h="2139" w="2496">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5" name="Google Shape;2885;p129"/>
            <p:cNvSpPr/>
            <p:nvPr/>
          </p:nvSpPr>
          <p:spPr>
            <a:xfrm>
              <a:off x="2447300" y="3704150"/>
              <a:ext cx="62400" cy="53450"/>
            </a:xfrm>
            <a:custGeom>
              <a:rect b="b" l="l" r="r" t="t"/>
              <a:pathLst>
                <a:path extrusionOk="0" h="2138" w="2496">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6" name="Google Shape;2886;p129"/>
            <p:cNvSpPr/>
            <p:nvPr/>
          </p:nvSpPr>
          <p:spPr>
            <a:xfrm>
              <a:off x="2447300" y="3627950"/>
              <a:ext cx="62400" cy="53425"/>
            </a:xfrm>
            <a:custGeom>
              <a:rect b="b" l="l" r="r" t="t"/>
              <a:pathLst>
                <a:path extrusionOk="0" h="2137" w="2496">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7" name="Google Shape;2887;p129"/>
            <p:cNvSpPr/>
            <p:nvPr/>
          </p:nvSpPr>
          <p:spPr>
            <a:xfrm>
              <a:off x="2447300" y="3551925"/>
              <a:ext cx="62200" cy="53300"/>
            </a:xfrm>
            <a:custGeom>
              <a:rect b="b" l="l" r="r" t="t"/>
              <a:pathLst>
                <a:path extrusionOk="0" h="2132" w="2488">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8" name="Google Shape;2888;p129"/>
            <p:cNvSpPr/>
            <p:nvPr/>
          </p:nvSpPr>
          <p:spPr>
            <a:xfrm>
              <a:off x="2447300" y="3475725"/>
              <a:ext cx="62400" cy="53350"/>
            </a:xfrm>
            <a:custGeom>
              <a:rect b="b" l="l" r="r" t="t"/>
              <a:pathLst>
                <a:path extrusionOk="0" h="2134" w="2496">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9" name="Google Shape;2889;p129"/>
            <p:cNvSpPr/>
            <p:nvPr/>
          </p:nvSpPr>
          <p:spPr>
            <a:xfrm>
              <a:off x="2447300" y="3399500"/>
              <a:ext cx="62400" cy="53350"/>
            </a:xfrm>
            <a:custGeom>
              <a:rect b="b" l="l" r="r" t="t"/>
              <a:pathLst>
                <a:path extrusionOk="0" h="2134" w="2496">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0" name="Google Shape;2890;p129"/>
            <p:cNvSpPr/>
            <p:nvPr/>
          </p:nvSpPr>
          <p:spPr>
            <a:xfrm>
              <a:off x="2447300" y="3323300"/>
              <a:ext cx="62400" cy="53425"/>
            </a:xfrm>
            <a:custGeom>
              <a:rect b="b" l="l" r="r" t="t"/>
              <a:pathLst>
                <a:path extrusionOk="0" h="2137" w="2496">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1" name="Google Shape;2891;p129"/>
            <p:cNvSpPr/>
            <p:nvPr/>
          </p:nvSpPr>
          <p:spPr>
            <a:xfrm>
              <a:off x="2371275" y="4237450"/>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2" name="Google Shape;2892;p129"/>
            <p:cNvSpPr/>
            <p:nvPr/>
          </p:nvSpPr>
          <p:spPr>
            <a:xfrm>
              <a:off x="2371275" y="4161425"/>
              <a:ext cx="62225" cy="53300"/>
            </a:xfrm>
            <a:custGeom>
              <a:rect b="b" l="l" r="r" t="t"/>
              <a:pathLst>
                <a:path extrusionOk="0" h="2132" w="2489">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3" name="Google Shape;2893;p129"/>
            <p:cNvSpPr/>
            <p:nvPr/>
          </p:nvSpPr>
          <p:spPr>
            <a:xfrm>
              <a:off x="2371275"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4" name="Google Shape;2894;p129"/>
            <p:cNvSpPr/>
            <p:nvPr/>
          </p:nvSpPr>
          <p:spPr>
            <a:xfrm>
              <a:off x="2371275" y="4009000"/>
              <a:ext cx="62225" cy="53350"/>
            </a:xfrm>
            <a:custGeom>
              <a:rect b="b" l="l" r="r" t="t"/>
              <a:pathLst>
                <a:path extrusionOk="0" h="2134" w="2489">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5" name="Google Shape;2895;p129"/>
            <p:cNvSpPr/>
            <p:nvPr/>
          </p:nvSpPr>
          <p:spPr>
            <a:xfrm>
              <a:off x="2371075" y="3932800"/>
              <a:ext cx="62425" cy="53475"/>
            </a:xfrm>
            <a:custGeom>
              <a:rect b="b" l="l" r="r" t="t"/>
              <a:pathLst>
                <a:path extrusionOk="0" h="2139" w="2497">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6" name="Google Shape;2896;p129"/>
            <p:cNvSpPr/>
            <p:nvPr/>
          </p:nvSpPr>
          <p:spPr>
            <a:xfrm>
              <a:off x="2371075" y="3856775"/>
              <a:ext cx="62425" cy="53300"/>
            </a:xfrm>
            <a:custGeom>
              <a:rect b="b" l="l" r="r" t="t"/>
              <a:pathLst>
                <a:path extrusionOk="0" h="2132" w="2497">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7" name="Google Shape;2897;p129"/>
            <p:cNvSpPr/>
            <p:nvPr/>
          </p:nvSpPr>
          <p:spPr>
            <a:xfrm>
              <a:off x="2371075" y="3780375"/>
              <a:ext cx="62425" cy="53475"/>
            </a:xfrm>
            <a:custGeom>
              <a:rect b="b" l="l" r="r" t="t"/>
              <a:pathLst>
                <a:path extrusionOk="0" h="2139" w="2497">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8" name="Google Shape;2898;p129"/>
            <p:cNvSpPr/>
            <p:nvPr/>
          </p:nvSpPr>
          <p:spPr>
            <a:xfrm>
              <a:off x="2371275"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9" name="Google Shape;2899;p129"/>
            <p:cNvSpPr/>
            <p:nvPr/>
          </p:nvSpPr>
          <p:spPr>
            <a:xfrm>
              <a:off x="2371275" y="3627950"/>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0" name="Google Shape;2900;p129"/>
            <p:cNvSpPr/>
            <p:nvPr/>
          </p:nvSpPr>
          <p:spPr>
            <a:xfrm>
              <a:off x="2371075" y="3551925"/>
              <a:ext cx="62425" cy="53300"/>
            </a:xfrm>
            <a:custGeom>
              <a:rect b="b" l="l" r="r" t="t"/>
              <a:pathLst>
                <a:path extrusionOk="0" h="2132" w="2497">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1" name="Google Shape;2901;p129"/>
            <p:cNvSpPr/>
            <p:nvPr/>
          </p:nvSpPr>
          <p:spPr>
            <a:xfrm>
              <a:off x="2371075" y="3475725"/>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2" name="Google Shape;2902;p129"/>
            <p:cNvSpPr/>
            <p:nvPr/>
          </p:nvSpPr>
          <p:spPr>
            <a:xfrm>
              <a:off x="2371075" y="3399500"/>
              <a:ext cx="62425" cy="53350"/>
            </a:xfrm>
            <a:custGeom>
              <a:rect b="b" l="l" r="r" t="t"/>
              <a:pathLst>
                <a:path extrusionOk="0" h="2134" w="2497">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3" name="Google Shape;2903;p129"/>
            <p:cNvSpPr/>
            <p:nvPr/>
          </p:nvSpPr>
          <p:spPr>
            <a:xfrm>
              <a:off x="2371075" y="3323300"/>
              <a:ext cx="62425" cy="53425"/>
            </a:xfrm>
            <a:custGeom>
              <a:rect b="b" l="l" r="r" t="t"/>
              <a:pathLst>
                <a:path extrusionOk="0" h="2137" w="2497">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4" name="Google Shape;2904;p129"/>
            <p:cNvSpPr/>
            <p:nvPr/>
          </p:nvSpPr>
          <p:spPr>
            <a:xfrm>
              <a:off x="2371075" y="3247075"/>
              <a:ext cx="62425" cy="53450"/>
            </a:xfrm>
            <a:custGeom>
              <a:rect b="b" l="l" r="r" t="t"/>
              <a:pathLst>
                <a:path extrusionOk="0" h="2138" w="2497">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5" name="Google Shape;2905;p129"/>
            <p:cNvSpPr/>
            <p:nvPr/>
          </p:nvSpPr>
          <p:spPr>
            <a:xfrm>
              <a:off x="2295075" y="4313650"/>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6" name="Google Shape;2906;p129"/>
            <p:cNvSpPr/>
            <p:nvPr/>
          </p:nvSpPr>
          <p:spPr>
            <a:xfrm>
              <a:off x="2295075" y="4237450"/>
              <a:ext cx="62200" cy="53425"/>
            </a:xfrm>
            <a:custGeom>
              <a:rect b="b" l="l" r="r" t="t"/>
              <a:pathLst>
                <a:path extrusionOk="0" h="2137" w="2488">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7" name="Google Shape;2907;p129"/>
            <p:cNvSpPr/>
            <p:nvPr/>
          </p:nvSpPr>
          <p:spPr>
            <a:xfrm>
              <a:off x="2295075" y="4161425"/>
              <a:ext cx="62200" cy="53300"/>
            </a:xfrm>
            <a:custGeom>
              <a:rect b="b" l="l" r="r" t="t"/>
              <a:pathLst>
                <a:path extrusionOk="0" h="2132" w="2488">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8" name="Google Shape;2908;p129"/>
            <p:cNvSpPr/>
            <p:nvPr/>
          </p:nvSpPr>
          <p:spPr>
            <a:xfrm>
              <a:off x="2295075" y="4085225"/>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9" name="Google Shape;2909;p129"/>
            <p:cNvSpPr/>
            <p:nvPr/>
          </p:nvSpPr>
          <p:spPr>
            <a:xfrm>
              <a:off x="2295075" y="4009000"/>
              <a:ext cx="62200" cy="53350"/>
            </a:xfrm>
            <a:custGeom>
              <a:rect b="b" l="l" r="r" t="t"/>
              <a:pathLst>
                <a:path extrusionOk="0" h="2134" w="2488">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0" name="Google Shape;2910;p129"/>
            <p:cNvSpPr/>
            <p:nvPr/>
          </p:nvSpPr>
          <p:spPr>
            <a:xfrm>
              <a:off x="2294850" y="3932800"/>
              <a:ext cx="62425" cy="53475"/>
            </a:xfrm>
            <a:custGeom>
              <a:rect b="b" l="l" r="r" t="t"/>
              <a:pathLst>
                <a:path extrusionOk="0" h="2139" w="2497">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1" name="Google Shape;2911;p129"/>
            <p:cNvSpPr/>
            <p:nvPr/>
          </p:nvSpPr>
          <p:spPr>
            <a:xfrm>
              <a:off x="2295075" y="385677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2" name="Google Shape;2912;p129"/>
            <p:cNvSpPr/>
            <p:nvPr/>
          </p:nvSpPr>
          <p:spPr>
            <a:xfrm>
              <a:off x="2294850" y="3780375"/>
              <a:ext cx="62625" cy="53475"/>
            </a:xfrm>
            <a:custGeom>
              <a:rect b="b" l="l" r="r" t="t"/>
              <a:pathLst>
                <a:path extrusionOk="0" h="2139" w="2505">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3" name="Google Shape;2913;p129"/>
            <p:cNvSpPr/>
            <p:nvPr/>
          </p:nvSpPr>
          <p:spPr>
            <a:xfrm>
              <a:off x="2295075" y="3704150"/>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4" name="Google Shape;2914;p129"/>
            <p:cNvSpPr/>
            <p:nvPr/>
          </p:nvSpPr>
          <p:spPr>
            <a:xfrm>
              <a:off x="2295075" y="3627950"/>
              <a:ext cx="62200" cy="53425"/>
            </a:xfrm>
            <a:custGeom>
              <a:rect b="b" l="l" r="r" t="t"/>
              <a:pathLst>
                <a:path extrusionOk="0" h="2137" w="2488">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5" name="Google Shape;2915;p129"/>
            <p:cNvSpPr/>
            <p:nvPr/>
          </p:nvSpPr>
          <p:spPr>
            <a:xfrm>
              <a:off x="2295075" y="355192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6" name="Google Shape;2916;p129"/>
            <p:cNvSpPr/>
            <p:nvPr/>
          </p:nvSpPr>
          <p:spPr>
            <a:xfrm>
              <a:off x="2295075" y="3475725"/>
              <a:ext cx="62200" cy="53350"/>
            </a:xfrm>
            <a:custGeom>
              <a:rect b="b" l="l" r="r" t="t"/>
              <a:pathLst>
                <a:path extrusionOk="0" h="2134" w="2488">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7" name="Google Shape;2917;p129"/>
            <p:cNvSpPr/>
            <p:nvPr/>
          </p:nvSpPr>
          <p:spPr>
            <a:xfrm>
              <a:off x="2295075" y="3399500"/>
              <a:ext cx="62200" cy="53350"/>
            </a:xfrm>
            <a:custGeom>
              <a:rect b="b" l="l" r="r" t="t"/>
              <a:pathLst>
                <a:path extrusionOk="0" h="2134" w="2488">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8" name="Google Shape;2918;p129"/>
            <p:cNvSpPr/>
            <p:nvPr/>
          </p:nvSpPr>
          <p:spPr>
            <a:xfrm>
              <a:off x="2294925" y="3323300"/>
              <a:ext cx="62350" cy="53425"/>
            </a:xfrm>
            <a:custGeom>
              <a:rect b="b" l="l" r="r" t="t"/>
              <a:pathLst>
                <a:path extrusionOk="0" h="2137" w="2494">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9" name="Google Shape;2919;p129"/>
            <p:cNvSpPr/>
            <p:nvPr/>
          </p:nvSpPr>
          <p:spPr>
            <a:xfrm>
              <a:off x="2294925" y="3247075"/>
              <a:ext cx="62350" cy="53450"/>
            </a:xfrm>
            <a:custGeom>
              <a:rect b="b" l="l" r="r" t="t"/>
              <a:pathLst>
                <a:path extrusionOk="0" h="2138" w="2494">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0" name="Google Shape;2920;p129"/>
            <p:cNvSpPr/>
            <p:nvPr/>
          </p:nvSpPr>
          <p:spPr>
            <a:xfrm>
              <a:off x="2295075" y="3171075"/>
              <a:ext cx="62200" cy="53275"/>
            </a:xfrm>
            <a:custGeom>
              <a:rect b="b" l="l" r="r" t="t"/>
              <a:pathLst>
                <a:path extrusionOk="0" h="2131" w="2488">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1" name="Google Shape;2921;p129"/>
            <p:cNvSpPr/>
            <p:nvPr/>
          </p:nvSpPr>
          <p:spPr>
            <a:xfrm>
              <a:off x="2295075" y="2028275"/>
              <a:ext cx="62200" cy="53450"/>
            </a:xfrm>
            <a:custGeom>
              <a:rect b="b" l="l" r="r" t="t"/>
              <a:pathLst>
                <a:path extrusionOk="0" h="2138" w="2488">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2" name="Google Shape;2922;p129"/>
            <p:cNvSpPr/>
            <p:nvPr/>
          </p:nvSpPr>
          <p:spPr>
            <a:xfrm>
              <a:off x="2218650" y="4389875"/>
              <a:ext cx="62225" cy="53350"/>
            </a:xfrm>
            <a:custGeom>
              <a:rect b="b" l="l" r="r" t="t"/>
              <a:pathLst>
                <a:path extrusionOk="0" h="2134" w="2489">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3" name="Google Shape;2923;p129"/>
            <p:cNvSpPr/>
            <p:nvPr/>
          </p:nvSpPr>
          <p:spPr>
            <a:xfrm>
              <a:off x="2218650" y="4313650"/>
              <a:ext cx="62225" cy="53450"/>
            </a:xfrm>
            <a:custGeom>
              <a:rect b="b" l="l" r="r" t="t"/>
              <a:pathLst>
                <a:path extrusionOk="0" h="2138" w="2489">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4" name="Google Shape;2924;p129"/>
            <p:cNvSpPr/>
            <p:nvPr/>
          </p:nvSpPr>
          <p:spPr>
            <a:xfrm>
              <a:off x="2218650" y="4237450"/>
              <a:ext cx="62225" cy="53425"/>
            </a:xfrm>
            <a:custGeom>
              <a:rect b="b" l="l" r="r" t="t"/>
              <a:pathLst>
                <a:path extrusionOk="0" h="2137" w="2489">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5" name="Google Shape;2925;p129"/>
            <p:cNvSpPr/>
            <p:nvPr/>
          </p:nvSpPr>
          <p:spPr>
            <a:xfrm>
              <a:off x="2218650" y="4161425"/>
              <a:ext cx="62225" cy="53250"/>
            </a:xfrm>
            <a:custGeom>
              <a:rect b="b" l="l" r="r" t="t"/>
              <a:pathLst>
                <a:path extrusionOk="0" h="2130" w="2489">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6" name="Google Shape;2926;p129"/>
            <p:cNvSpPr/>
            <p:nvPr/>
          </p:nvSpPr>
          <p:spPr>
            <a:xfrm>
              <a:off x="2218650" y="4085225"/>
              <a:ext cx="62225" cy="53350"/>
            </a:xfrm>
            <a:custGeom>
              <a:rect b="b" l="l" r="r" t="t"/>
              <a:pathLst>
                <a:path extrusionOk="0" h="2134" w="2489">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7" name="Google Shape;2927;p129"/>
            <p:cNvSpPr/>
            <p:nvPr/>
          </p:nvSpPr>
          <p:spPr>
            <a:xfrm>
              <a:off x="2218650" y="4009000"/>
              <a:ext cx="62225" cy="53350"/>
            </a:xfrm>
            <a:custGeom>
              <a:rect b="b" l="l" r="r" t="t"/>
              <a:pathLst>
                <a:path extrusionOk="0" h="2134" w="2489">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8" name="Google Shape;2928;p129"/>
            <p:cNvSpPr/>
            <p:nvPr/>
          </p:nvSpPr>
          <p:spPr>
            <a:xfrm>
              <a:off x="2218650" y="3932800"/>
              <a:ext cx="62225" cy="53475"/>
            </a:xfrm>
            <a:custGeom>
              <a:rect b="b" l="l" r="r" t="t"/>
              <a:pathLst>
                <a:path extrusionOk="0" h="2139" w="2489">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9" name="Google Shape;2929;p129"/>
            <p:cNvSpPr/>
            <p:nvPr/>
          </p:nvSpPr>
          <p:spPr>
            <a:xfrm>
              <a:off x="2218650" y="3856775"/>
              <a:ext cx="62225" cy="53300"/>
            </a:xfrm>
            <a:custGeom>
              <a:rect b="b" l="l" r="r" t="t"/>
              <a:pathLst>
                <a:path extrusionOk="0" h="2132" w="2489">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0" name="Google Shape;2930;p129"/>
            <p:cNvSpPr/>
            <p:nvPr/>
          </p:nvSpPr>
          <p:spPr>
            <a:xfrm>
              <a:off x="2218650" y="3780375"/>
              <a:ext cx="62425" cy="53475"/>
            </a:xfrm>
            <a:custGeom>
              <a:rect b="b" l="l" r="r" t="t"/>
              <a:pathLst>
                <a:path extrusionOk="0" h="2139" w="2497">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1" name="Google Shape;2931;p129"/>
            <p:cNvSpPr/>
            <p:nvPr/>
          </p:nvSpPr>
          <p:spPr>
            <a:xfrm>
              <a:off x="2218650" y="3704150"/>
              <a:ext cx="62225" cy="53450"/>
            </a:xfrm>
            <a:custGeom>
              <a:rect b="b" l="l" r="r" t="t"/>
              <a:pathLst>
                <a:path extrusionOk="0" h="2138" w="2489">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2" name="Google Shape;2932;p129"/>
            <p:cNvSpPr/>
            <p:nvPr/>
          </p:nvSpPr>
          <p:spPr>
            <a:xfrm>
              <a:off x="2218650" y="3627950"/>
              <a:ext cx="62225" cy="53425"/>
            </a:xfrm>
            <a:custGeom>
              <a:rect b="b" l="l" r="r" t="t"/>
              <a:pathLst>
                <a:path extrusionOk="0" h="2137" w="2489">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3" name="Google Shape;2933;p129"/>
            <p:cNvSpPr/>
            <p:nvPr/>
          </p:nvSpPr>
          <p:spPr>
            <a:xfrm>
              <a:off x="2218650" y="3551925"/>
              <a:ext cx="62225" cy="53300"/>
            </a:xfrm>
            <a:custGeom>
              <a:rect b="b" l="l" r="r" t="t"/>
              <a:pathLst>
                <a:path extrusionOk="0" h="2132" w="2489">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4" name="Google Shape;2934;p129"/>
            <p:cNvSpPr/>
            <p:nvPr/>
          </p:nvSpPr>
          <p:spPr>
            <a:xfrm>
              <a:off x="2218650" y="3475725"/>
              <a:ext cx="62225" cy="53350"/>
            </a:xfrm>
            <a:custGeom>
              <a:rect b="b" l="l" r="r" t="t"/>
              <a:pathLst>
                <a:path extrusionOk="0" h="2134" w="2489">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5" name="Google Shape;2935;p129"/>
            <p:cNvSpPr/>
            <p:nvPr/>
          </p:nvSpPr>
          <p:spPr>
            <a:xfrm>
              <a:off x="2218650" y="3399500"/>
              <a:ext cx="62425" cy="53350"/>
            </a:xfrm>
            <a:custGeom>
              <a:rect b="b" l="l" r="r" t="t"/>
              <a:pathLst>
                <a:path extrusionOk="0" h="2134" w="2497">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6" name="Google Shape;2936;p129"/>
            <p:cNvSpPr/>
            <p:nvPr/>
          </p:nvSpPr>
          <p:spPr>
            <a:xfrm>
              <a:off x="2218650" y="3323300"/>
              <a:ext cx="62425" cy="53425"/>
            </a:xfrm>
            <a:custGeom>
              <a:rect b="b" l="l" r="r" t="t"/>
              <a:pathLst>
                <a:path extrusionOk="0" h="2137" w="2497">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7" name="Google Shape;2937;p129"/>
            <p:cNvSpPr/>
            <p:nvPr/>
          </p:nvSpPr>
          <p:spPr>
            <a:xfrm>
              <a:off x="2218650" y="3247075"/>
              <a:ext cx="62425" cy="53500"/>
            </a:xfrm>
            <a:custGeom>
              <a:rect b="b" l="l" r="r" t="t"/>
              <a:pathLst>
                <a:path extrusionOk="0" h="2140" w="2497">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8" name="Google Shape;2938;p129"/>
            <p:cNvSpPr/>
            <p:nvPr/>
          </p:nvSpPr>
          <p:spPr>
            <a:xfrm>
              <a:off x="2218650" y="3171075"/>
              <a:ext cx="62225" cy="53300"/>
            </a:xfrm>
            <a:custGeom>
              <a:rect b="b" l="l" r="r" t="t"/>
              <a:pathLst>
                <a:path extrusionOk="0" h="2132" w="2489">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9" name="Google Shape;2939;p129"/>
            <p:cNvSpPr/>
            <p:nvPr/>
          </p:nvSpPr>
          <p:spPr>
            <a:xfrm>
              <a:off x="2218650" y="2180700"/>
              <a:ext cx="62225" cy="53350"/>
            </a:xfrm>
            <a:custGeom>
              <a:rect b="b" l="l" r="r" t="t"/>
              <a:pathLst>
                <a:path extrusionOk="0" h="2134" w="2489">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0" name="Google Shape;2940;p129"/>
            <p:cNvSpPr/>
            <p:nvPr/>
          </p:nvSpPr>
          <p:spPr>
            <a:xfrm>
              <a:off x="2218650" y="2028275"/>
              <a:ext cx="62225" cy="53450"/>
            </a:xfrm>
            <a:custGeom>
              <a:rect b="b" l="l" r="r" t="t"/>
              <a:pathLst>
                <a:path extrusionOk="0" h="2138" w="2489">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1" name="Google Shape;2941;p129"/>
            <p:cNvSpPr/>
            <p:nvPr/>
          </p:nvSpPr>
          <p:spPr>
            <a:xfrm>
              <a:off x="2218650" y="1952050"/>
              <a:ext cx="62225" cy="53450"/>
            </a:xfrm>
            <a:custGeom>
              <a:rect b="b" l="l" r="r" t="t"/>
              <a:pathLst>
                <a:path extrusionOk="0" h="2138" w="2489">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2" name="Google Shape;2942;p129"/>
            <p:cNvSpPr/>
            <p:nvPr/>
          </p:nvSpPr>
          <p:spPr>
            <a:xfrm>
              <a:off x="2142425" y="4618300"/>
              <a:ext cx="62425" cy="53450"/>
            </a:xfrm>
            <a:custGeom>
              <a:rect b="b" l="l" r="r" t="t"/>
              <a:pathLst>
                <a:path extrusionOk="0" h="2138" w="2497">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3" name="Google Shape;2943;p129"/>
            <p:cNvSpPr/>
            <p:nvPr/>
          </p:nvSpPr>
          <p:spPr>
            <a:xfrm>
              <a:off x="2142425" y="438987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4" name="Google Shape;2944;p129"/>
            <p:cNvSpPr/>
            <p:nvPr/>
          </p:nvSpPr>
          <p:spPr>
            <a:xfrm>
              <a:off x="2142425" y="43136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5" name="Google Shape;2945;p129"/>
            <p:cNvSpPr/>
            <p:nvPr/>
          </p:nvSpPr>
          <p:spPr>
            <a:xfrm>
              <a:off x="2142425" y="42374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6" name="Google Shape;2946;p129"/>
            <p:cNvSpPr/>
            <p:nvPr/>
          </p:nvSpPr>
          <p:spPr>
            <a:xfrm>
              <a:off x="2142425" y="4161425"/>
              <a:ext cx="62425" cy="53300"/>
            </a:xfrm>
            <a:custGeom>
              <a:rect b="b" l="l" r="r" t="t"/>
              <a:pathLst>
                <a:path extrusionOk="0" h="2132" w="2497">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7" name="Google Shape;2947;p129"/>
            <p:cNvSpPr/>
            <p:nvPr/>
          </p:nvSpPr>
          <p:spPr>
            <a:xfrm>
              <a:off x="2142425" y="40852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8" name="Google Shape;2948;p129"/>
            <p:cNvSpPr/>
            <p:nvPr/>
          </p:nvSpPr>
          <p:spPr>
            <a:xfrm>
              <a:off x="2142425" y="4009000"/>
              <a:ext cx="62425" cy="53350"/>
            </a:xfrm>
            <a:custGeom>
              <a:rect b="b" l="l" r="r" t="t"/>
              <a:pathLst>
                <a:path extrusionOk="0" h="2134" w="2497">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9" name="Google Shape;2949;p129"/>
            <p:cNvSpPr/>
            <p:nvPr/>
          </p:nvSpPr>
          <p:spPr>
            <a:xfrm>
              <a:off x="2142425" y="3932800"/>
              <a:ext cx="62425" cy="53475"/>
            </a:xfrm>
            <a:custGeom>
              <a:rect b="b" l="l" r="r" t="t"/>
              <a:pathLst>
                <a:path extrusionOk="0" h="2139" w="2497">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0" name="Google Shape;2950;p129"/>
            <p:cNvSpPr/>
            <p:nvPr/>
          </p:nvSpPr>
          <p:spPr>
            <a:xfrm>
              <a:off x="2142425" y="3856775"/>
              <a:ext cx="62425" cy="53300"/>
            </a:xfrm>
            <a:custGeom>
              <a:rect b="b" l="l" r="r" t="t"/>
              <a:pathLst>
                <a:path extrusionOk="0" h="2132" w="2497">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1" name="Google Shape;2951;p129"/>
            <p:cNvSpPr/>
            <p:nvPr/>
          </p:nvSpPr>
          <p:spPr>
            <a:xfrm>
              <a:off x="2142425" y="3780375"/>
              <a:ext cx="62425" cy="53475"/>
            </a:xfrm>
            <a:custGeom>
              <a:rect b="b" l="l" r="r" t="t"/>
              <a:pathLst>
                <a:path extrusionOk="0" h="2139" w="2497">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2" name="Google Shape;2952;p129"/>
            <p:cNvSpPr/>
            <p:nvPr/>
          </p:nvSpPr>
          <p:spPr>
            <a:xfrm>
              <a:off x="2142425" y="37041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3" name="Google Shape;2953;p129"/>
            <p:cNvSpPr/>
            <p:nvPr/>
          </p:nvSpPr>
          <p:spPr>
            <a:xfrm>
              <a:off x="2142425" y="36279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4" name="Google Shape;2954;p129"/>
            <p:cNvSpPr/>
            <p:nvPr/>
          </p:nvSpPr>
          <p:spPr>
            <a:xfrm>
              <a:off x="2142425" y="3551925"/>
              <a:ext cx="62425" cy="53300"/>
            </a:xfrm>
            <a:custGeom>
              <a:rect b="b" l="l" r="r" t="t"/>
              <a:pathLst>
                <a:path extrusionOk="0" h="2132" w="2497">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5" name="Google Shape;2955;p129"/>
            <p:cNvSpPr/>
            <p:nvPr/>
          </p:nvSpPr>
          <p:spPr>
            <a:xfrm>
              <a:off x="2142425" y="3475725"/>
              <a:ext cx="62425" cy="53350"/>
            </a:xfrm>
            <a:custGeom>
              <a:rect b="b" l="l" r="r" t="t"/>
              <a:pathLst>
                <a:path extrusionOk="0" h="2134" w="2497">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6" name="Google Shape;2956;p129"/>
            <p:cNvSpPr/>
            <p:nvPr/>
          </p:nvSpPr>
          <p:spPr>
            <a:xfrm>
              <a:off x="2142425" y="3399500"/>
              <a:ext cx="62425" cy="53350"/>
            </a:xfrm>
            <a:custGeom>
              <a:rect b="b" l="l" r="r" t="t"/>
              <a:pathLst>
                <a:path extrusionOk="0" h="2134" w="2497">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7" name="Google Shape;2957;p129"/>
            <p:cNvSpPr/>
            <p:nvPr/>
          </p:nvSpPr>
          <p:spPr>
            <a:xfrm>
              <a:off x="2142425" y="3323300"/>
              <a:ext cx="62425" cy="53425"/>
            </a:xfrm>
            <a:custGeom>
              <a:rect b="b" l="l" r="r" t="t"/>
              <a:pathLst>
                <a:path extrusionOk="0" h="2137" w="2497">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8" name="Google Shape;2958;p129"/>
            <p:cNvSpPr/>
            <p:nvPr/>
          </p:nvSpPr>
          <p:spPr>
            <a:xfrm>
              <a:off x="2142425" y="3247075"/>
              <a:ext cx="62425" cy="53450"/>
            </a:xfrm>
            <a:custGeom>
              <a:rect b="b" l="l" r="r" t="t"/>
              <a:pathLst>
                <a:path extrusionOk="0" h="2138" w="2497">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9" name="Google Shape;2959;p129"/>
            <p:cNvSpPr/>
            <p:nvPr/>
          </p:nvSpPr>
          <p:spPr>
            <a:xfrm>
              <a:off x="2142425" y="317107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0" name="Google Shape;2960;p129"/>
            <p:cNvSpPr/>
            <p:nvPr/>
          </p:nvSpPr>
          <p:spPr>
            <a:xfrm>
              <a:off x="2142425"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1" name="Google Shape;2961;p129"/>
            <p:cNvSpPr/>
            <p:nvPr/>
          </p:nvSpPr>
          <p:spPr>
            <a:xfrm>
              <a:off x="2142425"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2" name="Google Shape;2962;p129"/>
            <p:cNvSpPr/>
            <p:nvPr/>
          </p:nvSpPr>
          <p:spPr>
            <a:xfrm>
              <a:off x="2142425"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3" name="Google Shape;2963;p129"/>
            <p:cNvSpPr/>
            <p:nvPr/>
          </p:nvSpPr>
          <p:spPr>
            <a:xfrm>
              <a:off x="2142425" y="1876050"/>
              <a:ext cx="62425" cy="53275"/>
            </a:xfrm>
            <a:custGeom>
              <a:rect b="b" l="l" r="r" t="t"/>
              <a:pathLst>
                <a:path extrusionOk="0" h="2131" w="2497">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4" name="Google Shape;2964;p129"/>
            <p:cNvSpPr/>
            <p:nvPr/>
          </p:nvSpPr>
          <p:spPr>
            <a:xfrm>
              <a:off x="2142425"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5" name="Google Shape;2965;p129"/>
            <p:cNvSpPr/>
            <p:nvPr/>
          </p:nvSpPr>
          <p:spPr>
            <a:xfrm>
              <a:off x="2142425"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6" name="Google Shape;2966;p129"/>
            <p:cNvSpPr/>
            <p:nvPr/>
          </p:nvSpPr>
          <p:spPr>
            <a:xfrm>
              <a:off x="2142425" y="14952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7" name="Google Shape;2967;p129"/>
            <p:cNvSpPr/>
            <p:nvPr/>
          </p:nvSpPr>
          <p:spPr>
            <a:xfrm>
              <a:off x="2142425" y="1038125"/>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8" name="Google Shape;2968;p129"/>
            <p:cNvSpPr/>
            <p:nvPr/>
          </p:nvSpPr>
          <p:spPr>
            <a:xfrm>
              <a:off x="2066425" y="4618300"/>
              <a:ext cx="62225" cy="53450"/>
            </a:xfrm>
            <a:custGeom>
              <a:rect b="b" l="l" r="r" t="t"/>
              <a:pathLst>
                <a:path extrusionOk="0" h="2138" w="2489">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9" name="Google Shape;2969;p129"/>
            <p:cNvSpPr/>
            <p:nvPr/>
          </p:nvSpPr>
          <p:spPr>
            <a:xfrm>
              <a:off x="2066425" y="4542300"/>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0" name="Google Shape;2970;p129"/>
            <p:cNvSpPr/>
            <p:nvPr/>
          </p:nvSpPr>
          <p:spPr>
            <a:xfrm>
              <a:off x="2066425" y="4466075"/>
              <a:ext cx="62225" cy="53300"/>
            </a:xfrm>
            <a:custGeom>
              <a:rect b="b" l="l" r="r" t="t"/>
              <a:pathLst>
                <a:path extrusionOk="0" h="2132" w="2489">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1" name="Google Shape;2971;p129"/>
            <p:cNvSpPr/>
            <p:nvPr/>
          </p:nvSpPr>
          <p:spPr>
            <a:xfrm>
              <a:off x="2066425" y="438987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2" name="Google Shape;2972;p129"/>
            <p:cNvSpPr/>
            <p:nvPr/>
          </p:nvSpPr>
          <p:spPr>
            <a:xfrm>
              <a:off x="2066425" y="4313650"/>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3" name="Google Shape;2973;p129"/>
            <p:cNvSpPr/>
            <p:nvPr/>
          </p:nvSpPr>
          <p:spPr>
            <a:xfrm>
              <a:off x="2066425" y="4237450"/>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4" name="Google Shape;2974;p129"/>
            <p:cNvSpPr/>
            <p:nvPr/>
          </p:nvSpPr>
          <p:spPr>
            <a:xfrm>
              <a:off x="2066425" y="4161425"/>
              <a:ext cx="62225" cy="53300"/>
            </a:xfrm>
            <a:custGeom>
              <a:rect b="b" l="l" r="r" t="t"/>
              <a:pathLst>
                <a:path extrusionOk="0" h="2132" w="2489">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5" name="Google Shape;2975;p129"/>
            <p:cNvSpPr/>
            <p:nvPr/>
          </p:nvSpPr>
          <p:spPr>
            <a:xfrm>
              <a:off x="2066425" y="3704150"/>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6" name="Google Shape;2976;p129"/>
            <p:cNvSpPr/>
            <p:nvPr/>
          </p:nvSpPr>
          <p:spPr>
            <a:xfrm>
              <a:off x="2066425" y="3627950"/>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7" name="Google Shape;2977;p129"/>
            <p:cNvSpPr/>
            <p:nvPr/>
          </p:nvSpPr>
          <p:spPr>
            <a:xfrm>
              <a:off x="2066425" y="3551925"/>
              <a:ext cx="62225" cy="53300"/>
            </a:xfrm>
            <a:custGeom>
              <a:rect b="b" l="l" r="r" t="t"/>
              <a:pathLst>
                <a:path extrusionOk="0" h="2132" w="2489">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8" name="Google Shape;2978;p129"/>
            <p:cNvSpPr/>
            <p:nvPr/>
          </p:nvSpPr>
          <p:spPr>
            <a:xfrm>
              <a:off x="2066425" y="347572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9" name="Google Shape;2979;p129"/>
            <p:cNvSpPr/>
            <p:nvPr/>
          </p:nvSpPr>
          <p:spPr>
            <a:xfrm>
              <a:off x="2066275" y="3399500"/>
              <a:ext cx="62375" cy="53350"/>
            </a:xfrm>
            <a:custGeom>
              <a:rect b="b" l="l" r="r" t="t"/>
              <a:pathLst>
                <a:path extrusionOk="0" h="2134" w="2495">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0" name="Google Shape;2980;p129"/>
            <p:cNvSpPr/>
            <p:nvPr/>
          </p:nvSpPr>
          <p:spPr>
            <a:xfrm>
              <a:off x="2066275" y="3323300"/>
              <a:ext cx="62375" cy="53425"/>
            </a:xfrm>
            <a:custGeom>
              <a:rect b="b" l="l" r="r" t="t"/>
              <a:pathLst>
                <a:path extrusionOk="0" h="2137" w="2495">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1" name="Google Shape;2981;p129"/>
            <p:cNvSpPr/>
            <p:nvPr/>
          </p:nvSpPr>
          <p:spPr>
            <a:xfrm>
              <a:off x="2066275" y="3247075"/>
              <a:ext cx="62375" cy="53450"/>
            </a:xfrm>
            <a:custGeom>
              <a:rect b="b" l="l" r="r" t="t"/>
              <a:pathLst>
                <a:path extrusionOk="0" h="2138" w="2495">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2" name="Google Shape;2982;p129"/>
            <p:cNvSpPr/>
            <p:nvPr/>
          </p:nvSpPr>
          <p:spPr>
            <a:xfrm>
              <a:off x="2066425" y="3171075"/>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3" name="Google Shape;2983;p129"/>
            <p:cNvSpPr/>
            <p:nvPr/>
          </p:nvSpPr>
          <p:spPr>
            <a:xfrm>
              <a:off x="2066425"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4" name="Google Shape;2984;p129"/>
            <p:cNvSpPr/>
            <p:nvPr/>
          </p:nvSpPr>
          <p:spPr>
            <a:xfrm>
              <a:off x="2066425" y="2942425"/>
              <a:ext cx="62225" cy="53450"/>
            </a:xfrm>
            <a:custGeom>
              <a:rect b="b" l="l" r="r" t="t"/>
              <a:pathLst>
                <a:path extrusionOk="0" h="2138" w="2489">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5" name="Google Shape;2985;p129"/>
            <p:cNvSpPr/>
            <p:nvPr/>
          </p:nvSpPr>
          <p:spPr>
            <a:xfrm>
              <a:off x="2066425"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6" name="Google Shape;2986;p129"/>
            <p:cNvSpPr/>
            <p:nvPr/>
          </p:nvSpPr>
          <p:spPr>
            <a:xfrm>
              <a:off x="2066425"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7" name="Google Shape;2987;p129"/>
            <p:cNvSpPr/>
            <p:nvPr/>
          </p:nvSpPr>
          <p:spPr>
            <a:xfrm>
              <a:off x="2066425"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8" name="Google Shape;2988;p129"/>
            <p:cNvSpPr/>
            <p:nvPr/>
          </p:nvSpPr>
          <p:spPr>
            <a:xfrm>
              <a:off x="2066425"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9" name="Google Shape;2989;p129"/>
            <p:cNvSpPr/>
            <p:nvPr/>
          </p:nvSpPr>
          <p:spPr>
            <a:xfrm>
              <a:off x="2066425" y="1876050"/>
              <a:ext cx="62225" cy="53275"/>
            </a:xfrm>
            <a:custGeom>
              <a:rect b="b" l="l" r="r" t="t"/>
              <a:pathLst>
                <a:path extrusionOk="0" h="2131" w="2489">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0" name="Google Shape;2990;p129"/>
            <p:cNvSpPr/>
            <p:nvPr/>
          </p:nvSpPr>
          <p:spPr>
            <a:xfrm>
              <a:off x="2066425" y="1647400"/>
              <a:ext cx="62225" cy="53450"/>
            </a:xfrm>
            <a:custGeom>
              <a:rect b="b" l="l" r="r" t="t"/>
              <a:pathLst>
                <a:path extrusionOk="0" h="2138" w="2489">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1" name="Google Shape;2991;p129"/>
            <p:cNvSpPr/>
            <p:nvPr/>
          </p:nvSpPr>
          <p:spPr>
            <a:xfrm>
              <a:off x="2066425" y="1571400"/>
              <a:ext cx="62225" cy="53250"/>
            </a:xfrm>
            <a:custGeom>
              <a:rect b="b" l="l" r="r" t="t"/>
              <a:pathLst>
                <a:path extrusionOk="0" h="2130" w="2489">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2" name="Google Shape;2992;p129"/>
            <p:cNvSpPr/>
            <p:nvPr/>
          </p:nvSpPr>
          <p:spPr>
            <a:xfrm>
              <a:off x="2066425" y="14952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3" name="Google Shape;2993;p129"/>
            <p:cNvSpPr/>
            <p:nvPr/>
          </p:nvSpPr>
          <p:spPr>
            <a:xfrm>
              <a:off x="2066425"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4" name="Google Shape;2994;p129"/>
            <p:cNvSpPr/>
            <p:nvPr/>
          </p:nvSpPr>
          <p:spPr>
            <a:xfrm>
              <a:off x="2066425" y="11143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5" name="Google Shape;2995;p129"/>
            <p:cNvSpPr/>
            <p:nvPr/>
          </p:nvSpPr>
          <p:spPr>
            <a:xfrm>
              <a:off x="2066425" y="1038125"/>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6" name="Google Shape;2996;p129"/>
            <p:cNvSpPr/>
            <p:nvPr/>
          </p:nvSpPr>
          <p:spPr>
            <a:xfrm>
              <a:off x="1990200" y="4542300"/>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7" name="Google Shape;2997;p129"/>
            <p:cNvSpPr/>
            <p:nvPr/>
          </p:nvSpPr>
          <p:spPr>
            <a:xfrm>
              <a:off x="1990200" y="4466075"/>
              <a:ext cx="62225" cy="53300"/>
            </a:xfrm>
            <a:custGeom>
              <a:rect b="b" l="l" r="r" t="t"/>
              <a:pathLst>
                <a:path extrusionOk="0" h="2132" w="2489">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8" name="Google Shape;2998;p129"/>
            <p:cNvSpPr/>
            <p:nvPr/>
          </p:nvSpPr>
          <p:spPr>
            <a:xfrm>
              <a:off x="1990200" y="4389875"/>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9" name="Google Shape;2999;p129"/>
            <p:cNvSpPr/>
            <p:nvPr/>
          </p:nvSpPr>
          <p:spPr>
            <a:xfrm>
              <a:off x="1990200" y="3627950"/>
              <a:ext cx="62225" cy="53425"/>
            </a:xfrm>
            <a:custGeom>
              <a:rect b="b" l="l" r="r" t="t"/>
              <a:pathLst>
                <a:path extrusionOk="0" h="2137" w="2489">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0" name="Google Shape;3000;p129"/>
            <p:cNvSpPr/>
            <p:nvPr/>
          </p:nvSpPr>
          <p:spPr>
            <a:xfrm>
              <a:off x="1990200" y="3551925"/>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1" name="Google Shape;3001;p129"/>
            <p:cNvSpPr/>
            <p:nvPr/>
          </p:nvSpPr>
          <p:spPr>
            <a:xfrm>
              <a:off x="1990200"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2" name="Google Shape;3002;p129"/>
            <p:cNvSpPr/>
            <p:nvPr/>
          </p:nvSpPr>
          <p:spPr>
            <a:xfrm>
              <a:off x="1990200" y="33995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3" name="Google Shape;3003;p129"/>
            <p:cNvSpPr/>
            <p:nvPr/>
          </p:nvSpPr>
          <p:spPr>
            <a:xfrm>
              <a:off x="1990075" y="3323300"/>
              <a:ext cx="62350" cy="53425"/>
            </a:xfrm>
            <a:custGeom>
              <a:rect b="b" l="l" r="r" t="t"/>
              <a:pathLst>
                <a:path extrusionOk="0" h="2137" w="2494">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4" name="Google Shape;3004;p129"/>
            <p:cNvSpPr/>
            <p:nvPr/>
          </p:nvSpPr>
          <p:spPr>
            <a:xfrm>
              <a:off x="1990075" y="3247075"/>
              <a:ext cx="62350" cy="53450"/>
            </a:xfrm>
            <a:custGeom>
              <a:rect b="b" l="l" r="r" t="t"/>
              <a:pathLst>
                <a:path extrusionOk="0" h="2138" w="2494">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5" name="Google Shape;3005;p129"/>
            <p:cNvSpPr/>
            <p:nvPr/>
          </p:nvSpPr>
          <p:spPr>
            <a:xfrm>
              <a:off x="1990200" y="3171075"/>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6" name="Google Shape;3006;p129"/>
            <p:cNvSpPr/>
            <p:nvPr/>
          </p:nvSpPr>
          <p:spPr>
            <a:xfrm>
              <a:off x="1990200" y="2942425"/>
              <a:ext cx="62225" cy="53450"/>
            </a:xfrm>
            <a:custGeom>
              <a:rect b="b" l="l" r="r" t="t"/>
              <a:pathLst>
                <a:path extrusionOk="0" h="2138" w="2489">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7" name="Google Shape;3007;p129"/>
            <p:cNvSpPr/>
            <p:nvPr/>
          </p:nvSpPr>
          <p:spPr>
            <a:xfrm>
              <a:off x="1990200" y="2866425"/>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8" name="Google Shape;3008;p129"/>
            <p:cNvSpPr/>
            <p:nvPr/>
          </p:nvSpPr>
          <p:spPr>
            <a:xfrm>
              <a:off x="1990200" y="2333125"/>
              <a:ext cx="62225" cy="53450"/>
            </a:xfrm>
            <a:custGeom>
              <a:rect b="b" l="l" r="r" t="t"/>
              <a:pathLst>
                <a:path extrusionOk="0" h="2138" w="2489">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9" name="Google Shape;3009;p129"/>
            <p:cNvSpPr/>
            <p:nvPr/>
          </p:nvSpPr>
          <p:spPr>
            <a:xfrm>
              <a:off x="1990200"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0" name="Google Shape;3010;p129"/>
            <p:cNvSpPr/>
            <p:nvPr/>
          </p:nvSpPr>
          <p:spPr>
            <a:xfrm>
              <a:off x="1990200" y="2180700"/>
              <a:ext cx="62225" cy="53350"/>
            </a:xfrm>
            <a:custGeom>
              <a:rect b="b" l="l" r="r" t="t"/>
              <a:pathLst>
                <a:path extrusionOk="0" h="2134" w="2489">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1" name="Google Shape;3011;p129"/>
            <p:cNvSpPr/>
            <p:nvPr/>
          </p:nvSpPr>
          <p:spPr>
            <a:xfrm>
              <a:off x="1990200" y="21045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2" name="Google Shape;3012;p129"/>
            <p:cNvSpPr/>
            <p:nvPr/>
          </p:nvSpPr>
          <p:spPr>
            <a:xfrm>
              <a:off x="1990200" y="2028275"/>
              <a:ext cx="62225" cy="53450"/>
            </a:xfrm>
            <a:custGeom>
              <a:rect b="b" l="l" r="r" t="t"/>
              <a:pathLst>
                <a:path extrusionOk="0" h="2138" w="2489">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3" name="Google Shape;3013;p129"/>
            <p:cNvSpPr/>
            <p:nvPr/>
          </p:nvSpPr>
          <p:spPr>
            <a:xfrm>
              <a:off x="1990200" y="1952050"/>
              <a:ext cx="62225" cy="53450"/>
            </a:xfrm>
            <a:custGeom>
              <a:rect b="b" l="l" r="r" t="t"/>
              <a:pathLst>
                <a:path extrusionOk="0" h="2138" w="2489">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4" name="Google Shape;3014;p129"/>
            <p:cNvSpPr/>
            <p:nvPr/>
          </p:nvSpPr>
          <p:spPr>
            <a:xfrm>
              <a:off x="1990200" y="1876050"/>
              <a:ext cx="62225" cy="53275"/>
            </a:xfrm>
            <a:custGeom>
              <a:rect b="b" l="l" r="r" t="t"/>
              <a:pathLst>
                <a:path extrusionOk="0" h="2131" w="2489">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5" name="Google Shape;3015;p129"/>
            <p:cNvSpPr/>
            <p:nvPr/>
          </p:nvSpPr>
          <p:spPr>
            <a:xfrm>
              <a:off x="1990200" y="179985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6" name="Google Shape;3016;p129"/>
            <p:cNvSpPr/>
            <p:nvPr/>
          </p:nvSpPr>
          <p:spPr>
            <a:xfrm>
              <a:off x="1990200" y="1647400"/>
              <a:ext cx="62225" cy="53450"/>
            </a:xfrm>
            <a:custGeom>
              <a:rect b="b" l="l" r="r" t="t"/>
              <a:pathLst>
                <a:path extrusionOk="0" h="2138" w="2489">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7" name="Google Shape;3017;p129"/>
            <p:cNvSpPr/>
            <p:nvPr/>
          </p:nvSpPr>
          <p:spPr>
            <a:xfrm>
              <a:off x="1990200" y="1571400"/>
              <a:ext cx="62225" cy="53250"/>
            </a:xfrm>
            <a:custGeom>
              <a:rect b="b" l="l" r="r" t="t"/>
              <a:pathLst>
                <a:path extrusionOk="0" h="2130" w="2489">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8" name="Google Shape;3018;p129"/>
            <p:cNvSpPr/>
            <p:nvPr/>
          </p:nvSpPr>
          <p:spPr>
            <a:xfrm>
              <a:off x="1990200" y="14952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9" name="Google Shape;3019;p129"/>
            <p:cNvSpPr/>
            <p:nvPr/>
          </p:nvSpPr>
          <p:spPr>
            <a:xfrm>
              <a:off x="1990200" y="141897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0" name="Google Shape;3020;p129"/>
            <p:cNvSpPr/>
            <p:nvPr/>
          </p:nvSpPr>
          <p:spPr>
            <a:xfrm>
              <a:off x="1990200" y="11143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1" name="Google Shape;3021;p129"/>
            <p:cNvSpPr/>
            <p:nvPr/>
          </p:nvSpPr>
          <p:spPr>
            <a:xfrm>
              <a:off x="1990200" y="1038125"/>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2" name="Google Shape;3022;p129"/>
            <p:cNvSpPr/>
            <p:nvPr/>
          </p:nvSpPr>
          <p:spPr>
            <a:xfrm>
              <a:off x="1914000" y="3551925"/>
              <a:ext cx="62225" cy="53300"/>
            </a:xfrm>
            <a:custGeom>
              <a:rect b="b" l="l" r="r" t="t"/>
              <a:pathLst>
                <a:path extrusionOk="0" h="2132" w="2489">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3" name="Google Shape;3023;p129"/>
            <p:cNvSpPr/>
            <p:nvPr/>
          </p:nvSpPr>
          <p:spPr>
            <a:xfrm>
              <a:off x="1914000" y="34757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4" name="Google Shape;3024;p129"/>
            <p:cNvSpPr/>
            <p:nvPr/>
          </p:nvSpPr>
          <p:spPr>
            <a:xfrm>
              <a:off x="1914000"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5" name="Google Shape;3025;p129"/>
            <p:cNvSpPr/>
            <p:nvPr/>
          </p:nvSpPr>
          <p:spPr>
            <a:xfrm>
              <a:off x="1914000" y="3323300"/>
              <a:ext cx="62225" cy="53425"/>
            </a:xfrm>
            <a:custGeom>
              <a:rect b="b" l="l" r="r" t="t"/>
              <a:pathLst>
                <a:path extrusionOk="0" h="2137" w="2489">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6" name="Google Shape;3026;p129"/>
            <p:cNvSpPr/>
            <p:nvPr/>
          </p:nvSpPr>
          <p:spPr>
            <a:xfrm>
              <a:off x="1914000" y="3247075"/>
              <a:ext cx="62425" cy="53450"/>
            </a:xfrm>
            <a:custGeom>
              <a:rect b="b" l="l" r="r" t="t"/>
              <a:pathLst>
                <a:path extrusionOk="0" h="2138" w="2497">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7" name="Google Shape;3027;p129"/>
            <p:cNvSpPr/>
            <p:nvPr/>
          </p:nvSpPr>
          <p:spPr>
            <a:xfrm>
              <a:off x="1914000" y="317107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8" name="Google Shape;3028;p129"/>
            <p:cNvSpPr/>
            <p:nvPr/>
          </p:nvSpPr>
          <p:spPr>
            <a:xfrm>
              <a:off x="1914000" y="286642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9" name="Google Shape;3029;p129"/>
            <p:cNvSpPr/>
            <p:nvPr/>
          </p:nvSpPr>
          <p:spPr>
            <a:xfrm>
              <a:off x="1914000"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0" name="Google Shape;3030;p129"/>
            <p:cNvSpPr/>
            <p:nvPr/>
          </p:nvSpPr>
          <p:spPr>
            <a:xfrm>
              <a:off x="1914000"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1" name="Google Shape;3031;p129"/>
            <p:cNvSpPr/>
            <p:nvPr/>
          </p:nvSpPr>
          <p:spPr>
            <a:xfrm>
              <a:off x="1914000" y="23331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2" name="Google Shape;3032;p129"/>
            <p:cNvSpPr/>
            <p:nvPr/>
          </p:nvSpPr>
          <p:spPr>
            <a:xfrm>
              <a:off x="1914000"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3" name="Google Shape;3033;p129"/>
            <p:cNvSpPr/>
            <p:nvPr/>
          </p:nvSpPr>
          <p:spPr>
            <a:xfrm>
              <a:off x="1914000"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4" name="Google Shape;3034;p129"/>
            <p:cNvSpPr/>
            <p:nvPr/>
          </p:nvSpPr>
          <p:spPr>
            <a:xfrm>
              <a:off x="1914000"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5" name="Google Shape;3035;p129"/>
            <p:cNvSpPr/>
            <p:nvPr/>
          </p:nvSpPr>
          <p:spPr>
            <a:xfrm>
              <a:off x="1914000"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6" name="Google Shape;3036;p129"/>
            <p:cNvSpPr/>
            <p:nvPr/>
          </p:nvSpPr>
          <p:spPr>
            <a:xfrm>
              <a:off x="1914000"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7" name="Google Shape;3037;p129"/>
            <p:cNvSpPr/>
            <p:nvPr/>
          </p:nvSpPr>
          <p:spPr>
            <a:xfrm>
              <a:off x="1914000"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8" name="Google Shape;3038;p129"/>
            <p:cNvSpPr/>
            <p:nvPr/>
          </p:nvSpPr>
          <p:spPr>
            <a:xfrm>
              <a:off x="1914000" y="11905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9" name="Google Shape;3039;p129"/>
            <p:cNvSpPr/>
            <p:nvPr/>
          </p:nvSpPr>
          <p:spPr>
            <a:xfrm>
              <a:off x="1914000" y="11143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0" name="Google Shape;3040;p129"/>
            <p:cNvSpPr/>
            <p:nvPr/>
          </p:nvSpPr>
          <p:spPr>
            <a:xfrm>
              <a:off x="1837775" y="3171075"/>
              <a:ext cx="62425" cy="53275"/>
            </a:xfrm>
            <a:custGeom>
              <a:rect b="b" l="l" r="r" t="t"/>
              <a:pathLst>
                <a:path extrusionOk="0" h="2131" w="2497">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1" name="Google Shape;3041;p129"/>
            <p:cNvSpPr/>
            <p:nvPr/>
          </p:nvSpPr>
          <p:spPr>
            <a:xfrm>
              <a:off x="1837775" y="2866425"/>
              <a:ext cx="62425" cy="53275"/>
            </a:xfrm>
            <a:custGeom>
              <a:rect b="b" l="l" r="r" t="t"/>
              <a:pathLst>
                <a:path extrusionOk="0" h="2131" w="2497">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2" name="Google Shape;3042;p129"/>
            <p:cNvSpPr/>
            <p:nvPr/>
          </p:nvSpPr>
          <p:spPr>
            <a:xfrm>
              <a:off x="1837775" y="2714000"/>
              <a:ext cx="62425" cy="53350"/>
            </a:xfrm>
            <a:custGeom>
              <a:rect b="b" l="l" r="r" t="t"/>
              <a:pathLst>
                <a:path extrusionOk="0" h="2134" w="2497">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3" name="Google Shape;3043;p129"/>
            <p:cNvSpPr/>
            <p:nvPr/>
          </p:nvSpPr>
          <p:spPr>
            <a:xfrm>
              <a:off x="1837775" y="2637775"/>
              <a:ext cx="62425" cy="53450"/>
            </a:xfrm>
            <a:custGeom>
              <a:rect b="b" l="l" r="r" t="t"/>
              <a:pathLst>
                <a:path extrusionOk="0" h="2138" w="2497">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4" name="Google Shape;3044;p129"/>
            <p:cNvSpPr/>
            <p:nvPr/>
          </p:nvSpPr>
          <p:spPr>
            <a:xfrm>
              <a:off x="1837775" y="2561575"/>
              <a:ext cx="62425" cy="53425"/>
            </a:xfrm>
            <a:custGeom>
              <a:rect b="b" l="l" r="r" t="t"/>
              <a:pathLst>
                <a:path extrusionOk="0" h="2137" w="2497">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5" name="Google Shape;3045;p129"/>
            <p:cNvSpPr/>
            <p:nvPr/>
          </p:nvSpPr>
          <p:spPr>
            <a:xfrm>
              <a:off x="1837775" y="2485550"/>
              <a:ext cx="62425" cy="53300"/>
            </a:xfrm>
            <a:custGeom>
              <a:rect b="b" l="l" r="r" t="t"/>
              <a:pathLst>
                <a:path extrusionOk="0" h="2132" w="2497">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6" name="Google Shape;3046;p129"/>
            <p:cNvSpPr/>
            <p:nvPr/>
          </p:nvSpPr>
          <p:spPr>
            <a:xfrm>
              <a:off x="1837775" y="2409350"/>
              <a:ext cx="62425" cy="53350"/>
            </a:xfrm>
            <a:custGeom>
              <a:rect b="b" l="l" r="r" t="t"/>
              <a:pathLst>
                <a:path extrusionOk="0" h="2134"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7" name="Google Shape;3047;p129"/>
            <p:cNvSpPr/>
            <p:nvPr/>
          </p:nvSpPr>
          <p:spPr>
            <a:xfrm>
              <a:off x="1837775" y="2333125"/>
              <a:ext cx="62425" cy="53450"/>
            </a:xfrm>
            <a:custGeom>
              <a:rect b="b" l="l" r="r" t="t"/>
              <a:pathLst>
                <a:path extrusionOk="0" h="2138" w="2497">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8" name="Google Shape;3048;p129"/>
            <p:cNvSpPr/>
            <p:nvPr/>
          </p:nvSpPr>
          <p:spPr>
            <a:xfrm>
              <a:off x="1837775" y="2256925"/>
              <a:ext cx="62575" cy="53425"/>
            </a:xfrm>
            <a:custGeom>
              <a:rect b="b" l="l" r="r" t="t"/>
              <a:pathLst>
                <a:path extrusionOk="0" h="2137" w="2503">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9" name="Google Shape;3049;p129"/>
            <p:cNvSpPr/>
            <p:nvPr/>
          </p:nvSpPr>
          <p:spPr>
            <a:xfrm>
              <a:off x="1837775" y="2180700"/>
              <a:ext cx="62425" cy="53350"/>
            </a:xfrm>
            <a:custGeom>
              <a:rect b="b" l="l" r="r" t="t"/>
              <a:pathLst>
                <a:path extrusionOk="0" h="2134" w="2497">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0" name="Google Shape;3050;p129"/>
            <p:cNvSpPr/>
            <p:nvPr/>
          </p:nvSpPr>
          <p:spPr>
            <a:xfrm>
              <a:off x="1837775" y="2104500"/>
              <a:ext cx="62425" cy="53325"/>
            </a:xfrm>
            <a:custGeom>
              <a:rect b="b" l="l" r="r" t="t"/>
              <a:pathLst>
                <a:path extrusionOk="0" h="2133" w="2497">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1" name="Google Shape;3051;p129"/>
            <p:cNvSpPr/>
            <p:nvPr/>
          </p:nvSpPr>
          <p:spPr>
            <a:xfrm>
              <a:off x="1837775" y="2028275"/>
              <a:ext cx="62425" cy="53450"/>
            </a:xfrm>
            <a:custGeom>
              <a:rect b="b" l="l" r="r" t="t"/>
              <a:pathLst>
                <a:path extrusionOk="0" h="2138" w="2497">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2" name="Google Shape;3052;p129"/>
            <p:cNvSpPr/>
            <p:nvPr/>
          </p:nvSpPr>
          <p:spPr>
            <a:xfrm>
              <a:off x="1837775" y="1952050"/>
              <a:ext cx="62425" cy="53450"/>
            </a:xfrm>
            <a:custGeom>
              <a:rect b="b" l="l" r="r" t="t"/>
              <a:pathLst>
                <a:path extrusionOk="0" h="2138" w="2497">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3" name="Google Shape;3053;p129"/>
            <p:cNvSpPr/>
            <p:nvPr/>
          </p:nvSpPr>
          <p:spPr>
            <a:xfrm>
              <a:off x="1837775" y="1647400"/>
              <a:ext cx="62425" cy="53450"/>
            </a:xfrm>
            <a:custGeom>
              <a:rect b="b" l="l" r="r" t="t"/>
              <a:pathLst>
                <a:path extrusionOk="0" h="2138" w="2497">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4" name="Google Shape;3054;p129"/>
            <p:cNvSpPr/>
            <p:nvPr/>
          </p:nvSpPr>
          <p:spPr>
            <a:xfrm>
              <a:off x="1837775" y="1571400"/>
              <a:ext cx="62425" cy="53250"/>
            </a:xfrm>
            <a:custGeom>
              <a:rect b="b" l="l" r="r" t="t"/>
              <a:pathLst>
                <a:path extrusionOk="0" h="2130" w="2497">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5" name="Google Shape;3055;p129"/>
            <p:cNvSpPr/>
            <p:nvPr/>
          </p:nvSpPr>
          <p:spPr>
            <a:xfrm>
              <a:off x="1837775" y="141897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6" name="Google Shape;3056;p129"/>
            <p:cNvSpPr/>
            <p:nvPr/>
          </p:nvSpPr>
          <p:spPr>
            <a:xfrm>
              <a:off x="1837775" y="119055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7" name="Google Shape;3057;p129"/>
            <p:cNvSpPr/>
            <p:nvPr/>
          </p:nvSpPr>
          <p:spPr>
            <a:xfrm>
              <a:off x="1837775" y="1114325"/>
              <a:ext cx="62425" cy="53350"/>
            </a:xfrm>
            <a:custGeom>
              <a:rect b="b" l="l" r="r" t="t"/>
              <a:pathLst>
                <a:path extrusionOk="0" h="2134" w="2497">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8" name="Google Shape;3058;p129"/>
            <p:cNvSpPr/>
            <p:nvPr/>
          </p:nvSpPr>
          <p:spPr>
            <a:xfrm>
              <a:off x="1761775" y="3171075"/>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9" name="Google Shape;3059;p129"/>
            <p:cNvSpPr/>
            <p:nvPr/>
          </p:nvSpPr>
          <p:spPr>
            <a:xfrm>
              <a:off x="1761775"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0" name="Google Shape;3060;p129"/>
            <p:cNvSpPr/>
            <p:nvPr/>
          </p:nvSpPr>
          <p:spPr>
            <a:xfrm>
              <a:off x="1761775" y="3018650"/>
              <a:ext cx="62225" cy="53425"/>
            </a:xfrm>
            <a:custGeom>
              <a:rect b="b" l="l" r="r" t="t"/>
              <a:pathLst>
                <a:path extrusionOk="0" h="2137" w="2489">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1" name="Google Shape;3061;p129"/>
            <p:cNvSpPr/>
            <p:nvPr/>
          </p:nvSpPr>
          <p:spPr>
            <a:xfrm>
              <a:off x="1761775" y="2561575"/>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2" name="Google Shape;3062;p129"/>
            <p:cNvSpPr/>
            <p:nvPr/>
          </p:nvSpPr>
          <p:spPr>
            <a:xfrm>
              <a:off x="1761775" y="2485550"/>
              <a:ext cx="62225" cy="53300"/>
            </a:xfrm>
            <a:custGeom>
              <a:rect b="b" l="l" r="r" t="t"/>
              <a:pathLst>
                <a:path extrusionOk="0" h="2132" w="2489">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3" name="Google Shape;3063;p129"/>
            <p:cNvSpPr/>
            <p:nvPr/>
          </p:nvSpPr>
          <p:spPr>
            <a:xfrm>
              <a:off x="1761775" y="240935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4" name="Google Shape;3064;p129"/>
            <p:cNvSpPr/>
            <p:nvPr/>
          </p:nvSpPr>
          <p:spPr>
            <a:xfrm>
              <a:off x="1761775" y="2333125"/>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5" name="Google Shape;3065;p129"/>
            <p:cNvSpPr/>
            <p:nvPr/>
          </p:nvSpPr>
          <p:spPr>
            <a:xfrm>
              <a:off x="1761775"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6" name="Google Shape;3066;p129"/>
            <p:cNvSpPr/>
            <p:nvPr/>
          </p:nvSpPr>
          <p:spPr>
            <a:xfrm>
              <a:off x="1761775"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7" name="Google Shape;3067;p129"/>
            <p:cNvSpPr/>
            <p:nvPr/>
          </p:nvSpPr>
          <p:spPr>
            <a:xfrm>
              <a:off x="1761775"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8" name="Google Shape;3068;p129"/>
            <p:cNvSpPr/>
            <p:nvPr/>
          </p:nvSpPr>
          <p:spPr>
            <a:xfrm>
              <a:off x="1761775"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9" name="Google Shape;3069;p129"/>
            <p:cNvSpPr/>
            <p:nvPr/>
          </p:nvSpPr>
          <p:spPr>
            <a:xfrm>
              <a:off x="1761775" y="1952050"/>
              <a:ext cx="62225" cy="53450"/>
            </a:xfrm>
            <a:custGeom>
              <a:rect b="b" l="l" r="r" t="t"/>
              <a:pathLst>
                <a:path extrusionOk="0" h="2138" w="2489">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0" name="Google Shape;3070;p129"/>
            <p:cNvSpPr/>
            <p:nvPr/>
          </p:nvSpPr>
          <p:spPr>
            <a:xfrm>
              <a:off x="1761775" y="1647400"/>
              <a:ext cx="62225" cy="53450"/>
            </a:xfrm>
            <a:custGeom>
              <a:rect b="b" l="l" r="r" t="t"/>
              <a:pathLst>
                <a:path extrusionOk="0" h="2138" w="2489">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1" name="Google Shape;3071;p129"/>
            <p:cNvSpPr/>
            <p:nvPr/>
          </p:nvSpPr>
          <p:spPr>
            <a:xfrm>
              <a:off x="1761775"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2" name="Google Shape;3072;p129"/>
            <p:cNvSpPr/>
            <p:nvPr/>
          </p:nvSpPr>
          <p:spPr>
            <a:xfrm>
              <a:off x="1761775" y="119055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3" name="Google Shape;3073;p129"/>
            <p:cNvSpPr/>
            <p:nvPr/>
          </p:nvSpPr>
          <p:spPr>
            <a:xfrm>
              <a:off x="1761775" y="11143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4" name="Google Shape;3074;p129"/>
            <p:cNvSpPr/>
            <p:nvPr/>
          </p:nvSpPr>
          <p:spPr>
            <a:xfrm>
              <a:off x="1685550" y="3018650"/>
              <a:ext cx="62225" cy="53425"/>
            </a:xfrm>
            <a:custGeom>
              <a:rect b="b" l="l" r="r" t="t"/>
              <a:pathLst>
                <a:path extrusionOk="0" h="2137" w="2489">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5" name="Google Shape;3075;p129"/>
            <p:cNvSpPr/>
            <p:nvPr/>
          </p:nvSpPr>
          <p:spPr>
            <a:xfrm>
              <a:off x="1685550"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6" name="Google Shape;3076;p129"/>
            <p:cNvSpPr/>
            <p:nvPr/>
          </p:nvSpPr>
          <p:spPr>
            <a:xfrm>
              <a:off x="1685550" y="2866425"/>
              <a:ext cx="62225" cy="53275"/>
            </a:xfrm>
            <a:custGeom>
              <a:rect b="b" l="l" r="r" t="t"/>
              <a:pathLst>
                <a:path extrusionOk="0" h="2131" w="2489">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7" name="Google Shape;3077;p129"/>
            <p:cNvSpPr/>
            <p:nvPr/>
          </p:nvSpPr>
          <p:spPr>
            <a:xfrm>
              <a:off x="168555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8" name="Google Shape;3078;p129"/>
            <p:cNvSpPr/>
            <p:nvPr/>
          </p:nvSpPr>
          <p:spPr>
            <a:xfrm>
              <a:off x="1685550"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9" name="Google Shape;3079;p129"/>
            <p:cNvSpPr/>
            <p:nvPr/>
          </p:nvSpPr>
          <p:spPr>
            <a:xfrm>
              <a:off x="168555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0" name="Google Shape;3080;p129"/>
            <p:cNvSpPr/>
            <p:nvPr/>
          </p:nvSpPr>
          <p:spPr>
            <a:xfrm>
              <a:off x="168555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1" name="Google Shape;3081;p129"/>
            <p:cNvSpPr/>
            <p:nvPr/>
          </p:nvSpPr>
          <p:spPr>
            <a:xfrm>
              <a:off x="1685550"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2" name="Google Shape;3082;p129"/>
            <p:cNvSpPr/>
            <p:nvPr/>
          </p:nvSpPr>
          <p:spPr>
            <a:xfrm>
              <a:off x="168555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3" name="Google Shape;3083;p129"/>
            <p:cNvSpPr/>
            <p:nvPr/>
          </p:nvSpPr>
          <p:spPr>
            <a:xfrm>
              <a:off x="168555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4" name="Google Shape;3084;p129"/>
            <p:cNvSpPr/>
            <p:nvPr/>
          </p:nvSpPr>
          <p:spPr>
            <a:xfrm>
              <a:off x="168555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5" name="Google Shape;3085;p129"/>
            <p:cNvSpPr/>
            <p:nvPr/>
          </p:nvSpPr>
          <p:spPr>
            <a:xfrm>
              <a:off x="168555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6" name="Google Shape;3086;p129"/>
            <p:cNvSpPr/>
            <p:nvPr/>
          </p:nvSpPr>
          <p:spPr>
            <a:xfrm>
              <a:off x="1685550" y="1876050"/>
              <a:ext cx="62225" cy="53275"/>
            </a:xfrm>
            <a:custGeom>
              <a:rect b="b" l="l" r="r" t="t"/>
              <a:pathLst>
                <a:path extrusionOk="0" h="2131" w="2489">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7" name="Google Shape;3087;p129"/>
            <p:cNvSpPr/>
            <p:nvPr/>
          </p:nvSpPr>
          <p:spPr>
            <a:xfrm>
              <a:off x="168555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8" name="Google Shape;3088;p129"/>
            <p:cNvSpPr/>
            <p:nvPr/>
          </p:nvSpPr>
          <p:spPr>
            <a:xfrm>
              <a:off x="16855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9" name="Google Shape;3089;p129"/>
            <p:cNvSpPr/>
            <p:nvPr/>
          </p:nvSpPr>
          <p:spPr>
            <a:xfrm>
              <a:off x="1685550"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0" name="Google Shape;3090;p129"/>
            <p:cNvSpPr/>
            <p:nvPr/>
          </p:nvSpPr>
          <p:spPr>
            <a:xfrm>
              <a:off x="1609350" y="2942425"/>
              <a:ext cx="62200" cy="53450"/>
            </a:xfrm>
            <a:custGeom>
              <a:rect b="b" l="l" r="r" t="t"/>
              <a:pathLst>
                <a:path extrusionOk="0" h="2138" w="2488">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1" name="Google Shape;3091;p129"/>
            <p:cNvSpPr/>
            <p:nvPr/>
          </p:nvSpPr>
          <p:spPr>
            <a:xfrm>
              <a:off x="1609350" y="286642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2" name="Google Shape;3092;p129"/>
            <p:cNvSpPr/>
            <p:nvPr/>
          </p:nvSpPr>
          <p:spPr>
            <a:xfrm>
              <a:off x="160935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3" name="Google Shape;3093;p129"/>
            <p:cNvSpPr/>
            <p:nvPr/>
          </p:nvSpPr>
          <p:spPr>
            <a:xfrm>
              <a:off x="1609350" y="2485550"/>
              <a:ext cx="62200" cy="53300"/>
            </a:xfrm>
            <a:custGeom>
              <a:rect b="b" l="l" r="r" t="t"/>
              <a:pathLst>
                <a:path extrusionOk="0" h="2132" w="2488">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4" name="Google Shape;3094;p129"/>
            <p:cNvSpPr/>
            <p:nvPr/>
          </p:nvSpPr>
          <p:spPr>
            <a:xfrm>
              <a:off x="1609350" y="240935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5" name="Google Shape;3095;p129"/>
            <p:cNvSpPr/>
            <p:nvPr/>
          </p:nvSpPr>
          <p:spPr>
            <a:xfrm>
              <a:off x="1609350" y="2333125"/>
              <a:ext cx="62200" cy="53450"/>
            </a:xfrm>
            <a:custGeom>
              <a:rect b="b" l="l" r="r" t="t"/>
              <a:pathLst>
                <a:path extrusionOk="0" h="2138" w="2488">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6" name="Google Shape;3096;p129"/>
            <p:cNvSpPr/>
            <p:nvPr/>
          </p:nvSpPr>
          <p:spPr>
            <a:xfrm>
              <a:off x="1609350"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7" name="Google Shape;3097;p129"/>
            <p:cNvSpPr/>
            <p:nvPr/>
          </p:nvSpPr>
          <p:spPr>
            <a:xfrm>
              <a:off x="1609350" y="2180700"/>
              <a:ext cx="62200" cy="53350"/>
            </a:xfrm>
            <a:custGeom>
              <a:rect b="b" l="l" r="r" t="t"/>
              <a:pathLst>
                <a:path extrusionOk="0" h="2134" w="2488">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8" name="Google Shape;3098;p129"/>
            <p:cNvSpPr/>
            <p:nvPr/>
          </p:nvSpPr>
          <p:spPr>
            <a:xfrm>
              <a:off x="160935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9" name="Google Shape;3099;p129"/>
            <p:cNvSpPr/>
            <p:nvPr/>
          </p:nvSpPr>
          <p:spPr>
            <a:xfrm>
              <a:off x="1609350" y="2028275"/>
              <a:ext cx="62200" cy="53450"/>
            </a:xfrm>
            <a:custGeom>
              <a:rect b="b" l="l" r="r" t="t"/>
              <a:pathLst>
                <a:path extrusionOk="0" h="2138" w="2488">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0" name="Google Shape;3100;p129"/>
            <p:cNvSpPr/>
            <p:nvPr/>
          </p:nvSpPr>
          <p:spPr>
            <a:xfrm>
              <a:off x="160935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1" name="Google Shape;3101;p129"/>
            <p:cNvSpPr/>
            <p:nvPr/>
          </p:nvSpPr>
          <p:spPr>
            <a:xfrm>
              <a:off x="160935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2" name="Google Shape;3102;p129"/>
            <p:cNvSpPr/>
            <p:nvPr/>
          </p:nvSpPr>
          <p:spPr>
            <a:xfrm>
              <a:off x="160935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3" name="Google Shape;3103;p129"/>
            <p:cNvSpPr/>
            <p:nvPr/>
          </p:nvSpPr>
          <p:spPr>
            <a:xfrm>
              <a:off x="1609350" y="1647400"/>
              <a:ext cx="62200" cy="53450"/>
            </a:xfrm>
            <a:custGeom>
              <a:rect b="b" l="l" r="r" t="t"/>
              <a:pathLst>
                <a:path extrusionOk="0" h="2138" w="2488">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4" name="Google Shape;3104;p129"/>
            <p:cNvSpPr/>
            <p:nvPr/>
          </p:nvSpPr>
          <p:spPr>
            <a:xfrm>
              <a:off x="16093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5" name="Google Shape;3105;p129"/>
            <p:cNvSpPr/>
            <p:nvPr/>
          </p:nvSpPr>
          <p:spPr>
            <a:xfrm>
              <a:off x="160935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6" name="Google Shape;3106;p129"/>
            <p:cNvSpPr/>
            <p:nvPr/>
          </p:nvSpPr>
          <p:spPr>
            <a:xfrm>
              <a:off x="1609350"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7" name="Google Shape;3107;p129"/>
            <p:cNvSpPr/>
            <p:nvPr/>
          </p:nvSpPr>
          <p:spPr>
            <a:xfrm>
              <a:off x="1609350" y="11143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8" name="Google Shape;3108;p129"/>
            <p:cNvSpPr/>
            <p:nvPr/>
          </p:nvSpPr>
          <p:spPr>
            <a:xfrm>
              <a:off x="1533125" y="2942425"/>
              <a:ext cx="62425" cy="53450"/>
            </a:xfrm>
            <a:custGeom>
              <a:rect b="b" l="l" r="r" t="t"/>
              <a:pathLst>
                <a:path extrusionOk="0" h="2138" w="2497">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9" name="Google Shape;3109;p129"/>
            <p:cNvSpPr/>
            <p:nvPr/>
          </p:nvSpPr>
          <p:spPr>
            <a:xfrm>
              <a:off x="1533125" y="2866425"/>
              <a:ext cx="62425" cy="53275"/>
            </a:xfrm>
            <a:custGeom>
              <a:rect b="b" l="l" r="r" t="t"/>
              <a:pathLst>
                <a:path extrusionOk="0" h="2131" w="2497">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0" name="Google Shape;3110;p129"/>
            <p:cNvSpPr/>
            <p:nvPr/>
          </p:nvSpPr>
          <p:spPr>
            <a:xfrm>
              <a:off x="1533125" y="2561575"/>
              <a:ext cx="62425" cy="53425"/>
            </a:xfrm>
            <a:custGeom>
              <a:rect b="b" l="l" r="r" t="t"/>
              <a:pathLst>
                <a:path extrusionOk="0" h="2137" w="2497">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1" name="Google Shape;3111;p129"/>
            <p:cNvSpPr/>
            <p:nvPr/>
          </p:nvSpPr>
          <p:spPr>
            <a:xfrm>
              <a:off x="1533125" y="2485550"/>
              <a:ext cx="62425" cy="53300"/>
            </a:xfrm>
            <a:custGeom>
              <a:rect b="b" l="l" r="r" t="t"/>
              <a:pathLst>
                <a:path extrusionOk="0" h="2132" w="2497">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2" name="Google Shape;3112;p129"/>
            <p:cNvSpPr/>
            <p:nvPr/>
          </p:nvSpPr>
          <p:spPr>
            <a:xfrm>
              <a:off x="1533125" y="2409350"/>
              <a:ext cx="62425" cy="53350"/>
            </a:xfrm>
            <a:custGeom>
              <a:rect b="b" l="l" r="r" t="t"/>
              <a:pathLst>
                <a:path extrusionOk="0" h="2134"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3" name="Google Shape;3113;p129"/>
            <p:cNvSpPr/>
            <p:nvPr/>
          </p:nvSpPr>
          <p:spPr>
            <a:xfrm>
              <a:off x="1533125" y="2333125"/>
              <a:ext cx="62425" cy="53450"/>
            </a:xfrm>
            <a:custGeom>
              <a:rect b="b" l="l" r="r" t="t"/>
              <a:pathLst>
                <a:path extrusionOk="0" h="2138" w="2497">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4" name="Google Shape;3114;p129"/>
            <p:cNvSpPr/>
            <p:nvPr/>
          </p:nvSpPr>
          <p:spPr>
            <a:xfrm>
              <a:off x="1533125" y="2256925"/>
              <a:ext cx="62575" cy="53425"/>
            </a:xfrm>
            <a:custGeom>
              <a:rect b="b" l="l" r="r" t="t"/>
              <a:pathLst>
                <a:path extrusionOk="0" h="2137" w="2503">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5" name="Google Shape;3115;p129"/>
            <p:cNvSpPr/>
            <p:nvPr/>
          </p:nvSpPr>
          <p:spPr>
            <a:xfrm>
              <a:off x="1533125" y="2180700"/>
              <a:ext cx="62425" cy="53350"/>
            </a:xfrm>
            <a:custGeom>
              <a:rect b="b" l="l" r="r" t="t"/>
              <a:pathLst>
                <a:path extrusionOk="0" h="2134" w="2497">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6" name="Google Shape;3116;p129"/>
            <p:cNvSpPr/>
            <p:nvPr/>
          </p:nvSpPr>
          <p:spPr>
            <a:xfrm>
              <a:off x="1533125" y="210450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7" name="Google Shape;3117;p129"/>
            <p:cNvSpPr/>
            <p:nvPr/>
          </p:nvSpPr>
          <p:spPr>
            <a:xfrm>
              <a:off x="1533125" y="2028275"/>
              <a:ext cx="62425" cy="53450"/>
            </a:xfrm>
            <a:custGeom>
              <a:rect b="b" l="l" r="r" t="t"/>
              <a:pathLst>
                <a:path extrusionOk="0" h="2138" w="2497">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8" name="Google Shape;3118;p129"/>
            <p:cNvSpPr/>
            <p:nvPr/>
          </p:nvSpPr>
          <p:spPr>
            <a:xfrm>
              <a:off x="1533125" y="1952050"/>
              <a:ext cx="62425" cy="53450"/>
            </a:xfrm>
            <a:custGeom>
              <a:rect b="b" l="l" r="r" t="t"/>
              <a:pathLst>
                <a:path extrusionOk="0" h="2138" w="2497">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9" name="Google Shape;3119;p129"/>
            <p:cNvSpPr/>
            <p:nvPr/>
          </p:nvSpPr>
          <p:spPr>
            <a:xfrm>
              <a:off x="1533125" y="1876050"/>
              <a:ext cx="62425" cy="53275"/>
            </a:xfrm>
            <a:custGeom>
              <a:rect b="b" l="l" r="r" t="t"/>
              <a:pathLst>
                <a:path extrusionOk="0" h="2131" w="2497">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0" name="Google Shape;3120;p129"/>
            <p:cNvSpPr/>
            <p:nvPr/>
          </p:nvSpPr>
          <p:spPr>
            <a:xfrm>
              <a:off x="1533125" y="179985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1" name="Google Shape;3121;p129"/>
            <p:cNvSpPr/>
            <p:nvPr/>
          </p:nvSpPr>
          <p:spPr>
            <a:xfrm>
              <a:off x="1533125" y="17236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2" name="Google Shape;3122;p129"/>
            <p:cNvSpPr/>
            <p:nvPr/>
          </p:nvSpPr>
          <p:spPr>
            <a:xfrm>
              <a:off x="1533125" y="1647400"/>
              <a:ext cx="62425" cy="53450"/>
            </a:xfrm>
            <a:custGeom>
              <a:rect b="b" l="l" r="r" t="t"/>
              <a:pathLst>
                <a:path extrusionOk="0" h="2138" w="2497">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3" name="Google Shape;3123;p129"/>
            <p:cNvSpPr/>
            <p:nvPr/>
          </p:nvSpPr>
          <p:spPr>
            <a:xfrm>
              <a:off x="1533125" y="1342750"/>
              <a:ext cx="62425" cy="53450"/>
            </a:xfrm>
            <a:custGeom>
              <a:rect b="b" l="l" r="r" t="t"/>
              <a:pathLst>
                <a:path extrusionOk="0" h="2138" w="2497">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4" name="Google Shape;3124;p129"/>
            <p:cNvSpPr/>
            <p:nvPr/>
          </p:nvSpPr>
          <p:spPr>
            <a:xfrm>
              <a:off x="1456925" y="2866425"/>
              <a:ext cx="62425" cy="53275"/>
            </a:xfrm>
            <a:custGeom>
              <a:rect b="b" l="l" r="r" t="t"/>
              <a:pathLst>
                <a:path extrusionOk="0" h="2131" w="2497">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5" name="Google Shape;3125;p129"/>
            <p:cNvSpPr/>
            <p:nvPr/>
          </p:nvSpPr>
          <p:spPr>
            <a:xfrm>
              <a:off x="1456925" y="2790200"/>
              <a:ext cx="62425" cy="53350"/>
            </a:xfrm>
            <a:custGeom>
              <a:rect b="b" l="l" r="r" t="t"/>
              <a:pathLst>
                <a:path extrusionOk="0" h="2134" w="2497">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6" name="Google Shape;3126;p129"/>
            <p:cNvSpPr/>
            <p:nvPr/>
          </p:nvSpPr>
          <p:spPr>
            <a:xfrm>
              <a:off x="145692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7" name="Google Shape;3127;p129"/>
            <p:cNvSpPr/>
            <p:nvPr/>
          </p:nvSpPr>
          <p:spPr>
            <a:xfrm>
              <a:off x="1456925" y="2637775"/>
              <a:ext cx="62425" cy="53450"/>
            </a:xfrm>
            <a:custGeom>
              <a:rect b="b" l="l" r="r" t="t"/>
              <a:pathLst>
                <a:path extrusionOk="0" h="2138" w="2497">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8" name="Google Shape;3128;p129"/>
            <p:cNvSpPr/>
            <p:nvPr/>
          </p:nvSpPr>
          <p:spPr>
            <a:xfrm>
              <a:off x="1456925" y="2561575"/>
              <a:ext cx="62425" cy="53425"/>
            </a:xfrm>
            <a:custGeom>
              <a:rect b="b" l="l" r="r" t="t"/>
              <a:pathLst>
                <a:path extrusionOk="0" h="2137" w="2497">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9" name="Google Shape;3129;p129"/>
            <p:cNvSpPr/>
            <p:nvPr/>
          </p:nvSpPr>
          <p:spPr>
            <a:xfrm>
              <a:off x="1456925" y="2485550"/>
              <a:ext cx="62425" cy="53300"/>
            </a:xfrm>
            <a:custGeom>
              <a:rect b="b" l="l" r="r" t="t"/>
              <a:pathLst>
                <a:path extrusionOk="0" h="2132" w="2497">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0" name="Google Shape;3130;p129"/>
            <p:cNvSpPr/>
            <p:nvPr/>
          </p:nvSpPr>
          <p:spPr>
            <a:xfrm>
              <a:off x="1456925" y="2409350"/>
              <a:ext cx="62425" cy="53350"/>
            </a:xfrm>
            <a:custGeom>
              <a:rect b="b" l="l" r="r" t="t"/>
              <a:pathLst>
                <a:path extrusionOk="0" h="2134" w="2497">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1" name="Google Shape;3131;p129"/>
            <p:cNvSpPr/>
            <p:nvPr/>
          </p:nvSpPr>
          <p:spPr>
            <a:xfrm>
              <a:off x="1456925" y="2333125"/>
              <a:ext cx="62425" cy="53450"/>
            </a:xfrm>
            <a:custGeom>
              <a:rect b="b" l="l" r="r" t="t"/>
              <a:pathLst>
                <a:path extrusionOk="0" h="2138" w="2497">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2" name="Google Shape;3132;p129"/>
            <p:cNvSpPr/>
            <p:nvPr/>
          </p:nvSpPr>
          <p:spPr>
            <a:xfrm>
              <a:off x="145692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3" name="Google Shape;3133;p129"/>
            <p:cNvSpPr/>
            <p:nvPr/>
          </p:nvSpPr>
          <p:spPr>
            <a:xfrm>
              <a:off x="1456925" y="2180700"/>
              <a:ext cx="62425" cy="53350"/>
            </a:xfrm>
            <a:custGeom>
              <a:rect b="b" l="l" r="r" t="t"/>
              <a:pathLst>
                <a:path extrusionOk="0" h="2134" w="2497">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4" name="Google Shape;3134;p129"/>
            <p:cNvSpPr/>
            <p:nvPr/>
          </p:nvSpPr>
          <p:spPr>
            <a:xfrm>
              <a:off x="145692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5" name="Google Shape;3135;p129"/>
            <p:cNvSpPr/>
            <p:nvPr/>
          </p:nvSpPr>
          <p:spPr>
            <a:xfrm>
              <a:off x="1456925" y="2028275"/>
              <a:ext cx="62425" cy="53450"/>
            </a:xfrm>
            <a:custGeom>
              <a:rect b="b" l="l" r="r" t="t"/>
              <a:pathLst>
                <a:path extrusionOk="0" h="2138" w="2497">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6" name="Google Shape;3136;p129"/>
            <p:cNvSpPr/>
            <p:nvPr/>
          </p:nvSpPr>
          <p:spPr>
            <a:xfrm>
              <a:off x="1456925" y="1952050"/>
              <a:ext cx="62425" cy="53450"/>
            </a:xfrm>
            <a:custGeom>
              <a:rect b="b" l="l" r="r" t="t"/>
              <a:pathLst>
                <a:path extrusionOk="0" h="2138" w="2497">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7" name="Google Shape;3137;p129"/>
            <p:cNvSpPr/>
            <p:nvPr/>
          </p:nvSpPr>
          <p:spPr>
            <a:xfrm>
              <a:off x="1456925"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8" name="Google Shape;3138;p129"/>
            <p:cNvSpPr/>
            <p:nvPr/>
          </p:nvSpPr>
          <p:spPr>
            <a:xfrm>
              <a:off x="1456925" y="1799850"/>
              <a:ext cx="62425" cy="53325"/>
            </a:xfrm>
            <a:custGeom>
              <a:rect b="b" l="l" r="r" t="t"/>
              <a:pathLst>
                <a:path extrusionOk="0" h="2133" w="2497">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9" name="Google Shape;3139;p129"/>
            <p:cNvSpPr/>
            <p:nvPr/>
          </p:nvSpPr>
          <p:spPr>
            <a:xfrm>
              <a:off x="1456925"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0" name="Google Shape;3140;p129"/>
            <p:cNvSpPr/>
            <p:nvPr/>
          </p:nvSpPr>
          <p:spPr>
            <a:xfrm>
              <a:off x="1456925" y="1647400"/>
              <a:ext cx="62425" cy="53450"/>
            </a:xfrm>
            <a:custGeom>
              <a:rect b="b" l="l" r="r" t="t"/>
              <a:pathLst>
                <a:path extrusionOk="0" h="2138" w="2497">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1" name="Google Shape;3141;p129"/>
            <p:cNvSpPr/>
            <p:nvPr/>
          </p:nvSpPr>
          <p:spPr>
            <a:xfrm>
              <a:off x="1456925" y="1571400"/>
              <a:ext cx="62425" cy="53250"/>
            </a:xfrm>
            <a:custGeom>
              <a:rect b="b" l="l" r="r" t="t"/>
              <a:pathLst>
                <a:path extrusionOk="0" h="2130" w="2497">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2" name="Google Shape;3142;p129"/>
            <p:cNvSpPr/>
            <p:nvPr/>
          </p:nvSpPr>
          <p:spPr>
            <a:xfrm>
              <a:off x="1456925" y="1266550"/>
              <a:ext cx="62425" cy="53450"/>
            </a:xfrm>
            <a:custGeom>
              <a:rect b="b" l="l" r="r" t="t"/>
              <a:pathLst>
                <a:path extrusionOk="0" h="2138" w="2497">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3" name="Google Shape;3143;p129"/>
            <p:cNvSpPr/>
            <p:nvPr/>
          </p:nvSpPr>
          <p:spPr>
            <a:xfrm>
              <a:off x="1380900"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4" name="Google Shape;3144;p129"/>
            <p:cNvSpPr/>
            <p:nvPr/>
          </p:nvSpPr>
          <p:spPr>
            <a:xfrm>
              <a:off x="1380900"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5" name="Google Shape;3145;p129"/>
            <p:cNvSpPr/>
            <p:nvPr/>
          </p:nvSpPr>
          <p:spPr>
            <a:xfrm>
              <a:off x="1380900" y="2637775"/>
              <a:ext cx="62225" cy="53450"/>
            </a:xfrm>
            <a:custGeom>
              <a:rect b="b" l="l" r="r" t="t"/>
              <a:pathLst>
                <a:path extrusionOk="0" h="2138" w="2489">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6" name="Google Shape;3146;p129"/>
            <p:cNvSpPr/>
            <p:nvPr/>
          </p:nvSpPr>
          <p:spPr>
            <a:xfrm>
              <a:off x="138090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7" name="Google Shape;3147;p129"/>
            <p:cNvSpPr/>
            <p:nvPr/>
          </p:nvSpPr>
          <p:spPr>
            <a:xfrm>
              <a:off x="1380900" y="2485550"/>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8" name="Google Shape;3148;p129"/>
            <p:cNvSpPr/>
            <p:nvPr/>
          </p:nvSpPr>
          <p:spPr>
            <a:xfrm>
              <a:off x="138090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9" name="Google Shape;3149;p129"/>
            <p:cNvSpPr/>
            <p:nvPr/>
          </p:nvSpPr>
          <p:spPr>
            <a:xfrm>
              <a:off x="138090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0" name="Google Shape;3150;p129"/>
            <p:cNvSpPr/>
            <p:nvPr/>
          </p:nvSpPr>
          <p:spPr>
            <a:xfrm>
              <a:off x="1380900" y="2256925"/>
              <a:ext cx="62375" cy="53425"/>
            </a:xfrm>
            <a:custGeom>
              <a:rect b="b" l="l" r="r" t="t"/>
              <a:pathLst>
                <a:path extrusionOk="0" h="2137" w="2495">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1" name="Google Shape;3151;p129"/>
            <p:cNvSpPr/>
            <p:nvPr/>
          </p:nvSpPr>
          <p:spPr>
            <a:xfrm>
              <a:off x="138090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2" name="Google Shape;3152;p129"/>
            <p:cNvSpPr/>
            <p:nvPr/>
          </p:nvSpPr>
          <p:spPr>
            <a:xfrm>
              <a:off x="138090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3" name="Google Shape;3153;p129"/>
            <p:cNvSpPr/>
            <p:nvPr/>
          </p:nvSpPr>
          <p:spPr>
            <a:xfrm>
              <a:off x="138090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4" name="Google Shape;3154;p129"/>
            <p:cNvSpPr/>
            <p:nvPr/>
          </p:nvSpPr>
          <p:spPr>
            <a:xfrm>
              <a:off x="138090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5" name="Google Shape;3155;p129"/>
            <p:cNvSpPr/>
            <p:nvPr/>
          </p:nvSpPr>
          <p:spPr>
            <a:xfrm>
              <a:off x="138090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6" name="Google Shape;3156;p129"/>
            <p:cNvSpPr/>
            <p:nvPr/>
          </p:nvSpPr>
          <p:spPr>
            <a:xfrm>
              <a:off x="1380900"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7" name="Google Shape;3157;p129"/>
            <p:cNvSpPr/>
            <p:nvPr/>
          </p:nvSpPr>
          <p:spPr>
            <a:xfrm>
              <a:off x="138090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8" name="Google Shape;3158;p129"/>
            <p:cNvSpPr/>
            <p:nvPr/>
          </p:nvSpPr>
          <p:spPr>
            <a:xfrm>
              <a:off x="1380900"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9" name="Google Shape;3159;p129"/>
            <p:cNvSpPr/>
            <p:nvPr/>
          </p:nvSpPr>
          <p:spPr>
            <a:xfrm>
              <a:off x="138090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0" name="Google Shape;3160;p129"/>
            <p:cNvSpPr/>
            <p:nvPr/>
          </p:nvSpPr>
          <p:spPr>
            <a:xfrm>
              <a:off x="138090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1" name="Google Shape;3161;p129"/>
            <p:cNvSpPr/>
            <p:nvPr/>
          </p:nvSpPr>
          <p:spPr>
            <a:xfrm>
              <a:off x="130470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2" name="Google Shape;3162;p129"/>
            <p:cNvSpPr/>
            <p:nvPr/>
          </p:nvSpPr>
          <p:spPr>
            <a:xfrm>
              <a:off x="1304700" y="2485550"/>
              <a:ext cx="62200" cy="53300"/>
            </a:xfrm>
            <a:custGeom>
              <a:rect b="b" l="l" r="r" t="t"/>
              <a:pathLst>
                <a:path extrusionOk="0" h="2132" w="2488">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3" name="Google Shape;3163;p129"/>
            <p:cNvSpPr/>
            <p:nvPr/>
          </p:nvSpPr>
          <p:spPr>
            <a:xfrm>
              <a:off x="1304700" y="240935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4" name="Google Shape;3164;p129"/>
            <p:cNvSpPr/>
            <p:nvPr/>
          </p:nvSpPr>
          <p:spPr>
            <a:xfrm>
              <a:off x="130470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5" name="Google Shape;3165;p129"/>
            <p:cNvSpPr/>
            <p:nvPr/>
          </p:nvSpPr>
          <p:spPr>
            <a:xfrm>
              <a:off x="130470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6" name="Google Shape;3166;p129"/>
            <p:cNvSpPr/>
            <p:nvPr/>
          </p:nvSpPr>
          <p:spPr>
            <a:xfrm>
              <a:off x="1304700" y="2180700"/>
              <a:ext cx="62200" cy="53350"/>
            </a:xfrm>
            <a:custGeom>
              <a:rect b="b" l="l" r="r" t="t"/>
              <a:pathLst>
                <a:path extrusionOk="0" h="2134" w="2488">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7" name="Google Shape;3167;p129"/>
            <p:cNvSpPr/>
            <p:nvPr/>
          </p:nvSpPr>
          <p:spPr>
            <a:xfrm>
              <a:off x="130470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8" name="Google Shape;3168;p129"/>
            <p:cNvSpPr/>
            <p:nvPr/>
          </p:nvSpPr>
          <p:spPr>
            <a:xfrm>
              <a:off x="130470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9" name="Google Shape;3169;p129"/>
            <p:cNvSpPr/>
            <p:nvPr/>
          </p:nvSpPr>
          <p:spPr>
            <a:xfrm>
              <a:off x="130470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0" name="Google Shape;3170;p129"/>
            <p:cNvSpPr/>
            <p:nvPr/>
          </p:nvSpPr>
          <p:spPr>
            <a:xfrm>
              <a:off x="130470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1" name="Google Shape;3171;p129"/>
            <p:cNvSpPr/>
            <p:nvPr/>
          </p:nvSpPr>
          <p:spPr>
            <a:xfrm>
              <a:off x="1304700" y="179985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2" name="Google Shape;3172;p129"/>
            <p:cNvSpPr/>
            <p:nvPr/>
          </p:nvSpPr>
          <p:spPr>
            <a:xfrm>
              <a:off x="130470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3" name="Google Shape;3173;p129"/>
            <p:cNvSpPr/>
            <p:nvPr/>
          </p:nvSpPr>
          <p:spPr>
            <a:xfrm>
              <a:off x="1304700"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4" name="Google Shape;3174;p129"/>
            <p:cNvSpPr/>
            <p:nvPr/>
          </p:nvSpPr>
          <p:spPr>
            <a:xfrm>
              <a:off x="130470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5" name="Google Shape;3175;p129"/>
            <p:cNvSpPr/>
            <p:nvPr/>
          </p:nvSpPr>
          <p:spPr>
            <a:xfrm>
              <a:off x="130470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6" name="Google Shape;3176;p129"/>
            <p:cNvSpPr/>
            <p:nvPr/>
          </p:nvSpPr>
          <p:spPr>
            <a:xfrm>
              <a:off x="130470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7" name="Google Shape;3177;p129"/>
            <p:cNvSpPr/>
            <p:nvPr/>
          </p:nvSpPr>
          <p:spPr>
            <a:xfrm>
              <a:off x="1304700" y="119055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8" name="Google Shape;3178;p129"/>
            <p:cNvSpPr/>
            <p:nvPr/>
          </p:nvSpPr>
          <p:spPr>
            <a:xfrm>
              <a:off x="122847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9" name="Google Shape;3179;p129"/>
            <p:cNvSpPr/>
            <p:nvPr/>
          </p:nvSpPr>
          <p:spPr>
            <a:xfrm>
              <a:off x="1228475"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0" name="Google Shape;3180;p129"/>
            <p:cNvSpPr/>
            <p:nvPr/>
          </p:nvSpPr>
          <p:spPr>
            <a:xfrm>
              <a:off x="1228475"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1" name="Google Shape;3181;p129"/>
            <p:cNvSpPr/>
            <p:nvPr/>
          </p:nvSpPr>
          <p:spPr>
            <a:xfrm>
              <a:off x="1228475" y="2485550"/>
              <a:ext cx="62225" cy="53300"/>
            </a:xfrm>
            <a:custGeom>
              <a:rect b="b" l="l" r="r" t="t"/>
              <a:pathLst>
                <a:path extrusionOk="0" h="2132" w="2489">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2" name="Google Shape;3182;p129"/>
            <p:cNvSpPr/>
            <p:nvPr/>
          </p:nvSpPr>
          <p:spPr>
            <a:xfrm>
              <a:off x="1228475"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3" name="Google Shape;3183;p129"/>
            <p:cNvSpPr/>
            <p:nvPr/>
          </p:nvSpPr>
          <p:spPr>
            <a:xfrm>
              <a:off x="1228475" y="2333125"/>
              <a:ext cx="62225" cy="53450"/>
            </a:xfrm>
            <a:custGeom>
              <a:rect b="b" l="l" r="r" t="t"/>
              <a:pathLst>
                <a:path extrusionOk="0" h="2138" w="2489">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4" name="Google Shape;3184;p129"/>
            <p:cNvSpPr/>
            <p:nvPr/>
          </p:nvSpPr>
          <p:spPr>
            <a:xfrm>
              <a:off x="1228475"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5" name="Google Shape;3185;p129"/>
            <p:cNvSpPr/>
            <p:nvPr/>
          </p:nvSpPr>
          <p:spPr>
            <a:xfrm>
              <a:off x="1228475"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6" name="Google Shape;3186;p129"/>
            <p:cNvSpPr/>
            <p:nvPr/>
          </p:nvSpPr>
          <p:spPr>
            <a:xfrm>
              <a:off x="1228475"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7" name="Google Shape;3187;p129"/>
            <p:cNvSpPr/>
            <p:nvPr/>
          </p:nvSpPr>
          <p:spPr>
            <a:xfrm>
              <a:off x="122847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8" name="Google Shape;3188;p129"/>
            <p:cNvSpPr/>
            <p:nvPr/>
          </p:nvSpPr>
          <p:spPr>
            <a:xfrm>
              <a:off x="122847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9" name="Google Shape;3189;p129"/>
            <p:cNvSpPr/>
            <p:nvPr/>
          </p:nvSpPr>
          <p:spPr>
            <a:xfrm>
              <a:off x="1228475"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0" name="Google Shape;3190;p129"/>
            <p:cNvSpPr/>
            <p:nvPr/>
          </p:nvSpPr>
          <p:spPr>
            <a:xfrm>
              <a:off x="122847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1" name="Google Shape;3191;p129"/>
            <p:cNvSpPr/>
            <p:nvPr/>
          </p:nvSpPr>
          <p:spPr>
            <a:xfrm>
              <a:off x="12284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2" name="Google Shape;3192;p129"/>
            <p:cNvSpPr/>
            <p:nvPr/>
          </p:nvSpPr>
          <p:spPr>
            <a:xfrm>
              <a:off x="12284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3" name="Google Shape;3193;p129"/>
            <p:cNvSpPr/>
            <p:nvPr/>
          </p:nvSpPr>
          <p:spPr>
            <a:xfrm>
              <a:off x="122847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4" name="Google Shape;3194;p129"/>
            <p:cNvSpPr/>
            <p:nvPr/>
          </p:nvSpPr>
          <p:spPr>
            <a:xfrm>
              <a:off x="1228475"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5" name="Google Shape;3195;p129"/>
            <p:cNvSpPr/>
            <p:nvPr/>
          </p:nvSpPr>
          <p:spPr>
            <a:xfrm>
              <a:off x="1228475"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6" name="Google Shape;3196;p129"/>
            <p:cNvSpPr/>
            <p:nvPr/>
          </p:nvSpPr>
          <p:spPr>
            <a:xfrm>
              <a:off x="1152275" y="2561575"/>
              <a:ext cx="62400" cy="53425"/>
            </a:xfrm>
            <a:custGeom>
              <a:rect b="b" l="l" r="r" t="t"/>
              <a:pathLst>
                <a:path extrusionOk="0" h="2137" w="2496">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7" name="Google Shape;3197;p129"/>
            <p:cNvSpPr/>
            <p:nvPr/>
          </p:nvSpPr>
          <p:spPr>
            <a:xfrm>
              <a:off x="1152275" y="2485550"/>
              <a:ext cx="62400" cy="53300"/>
            </a:xfrm>
            <a:custGeom>
              <a:rect b="b" l="l" r="r" t="t"/>
              <a:pathLst>
                <a:path extrusionOk="0" h="2132" w="2496">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8" name="Google Shape;3198;p129"/>
            <p:cNvSpPr/>
            <p:nvPr/>
          </p:nvSpPr>
          <p:spPr>
            <a:xfrm>
              <a:off x="1152275" y="2409350"/>
              <a:ext cx="62400" cy="53350"/>
            </a:xfrm>
            <a:custGeom>
              <a:rect b="b" l="l" r="r" t="t"/>
              <a:pathLst>
                <a:path extrusionOk="0" h="2134" w="2496">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9" name="Google Shape;3199;p129"/>
            <p:cNvSpPr/>
            <p:nvPr/>
          </p:nvSpPr>
          <p:spPr>
            <a:xfrm>
              <a:off x="1152275" y="2333125"/>
              <a:ext cx="62400" cy="53450"/>
            </a:xfrm>
            <a:custGeom>
              <a:rect b="b" l="l" r="r" t="t"/>
              <a:pathLst>
                <a:path extrusionOk="0" h="2138" w="2496">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0" name="Google Shape;3200;p129"/>
            <p:cNvSpPr/>
            <p:nvPr/>
          </p:nvSpPr>
          <p:spPr>
            <a:xfrm>
              <a:off x="115227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1" name="Google Shape;3201;p129"/>
            <p:cNvSpPr/>
            <p:nvPr/>
          </p:nvSpPr>
          <p:spPr>
            <a:xfrm>
              <a:off x="1152275" y="2180700"/>
              <a:ext cx="62400" cy="53350"/>
            </a:xfrm>
            <a:custGeom>
              <a:rect b="b" l="l" r="r" t="t"/>
              <a:pathLst>
                <a:path extrusionOk="0" h="2134" w="2496">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2" name="Google Shape;3202;p129"/>
            <p:cNvSpPr/>
            <p:nvPr/>
          </p:nvSpPr>
          <p:spPr>
            <a:xfrm>
              <a:off x="1152275" y="2104500"/>
              <a:ext cx="62400" cy="53325"/>
            </a:xfrm>
            <a:custGeom>
              <a:rect b="b" l="l" r="r" t="t"/>
              <a:pathLst>
                <a:path extrusionOk="0" h="2133" w="2496">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3" name="Google Shape;3203;p129"/>
            <p:cNvSpPr/>
            <p:nvPr/>
          </p:nvSpPr>
          <p:spPr>
            <a:xfrm>
              <a:off x="1152275" y="2028275"/>
              <a:ext cx="62400" cy="53450"/>
            </a:xfrm>
            <a:custGeom>
              <a:rect b="b" l="l" r="r" t="t"/>
              <a:pathLst>
                <a:path extrusionOk="0" h="2138" w="2496">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4" name="Google Shape;3204;p129"/>
            <p:cNvSpPr/>
            <p:nvPr/>
          </p:nvSpPr>
          <p:spPr>
            <a:xfrm>
              <a:off x="1152275" y="1952050"/>
              <a:ext cx="62400" cy="53450"/>
            </a:xfrm>
            <a:custGeom>
              <a:rect b="b" l="l" r="r" t="t"/>
              <a:pathLst>
                <a:path extrusionOk="0" h="2138" w="2496">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5" name="Google Shape;3205;p129"/>
            <p:cNvSpPr/>
            <p:nvPr/>
          </p:nvSpPr>
          <p:spPr>
            <a:xfrm>
              <a:off x="1152275" y="1876050"/>
              <a:ext cx="62400" cy="53275"/>
            </a:xfrm>
            <a:custGeom>
              <a:rect b="b" l="l" r="r" t="t"/>
              <a:pathLst>
                <a:path extrusionOk="0" h="2131" w="2496">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6" name="Google Shape;3206;p129"/>
            <p:cNvSpPr/>
            <p:nvPr/>
          </p:nvSpPr>
          <p:spPr>
            <a:xfrm>
              <a:off x="1152275" y="1799850"/>
              <a:ext cx="62400" cy="53325"/>
            </a:xfrm>
            <a:custGeom>
              <a:rect b="b" l="l" r="r" t="t"/>
              <a:pathLst>
                <a:path extrusionOk="0" h="2133" w="2496">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7" name="Google Shape;3207;p129"/>
            <p:cNvSpPr/>
            <p:nvPr/>
          </p:nvSpPr>
          <p:spPr>
            <a:xfrm>
              <a:off x="1152275" y="1723625"/>
              <a:ext cx="62400" cy="53350"/>
            </a:xfrm>
            <a:custGeom>
              <a:rect b="b" l="l" r="r" t="t"/>
              <a:pathLst>
                <a:path extrusionOk="0" h="2134" w="2496">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8" name="Google Shape;3208;p129"/>
            <p:cNvSpPr/>
            <p:nvPr/>
          </p:nvSpPr>
          <p:spPr>
            <a:xfrm>
              <a:off x="1152275" y="164740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9" name="Google Shape;3209;p129"/>
            <p:cNvSpPr/>
            <p:nvPr/>
          </p:nvSpPr>
          <p:spPr>
            <a:xfrm>
              <a:off x="1152275" y="1571400"/>
              <a:ext cx="62400" cy="53250"/>
            </a:xfrm>
            <a:custGeom>
              <a:rect b="b" l="l" r="r" t="t"/>
              <a:pathLst>
                <a:path extrusionOk="0" h="2130" w="2496">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0" name="Google Shape;3210;p129"/>
            <p:cNvSpPr/>
            <p:nvPr/>
          </p:nvSpPr>
          <p:spPr>
            <a:xfrm>
              <a:off x="1152275"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1" name="Google Shape;3211;p129"/>
            <p:cNvSpPr/>
            <p:nvPr/>
          </p:nvSpPr>
          <p:spPr>
            <a:xfrm>
              <a:off x="1076050" y="240935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2" name="Google Shape;3212;p129"/>
            <p:cNvSpPr/>
            <p:nvPr/>
          </p:nvSpPr>
          <p:spPr>
            <a:xfrm>
              <a:off x="1076050"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3" name="Google Shape;3213;p129"/>
            <p:cNvSpPr/>
            <p:nvPr/>
          </p:nvSpPr>
          <p:spPr>
            <a:xfrm>
              <a:off x="1076050" y="2256925"/>
              <a:ext cx="62575" cy="53425"/>
            </a:xfrm>
            <a:custGeom>
              <a:rect b="b" l="l" r="r" t="t"/>
              <a:pathLst>
                <a:path extrusionOk="0" h="2137" w="2503">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4" name="Google Shape;3214;p129"/>
            <p:cNvSpPr/>
            <p:nvPr/>
          </p:nvSpPr>
          <p:spPr>
            <a:xfrm>
              <a:off x="1076050"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5" name="Google Shape;3215;p129"/>
            <p:cNvSpPr/>
            <p:nvPr/>
          </p:nvSpPr>
          <p:spPr>
            <a:xfrm>
              <a:off x="1076050" y="21045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6" name="Google Shape;3216;p129"/>
            <p:cNvSpPr/>
            <p:nvPr/>
          </p:nvSpPr>
          <p:spPr>
            <a:xfrm>
              <a:off x="1076050"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7" name="Google Shape;3217;p129"/>
            <p:cNvSpPr/>
            <p:nvPr/>
          </p:nvSpPr>
          <p:spPr>
            <a:xfrm>
              <a:off x="1076050" y="1952050"/>
              <a:ext cx="62425" cy="53450"/>
            </a:xfrm>
            <a:custGeom>
              <a:rect b="b" l="l" r="r" t="t"/>
              <a:pathLst>
                <a:path extrusionOk="0" h="2138" w="2497">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8" name="Google Shape;3218;p129"/>
            <p:cNvSpPr/>
            <p:nvPr/>
          </p:nvSpPr>
          <p:spPr>
            <a:xfrm>
              <a:off x="1076050" y="1876050"/>
              <a:ext cx="62425" cy="53275"/>
            </a:xfrm>
            <a:custGeom>
              <a:rect b="b" l="l" r="r" t="t"/>
              <a:pathLst>
                <a:path extrusionOk="0" h="2131" w="2497">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9" name="Google Shape;3219;p129"/>
            <p:cNvSpPr/>
            <p:nvPr/>
          </p:nvSpPr>
          <p:spPr>
            <a:xfrm>
              <a:off x="1076050"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0" name="Google Shape;3220;p129"/>
            <p:cNvSpPr/>
            <p:nvPr/>
          </p:nvSpPr>
          <p:spPr>
            <a:xfrm>
              <a:off x="1076050"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1" name="Google Shape;3221;p129"/>
            <p:cNvSpPr/>
            <p:nvPr/>
          </p:nvSpPr>
          <p:spPr>
            <a:xfrm>
              <a:off x="1076050" y="1647400"/>
              <a:ext cx="62425" cy="53450"/>
            </a:xfrm>
            <a:custGeom>
              <a:rect b="b" l="l" r="r" t="t"/>
              <a:pathLst>
                <a:path extrusionOk="0" h="2138" w="2497">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2" name="Google Shape;3222;p129"/>
            <p:cNvSpPr/>
            <p:nvPr/>
          </p:nvSpPr>
          <p:spPr>
            <a:xfrm>
              <a:off x="1076050" y="1571400"/>
              <a:ext cx="62425" cy="53250"/>
            </a:xfrm>
            <a:custGeom>
              <a:rect b="b" l="l" r="r" t="t"/>
              <a:pathLst>
                <a:path extrusionOk="0" h="2130" w="2497">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3" name="Google Shape;3223;p129"/>
            <p:cNvSpPr/>
            <p:nvPr/>
          </p:nvSpPr>
          <p:spPr>
            <a:xfrm>
              <a:off x="1076050" y="141897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4" name="Google Shape;3224;p129"/>
            <p:cNvSpPr/>
            <p:nvPr/>
          </p:nvSpPr>
          <p:spPr>
            <a:xfrm>
              <a:off x="1076050" y="1342750"/>
              <a:ext cx="62425" cy="53450"/>
            </a:xfrm>
            <a:custGeom>
              <a:rect b="b" l="l" r="r" t="t"/>
              <a:pathLst>
                <a:path extrusionOk="0" h="2138" w="2497">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5" name="Google Shape;3225;p129"/>
            <p:cNvSpPr/>
            <p:nvPr/>
          </p:nvSpPr>
          <p:spPr>
            <a:xfrm>
              <a:off x="1076050" y="1266550"/>
              <a:ext cx="62425" cy="53450"/>
            </a:xfrm>
            <a:custGeom>
              <a:rect b="b" l="l" r="r" t="t"/>
              <a:pathLst>
                <a:path extrusionOk="0" h="2138" w="2497">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6" name="Google Shape;3226;p129"/>
            <p:cNvSpPr/>
            <p:nvPr/>
          </p:nvSpPr>
          <p:spPr>
            <a:xfrm>
              <a:off x="1000050" y="210450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7" name="Google Shape;3227;p129"/>
            <p:cNvSpPr/>
            <p:nvPr/>
          </p:nvSpPr>
          <p:spPr>
            <a:xfrm>
              <a:off x="1000050" y="2028275"/>
              <a:ext cx="62200" cy="53450"/>
            </a:xfrm>
            <a:custGeom>
              <a:rect b="b" l="l" r="r" t="t"/>
              <a:pathLst>
                <a:path extrusionOk="0" h="2138" w="2488">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8" name="Google Shape;3228;p129"/>
            <p:cNvSpPr/>
            <p:nvPr/>
          </p:nvSpPr>
          <p:spPr>
            <a:xfrm>
              <a:off x="1000050" y="1952050"/>
              <a:ext cx="62200" cy="53450"/>
            </a:xfrm>
            <a:custGeom>
              <a:rect b="b" l="l" r="r" t="t"/>
              <a:pathLst>
                <a:path extrusionOk="0" h="2138" w="2488">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9" name="Google Shape;3229;p129"/>
            <p:cNvSpPr/>
            <p:nvPr/>
          </p:nvSpPr>
          <p:spPr>
            <a:xfrm>
              <a:off x="1000050"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0" name="Google Shape;3230;p129"/>
            <p:cNvSpPr/>
            <p:nvPr/>
          </p:nvSpPr>
          <p:spPr>
            <a:xfrm>
              <a:off x="1000050"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1" name="Google Shape;3231;p129"/>
            <p:cNvSpPr/>
            <p:nvPr/>
          </p:nvSpPr>
          <p:spPr>
            <a:xfrm>
              <a:off x="1000050" y="1723625"/>
              <a:ext cx="62200" cy="53350"/>
            </a:xfrm>
            <a:custGeom>
              <a:rect b="b" l="l" r="r" t="t"/>
              <a:pathLst>
                <a:path extrusionOk="0" h="2134" w="2488">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2" name="Google Shape;3232;p129"/>
            <p:cNvSpPr/>
            <p:nvPr/>
          </p:nvSpPr>
          <p:spPr>
            <a:xfrm>
              <a:off x="1000050" y="1647400"/>
              <a:ext cx="62200" cy="53450"/>
            </a:xfrm>
            <a:custGeom>
              <a:rect b="b" l="l" r="r" t="t"/>
              <a:pathLst>
                <a:path extrusionOk="0" h="2138" w="2488">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3" name="Google Shape;3233;p129"/>
            <p:cNvSpPr/>
            <p:nvPr/>
          </p:nvSpPr>
          <p:spPr>
            <a:xfrm>
              <a:off x="1000050"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4" name="Google Shape;3234;p129"/>
            <p:cNvSpPr/>
            <p:nvPr/>
          </p:nvSpPr>
          <p:spPr>
            <a:xfrm>
              <a:off x="1000050" y="1342750"/>
              <a:ext cx="62200" cy="53450"/>
            </a:xfrm>
            <a:custGeom>
              <a:rect b="b" l="l" r="r" t="t"/>
              <a:pathLst>
                <a:path extrusionOk="0" h="2138" w="2488">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5" name="Google Shape;3235;p129"/>
            <p:cNvSpPr/>
            <p:nvPr/>
          </p:nvSpPr>
          <p:spPr>
            <a:xfrm>
              <a:off x="92382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6" name="Google Shape;3236;p129"/>
            <p:cNvSpPr/>
            <p:nvPr/>
          </p:nvSpPr>
          <p:spPr>
            <a:xfrm>
              <a:off x="92382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7" name="Google Shape;3237;p129"/>
            <p:cNvSpPr/>
            <p:nvPr/>
          </p:nvSpPr>
          <p:spPr>
            <a:xfrm>
              <a:off x="923825" y="1876050"/>
              <a:ext cx="62225" cy="53350"/>
            </a:xfrm>
            <a:custGeom>
              <a:rect b="b" l="l" r="r" t="t"/>
              <a:pathLst>
                <a:path extrusionOk="0" h="2134" w="2489">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8" name="Google Shape;3238;p129"/>
            <p:cNvSpPr/>
            <p:nvPr/>
          </p:nvSpPr>
          <p:spPr>
            <a:xfrm>
              <a:off x="92382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9" name="Google Shape;3239;p129"/>
            <p:cNvSpPr/>
            <p:nvPr/>
          </p:nvSpPr>
          <p:spPr>
            <a:xfrm>
              <a:off x="92382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0" name="Google Shape;3240;p129"/>
            <p:cNvSpPr/>
            <p:nvPr/>
          </p:nvSpPr>
          <p:spPr>
            <a:xfrm>
              <a:off x="92382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1" name="Google Shape;3241;p129"/>
            <p:cNvSpPr/>
            <p:nvPr/>
          </p:nvSpPr>
          <p:spPr>
            <a:xfrm>
              <a:off x="92382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2" name="Google Shape;3242;p129"/>
            <p:cNvSpPr/>
            <p:nvPr/>
          </p:nvSpPr>
          <p:spPr>
            <a:xfrm>
              <a:off x="847625"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3" name="Google Shape;3243;p129"/>
            <p:cNvSpPr/>
            <p:nvPr/>
          </p:nvSpPr>
          <p:spPr>
            <a:xfrm>
              <a:off x="847625"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4" name="Google Shape;3244;p129"/>
            <p:cNvSpPr/>
            <p:nvPr/>
          </p:nvSpPr>
          <p:spPr>
            <a:xfrm>
              <a:off x="8476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5" name="Google Shape;3245;p129"/>
            <p:cNvSpPr/>
            <p:nvPr/>
          </p:nvSpPr>
          <p:spPr>
            <a:xfrm>
              <a:off x="8476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6" name="Google Shape;3246;p129"/>
            <p:cNvSpPr/>
            <p:nvPr/>
          </p:nvSpPr>
          <p:spPr>
            <a:xfrm>
              <a:off x="8476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7" name="Google Shape;3247;p129"/>
            <p:cNvSpPr/>
            <p:nvPr/>
          </p:nvSpPr>
          <p:spPr>
            <a:xfrm>
              <a:off x="8476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8" name="Google Shape;3248;p129"/>
            <p:cNvSpPr/>
            <p:nvPr/>
          </p:nvSpPr>
          <p:spPr>
            <a:xfrm>
              <a:off x="771400" y="179985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9" name="Google Shape;3249;p129"/>
            <p:cNvSpPr/>
            <p:nvPr/>
          </p:nvSpPr>
          <p:spPr>
            <a:xfrm>
              <a:off x="771400" y="17236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0" name="Google Shape;3250;p129"/>
            <p:cNvSpPr/>
            <p:nvPr/>
          </p:nvSpPr>
          <p:spPr>
            <a:xfrm>
              <a:off x="771400" y="1647400"/>
              <a:ext cx="62425" cy="53450"/>
            </a:xfrm>
            <a:custGeom>
              <a:rect b="b" l="l" r="r" t="t"/>
              <a:pathLst>
                <a:path extrusionOk="0" h="2138" w="2497">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1" name="Google Shape;3251;p129"/>
            <p:cNvSpPr/>
            <p:nvPr/>
          </p:nvSpPr>
          <p:spPr>
            <a:xfrm>
              <a:off x="771400" y="1571400"/>
              <a:ext cx="62425" cy="53250"/>
            </a:xfrm>
            <a:custGeom>
              <a:rect b="b" l="l" r="r" t="t"/>
              <a:pathLst>
                <a:path extrusionOk="0" h="2130" w="2497">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2" name="Google Shape;3252;p129"/>
            <p:cNvSpPr/>
            <p:nvPr/>
          </p:nvSpPr>
          <p:spPr>
            <a:xfrm>
              <a:off x="695200" y="1799850"/>
              <a:ext cx="62200" cy="53325"/>
            </a:xfrm>
            <a:custGeom>
              <a:rect b="b" l="l" r="r" t="t"/>
              <a:pathLst>
                <a:path extrusionOk="0" h="2133" w="2488">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3" name="Google Shape;3253;p129"/>
            <p:cNvSpPr/>
            <p:nvPr/>
          </p:nvSpPr>
          <p:spPr>
            <a:xfrm>
              <a:off x="695200" y="1723625"/>
              <a:ext cx="62200" cy="53350"/>
            </a:xfrm>
            <a:custGeom>
              <a:rect b="b" l="l" r="r" t="t"/>
              <a:pathLst>
                <a:path extrusionOk="0" h="2134" w="2488">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4" name="Google Shape;3254;p129"/>
            <p:cNvSpPr/>
            <p:nvPr/>
          </p:nvSpPr>
          <p:spPr>
            <a:xfrm>
              <a:off x="695200" y="164740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5" name="Google Shape;3255;p129"/>
            <p:cNvSpPr/>
            <p:nvPr/>
          </p:nvSpPr>
          <p:spPr>
            <a:xfrm>
              <a:off x="695200" y="1571400"/>
              <a:ext cx="62200" cy="53250"/>
            </a:xfrm>
            <a:custGeom>
              <a:rect b="b" l="l" r="r" t="t"/>
              <a:pathLst>
                <a:path extrusionOk="0" h="2130" w="2488">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6" name="Google Shape;3256;p129"/>
            <p:cNvSpPr/>
            <p:nvPr/>
          </p:nvSpPr>
          <p:spPr>
            <a:xfrm>
              <a:off x="61897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7" name="Google Shape;3257;p129"/>
            <p:cNvSpPr/>
            <p:nvPr/>
          </p:nvSpPr>
          <p:spPr>
            <a:xfrm>
              <a:off x="6189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8" name="Google Shape;3258;p129"/>
            <p:cNvSpPr/>
            <p:nvPr/>
          </p:nvSpPr>
          <p:spPr>
            <a:xfrm>
              <a:off x="618975" y="1647400"/>
              <a:ext cx="62225" cy="53450"/>
            </a:xfrm>
            <a:custGeom>
              <a:rect b="b" l="l" r="r" t="t"/>
              <a:pathLst>
                <a:path extrusionOk="0" h="2138" w="2489">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9" name="Google Shape;3259;p129"/>
            <p:cNvSpPr/>
            <p:nvPr/>
          </p:nvSpPr>
          <p:spPr>
            <a:xfrm>
              <a:off x="61897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0" name="Google Shape;3260;p129"/>
            <p:cNvSpPr/>
            <p:nvPr/>
          </p:nvSpPr>
          <p:spPr>
            <a:xfrm>
              <a:off x="542775" y="17998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1" name="Google Shape;3261;p129"/>
            <p:cNvSpPr/>
            <p:nvPr/>
          </p:nvSpPr>
          <p:spPr>
            <a:xfrm>
              <a:off x="542775"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2" name="Google Shape;3262;p129"/>
            <p:cNvSpPr/>
            <p:nvPr/>
          </p:nvSpPr>
          <p:spPr>
            <a:xfrm>
              <a:off x="542775" y="164740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3" name="Google Shape;3263;p129"/>
            <p:cNvSpPr/>
            <p:nvPr/>
          </p:nvSpPr>
          <p:spPr>
            <a:xfrm>
              <a:off x="542775" y="1571400"/>
              <a:ext cx="62400" cy="53250"/>
            </a:xfrm>
            <a:custGeom>
              <a:rect b="b" l="l" r="r" t="t"/>
              <a:pathLst>
                <a:path extrusionOk="0" h="2130" w="2496">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4" name="Google Shape;3264;p129"/>
            <p:cNvSpPr/>
            <p:nvPr/>
          </p:nvSpPr>
          <p:spPr>
            <a:xfrm>
              <a:off x="466550" y="1799850"/>
              <a:ext cx="62425" cy="53325"/>
            </a:xfrm>
            <a:custGeom>
              <a:rect b="b" l="l" r="r" t="t"/>
              <a:pathLst>
                <a:path extrusionOk="0" h="2133" w="2497">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5" name="Google Shape;3265;p129"/>
            <p:cNvSpPr/>
            <p:nvPr/>
          </p:nvSpPr>
          <p:spPr>
            <a:xfrm>
              <a:off x="466550" y="1723625"/>
              <a:ext cx="62425" cy="53350"/>
            </a:xfrm>
            <a:custGeom>
              <a:rect b="b" l="l" r="r" t="t"/>
              <a:pathLst>
                <a:path extrusionOk="0" h="2134" w="2497">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6" name="Google Shape;3266;p129"/>
            <p:cNvSpPr/>
            <p:nvPr/>
          </p:nvSpPr>
          <p:spPr>
            <a:xfrm>
              <a:off x="466550" y="1647400"/>
              <a:ext cx="62425" cy="53450"/>
            </a:xfrm>
            <a:custGeom>
              <a:rect b="b" l="l" r="r" t="t"/>
              <a:pathLst>
                <a:path extrusionOk="0" h="2138" w="2497">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7" name="Google Shape;3267;p129"/>
            <p:cNvSpPr/>
            <p:nvPr/>
          </p:nvSpPr>
          <p:spPr>
            <a:xfrm>
              <a:off x="466550" y="1571400"/>
              <a:ext cx="62425" cy="53250"/>
            </a:xfrm>
            <a:custGeom>
              <a:rect b="b" l="l" r="r" t="t"/>
              <a:pathLst>
                <a:path extrusionOk="0" h="2130" w="2497">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8" name="Google Shape;3268;p129"/>
            <p:cNvSpPr/>
            <p:nvPr/>
          </p:nvSpPr>
          <p:spPr>
            <a:xfrm>
              <a:off x="390550" y="1876050"/>
              <a:ext cx="62350" cy="53275"/>
            </a:xfrm>
            <a:custGeom>
              <a:rect b="b" l="l" r="r" t="t"/>
              <a:pathLst>
                <a:path extrusionOk="0" h="2131" w="2494">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9" name="Google Shape;3269;p129"/>
            <p:cNvSpPr/>
            <p:nvPr/>
          </p:nvSpPr>
          <p:spPr>
            <a:xfrm>
              <a:off x="390550" y="1799825"/>
              <a:ext cx="62350" cy="53300"/>
            </a:xfrm>
            <a:custGeom>
              <a:rect b="b" l="l" r="r" t="t"/>
              <a:pathLst>
                <a:path extrusionOk="0" h="2132" w="2494">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0" name="Google Shape;3270;p129"/>
            <p:cNvSpPr/>
            <p:nvPr/>
          </p:nvSpPr>
          <p:spPr>
            <a:xfrm>
              <a:off x="390550" y="1723625"/>
              <a:ext cx="62400" cy="53350"/>
            </a:xfrm>
            <a:custGeom>
              <a:rect b="b" l="l" r="r" t="t"/>
              <a:pathLst>
                <a:path extrusionOk="0" h="2134" w="2496">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1" name="Google Shape;3271;p129"/>
            <p:cNvSpPr/>
            <p:nvPr/>
          </p:nvSpPr>
          <p:spPr>
            <a:xfrm>
              <a:off x="390550" y="1647400"/>
              <a:ext cx="62400" cy="53450"/>
            </a:xfrm>
            <a:custGeom>
              <a:rect b="b" l="l" r="r" t="t"/>
              <a:pathLst>
                <a:path extrusionOk="0" h="2138" w="2496">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2" name="Google Shape;3272;p129"/>
            <p:cNvSpPr/>
            <p:nvPr/>
          </p:nvSpPr>
          <p:spPr>
            <a:xfrm>
              <a:off x="390550" y="1571400"/>
              <a:ext cx="62350" cy="53275"/>
            </a:xfrm>
            <a:custGeom>
              <a:rect b="b" l="l" r="r" t="t"/>
              <a:pathLst>
                <a:path extrusionOk="0" h="2131" w="2494">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3" name="Google Shape;3273;p129"/>
            <p:cNvSpPr/>
            <p:nvPr/>
          </p:nvSpPr>
          <p:spPr>
            <a:xfrm>
              <a:off x="314325" y="1952050"/>
              <a:ext cx="62225" cy="53450"/>
            </a:xfrm>
            <a:custGeom>
              <a:rect b="b" l="l" r="r" t="t"/>
              <a:pathLst>
                <a:path extrusionOk="0" h="2138" w="2489">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4" name="Google Shape;3274;p129"/>
            <p:cNvSpPr/>
            <p:nvPr/>
          </p:nvSpPr>
          <p:spPr>
            <a:xfrm>
              <a:off x="314325" y="1876050"/>
              <a:ext cx="62225" cy="53275"/>
            </a:xfrm>
            <a:custGeom>
              <a:rect b="b" l="l" r="r" t="t"/>
              <a:pathLst>
                <a:path extrusionOk="0" h="2131" w="2489">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5" name="Google Shape;3275;p129"/>
            <p:cNvSpPr/>
            <p:nvPr/>
          </p:nvSpPr>
          <p:spPr>
            <a:xfrm>
              <a:off x="314325" y="1799850"/>
              <a:ext cx="62225" cy="53325"/>
            </a:xfrm>
            <a:custGeom>
              <a:rect b="b" l="l" r="r" t="t"/>
              <a:pathLst>
                <a:path extrusionOk="0" h="2133" w="2489">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6" name="Google Shape;3276;p129"/>
            <p:cNvSpPr/>
            <p:nvPr/>
          </p:nvSpPr>
          <p:spPr>
            <a:xfrm>
              <a:off x="314325" y="1723625"/>
              <a:ext cx="62225" cy="53350"/>
            </a:xfrm>
            <a:custGeom>
              <a:rect b="b" l="l" r="r" t="t"/>
              <a:pathLst>
                <a:path extrusionOk="0" h="2134" w="2489">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7" name="Google Shape;3277;p129"/>
            <p:cNvSpPr/>
            <p:nvPr/>
          </p:nvSpPr>
          <p:spPr>
            <a:xfrm>
              <a:off x="314325" y="1647400"/>
              <a:ext cx="62225" cy="53450"/>
            </a:xfrm>
            <a:custGeom>
              <a:rect b="b" l="l" r="r" t="t"/>
              <a:pathLst>
                <a:path extrusionOk="0" h="2138" w="2489">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8" name="Google Shape;3278;p129"/>
            <p:cNvSpPr/>
            <p:nvPr/>
          </p:nvSpPr>
          <p:spPr>
            <a:xfrm>
              <a:off x="314325" y="1571400"/>
              <a:ext cx="62150" cy="53250"/>
            </a:xfrm>
            <a:custGeom>
              <a:rect b="b" l="l" r="r" t="t"/>
              <a:pathLst>
                <a:path extrusionOk="0" h="2130" w="2486">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9" name="Google Shape;3279;p129"/>
            <p:cNvSpPr/>
            <p:nvPr/>
          </p:nvSpPr>
          <p:spPr>
            <a:xfrm>
              <a:off x="238125" y="1952050"/>
              <a:ext cx="62200" cy="53450"/>
            </a:xfrm>
            <a:custGeom>
              <a:rect b="b" l="l" r="r" t="t"/>
              <a:pathLst>
                <a:path extrusionOk="0" h="2138" w="2488">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0" name="Google Shape;3280;p129"/>
            <p:cNvSpPr/>
            <p:nvPr/>
          </p:nvSpPr>
          <p:spPr>
            <a:xfrm>
              <a:off x="2381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1" name="Google Shape;3281;p129"/>
            <p:cNvSpPr/>
            <p:nvPr/>
          </p:nvSpPr>
          <p:spPr>
            <a:xfrm>
              <a:off x="2381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2" name="Google Shape;3282;p129"/>
            <p:cNvSpPr/>
            <p:nvPr/>
          </p:nvSpPr>
          <p:spPr>
            <a:xfrm>
              <a:off x="2381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3" name="Google Shape;3283;p129"/>
            <p:cNvSpPr/>
            <p:nvPr/>
          </p:nvSpPr>
          <p:spPr>
            <a:xfrm>
              <a:off x="4427825" y="2637775"/>
              <a:ext cx="62425" cy="53450"/>
            </a:xfrm>
            <a:custGeom>
              <a:rect b="b" l="l" r="r" t="t"/>
              <a:pathLst>
                <a:path extrusionOk="0" h="2138" w="2497">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4" name="Google Shape;3284;p129"/>
            <p:cNvSpPr/>
            <p:nvPr/>
          </p:nvSpPr>
          <p:spPr>
            <a:xfrm>
              <a:off x="4427825" y="2714000"/>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5" name="Google Shape;3285;p129"/>
            <p:cNvSpPr/>
            <p:nvPr/>
          </p:nvSpPr>
          <p:spPr>
            <a:xfrm>
              <a:off x="4504050" y="271400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6" name="Google Shape;3286;p129"/>
            <p:cNvSpPr/>
            <p:nvPr/>
          </p:nvSpPr>
          <p:spPr>
            <a:xfrm>
              <a:off x="4504050"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7" name="Google Shape;3287;p129"/>
            <p:cNvSpPr/>
            <p:nvPr/>
          </p:nvSpPr>
          <p:spPr>
            <a:xfrm>
              <a:off x="4580250"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8" name="Google Shape;3288;p129"/>
            <p:cNvSpPr/>
            <p:nvPr/>
          </p:nvSpPr>
          <p:spPr>
            <a:xfrm>
              <a:off x="4504050" y="27902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9" name="Google Shape;3289;p129"/>
            <p:cNvSpPr/>
            <p:nvPr/>
          </p:nvSpPr>
          <p:spPr>
            <a:xfrm>
              <a:off x="5113350" y="149520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0" name="Google Shape;3290;p129"/>
            <p:cNvSpPr/>
            <p:nvPr/>
          </p:nvSpPr>
          <p:spPr>
            <a:xfrm>
              <a:off x="5113350" y="1571400"/>
              <a:ext cx="62400" cy="53250"/>
            </a:xfrm>
            <a:custGeom>
              <a:rect b="b" l="l" r="r" t="t"/>
              <a:pathLst>
                <a:path extrusionOk="0" h="2130" w="2496">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1" name="Google Shape;3291;p129"/>
            <p:cNvSpPr/>
            <p:nvPr/>
          </p:nvSpPr>
          <p:spPr>
            <a:xfrm>
              <a:off x="5113350" y="1647400"/>
              <a:ext cx="62400" cy="53450"/>
            </a:xfrm>
            <a:custGeom>
              <a:rect b="b" l="l" r="r" t="t"/>
              <a:pathLst>
                <a:path extrusionOk="0" h="2138" w="2496">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2" name="Google Shape;3292;p129"/>
            <p:cNvSpPr/>
            <p:nvPr/>
          </p:nvSpPr>
          <p:spPr>
            <a:xfrm>
              <a:off x="5113350" y="1723625"/>
              <a:ext cx="62400" cy="53350"/>
            </a:xfrm>
            <a:custGeom>
              <a:rect b="b" l="l" r="r" t="t"/>
              <a:pathLst>
                <a:path extrusionOk="0" h="2134" w="2496">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3" name="Google Shape;3293;p129"/>
            <p:cNvSpPr/>
            <p:nvPr/>
          </p:nvSpPr>
          <p:spPr>
            <a:xfrm>
              <a:off x="5113350" y="179985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4" name="Google Shape;3294;p129"/>
            <p:cNvSpPr/>
            <p:nvPr/>
          </p:nvSpPr>
          <p:spPr>
            <a:xfrm>
              <a:off x="5113350" y="1876050"/>
              <a:ext cx="62400" cy="53350"/>
            </a:xfrm>
            <a:custGeom>
              <a:rect b="b" l="l" r="r" t="t"/>
              <a:pathLst>
                <a:path extrusionOk="0" h="2134" w="2496">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5" name="Google Shape;3295;p129"/>
            <p:cNvSpPr/>
            <p:nvPr/>
          </p:nvSpPr>
          <p:spPr>
            <a:xfrm>
              <a:off x="5113350" y="1952050"/>
              <a:ext cx="62400" cy="53450"/>
            </a:xfrm>
            <a:custGeom>
              <a:rect b="b" l="l" r="r" t="t"/>
              <a:pathLst>
                <a:path extrusionOk="0" h="2138" w="2496">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6" name="Google Shape;3296;p129"/>
            <p:cNvSpPr/>
            <p:nvPr/>
          </p:nvSpPr>
          <p:spPr>
            <a:xfrm>
              <a:off x="5113350" y="2028275"/>
              <a:ext cx="62400" cy="53450"/>
            </a:xfrm>
            <a:custGeom>
              <a:rect b="b" l="l" r="r" t="t"/>
              <a:pathLst>
                <a:path extrusionOk="0" h="2138" w="2496">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7" name="Google Shape;3297;p129"/>
            <p:cNvSpPr/>
            <p:nvPr/>
          </p:nvSpPr>
          <p:spPr>
            <a:xfrm>
              <a:off x="5113350" y="210450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8" name="Google Shape;3298;p129"/>
            <p:cNvSpPr/>
            <p:nvPr/>
          </p:nvSpPr>
          <p:spPr>
            <a:xfrm>
              <a:off x="5113350" y="2180700"/>
              <a:ext cx="62400" cy="53350"/>
            </a:xfrm>
            <a:custGeom>
              <a:rect b="b" l="l" r="r" t="t"/>
              <a:pathLst>
                <a:path extrusionOk="0" h="2134" w="2496">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9" name="Google Shape;3299;p129"/>
            <p:cNvSpPr/>
            <p:nvPr/>
          </p:nvSpPr>
          <p:spPr>
            <a:xfrm>
              <a:off x="5113350" y="2256925"/>
              <a:ext cx="62550" cy="53425"/>
            </a:xfrm>
            <a:custGeom>
              <a:rect b="b" l="l" r="r" t="t"/>
              <a:pathLst>
                <a:path extrusionOk="0" h="2137" w="2502">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0" name="Google Shape;3300;p129"/>
            <p:cNvSpPr/>
            <p:nvPr/>
          </p:nvSpPr>
          <p:spPr>
            <a:xfrm>
              <a:off x="5113350" y="2333125"/>
              <a:ext cx="62400" cy="53450"/>
            </a:xfrm>
            <a:custGeom>
              <a:rect b="b" l="l" r="r" t="t"/>
              <a:pathLst>
                <a:path extrusionOk="0" h="2138" w="2496">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1" name="Google Shape;3301;p129"/>
            <p:cNvSpPr/>
            <p:nvPr/>
          </p:nvSpPr>
          <p:spPr>
            <a:xfrm>
              <a:off x="5113350" y="2409350"/>
              <a:ext cx="62400" cy="53350"/>
            </a:xfrm>
            <a:custGeom>
              <a:rect b="b" l="l" r="r" t="t"/>
              <a:pathLst>
                <a:path extrusionOk="0" h="2134"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2" name="Google Shape;3302;p129"/>
            <p:cNvSpPr/>
            <p:nvPr/>
          </p:nvSpPr>
          <p:spPr>
            <a:xfrm>
              <a:off x="5113350" y="2485550"/>
              <a:ext cx="62400" cy="53300"/>
            </a:xfrm>
            <a:custGeom>
              <a:rect b="b" l="l" r="r" t="t"/>
              <a:pathLst>
                <a:path extrusionOk="0" h="2132" w="2496">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3" name="Google Shape;3303;p129"/>
            <p:cNvSpPr/>
            <p:nvPr/>
          </p:nvSpPr>
          <p:spPr>
            <a:xfrm>
              <a:off x="4732475" y="14952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4" name="Google Shape;3304;p129"/>
            <p:cNvSpPr/>
            <p:nvPr/>
          </p:nvSpPr>
          <p:spPr>
            <a:xfrm>
              <a:off x="4732475" y="1571400"/>
              <a:ext cx="62425" cy="53250"/>
            </a:xfrm>
            <a:custGeom>
              <a:rect b="b" l="l" r="r" t="t"/>
              <a:pathLst>
                <a:path extrusionOk="0" h="2130" w="2497">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5" name="Google Shape;3305;p129"/>
            <p:cNvSpPr/>
            <p:nvPr/>
          </p:nvSpPr>
          <p:spPr>
            <a:xfrm>
              <a:off x="4732475" y="1647400"/>
              <a:ext cx="62425" cy="53450"/>
            </a:xfrm>
            <a:custGeom>
              <a:rect b="b" l="l" r="r" t="t"/>
              <a:pathLst>
                <a:path extrusionOk="0" h="2138" w="2497">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6" name="Google Shape;3306;p129"/>
            <p:cNvSpPr/>
            <p:nvPr/>
          </p:nvSpPr>
          <p:spPr>
            <a:xfrm>
              <a:off x="4732475" y="172362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7" name="Google Shape;3307;p129"/>
            <p:cNvSpPr/>
            <p:nvPr/>
          </p:nvSpPr>
          <p:spPr>
            <a:xfrm>
              <a:off x="4732475" y="17998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8" name="Google Shape;3308;p129"/>
            <p:cNvSpPr/>
            <p:nvPr/>
          </p:nvSpPr>
          <p:spPr>
            <a:xfrm>
              <a:off x="4732475" y="1876050"/>
              <a:ext cx="62425" cy="53350"/>
            </a:xfrm>
            <a:custGeom>
              <a:rect b="b" l="l" r="r" t="t"/>
              <a:pathLst>
                <a:path extrusionOk="0" h="2134" w="2497">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9" name="Google Shape;3309;p129"/>
            <p:cNvSpPr/>
            <p:nvPr/>
          </p:nvSpPr>
          <p:spPr>
            <a:xfrm>
              <a:off x="4732475" y="1952050"/>
              <a:ext cx="62425" cy="53450"/>
            </a:xfrm>
            <a:custGeom>
              <a:rect b="b" l="l" r="r" t="t"/>
              <a:pathLst>
                <a:path extrusionOk="0" h="2138" w="2497">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0" name="Google Shape;3310;p129"/>
            <p:cNvSpPr/>
            <p:nvPr/>
          </p:nvSpPr>
          <p:spPr>
            <a:xfrm>
              <a:off x="4732475" y="2028275"/>
              <a:ext cx="62425" cy="53450"/>
            </a:xfrm>
            <a:custGeom>
              <a:rect b="b" l="l" r="r" t="t"/>
              <a:pathLst>
                <a:path extrusionOk="0" h="2138" w="2497">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1" name="Google Shape;3311;p129"/>
            <p:cNvSpPr/>
            <p:nvPr/>
          </p:nvSpPr>
          <p:spPr>
            <a:xfrm>
              <a:off x="4732475" y="21045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2" name="Google Shape;3312;p129"/>
            <p:cNvSpPr/>
            <p:nvPr/>
          </p:nvSpPr>
          <p:spPr>
            <a:xfrm>
              <a:off x="4732475" y="2180700"/>
              <a:ext cx="62425" cy="53350"/>
            </a:xfrm>
            <a:custGeom>
              <a:rect b="b" l="l" r="r" t="t"/>
              <a:pathLst>
                <a:path extrusionOk="0" h="2134" w="2497">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3" name="Google Shape;3313;p129"/>
            <p:cNvSpPr/>
            <p:nvPr/>
          </p:nvSpPr>
          <p:spPr>
            <a:xfrm>
              <a:off x="4732475" y="2256925"/>
              <a:ext cx="62575" cy="53425"/>
            </a:xfrm>
            <a:custGeom>
              <a:rect b="b" l="l" r="r" t="t"/>
              <a:pathLst>
                <a:path extrusionOk="0" h="2137" w="2503">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4" name="Google Shape;3314;p129"/>
            <p:cNvSpPr/>
            <p:nvPr/>
          </p:nvSpPr>
          <p:spPr>
            <a:xfrm>
              <a:off x="4732475" y="2333125"/>
              <a:ext cx="62425" cy="53450"/>
            </a:xfrm>
            <a:custGeom>
              <a:rect b="b" l="l" r="r" t="t"/>
              <a:pathLst>
                <a:path extrusionOk="0" h="2138" w="2497">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5" name="Google Shape;3315;p129"/>
            <p:cNvSpPr/>
            <p:nvPr/>
          </p:nvSpPr>
          <p:spPr>
            <a:xfrm>
              <a:off x="4351600" y="2256925"/>
              <a:ext cx="62575" cy="53425"/>
            </a:xfrm>
            <a:custGeom>
              <a:rect b="b" l="l" r="r" t="t"/>
              <a:pathLst>
                <a:path extrusionOk="0" h="2137" w="2503">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6" name="Google Shape;3316;p129"/>
            <p:cNvSpPr/>
            <p:nvPr/>
          </p:nvSpPr>
          <p:spPr>
            <a:xfrm>
              <a:off x="4351600" y="2485550"/>
              <a:ext cx="62425" cy="53300"/>
            </a:xfrm>
            <a:custGeom>
              <a:rect b="b" l="l" r="r" t="t"/>
              <a:pathLst>
                <a:path extrusionOk="0" h="2132" w="2497">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7" name="Google Shape;3317;p129"/>
            <p:cNvSpPr/>
            <p:nvPr/>
          </p:nvSpPr>
          <p:spPr>
            <a:xfrm>
              <a:off x="4351600" y="240935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8" name="Google Shape;3318;p129"/>
            <p:cNvSpPr/>
            <p:nvPr/>
          </p:nvSpPr>
          <p:spPr>
            <a:xfrm>
              <a:off x="4351600" y="2333125"/>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9" name="Google Shape;3319;p129"/>
            <p:cNvSpPr/>
            <p:nvPr/>
          </p:nvSpPr>
          <p:spPr>
            <a:xfrm>
              <a:off x="4427825" y="2256925"/>
              <a:ext cx="62575" cy="53425"/>
            </a:xfrm>
            <a:custGeom>
              <a:rect b="b" l="l" r="r" t="t"/>
              <a:pathLst>
                <a:path extrusionOk="0" h="2137" w="2503">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0" name="Google Shape;3320;p129"/>
            <p:cNvSpPr/>
            <p:nvPr/>
          </p:nvSpPr>
          <p:spPr>
            <a:xfrm>
              <a:off x="4427825" y="2333125"/>
              <a:ext cx="62425" cy="53450"/>
            </a:xfrm>
            <a:custGeom>
              <a:rect b="b" l="l" r="r" t="t"/>
              <a:pathLst>
                <a:path extrusionOk="0" h="2138" w="2497">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1" name="Google Shape;3321;p129"/>
            <p:cNvSpPr/>
            <p:nvPr/>
          </p:nvSpPr>
          <p:spPr>
            <a:xfrm>
              <a:off x="45040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2" name="Google Shape;3322;p129"/>
            <p:cNvSpPr/>
            <p:nvPr/>
          </p:nvSpPr>
          <p:spPr>
            <a:xfrm>
              <a:off x="450405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3" name="Google Shape;3323;p129"/>
            <p:cNvSpPr/>
            <p:nvPr/>
          </p:nvSpPr>
          <p:spPr>
            <a:xfrm>
              <a:off x="4504050"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4" name="Google Shape;3324;p129"/>
            <p:cNvSpPr/>
            <p:nvPr/>
          </p:nvSpPr>
          <p:spPr>
            <a:xfrm>
              <a:off x="4504050"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5" name="Google Shape;3325;p129"/>
            <p:cNvSpPr/>
            <p:nvPr/>
          </p:nvSpPr>
          <p:spPr>
            <a:xfrm>
              <a:off x="4504050" y="1876050"/>
              <a:ext cx="62200" cy="53350"/>
            </a:xfrm>
            <a:custGeom>
              <a:rect b="b" l="l" r="r" t="t"/>
              <a:pathLst>
                <a:path extrusionOk="0" h="2134" w="2488">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6" name="Google Shape;3326;p129"/>
            <p:cNvSpPr/>
            <p:nvPr/>
          </p:nvSpPr>
          <p:spPr>
            <a:xfrm>
              <a:off x="450405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7" name="Google Shape;3327;p129"/>
            <p:cNvSpPr/>
            <p:nvPr/>
          </p:nvSpPr>
          <p:spPr>
            <a:xfrm>
              <a:off x="450405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8" name="Google Shape;3328;p129"/>
            <p:cNvSpPr/>
            <p:nvPr/>
          </p:nvSpPr>
          <p:spPr>
            <a:xfrm>
              <a:off x="4504050"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9" name="Google Shape;3329;p129"/>
            <p:cNvSpPr/>
            <p:nvPr/>
          </p:nvSpPr>
          <p:spPr>
            <a:xfrm>
              <a:off x="4504050"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0" name="Google Shape;3330;p129"/>
            <p:cNvSpPr/>
            <p:nvPr/>
          </p:nvSpPr>
          <p:spPr>
            <a:xfrm>
              <a:off x="4504050" y="2256925"/>
              <a:ext cx="62350" cy="53425"/>
            </a:xfrm>
            <a:custGeom>
              <a:rect b="b" l="l" r="r" t="t"/>
              <a:pathLst>
                <a:path extrusionOk="0" h="2137" w="2494">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1" name="Google Shape;3331;p129"/>
            <p:cNvSpPr/>
            <p:nvPr/>
          </p:nvSpPr>
          <p:spPr>
            <a:xfrm>
              <a:off x="450405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2" name="Google Shape;3332;p129"/>
            <p:cNvSpPr/>
            <p:nvPr/>
          </p:nvSpPr>
          <p:spPr>
            <a:xfrm>
              <a:off x="4504050" y="240935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3" name="Google Shape;3333;p129"/>
            <p:cNvSpPr/>
            <p:nvPr/>
          </p:nvSpPr>
          <p:spPr>
            <a:xfrm>
              <a:off x="458025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4" name="Google Shape;3334;p129"/>
            <p:cNvSpPr/>
            <p:nvPr/>
          </p:nvSpPr>
          <p:spPr>
            <a:xfrm>
              <a:off x="458025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5" name="Google Shape;3335;p129"/>
            <p:cNvSpPr/>
            <p:nvPr/>
          </p:nvSpPr>
          <p:spPr>
            <a:xfrm>
              <a:off x="458025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6" name="Google Shape;3336;p129"/>
            <p:cNvSpPr/>
            <p:nvPr/>
          </p:nvSpPr>
          <p:spPr>
            <a:xfrm>
              <a:off x="458025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7" name="Google Shape;3337;p129"/>
            <p:cNvSpPr/>
            <p:nvPr/>
          </p:nvSpPr>
          <p:spPr>
            <a:xfrm>
              <a:off x="4580250"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8" name="Google Shape;3338;p129"/>
            <p:cNvSpPr/>
            <p:nvPr/>
          </p:nvSpPr>
          <p:spPr>
            <a:xfrm>
              <a:off x="4580250"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9" name="Google Shape;3339;p129"/>
            <p:cNvSpPr/>
            <p:nvPr/>
          </p:nvSpPr>
          <p:spPr>
            <a:xfrm>
              <a:off x="4580250" y="2028275"/>
              <a:ext cx="62225" cy="53450"/>
            </a:xfrm>
            <a:custGeom>
              <a:rect b="b" l="l" r="r" t="t"/>
              <a:pathLst>
                <a:path extrusionOk="0" h="2138" w="2489">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0" name="Google Shape;3340;p129"/>
            <p:cNvSpPr/>
            <p:nvPr/>
          </p:nvSpPr>
          <p:spPr>
            <a:xfrm>
              <a:off x="458025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1" name="Google Shape;3341;p129"/>
            <p:cNvSpPr/>
            <p:nvPr/>
          </p:nvSpPr>
          <p:spPr>
            <a:xfrm>
              <a:off x="458025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2" name="Google Shape;3342;p129"/>
            <p:cNvSpPr/>
            <p:nvPr/>
          </p:nvSpPr>
          <p:spPr>
            <a:xfrm>
              <a:off x="4580250" y="2256925"/>
              <a:ext cx="62350" cy="53425"/>
            </a:xfrm>
            <a:custGeom>
              <a:rect b="b" l="l" r="r" t="t"/>
              <a:pathLst>
                <a:path extrusionOk="0" h="2137" w="2494">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3" name="Google Shape;3343;p129"/>
            <p:cNvSpPr/>
            <p:nvPr/>
          </p:nvSpPr>
          <p:spPr>
            <a:xfrm>
              <a:off x="4580250" y="23331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4" name="Google Shape;3344;p129"/>
            <p:cNvSpPr/>
            <p:nvPr/>
          </p:nvSpPr>
          <p:spPr>
            <a:xfrm>
              <a:off x="458025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5" name="Google Shape;3345;p129"/>
            <p:cNvSpPr/>
            <p:nvPr/>
          </p:nvSpPr>
          <p:spPr>
            <a:xfrm>
              <a:off x="4656475"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6" name="Google Shape;3346;p129"/>
            <p:cNvSpPr/>
            <p:nvPr/>
          </p:nvSpPr>
          <p:spPr>
            <a:xfrm>
              <a:off x="4656475" y="1647400"/>
              <a:ext cx="62200" cy="53450"/>
            </a:xfrm>
            <a:custGeom>
              <a:rect b="b" l="l" r="r" t="t"/>
              <a:pathLst>
                <a:path extrusionOk="0" h="2138" w="2488">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7" name="Google Shape;3347;p129"/>
            <p:cNvSpPr/>
            <p:nvPr/>
          </p:nvSpPr>
          <p:spPr>
            <a:xfrm>
              <a:off x="4656475" y="172362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8" name="Google Shape;3348;p129"/>
            <p:cNvSpPr/>
            <p:nvPr/>
          </p:nvSpPr>
          <p:spPr>
            <a:xfrm>
              <a:off x="4656475" y="17998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9" name="Google Shape;3349;p129"/>
            <p:cNvSpPr/>
            <p:nvPr/>
          </p:nvSpPr>
          <p:spPr>
            <a:xfrm>
              <a:off x="4656475"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0" name="Google Shape;3350;p129"/>
            <p:cNvSpPr/>
            <p:nvPr/>
          </p:nvSpPr>
          <p:spPr>
            <a:xfrm>
              <a:off x="4656475" y="1952050"/>
              <a:ext cx="62200" cy="53450"/>
            </a:xfrm>
            <a:custGeom>
              <a:rect b="b" l="l" r="r" t="t"/>
              <a:pathLst>
                <a:path extrusionOk="0" h="2138" w="2488">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1" name="Google Shape;3351;p129"/>
            <p:cNvSpPr/>
            <p:nvPr/>
          </p:nvSpPr>
          <p:spPr>
            <a:xfrm>
              <a:off x="4656475" y="2028275"/>
              <a:ext cx="62200" cy="53450"/>
            </a:xfrm>
            <a:custGeom>
              <a:rect b="b" l="l" r="r" t="t"/>
              <a:pathLst>
                <a:path extrusionOk="0" h="2138" w="2488">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2" name="Google Shape;3352;p129"/>
            <p:cNvSpPr/>
            <p:nvPr/>
          </p:nvSpPr>
          <p:spPr>
            <a:xfrm>
              <a:off x="4656475" y="21045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3" name="Google Shape;3353;p129"/>
            <p:cNvSpPr/>
            <p:nvPr/>
          </p:nvSpPr>
          <p:spPr>
            <a:xfrm>
              <a:off x="4656475" y="2180700"/>
              <a:ext cx="62200" cy="53350"/>
            </a:xfrm>
            <a:custGeom>
              <a:rect b="b" l="l" r="r" t="t"/>
              <a:pathLst>
                <a:path extrusionOk="0" h="2134" w="2488">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4" name="Google Shape;3354;p129"/>
            <p:cNvSpPr/>
            <p:nvPr/>
          </p:nvSpPr>
          <p:spPr>
            <a:xfrm>
              <a:off x="4656475" y="2256925"/>
              <a:ext cx="62350" cy="53425"/>
            </a:xfrm>
            <a:custGeom>
              <a:rect b="b" l="l" r="r" t="t"/>
              <a:pathLst>
                <a:path extrusionOk="0" h="2137" w="2494">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5" name="Google Shape;3355;p129"/>
            <p:cNvSpPr/>
            <p:nvPr/>
          </p:nvSpPr>
          <p:spPr>
            <a:xfrm>
              <a:off x="4656475" y="2333125"/>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6" name="Google Shape;3356;p129"/>
            <p:cNvSpPr/>
            <p:nvPr/>
          </p:nvSpPr>
          <p:spPr>
            <a:xfrm>
              <a:off x="4656475" y="2409350"/>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7" name="Google Shape;3357;p129"/>
            <p:cNvSpPr/>
            <p:nvPr/>
          </p:nvSpPr>
          <p:spPr>
            <a:xfrm>
              <a:off x="4732475" y="2409350"/>
              <a:ext cx="62425" cy="53350"/>
            </a:xfrm>
            <a:custGeom>
              <a:rect b="b" l="l" r="r" t="t"/>
              <a:pathLst>
                <a:path extrusionOk="0" h="2134"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8" name="Google Shape;3358;p129"/>
            <p:cNvSpPr/>
            <p:nvPr/>
          </p:nvSpPr>
          <p:spPr>
            <a:xfrm>
              <a:off x="4732475" y="2485550"/>
              <a:ext cx="62425" cy="53300"/>
            </a:xfrm>
            <a:custGeom>
              <a:rect b="b" l="l" r="r" t="t"/>
              <a:pathLst>
                <a:path extrusionOk="0" h="2132" w="2497">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9" name="Google Shape;3359;p129"/>
            <p:cNvSpPr/>
            <p:nvPr/>
          </p:nvSpPr>
          <p:spPr>
            <a:xfrm>
              <a:off x="4808700" y="14952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0" name="Google Shape;3360;p129"/>
            <p:cNvSpPr/>
            <p:nvPr/>
          </p:nvSpPr>
          <p:spPr>
            <a:xfrm>
              <a:off x="4808700" y="1571400"/>
              <a:ext cx="62400" cy="53250"/>
            </a:xfrm>
            <a:custGeom>
              <a:rect b="b" l="l" r="r" t="t"/>
              <a:pathLst>
                <a:path extrusionOk="0" h="2130" w="2496">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1" name="Google Shape;3361;p129"/>
            <p:cNvSpPr/>
            <p:nvPr/>
          </p:nvSpPr>
          <p:spPr>
            <a:xfrm>
              <a:off x="4808700" y="1647400"/>
              <a:ext cx="62400" cy="53450"/>
            </a:xfrm>
            <a:custGeom>
              <a:rect b="b" l="l" r="r" t="t"/>
              <a:pathLst>
                <a:path extrusionOk="0" h="2138" w="2496">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2" name="Google Shape;3362;p129"/>
            <p:cNvSpPr/>
            <p:nvPr/>
          </p:nvSpPr>
          <p:spPr>
            <a:xfrm>
              <a:off x="4808700"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3" name="Google Shape;3363;p129"/>
            <p:cNvSpPr/>
            <p:nvPr/>
          </p:nvSpPr>
          <p:spPr>
            <a:xfrm>
              <a:off x="4808700" y="17998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4" name="Google Shape;3364;p129"/>
            <p:cNvSpPr/>
            <p:nvPr/>
          </p:nvSpPr>
          <p:spPr>
            <a:xfrm>
              <a:off x="4808700" y="1876050"/>
              <a:ext cx="62400" cy="53275"/>
            </a:xfrm>
            <a:custGeom>
              <a:rect b="b" l="l" r="r" t="t"/>
              <a:pathLst>
                <a:path extrusionOk="0" h="2131" w="2496">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5" name="Google Shape;3365;p129"/>
            <p:cNvSpPr/>
            <p:nvPr/>
          </p:nvSpPr>
          <p:spPr>
            <a:xfrm>
              <a:off x="4808700" y="1952050"/>
              <a:ext cx="62400" cy="53450"/>
            </a:xfrm>
            <a:custGeom>
              <a:rect b="b" l="l" r="r" t="t"/>
              <a:pathLst>
                <a:path extrusionOk="0" h="2138" w="2496">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6" name="Google Shape;3366;p129"/>
            <p:cNvSpPr/>
            <p:nvPr/>
          </p:nvSpPr>
          <p:spPr>
            <a:xfrm>
              <a:off x="4808700" y="2028275"/>
              <a:ext cx="62400" cy="53450"/>
            </a:xfrm>
            <a:custGeom>
              <a:rect b="b" l="l" r="r" t="t"/>
              <a:pathLst>
                <a:path extrusionOk="0" h="2138" w="2496">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7" name="Google Shape;3367;p129"/>
            <p:cNvSpPr/>
            <p:nvPr/>
          </p:nvSpPr>
          <p:spPr>
            <a:xfrm>
              <a:off x="4808700" y="21045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8" name="Google Shape;3368;p129"/>
            <p:cNvSpPr/>
            <p:nvPr/>
          </p:nvSpPr>
          <p:spPr>
            <a:xfrm>
              <a:off x="4808700" y="2180700"/>
              <a:ext cx="62400" cy="53350"/>
            </a:xfrm>
            <a:custGeom>
              <a:rect b="b" l="l" r="r" t="t"/>
              <a:pathLst>
                <a:path extrusionOk="0" h="2134" w="2496">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9" name="Google Shape;3369;p129"/>
            <p:cNvSpPr/>
            <p:nvPr/>
          </p:nvSpPr>
          <p:spPr>
            <a:xfrm>
              <a:off x="4808700" y="2256925"/>
              <a:ext cx="62550" cy="53425"/>
            </a:xfrm>
            <a:custGeom>
              <a:rect b="b" l="l" r="r" t="t"/>
              <a:pathLst>
                <a:path extrusionOk="0" h="2137" w="2502">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0" name="Google Shape;3370;p129"/>
            <p:cNvSpPr/>
            <p:nvPr/>
          </p:nvSpPr>
          <p:spPr>
            <a:xfrm>
              <a:off x="4808700" y="2333125"/>
              <a:ext cx="62400" cy="53450"/>
            </a:xfrm>
            <a:custGeom>
              <a:rect b="b" l="l" r="r" t="t"/>
              <a:pathLst>
                <a:path extrusionOk="0" h="2138" w="2496">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1" name="Google Shape;3371;p129"/>
            <p:cNvSpPr/>
            <p:nvPr/>
          </p:nvSpPr>
          <p:spPr>
            <a:xfrm>
              <a:off x="4808700" y="2409350"/>
              <a:ext cx="62400" cy="53350"/>
            </a:xfrm>
            <a:custGeom>
              <a:rect b="b" l="l" r="r" t="t"/>
              <a:pathLst>
                <a:path extrusionOk="0" h="2134"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2" name="Google Shape;3372;p129"/>
            <p:cNvSpPr/>
            <p:nvPr/>
          </p:nvSpPr>
          <p:spPr>
            <a:xfrm>
              <a:off x="4808700" y="2485550"/>
              <a:ext cx="62400" cy="53300"/>
            </a:xfrm>
            <a:custGeom>
              <a:rect b="b" l="l" r="r" t="t"/>
              <a:pathLst>
                <a:path extrusionOk="0" h="2132" w="2496">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3" name="Google Shape;3373;p129"/>
            <p:cNvSpPr/>
            <p:nvPr/>
          </p:nvSpPr>
          <p:spPr>
            <a:xfrm>
              <a:off x="48849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4" name="Google Shape;3374;p129"/>
            <p:cNvSpPr/>
            <p:nvPr/>
          </p:nvSpPr>
          <p:spPr>
            <a:xfrm>
              <a:off x="488490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5" name="Google Shape;3375;p129"/>
            <p:cNvSpPr/>
            <p:nvPr/>
          </p:nvSpPr>
          <p:spPr>
            <a:xfrm>
              <a:off x="488490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6" name="Google Shape;3376;p129"/>
            <p:cNvSpPr/>
            <p:nvPr/>
          </p:nvSpPr>
          <p:spPr>
            <a:xfrm>
              <a:off x="48849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7" name="Google Shape;3377;p129"/>
            <p:cNvSpPr/>
            <p:nvPr/>
          </p:nvSpPr>
          <p:spPr>
            <a:xfrm>
              <a:off x="488490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8" name="Google Shape;3378;p129"/>
            <p:cNvSpPr/>
            <p:nvPr/>
          </p:nvSpPr>
          <p:spPr>
            <a:xfrm>
              <a:off x="4884900" y="1876050"/>
              <a:ext cx="62225" cy="53350"/>
            </a:xfrm>
            <a:custGeom>
              <a:rect b="b" l="l" r="r" t="t"/>
              <a:pathLst>
                <a:path extrusionOk="0" h="2134" w="2489">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9" name="Google Shape;3379;p129"/>
            <p:cNvSpPr/>
            <p:nvPr/>
          </p:nvSpPr>
          <p:spPr>
            <a:xfrm>
              <a:off x="4884900"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0" name="Google Shape;3380;p129"/>
            <p:cNvSpPr/>
            <p:nvPr/>
          </p:nvSpPr>
          <p:spPr>
            <a:xfrm>
              <a:off x="4884900" y="2028275"/>
              <a:ext cx="62225" cy="53450"/>
            </a:xfrm>
            <a:custGeom>
              <a:rect b="b" l="l" r="r" t="t"/>
              <a:pathLst>
                <a:path extrusionOk="0" h="2138" w="2489">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1" name="Google Shape;3381;p129"/>
            <p:cNvSpPr/>
            <p:nvPr/>
          </p:nvSpPr>
          <p:spPr>
            <a:xfrm>
              <a:off x="488490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2" name="Google Shape;3382;p129"/>
            <p:cNvSpPr/>
            <p:nvPr/>
          </p:nvSpPr>
          <p:spPr>
            <a:xfrm>
              <a:off x="488490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3" name="Google Shape;3383;p129"/>
            <p:cNvSpPr/>
            <p:nvPr/>
          </p:nvSpPr>
          <p:spPr>
            <a:xfrm>
              <a:off x="4884900"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4" name="Google Shape;3384;p129"/>
            <p:cNvSpPr/>
            <p:nvPr/>
          </p:nvSpPr>
          <p:spPr>
            <a:xfrm>
              <a:off x="4884900" y="23331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5" name="Google Shape;3385;p129"/>
            <p:cNvSpPr/>
            <p:nvPr/>
          </p:nvSpPr>
          <p:spPr>
            <a:xfrm>
              <a:off x="488490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6" name="Google Shape;3386;p129"/>
            <p:cNvSpPr/>
            <p:nvPr/>
          </p:nvSpPr>
          <p:spPr>
            <a:xfrm>
              <a:off x="488490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7" name="Google Shape;3387;p129"/>
            <p:cNvSpPr/>
            <p:nvPr/>
          </p:nvSpPr>
          <p:spPr>
            <a:xfrm>
              <a:off x="4884900"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8" name="Google Shape;3388;p129"/>
            <p:cNvSpPr/>
            <p:nvPr/>
          </p:nvSpPr>
          <p:spPr>
            <a:xfrm>
              <a:off x="49611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9" name="Google Shape;3389;p129"/>
            <p:cNvSpPr/>
            <p:nvPr/>
          </p:nvSpPr>
          <p:spPr>
            <a:xfrm>
              <a:off x="4961125"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0" name="Google Shape;3390;p129"/>
            <p:cNvSpPr/>
            <p:nvPr/>
          </p:nvSpPr>
          <p:spPr>
            <a:xfrm>
              <a:off x="49611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1" name="Google Shape;3391;p129"/>
            <p:cNvSpPr/>
            <p:nvPr/>
          </p:nvSpPr>
          <p:spPr>
            <a:xfrm>
              <a:off x="49611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2" name="Google Shape;3392;p129"/>
            <p:cNvSpPr/>
            <p:nvPr/>
          </p:nvSpPr>
          <p:spPr>
            <a:xfrm>
              <a:off x="4961125"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3" name="Google Shape;3393;p129"/>
            <p:cNvSpPr/>
            <p:nvPr/>
          </p:nvSpPr>
          <p:spPr>
            <a:xfrm>
              <a:off x="4961125"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4" name="Google Shape;3394;p129"/>
            <p:cNvSpPr/>
            <p:nvPr/>
          </p:nvSpPr>
          <p:spPr>
            <a:xfrm>
              <a:off x="4961125"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5" name="Google Shape;3395;p129"/>
            <p:cNvSpPr/>
            <p:nvPr/>
          </p:nvSpPr>
          <p:spPr>
            <a:xfrm>
              <a:off x="4961125"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6" name="Google Shape;3396;p129"/>
            <p:cNvSpPr/>
            <p:nvPr/>
          </p:nvSpPr>
          <p:spPr>
            <a:xfrm>
              <a:off x="4961125"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7" name="Google Shape;3397;p129"/>
            <p:cNvSpPr/>
            <p:nvPr/>
          </p:nvSpPr>
          <p:spPr>
            <a:xfrm>
              <a:off x="4961125" y="2256925"/>
              <a:ext cx="62350" cy="53425"/>
            </a:xfrm>
            <a:custGeom>
              <a:rect b="b" l="l" r="r" t="t"/>
              <a:pathLst>
                <a:path extrusionOk="0" h="2137" w="2494">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8" name="Google Shape;3398;p129"/>
            <p:cNvSpPr/>
            <p:nvPr/>
          </p:nvSpPr>
          <p:spPr>
            <a:xfrm>
              <a:off x="4961125"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9" name="Google Shape;3399;p129"/>
            <p:cNvSpPr/>
            <p:nvPr/>
          </p:nvSpPr>
          <p:spPr>
            <a:xfrm>
              <a:off x="4961125" y="240935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0" name="Google Shape;3400;p129"/>
            <p:cNvSpPr/>
            <p:nvPr/>
          </p:nvSpPr>
          <p:spPr>
            <a:xfrm>
              <a:off x="4961125" y="2485550"/>
              <a:ext cx="62200" cy="53300"/>
            </a:xfrm>
            <a:custGeom>
              <a:rect b="b" l="l" r="r" t="t"/>
              <a:pathLst>
                <a:path extrusionOk="0" h="2132" w="2488">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1" name="Google Shape;3401;p129"/>
            <p:cNvSpPr/>
            <p:nvPr/>
          </p:nvSpPr>
          <p:spPr>
            <a:xfrm>
              <a:off x="4961125"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2" name="Google Shape;3402;p129"/>
            <p:cNvSpPr/>
            <p:nvPr/>
          </p:nvSpPr>
          <p:spPr>
            <a:xfrm>
              <a:off x="50373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3" name="Google Shape;3403;p129"/>
            <p:cNvSpPr/>
            <p:nvPr/>
          </p:nvSpPr>
          <p:spPr>
            <a:xfrm>
              <a:off x="5037325"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4" name="Google Shape;3404;p129"/>
            <p:cNvSpPr/>
            <p:nvPr/>
          </p:nvSpPr>
          <p:spPr>
            <a:xfrm>
              <a:off x="503732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5" name="Google Shape;3405;p129"/>
            <p:cNvSpPr/>
            <p:nvPr/>
          </p:nvSpPr>
          <p:spPr>
            <a:xfrm>
              <a:off x="503732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6" name="Google Shape;3406;p129"/>
            <p:cNvSpPr/>
            <p:nvPr/>
          </p:nvSpPr>
          <p:spPr>
            <a:xfrm>
              <a:off x="5037325"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7" name="Google Shape;3407;p129"/>
            <p:cNvSpPr/>
            <p:nvPr/>
          </p:nvSpPr>
          <p:spPr>
            <a:xfrm>
              <a:off x="503732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8" name="Google Shape;3408;p129"/>
            <p:cNvSpPr/>
            <p:nvPr/>
          </p:nvSpPr>
          <p:spPr>
            <a:xfrm>
              <a:off x="503732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9" name="Google Shape;3409;p129"/>
            <p:cNvSpPr/>
            <p:nvPr/>
          </p:nvSpPr>
          <p:spPr>
            <a:xfrm>
              <a:off x="503732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0" name="Google Shape;3410;p129"/>
            <p:cNvSpPr/>
            <p:nvPr/>
          </p:nvSpPr>
          <p:spPr>
            <a:xfrm>
              <a:off x="503732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1" name="Google Shape;3411;p129"/>
            <p:cNvSpPr/>
            <p:nvPr/>
          </p:nvSpPr>
          <p:spPr>
            <a:xfrm>
              <a:off x="5037325" y="2256925"/>
              <a:ext cx="62375" cy="53425"/>
            </a:xfrm>
            <a:custGeom>
              <a:rect b="b" l="l" r="r" t="t"/>
              <a:pathLst>
                <a:path extrusionOk="0" h="2137" w="2495">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2" name="Google Shape;3412;p129"/>
            <p:cNvSpPr/>
            <p:nvPr/>
          </p:nvSpPr>
          <p:spPr>
            <a:xfrm>
              <a:off x="503732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3" name="Google Shape;3413;p129"/>
            <p:cNvSpPr/>
            <p:nvPr/>
          </p:nvSpPr>
          <p:spPr>
            <a:xfrm>
              <a:off x="503732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4" name="Google Shape;3414;p129"/>
            <p:cNvSpPr/>
            <p:nvPr/>
          </p:nvSpPr>
          <p:spPr>
            <a:xfrm>
              <a:off x="5037325" y="2485550"/>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5" name="Google Shape;3415;p129"/>
            <p:cNvSpPr/>
            <p:nvPr/>
          </p:nvSpPr>
          <p:spPr>
            <a:xfrm>
              <a:off x="5037325"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6" name="Google Shape;3416;p129"/>
            <p:cNvSpPr/>
            <p:nvPr/>
          </p:nvSpPr>
          <p:spPr>
            <a:xfrm>
              <a:off x="5113350" y="2561575"/>
              <a:ext cx="62400" cy="53425"/>
            </a:xfrm>
            <a:custGeom>
              <a:rect b="b" l="l" r="r" t="t"/>
              <a:pathLst>
                <a:path extrusionOk="0" h="2137" w="2496">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7" name="Google Shape;3417;p129"/>
            <p:cNvSpPr/>
            <p:nvPr/>
          </p:nvSpPr>
          <p:spPr>
            <a:xfrm>
              <a:off x="5113350" y="2637775"/>
              <a:ext cx="62400" cy="53450"/>
            </a:xfrm>
            <a:custGeom>
              <a:rect b="b" l="l" r="r" t="t"/>
              <a:pathLst>
                <a:path extrusionOk="0" h="2138" w="2496">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8" name="Google Shape;3418;p129"/>
            <p:cNvSpPr/>
            <p:nvPr/>
          </p:nvSpPr>
          <p:spPr>
            <a:xfrm>
              <a:off x="5189550" y="14189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9" name="Google Shape;3419;p129"/>
            <p:cNvSpPr/>
            <p:nvPr/>
          </p:nvSpPr>
          <p:spPr>
            <a:xfrm>
              <a:off x="5189550" y="1495200"/>
              <a:ext cx="62225" cy="53325"/>
            </a:xfrm>
            <a:custGeom>
              <a:rect b="b" l="l" r="r" t="t"/>
              <a:pathLst>
                <a:path extrusionOk="0" h="2133" w="2489">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0" name="Google Shape;3420;p129"/>
            <p:cNvSpPr/>
            <p:nvPr/>
          </p:nvSpPr>
          <p:spPr>
            <a:xfrm>
              <a:off x="5189550" y="1571400"/>
              <a:ext cx="62225" cy="53300"/>
            </a:xfrm>
            <a:custGeom>
              <a:rect b="b" l="l" r="r" t="t"/>
              <a:pathLst>
                <a:path extrusionOk="0" h="2132" w="2489">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1" name="Google Shape;3421;p129"/>
            <p:cNvSpPr/>
            <p:nvPr/>
          </p:nvSpPr>
          <p:spPr>
            <a:xfrm>
              <a:off x="5189550" y="1647400"/>
              <a:ext cx="62225" cy="53450"/>
            </a:xfrm>
            <a:custGeom>
              <a:rect b="b" l="l" r="r" t="t"/>
              <a:pathLst>
                <a:path extrusionOk="0" h="2138" w="2489">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2" name="Google Shape;3422;p129"/>
            <p:cNvSpPr/>
            <p:nvPr/>
          </p:nvSpPr>
          <p:spPr>
            <a:xfrm>
              <a:off x="5189550" y="172362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3" name="Google Shape;3423;p129"/>
            <p:cNvSpPr/>
            <p:nvPr/>
          </p:nvSpPr>
          <p:spPr>
            <a:xfrm>
              <a:off x="5189550" y="1799850"/>
              <a:ext cx="62225" cy="53325"/>
            </a:xfrm>
            <a:custGeom>
              <a:rect b="b" l="l" r="r" t="t"/>
              <a:pathLst>
                <a:path extrusionOk="0" h="2133" w="2489">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4" name="Google Shape;3424;p129"/>
            <p:cNvSpPr/>
            <p:nvPr/>
          </p:nvSpPr>
          <p:spPr>
            <a:xfrm>
              <a:off x="5189550" y="1876050"/>
              <a:ext cx="62225" cy="53300"/>
            </a:xfrm>
            <a:custGeom>
              <a:rect b="b" l="l" r="r" t="t"/>
              <a:pathLst>
                <a:path extrusionOk="0" h="2132" w="2489">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5" name="Google Shape;3425;p129"/>
            <p:cNvSpPr/>
            <p:nvPr/>
          </p:nvSpPr>
          <p:spPr>
            <a:xfrm>
              <a:off x="5189550" y="1952050"/>
              <a:ext cx="62225" cy="53450"/>
            </a:xfrm>
            <a:custGeom>
              <a:rect b="b" l="l" r="r" t="t"/>
              <a:pathLst>
                <a:path extrusionOk="0" h="2138" w="2489">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6" name="Google Shape;3426;p129"/>
            <p:cNvSpPr/>
            <p:nvPr/>
          </p:nvSpPr>
          <p:spPr>
            <a:xfrm>
              <a:off x="5189550" y="20282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7" name="Google Shape;3427;p129"/>
            <p:cNvSpPr/>
            <p:nvPr/>
          </p:nvSpPr>
          <p:spPr>
            <a:xfrm>
              <a:off x="5189550" y="2104500"/>
              <a:ext cx="62225" cy="53325"/>
            </a:xfrm>
            <a:custGeom>
              <a:rect b="b" l="l" r="r" t="t"/>
              <a:pathLst>
                <a:path extrusionOk="0" h="2133" w="2489">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8" name="Google Shape;3428;p129"/>
            <p:cNvSpPr/>
            <p:nvPr/>
          </p:nvSpPr>
          <p:spPr>
            <a:xfrm>
              <a:off x="5189550" y="2180700"/>
              <a:ext cx="62225" cy="53350"/>
            </a:xfrm>
            <a:custGeom>
              <a:rect b="b" l="l" r="r" t="t"/>
              <a:pathLst>
                <a:path extrusionOk="0" h="2134" w="2489">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9" name="Google Shape;3429;p129"/>
            <p:cNvSpPr/>
            <p:nvPr/>
          </p:nvSpPr>
          <p:spPr>
            <a:xfrm>
              <a:off x="5189550" y="2256925"/>
              <a:ext cx="62425" cy="53425"/>
            </a:xfrm>
            <a:custGeom>
              <a:rect b="b" l="l" r="r" t="t"/>
              <a:pathLst>
                <a:path extrusionOk="0" h="2137" w="2497">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0" name="Google Shape;3430;p129"/>
            <p:cNvSpPr/>
            <p:nvPr/>
          </p:nvSpPr>
          <p:spPr>
            <a:xfrm>
              <a:off x="5189550" y="2333125"/>
              <a:ext cx="62225" cy="53350"/>
            </a:xfrm>
            <a:custGeom>
              <a:rect b="b" l="l" r="r" t="t"/>
              <a:pathLst>
                <a:path extrusionOk="0" h="2134" w="2489">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1" name="Google Shape;3431;p129"/>
            <p:cNvSpPr/>
            <p:nvPr/>
          </p:nvSpPr>
          <p:spPr>
            <a:xfrm>
              <a:off x="5189550" y="2409350"/>
              <a:ext cx="62225" cy="53350"/>
            </a:xfrm>
            <a:custGeom>
              <a:rect b="b" l="l" r="r" t="t"/>
              <a:pathLst>
                <a:path extrusionOk="0" h="2134" w="2489">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2" name="Google Shape;3432;p129"/>
            <p:cNvSpPr/>
            <p:nvPr/>
          </p:nvSpPr>
          <p:spPr>
            <a:xfrm>
              <a:off x="5189550" y="2485550"/>
              <a:ext cx="62425" cy="53300"/>
            </a:xfrm>
            <a:custGeom>
              <a:rect b="b" l="l" r="r" t="t"/>
              <a:pathLst>
                <a:path extrusionOk="0" h="2132" w="2497">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3" name="Google Shape;3433;p129"/>
            <p:cNvSpPr/>
            <p:nvPr/>
          </p:nvSpPr>
          <p:spPr>
            <a:xfrm>
              <a:off x="5189550" y="2561575"/>
              <a:ext cx="62225" cy="53425"/>
            </a:xfrm>
            <a:custGeom>
              <a:rect b="b" l="l" r="r" t="t"/>
              <a:pathLst>
                <a:path extrusionOk="0" h="2137" w="2489">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4" name="Google Shape;3434;p129"/>
            <p:cNvSpPr/>
            <p:nvPr/>
          </p:nvSpPr>
          <p:spPr>
            <a:xfrm>
              <a:off x="5189550" y="2714000"/>
              <a:ext cx="62225" cy="53350"/>
            </a:xfrm>
            <a:custGeom>
              <a:rect b="b" l="l" r="r" t="t"/>
              <a:pathLst>
                <a:path extrusionOk="0" h="2134" w="2489">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5" name="Google Shape;3435;p129"/>
            <p:cNvSpPr/>
            <p:nvPr/>
          </p:nvSpPr>
          <p:spPr>
            <a:xfrm>
              <a:off x="5189550" y="2637775"/>
              <a:ext cx="62425" cy="53450"/>
            </a:xfrm>
            <a:custGeom>
              <a:rect b="b" l="l" r="r" t="t"/>
              <a:pathLst>
                <a:path extrusionOk="0" h="2138" w="2497">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6" name="Google Shape;3436;p129"/>
            <p:cNvSpPr/>
            <p:nvPr/>
          </p:nvSpPr>
          <p:spPr>
            <a:xfrm>
              <a:off x="5265775" y="1342750"/>
              <a:ext cx="62200" cy="53350"/>
            </a:xfrm>
            <a:custGeom>
              <a:rect b="b" l="l" r="r" t="t"/>
              <a:pathLst>
                <a:path extrusionOk="0" h="2134" w="2488">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7" name="Google Shape;3437;p129"/>
            <p:cNvSpPr/>
            <p:nvPr/>
          </p:nvSpPr>
          <p:spPr>
            <a:xfrm>
              <a:off x="5265775" y="141897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8" name="Google Shape;3438;p129"/>
            <p:cNvSpPr/>
            <p:nvPr/>
          </p:nvSpPr>
          <p:spPr>
            <a:xfrm>
              <a:off x="5265775" y="1495200"/>
              <a:ext cx="62200" cy="53325"/>
            </a:xfrm>
            <a:custGeom>
              <a:rect b="b" l="l" r="r" t="t"/>
              <a:pathLst>
                <a:path extrusionOk="0" h="2133" w="2488">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9" name="Google Shape;3439;p129"/>
            <p:cNvSpPr/>
            <p:nvPr/>
          </p:nvSpPr>
          <p:spPr>
            <a:xfrm>
              <a:off x="5265775" y="1571400"/>
              <a:ext cx="62200" cy="53300"/>
            </a:xfrm>
            <a:custGeom>
              <a:rect b="b" l="l" r="r" t="t"/>
              <a:pathLst>
                <a:path extrusionOk="0" h="2132" w="2488">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0" name="Google Shape;3440;p129"/>
            <p:cNvSpPr/>
            <p:nvPr/>
          </p:nvSpPr>
          <p:spPr>
            <a:xfrm>
              <a:off x="5265775" y="1647400"/>
              <a:ext cx="62200" cy="53450"/>
            </a:xfrm>
            <a:custGeom>
              <a:rect b="b" l="l" r="r" t="t"/>
              <a:pathLst>
                <a:path extrusionOk="0" h="2138" w="2488">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1" name="Google Shape;3441;p129"/>
            <p:cNvSpPr/>
            <p:nvPr/>
          </p:nvSpPr>
          <p:spPr>
            <a:xfrm>
              <a:off x="5265775" y="172362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2" name="Google Shape;3442;p129"/>
            <p:cNvSpPr/>
            <p:nvPr/>
          </p:nvSpPr>
          <p:spPr>
            <a:xfrm>
              <a:off x="5265775" y="1799850"/>
              <a:ext cx="62200" cy="53325"/>
            </a:xfrm>
            <a:custGeom>
              <a:rect b="b" l="l" r="r" t="t"/>
              <a:pathLst>
                <a:path extrusionOk="0" h="2133" w="2488">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3" name="Google Shape;3443;p129"/>
            <p:cNvSpPr/>
            <p:nvPr/>
          </p:nvSpPr>
          <p:spPr>
            <a:xfrm>
              <a:off x="5265775" y="1876050"/>
              <a:ext cx="62200" cy="53300"/>
            </a:xfrm>
            <a:custGeom>
              <a:rect b="b" l="l" r="r" t="t"/>
              <a:pathLst>
                <a:path extrusionOk="0" h="2132" w="2488">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4" name="Google Shape;3444;p129"/>
            <p:cNvSpPr/>
            <p:nvPr/>
          </p:nvSpPr>
          <p:spPr>
            <a:xfrm>
              <a:off x="5265775" y="1952050"/>
              <a:ext cx="62200" cy="53450"/>
            </a:xfrm>
            <a:custGeom>
              <a:rect b="b" l="l" r="r" t="t"/>
              <a:pathLst>
                <a:path extrusionOk="0" h="2138" w="2488">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5" name="Google Shape;3445;p129"/>
            <p:cNvSpPr/>
            <p:nvPr/>
          </p:nvSpPr>
          <p:spPr>
            <a:xfrm>
              <a:off x="5265775" y="202827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6" name="Google Shape;3446;p129"/>
            <p:cNvSpPr/>
            <p:nvPr/>
          </p:nvSpPr>
          <p:spPr>
            <a:xfrm>
              <a:off x="5265775" y="2104500"/>
              <a:ext cx="62200" cy="53325"/>
            </a:xfrm>
            <a:custGeom>
              <a:rect b="b" l="l" r="r" t="t"/>
              <a:pathLst>
                <a:path extrusionOk="0" h="2133" w="2488">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7" name="Google Shape;3447;p129"/>
            <p:cNvSpPr/>
            <p:nvPr/>
          </p:nvSpPr>
          <p:spPr>
            <a:xfrm>
              <a:off x="5265775" y="2180700"/>
              <a:ext cx="62200" cy="53350"/>
            </a:xfrm>
            <a:custGeom>
              <a:rect b="b" l="l" r="r" t="t"/>
              <a:pathLst>
                <a:path extrusionOk="0" h="2134" w="2488">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8" name="Google Shape;3448;p129"/>
            <p:cNvSpPr/>
            <p:nvPr/>
          </p:nvSpPr>
          <p:spPr>
            <a:xfrm>
              <a:off x="5265775" y="2256925"/>
              <a:ext cx="62400" cy="53425"/>
            </a:xfrm>
            <a:custGeom>
              <a:rect b="b" l="l" r="r" t="t"/>
              <a:pathLst>
                <a:path extrusionOk="0" h="2137" w="2496">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9" name="Google Shape;3449;p129"/>
            <p:cNvSpPr/>
            <p:nvPr/>
          </p:nvSpPr>
          <p:spPr>
            <a:xfrm>
              <a:off x="5265775" y="2333125"/>
              <a:ext cx="62200" cy="53350"/>
            </a:xfrm>
            <a:custGeom>
              <a:rect b="b" l="l" r="r" t="t"/>
              <a:pathLst>
                <a:path extrusionOk="0" h="2134" w="2488">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0" name="Google Shape;3450;p129"/>
            <p:cNvSpPr/>
            <p:nvPr/>
          </p:nvSpPr>
          <p:spPr>
            <a:xfrm>
              <a:off x="5265775" y="2409350"/>
              <a:ext cx="62200" cy="53350"/>
            </a:xfrm>
            <a:custGeom>
              <a:rect b="b" l="l" r="r" t="t"/>
              <a:pathLst>
                <a:path extrusionOk="0" h="2134" w="2488">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1" name="Google Shape;3451;p129"/>
            <p:cNvSpPr/>
            <p:nvPr/>
          </p:nvSpPr>
          <p:spPr>
            <a:xfrm>
              <a:off x="5265775" y="2485550"/>
              <a:ext cx="62200" cy="53350"/>
            </a:xfrm>
            <a:custGeom>
              <a:rect b="b" l="l" r="r" t="t"/>
              <a:pathLst>
                <a:path extrusionOk="0" h="2134" w="2488">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2" name="Google Shape;3452;p129"/>
            <p:cNvSpPr/>
            <p:nvPr/>
          </p:nvSpPr>
          <p:spPr>
            <a:xfrm>
              <a:off x="5265775" y="2561575"/>
              <a:ext cx="62200" cy="53425"/>
            </a:xfrm>
            <a:custGeom>
              <a:rect b="b" l="l" r="r" t="t"/>
              <a:pathLst>
                <a:path extrusionOk="0" h="2137" w="2488">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3" name="Google Shape;3453;p129"/>
            <p:cNvSpPr/>
            <p:nvPr/>
          </p:nvSpPr>
          <p:spPr>
            <a:xfrm>
              <a:off x="5265775" y="2637775"/>
              <a:ext cx="62200" cy="53450"/>
            </a:xfrm>
            <a:custGeom>
              <a:rect b="b" l="l" r="r" t="t"/>
              <a:pathLst>
                <a:path extrusionOk="0" h="2138" w="2488">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4" name="Google Shape;3454;p129"/>
            <p:cNvSpPr/>
            <p:nvPr/>
          </p:nvSpPr>
          <p:spPr>
            <a:xfrm>
              <a:off x="5341975" y="1342750"/>
              <a:ext cx="62425" cy="53450"/>
            </a:xfrm>
            <a:custGeom>
              <a:rect b="b" l="l" r="r" t="t"/>
              <a:pathLst>
                <a:path extrusionOk="0" h="2138" w="2497">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5" name="Google Shape;3455;p129"/>
            <p:cNvSpPr/>
            <p:nvPr/>
          </p:nvSpPr>
          <p:spPr>
            <a:xfrm>
              <a:off x="5341975" y="141897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6" name="Google Shape;3456;p129"/>
            <p:cNvSpPr/>
            <p:nvPr/>
          </p:nvSpPr>
          <p:spPr>
            <a:xfrm>
              <a:off x="5341975" y="14952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7" name="Google Shape;3457;p129"/>
            <p:cNvSpPr/>
            <p:nvPr/>
          </p:nvSpPr>
          <p:spPr>
            <a:xfrm>
              <a:off x="5341975" y="1571400"/>
              <a:ext cx="62375" cy="53250"/>
            </a:xfrm>
            <a:custGeom>
              <a:rect b="b" l="l" r="r" t="t"/>
              <a:pathLst>
                <a:path extrusionOk="0" h="2130" w="2495">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8" name="Google Shape;3458;p129"/>
            <p:cNvSpPr/>
            <p:nvPr/>
          </p:nvSpPr>
          <p:spPr>
            <a:xfrm>
              <a:off x="5341975" y="1647400"/>
              <a:ext cx="62425" cy="53450"/>
            </a:xfrm>
            <a:custGeom>
              <a:rect b="b" l="l" r="r" t="t"/>
              <a:pathLst>
                <a:path extrusionOk="0" h="2138" w="2497">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9" name="Google Shape;3459;p129"/>
            <p:cNvSpPr/>
            <p:nvPr/>
          </p:nvSpPr>
          <p:spPr>
            <a:xfrm>
              <a:off x="5341975"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0" name="Google Shape;3460;p129"/>
            <p:cNvSpPr/>
            <p:nvPr/>
          </p:nvSpPr>
          <p:spPr>
            <a:xfrm>
              <a:off x="5341975"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1" name="Google Shape;3461;p129"/>
            <p:cNvSpPr/>
            <p:nvPr/>
          </p:nvSpPr>
          <p:spPr>
            <a:xfrm>
              <a:off x="5341975" y="1876050"/>
              <a:ext cx="62425" cy="53275"/>
            </a:xfrm>
            <a:custGeom>
              <a:rect b="b" l="l" r="r" t="t"/>
              <a:pathLst>
                <a:path extrusionOk="0" h="2131" w="2497">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2" name="Google Shape;3462;p129"/>
            <p:cNvSpPr/>
            <p:nvPr/>
          </p:nvSpPr>
          <p:spPr>
            <a:xfrm>
              <a:off x="5341975" y="1952050"/>
              <a:ext cx="62425" cy="53450"/>
            </a:xfrm>
            <a:custGeom>
              <a:rect b="b" l="l" r="r" t="t"/>
              <a:pathLst>
                <a:path extrusionOk="0" h="2138" w="2497">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3" name="Google Shape;3463;p129"/>
            <p:cNvSpPr/>
            <p:nvPr/>
          </p:nvSpPr>
          <p:spPr>
            <a:xfrm>
              <a:off x="5341975"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4" name="Google Shape;3464;p129"/>
            <p:cNvSpPr/>
            <p:nvPr/>
          </p:nvSpPr>
          <p:spPr>
            <a:xfrm>
              <a:off x="5341975" y="21045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5" name="Google Shape;3465;p129"/>
            <p:cNvSpPr/>
            <p:nvPr/>
          </p:nvSpPr>
          <p:spPr>
            <a:xfrm>
              <a:off x="5341975"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6" name="Google Shape;3466;p129"/>
            <p:cNvSpPr/>
            <p:nvPr/>
          </p:nvSpPr>
          <p:spPr>
            <a:xfrm>
              <a:off x="5341975" y="2256925"/>
              <a:ext cx="62575" cy="53425"/>
            </a:xfrm>
            <a:custGeom>
              <a:rect b="b" l="l" r="r" t="t"/>
              <a:pathLst>
                <a:path extrusionOk="0" h="2137" w="2503">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7" name="Google Shape;3467;p129"/>
            <p:cNvSpPr/>
            <p:nvPr/>
          </p:nvSpPr>
          <p:spPr>
            <a:xfrm>
              <a:off x="5341975"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8" name="Google Shape;3468;p129"/>
            <p:cNvSpPr/>
            <p:nvPr/>
          </p:nvSpPr>
          <p:spPr>
            <a:xfrm>
              <a:off x="5341975" y="2485550"/>
              <a:ext cx="62425" cy="53300"/>
            </a:xfrm>
            <a:custGeom>
              <a:rect b="b" l="l" r="r" t="t"/>
              <a:pathLst>
                <a:path extrusionOk="0" h="2132" w="2497">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9" name="Google Shape;3469;p129"/>
            <p:cNvSpPr/>
            <p:nvPr/>
          </p:nvSpPr>
          <p:spPr>
            <a:xfrm>
              <a:off x="5341975" y="2561575"/>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0" name="Google Shape;3470;p129"/>
            <p:cNvSpPr/>
            <p:nvPr/>
          </p:nvSpPr>
          <p:spPr>
            <a:xfrm>
              <a:off x="5341975" y="26377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1" name="Google Shape;3471;p129"/>
            <p:cNvSpPr/>
            <p:nvPr/>
          </p:nvSpPr>
          <p:spPr>
            <a:xfrm>
              <a:off x="5418200" y="1342750"/>
              <a:ext cx="62425" cy="53450"/>
            </a:xfrm>
            <a:custGeom>
              <a:rect b="b" l="l" r="r" t="t"/>
              <a:pathLst>
                <a:path extrusionOk="0" h="2138" w="2497">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2" name="Google Shape;3472;p129"/>
            <p:cNvSpPr/>
            <p:nvPr/>
          </p:nvSpPr>
          <p:spPr>
            <a:xfrm>
              <a:off x="5418200" y="141897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3" name="Google Shape;3473;p129"/>
            <p:cNvSpPr/>
            <p:nvPr/>
          </p:nvSpPr>
          <p:spPr>
            <a:xfrm>
              <a:off x="5418200" y="14952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4" name="Google Shape;3474;p129"/>
            <p:cNvSpPr/>
            <p:nvPr/>
          </p:nvSpPr>
          <p:spPr>
            <a:xfrm>
              <a:off x="5418200" y="1571400"/>
              <a:ext cx="62425" cy="53250"/>
            </a:xfrm>
            <a:custGeom>
              <a:rect b="b" l="l" r="r" t="t"/>
              <a:pathLst>
                <a:path extrusionOk="0" h="2130" w="2497">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5" name="Google Shape;3475;p129"/>
            <p:cNvSpPr/>
            <p:nvPr/>
          </p:nvSpPr>
          <p:spPr>
            <a:xfrm>
              <a:off x="5418200" y="1647400"/>
              <a:ext cx="62425" cy="53450"/>
            </a:xfrm>
            <a:custGeom>
              <a:rect b="b" l="l" r="r" t="t"/>
              <a:pathLst>
                <a:path extrusionOk="0" h="2138" w="2497">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6" name="Google Shape;3476;p129"/>
            <p:cNvSpPr/>
            <p:nvPr/>
          </p:nvSpPr>
          <p:spPr>
            <a:xfrm>
              <a:off x="5418200"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7" name="Google Shape;3477;p129"/>
            <p:cNvSpPr/>
            <p:nvPr/>
          </p:nvSpPr>
          <p:spPr>
            <a:xfrm>
              <a:off x="5418200"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8" name="Google Shape;3478;p129"/>
            <p:cNvSpPr/>
            <p:nvPr/>
          </p:nvSpPr>
          <p:spPr>
            <a:xfrm>
              <a:off x="5418200"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9" name="Google Shape;3479;p129"/>
            <p:cNvSpPr/>
            <p:nvPr/>
          </p:nvSpPr>
          <p:spPr>
            <a:xfrm>
              <a:off x="5418200"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0" name="Google Shape;3480;p129"/>
            <p:cNvSpPr/>
            <p:nvPr/>
          </p:nvSpPr>
          <p:spPr>
            <a:xfrm>
              <a:off x="5418200" y="2028275"/>
              <a:ext cx="62425" cy="53450"/>
            </a:xfrm>
            <a:custGeom>
              <a:rect b="b" l="l" r="r" t="t"/>
              <a:pathLst>
                <a:path extrusionOk="0" h="2138" w="2497">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1" name="Google Shape;3481;p129"/>
            <p:cNvSpPr/>
            <p:nvPr/>
          </p:nvSpPr>
          <p:spPr>
            <a:xfrm>
              <a:off x="5418200"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2" name="Google Shape;3482;p129"/>
            <p:cNvSpPr/>
            <p:nvPr/>
          </p:nvSpPr>
          <p:spPr>
            <a:xfrm>
              <a:off x="5418200"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3" name="Google Shape;3483;p129"/>
            <p:cNvSpPr/>
            <p:nvPr/>
          </p:nvSpPr>
          <p:spPr>
            <a:xfrm>
              <a:off x="5418200"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4" name="Google Shape;3484;p129"/>
            <p:cNvSpPr/>
            <p:nvPr/>
          </p:nvSpPr>
          <p:spPr>
            <a:xfrm>
              <a:off x="5418200" y="2333125"/>
              <a:ext cx="62425" cy="53450"/>
            </a:xfrm>
            <a:custGeom>
              <a:rect b="b" l="l" r="r" t="t"/>
              <a:pathLst>
                <a:path extrusionOk="0" h="2138" w="2497">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5" name="Google Shape;3485;p129"/>
            <p:cNvSpPr/>
            <p:nvPr/>
          </p:nvSpPr>
          <p:spPr>
            <a:xfrm>
              <a:off x="5418200" y="2485550"/>
              <a:ext cx="62425" cy="53300"/>
            </a:xfrm>
            <a:custGeom>
              <a:rect b="b" l="l" r="r" t="t"/>
              <a:pathLst>
                <a:path extrusionOk="0" h="2132" w="2497">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6" name="Google Shape;3486;p129"/>
            <p:cNvSpPr/>
            <p:nvPr/>
          </p:nvSpPr>
          <p:spPr>
            <a:xfrm>
              <a:off x="5418200" y="2561575"/>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7" name="Google Shape;3487;p129"/>
            <p:cNvSpPr/>
            <p:nvPr/>
          </p:nvSpPr>
          <p:spPr>
            <a:xfrm>
              <a:off x="5418200" y="2637775"/>
              <a:ext cx="62425" cy="53450"/>
            </a:xfrm>
            <a:custGeom>
              <a:rect b="b" l="l" r="r" t="t"/>
              <a:pathLst>
                <a:path extrusionOk="0" h="2138" w="2497">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8" name="Google Shape;3488;p129"/>
            <p:cNvSpPr/>
            <p:nvPr/>
          </p:nvSpPr>
          <p:spPr>
            <a:xfrm>
              <a:off x="5418200"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9" name="Google Shape;3489;p129"/>
            <p:cNvSpPr/>
            <p:nvPr/>
          </p:nvSpPr>
          <p:spPr>
            <a:xfrm>
              <a:off x="5494400" y="1266550"/>
              <a:ext cx="62225" cy="53450"/>
            </a:xfrm>
            <a:custGeom>
              <a:rect b="b" l="l" r="r" t="t"/>
              <a:pathLst>
                <a:path extrusionOk="0" h="2138" w="2489">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0" name="Google Shape;3490;p129"/>
            <p:cNvSpPr/>
            <p:nvPr/>
          </p:nvSpPr>
          <p:spPr>
            <a:xfrm>
              <a:off x="5494400" y="1342750"/>
              <a:ext cx="62225" cy="53450"/>
            </a:xfrm>
            <a:custGeom>
              <a:rect b="b" l="l" r="r" t="t"/>
              <a:pathLst>
                <a:path extrusionOk="0" h="2138" w="2489">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1" name="Google Shape;3491;p129"/>
            <p:cNvSpPr/>
            <p:nvPr/>
          </p:nvSpPr>
          <p:spPr>
            <a:xfrm>
              <a:off x="54944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2" name="Google Shape;3492;p129"/>
            <p:cNvSpPr/>
            <p:nvPr/>
          </p:nvSpPr>
          <p:spPr>
            <a:xfrm>
              <a:off x="54944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3" name="Google Shape;3493;p129"/>
            <p:cNvSpPr/>
            <p:nvPr/>
          </p:nvSpPr>
          <p:spPr>
            <a:xfrm>
              <a:off x="5494400" y="1571400"/>
              <a:ext cx="62225" cy="53250"/>
            </a:xfrm>
            <a:custGeom>
              <a:rect b="b" l="l" r="r" t="t"/>
              <a:pathLst>
                <a:path extrusionOk="0" h="2130" w="2489">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4" name="Google Shape;3494;p129"/>
            <p:cNvSpPr/>
            <p:nvPr/>
          </p:nvSpPr>
          <p:spPr>
            <a:xfrm>
              <a:off x="633235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5" name="Google Shape;3495;p129"/>
            <p:cNvSpPr/>
            <p:nvPr/>
          </p:nvSpPr>
          <p:spPr>
            <a:xfrm>
              <a:off x="633235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6" name="Google Shape;3496;p129"/>
            <p:cNvSpPr/>
            <p:nvPr/>
          </p:nvSpPr>
          <p:spPr>
            <a:xfrm>
              <a:off x="6408350" y="1418975"/>
              <a:ext cx="62425" cy="53350"/>
            </a:xfrm>
            <a:custGeom>
              <a:rect b="b" l="l" r="r" t="t"/>
              <a:pathLst>
                <a:path extrusionOk="0" h="2134" w="2497">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7" name="Google Shape;3497;p129"/>
            <p:cNvSpPr/>
            <p:nvPr/>
          </p:nvSpPr>
          <p:spPr>
            <a:xfrm>
              <a:off x="6408350" y="149520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8" name="Google Shape;3498;p129"/>
            <p:cNvSpPr/>
            <p:nvPr/>
          </p:nvSpPr>
          <p:spPr>
            <a:xfrm>
              <a:off x="6484575" y="1342750"/>
              <a:ext cx="62425" cy="53450"/>
            </a:xfrm>
            <a:custGeom>
              <a:rect b="b" l="l" r="r" t="t"/>
              <a:pathLst>
                <a:path extrusionOk="0" h="2138" w="2497">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9" name="Google Shape;3499;p129"/>
            <p:cNvSpPr/>
            <p:nvPr/>
          </p:nvSpPr>
          <p:spPr>
            <a:xfrm>
              <a:off x="6484575" y="1418975"/>
              <a:ext cx="62425" cy="53350"/>
            </a:xfrm>
            <a:custGeom>
              <a:rect b="b" l="l" r="r" t="t"/>
              <a:pathLst>
                <a:path extrusionOk="0" h="2134" w="2497">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0" name="Google Shape;3500;p129"/>
            <p:cNvSpPr/>
            <p:nvPr/>
          </p:nvSpPr>
          <p:spPr>
            <a:xfrm>
              <a:off x="6484575" y="1495200"/>
              <a:ext cx="62425" cy="53325"/>
            </a:xfrm>
            <a:custGeom>
              <a:rect b="b" l="l" r="r" t="t"/>
              <a:pathLst>
                <a:path extrusionOk="0" h="2133" w="2497">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1" name="Google Shape;3501;p129"/>
            <p:cNvSpPr/>
            <p:nvPr/>
          </p:nvSpPr>
          <p:spPr>
            <a:xfrm>
              <a:off x="656080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2" name="Google Shape;3502;p129"/>
            <p:cNvSpPr/>
            <p:nvPr/>
          </p:nvSpPr>
          <p:spPr>
            <a:xfrm>
              <a:off x="656080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3" name="Google Shape;3503;p129"/>
            <p:cNvSpPr/>
            <p:nvPr/>
          </p:nvSpPr>
          <p:spPr>
            <a:xfrm>
              <a:off x="6637000" y="14189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4" name="Google Shape;3504;p129"/>
            <p:cNvSpPr/>
            <p:nvPr/>
          </p:nvSpPr>
          <p:spPr>
            <a:xfrm>
              <a:off x="7094075" y="149520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5" name="Google Shape;3505;p129"/>
            <p:cNvSpPr/>
            <p:nvPr/>
          </p:nvSpPr>
          <p:spPr>
            <a:xfrm>
              <a:off x="6713225" y="141897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6" name="Google Shape;3506;p129"/>
            <p:cNvSpPr/>
            <p:nvPr/>
          </p:nvSpPr>
          <p:spPr>
            <a:xfrm>
              <a:off x="6789225" y="141897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7" name="Google Shape;3507;p129"/>
            <p:cNvSpPr/>
            <p:nvPr/>
          </p:nvSpPr>
          <p:spPr>
            <a:xfrm>
              <a:off x="686565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8" name="Google Shape;3508;p129"/>
            <p:cNvSpPr/>
            <p:nvPr/>
          </p:nvSpPr>
          <p:spPr>
            <a:xfrm>
              <a:off x="7017875" y="1495200"/>
              <a:ext cx="62400" cy="53325"/>
            </a:xfrm>
            <a:custGeom>
              <a:rect b="b" l="l" r="r" t="t"/>
              <a:pathLst>
                <a:path extrusionOk="0" h="2133" w="2496">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9" name="Google Shape;3509;p129"/>
            <p:cNvSpPr/>
            <p:nvPr/>
          </p:nvSpPr>
          <p:spPr>
            <a:xfrm>
              <a:off x="694185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0" name="Google Shape;3510;p129"/>
            <p:cNvSpPr/>
            <p:nvPr/>
          </p:nvSpPr>
          <p:spPr>
            <a:xfrm>
              <a:off x="686565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1" name="Google Shape;3511;p129"/>
            <p:cNvSpPr/>
            <p:nvPr/>
          </p:nvSpPr>
          <p:spPr>
            <a:xfrm>
              <a:off x="6789225" y="14952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2" name="Google Shape;3512;p129"/>
            <p:cNvSpPr/>
            <p:nvPr/>
          </p:nvSpPr>
          <p:spPr>
            <a:xfrm>
              <a:off x="6713225" y="14952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3" name="Google Shape;3513;p129"/>
            <p:cNvSpPr/>
            <p:nvPr/>
          </p:nvSpPr>
          <p:spPr>
            <a:xfrm>
              <a:off x="6637000" y="1495200"/>
              <a:ext cx="62225" cy="53325"/>
            </a:xfrm>
            <a:custGeom>
              <a:rect b="b" l="l" r="r" t="t"/>
              <a:pathLst>
                <a:path extrusionOk="0" h="2133" w="2489">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4" name="Google Shape;3514;p129"/>
            <p:cNvSpPr/>
            <p:nvPr/>
          </p:nvSpPr>
          <p:spPr>
            <a:xfrm>
              <a:off x="6637000" y="1571400"/>
              <a:ext cx="62225" cy="53250"/>
            </a:xfrm>
            <a:custGeom>
              <a:rect b="b" l="l" r="r" t="t"/>
              <a:pathLst>
                <a:path extrusionOk="0" h="2130" w="2489">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5" name="Google Shape;3515;p129"/>
            <p:cNvSpPr/>
            <p:nvPr/>
          </p:nvSpPr>
          <p:spPr>
            <a:xfrm>
              <a:off x="6560800" y="1571400"/>
              <a:ext cx="62200" cy="53250"/>
            </a:xfrm>
            <a:custGeom>
              <a:rect b="b" l="l" r="r" t="t"/>
              <a:pathLst>
                <a:path extrusionOk="0" h="2130" w="2488">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6" name="Google Shape;3516;p129"/>
            <p:cNvSpPr/>
            <p:nvPr/>
          </p:nvSpPr>
          <p:spPr>
            <a:xfrm>
              <a:off x="6484575" y="1571400"/>
              <a:ext cx="62425" cy="53250"/>
            </a:xfrm>
            <a:custGeom>
              <a:rect b="b" l="l" r="r" t="t"/>
              <a:pathLst>
                <a:path extrusionOk="0" h="2130" w="2497">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7" name="Google Shape;3517;p129"/>
            <p:cNvSpPr/>
            <p:nvPr/>
          </p:nvSpPr>
          <p:spPr>
            <a:xfrm>
              <a:off x="6408350" y="1571400"/>
              <a:ext cx="62425" cy="53250"/>
            </a:xfrm>
            <a:custGeom>
              <a:rect b="b" l="l" r="r" t="t"/>
              <a:pathLst>
                <a:path extrusionOk="0" h="2130" w="2497">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8" name="Google Shape;3518;p129"/>
            <p:cNvSpPr/>
            <p:nvPr/>
          </p:nvSpPr>
          <p:spPr>
            <a:xfrm>
              <a:off x="633235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9" name="Google Shape;3519;p129"/>
            <p:cNvSpPr/>
            <p:nvPr/>
          </p:nvSpPr>
          <p:spPr>
            <a:xfrm>
              <a:off x="5875275"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0" name="Google Shape;3520;p129"/>
            <p:cNvSpPr/>
            <p:nvPr/>
          </p:nvSpPr>
          <p:spPr>
            <a:xfrm>
              <a:off x="5875275"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1" name="Google Shape;3521;p129"/>
            <p:cNvSpPr/>
            <p:nvPr/>
          </p:nvSpPr>
          <p:spPr>
            <a:xfrm>
              <a:off x="595147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2" name="Google Shape;3522;p129"/>
            <p:cNvSpPr/>
            <p:nvPr/>
          </p:nvSpPr>
          <p:spPr>
            <a:xfrm>
              <a:off x="595147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3" name="Google Shape;3523;p129"/>
            <p:cNvSpPr/>
            <p:nvPr/>
          </p:nvSpPr>
          <p:spPr>
            <a:xfrm>
              <a:off x="595147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4" name="Google Shape;3524;p129"/>
            <p:cNvSpPr/>
            <p:nvPr/>
          </p:nvSpPr>
          <p:spPr>
            <a:xfrm>
              <a:off x="5951475"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5" name="Google Shape;3525;p129"/>
            <p:cNvSpPr/>
            <p:nvPr/>
          </p:nvSpPr>
          <p:spPr>
            <a:xfrm>
              <a:off x="595147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6" name="Google Shape;3526;p129"/>
            <p:cNvSpPr/>
            <p:nvPr/>
          </p:nvSpPr>
          <p:spPr>
            <a:xfrm>
              <a:off x="595147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7" name="Google Shape;3527;p129"/>
            <p:cNvSpPr/>
            <p:nvPr/>
          </p:nvSpPr>
          <p:spPr>
            <a:xfrm>
              <a:off x="5951475" y="1876050"/>
              <a:ext cx="62225" cy="53275"/>
            </a:xfrm>
            <a:custGeom>
              <a:rect b="b" l="l" r="r" t="t"/>
              <a:pathLst>
                <a:path extrusionOk="0" h="2131" w="2489">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8" name="Google Shape;3528;p129"/>
            <p:cNvSpPr/>
            <p:nvPr/>
          </p:nvSpPr>
          <p:spPr>
            <a:xfrm>
              <a:off x="595147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9" name="Google Shape;3529;p129"/>
            <p:cNvSpPr/>
            <p:nvPr/>
          </p:nvSpPr>
          <p:spPr>
            <a:xfrm>
              <a:off x="595147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0" name="Google Shape;3530;p129"/>
            <p:cNvSpPr/>
            <p:nvPr/>
          </p:nvSpPr>
          <p:spPr>
            <a:xfrm>
              <a:off x="6027500" y="1418975"/>
              <a:ext cx="62425" cy="53350"/>
            </a:xfrm>
            <a:custGeom>
              <a:rect b="b" l="l" r="r" t="t"/>
              <a:pathLst>
                <a:path extrusionOk="0" h="2134" w="2497">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1" name="Google Shape;3531;p129"/>
            <p:cNvSpPr/>
            <p:nvPr/>
          </p:nvSpPr>
          <p:spPr>
            <a:xfrm>
              <a:off x="6027500" y="149520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2" name="Google Shape;3532;p129"/>
            <p:cNvSpPr/>
            <p:nvPr/>
          </p:nvSpPr>
          <p:spPr>
            <a:xfrm>
              <a:off x="6027500" y="1571400"/>
              <a:ext cx="62425" cy="53250"/>
            </a:xfrm>
            <a:custGeom>
              <a:rect b="b" l="l" r="r" t="t"/>
              <a:pathLst>
                <a:path extrusionOk="0" h="2130" w="2497">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3" name="Google Shape;3533;p129"/>
            <p:cNvSpPr/>
            <p:nvPr/>
          </p:nvSpPr>
          <p:spPr>
            <a:xfrm>
              <a:off x="6027500" y="1647400"/>
              <a:ext cx="62425" cy="53450"/>
            </a:xfrm>
            <a:custGeom>
              <a:rect b="b" l="l" r="r" t="t"/>
              <a:pathLst>
                <a:path extrusionOk="0" h="2138" w="2497">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4" name="Google Shape;3534;p129"/>
            <p:cNvSpPr/>
            <p:nvPr/>
          </p:nvSpPr>
          <p:spPr>
            <a:xfrm>
              <a:off x="6027500" y="1723625"/>
              <a:ext cx="62425" cy="53350"/>
            </a:xfrm>
            <a:custGeom>
              <a:rect b="b" l="l" r="r" t="t"/>
              <a:pathLst>
                <a:path extrusionOk="0" h="2134" w="2497">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5" name="Google Shape;3535;p129"/>
            <p:cNvSpPr/>
            <p:nvPr/>
          </p:nvSpPr>
          <p:spPr>
            <a:xfrm>
              <a:off x="6027500" y="179985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6" name="Google Shape;3536;p129"/>
            <p:cNvSpPr/>
            <p:nvPr/>
          </p:nvSpPr>
          <p:spPr>
            <a:xfrm>
              <a:off x="6027500" y="1876050"/>
              <a:ext cx="62425" cy="53350"/>
            </a:xfrm>
            <a:custGeom>
              <a:rect b="b" l="l" r="r" t="t"/>
              <a:pathLst>
                <a:path extrusionOk="0" h="2134" w="2497">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7" name="Google Shape;3537;p129"/>
            <p:cNvSpPr/>
            <p:nvPr/>
          </p:nvSpPr>
          <p:spPr>
            <a:xfrm>
              <a:off x="6027500" y="1952050"/>
              <a:ext cx="62425" cy="53450"/>
            </a:xfrm>
            <a:custGeom>
              <a:rect b="b" l="l" r="r" t="t"/>
              <a:pathLst>
                <a:path extrusionOk="0" h="2138" w="2497">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8" name="Google Shape;3538;p129"/>
            <p:cNvSpPr/>
            <p:nvPr/>
          </p:nvSpPr>
          <p:spPr>
            <a:xfrm>
              <a:off x="6103700" y="141897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9" name="Google Shape;3539;p129"/>
            <p:cNvSpPr/>
            <p:nvPr/>
          </p:nvSpPr>
          <p:spPr>
            <a:xfrm>
              <a:off x="6103700" y="149520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0" name="Google Shape;3540;p129"/>
            <p:cNvSpPr/>
            <p:nvPr/>
          </p:nvSpPr>
          <p:spPr>
            <a:xfrm>
              <a:off x="6103700" y="1571400"/>
              <a:ext cx="62425" cy="53250"/>
            </a:xfrm>
            <a:custGeom>
              <a:rect b="b" l="l" r="r" t="t"/>
              <a:pathLst>
                <a:path extrusionOk="0" h="2130" w="2497">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1" name="Google Shape;3541;p129"/>
            <p:cNvSpPr/>
            <p:nvPr/>
          </p:nvSpPr>
          <p:spPr>
            <a:xfrm>
              <a:off x="6103700" y="1647400"/>
              <a:ext cx="62425" cy="53450"/>
            </a:xfrm>
            <a:custGeom>
              <a:rect b="b" l="l" r="r" t="t"/>
              <a:pathLst>
                <a:path extrusionOk="0" h="2138" w="2497">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2" name="Google Shape;3542;p129"/>
            <p:cNvSpPr/>
            <p:nvPr/>
          </p:nvSpPr>
          <p:spPr>
            <a:xfrm>
              <a:off x="6103700" y="172362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3" name="Google Shape;3543;p129"/>
            <p:cNvSpPr/>
            <p:nvPr/>
          </p:nvSpPr>
          <p:spPr>
            <a:xfrm>
              <a:off x="6103700" y="179985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4" name="Google Shape;3544;p129"/>
            <p:cNvSpPr/>
            <p:nvPr/>
          </p:nvSpPr>
          <p:spPr>
            <a:xfrm>
              <a:off x="6103700" y="1876050"/>
              <a:ext cx="62425" cy="53275"/>
            </a:xfrm>
            <a:custGeom>
              <a:rect b="b" l="l" r="r" t="t"/>
              <a:pathLst>
                <a:path extrusionOk="0" h="2131" w="2497">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5" name="Google Shape;3545;p129"/>
            <p:cNvSpPr/>
            <p:nvPr/>
          </p:nvSpPr>
          <p:spPr>
            <a:xfrm>
              <a:off x="6103700" y="1952050"/>
              <a:ext cx="62425" cy="53450"/>
            </a:xfrm>
            <a:custGeom>
              <a:rect b="b" l="l" r="r" t="t"/>
              <a:pathLst>
                <a:path extrusionOk="0" h="2138" w="2497">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6" name="Google Shape;3546;p129"/>
            <p:cNvSpPr/>
            <p:nvPr/>
          </p:nvSpPr>
          <p:spPr>
            <a:xfrm>
              <a:off x="617992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7" name="Google Shape;3547;p129"/>
            <p:cNvSpPr/>
            <p:nvPr/>
          </p:nvSpPr>
          <p:spPr>
            <a:xfrm>
              <a:off x="617992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8" name="Google Shape;3548;p129"/>
            <p:cNvSpPr/>
            <p:nvPr/>
          </p:nvSpPr>
          <p:spPr>
            <a:xfrm>
              <a:off x="617992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9" name="Google Shape;3549;p129"/>
            <p:cNvSpPr/>
            <p:nvPr/>
          </p:nvSpPr>
          <p:spPr>
            <a:xfrm>
              <a:off x="6256150" y="1418975"/>
              <a:ext cx="62200" cy="53350"/>
            </a:xfrm>
            <a:custGeom>
              <a:rect b="b" l="l" r="r" t="t"/>
              <a:pathLst>
                <a:path extrusionOk="0" h="2134" w="2488">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0" name="Google Shape;3550;p129"/>
            <p:cNvSpPr/>
            <p:nvPr/>
          </p:nvSpPr>
          <p:spPr>
            <a:xfrm>
              <a:off x="6256150" y="1495200"/>
              <a:ext cx="62200" cy="53325"/>
            </a:xfrm>
            <a:custGeom>
              <a:rect b="b" l="l" r="r" t="t"/>
              <a:pathLst>
                <a:path extrusionOk="0" h="2133"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1" name="Google Shape;3551;p129"/>
            <p:cNvSpPr/>
            <p:nvPr/>
          </p:nvSpPr>
          <p:spPr>
            <a:xfrm>
              <a:off x="6256150" y="1571400"/>
              <a:ext cx="62200" cy="53250"/>
            </a:xfrm>
            <a:custGeom>
              <a:rect b="b" l="l" r="r" t="t"/>
              <a:pathLst>
                <a:path extrusionOk="0" h="2130" w="2488">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2" name="Google Shape;3552;p129"/>
            <p:cNvSpPr/>
            <p:nvPr/>
          </p:nvSpPr>
          <p:spPr>
            <a:xfrm>
              <a:off x="6256150" y="164740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3" name="Google Shape;3553;p129"/>
            <p:cNvSpPr/>
            <p:nvPr/>
          </p:nvSpPr>
          <p:spPr>
            <a:xfrm>
              <a:off x="617992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4" name="Google Shape;3554;p129"/>
            <p:cNvSpPr/>
            <p:nvPr/>
          </p:nvSpPr>
          <p:spPr>
            <a:xfrm>
              <a:off x="617992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5" name="Google Shape;3555;p129"/>
            <p:cNvSpPr/>
            <p:nvPr/>
          </p:nvSpPr>
          <p:spPr>
            <a:xfrm>
              <a:off x="6179925" y="17998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6" name="Google Shape;3556;p129"/>
            <p:cNvSpPr/>
            <p:nvPr/>
          </p:nvSpPr>
          <p:spPr>
            <a:xfrm>
              <a:off x="6179925" y="1876050"/>
              <a:ext cx="62225" cy="53275"/>
            </a:xfrm>
            <a:custGeom>
              <a:rect b="b" l="l" r="r" t="t"/>
              <a:pathLst>
                <a:path extrusionOk="0" h="2131" w="2489">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7" name="Google Shape;3557;p129"/>
            <p:cNvSpPr/>
            <p:nvPr/>
          </p:nvSpPr>
          <p:spPr>
            <a:xfrm>
              <a:off x="617992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8" name="Google Shape;3558;p129"/>
            <p:cNvSpPr/>
            <p:nvPr/>
          </p:nvSpPr>
          <p:spPr>
            <a:xfrm>
              <a:off x="617992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9" name="Google Shape;3559;p129"/>
            <p:cNvSpPr/>
            <p:nvPr/>
          </p:nvSpPr>
          <p:spPr>
            <a:xfrm>
              <a:off x="6103700" y="2028275"/>
              <a:ext cx="62425" cy="53450"/>
            </a:xfrm>
            <a:custGeom>
              <a:rect b="b" l="l" r="r" t="t"/>
              <a:pathLst>
                <a:path extrusionOk="0" h="2138" w="2497">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0" name="Google Shape;3560;p129"/>
            <p:cNvSpPr/>
            <p:nvPr/>
          </p:nvSpPr>
          <p:spPr>
            <a:xfrm>
              <a:off x="6027500" y="2028275"/>
              <a:ext cx="62425" cy="53450"/>
            </a:xfrm>
            <a:custGeom>
              <a:rect b="b" l="l" r="r" t="t"/>
              <a:pathLst>
                <a:path extrusionOk="0" h="2138" w="2497">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1" name="Google Shape;3561;p129"/>
            <p:cNvSpPr/>
            <p:nvPr/>
          </p:nvSpPr>
          <p:spPr>
            <a:xfrm>
              <a:off x="6027500" y="210450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2" name="Google Shape;3562;p129"/>
            <p:cNvSpPr/>
            <p:nvPr/>
          </p:nvSpPr>
          <p:spPr>
            <a:xfrm>
              <a:off x="595147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3" name="Google Shape;3563;p129"/>
            <p:cNvSpPr/>
            <p:nvPr/>
          </p:nvSpPr>
          <p:spPr>
            <a:xfrm>
              <a:off x="5494400" y="1647400"/>
              <a:ext cx="62225" cy="53450"/>
            </a:xfrm>
            <a:custGeom>
              <a:rect b="b" l="l" r="r" t="t"/>
              <a:pathLst>
                <a:path extrusionOk="0" h="2138" w="2489">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4" name="Google Shape;3564;p129"/>
            <p:cNvSpPr/>
            <p:nvPr/>
          </p:nvSpPr>
          <p:spPr>
            <a:xfrm>
              <a:off x="54944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5" name="Google Shape;3565;p129"/>
            <p:cNvSpPr/>
            <p:nvPr/>
          </p:nvSpPr>
          <p:spPr>
            <a:xfrm>
              <a:off x="549440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6" name="Google Shape;3566;p129"/>
            <p:cNvSpPr/>
            <p:nvPr/>
          </p:nvSpPr>
          <p:spPr>
            <a:xfrm>
              <a:off x="5494400" y="1876050"/>
              <a:ext cx="62225" cy="53300"/>
            </a:xfrm>
            <a:custGeom>
              <a:rect b="b" l="l" r="r" t="t"/>
              <a:pathLst>
                <a:path extrusionOk="0" h="2132" w="2489">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7" name="Google Shape;3567;p129"/>
            <p:cNvSpPr/>
            <p:nvPr/>
          </p:nvSpPr>
          <p:spPr>
            <a:xfrm>
              <a:off x="5494400" y="1952050"/>
              <a:ext cx="62225" cy="53450"/>
            </a:xfrm>
            <a:custGeom>
              <a:rect b="b" l="l" r="r" t="t"/>
              <a:pathLst>
                <a:path extrusionOk="0" h="2138" w="2489">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8" name="Google Shape;3568;p129"/>
            <p:cNvSpPr/>
            <p:nvPr/>
          </p:nvSpPr>
          <p:spPr>
            <a:xfrm>
              <a:off x="5494400"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9" name="Google Shape;3569;p129"/>
            <p:cNvSpPr/>
            <p:nvPr/>
          </p:nvSpPr>
          <p:spPr>
            <a:xfrm>
              <a:off x="549440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0" name="Google Shape;3570;p129"/>
            <p:cNvSpPr/>
            <p:nvPr/>
          </p:nvSpPr>
          <p:spPr>
            <a:xfrm>
              <a:off x="549440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1" name="Google Shape;3571;p129"/>
            <p:cNvSpPr/>
            <p:nvPr/>
          </p:nvSpPr>
          <p:spPr>
            <a:xfrm>
              <a:off x="5494400"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2" name="Google Shape;3572;p129"/>
            <p:cNvSpPr/>
            <p:nvPr/>
          </p:nvSpPr>
          <p:spPr>
            <a:xfrm>
              <a:off x="5494400" y="2333125"/>
              <a:ext cx="62225" cy="53450"/>
            </a:xfrm>
            <a:custGeom>
              <a:rect b="b" l="l" r="r" t="t"/>
              <a:pathLst>
                <a:path extrusionOk="0" h="2138" w="2489">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3" name="Google Shape;3573;p129"/>
            <p:cNvSpPr/>
            <p:nvPr/>
          </p:nvSpPr>
          <p:spPr>
            <a:xfrm>
              <a:off x="549440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4" name="Google Shape;3574;p129"/>
            <p:cNvSpPr/>
            <p:nvPr/>
          </p:nvSpPr>
          <p:spPr>
            <a:xfrm>
              <a:off x="5494400" y="2561575"/>
              <a:ext cx="62225" cy="53425"/>
            </a:xfrm>
            <a:custGeom>
              <a:rect b="b" l="l" r="r" t="t"/>
              <a:pathLst>
                <a:path extrusionOk="0" h="2137" w="2489">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5" name="Google Shape;3575;p129"/>
            <p:cNvSpPr/>
            <p:nvPr/>
          </p:nvSpPr>
          <p:spPr>
            <a:xfrm>
              <a:off x="5494400" y="2637775"/>
              <a:ext cx="62225" cy="53450"/>
            </a:xfrm>
            <a:custGeom>
              <a:rect b="b" l="l" r="r" t="t"/>
              <a:pathLst>
                <a:path extrusionOk="0" h="2138" w="2489">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6" name="Google Shape;3576;p129"/>
            <p:cNvSpPr/>
            <p:nvPr/>
          </p:nvSpPr>
          <p:spPr>
            <a:xfrm>
              <a:off x="5494400"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7" name="Google Shape;3577;p129"/>
            <p:cNvSpPr/>
            <p:nvPr/>
          </p:nvSpPr>
          <p:spPr>
            <a:xfrm>
              <a:off x="5494400"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8" name="Google Shape;3578;p129"/>
            <p:cNvSpPr/>
            <p:nvPr/>
          </p:nvSpPr>
          <p:spPr>
            <a:xfrm>
              <a:off x="5570625" y="1266550"/>
              <a:ext cx="62200" cy="53450"/>
            </a:xfrm>
            <a:custGeom>
              <a:rect b="b" l="l" r="r" t="t"/>
              <a:pathLst>
                <a:path extrusionOk="0" h="2138" w="2488">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9" name="Google Shape;3579;p129"/>
            <p:cNvSpPr/>
            <p:nvPr/>
          </p:nvSpPr>
          <p:spPr>
            <a:xfrm>
              <a:off x="5570625" y="1342750"/>
              <a:ext cx="62200" cy="53450"/>
            </a:xfrm>
            <a:custGeom>
              <a:rect b="b" l="l" r="r" t="t"/>
              <a:pathLst>
                <a:path extrusionOk="0" h="2138" w="2488">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0" name="Google Shape;3580;p129"/>
            <p:cNvSpPr/>
            <p:nvPr/>
          </p:nvSpPr>
          <p:spPr>
            <a:xfrm>
              <a:off x="5570625" y="1418975"/>
              <a:ext cx="62200" cy="53350"/>
            </a:xfrm>
            <a:custGeom>
              <a:rect b="b" l="l" r="r" t="t"/>
              <a:pathLst>
                <a:path extrusionOk="0" h="2134" w="2488">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1" name="Google Shape;3581;p129"/>
            <p:cNvSpPr/>
            <p:nvPr/>
          </p:nvSpPr>
          <p:spPr>
            <a:xfrm>
              <a:off x="5570625" y="1495200"/>
              <a:ext cx="62200" cy="53325"/>
            </a:xfrm>
            <a:custGeom>
              <a:rect b="b" l="l" r="r" t="t"/>
              <a:pathLst>
                <a:path extrusionOk="0" h="2133" w="2488">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2" name="Google Shape;3582;p129"/>
            <p:cNvSpPr/>
            <p:nvPr/>
          </p:nvSpPr>
          <p:spPr>
            <a:xfrm>
              <a:off x="5570625" y="1571400"/>
              <a:ext cx="62200" cy="53250"/>
            </a:xfrm>
            <a:custGeom>
              <a:rect b="b" l="l" r="r" t="t"/>
              <a:pathLst>
                <a:path extrusionOk="0" h="2130" w="2488">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3" name="Google Shape;3583;p129"/>
            <p:cNvSpPr/>
            <p:nvPr/>
          </p:nvSpPr>
          <p:spPr>
            <a:xfrm>
              <a:off x="5570625" y="1647400"/>
              <a:ext cx="62200" cy="53450"/>
            </a:xfrm>
            <a:custGeom>
              <a:rect b="b" l="l" r="r" t="t"/>
              <a:pathLst>
                <a:path extrusionOk="0" h="2138" w="2488">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4" name="Google Shape;3584;p129"/>
            <p:cNvSpPr/>
            <p:nvPr/>
          </p:nvSpPr>
          <p:spPr>
            <a:xfrm>
              <a:off x="5570625" y="1723625"/>
              <a:ext cx="62200" cy="53350"/>
            </a:xfrm>
            <a:custGeom>
              <a:rect b="b" l="l" r="r" t="t"/>
              <a:pathLst>
                <a:path extrusionOk="0" h="2134" w="2488">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5" name="Google Shape;3585;p129"/>
            <p:cNvSpPr/>
            <p:nvPr/>
          </p:nvSpPr>
          <p:spPr>
            <a:xfrm>
              <a:off x="5570625"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6" name="Google Shape;3586;p129"/>
            <p:cNvSpPr/>
            <p:nvPr/>
          </p:nvSpPr>
          <p:spPr>
            <a:xfrm>
              <a:off x="5570625" y="1876050"/>
              <a:ext cx="62200" cy="53350"/>
            </a:xfrm>
            <a:custGeom>
              <a:rect b="b" l="l" r="r" t="t"/>
              <a:pathLst>
                <a:path extrusionOk="0" h="2134" w="2488">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7" name="Google Shape;3587;p129"/>
            <p:cNvSpPr/>
            <p:nvPr/>
          </p:nvSpPr>
          <p:spPr>
            <a:xfrm>
              <a:off x="5570625" y="1952050"/>
              <a:ext cx="62200" cy="53450"/>
            </a:xfrm>
            <a:custGeom>
              <a:rect b="b" l="l" r="r" t="t"/>
              <a:pathLst>
                <a:path extrusionOk="0" h="2138" w="2488">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8" name="Google Shape;3588;p129"/>
            <p:cNvSpPr/>
            <p:nvPr/>
          </p:nvSpPr>
          <p:spPr>
            <a:xfrm>
              <a:off x="5570625" y="2028275"/>
              <a:ext cx="62200" cy="53450"/>
            </a:xfrm>
            <a:custGeom>
              <a:rect b="b" l="l" r="r" t="t"/>
              <a:pathLst>
                <a:path extrusionOk="0" h="2138" w="2488">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9" name="Google Shape;3589;p129"/>
            <p:cNvSpPr/>
            <p:nvPr/>
          </p:nvSpPr>
          <p:spPr>
            <a:xfrm>
              <a:off x="5570625" y="2104500"/>
              <a:ext cx="62200" cy="53325"/>
            </a:xfrm>
            <a:custGeom>
              <a:rect b="b" l="l" r="r" t="t"/>
              <a:pathLst>
                <a:path extrusionOk="0" h="2133"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0" name="Google Shape;3590;p129"/>
            <p:cNvSpPr/>
            <p:nvPr/>
          </p:nvSpPr>
          <p:spPr>
            <a:xfrm>
              <a:off x="5570625" y="2180700"/>
              <a:ext cx="62200" cy="53350"/>
            </a:xfrm>
            <a:custGeom>
              <a:rect b="b" l="l" r="r" t="t"/>
              <a:pathLst>
                <a:path extrusionOk="0" h="2134" w="2488">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1" name="Google Shape;3591;p129"/>
            <p:cNvSpPr/>
            <p:nvPr/>
          </p:nvSpPr>
          <p:spPr>
            <a:xfrm>
              <a:off x="5570625" y="2256925"/>
              <a:ext cx="62425" cy="53425"/>
            </a:xfrm>
            <a:custGeom>
              <a:rect b="b" l="l" r="r" t="t"/>
              <a:pathLst>
                <a:path extrusionOk="0" h="2137" w="2497">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2" name="Google Shape;3592;p129"/>
            <p:cNvSpPr/>
            <p:nvPr/>
          </p:nvSpPr>
          <p:spPr>
            <a:xfrm>
              <a:off x="5570625" y="2333125"/>
              <a:ext cx="62200" cy="53450"/>
            </a:xfrm>
            <a:custGeom>
              <a:rect b="b" l="l" r="r" t="t"/>
              <a:pathLst>
                <a:path extrusionOk="0" h="2138" w="2488">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3" name="Google Shape;3593;p129"/>
            <p:cNvSpPr/>
            <p:nvPr/>
          </p:nvSpPr>
          <p:spPr>
            <a:xfrm>
              <a:off x="5570625" y="2485550"/>
              <a:ext cx="62200" cy="53300"/>
            </a:xfrm>
            <a:custGeom>
              <a:rect b="b" l="l" r="r" t="t"/>
              <a:pathLst>
                <a:path extrusionOk="0" h="2132" w="2488">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4" name="Google Shape;3594;p129"/>
            <p:cNvSpPr/>
            <p:nvPr/>
          </p:nvSpPr>
          <p:spPr>
            <a:xfrm>
              <a:off x="5570625" y="2561575"/>
              <a:ext cx="62200" cy="53425"/>
            </a:xfrm>
            <a:custGeom>
              <a:rect b="b" l="l" r="r" t="t"/>
              <a:pathLst>
                <a:path extrusionOk="0" h="2137" w="2488">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5" name="Google Shape;3595;p129"/>
            <p:cNvSpPr/>
            <p:nvPr/>
          </p:nvSpPr>
          <p:spPr>
            <a:xfrm>
              <a:off x="5570625"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6" name="Google Shape;3596;p129"/>
            <p:cNvSpPr/>
            <p:nvPr/>
          </p:nvSpPr>
          <p:spPr>
            <a:xfrm>
              <a:off x="5570625" y="2866425"/>
              <a:ext cx="62200" cy="53275"/>
            </a:xfrm>
            <a:custGeom>
              <a:rect b="b" l="l" r="r" t="t"/>
              <a:pathLst>
                <a:path extrusionOk="0" h="2131" w="2488">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7" name="Google Shape;3597;p129"/>
            <p:cNvSpPr/>
            <p:nvPr/>
          </p:nvSpPr>
          <p:spPr>
            <a:xfrm>
              <a:off x="5570625" y="2790200"/>
              <a:ext cx="62200" cy="53350"/>
            </a:xfrm>
            <a:custGeom>
              <a:rect b="b" l="l" r="r" t="t"/>
              <a:pathLst>
                <a:path extrusionOk="0" h="2134" w="2488">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8" name="Google Shape;3598;p129"/>
            <p:cNvSpPr/>
            <p:nvPr/>
          </p:nvSpPr>
          <p:spPr>
            <a:xfrm>
              <a:off x="5570625" y="2714000"/>
              <a:ext cx="62200" cy="53350"/>
            </a:xfrm>
            <a:custGeom>
              <a:rect b="b" l="l" r="r" t="t"/>
              <a:pathLst>
                <a:path extrusionOk="0" h="2134"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9" name="Google Shape;3599;p129"/>
            <p:cNvSpPr/>
            <p:nvPr/>
          </p:nvSpPr>
          <p:spPr>
            <a:xfrm>
              <a:off x="564682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0" name="Google Shape;3600;p129"/>
            <p:cNvSpPr/>
            <p:nvPr/>
          </p:nvSpPr>
          <p:spPr>
            <a:xfrm>
              <a:off x="56468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1" name="Google Shape;3601;p129"/>
            <p:cNvSpPr/>
            <p:nvPr/>
          </p:nvSpPr>
          <p:spPr>
            <a:xfrm>
              <a:off x="56468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2" name="Google Shape;3602;p129"/>
            <p:cNvSpPr/>
            <p:nvPr/>
          </p:nvSpPr>
          <p:spPr>
            <a:xfrm>
              <a:off x="5646825"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3" name="Google Shape;3603;p129"/>
            <p:cNvSpPr/>
            <p:nvPr/>
          </p:nvSpPr>
          <p:spPr>
            <a:xfrm>
              <a:off x="564682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4" name="Google Shape;3604;p129"/>
            <p:cNvSpPr/>
            <p:nvPr/>
          </p:nvSpPr>
          <p:spPr>
            <a:xfrm>
              <a:off x="564682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5" name="Google Shape;3605;p129"/>
            <p:cNvSpPr/>
            <p:nvPr/>
          </p:nvSpPr>
          <p:spPr>
            <a:xfrm>
              <a:off x="5646825" y="1876050"/>
              <a:ext cx="62225" cy="53350"/>
            </a:xfrm>
            <a:custGeom>
              <a:rect b="b" l="l" r="r" t="t"/>
              <a:pathLst>
                <a:path extrusionOk="0" h="2134" w="2489">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6" name="Google Shape;3606;p129"/>
            <p:cNvSpPr/>
            <p:nvPr/>
          </p:nvSpPr>
          <p:spPr>
            <a:xfrm>
              <a:off x="564682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7" name="Google Shape;3607;p129"/>
            <p:cNvSpPr/>
            <p:nvPr/>
          </p:nvSpPr>
          <p:spPr>
            <a:xfrm>
              <a:off x="564682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8" name="Google Shape;3608;p129"/>
            <p:cNvSpPr/>
            <p:nvPr/>
          </p:nvSpPr>
          <p:spPr>
            <a:xfrm>
              <a:off x="564682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9" name="Google Shape;3609;p129"/>
            <p:cNvSpPr/>
            <p:nvPr/>
          </p:nvSpPr>
          <p:spPr>
            <a:xfrm>
              <a:off x="564682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0" name="Google Shape;3610;p129"/>
            <p:cNvSpPr/>
            <p:nvPr/>
          </p:nvSpPr>
          <p:spPr>
            <a:xfrm>
              <a:off x="5646825"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1" name="Google Shape;3611;p129"/>
            <p:cNvSpPr/>
            <p:nvPr/>
          </p:nvSpPr>
          <p:spPr>
            <a:xfrm>
              <a:off x="564682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2" name="Google Shape;3612;p129"/>
            <p:cNvSpPr/>
            <p:nvPr/>
          </p:nvSpPr>
          <p:spPr>
            <a:xfrm>
              <a:off x="5646825" y="2485550"/>
              <a:ext cx="62225" cy="53300"/>
            </a:xfrm>
            <a:custGeom>
              <a:rect b="b" l="l" r="r" t="t"/>
              <a:pathLst>
                <a:path extrusionOk="0" h="2132" w="2489">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3" name="Google Shape;3613;p129"/>
            <p:cNvSpPr/>
            <p:nvPr/>
          </p:nvSpPr>
          <p:spPr>
            <a:xfrm>
              <a:off x="5646825"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4" name="Google Shape;3614;p129"/>
            <p:cNvSpPr/>
            <p:nvPr/>
          </p:nvSpPr>
          <p:spPr>
            <a:xfrm>
              <a:off x="5646825"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5" name="Google Shape;3615;p129"/>
            <p:cNvSpPr/>
            <p:nvPr/>
          </p:nvSpPr>
          <p:spPr>
            <a:xfrm>
              <a:off x="5646825" y="2637775"/>
              <a:ext cx="62225" cy="53450"/>
            </a:xfrm>
            <a:custGeom>
              <a:rect b="b" l="l" r="r" t="t"/>
              <a:pathLst>
                <a:path extrusionOk="0" h="2138" w="2489">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6" name="Google Shape;3616;p129"/>
            <p:cNvSpPr/>
            <p:nvPr/>
          </p:nvSpPr>
          <p:spPr>
            <a:xfrm>
              <a:off x="5723050"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7" name="Google Shape;3617;p129"/>
            <p:cNvSpPr/>
            <p:nvPr/>
          </p:nvSpPr>
          <p:spPr>
            <a:xfrm>
              <a:off x="5723050" y="14952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8" name="Google Shape;3618;p129"/>
            <p:cNvSpPr/>
            <p:nvPr/>
          </p:nvSpPr>
          <p:spPr>
            <a:xfrm>
              <a:off x="5723050" y="1571400"/>
              <a:ext cx="62150" cy="53250"/>
            </a:xfrm>
            <a:custGeom>
              <a:rect b="b" l="l" r="r" t="t"/>
              <a:pathLst>
                <a:path extrusionOk="0" h="2130" w="2486">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9" name="Google Shape;3619;p129"/>
            <p:cNvSpPr/>
            <p:nvPr/>
          </p:nvSpPr>
          <p:spPr>
            <a:xfrm>
              <a:off x="5723050" y="1647400"/>
              <a:ext cx="62225" cy="53450"/>
            </a:xfrm>
            <a:custGeom>
              <a:rect b="b" l="l" r="r" t="t"/>
              <a:pathLst>
                <a:path extrusionOk="0" h="2138" w="2489">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0" name="Google Shape;3620;p129"/>
            <p:cNvSpPr/>
            <p:nvPr/>
          </p:nvSpPr>
          <p:spPr>
            <a:xfrm>
              <a:off x="5723050" y="17236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1" name="Google Shape;3621;p129"/>
            <p:cNvSpPr/>
            <p:nvPr/>
          </p:nvSpPr>
          <p:spPr>
            <a:xfrm>
              <a:off x="5723050" y="179985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2" name="Google Shape;3622;p129"/>
            <p:cNvSpPr/>
            <p:nvPr/>
          </p:nvSpPr>
          <p:spPr>
            <a:xfrm>
              <a:off x="5723050" y="1876050"/>
              <a:ext cx="62225" cy="53275"/>
            </a:xfrm>
            <a:custGeom>
              <a:rect b="b" l="l" r="r" t="t"/>
              <a:pathLst>
                <a:path extrusionOk="0" h="2131" w="2489">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3" name="Google Shape;3623;p129"/>
            <p:cNvSpPr/>
            <p:nvPr/>
          </p:nvSpPr>
          <p:spPr>
            <a:xfrm>
              <a:off x="5723050" y="1952050"/>
              <a:ext cx="62225" cy="53450"/>
            </a:xfrm>
            <a:custGeom>
              <a:rect b="b" l="l" r="r" t="t"/>
              <a:pathLst>
                <a:path extrusionOk="0" h="2138" w="2489">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4" name="Google Shape;3624;p129"/>
            <p:cNvSpPr/>
            <p:nvPr/>
          </p:nvSpPr>
          <p:spPr>
            <a:xfrm>
              <a:off x="5723050"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5" name="Google Shape;3625;p129"/>
            <p:cNvSpPr/>
            <p:nvPr/>
          </p:nvSpPr>
          <p:spPr>
            <a:xfrm>
              <a:off x="5723050"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6" name="Google Shape;3626;p129"/>
            <p:cNvSpPr/>
            <p:nvPr/>
          </p:nvSpPr>
          <p:spPr>
            <a:xfrm>
              <a:off x="5723050"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7" name="Google Shape;3627;p129"/>
            <p:cNvSpPr/>
            <p:nvPr/>
          </p:nvSpPr>
          <p:spPr>
            <a:xfrm>
              <a:off x="572305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8" name="Google Shape;3628;p129"/>
            <p:cNvSpPr/>
            <p:nvPr/>
          </p:nvSpPr>
          <p:spPr>
            <a:xfrm>
              <a:off x="5723050" y="2333125"/>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9" name="Google Shape;3629;p129"/>
            <p:cNvSpPr/>
            <p:nvPr/>
          </p:nvSpPr>
          <p:spPr>
            <a:xfrm>
              <a:off x="5722850" y="2485550"/>
              <a:ext cx="62425" cy="53300"/>
            </a:xfrm>
            <a:custGeom>
              <a:rect b="b" l="l" r="r" t="t"/>
              <a:pathLst>
                <a:path extrusionOk="0" h="2132" w="2497">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0" name="Google Shape;3630;p129"/>
            <p:cNvSpPr/>
            <p:nvPr/>
          </p:nvSpPr>
          <p:spPr>
            <a:xfrm>
              <a:off x="5723050" y="2561575"/>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1" name="Google Shape;3631;p129"/>
            <p:cNvSpPr/>
            <p:nvPr/>
          </p:nvSpPr>
          <p:spPr>
            <a:xfrm>
              <a:off x="5722850" y="2637775"/>
              <a:ext cx="62425" cy="53450"/>
            </a:xfrm>
            <a:custGeom>
              <a:rect b="b" l="l" r="r" t="t"/>
              <a:pathLst>
                <a:path extrusionOk="0" h="2138" w="2497">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2" name="Google Shape;3632;p129"/>
            <p:cNvSpPr/>
            <p:nvPr/>
          </p:nvSpPr>
          <p:spPr>
            <a:xfrm>
              <a:off x="5799275" y="1418975"/>
              <a:ext cx="62200" cy="53350"/>
            </a:xfrm>
            <a:custGeom>
              <a:rect b="b" l="l" r="r" t="t"/>
              <a:pathLst>
                <a:path extrusionOk="0" h="2134" w="2488">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3" name="Google Shape;3633;p129"/>
            <p:cNvSpPr/>
            <p:nvPr/>
          </p:nvSpPr>
          <p:spPr>
            <a:xfrm>
              <a:off x="5799275" y="1495200"/>
              <a:ext cx="62150" cy="53275"/>
            </a:xfrm>
            <a:custGeom>
              <a:rect b="b" l="l" r="r" t="t"/>
              <a:pathLst>
                <a:path extrusionOk="0" h="2131" w="2486">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4" name="Google Shape;3634;p129"/>
            <p:cNvSpPr/>
            <p:nvPr/>
          </p:nvSpPr>
          <p:spPr>
            <a:xfrm>
              <a:off x="5799275" y="1571400"/>
              <a:ext cx="62150" cy="53275"/>
            </a:xfrm>
            <a:custGeom>
              <a:rect b="b" l="l" r="r" t="t"/>
              <a:pathLst>
                <a:path extrusionOk="0" h="2131" w="2486">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5" name="Google Shape;3635;p129"/>
            <p:cNvSpPr/>
            <p:nvPr/>
          </p:nvSpPr>
          <p:spPr>
            <a:xfrm>
              <a:off x="5799275" y="1647400"/>
              <a:ext cx="62200" cy="53450"/>
            </a:xfrm>
            <a:custGeom>
              <a:rect b="b" l="l" r="r" t="t"/>
              <a:pathLst>
                <a:path extrusionOk="0" h="2138" w="2488">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6" name="Google Shape;3636;p129"/>
            <p:cNvSpPr/>
            <p:nvPr/>
          </p:nvSpPr>
          <p:spPr>
            <a:xfrm>
              <a:off x="5799275" y="1723625"/>
              <a:ext cx="62200" cy="53350"/>
            </a:xfrm>
            <a:custGeom>
              <a:rect b="b" l="l" r="r" t="t"/>
              <a:pathLst>
                <a:path extrusionOk="0" h="2134" w="2488">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7" name="Google Shape;3637;p129"/>
            <p:cNvSpPr/>
            <p:nvPr/>
          </p:nvSpPr>
          <p:spPr>
            <a:xfrm>
              <a:off x="5799275" y="1799825"/>
              <a:ext cx="62150" cy="53300"/>
            </a:xfrm>
            <a:custGeom>
              <a:rect b="b" l="l" r="r" t="t"/>
              <a:pathLst>
                <a:path extrusionOk="0" h="2132" w="2486">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8" name="Google Shape;3638;p129"/>
            <p:cNvSpPr/>
            <p:nvPr/>
          </p:nvSpPr>
          <p:spPr>
            <a:xfrm>
              <a:off x="5799275" y="1876050"/>
              <a:ext cx="62150" cy="53275"/>
            </a:xfrm>
            <a:custGeom>
              <a:rect b="b" l="l" r="r" t="t"/>
              <a:pathLst>
                <a:path extrusionOk="0" h="2131" w="2486">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9" name="Google Shape;3639;p129"/>
            <p:cNvSpPr/>
            <p:nvPr/>
          </p:nvSpPr>
          <p:spPr>
            <a:xfrm>
              <a:off x="5799275" y="1952050"/>
              <a:ext cx="62200" cy="53500"/>
            </a:xfrm>
            <a:custGeom>
              <a:rect b="b" l="l" r="r" t="t"/>
              <a:pathLst>
                <a:path extrusionOk="0" h="2140" w="2488">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0" name="Google Shape;3640;p129"/>
            <p:cNvSpPr/>
            <p:nvPr/>
          </p:nvSpPr>
          <p:spPr>
            <a:xfrm>
              <a:off x="5799275" y="2028275"/>
              <a:ext cx="62200" cy="53450"/>
            </a:xfrm>
            <a:custGeom>
              <a:rect b="b" l="l" r="r" t="t"/>
              <a:pathLst>
                <a:path extrusionOk="0" h="2138" w="2488">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1" name="Google Shape;3641;p129"/>
            <p:cNvSpPr/>
            <p:nvPr/>
          </p:nvSpPr>
          <p:spPr>
            <a:xfrm>
              <a:off x="587527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2" name="Google Shape;3642;p129"/>
            <p:cNvSpPr/>
            <p:nvPr/>
          </p:nvSpPr>
          <p:spPr>
            <a:xfrm>
              <a:off x="587527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3" name="Google Shape;3643;p129"/>
            <p:cNvSpPr/>
            <p:nvPr/>
          </p:nvSpPr>
          <p:spPr>
            <a:xfrm>
              <a:off x="587527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4" name="Google Shape;3644;p129"/>
            <p:cNvSpPr/>
            <p:nvPr/>
          </p:nvSpPr>
          <p:spPr>
            <a:xfrm>
              <a:off x="587527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5" name="Google Shape;3645;p129"/>
            <p:cNvSpPr/>
            <p:nvPr/>
          </p:nvSpPr>
          <p:spPr>
            <a:xfrm>
              <a:off x="587527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6" name="Google Shape;3646;p129"/>
            <p:cNvSpPr/>
            <p:nvPr/>
          </p:nvSpPr>
          <p:spPr>
            <a:xfrm>
              <a:off x="5875275" y="17998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7" name="Google Shape;3647;p129"/>
            <p:cNvSpPr/>
            <p:nvPr/>
          </p:nvSpPr>
          <p:spPr>
            <a:xfrm>
              <a:off x="5875275" y="1876050"/>
              <a:ext cx="62225" cy="53350"/>
            </a:xfrm>
            <a:custGeom>
              <a:rect b="b" l="l" r="r" t="t"/>
              <a:pathLst>
                <a:path extrusionOk="0" h="2134" w="2489">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8" name="Google Shape;3648;p129"/>
            <p:cNvSpPr/>
            <p:nvPr/>
          </p:nvSpPr>
          <p:spPr>
            <a:xfrm>
              <a:off x="587527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9" name="Google Shape;3649;p129"/>
            <p:cNvSpPr/>
            <p:nvPr/>
          </p:nvSpPr>
          <p:spPr>
            <a:xfrm>
              <a:off x="587527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0" name="Google Shape;3650;p129"/>
            <p:cNvSpPr/>
            <p:nvPr/>
          </p:nvSpPr>
          <p:spPr>
            <a:xfrm>
              <a:off x="5875275"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1" name="Google Shape;3651;p129"/>
            <p:cNvSpPr/>
            <p:nvPr/>
          </p:nvSpPr>
          <p:spPr>
            <a:xfrm>
              <a:off x="5799275" y="2104500"/>
              <a:ext cx="62200" cy="53325"/>
            </a:xfrm>
            <a:custGeom>
              <a:rect b="b" l="l" r="r" t="t"/>
              <a:pathLst>
                <a:path extrusionOk="0" h="2133" w="2488">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2" name="Google Shape;3652;p129"/>
            <p:cNvSpPr/>
            <p:nvPr/>
          </p:nvSpPr>
          <p:spPr>
            <a:xfrm>
              <a:off x="5799275" y="2180700"/>
              <a:ext cx="62150" cy="53275"/>
            </a:xfrm>
            <a:custGeom>
              <a:rect b="b" l="l" r="r" t="t"/>
              <a:pathLst>
                <a:path extrusionOk="0" h="2131" w="2486">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3" name="Google Shape;3653;p129"/>
            <p:cNvSpPr/>
            <p:nvPr/>
          </p:nvSpPr>
          <p:spPr>
            <a:xfrm>
              <a:off x="5799275" y="2256925"/>
              <a:ext cx="62350" cy="53425"/>
            </a:xfrm>
            <a:custGeom>
              <a:rect b="b" l="l" r="r" t="t"/>
              <a:pathLst>
                <a:path extrusionOk="0" h="2137" w="2494">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4" name="Google Shape;3654;p129"/>
            <p:cNvSpPr/>
            <p:nvPr/>
          </p:nvSpPr>
          <p:spPr>
            <a:xfrm>
              <a:off x="5799275" y="2333125"/>
              <a:ext cx="62200" cy="53450"/>
            </a:xfrm>
            <a:custGeom>
              <a:rect b="b" l="l" r="r" t="t"/>
              <a:pathLst>
                <a:path extrusionOk="0" h="2138" w="2488">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5" name="Google Shape;3655;p129"/>
            <p:cNvSpPr/>
            <p:nvPr/>
          </p:nvSpPr>
          <p:spPr>
            <a:xfrm>
              <a:off x="5799050" y="2637775"/>
              <a:ext cx="62425" cy="53450"/>
            </a:xfrm>
            <a:custGeom>
              <a:rect b="b" l="l" r="r" t="t"/>
              <a:pathLst>
                <a:path extrusionOk="0" h="2138" w="2497">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6" name="Google Shape;3656;p129"/>
            <p:cNvSpPr/>
            <p:nvPr/>
          </p:nvSpPr>
          <p:spPr>
            <a:xfrm>
              <a:off x="5799275" y="2561575"/>
              <a:ext cx="62200" cy="53425"/>
            </a:xfrm>
            <a:custGeom>
              <a:rect b="b" l="l" r="r" t="t"/>
              <a:pathLst>
                <a:path extrusionOk="0" h="2137" w="2488">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7" name="Google Shape;3657;p129"/>
            <p:cNvSpPr/>
            <p:nvPr/>
          </p:nvSpPr>
          <p:spPr>
            <a:xfrm>
              <a:off x="5799050" y="2485550"/>
              <a:ext cx="62425" cy="53300"/>
            </a:xfrm>
            <a:custGeom>
              <a:rect b="b" l="l" r="r" t="t"/>
              <a:pathLst>
                <a:path extrusionOk="0" h="2132" w="2497">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8" name="Google Shape;3658;p129"/>
            <p:cNvSpPr/>
            <p:nvPr/>
          </p:nvSpPr>
          <p:spPr>
            <a:xfrm>
              <a:off x="5799275" y="2409350"/>
              <a:ext cx="62150" cy="53275"/>
            </a:xfrm>
            <a:custGeom>
              <a:rect b="b" l="l" r="r" t="t"/>
              <a:pathLst>
                <a:path extrusionOk="0" h="2131" w="2486">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9" name="Google Shape;3659;p129"/>
            <p:cNvSpPr/>
            <p:nvPr/>
          </p:nvSpPr>
          <p:spPr>
            <a:xfrm>
              <a:off x="5723050" y="240935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0" name="Google Shape;3660;p129"/>
            <p:cNvSpPr/>
            <p:nvPr/>
          </p:nvSpPr>
          <p:spPr>
            <a:xfrm>
              <a:off x="564682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1" name="Google Shape;3661;p129"/>
            <p:cNvSpPr/>
            <p:nvPr/>
          </p:nvSpPr>
          <p:spPr>
            <a:xfrm>
              <a:off x="5570625" y="2409350"/>
              <a:ext cx="62200" cy="53350"/>
            </a:xfrm>
            <a:custGeom>
              <a:rect b="b" l="l" r="r" t="t"/>
              <a:pathLst>
                <a:path extrusionOk="0" h="2134"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2" name="Google Shape;3662;p129"/>
            <p:cNvSpPr/>
            <p:nvPr/>
          </p:nvSpPr>
          <p:spPr>
            <a:xfrm>
              <a:off x="549440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3" name="Google Shape;3663;p129"/>
            <p:cNvSpPr/>
            <p:nvPr/>
          </p:nvSpPr>
          <p:spPr>
            <a:xfrm>
              <a:off x="5418200" y="240935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4" name="Google Shape;3664;p129"/>
            <p:cNvSpPr/>
            <p:nvPr/>
          </p:nvSpPr>
          <p:spPr>
            <a:xfrm>
              <a:off x="5341975" y="240935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5" name="Google Shape;3665;p129"/>
            <p:cNvSpPr/>
            <p:nvPr/>
          </p:nvSpPr>
          <p:spPr>
            <a:xfrm>
              <a:off x="6027500" y="3399500"/>
              <a:ext cx="62425" cy="53350"/>
            </a:xfrm>
            <a:custGeom>
              <a:rect b="b" l="l" r="r" t="t"/>
              <a:pathLst>
                <a:path extrusionOk="0" h="2134" w="2497">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6" name="Google Shape;3666;p129"/>
            <p:cNvSpPr/>
            <p:nvPr/>
          </p:nvSpPr>
          <p:spPr>
            <a:xfrm>
              <a:off x="6027500" y="3323300"/>
              <a:ext cx="62425" cy="53425"/>
            </a:xfrm>
            <a:custGeom>
              <a:rect b="b" l="l" r="r" t="t"/>
              <a:pathLst>
                <a:path extrusionOk="0" h="2137" w="2497">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7" name="Google Shape;3667;p129"/>
            <p:cNvSpPr/>
            <p:nvPr/>
          </p:nvSpPr>
          <p:spPr>
            <a:xfrm>
              <a:off x="6103700" y="3171075"/>
              <a:ext cx="62425" cy="53275"/>
            </a:xfrm>
            <a:custGeom>
              <a:rect b="b" l="l" r="r" t="t"/>
              <a:pathLst>
                <a:path extrusionOk="0" h="2131" w="2497">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8" name="Google Shape;3668;p129"/>
            <p:cNvSpPr/>
            <p:nvPr/>
          </p:nvSpPr>
          <p:spPr>
            <a:xfrm>
              <a:off x="6103700" y="3094850"/>
              <a:ext cx="62425" cy="53350"/>
            </a:xfrm>
            <a:custGeom>
              <a:rect b="b" l="l" r="r" t="t"/>
              <a:pathLst>
                <a:path extrusionOk="0" h="2134" w="2497">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9" name="Google Shape;3669;p129"/>
            <p:cNvSpPr/>
            <p:nvPr/>
          </p:nvSpPr>
          <p:spPr>
            <a:xfrm>
              <a:off x="5951475" y="309485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0" name="Google Shape;3670;p129"/>
            <p:cNvSpPr/>
            <p:nvPr/>
          </p:nvSpPr>
          <p:spPr>
            <a:xfrm>
              <a:off x="5951475"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1" name="Google Shape;3671;p129"/>
            <p:cNvSpPr/>
            <p:nvPr/>
          </p:nvSpPr>
          <p:spPr>
            <a:xfrm>
              <a:off x="5875275"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2" name="Google Shape;3672;p129"/>
            <p:cNvSpPr/>
            <p:nvPr/>
          </p:nvSpPr>
          <p:spPr>
            <a:xfrm>
              <a:off x="5875275" y="33233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3" name="Google Shape;3673;p129"/>
            <p:cNvSpPr/>
            <p:nvPr/>
          </p:nvSpPr>
          <p:spPr>
            <a:xfrm>
              <a:off x="5875275" y="32470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4" name="Google Shape;3674;p129"/>
            <p:cNvSpPr/>
            <p:nvPr/>
          </p:nvSpPr>
          <p:spPr>
            <a:xfrm>
              <a:off x="5799125" y="3399500"/>
              <a:ext cx="62350" cy="53450"/>
            </a:xfrm>
            <a:custGeom>
              <a:rect b="b" l="l" r="r" t="t"/>
              <a:pathLst>
                <a:path extrusionOk="0" h="2138" w="2494">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5" name="Google Shape;3675;p129"/>
            <p:cNvSpPr/>
            <p:nvPr/>
          </p:nvSpPr>
          <p:spPr>
            <a:xfrm>
              <a:off x="5799125" y="3323300"/>
              <a:ext cx="62350" cy="53425"/>
            </a:xfrm>
            <a:custGeom>
              <a:rect b="b" l="l" r="r" t="t"/>
              <a:pathLst>
                <a:path extrusionOk="0" h="2137" w="2494">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6" name="Google Shape;3676;p129"/>
            <p:cNvSpPr/>
            <p:nvPr/>
          </p:nvSpPr>
          <p:spPr>
            <a:xfrm>
              <a:off x="6027500" y="3551925"/>
              <a:ext cx="62425" cy="53250"/>
            </a:xfrm>
            <a:custGeom>
              <a:rect b="b" l="l" r="r" t="t"/>
              <a:pathLst>
                <a:path extrusionOk="0" h="2130" w="2497">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7" name="Google Shape;3677;p129"/>
            <p:cNvSpPr/>
            <p:nvPr/>
          </p:nvSpPr>
          <p:spPr>
            <a:xfrm>
              <a:off x="5951475" y="355192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8" name="Google Shape;3678;p129"/>
            <p:cNvSpPr/>
            <p:nvPr/>
          </p:nvSpPr>
          <p:spPr>
            <a:xfrm>
              <a:off x="5875275" y="355192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9" name="Google Shape;3679;p129"/>
            <p:cNvSpPr/>
            <p:nvPr/>
          </p:nvSpPr>
          <p:spPr>
            <a:xfrm>
              <a:off x="5799050" y="3551925"/>
              <a:ext cx="62375" cy="53300"/>
            </a:xfrm>
            <a:custGeom>
              <a:rect b="b" l="l" r="r" t="t"/>
              <a:pathLst>
                <a:path extrusionOk="0" h="2132" w="2495">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0" name="Google Shape;3680;p129"/>
            <p:cNvSpPr/>
            <p:nvPr/>
          </p:nvSpPr>
          <p:spPr>
            <a:xfrm>
              <a:off x="5723050" y="3551925"/>
              <a:ext cx="62150" cy="53300"/>
            </a:xfrm>
            <a:custGeom>
              <a:rect b="b" l="l" r="r" t="t"/>
              <a:pathLst>
                <a:path extrusionOk="0" h="2132" w="2486">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1" name="Google Shape;3681;p129"/>
            <p:cNvSpPr/>
            <p:nvPr/>
          </p:nvSpPr>
          <p:spPr>
            <a:xfrm>
              <a:off x="5723050" y="347572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2" name="Google Shape;3682;p129"/>
            <p:cNvSpPr/>
            <p:nvPr/>
          </p:nvSpPr>
          <p:spPr>
            <a:xfrm>
              <a:off x="5646825"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3" name="Google Shape;3683;p129"/>
            <p:cNvSpPr/>
            <p:nvPr/>
          </p:nvSpPr>
          <p:spPr>
            <a:xfrm>
              <a:off x="5646700" y="3399500"/>
              <a:ext cx="62350" cy="53350"/>
            </a:xfrm>
            <a:custGeom>
              <a:rect b="b" l="l" r="r" t="t"/>
              <a:pathLst>
                <a:path extrusionOk="0" h="2134" w="2494">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4" name="Google Shape;3684;p129"/>
            <p:cNvSpPr/>
            <p:nvPr/>
          </p:nvSpPr>
          <p:spPr>
            <a:xfrm>
              <a:off x="5570475" y="3399500"/>
              <a:ext cx="62350" cy="53350"/>
            </a:xfrm>
            <a:custGeom>
              <a:rect b="b" l="l" r="r" t="t"/>
              <a:pathLst>
                <a:path extrusionOk="0" h="2134" w="2494">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5" name="Google Shape;3685;p129"/>
            <p:cNvSpPr/>
            <p:nvPr/>
          </p:nvSpPr>
          <p:spPr>
            <a:xfrm>
              <a:off x="5570475" y="3323300"/>
              <a:ext cx="62350" cy="53425"/>
            </a:xfrm>
            <a:custGeom>
              <a:rect b="b" l="l" r="r" t="t"/>
              <a:pathLst>
                <a:path extrusionOk="0" h="2137" w="2494">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6" name="Google Shape;3686;p129"/>
            <p:cNvSpPr/>
            <p:nvPr/>
          </p:nvSpPr>
          <p:spPr>
            <a:xfrm>
              <a:off x="5494275" y="3323300"/>
              <a:ext cx="62350" cy="53425"/>
            </a:xfrm>
            <a:custGeom>
              <a:rect b="b" l="l" r="r" t="t"/>
              <a:pathLst>
                <a:path extrusionOk="0" h="2137" w="2494">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7" name="Google Shape;3687;p129"/>
            <p:cNvSpPr/>
            <p:nvPr/>
          </p:nvSpPr>
          <p:spPr>
            <a:xfrm>
              <a:off x="5494275" y="3247075"/>
              <a:ext cx="62350" cy="53500"/>
            </a:xfrm>
            <a:custGeom>
              <a:rect b="b" l="l" r="r" t="t"/>
              <a:pathLst>
                <a:path extrusionOk="0" h="2140" w="2494">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8" name="Google Shape;3688;p129"/>
            <p:cNvSpPr/>
            <p:nvPr/>
          </p:nvSpPr>
          <p:spPr>
            <a:xfrm>
              <a:off x="5646700" y="3247075"/>
              <a:ext cx="62350" cy="53450"/>
            </a:xfrm>
            <a:custGeom>
              <a:rect b="b" l="l" r="r" t="t"/>
              <a:pathLst>
                <a:path extrusionOk="0" h="2138" w="2494">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9" name="Google Shape;3689;p129"/>
            <p:cNvSpPr/>
            <p:nvPr/>
          </p:nvSpPr>
          <p:spPr>
            <a:xfrm>
              <a:off x="5570625" y="3171075"/>
              <a:ext cx="62200" cy="53350"/>
            </a:xfrm>
            <a:custGeom>
              <a:rect b="b" l="l" r="r" t="t"/>
              <a:pathLst>
                <a:path extrusionOk="0" h="2134" w="2488">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0" name="Google Shape;3690;p129"/>
            <p:cNvSpPr/>
            <p:nvPr/>
          </p:nvSpPr>
          <p:spPr>
            <a:xfrm>
              <a:off x="5494400"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1" name="Google Shape;3691;p129"/>
            <p:cNvSpPr/>
            <p:nvPr/>
          </p:nvSpPr>
          <p:spPr>
            <a:xfrm>
              <a:off x="7322525" y="1495200"/>
              <a:ext cx="62400" cy="53325"/>
            </a:xfrm>
            <a:custGeom>
              <a:rect b="b" l="l" r="r" t="t"/>
              <a:pathLst>
                <a:path extrusionOk="0" h="2133" w="2496">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2" name="Google Shape;3692;p129"/>
            <p:cNvSpPr/>
            <p:nvPr/>
          </p:nvSpPr>
          <p:spPr>
            <a:xfrm>
              <a:off x="724650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3" name="Google Shape;3693;p129"/>
            <p:cNvSpPr/>
            <p:nvPr/>
          </p:nvSpPr>
          <p:spPr>
            <a:xfrm>
              <a:off x="724650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4" name="Google Shape;3694;p129"/>
            <p:cNvSpPr/>
            <p:nvPr/>
          </p:nvSpPr>
          <p:spPr>
            <a:xfrm>
              <a:off x="717030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5" name="Google Shape;3695;p129"/>
            <p:cNvSpPr/>
            <p:nvPr/>
          </p:nvSpPr>
          <p:spPr>
            <a:xfrm>
              <a:off x="717030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6" name="Google Shape;3696;p129"/>
            <p:cNvSpPr/>
            <p:nvPr/>
          </p:nvSpPr>
          <p:spPr>
            <a:xfrm>
              <a:off x="7094075" y="1571400"/>
              <a:ext cx="62425" cy="53250"/>
            </a:xfrm>
            <a:custGeom>
              <a:rect b="b" l="l" r="r" t="t"/>
              <a:pathLst>
                <a:path extrusionOk="0" h="2130" w="2497">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7" name="Google Shape;3697;p129"/>
            <p:cNvSpPr/>
            <p:nvPr/>
          </p:nvSpPr>
          <p:spPr>
            <a:xfrm>
              <a:off x="7094075" y="141897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8" name="Google Shape;3698;p129"/>
            <p:cNvSpPr/>
            <p:nvPr/>
          </p:nvSpPr>
          <p:spPr>
            <a:xfrm>
              <a:off x="7017875" y="1571400"/>
              <a:ext cx="62400" cy="53250"/>
            </a:xfrm>
            <a:custGeom>
              <a:rect b="b" l="l" r="r" t="t"/>
              <a:pathLst>
                <a:path extrusionOk="0" h="2130" w="2496">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9" name="Google Shape;3699;p129"/>
            <p:cNvSpPr/>
            <p:nvPr/>
          </p:nvSpPr>
          <p:spPr>
            <a:xfrm>
              <a:off x="7017875" y="1418975"/>
              <a:ext cx="62400" cy="53350"/>
            </a:xfrm>
            <a:custGeom>
              <a:rect b="b" l="l" r="r" t="t"/>
              <a:pathLst>
                <a:path extrusionOk="0" h="2134" w="2496">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0" name="Google Shape;3700;p129"/>
            <p:cNvSpPr/>
            <p:nvPr/>
          </p:nvSpPr>
          <p:spPr>
            <a:xfrm>
              <a:off x="6941850"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1" name="Google Shape;3701;p129"/>
            <p:cNvSpPr/>
            <p:nvPr/>
          </p:nvSpPr>
          <p:spPr>
            <a:xfrm>
              <a:off x="694185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2" name="Google Shape;3702;p129"/>
            <p:cNvSpPr/>
            <p:nvPr/>
          </p:nvSpPr>
          <p:spPr>
            <a:xfrm>
              <a:off x="694185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3" name="Google Shape;3703;p129"/>
            <p:cNvSpPr/>
            <p:nvPr/>
          </p:nvSpPr>
          <p:spPr>
            <a:xfrm>
              <a:off x="69418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4" name="Google Shape;3704;p129"/>
            <p:cNvSpPr/>
            <p:nvPr/>
          </p:nvSpPr>
          <p:spPr>
            <a:xfrm>
              <a:off x="686565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5" name="Google Shape;3705;p129"/>
            <p:cNvSpPr/>
            <p:nvPr/>
          </p:nvSpPr>
          <p:spPr>
            <a:xfrm>
              <a:off x="6865650"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6" name="Google Shape;3706;p129"/>
            <p:cNvSpPr/>
            <p:nvPr/>
          </p:nvSpPr>
          <p:spPr>
            <a:xfrm>
              <a:off x="68656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7" name="Google Shape;3707;p129"/>
            <p:cNvSpPr/>
            <p:nvPr/>
          </p:nvSpPr>
          <p:spPr>
            <a:xfrm>
              <a:off x="686565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8" name="Google Shape;3708;p129"/>
            <p:cNvSpPr/>
            <p:nvPr/>
          </p:nvSpPr>
          <p:spPr>
            <a:xfrm>
              <a:off x="6789225" y="17998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9" name="Google Shape;3709;p129"/>
            <p:cNvSpPr/>
            <p:nvPr/>
          </p:nvSpPr>
          <p:spPr>
            <a:xfrm>
              <a:off x="6789225" y="172362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0" name="Google Shape;3710;p129"/>
            <p:cNvSpPr/>
            <p:nvPr/>
          </p:nvSpPr>
          <p:spPr>
            <a:xfrm>
              <a:off x="6789225" y="1571400"/>
              <a:ext cx="62425" cy="53250"/>
            </a:xfrm>
            <a:custGeom>
              <a:rect b="b" l="l" r="r" t="t"/>
              <a:pathLst>
                <a:path extrusionOk="0" h="2130" w="2497">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1" name="Google Shape;3711;p129"/>
            <p:cNvSpPr/>
            <p:nvPr/>
          </p:nvSpPr>
          <p:spPr>
            <a:xfrm>
              <a:off x="6789225" y="1342750"/>
              <a:ext cx="62425" cy="53450"/>
            </a:xfrm>
            <a:custGeom>
              <a:rect b="b" l="l" r="r" t="t"/>
              <a:pathLst>
                <a:path extrusionOk="0" h="2138" w="2497">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2" name="Google Shape;3712;p129"/>
            <p:cNvSpPr/>
            <p:nvPr/>
          </p:nvSpPr>
          <p:spPr>
            <a:xfrm>
              <a:off x="6713225"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3" name="Google Shape;3713;p129"/>
            <p:cNvSpPr/>
            <p:nvPr/>
          </p:nvSpPr>
          <p:spPr>
            <a:xfrm>
              <a:off x="6713225" y="17998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4" name="Google Shape;3714;p129"/>
            <p:cNvSpPr/>
            <p:nvPr/>
          </p:nvSpPr>
          <p:spPr>
            <a:xfrm>
              <a:off x="6713225" y="1647400"/>
              <a:ext cx="62200" cy="53450"/>
            </a:xfrm>
            <a:custGeom>
              <a:rect b="b" l="l" r="r" t="t"/>
              <a:pathLst>
                <a:path extrusionOk="0" h="2138" w="2488">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5" name="Google Shape;3715;p129"/>
            <p:cNvSpPr/>
            <p:nvPr/>
          </p:nvSpPr>
          <p:spPr>
            <a:xfrm>
              <a:off x="6713225"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6" name="Google Shape;3716;p129"/>
            <p:cNvSpPr/>
            <p:nvPr/>
          </p:nvSpPr>
          <p:spPr>
            <a:xfrm>
              <a:off x="6713225" y="1342750"/>
              <a:ext cx="62200" cy="53450"/>
            </a:xfrm>
            <a:custGeom>
              <a:rect b="b" l="l" r="r" t="t"/>
              <a:pathLst>
                <a:path extrusionOk="0" h="2138" w="2488">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7" name="Google Shape;3717;p129"/>
            <p:cNvSpPr/>
            <p:nvPr/>
          </p:nvSpPr>
          <p:spPr>
            <a:xfrm>
              <a:off x="6637000" y="1647400"/>
              <a:ext cx="62225" cy="53450"/>
            </a:xfrm>
            <a:custGeom>
              <a:rect b="b" l="l" r="r" t="t"/>
              <a:pathLst>
                <a:path extrusionOk="0" h="2138" w="2489">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8" name="Google Shape;3718;p129"/>
            <p:cNvSpPr/>
            <p:nvPr/>
          </p:nvSpPr>
          <p:spPr>
            <a:xfrm>
              <a:off x="6637000" y="1342750"/>
              <a:ext cx="62225" cy="53450"/>
            </a:xfrm>
            <a:custGeom>
              <a:rect b="b" l="l" r="r" t="t"/>
              <a:pathLst>
                <a:path extrusionOk="0" h="2138" w="2489">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9" name="Google Shape;3719;p129"/>
            <p:cNvSpPr/>
            <p:nvPr/>
          </p:nvSpPr>
          <p:spPr>
            <a:xfrm>
              <a:off x="65608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0" name="Google Shape;3720;p129"/>
            <p:cNvSpPr/>
            <p:nvPr/>
          </p:nvSpPr>
          <p:spPr>
            <a:xfrm>
              <a:off x="656080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1" name="Google Shape;3721;p129"/>
            <p:cNvSpPr/>
            <p:nvPr/>
          </p:nvSpPr>
          <p:spPr>
            <a:xfrm>
              <a:off x="6560800" y="1266550"/>
              <a:ext cx="62200" cy="53450"/>
            </a:xfrm>
            <a:custGeom>
              <a:rect b="b" l="l" r="r" t="t"/>
              <a:pathLst>
                <a:path extrusionOk="0" h="2138" w="2488">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2" name="Google Shape;3722;p129"/>
            <p:cNvSpPr/>
            <p:nvPr/>
          </p:nvSpPr>
          <p:spPr>
            <a:xfrm>
              <a:off x="6484575" y="1647400"/>
              <a:ext cx="62425" cy="53450"/>
            </a:xfrm>
            <a:custGeom>
              <a:rect b="b" l="l" r="r" t="t"/>
              <a:pathLst>
                <a:path extrusionOk="0" h="2138" w="2497">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3" name="Google Shape;3723;p129"/>
            <p:cNvSpPr/>
            <p:nvPr/>
          </p:nvSpPr>
          <p:spPr>
            <a:xfrm>
              <a:off x="6484575" y="1266550"/>
              <a:ext cx="62425" cy="53450"/>
            </a:xfrm>
            <a:custGeom>
              <a:rect b="b" l="l" r="r" t="t"/>
              <a:pathLst>
                <a:path extrusionOk="0" h="2138" w="2497">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4" name="Google Shape;3724;p129"/>
            <p:cNvSpPr/>
            <p:nvPr/>
          </p:nvSpPr>
          <p:spPr>
            <a:xfrm>
              <a:off x="6408350" y="2333125"/>
              <a:ext cx="62425" cy="53450"/>
            </a:xfrm>
            <a:custGeom>
              <a:rect b="b" l="l" r="r" t="t"/>
              <a:pathLst>
                <a:path extrusionOk="0" h="2138" w="2497">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5" name="Google Shape;3725;p129"/>
            <p:cNvSpPr/>
            <p:nvPr/>
          </p:nvSpPr>
          <p:spPr>
            <a:xfrm>
              <a:off x="6408350" y="2256925"/>
              <a:ext cx="62575" cy="53425"/>
            </a:xfrm>
            <a:custGeom>
              <a:rect b="b" l="l" r="r" t="t"/>
              <a:pathLst>
                <a:path extrusionOk="0" h="2137" w="2503">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6" name="Google Shape;3726;p129"/>
            <p:cNvSpPr/>
            <p:nvPr/>
          </p:nvSpPr>
          <p:spPr>
            <a:xfrm>
              <a:off x="6408350" y="210450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7" name="Google Shape;3727;p129"/>
            <p:cNvSpPr/>
            <p:nvPr/>
          </p:nvSpPr>
          <p:spPr>
            <a:xfrm>
              <a:off x="6408350" y="179985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8" name="Google Shape;3728;p129"/>
            <p:cNvSpPr/>
            <p:nvPr/>
          </p:nvSpPr>
          <p:spPr>
            <a:xfrm>
              <a:off x="6408350" y="1647400"/>
              <a:ext cx="62425" cy="53450"/>
            </a:xfrm>
            <a:custGeom>
              <a:rect b="b" l="l" r="r" t="t"/>
              <a:pathLst>
                <a:path extrusionOk="0" h="2138" w="2497">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9" name="Google Shape;3729;p129"/>
            <p:cNvSpPr/>
            <p:nvPr/>
          </p:nvSpPr>
          <p:spPr>
            <a:xfrm>
              <a:off x="6408350" y="1342750"/>
              <a:ext cx="62425" cy="53450"/>
            </a:xfrm>
            <a:custGeom>
              <a:rect b="b" l="l" r="r" t="t"/>
              <a:pathLst>
                <a:path extrusionOk="0" h="2138" w="2497">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0" name="Google Shape;3730;p129"/>
            <p:cNvSpPr/>
            <p:nvPr/>
          </p:nvSpPr>
          <p:spPr>
            <a:xfrm>
              <a:off x="6408350" y="1266550"/>
              <a:ext cx="62425" cy="53450"/>
            </a:xfrm>
            <a:custGeom>
              <a:rect b="b" l="l" r="r" t="t"/>
              <a:pathLst>
                <a:path extrusionOk="0" h="2138" w="2497">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1" name="Google Shape;3731;p129"/>
            <p:cNvSpPr/>
            <p:nvPr/>
          </p:nvSpPr>
          <p:spPr>
            <a:xfrm>
              <a:off x="633235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2" name="Google Shape;3732;p129"/>
            <p:cNvSpPr/>
            <p:nvPr/>
          </p:nvSpPr>
          <p:spPr>
            <a:xfrm>
              <a:off x="633235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3" name="Google Shape;3733;p129"/>
            <p:cNvSpPr/>
            <p:nvPr/>
          </p:nvSpPr>
          <p:spPr>
            <a:xfrm>
              <a:off x="633235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4" name="Google Shape;3734;p129"/>
            <p:cNvSpPr/>
            <p:nvPr/>
          </p:nvSpPr>
          <p:spPr>
            <a:xfrm>
              <a:off x="633235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5" name="Google Shape;3735;p129"/>
            <p:cNvSpPr/>
            <p:nvPr/>
          </p:nvSpPr>
          <p:spPr>
            <a:xfrm>
              <a:off x="633235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6" name="Google Shape;3736;p129"/>
            <p:cNvSpPr/>
            <p:nvPr/>
          </p:nvSpPr>
          <p:spPr>
            <a:xfrm>
              <a:off x="633235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7" name="Google Shape;3737;p129"/>
            <p:cNvSpPr/>
            <p:nvPr/>
          </p:nvSpPr>
          <p:spPr>
            <a:xfrm>
              <a:off x="63323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8" name="Google Shape;3738;p129"/>
            <p:cNvSpPr/>
            <p:nvPr/>
          </p:nvSpPr>
          <p:spPr>
            <a:xfrm>
              <a:off x="6256150" y="2485550"/>
              <a:ext cx="62200" cy="53300"/>
            </a:xfrm>
            <a:custGeom>
              <a:rect b="b" l="l" r="r" t="t"/>
              <a:pathLst>
                <a:path extrusionOk="0" h="2132" w="2488">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9" name="Google Shape;3739;p129"/>
            <p:cNvSpPr/>
            <p:nvPr/>
          </p:nvSpPr>
          <p:spPr>
            <a:xfrm>
              <a:off x="6256150" y="2409350"/>
              <a:ext cx="62200" cy="53350"/>
            </a:xfrm>
            <a:custGeom>
              <a:rect b="b" l="l" r="r" t="t"/>
              <a:pathLst>
                <a:path extrusionOk="0" h="2134"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0" name="Google Shape;3740;p129"/>
            <p:cNvSpPr/>
            <p:nvPr/>
          </p:nvSpPr>
          <p:spPr>
            <a:xfrm>
              <a:off x="6256150" y="2028275"/>
              <a:ext cx="62200" cy="53450"/>
            </a:xfrm>
            <a:custGeom>
              <a:rect b="b" l="l" r="r" t="t"/>
              <a:pathLst>
                <a:path extrusionOk="0" h="2138" w="2488">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1" name="Google Shape;3741;p129"/>
            <p:cNvSpPr/>
            <p:nvPr/>
          </p:nvSpPr>
          <p:spPr>
            <a:xfrm>
              <a:off x="6256150" y="1952050"/>
              <a:ext cx="62200" cy="53450"/>
            </a:xfrm>
            <a:custGeom>
              <a:rect b="b" l="l" r="r" t="t"/>
              <a:pathLst>
                <a:path extrusionOk="0" h="2138" w="2488">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2" name="Google Shape;3742;p129"/>
            <p:cNvSpPr/>
            <p:nvPr/>
          </p:nvSpPr>
          <p:spPr>
            <a:xfrm>
              <a:off x="6256150" y="1876050"/>
              <a:ext cx="62200" cy="53350"/>
            </a:xfrm>
            <a:custGeom>
              <a:rect b="b" l="l" r="r" t="t"/>
              <a:pathLst>
                <a:path extrusionOk="0" h="2134" w="2488">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3" name="Google Shape;3743;p129"/>
            <p:cNvSpPr/>
            <p:nvPr/>
          </p:nvSpPr>
          <p:spPr>
            <a:xfrm>
              <a:off x="6256150" y="1799850"/>
              <a:ext cx="62200" cy="53325"/>
            </a:xfrm>
            <a:custGeom>
              <a:rect b="b" l="l" r="r" t="t"/>
              <a:pathLst>
                <a:path extrusionOk="0" h="2133"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4" name="Google Shape;3744;p129"/>
            <p:cNvSpPr/>
            <p:nvPr/>
          </p:nvSpPr>
          <p:spPr>
            <a:xfrm>
              <a:off x="6256150" y="1723625"/>
              <a:ext cx="62200" cy="53350"/>
            </a:xfrm>
            <a:custGeom>
              <a:rect b="b" l="l" r="r" t="t"/>
              <a:pathLst>
                <a:path extrusionOk="0" h="2134" w="2488">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5" name="Google Shape;3745;p129"/>
            <p:cNvSpPr/>
            <p:nvPr/>
          </p:nvSpPr>
          <p:spPr>
            <a:xfrm>
              <a:off x="6256150" y="134275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6" name="Google Shape;3746;p129"/>
            <p:cNvSpPr/>
            <p:nvPr/>
          </p:nvSpPr>
          <p:spPr>
            <a:xfrm>
              <a:off x="6179925" y="2485550"/>
              <a:ext cx="62225" cy="53300"/>
            </a:xfrm>
            <a:custGeom>
              <a:rect b="b" l="l" r="r" t="t"/>
              <a:pathLst>
                <a:path extrusionOk="0" h="2132" w="2489">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7" name="Google Shape;3747;p129"/>
            <p:cNvSpPr/>
            <p:nvPr/>
          </p:nvSpPr>
          <p:spPr>
            <a:xfrm>
              <a:off x="6179925"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8" name="Google Shape;3748;p129"/>
            <p:cNvSpPr/>
            <p:nvPr/>
          </p:nvSpPr>
          <p:spPr>
            <a:xfrm>
              <a:off x="6179925"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9" name="Google Shape;3749;p129"/>
            <p:cNvSpPr/>
            <p:nvPr/>
          </p:nvSpPr>
          <p:spPr>
            <a:xfrm>
              <a:off x="6179925" y="134275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0" name="Google Shape;3750;p129"/>
            <p:cNvSpPr/>
            <p:nvPr/>
          </p:nvSpPr>
          <p:spPr>
            <a:xfrm>
              <a:off x="6103700" y="2333125"/>
              <a:ext cx="62425" cy="53450"/>
            </a:xfrm>
            <a:custGeom>
              <a:rect b="b" l="l" r="r" t="t"/>
              <a:pathLst>
                <a:path extrusionOk="0" h="2138" w="2497">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1" name="Google Shape;3751;p129"/>
            <p:cNvSpPr/>
            <p:nvPr/>
          </p:nvSpPr>
          <p:spPr>
            <a:xfrm>
              <a:off x="6103700" y="2256925"/>
              <a:ext cx="62575" cy="53425"/>
            </a:xfrm>
            <a:custGeom>
              <a:rect b="b" l="l" r="r" t="t"/>
              <a:pathLst>
                <a:path extrusionOk="0" h="2137" w="2503">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2" name="Google Shape;3752;p129"/>
            <p:cNvSpPr/>
            <p:nvPr/>
          </p:nvSpPr>
          <p:spPr>
            <a:xfrm>
              <a:off x="6103700" y="2180700"/>
              <a:ext cx="62425" cy="53350"/>
            </a:xfrm>
            <a:custGeom>
              <a:rect b="b" l="l" r="r" t="t"/>
              <a:pathLst>
                <a:path extrusionOk="0" h="2134" w="2497">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3" name="Google Shape;3753;p129"/>
            <p:cNvSpPr/>
            <p:nvPr/>
          </p:nvSpPr>
          <p:spPr>
            <a:xfrm>
              <a:off x="6103700" y="210450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4" name="Google Shape;3754;p129"/>
            <p:cNvSpPr/>
            <p:nvPr/>
          </p:nvSpPr>
          <p:spPr>
            <a:xfrm>
              <a:off x="6103700" y="1342750"/>
              <a:ext cx="62425" cy="53450"/>
            </a:xfrm>
            <a:custGeom>
              <a:rect b="b" l="l" r="r" t="t"/>
              <a:pathLst>
                <a:path extrusionOk="0" h="2138" w="2497">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5" name="Google Shape;3755;p129"/>
            <p:cNvSpPr/>
            <p:nvPr/>
          </p:nvSpPr>
          <p:spPr>
            <a:xfrm>
              <a:off x="6027500" y="2180700"/>
              <a:ext cx="62425" cy="53350"/>
            </a:xfrm>
            <a:custGeom>
              <a:rect b="b" l="l" r="r" t="t"/>
              <a:pathLst>
                <a:path extrusionOk="0" h="2134" w="2497">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6" name="Google Shape;3756;p129"/>
            <p:cNvSpPr/>
            <p:nvPr/>
          </p:nvSpPr>
          <p:spPr>
            <a:xfrm>
              <a:off x="6027500" y="1342750"/>
              <a:ext cx="62425" cy="53450"/>
            </a:xfrm>
            <a:custGeom>
              <a:rect b="b" l="l" r="r" t="t"/>
              <a:pathLst>
                <a:path extrusionOk="0" h="2138" w="2497">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7" name="Google Shape;3757;p129"/>
            <p:cNvSpPr/>
            <p:nvPr/>
          </p:nvSpPr>
          <p:spPr>
            <a:xfrm>
              <a:off x="5951475"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8" name="Google Shape;3758;p129"/>
            <p:cNvSpPr/>
            <p:nvPr/>
          </p:nvSpPr>
          <p:spPr>
            <a:xfrm>
              <a:off x="595147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9" name="Google Shape;3759;p129"/>
            <p:cNvSpPr/>
            <p:nvPr/>
          </p:nvSpPr>
          <p:spPr>
            <a:xfrm>
              <a:off x="595147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0" name="Google Shape;3760;p129"/>
            <p:cNvSpPr/>
            <p:nvPr/>
          </p:nvSpPr>
          <p:spPr>
            <a:xfrm>
              <a:off x="595147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1" name="Google Shape;3761;p129"/>
            <p:cNvSpPr/>
            <p:nvPr/>
          </p:nvSpPr>
          <p:spPr>
            <a:xfrm>
              <a:off x="595147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2" name="Google Shape;3762;p129"/>
            <p:cNvSpPr/>
            <p:nvPr/>
          </p:nvSpPr>
          <p:spPr>
            <a:xfrm>
              <a:off x="5875275"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3" name="Google Shape;3763;p129"/>
            <p:cNvSpPr/>
            <p:nvPr/>
          </p:nvSpPr>
          <p:spPr>
            <a:xfrm>
              <a:off x="5875275" y="2637775"/>
              <a:ext cx="62225" cy="53450"/>
            </a:xfrm>
            <a:custGeom>
              <a:rect b="b" l="l" r="r" t="t"/>
              <a:pathLst>
                <a:path extrusionOk="0" h="2138" w="2489">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4" name="Google Shape;3764;p129"/>
            <p:cNvSpPr/>
            <p:nvPr/>
          </p:nvSpPr>
          <p:spPr>
            <a:xfrm>
              <a:off x="5875275" y="2561575"/>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5" name="Google Shape;3765;p129"/>
            <p:cNvSpPr/>
            <p:nvPr/>
          </p:nvSpPr>
          <p:spPr>
            <a:xfrm>
              <a:off x="5875275" y="2485550"/>
              <a:ext cx="62225" cy="53300"/>
            </a:xfrm>
            <a:custGeom>
              <a:rect b="b" l="l" r="r" t="t"/>
              <a:pathLst>
                <a:path extrusionOk="0" h="2132" w="2489">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6" name="Google Shape;3766;p129"/>
            <p:cNvSpPr/>
            <p:nvPr/>
          </p:nvSpPr>
          <p:spPr>
            <a:xfrm>
              <a:off x="5875275" y="23331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7" name="Google Shape;3767;p129"/>
            <p:cNvSpPr/>
            <p:nvPr/>
          </p:nvSpPr>
          <p:spPr>
            <a:xfrm>
              <a:off x="5875275"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8" name="Google Shape;3768;p129"/>
            <p:cNvSpPr/>
            <p:nvPr/>
          </p:nvSpPr>
          <p:spPr>
            <a:xfrm>
              <a:off x="5875275" y="134275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9" name="Google Shape;3769;p129"/>
            <p:cNvSpPr/>
            <p:nvPr/>
          </p:nvSpPr>
          <p:spPr>
            <a:xfrm>
              <a:off x="5799275" y="2714000"/>
              <a:ext cx="62200" cy="53350"/>
            </a:xfrm>
            <a:custGeom>
              <a:rect b="b" l="l" r="r" t="t"/>
              <a:pathLst>
                <a:path extrusionOk="0" h="2134" w="2488">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0" name="Google Shape;3770;p129"/>
            <p:cNvSpPr/>
            <p:nvPr/>
          </p:nvSpPr>
          <p:spPr>
            <a:xfrm>
              <a:off x="5799275" y="1342750"/>
              <a:ext cx="62200" cy="53450"/>
            </a:xfrm>
            <a:custGeom>
              <a:rect b="b" l="l" r="r" t="t"/>
              <a:pathLst>
                <a:path extrusionOk="0" h="2138" w="2488">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1" name="Google Shape;3771;p129"/>
            <p:cNvSpPr/>
            <p:nvPr/>
          </p:nvSpPr>
          <p:spPr>
            <a:xfrm>
              <a:off x="5799125" y="1190550"/>
              <a:ext cx="62350" cy="53425"/>
            </a:xfrm>
            <a:custGeom>
              <a:rect b="b" l="l" r="r" t="t"/>
              <a:pathLst>
                <a:path extrusionOk="0" h="2137" w="2494">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2" name="Google Shape;3772;p129"/>
            <p:cNvSpPr/>
            <p:nvPr/>
          </p:nvSpPr>
          <p:spPr>
            <a:xfrm>
              <a:off x="5723050"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3" name="Google Shape;3773;p129"/>
            <p:cNvSpPr/>
            <p:nvPr/>
          </p:nvSpPr>
          <p:spPr>
            <a:xfrm>
              <a:off x="5723050" y="3018650"/>
              <a:ext cx="62225" cy="53425"/>
            </a:xfrm>
            <a:custGeom>
              <a:rect b="b" l="l" r="r" t="t"/>
              <a:pathLst>
                <a:path extrusionOk="0" h="2137" w="2489">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4" name="Google Shape;3774;p129"/>
            <p:cNvSpPr/>
            <p:nvPr/>
          </p:nvSpPr>
          <p:spPr>
            <a:xfrm>
              <a:off x="5723050" y="2942425"/>
              <a:ext cx="62225" cy="53450"/>
            </a:xfrm>
            <a:custGeom>
              <a:rect b="b" l="l" r="r" t="t"/>
              <a:pathLst>
                <a:path extrusionOk="0" h="2138" w="2489">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5" name="Google Shape;3775;p129"/>
            <p:cNvSpPr/>
            <p:nvPr/>
          </p:nvSpPr>
          <p:spPr>
            <a:xfrm>
              <a:off x="5723050" y="271400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6" name="Google Shape;3776;p129"/>
            <p:cNvSpPr/>
            <p:nvPr/>
          </p:nvSpPr>
          <p:spPr>
            <a:xfrm>
              <a:off x="5723050" y="1342750"/>
              <a:ext cx="62225" cy="53450"/>
            </a:xfrm>
            <a:custGeom>
              <a:rect b="b" l="l" r="r" t="t"/>
              <a:pathLst>
                <a:path extrusionOk="0" h="2138" w="2489">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7" name="Google Shape;3777;p129"/>
            <p:cNvSpPr/>
            <p:nvPr/>
          </p:nvSpPr>
          <p:spPr>
            <a:xfrm>
              <a:off x="5722900" y="1190550"/>
              <a:ext cx="62375" cy="53425"/>
            </a:xfrm>
            <a:custGeom>
              <a:rect b="b" l="l" r="r" t="t"/>
              <a:pathLst>
                <a:path extrusionOk="0" h="2137" w="2495">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8" name="Google Shape;3778;p129"/>
            <p:cNvSpPr/>
            <p:nvPr/>
          </p:nvSpPr>
          <p:spPr>
            <a:xfrm>
              <a:off x="5646825" y="3018650"/>
              <a:ext cx="62225" cy="53425"/>
            </a:xfrm>
            <a:custGeom>
              <a:rect b="b" l="l" r="r" t="t"/>
              <a:pathLst>
                <a:path extrusionOk="0" h="2137" w="2489">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9" name="Google Shape;3779;p129"/>
            <p:cNvSpPr/>
            <p:nvPr/>
          </p:nvSpPr>
          <p:spPr>
            <a:xfrm>
              <a:off x="5646825" y="2866425"/>
              <a:ext cx="62225" cy="53275"/>
            </a:xfrm>
            <a:custGeom>
              <a:rect b="b" l="l" r="r" t="t"/>
              <a:pathLst>
                <a:path extrusionOk="0" h="2131" w="2489">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0" name="Google Shape;3780;p129"/>
            <p:cNvSpPr/>
            <p:nvPr/>
          </p:nvSpPr>
          <p:spPr>
            <a:xfrm>
              <a:off x="5646825"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1" name="Google Shape;3781;p129"/>
            <p:cNvSpPr/>
            <p:nvPr/>
          </p:nvSpPr>
          <p:spPr>
            <a:xfrm>
              <a:off x="564682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2" name="Google Shape;3782;p129"/>
            <p:cNvSpPr/>
            <p:nvPr/>
          </p:nvSpPr>
          <p:spPr>
            <a:xfrm>
              <a:off x="564682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3" name="Google Shape;3783;p129"/>
            <p:cNvSpPr/>
            <p:nvPr/>
          </p:nvSpPr>
          <p:spPr>
            <a:xfrm>
              <a:off x="5646700" y="1190550"/>
              <a:ext cx="62350" cy="53425"/>
            </a:xfrm>
            <a:custGeom>
              <a:rect b="b" l="l" r="r" t="t"/>
              <a:pathLst>
                <a:path extrusionOk="0" h="2137" w="2494">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4" name="Google Shape;3784;p129"/>
            <p:cNvSpPr/>
            <p:nvPr/>
          </p:nvSpPr>
          <p:spPr>
            <a:xfrm>
              <a:off x="5570625" y="3018650"/>
              <a:ext cx="62200" cy="53425"/>
            </a:xfrm>
            <a:custGeom>
              <a:rect b="b" l="l" r="r" t="t"/>
              <a:pathLst>
                <a:path extrusionOk="0" h="2137" w="2488">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5" name="Google Shape;3785;p129"/>
            <p:cNvSpPr/>
            <p:nvPr/>
          </p:nvSpPr>
          <p:spPr>
            <a:xfrm>
              <a:off x="5570625" y="2942425"/>
              <a:ext cx="62200" cy="53450"/>
            </a:xfrm>
            <a:custGeom>
              <a:rect b="b" l="l" r="r" t="t"/>
              <a:pathLst>
                <a:path extrusionOk="0" h="2138" w="2488">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6" name="Google Shape;3786;p129"/>
            <p:cNvSpPr/>
            <p:nvPr/>
          </p:nvSpPr>
          <p:spPr>
            <a:xfrm>
              <a:off x="5570475" y="1190550"/>
              <a:ext cx="62350" cy="53325"/>
            </a:xfrm>
            <a:custGeom>
              <a:rect b="b" l="l" r="r" t="t"/>
              <a:pathLst>
                <a:path extrusionOk="0" h="2133" w="2494">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7" name="Google Shape;3787;p129"/>
            <p:cNvSpPr/>
            <p:nvPr/>
          </p:nvSpPr>
          <p:spPr>
            <a:xfrm>
              <a:off x="5494400" y="2942425"/>
              <a:ext cx="62225" cy="53450"/>
            </a:xfrm>
            <a:custGeom>
              <a:rect b="b" l="l" r="r" t="t"/>
              <a:pathLst>
                <a:path extrusionOk="0" h="2138" w="2489">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8" name="Google Shape;3788;p129"/>
            <p:cNvSpPr/>
            <p:nvPr/>
          </p:nvSpPr>
          <p:spPr>
            <a:xfrm>
              <a:off x="5494400"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9" name="Google Shape;3789;p129"/>
            <p:cNvSpPr/>
            <p:nvPr/>
          </p:nvSpPr>
          <p:spPr>
            <a:xfrm>
              <a:off x="5494275" y="1190550"/>
              <a:ext cx="62350" cy="53325"/>
            </a:xfrm>
            <a:custGeom>
              <a:rect b="b" l="l" r="r" t="t"/>
              <a:pathLst>
                <a:path extrusionOk="0" h="2133" w="2494">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0" name="Google Shape;3790;p129"/>
            <p:cNvSpPr/>
            <p:nvPr/>
          </p:nvSpPr>
          <p:spPr>
            <a:xfrm>
              <a:off x="5418200" y="2866425"/>
              <a:ext cx="62425" cy="53275"/>
            </a:xfrm>
            <a:custGeom>
              <a:rect b="b" l="l" r="r" t="t"/>
              <a:pathLst>
                <a:path extrusionOk="0" h="2131" w="2497">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1" name="Google Shape;3791;p129"/>
            <p:cNvSpPr/>
            <p:nvPr/>
          </p:nvSpPr>
          <p:spPr>
            <a:xfrm>
              <a:off x="5418200"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2" name="Google Shape;3792;p129"/>
            <p:cNvSpPr/>
            <p:nvPr/>
          </p:nvSpPr>
          <p:spPr>
            <a:xfrm>
              <a:off x="5418200" y="1266550"/>
              <a:ext cx="62425" cy="53450"/>
            </a:xfrm>
            <a:custGeom>
              <a:rect b="b" l="l" r="r" t="t"/>
              <a:pathLst>
                <a:path extrusionOk="0" h="2138" w="2497">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3" name="Google Shape;3793;p129"/>
            <p:cNvSpPr/>
            <p:nvPr/>
          </p:nvSpPr>
          <p:spPr>
            <a:xfrm>
              <a:off x="5418200" y="11905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4" name="Google Shape;3794;p129"/>
            <p:cNvSpPr/>
            <p:nvPr/>
          </p:nvSpPr>
          <p:spPr>
            <a:xfrm>
              <a:off x="5341975" y="271400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5" name="Google Shape;3795;p129"/>
            <p:cNvSpPr/>
            <p:nvPr/>
          </p:nvSpPr>
          <p:spPr>
            <a:xfrm>
              <a:off x="5341975" y="1266550"/>
              <a:ext cx="62425" cy="53450"/>
            </a:xfrm>
            <a:custGeom>
              <a:rect b="b" l="l" r="r" t="t"/>
              <a:pathLst>
                <a:path extrusionOk="0" h="2138" w="2497">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6" name="Google Shape;3796;p129"/>
            <p:cNvSpPr/>
            <p:nvPr/>
          </p:nvSpPr>
          <p:spPr>
            <a:xfrm>
              <a:off x="5265775" y="2790200"/>
              <a:ext cx="62200" cy="53350"/>
            </a:xfrm>
            <a:custGeom>
              <a:rect b="b" l="l" r="r" t="t"/>
              <a:pathLst>
                <a:path extrusionOk="0" h="2134" w="2488">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7" name="Google Shape;3797;p129"/>
            <p:cNvSpPr/>
            <p:nvPr/>
          </p:nvSpPr>
          <p:spPr>
            <a:xfrm>
              <a:off x="5265775" y="2714000"/>
              <a:ext cx="62200" cy="53350"/>
            </a:xfrm>
            <a:custGeom>
              <a:rect b="b" l="l" r="r" t="t"/>
              <a:pathLst>
                <a:path extrusionOk="0" h="2134" w="2488">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8" name="Google Shape;3798;p129"/>
            <p:cNvSpPr/>
            <p:nvPr/>
          </p:nvSpPr>
          <p:spPr>
            <a:xfrm>
              <a:off x="5265775" y="1266550"/>
              <a:ext cx="62200" cy="53450"/>
            </a:xfrm>
            <a:custGeom>
              <a:rect b="b" l="l" r="r" t="t"/>
              <a:pathLst>
                <a:path extrusionOk="0" h="2138" w="2488">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9" name="Google Shape;3799;p129"/>
            <p:cNvSpPr/>
            <p:nvPr/>
          </p:nvSpPr>
          <p:spPr>
            <a:xfrm>
              <a:off x="5189550" y="2866425"/>
              <a:ext cx="62425" cy="53275"/>
            </a:xfrm>
            <a:custGeom>
              <a:rect b="b" l="l" r="r" t="t"/>
              <a:pathLst>
                <a:path extrusionOk="0" h="2131" w="2497">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0" name="Google Shape;3800;p129"/>
            <p:cNvSpPr/>
            <p:nvPr/>
          </p:nvSpPr>
          <p:spPr>
            <a:xfrm>
              <a:off x="5189550" y="2790200"/>
              <a:ext cx="62225" cy="53350"/>
            </a:xfrm>
            <a:custGeom>
              <a:rect b="b" l="l" r="r" t="t"/>
              <a:pathLst>
                <a:path extrusionOk="0" h="2134" w="2489">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1" name="Google Shape;3801;p129"/>
            <p:cNvSpPr/>
            <p:nvPr/>
          </p:nvSpPr>
          <p:spPr>
            <a:xfrm>
              <a:off x="5189550" y="1342750"/>
              <a:ext cx="62225" cy="53350"/>
            </a:xfrm>
            <a:custGeom>
              <a:rect b="b" l="l" r="r" t="t"/>
              <a:pathLst>
                <a:path extrusionOk="0" h="2134" w="2489">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2" name="Google Shape;3802;p129"/>
            <p:cNvSpPr/>
            <p:nvPr/>
          </p:nvSpPr>
          <p:spPr>
            <a:xfrm>
              <a:off x="5113350" y="3094850"/>
              <a:ext cx="62400" cy="53350"/>
            </a:xfrm>
            <a:custGeom>
              <a:rect b="b" l="l" r="r" t="t"/>
              <a:pathLst>
                <a:path extrusionOk="0" h="2134" w="2496">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3" name="Google Shape;3803;p129"/>
            <p:cNvSpPr/>
            <p:nvPr/>
          </p:nvSpPr>
          <p:spPr>
            <a:xfrm>
              <a:off x="5113350" y="3018650"/>
              <a:ext cx="62400" cy="53425"/>
            </a:xfrm>
            <a:custGeom>
              <a:rect b="b" l="l" r="r" t="t"/>
              <a:pathLst>
                <a:path extrusionOk="0" h="2137" w="2496">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4" name="Google Shape;3804;p129"/>
            <p:cNvSpPr/>
            <p:nvPr/>
          </p:nvSpPr>
          <p:spPr>
            <a:xfrm>
              <a:off x="5113350" y="2942425"/>
              <a:ext cx="62400" cy="53450"/>
            </a:xfrm>
            <a:custGeom>
              <a:rect b="b" l="l" r="r" t="t"/>
              <a:pathLst>
                <a:path extrusionOk="0" h="2138" w="2496">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5" name="Google Shape;3805;p129"/>
            <p:cNvSpPr/>
            <p:nvPr/>
          </p:nvSpPr>
          <p:spPr>
            <a:xfrm>
              <a:off x="5113350" y="2866425"/>
              <a:ext cx="62400" cy="53275"/>
            </a:xfrm>
            <a:custGeom>
              <a:rect b="b" l="l" r="r" t="t"/>
              <a:pathLst>
                <a:path extrusionOk="0" h="2131" w="2496">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6" name="Google Shape;3806;p129"/>
            <p:cNvSpPr/>
            <p:nvPr/>
          </p:nvSpPr>
          <p:spPr>
            <a:xfrm>
              <a:off x="5113350" y="2790200"/>
              <a:ext cx="62400" cy="53350"/>
            </a:xfrm>
            <a:custGeom>
              <a:rect b="b" l="l" r="r" t="t"/>
              <a:pathLst>
                <a:path extrusionOk="0" h="2134" w="2496">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7" name="Google Shape;3807;p129"/>
            <p:cNvSpPr/>
            <p:nvPr/>
          </p:nvSpPr>
          <p:spPr>
            <a:xfrm>
              <a:off x="5113350" y="2714000"/>
              <a:ext cx="62400" cy="53350"/>
            </a:xfrm>
            <a:custGeom>
              <a:rect b="b" l="l" r="r" t="t"/>
              <a:pathLst>
                <a:path extrusionOk="0" h="2134" w="2496">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8" name="Google Shape;3808;p129"/>
            <p:cNvSpPr/>
            <p:nvPr/>
          </p:nvSpPr>
          <p:spPr>
            <a:xfrm>
              <a:off x="5113350" y="1418975"/>
              <a:ext cx="62400" cy="53350"/>
            </a:xfrm>
            <a:custGeom>
              <a:rect b="b" l="l" r="r" t="t"/>
              <a:pathLst>
                <a:path extrusionOk="0" h="2134" w="2496">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9" name="Google Shape;3809;p129"/>
            <p:cNvSpPr/>
            <p:nvPr/>
          </p:nvSpPr>
          <p:spPr>
            <a:xfrm>
              <a:off x="5113350" y="1342750"/>
              <a:ext cx="62400" cy="53450"/>
            </a:xfrm>
            <a:custGeom>
              <a:rect b="b" l="l" r="r" t="t"/>
              <a:pathLst>
                <a:path extrusionOk="0" h="2138" w="2496">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0" name="Google Shape;3810;p129"/>
            <p:cNvSpPr/>
            <p:nvPr/>
          </p:nvSpPr>
          <p:spPr>
            <a:xfrm>
              <a:off x="5037325" y="3018650"/>
              <a:ext cx="62225" cy="53425"/>
            </a:xfrm>
            <a:custGeom>
              <a:rect b="b" l="l" r="r" t="t"/>
              <a:pathLst>
                <a:path extrusionOk="0" h="2137" w="2489">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1" name="Google Shape;3811;p129"/>
            <p:cNvSpPr/>
            <p:nvPr/>
          </p:nvSpPr>
          <p:spPr>
            <a:xfrm>
              <a:off x="5037325"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2" name="Google Shape;3812;p129"/>
            <p:cNvSpPr/>
            <p:nvPr/>
          </p:nvSpPr>
          <p:spPr>
            <a:xfrm>
              <a:off x="5037325" y="2866425"/>
              <a:ext cx="62225" cy="53275"/>
            </a:xfrm>
            <a:custGeom>
              <a:rect b="b" l="l" r="r" t="t"/>
              <a:pathLst>
                <a:path extrusionOk="0" h="2131" w="2489">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3" name="Google Shape;3813;p129"/>
            <p:cNvSpPr/>
            <p:nvPr/>
          </p:nvSpPr>
          <p:spPr>
            <a:xfrm>
              <a:off x="5037325"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4" name="Google Shape;3814;p129"/>
            <p:cNvSpPr/>
            <p:nvPr/>
          </p:nvSpPr>
          <p:spPr>
            <a:xfrm>
              <a:off x="5037325"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5" name="Google Shape;3815;p129"/>
            <p:cNvSpPr/>
            <p:nvPr/>
          </p:nvSpPr>
          <p:spPr>
            <a:xfrm>
              <a:off x="5037325" y="2637775"/>
              <a:ext cx="62225" cy="53450"/>
            </a:xfrm>
            <a:custGeom>
              <a:rect b="b" l="l" r="r" t="t"/>
              <a:pathLst>
                <a:path extrusionOk="0" h="2138" w="2489">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6" name="Google Shape;3816;p129"/>
            <p:cNvSpPr/>
            <p:nvPr/>
          </p:nvSpPr>
          <p:spPr>
            <a:xfrm>
              <a:off x="50373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7" name="Google Shape;3817;p129"/>
            <p:cNvSpPr/>
            <p:nvPr/>
          </p:nvSpPr>
          <p:spPr>
            <a:xfrm>
              <a:off x="4961125" y="271400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8" name="Google Shape;3818;p129"/>
            <p:cNvSpPr/>
            <p:nvPr/>
          </p:nvSpPr>
          <p:spPr>
            <a:xfrm>
              <a:off x="4961125"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9" name="Google Shape;3819;p129"/>
            <p:cNvSpPr/>
            <p:nvPr/>
          </p:nvSpPr>
          <p:spPr>
            <a:xfrm>
              <a:off x="496112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0" name="Google Shape;3820;p129"/>
            <p:cNvSpPr/>
            <p:nvPr/>
          </p:nvSpPr>
          <p:spPr>
            <a:xfrm>
              <a:off x="496112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1" name="Google Shape;3821;p129"/>
            <p:cNvSpPr/>
            <p:nvPr/>
          </p:nvSpPr>
          <p:spPr>
            <a:xfrm>
              <a:off x="496112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2" name="Google Shape;3822;p129"/>
            <p:cNvSpPr/>
            <p:nvPr/>
          </p:nvSpPr>
          <p:spPr>
            <a:xfrm>
              <a:off x="496112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3" name="Google Shape;3823;p129"/>
            <p:cNvSpPr/>
            <p:nvPr/>
          </p:nvSpPr>
          <p:spPr>
            <a:xfrm>
              <a:off x="4884900" y="2637775"/>
              <a:ext cx="62225" cy="53450"/>
            </a:xfrm>
            <a:custGeom>
              <a:rect b="b" l="l" r="r" t="t"/>
              <a:pathLst>
                <a:path extrusionOk="0" h="2138" w="2489">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4" name="Google Shape;3824;p129"/>
            <p:cNvSpPr/>
            <p:nvPr/>
          </p:nvSpPr>
          <p:spPr>
            <a:xfrm>
              <a:off x="48849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5" name="Google Shape;3825;p129"/>
            <p:cNvSpPr/>
            <p:nvPr/>
          </p:nvSpPr>
          <p:spPr>
            <a:xfrm>
              <a:off x="488490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6" name="Google Shape;3826;p129"/>
            <p:cNvSpPr/>
            <p:nvPr/>
          </p:nvSpPr>
          <p:spPr>
            <a:xfrm>
              <a:off x="4884900"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7" name="Google Shape;3827;p129"/>
            <p:cNvSpPr/>
            <p:nvPr/>
          </p:nvSpPr>
          <p:spPr>
            <a:xfrm>
              <a:off x="4808700" y="2637775"/>
              <a:ext cx="62400" cy="53450"/>
            </a:xfrm>
            <a:custGeom>
              <a:rect b="b" l="l" r="r" t="t"/>
              <a:pathLst>
                <a:path extrusionOk="0" h="2138" w="2496">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8" name="Google Shape;3828;p129"/>
            <p:cNvSpPr/>
            <p:nvPr/>
          </p:nvSpPr>
          <p:spPr>
            <a:xfrm>
              <a:off x="4808700" y="2561575"/>
              <a:ext cx="62400" cy="53425"/>
            </a:xfrm>
            <a:custGeom>
              <a:rect b="b" l="l" r="r" t="t"/>
              <a:pathLst>
                <a:path extrusionOk="0" h="2137" w="2496">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9" name="Google Shape;3829;p129"/>
            <p:cNvSpPr/>
            <p:nvPr/>
          </p:nvSpPr>
          <p:spPr>
            <a:xfrm>
              <a:off x="4808700" y="141897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0" name="Google Shape;3830;p129"/>
            <p:cNvSpPr/>
            <p:nvPr/>
          </p:nvSpPr>
          <p:spPr>
            <a:xfrm>
              <a:off x="4808700"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1" name="Google Shape;3831;p129"/>
            <p:cNvSpPr/>
            <p:nvPr/>
          </p:nvSpPr>
          <p:spPr>
            <a:xfrm>
              <a:off x="4808700" y="11905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2" name="Google Shape;3832;p129"/>
            <p:cNvSpPr/>
            <p:nvPr/>
          </p:nvSpPr>
          <p:spPr>
            <a:xfrm>
              <a:off x="4808700" y="1038125"/>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3" name="Google Shape;3833;p129"/>
            <p:cNvSpPr/>
            <p:nvPr/>
          </p:nvSpPr>
          <p:spPr>
            <a:xfrm>
              <a:off x="4732475" y="2790200"/>
              <a:ext cx="62425" cy="53350"/>
            </a:xfrm>
            <a:custGeom>
              <a:rect b="b" l="l" r="r" t="t"/>
              <a:pathLst>
                <a:path extrusionOk="0" h="2134" w="2497">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4" name="Google Shape;3834;p129"/>
            <p:cNvSpPr/>
            <p:nvPr/>
          </p:nvSpPr>
          <p:spPr>
            <a:xfrm>
              <a:off x="4732475" y="2714000"/>
              <a:ext cx="62425" cy="53350"/>
            </a:xfrm>
            <a:custGeom>
              <a:rect b="b" l="l" r="r" t="t"/>
              <a:pathLst>
                <a:path extrusionOk="0" h="2134" w="2497">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5" name="Google Shape;3835;p129"/>
            <p:cNvSpPr/>
            <p:nvPr/>
          </p:nvSpPr>
          <p:spPr>
            <a:xfrm>
              <a:off x="4732475" y="2561575"/>
              <a:ext cx="62425" cy="53425"/>
            </a:xfrm>
            <a:custGeom>
              <a:rect b="b" l="l" r="r" t="t"/>
              <a:pathLst>
                <a:path extrusionOk="0" h="2137" w="2497">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6" name="Google Shape;3836;p129"/>
            <p:cNvSpPr/>
            <p:nvPr/>
          </p:nvSpPr>
          <p:spPr>
            <a:xfrm>
              <a:off x="4732475" y="141897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7" name="Google Shape;3837;p129"/>
            <p:cNvSpPr/>
            <p:nvPr/>
          </p:nvSpPr>
          <p:spPr>
            <a:xfrm>
              <a:off x="4732475" y="11905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8" name="Google Shape;3838;p129"/>
            <p:cNvSpPr/>
            <p:nvPr/>
          </p:nvSpPr>
          <p:spPr>
            <a:xfrm>
              <a:off x="4656475" y="2866425"/>
              <a:ext cx="62200" cy="53275"/>
            </a:xfrm>
            <a:custGeom>
              <a:rect b="b" l="l" r="r" t="t"/>
              <a:pathLst>
                <a:path extrusionOk="0" h="2131" w="2488">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9" name="Google Shape;3839;p129"/>
            <p:cNvSpPr/>
            <p:nvPr/>
          </p:nvSpPr>
          <p:spPr>
            <a:xfrm>
              <a:off x="4656475" y="2790200"/>
              <a:ext cx="62200" cy="53350"/>
            </a:xfrm>
            <a:custGeom>
              <a:rect b="b" l="l" r="r" t="t"/>
              <a:pathLst>
                <a:path extrusionOk="0" h="2134" w="2488">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0" name="Google Shape;3840;p129"/>
            <p:cNvSpPr/>
            <p:nvPr/>
          </p:nvSpPr>
          <p:spPr>
            <a:xfrm>
              <a:off x="4656475" y="2714000"/>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1" name="Google Shape;3841;p129"/>
            <p:cNvSpPr/>
            <p:nvPr/>
          </p:nvSpPr>
          <p:spPr>
            <a:xfrm>
              <a:off x="4656475" y="2485550"/>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2" name="Google Shape;3842;p129"/>
            <p:cNvSpPr/>
            <p:nvPr/>
          </p:nvSpPr>
          <p:spPr>
            <a:xfrm>
              <a:off x="4656475" y="14952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3" name="Google Shape;3843;p129"/>
            <p:cNvSpPr/>
            <p:nvPr/>
          </p:nvSpPr>
          <p:spPr>
            <a:xfrm>
              <a:off x="4656475" y="141897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4" name="Google Shape;3844;p129"/>
            <p:cNvSpPr/>
            <p:nvPr/>
          </p:nvSpPr>
          <p:spPr>
            <a:xfrm>
              <a:off x="4656475" y="1266550"/>
              <a:ext cx="62200" cy="53450"/>
            </a:xfrm>
            <a:custGeom>
              <a:rect b="b" l="l" r="r" t="t"/>
              <a:pathLst>
                <a:path extrusionOk="0" h="2138" w="2488">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5" name="Google Shape;3845;p129"/>
            <p:cNvSpPr/>
            <p:nvPr/>
          </p:nvSpPr>
          <p:spPr>
            <a:xfrm>
              <a:off x="4656475" y="1038125"/>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6" name="Google Shape;3846;p129"/>
            <p:cNvSpPr/>
            <p:nvPr/>
          </p:nvSpPr>
          <p:spPr>
            <a:xfrm>
              <a:off x="4580250" y="29424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7" name="Google Shape;3847;p129"/>
            <p:cNvSpPr/>
            <p:nvPr/>
          </p:nvSpPr>
          <p:spPr>
            <a:xfrm>
              <a:off x="4580250"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8" name="Google Shape;3848;p129"/>
            <p:cNvSpPr/>
            <p:nvPr/>
          </p:nvSpPr>
          <p:spPr>
            <a:xfrm>
              <a:off x="4580250"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9" name="Google Shape;3849;p129"/>
            <p:cNvSpPr/>
            <p:nvPr/>
          </p:nvSpPr>
          <p:spPr>
            <a:xfrm>
              <a:off x="4580250"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0" name="Google Shape;3850;p129"/>
            <p:cNvSpPr/>
            <p:nvPr/>
          </p:nvSpPr>
          <p:spPr>
            <a:xfrm>
              <a:off x="458025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1" name="Google Shape;3851;p129"/>
            <p:cNvSpPr/>
            <p:nvPr/>
          </p:nvSpPr>
          <p:spPr>
            <a:xfrm>
              <a:off x="458025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2" name="Google Shape;3852;p129"/>
            <p:cNvSpPr/>
            <p:nvPr/>
          </p:nvSpPr>
          <p:spPr>
            <a:xfrm>
              <a:off x="458025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3" name="Google Shape;3853;p129"/>
            <p:cNvSpPr/>
            <p:nvPr/>
          </p:nvSpPr>
          <p:spPr>
            <a:xfrm>
              <a:off x="458025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4" name="Google Shape;3854;p129"/>
            <p:cNvSpPr/>
            <p:nvPr/>
          </p:nvSpPr>
          <p:spPr>
            <a:xfrm>
              <a:off x="4504050" y="29424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5" name="Google Shape;3855;p129"/>
            <p:cNvSpPr/>
            <p:nvPr/>
          </p:nvSpPr>
          <p:spPr>
            <a:xfrm>
              <a:off x="4504050" y="2637775"/>
              <a:ext cx="62200" cy="53450"/>
            </a:xfrm>
            <a:custGeom>
              <a:rect b="b" l="l" r="r" t="t"/>
              <a:pathLst>
                <a:path extrusionOk="0" h="2138" w="2488">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6" name="Google Shape;3856;p129"/>
            <p:cNvSpPr/>
            <p:nvPr/>
          </p:nvSpPr>
          <p:spPr>
            <a:xfrm>
              <a:off x="450405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7" name="Google Shape;3857;p129"/>
            <p:cNvSpPr/>
            <p:nvPr/>
          </p:nvSpPr>
          <p:spPr>
            <a:xfrm>
              <a:off x="4504050" y="2485550"/>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8" name="Google Shape;3858;p129"/>
            <p:cNvSpPr/>
            <p:nvPr/>
          </p:nvSpPr>
          <p:spPr>
            <a:xfrm>
              <a:off x="450405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9" name="Google Shape;3859;p129"/>
            <p:cNvSpPr/>
            <p:nvPr/>
          </p:nvSpPr>
          <p:spPr>
            <a:xfrm>
              <a:off x="4504050"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0" name="Google Shape;3860;p129"/>
            <p:cNvSpPr/>
            <p:nvPr/>
          </p:nvSpPr>
          <p:spPr>
            <a:xfrm>
              <a:off x="4427825" y="2942425"/>
              <a:ext cx="62425" cy="53450"/>
            </a:xfrm>
            <a:custGeom>
              <a:rect b="b" l="l" r="r" t="t"/>
              <a:pathLst>
                <a:path extrusionOk="0" h="2138" w="2497">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1" name="Google Shape;3861;p129"/>
            <p:cNvSpPr/>
            <p:nvPr/>
          </p:nvSpPr>
          <p:spPr>
            <a:xfrm>
              <a:off x="4427825" y="2866425"/>
              <a:ext cx="62425" cy="53275"/>
            </a:xfrm>
            <a:custGeom>
              <a:rect b="b" l="l" r="r" t="t"/>
              <a:pathLst>
                <a:path extrusionOk="0" h="2131" w="2497">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2" name="Google Shape;3862;p129"/>
            <p:cNvSpPr/>
            <p:nvPr/>
          </p:nvSpPr>
          <p:spPr>
            <a:xfrm>
              <a:off x="4427825" y="2790200"/>
              <a:ext cx="62425" cy="53350"/>
            </a:xfrm>
            <a:custGeom>
              <a:rect b="b" l="l" r="r" t="t"/>
              <a:pathLst>
                <a:path extrusionOk="0" h="2134" w="2497">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3" name="Google Shape;3863;p129"/>
            <p:cNvSpPr/>
            <p:nvPr/>
          </p:nvSpPr>
          <p:spPr>
            <a:xfrm>
              <a:off x="4427825" y="2561575"/>
              <a:ext cx="62425" cy="53425"/>
            </a:xfrm>
            <a:custGeom>
              <a:rect b="b" l="l" r="r" t="t"/>
              <a:pathLst>
                <a:path extrusionOk="0" h="2137" w="2497">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4" name="Google Shape;3864;p129"/>
            <p:cNvSpPr/>
            <p:nvPr/>
          </p:nvSpPr>
          <p:spPr>
            <a:xfrm>
              <a:off x="4427825" y="2485550"/>
              <a:ext cx="62425" cy="53300"/>
            </a:xfrm>
            <a:custGeom>
              <a:rect b="b" l="l" r="r" t="t"/>
              <a:pathLst>
                <a:path extrusionOk="0" h="2132" w="2497">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5" name="Google Shape;3865;p129"/>
            <p:cNvSpPr/>
            <p:nvPr/>
          </p:nvSpPr>
          <p:spPr>
            <a:xfrm>
              <a:off x="4427825" y="2409350"/>
              <a:ext cx="62425" cy="53350"/>
            </a:xfrm>
            <a:custGeom>
              <a:rect b="b" l="l" r="r" t="t"/>
              <a:pathLst>
                <a:path extrusionOk="0" h="2134"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6" name="Google Shape;3866;p129"/>
            <p:cNvSpPr/>
            <p:nvPr/>
          </p:nvSpPr>
          <p:spPr>
            <a:xfrm>
              <a:off x="4351600" y="27902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7" name="Google Shape;3867;p129"/>
            <p:cNvSpPr/>
            <p:nvPr/>
          </p:nvSpPr>
          <p:spPr>
            <a:xfrm>
              <a:off x="4351600" y="271400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8" name="Google Shape;3868;p129"/>
            <p:cNvSpPr/>
            <p:nvPr/>
          </p:nvSpPr>
          <p:spPr>
            <a:xfrm>
              <a:off x="4351600" y="2637775"/>
              <a:ext cx="62425" cy="53450"/>
            </a:xfrm>
            <a:custGeom>
              <a:rect b="b" l="l" r="r" t="t"/>
              <a:pathLst>
                <a:path extrusionOk="0" h="2138" w="2497">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9" name="Google Shape;3869;p129"/>
            <p:cNvSpPr/>
            <p:nvPr/>
          </p:nvSpPr>
          <p:spPr>
            <a:xfrm>
              <a:off x="4351600" y="2561575"/>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0" name="Google Shape;3870;p129"/>
            <p:cNvSpPr/>
            <p:nvPr/>
          </p:nvSpPr>
          <p:spPr>
            <a:xfrm>
              <a:off x="4275600" y="2637775"/>
              <a:ext cx="62225" cy="53450"/>
            </a:xfrm>
            <a:custGeom>
              <a:rect b="b" l="l" r="r" t="t"/>
              <a:pathLst>
                <a:path extrusionOk="0" h="2138" w="2489">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1" name="Google Shape;3871;p129"/>
            <p:cNvSpPr/>
            <p:nvPr/>
          </p:nvSpPr>
          <p:spPr>
            <a:xfrm>
              <a:off x="427560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2" name="Google Shape;3872;p129"/>
            <p:cNvSpPr/>
            <p:nvPr/>
          </p:nvSpPr>
          <p:spPr>
            <a:xfrm>
              <a:off x="4275600"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3" name="Google Shape;3873;p129"/>
            <p:cNvSpPr/>
            <p:nvPr/>
          </p:nvSpPr>
          <p:spPr>
            <a:xfrm>
              <a:off x="427560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4" name="Google Shape;3874;p129"/>
            <p:cNvSpPr/>
            <p:nvPr/>
          </p:nvSpPr>
          <p:spPr>
            <a:xfrm>
              <a:off x="427560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5" name="Google Shape;3875;p129"/>
            <p:cNvSpPr/>
            <p:nvPr/>
          </p:nvSpPr>
          <p:spPr>
            <a:xfrm>
              <a:off x="4275600" y="2256925"/>
              <a:ext cx="62350" cy="53425"/>
            </a:xfrm>
            <a:custGeom>
              <a:rect b="b" l="l" r="r" t="t"/>
              <a:pathLst>
                <a:path extrusionOk="0" h="2137" w="2494">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6" name="Google Shape;3876;p129"/>
            <p:cNvSpPr/>
            <p:nvPr/>
          </p:nvSpPr>
          <p:spPr>
            <a:xfrm>
              <a:off x="4199400" y="2485550"/>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7" name="Google Shape;3877;p129"/>
            <p:cNvSpPr/>
            <p:nvPr/>
          </p:nvSpPr>
          <p:spPr>
            <a:xfrm>
              <a:off x="419940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8" name="Google Shape;3878;p129"/>
            <p:cNvSpPr/>
            <p:nvPr/>
          </p:nvSpPr>
          <p:spPr>
            <a:xfrm>
              <a:off x="4199400" y="2256925"/>
              <a:ext cx="62350" cy="53425"/>
            </a:xfrm>
            <a:custGeom>
              <a:rect b="b" l="l" r="r" t="t"/>
              <a:pathLst>
                <a:path extrusionOk="0" h="2137" w="2494">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9" name="Google Shape;3879;p129"/>
            <p:cNvSpPr/>
            <p:nvPr/>
          </p:nvSpPr>
          <p:spPr>
            <a:xfrm>
              <a:off x="4123175" y="2333125"/>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0" name="Google Shape;3880;p129"/>
            <p:cNvSpPr/>
            <p:nvPr/>
          </p:nvSpPr>
          <p:spPr>
            <a:xfrm>
              <a:off x="4123175" y="2256925"/>
              <a:ext cx="62350" cy="53425"/>
            </a:xfrm>
            <a:custGeom>
              <a:rect b="b" l="l" r="r" t="t"/>
              <a:pathLst>
                <a:path extrusionOk="0" h="2137" w="2494">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81" name="Google Shape;3881;p129"/>
          <p:cNvGrpSpPr/>
          <p:nvPr/>
        </p:nvGrpSpPr>
        <p:grpSpPr>
          <a:xfrm>
            <a:off x="3574273" y="2854307"/>
            <a:ext cx="2241344" cy="1330656"/>
            <a:chOff x="3597785" y="3065882"/>
            <a:chExt cx="2241344" cy="1330656"/>
          </a:xfrm>
        </p:grpSpPr>
        <p:grpSp>
          <p:nvGrpSpPr>
            <p:cNvPr id="3882" name="Google Shape;3882;p129"/>
            <p:cNvGrpSpPr/>
            <p:nvPr/>
          </p:nvGrpSpPr>
          <p:grpSpPr>
            <a:xfrm>
              <a:off x="5296908" y="3937355"/>
              <a:ext cx="143198" cy="32380"/>
              <a:chOff x="5296908" y="3937355"/>
              <a:chExt cx="143198" cy="32380"/>
            </a:xfrm>
          </p:grpSpPr>
          <p:sp>
            <p:nvSpPr>
              <p:cNvPr id="3883" name="Google Shape;3883;p129"/>
              <p:cNvSpPr/>
              <p:nvPr/>
            </p:nvSpPr>
            <p:spPr>
              <a:xfrm>
                <a:off x="5319457" y="3952794"/>
                <a:ext cx="111895" cy="8"/>
              </a:xfrm>
              <a:custGeom>
                <a:rect b="b" l="l" r="r" t="t"/>
                <a:pathLst>
                  <a:path extrusionOk="0" fill="none" h="1" w="14227">
                    <a:moveTo>
                      <a:pt x="1" y="0"/>
                    </a:moveTo>
                    <a:lnTo>
                      <a:pt x="14227"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884" name="Google Shape;3884;p129"/>
              <p:cNvGrpSpPr/>
              <p:nvPr/>
            </p:nvGrpSpPr>
            <p:grpSpPr>
              <a:xfrm>
                <a:off x="5402331" y="3937355"/>
                <a:ext cx="37776" cy="32380"/>
                <a:chOff x="5402331" y="3937355"/>
                <a:chExt cx="37776" cy="32380"/>
              </a:xfrm>
            </p:grpSpPr>
            <p:sp>
              <p:nvSpPr>
                <p:cNvPr id="3885" name="Google Shape;3885;p129"/>
                <p:cNvSpPr/>
                <p:nvPr/>
              </p:nvSpPr>
              <p:spPr>
                <a:xfrm>
                  <a:off x="5402331" y="3937355"/>
                  <a:ext cx="37776" cy="32380"/>
                </a:xfrm>
                <a:custGeom>
                  <a:rect b="b" l="l" r="r" t="t"/>
                  <a:pathLst>
                    <a:path extrusionOk="0" h="4117" w="4803">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6" name="Google Shape;3886;p129"/>
                <p:cNvSpPr/>
                <p:nvPr/>
              </p:nvSpPr>
              <p:spPr>
                <a:xfrm>
                  <a:off x="5415174" y="3946990"/>
                  <a:ext cx="15321" cy="13064"/>
                </a:xfrm>
                <a:custGeom>
                  <a:rect b="b" l="l" r="r" t="t"/>
                  <a:pathLst>
                    <a:path extrusionOk="0" h="1661" w="1948">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87" name="Google Shape;3887;p129"/>
              <p:cNvGrpSpPr/>
              <p:nvPr/>
            </p:nvGrpSpPr>
            <p:grpSpPr>
              <a:xfrm>
                <a:off x="5296908" y="3937355"/>
                <a:ext cx="37783" cy="32380"/>
                <a:chOff x="5296908" y="3937355"/>
                <a:chExt cx="37783" cy="32380"/>
              </a:xfrm>
            </p:grpSpPr>
            <p:sp>
              <p:nvSpPr>
                <p:cNvPr id="3888" name="Google Shape;3888;p129"/>
                <p:cNvSpPr/>
                <p:nvPr/>
              </p:nvSpPr>
              <p:spPr>
                <a:xfrm>
                  <a:off x="5296908" y="3937355"/>
                  <a:ext cx="37783" cy="32380"/>
                </a:xfrm>
                <a:custGeom>
                  <a:rect b="b" l="l" r="r" t="t"/>
                  <a:pathLst>
                    <a:path extrusionOk="0" h="4117" w="4804">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9" name="Google Shape;3889;p129"/>
                <p:cNvSpPr/>
                <p:nvPr/>
              </p:nvSpPr>
              <p:spPr>
                <a:xfrm>
                  <a:off x="5309846" y="3946990"/>
                  <a:ext cx="15235" cy="13064"/>
                </a:xfrm>
                <a:custGeom>
                  <a:rect b="b" l="l" r="r" t="t"/>
                  <a:pathLst>
                    <a:path extrusionOk="0" h="1661" w="1937">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890" name="Google Shape;3890;p129"/>
            <p:cNvGrpSpPr/>
            <p:nvPr/>
          </p:nvGrpSpPr>
          <p:grpSpPr>
            <a:xfrm>
              <a:off x="4724163" y="3119631"/>
              <a:ext cx="120838" cy="84218"/>
              <a:chOff x="4724163" y="3119631"/>
              <a:chExt cx="120838" cy="84218"/>
            </a:xfrm>
          </p:grpSpPr>
          <p:grpSp>
            <p:nvGrpSpPr>
              <p:cNvPr id="3891" name="Google Shape;3891;p129"/>
              <p:cNvGrpSpPr/>
              <p:nvPr/>
            </p:nvGrpSpPr>
            <p:grpSpPr>
              <a:xfrm>
                <a:off x="4746712" y="3132773"/>
                <a:ext cx="86869" cy="56424"/>
                <a:chOff x="4746712" y="3132773"/>
                <a:chExt cx="86869" cy="56424"/>
              </a:xfrm>
            </p:grpSpPr>
            <p:sp>
              <p:nvSpPr>
                <p:cNvPr id="3892" name="Google Shape;3892;p129"/>
                <p:cNvSpPr/>
                <p:nvPr/>
              </p:nvSpPr>
              <p:spPr>
                <a:xfrm>
                  <a:off x="4746712" y="3132773"/>
                  <a:ext cx="86869" cy="56424"/>
                </a:xfrm>
                <a:custGeom>
                  <a:rect b="b" l="l" r="r" t="t"/>
                  <a:pathLst>
                    <a:path extrusionOk="0" fill="none" h="7174" w="11045">
                      <a:moveTo>
                        <a:pt x="0" y="1597"/>
                      </a:moveTo>
                      <a:cubicBezTo>
                        <a:pt x="242" y="1743"/>
                        <a:pt x="3532" y="7174"/>
                        <a:pt x="3532" y="7174"/>
                      </a:cubicBezTo>
                      <a:lnTo>
                        <a:pt x="6290" y="3315"/>
                      </a:lnTo>
                      <a:lnTo>
                        <a:pt x="11044" y="1"/>
                      </a:lnTo>
                      <a:close/>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3" name="Google Shape;3893;p129"/>
                <p:cNvSpPr/>
                <p:nvPr/>
              </p:nvSpPr>
              <p:spPr>
                <a:xfrm>
                  <a:off x="4746712" y="3145334"/>
                  <a:ext cx="49479" cy="13520"/>
                </a:xfrm>
                <a:custGeom>
                  <a:rect b="b" l="l" r="r" t="t"/>
                  <a:pathLst>
                    <a:path extrusionOk="0" fill="none" h="1719" w="6291">
                      <a:moveTo>
                        <a:pt x="0" y="0"/>
                      </a:moveTo>
                      <a:lnTo>
                        <a:pt x="6290" y="1718"/>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94" name="Google Shape;3894;p129"/>
              <p:cNvGrpSpPr/>
              <p:nvPr/>
            </p:nvGrpSpPr>
            <p:grpSpPr>
              <a:xfrm>
                <a:off x="4773634" y="3143336"/>
                <a:ext cx="37776" cy="32451"/>
                <a:chOff x="4773634" y="3143336"/>
                <a:chExt cx="37776" cy="32451"/>
              </a:xfrm>
            </p:grpSpPr>
            <p:sp>
              <p:nvSpPr>
                <p:cNvPr id="3895" name="Google Shape;3895;p129"/>
                <p:cNvSpPr/>
                <p:nvPr/>
              </p:nvSpPr>
              <p:spPr>
                <a:xfrm>
                  <a:off x="4773634" y="3143336"/>
                  <a:ext cx="37776" cy="32451"/>
                </a:xfrm>
                <a:custGeom>
                  <a:rect b="b" l="l" r="r" t="t"/>
                  <a:pathLst>
                    <a:path extrusionOk="0" h="4126" w="4803">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6" name="Google Shape;3896;p129"/>
                <p:cNvSpPr/>
                <p:nvPr/>
              </p:nvSpPr>
              <p:spPr>
                <a:xfrm>
                  <a:off x="4788664" y="3153041"/>
                  <a:ext cx="13048" cy="13040"/>
                </a:xfrm>
                <a:custGeom>
                  <a:rect b="b" l="l" r="r" t="t"/>
                  <a:pathLst>
                    <a:path extrusionOk="0" h="1658" w="1659">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97" name="Google Shape;3897;p129"/>
              <p:cNvGrpSpPr/>
              <p:nvPr/>
            </p:nvGrpSpPr>
            <p:grpSpPr>
              <a:xfrm>
                <a:off x="4724163" y="3131248"/>
                <a:ext cx="37776" cy="32459"/>
                <a:chOff x="4724163" y="3131248"/>
                <a:chExt cx="37776" cy="32459"/>
              </a:xfrm>
            </p:grpSpPr>
            <p:sp>
              <p:nvSpPr>
                <p:cNvPr id="3898" name="Google Shape;3898;p129"/>
                <p:cNvSpPr/>
                <p:nvPr/>
              </p:nvSpPr>
              <p:spPr>
                <a:xfrm>
                  <a:off x="4724163" y="3131248"/>
                  <a:ext cx="37776" cy="32459"/>
                </a:xfrm>
                <a:custGeom>
                  <a:rect b="b" l="l" r="r" t="t"/>
                  <a:pathLst>
                    <a:path extrusionOk="0" h="4127" w="4803">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9" name="Google Shape;3899;p129"/>
                <p:cNvSpPr/>
                <p:nvPr/>
              </p:nvSpPr>
              <p:spPr>
                <a:xfrm>
                  <a:off x="4739288" y="3140953"/>
                  <a:ext cx="13040" cy="13048"/>
                </a:xfrm>
                <a:custGeom>
                  <a:rect b="b" l="l" r="r" t="t"/>
                  <a:pathLst>
                    <a:path extrusionOk="0" h="1659" w="1658">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00" name="Google Shape;3900;p129"/>
              <p:cNvGrpSpPr/>
              <p:nvPr/>
            </p:nvGrpSpPr>
            <p:grpSpPr>
              <a:xfrm>
                <a:off x="4755081" y="3176054"/>
                <a:ext cx="32357" cy="27795"/>
                <a:chOff x="4755081" y="3176054"/>
                <a:chExt cx="32357" cy="27795"/>
              </a:xfrm>
            </p:grpSpPr>
            <p:sp>
              <p:nvSpPr>
                <p:cNvPr id="3901" name="Google Shape;3901;p129"/>
                <p:cNvSpPr/>
                <p:nvPr/>
              </p:nvSpPr>
              <p:spPr>
                <a:xfrm>
                  <a:off x="4755081" y="3176054"/>
                  <a:ext cx="32357" cy="27795"/>
                </a:xfrm>
                <a:custGeom>
                  <a:rect b="b" l="l" r="r" t="t"/>
                  <a:pathLst>
                    <a:path extrusionOk="0" h="3534" w="4114">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2" name="Google Shape;3902;p129"/>
                <p:cNvSpPr/>
                <p:nvPr/>
              </p:nvSpPr>
              <p:spPr>
                <a:xfrm>
                  <a:off x="4767924" y="3185768"/>
                  <a:ext cx="9902" cy="8392"/>
                </a:xfrm>
                <a:custGeom>
                  <a:rect b="b" l="l" r="r" t="t"/>
                  <a:pathLst>
                    <a:path extrusionOk="0" h="1067" w="1259">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03" name="Google Shape;3903;p129"/>
              <p:cNvGrpSpPr/>
              <p:nvPr/>
            </p:nvGrpSpPr>
            <p:grpSpPr>
              <a:xfrm>
                <a:off x="4812550" y="3119631"/>
                <a:ext cx="32451" cy="27803"/>
                <a:chOff x="4812550" y="3119631"/>
                <a:chExt cx="32451" cy="27803"/>
              </a:xfrm>
            </p:grpSpPr>
            <p:sp>
              <p:nvSpPr>
                <p:cNvPr id="3904" name="Google Shape;3904;p129"/>
                <p:cNvSpPr/>
                <p:nvPr/>
              </p:nvSpPr>
              <p:spPr>
                <a:xfrm>
                  <a:off x="4812550" y="3119631"/>
                  <a:ext cx="32451" cy="27803"/>
                </a:xfrm>
                <a:custGeom>
                  <a:rect b="b" l="l" r="r" t="t"/>
                  <a:pathLst>
                    <a:path extrusionOk="0" h="3535" w="4126">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5" name="Google Shape;3905;p129"/>
                <p:cNvSpPr/>
                <p:nvPr/>
              </p:nvSpPr>
              <p:spPr>
                <a:xfrm>
                  <a:off x="4826912" y="3129352"/>
                  <a:ext cx="8478" cy="8376"/>
                </a:xfrm>
                <a:custGeom>
                  <a:rect b="b" l="l" r="r" t="t"/>
                  <a:pathLst>
                    <a:path extrusionOk="0" h="1065" w="1078">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906" name="Google Shape;3906;p129"/>
            <p:cNvGrpSpPr/>
            <p:nvPr/>
          </p:nvGrpSpPr>
          <p:grpSpPr>
            <a:xfrm>
              <a:off x="5382826" y="4027197"/>
              <a:ext cx="268967" cy="250422"/>
              <a:chOff x="5382826" y="4027197"/>
              <a:chExt cx="268967" cy="250422"/>
            </a:xfrm>
          </p:grpSpPr>
          <p:grpSp>
            <p:nvGrpSpPr>
              <p:cNvPr id="3907" name="Google Shape;3907;p129"/>
              <p:cNvGrpSpPr/>
              <p:nvPr/>
            </p:nvGrpSpPr>
            <p:grpSpPr>
              <a:xfrm>
                <a:off x="5405280" y="4042510"/>
                <a:ext cx="237570" cy="218647"/>
                <a:chOff x="5405280" y="4042510"/>
                <a:chExt cx="237570" cy="218647"/>
              </a:xfrm>
            </p:grpSpPr>
            <p:sp>
              <p:nvSpPr>
                <p:cNvPr id="3908" name="Google Shape;3908;p129"/>
                <p:cNvSpPr/>
                <p:nvPr/>
              </p:nvSpPr>
              <p:spPr>
                <a:xfrm>
                  <a:off x="5405280" y="4042510"/>
                  <a:ext cx="144999" cy="173832"/>
                </a:xfrm>
                <a:custGeom>
                  <a:rect b="b" l="l" r="r" t="t"/>
                  <a:pathLst>
                    <a:path extrusionOk="0" fill="none" h="22102" w="18436">
                      <a:moveTo>
                        <a:pt x="0" y="12037"/>
                      </a:moveTo>
                      <a:cubicBezTo>
                        <a:pt x="702" y="12073"/>
                        <a:pt x="12302" y="22101"/>
                        <a:pt x="12302" y="22101"/>
                      </a:cubicBezTo>
                      <a:lnTo>
                        <a:pt x="11819" y="13005"/>
                      </a:lnTo>
                      <a:lnTo>
                        <a:pt x="18435" y="1"/>
                      </a:lnTo>
                      <a:lnTo>
                        <a:pt x="0" y="1252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9" name="Google Shape;3909;p129"/>
                <p:cNvSpPr/>
                <p:nvPr/>
              </p:nvSpPr>
              <p:spPr>
                <a:xfrm>
                  <a:off x="5502036" y="4125093"/>
                  <a:ext cx="134350" cy="135585"/>
                </a:xfrm>
                <a:custGeom>
                  <a:rect b="b" l="l" r="r" t="t"/>
                  <a:pathLst>
                    <a:path extrusionOk="0" fill="none" h="17239" w="17082">
                      <a:moveTo>
                        <a:pt x="13513" y="17239"/>
                      </a:moveTo>
                      <a:lnTo>
                        <a:pt x="12690" y="8614"/>
                      </a:lnTo>
                      <a:lnTo>
                        <a:pt x="17081" y="1"/>
                      </a:lnTo>
                      <a:lnTo>
                        <a:pt x="0" y="2021"/>
                      </a:lnTo>
                      <a:close/>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0" name="Google Shape;3910;p129"/>
                <p:cNvSpPr/>
                <p:nvPr/>
              </p:nvSpPr>
              <p:spPr>
                <a:xfrm>
                  <a:off x="5543704" y="4042990"/>
                  <a:ext cx="99146" cy="81639"/>
                </a:xfrm>
                <a:custGeom>
                  <a:rect b="b" l="l" r="r" t="t"/>
                  <a:pathLst>
                    <a:path extrusionOk="0" fill="none" h="10380" w="12606">
                      <a:moveTo>
                        <a:pt x="1" y="0"/>
                      </a:moveTo>
                      <a:lnTo>
                        <a:pt x="12606" y="10379"/>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1" name="Google Shape;3911;p129"/>
                <p:cNvSpPr/>
                <p:nvPr/>
              </p:nvSpPr>
              <p:spPr>
                <a:xfrm>
                  <a:off x="5501941" y="4140980"/>
                  <a:ext cx="103708" cy="51862"/>
                </a:xfrm>
                <a:custGeom>
                  <a:rect b="b" l="l" r="r" t="t"/>
                  <a:pathLst>
                    <a:path extrusionOk="0" fill="none" h="6594" w="13186">
                      <a:moveTo>
                        <a:pt x="13186" y="6594"/>
                      </a:moveTo>
                      <a:lnTo>
                        <a:pt x="0"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2" name="Google Shape;3912;p129"/>
                <p:cNvSpPr/>
                <p:nvPr/>
              </p:nvSpPr>
              <p:spPr>
                <a:xfrm>
                  <a:off x="5495854" y="4211010"/>
                  <a:ext cx="105989" cy="50147"/>
                </a:xfrm>
                <a:custGeom>
                  <a:rect b="b" l="l" r="r" t="t"/>
                  <a:pathLst>
                    <a:path extrusionOk="0" fill="none" h="6376" w="13476">
                      <a:moveTo>
                        <a:pt x="0" y="0"/>
                      </a:moveTo>
                      <a:lnTo>
                        <a:pt x="13476" y="6375"/>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3" name="Google Shape;3913;p129"/>
                <p:cNvSpPr/>
                <p:nvPr/>
              </p:nvSpPr>
              <p:spPr>
                <a:xfrm>
                  <a:off x="5405280" y="4134420"/>
                  <a:ext cx="96669" cy="6567"/>
                </a:xfrm>
                <a:custGeom>
                  <a:rect b="b" l="l" r="r" t="t"/>
                  <a:pathLst>
                    <a:path extrusionOk="0" fill="none" h="835" w="12291">
                      <a:moveTo>
                        <a:pt x="12290" y="835"/>
                      </a:moveTo>
                      <a:lnTo>
                        <a:pt x="0"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14" name="Google Shape;3914;p129"/>
              <p:cNvGrpSpPr/>
              <p:nvPr/>
            </p:nvGrpSpPr>
            <p:grpSpPr>
              <a:xfrm>
                <a:off x="5382826" y="4125549"/>
                <a:ext cx="37776" cy="32380"/>
                <a:chOff x="5382826" y="4125549"/>
                <a:chExt cx="37776" cy="32380"/>
              </a:xfrm>
            </p:grpSpPr>
            <p:sp>
              <p:nvSpPr>
                <p:cNvPr id="3915" name="Google Shape;3915;p129"/>
                <p:cNvSpPr/>
                <p:nvPr/>
              </p:nvSpPr>
              <p:spPr>
                <a:xfrm>
                  <a:off x="5382826" y="4125549"/>
                  <a:ext cx="37776" cy="32380"/>
                </a:xfrm>
                <a:custGeom>
                  <a:rect b="b" l="l" r="r" t="t"/>
                  <a:pathLst>
                    <a:path extrusionOk="0" h="4117" w="4803">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6" name="Google Shape;3916;p129"/>
                <p:cNvSpPr/>
                <p:nvPr/>
              </p:nvSpPr>
              <p:spPr>
                <a:xfrm>
                  <a:off x="5395669" y="4135176"/>
                  <a:ext cx="15227" cy="13072"/>
                </a:xfrm>
                <a:custGeom>
                  <a:rect b="b" l="l" r="r" t="t"/>
                  <a:pathLst>
                    <a:path extrusionOk="0" h="1662" w="1936">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17" name="Google Shape;3917;p129"/>
              <p:cNvGrpSpPr/>
              <p:nvPr/>
            </p:nvGrpSpPr>
            <p:grpSpPr>
              <a:xfrm>
                <a:off x="5475680" y="4195587"/>
                <a:ext cx="37783" cy="32364"/>
                <a:chOff x="5475680" y="4195587"/>
                <a:chExt cx="37783" cy="32364"/>
              </a:xfrm>
            </p:grpSpPr>
            <p:sp>
              <p:nvSpPr>
                <p:cNvPr id="3918" name="Google Shape;3918;p129"/>
                <p:cNvSpPr/>
                <p:nvPr/>
              </p:nvSpPr>
              <p:spPr>
                <a:xfrm>
                  <a:off x="5475680" y="4195587"/>
                  <a:ext cx="37783" cy="32364"/>
                </a:xfrm>
                <a:custGeom>
                  <a:rect b="b" l="l" r="r" t="t"/>
                  <a:pathLst>
                    <a:path extrusionOk="0" h="4115" w="4804">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9" name="Google Shape;3919;p129"/>
                <p:cNvSpPr/>
                <p:nvPr/>
              </p:nvSpPr>
              <p:spPr>
                <a:xfrm>
                  <a:off x="5488523" y="4205300"/>
                  <a:ext cx="15329" cy="13040"/>
                </a:xfrm>
                <a:custGeom>
                  <a:rect b="b" l="l" r="r" t="t"/>
                  <a:pathLst>
                    <a:path extrusionOk="0" h="1658" w="1949">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20" name="Google Shape;3920;p129"/>
              <p:cNvGrpSpPr/>
              <p:nvPr/>
            </p:nvGrpSpPr>
            <p:grpSpPr>
              <a:xfrm>
                <a:off x="5532575" y="4027197"/>
                <a:ext cx="33308" cy="32262"/>
                <a:chOff x="5532575" y="4027197"/>
                <a:chExt cx="33308" cy="32262"/>
              </a:xfrm>
            </p:grpSpPr>
            <p:sp>
              <p:nvSpPr>
                <p:cNvPr id="3921" name="Google Shape;3921;p129"/>
                <p:cNvSpPr/>
                <p:nvPr/>
              </p:nvSpPr>
              <p:spPr>
                <a:xfrm>
                  <a:off x="5532575" y="4027197"/>
                  <a:ext cx="33308" cy="32262"/>
                </a:xfrm>
                <a:custGeom>
                  <a:rect b="b" l="l" r="r" t="t"/>
                  <a:pathLst>
                    <a:path extrusionOk="0" h="4102" w="4235">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2" name="Google Shape;3922;p129"/>
                <p:cNvSpPr/>
                <p:nvPr/>
              </p:nvSpPr>
              <p:spPr>
                <a:xfrm>
                  <a:off x="5540661" y="4036792"/>
                  <a:ext cx="15502" cy="13064"/>
                </a:xfrm>
                <a:custGeom>
                  <a:rect b="b" l="l" r="r" t="t"/>
                  <a:pathLst>
                    <a:path extrusionOk="0" h="1661" w="1971">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23" name="Google Shape;3923;p129"/>
              <p:cNvGrpSpPr/>
              <p:nvPr/>
            </p:nvGrpSpPr>
            <p:grpSpPr>
              <a:xfrm>
                <a:off x="5590706" y="4245348"/>
                <a:ext cx="33497" cy="32270"/>
                <a:chOff x="5590706" y="4245348"/>
                <a:chExt cx="33497" cy="32270"/>
              </a:xfrm>
            </p:grpSpPr>
            <p:sp>
              <p:nvSpPr>
                <p:cNvPr id="3924" name="Google Shape;3924;p129"/>
                <p:cNvSpPr/>
                <p:nvPr/>
              </p:nvSpPr>
              <p:spPr>
                <a:xfrm>
                  <a:off x="5590706" y="4245348"/>
                  <a:ext cx="33497" cy="32270"/>
                </a:xfrm>
                <a:custGeom>
                  <a:rect b="b" l="l" r="r" t="t"/>
                  <a:pathLst>
                    <a:path extrusionOk="0" h="4103" w="4259">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5" name="Google Shape;3925;p129"/>
                <p:cNvSpPr/>
                <p:nvPr/>
              </p:nvSpPr>
              <p:spPr>
                <a:xfrm>
                  <a:off x="5598791" y="4254944"/>
                  <a:ext cx="15408" cy="13048"/>
                </a:xfrm>
                <a:custGeom>
                  <a:rect b="b" l="l" r="r" t="t"/>
                  <a:pathLst>
                    <a:path extrusionOk="0" h="1659" w="1959">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26" name="Google Shape;3926;p129"/>
              <p:cNvGrpSpPr/>
              <p:nvPr/>
            </p:nvGrpSpPr>
            <p:grpSpPr>
              <a:xfrm>
                <a:off x="5618681" y="4109677"/>
                <a:ext cx="33112" cy="32357"/>
                <a:chOff x="5618681" y="4109677"/>
                <a:chExt cx="33112" cy="32357"/>
              </a:xfrm>
            </p:grpSpPr>
            <p:sp>
              <p:nvSpPr>
                <p:cNvPr id="3927" name="Google Shape;3927;p129"/>
                <p:cNvSpPr/>
                <p:nvPr/>
              </p:nvSpPr>
              <p:spPr>
                <a:xfrm>
                  <a:off x="5618681" y="4109677"/>
                  <a:ext cx="33112" cy="32357"/>
                </a:xfrm>
                <a:custGeom>
                  <a:rect b="b" l="l" r="r" t="t"/>
                  <a:pathLst>
                    <a:path extrusionOk="0" h="4114" w="421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8" name="Google Shape;3928;p129"/>
                <p:cNvSpPr/>
                <p:nvPr/>
              </p:nvSpPr>
              <p:spPr>
                <a:xfrm>
                  <a:off x="5626767" y="4119280"/>
                  <a:ext cx="15494" cy="13056"/>
                </a:xfrm>
                <a:custGeom>
                  <a:rect b="b" l="l" r="r" t="t"/>
                  <a:pathLst>
                    <a:path extrusionOk="0" h="1660" w="197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29" name="Google Shape;3929;p129"/>
              <p:cNvGrpSpPr/>
              <p:nvPr/>
            </p:nvGrpSpPr>
            <p:grpSpPr>
              <a:xfrm>
                <a:off x="5479298" y="4128262"/>
                <a:ext cx="31405" cy="26906"/>
                <a:chOff x="5479298" y="4128262"/>
                <a:chExt cx="31405" cy="26906"/>
              </a:xfrm>
            </p:grpSpPr>
            <p:sp>
              <p:nvSpPr>
                <p:cNvPr id="3930" name="Google Shape;3930;p129"/>
                <p:cNvSpPr/>
                <p:nvPr/>
              </p:nvSpPr>
              <p:spPr>
                <a:xfrm>
                  <a:off x="5479298" y="4128262"/>
                  <a:ext cx="31405" cy="26906"/>
                </a:xfrm>
                <a:custGeom>
                  <a:rect b="b" l="l" r="r" t="t"/>
                  <a:pathLst>
                    <a:path extrusionOk="0" h="3421" w="3993">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1" name="Google Shape;3931;p129"/>
                <p:cNvSpPr/>
                <p:nvPr/>
              </p:nvSpPr>
              <p:spPr>
                <a:xfrm>
                  <a:off x="5493471" y="4137936"/>
                  <a:ext cx="7621" cy="7621"/>
                </a:xfrm>
                <a:custGeom>
                  <a:rect b="b" l="l" r="r" t="t"/>
                  <a:pathLst>
                    <a:path extrusionOk="0" h="969" w="969">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32" name="Google Shape;3932;p129"/>
              <p:cNvGrpSpPr/>
              <p:nvPr/>
            </p:nvGrpSpPr>
            <p:grpSpPr>
              <a:xfrm>
                <a:off x="5582903" y="4180116"/>
                <a:ext cx="31499" cy="26898"/>
                <a:chOff x="5582903" y="4180116"/>
                <a:chExt cx="31499" cy="26898"/>
              </a:xfrm>
            </p:grpSpPr>
            <p:sp>
              <p:nvSpPr>
                <p:cNvPr id="3933" name="Google Shape;3933;p129"/>
                <p:cNvSpPr/>
                <p:nvPr/>
              </p:nvSpPr>
              <p:spPr>
                <a:xfrm>
                  <a:off x="5582903" y="4180116"/>
                  <a:ext cx="31499" cy="26898"/>
                </a:xfrm>
                <a:custGeom>
                  <a:rect b="b" l="l" r="r" t="t"/>
                  <a:pathLst>
                    <a:path extrusionOk="0" h="3420" w="4005">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4" name="Google Shape;3934;p129"/>
                <p:cNvSpPr/>
                <p:nvPr/>
              </p:nvSpPr>
              <p:spPr>
                <a:xfrm>
                  <a:off x="5597084" y="4189790"/>
                  <a:ext cx="7613" cy="7621"/>
                </a:xfrm>
                <a:custGeom>
                  <a:rect b="b" l="l" r="r" t="t"/>
                  <a:pathLst>
                    <a:path extrusionOk="0" h="969"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935" name="Google Shape;3935;p129"/>
            <p:cNvGrpSpPr/>
            <p:nvPr/>
          </p:nvGrpSpPr>
          <p:grpSpPr>
            <a:xfrm>
              <a:off x="3977681" y="3230323"/>
              <a:ext cx="94584" cy="84085"/>
              <a:chOff x="3977681" y="3230323"/>
              <a:chExt cx="94584" cy="84085"/>
            </a:xfrm>
          </p:grpSpPr>
          <p:grpSp>
            <p:nvGrpSpPr>
              <p:cNvPr id="3936" name="Google Shape;3936;p129"/>
              <p:cNvGrpSpPr/>
              <p:nvPr/>
            </p:nvGrpSpPr>
            <p:grpSpPr>
              <a:xfrm>
                <a:off x="4000135" y="3243041"/>
                <a:ext cx="59570" cy="57186"/>
                <a:chOff x="4000135" y="3243041"/>
                <a:chExt cx="59570" cy="57186"/>
              </a:xfrm>
            </p:grpSpPr>
            <p:sp>
              <p:nvSpPr>
                <p:cNvPr id="3937" name="Google Shape;3937;p129"/>
                <p:cNvSpPr/>
                <p:nvPr/>
              </p:nvSpPr>
              <p:spPr>
                <a:xfrm>
                  <a:off x="4000135" y="3243041"/>
                  <a:ext cx="59570" cy="57092"/>
                </a:xfrm>
                <a:custGeom>
                  <a:rect b="b" l="l" r="r" t="t"/>
                  <a:pathLst>
                    <a:path extrusionOk="0" fill="none" h="7259" w="7574">
                      <a:moveTo>
                        <a:pt x="1" y="2323"/>
                      </a:moveTo>
                      <a:lnTo>
                        <a:pt x="2577" y="7259"/>
                      </a:lnTo>
                      <a:lnTo>
                        <a:pt x="7573" y="4114"/>
                      </a:lnTo>
                      <a:lnTo>
                        <a:pt x="5541" y="1"/>
                      </a:lnTo>
                      <a:lnTo>
                        <a:pt x="352" y="2323"/>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8" name="Google Shape;3938;p129"/>
                <p:cNvSpPr/>
                <p:nvPr/>
              </p:nvSpPr>
              <p:spPr>
                <a:xfrm>
                  <a:off x="4024210" y="3246847"/>
                  <a:ext cx="15706" cy="53380"/>
                </a:xfrm>
                <a:custGeom>
                  <a:rect b="b" l="l" r="r" t="t"/>
                  <a:pathLst>
                    <a:path extrusionOk="0" fill="none" h="6787" w="1997">
                      <a:moveTo>
                        <a:pt x="0" y="6787"/>
                      </a:moveTo>
                      <a:lnTo>
                        <a:pt x="1996"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9" name="Google Shape;3939;p129"/>
                <p:cNvSpPr/>
                <p:nvPr/>
              </p:nvSpPr>
              <p:spPr>
                <a:xfrm>
                  <a:off x="4002896" y="3261311"/>
                  <a:ext cx="56809" cy="14086"/>
                </a:xfrm>
                <a:custGeom>
                  <a:rect b="b" l="l" r="r" t="t"/>
                  <a:pathLst>
                    <a:path extrusionOk="0" fill="none" h="1791" w="7223">
                      <a:moveTo>
                        <a:pt x="7222" y="1791"/>
                      </a:moveTo>
                      <a:lnTo>
                        <a:pt x="1"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40" name="Google Shape;3940;p129"/>
              <p:cNvGrpSpPr/>
              <p:nvPr/>
            </p:nvGrpSpPr>
            <p:grpSpPr>
              <a:xfrm>
                <a:off x="3977681" y="3245872"/>
                <a:ext cx="37783" cy="32380"/>
                <a:chOff x="3977681" y="3245872"/>
                <a:chExt cx="37783" cy="32380"/>
              </a:xfrm>
            </p:grpSpPr>
            <p:sp>
              <p:nvSpPr>
                <p:cNvPr id="3941" name="Google Shape;3941;p129"/>
                <p:cNvSpPr/>
                <p:nvPr/>
              </p:nvSpPr>
              <p:spPr>
                <a:xfrm>
                  <a:off x="3977681" y="3245872"/>
                  <a:ext cx="37783" cy="32380"/>
                </a:xfrm>
                <a:custGeom>
                  <a:rect b="b" l="l" r="r" t="t"/>
                  <a:pathLst>
                    <a:path extrusionOk="0" h="4117" w="4804">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2" name="Google Shape;3942;p129"/>
                <p:cNvSpPr/>
                <p:nvPr/>
              </p:nvSpPr>
              <p:spPr>
                <a:xfrm>
                  <a:off x="3992718" y="3255507"/>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43" name="Google Shape;3943;p129"/>
              <p:cNvGrpSpPr/>
              <p:nvPr/>
            </p:nvGrpSpPr>
            <p:grpSpPr>
              <a:xfrm>
                <a:off x="4040860" y="3262672"/>
                <a:ext cx="31405" cy="27001"/>
                <a:chOff x="4040860" y="3262672"/>
                <a:chExt cx="31405" cy="27001"/>
              </a:xfrm>
            </p:grpSpPr>
            <p:sp>
              <p:nvSpPr>
                <p:cNvPr id="3944" name="Google Shape;3944;p129"/>
                <p:cNvSpPr/>
                <p:nvPr/>
              </p:nvSpPr>
              <p:spPr>
                <a:xfrm>
                  <a:off x="4040860" y="3262672"/>
                  <a:ext cx="31405" cy="27001"/>
                </a:xfrm>
                <a:custGeom>
                  <a:rect b="b" l="l" r="r" t="t"/>
                  <a:pathLst>
                    <a:path extrusionOk="0" h="3433" w="3993">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5" name="Google Shape;3945;p129"/>
                <p:cNvSpPr/>
                <p:nvPr/>
              </p:nvSpPr>
              <p:spPr>
                <a:xfrm>
                  <a:off x="4054938" y="3272346"/>
                  <a:ext cx="7621" cy="7621"/>
                </a:xfrm>
                <a:custGeom>
                  <a:rect b="b" l="l" r="r" t="t"/>
                  <a:pathLst>
                    <a:path extrusionOk="0" h="969" w="969">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46" name="Google Shape;3946;p129"/>
              <p:cNvGrpSpPr/>
              <p:nvPr/>
            </p:nvGrpSpPr>
            <p:grpSpPr>
              <a:xfrm>
                <a:off x="4021072" y="3230323"/>
                <a:ext cx="31397" cy="26906"/>
                <a:chOff x="4021072" y="3230323"/>
                <a:chExt cx="31397" cy="26906"/>
              </a:xfrm>
            </p:grpSpPr>
            <p:sp>
              <p:nvSpPr>
                <p:cNvPr id="3947" name="Google Shape;3947;p129"/>
                <p:cNvSpPr/>
                <p:nvPr/>
              </p:nvSpPr>
              <p:spPr>
                <a:xfrm>
                  <a:off x="4021072" y="3230323"/>
                  <a:ext cx="31397" cy="26906"/>
                </a:xfrm>
                <a:custGeom>
                  <a:rect b="b" l="l" r="r" t="t"/>
                  <a:pathLst>
                    <a:path extrusionOk="0" h="3421" w="3992">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8" name="Google Shape;3948;p129"/>
                <p:cNvSpPr/>
                <p:nvPr/>
              </p:nvSpPr>
              <p:spPr>
                <a:xfrm>
                  <a:off x="4035245" y="3239997"/>
                  <a:ext cx="7621" cy="7621"/>
                </a:xfrm>
                <a:custGeom>
                  <a:rect b="b" l="l" r="r" t="t"/>
                  <a:pathLst>
                    <a:path extrusionOk="0" h="969" w="969">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49" name="Google Shape;3949;p129"/>
              <p:cNvGrpSpPr/>
              <p:nvPr/>
            </p:nvGrpSpPr>
            <p:grpSpPr>
              <a:xfrm>
                <a:off x="4001472" y="3287462"/>
                <a:ext cx="31499" cy="26945"/>
                <a:chOff x="4001472" y="3287462"/>
                <a:chExt cx="31499" cy="26945"/>
              </a:xfrm>
            </p:grpSpPr>
            <p:sp>
              <p:nvSpPr>
                <p:cNvPr id="3950" name="Google Shape;3950;p129"/>
                <p:cNvSpPr/>
                <p:nvPr/>
              </p:nvSpPr>
              <p:spPr>
                <a:xfrm>
                  <a:off x="4001472" y="3287462"/>
                  <a:ext cx="31499" cy="26945"/>
                </a:xfrm>
                <a:custGeom>
                  <a:rect b="b" l="l" r="r" t="t"/>
                  <a:pathLst>
                    <a:path extrusionOk="0" h="3426" w="4005">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1" name="Google Shape;3951;p129"/>
                <p:cNvSpPr/>
                <p:nvPr/>
              </p:nvSpPr>
              <p:spPr>
                <a:xfrm>
                  <a:off x="4014410" y="3297175"/>
                  <a:ext cx="8856" cy="7590"/>
                </a:xfrm>
                <a:custGeom>
                  <a:rect b="b" l="l" r="r" t="t"/>
                  <a:pathLst>
                    <a:path extrusionOk="0" h="965" w="1126">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952" name="Google Shape;3952;p129"/>
            <p:cNvGrpSpPr/>
            <p:nvPr/>
          </p:nvGrpSpPr>
          <p:grpSpPr>
            <a:xfrm>
              <a:off x="4084715" y="3258865"/>
              <a:ext cx="184961" cy="137268"/>
              <a:chOff x="4084715" y="3258865"/>
              <a:chExt cx="184961" cy="137268"/>
            </a:xfrm>
          </p:grpSpPr>
          <p:grpSp>
            <p:nvGrpSpPr>
              <p:cNvPr id="3953" name="Google Shape;3953;p129"/>
              <p:cNvGrpSpPr/>
              <p:nvPr/>
            </p:nvGrpSpPr>
            <p:grpSpPr>
              <a:xfrm>
                <a:off x="4107453" y="3271583"/>
                <a:ext cx="153470" cy="110275"/>
                <a:chOff x="4107453" y="3271583"/>
                <a:chExt cx="153470" cy="110275"/>
              </a:xfrm>
            </p:grpSpPr>
            <p:sp>
              <p:nvSpPr>
                <p:cNvPr id="3954" name="Google Shape;3954;p129"/>
                <p:cNvSpPr/>
                <p:nvPr/>
              </p:nvSpPr>
              <p:spPr>
                <a:xfrm>
                  <a:off x="4107453" y="3271583"/>
                  <a:ext cx="153470" cy="110275"/>
                </a:xfrm>
                <a:custGeom>
                  <a:rect b="b" l="l" r="r" t="t"/>
                  <a:pathLst>
                    <a:path extrusionOk="0" fill="none" h="14021" w="19513">
                      <a:moveTo>
                        <a:pt x="19513" y="14021"/>
                      </a:moveTo>
                      <a:lnTo>
                        <a:pt x="14844" y="968"/>
                      </a:lnTo>
                      <a:lnTo>
                        <a:pt x="5674" y="1"/>
                      </a:lnTo>
                      <a:lnTo>
                        <a:pt x="1" y="968"/>
                      </a:lnTo>
                      <a:lnTo>
                        <a:pt x="8977" y="2674"/>
                      </a:lnTo>
                      <a:lnTo>
                        <a:pt x="14360" y="10102"/>
                      </a:lnTo>
                      <a:lnTo>
                        <a:pt x="19029" y="1402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5" name="Google Shape;3955;p129"/>
                <p:cNvSpPr/>
                <p:nvPr/>
              </p:nvSpPr>
              <p:spPr>
                <a:xfrm>
                  <a:off x="4155886" y="3271968"/>
                  <a:ext cx="22171" cy="20559"/>
                </a:xfrm>
                <a:custGeom>
                  <a:rect b="b" l="l" r="r" t="t"/>
                  <a:pathLst>
                    <a:path extrusionOk="0" fill="none" h="2614" w="2819">
                      <a:moveTo>
                        <a:pt x="2819" y="2613"/>
                      </a:moveTo>
                      <a:lnTo>
                        <a:pt x="0"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6" name="Google Shape;3956;p129"/>
                <p:cNvSpPr/>
                <p:nvPr/>
              </p:nvSpPr>
              <p:spPr>
                <a:xfrm>
                  <a:off x="4178049" y="3279196"/>
                  <a:ext cx="42345" cy="13331"/>
                </a:xfrm>
                <a:custGeom>
                  <a:rect b="b" l="l" r="r" t="t"/>
                  <a:pathLst>
                    <a:path extrusionOk="0" fill="none" h="1695" w="5384">
                      <a:moveTo>
                        <a:pt x="1" y="1694"/>
                      </a:moveTo>
                      <a:lnTo>
                        <a:pt x="5384"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7" name="Google Shape;3957;p129"/>
                <p:cNvSpPr/>
                <p:nvPr/>
              </p:nvSpPr>
              <p:spPr>
                <a:xfrm>
                  <a:off x="4220387" y="3279196"/>
                  <a:ext cx="8" cy="71745"/>
                </a:xfrm>
                <a:custGeom>
                  <a:rect b="b" l="l" r="r" t="t"/>
                  <a:pathLst>
                    <a:path extrusionOk="0" fill="none" h="9122" w="1">
                      <a:moveTo>
                        <a:pt x="1" y="0"/>
                      </a:moveTo>
                      <a:lnTo>
                        <a:pt x="1" y="912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58" name="Google Shape;3958;p129"/>
              <p:cNvGrpSpPr/>
              <p:nvPr/>
            </p:nvGrpSpPr>
            <p:grpSpPr>
              <a:xfrm>
                <a:off x="4136947" y="3258865"/>
                <a:ext cx="31499" cy="27001"/>
                <a:chOff x="4136947" y="3258865"/>
                <a:chExt cx="31499" cy="27001"/>
              </a:xfrm>
            </p:grpSpPr>
            <p:sp>
              <p:nvSpPr>
                <p:cNvPr id="3959" name="Google Shape;3959;p129"/>
                <p:cNvSpPr/>
                <p:nvPr/>
              </p:nvSpPr>
              <p:spPr>
                <a:xfrm>
                  <a:off x="4136947" y="3258865"/>
                  <a:ext cx="31499" cy="27001"/>
                </a:xfrm>
                <a:custGeom>
                  <a:rect b="b" l="l" r="r" t="t"/>
                  <a:pathLst>
                    <a:path extrusionOk="0" h="3433" w="4005">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0" name="Google Shape;3960;p129"/>
                <p:cNvSpPr/>
                <p:nvPr/>
              </p:nvSpPr>
              <p:spPr>
                <a:xfrm>
                  <a:off x="4151222" y="3268539"/>
                  <a:ext cx="7621" cy="7621"/>
                </a:xfrm>
                <a:custGeom>
                  <a:rect b="b" l="l" r="r" t="t"/>
                  <a:pathLst>
                    <a:path extrusionOk="0" h="969" w="969">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61" name="Google Shape;3961;p129"/>
              <p:cNvGrpSpPr/>
              <p:nvPr/>
            </p:nvGrpSpPr>
            <p:grpSpPr>
              <a:xfrm>
                <a:off x="4084715" y="3266478"/>
                <a:ext cx="31468" cy="26898"/>
                <a:chOff x="4084715" y="3266478"/>
                <a:chExt cx="31468" cy="26898"/>
              </a:xfrm>
            </p:grpSpPr>
            <p:sp>
              <p:nvSpPr>
                <p:cNvPr id="3962" name="Google Shape;3962;p129"/>
                <p:cNvSpPr/>
                <p:nvPr/>
              </p:nvSpPr>
              <p:spPr>
                <a:xfrm>
                  <a:off x="4084715" y="3266478"/>
                  <a:ext cx="31468" cy="26898"/>
                </a:xfrm>
                <a:custGeom>
                  <a:rect b="b" l="l" r="r" t="t"/>
                  <a:pathLst>
                    <a:path extrusionOk="0" h="3420" w="4001">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3" name="Google Shape;3963;p129"/>
                <p:cNvSpPr/>
                <p:nvPr/>
              </p:nvSpPr>
              <p:spPr>
                <a:xfrm>
                  <a:off x="4098896" y="3276152"/>
                  <a:ext cx="7613" cy="7621"/>
                </a:xfrm>
                <a:custGeom>
                  <a:rect b="b" l="l" r="r" t="t"/>
                  <a:pathLst>
                    <a:path extrusionOk="0" h="969"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64" name="Google Shape;3964;p129"/>
              <p:cNvGrpSpPr/>
              <p:nvPr/>
            </p:nvGrpSpPr>
            <p:grpSpPr>
              <a:xfrm>
                <a:off x="4159213" y="3279849"/>
                <a:ext cx="31405" cy="26945"/>
                <a:chOff x="4159213" y="3279849"/>
                <a:chExt cx="31405" cy="26945"/>
              </a:xfrm>
            </p:grpSpPr>
            <p:sp>
              <p:nvSpPr>
                <p:cNvPr id="3965" name="Google Shape;3965;p129"/>
                <p:cNvSpPr/>
                <p:nvPr/>
              </p:nvSpPr>
              <p:spPr>
                <a:xfrm>
                  <a:off x="4159213" y="3279849"/>
                  <a:ext cx="31405" cy="26945"/>
                </a:xfrm>
                <a:custGeom>
                  <a:rect b="b" l="l" r="r" t="t"/>
                  <a:pathLst>
                    <a:path extrusionOk="0" h="3426" w="3993">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6" name="Google Shape;3966;p129"/>
                <p:cNvSpPr/>
                <p:nvPr/>
              </p:nvSpPr>
              <p:spPr>
                <a:xfrm>
                  <a:off x="4173385" y="3289570"/>
                  <a:ext cx="7621" cy="7613"/>
                </a:xfrm>
                <a:custGeom>
                  <a:rect b="b" l="l" r="r" t="t"/>
                  <a:pathLst>
                    <a:path extrusionOk="0" h="968"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67" name="Google Shape;3967;p129"/>
              <p:cNvGrpSpPr/>
              <p:nvPr/>
            </p:nvGrpSpPr>
            <p:grpSpPr>
              <a:xfrm>
                <a:off x="4201550" y="3266502"/>
                <a:ext cx="31405" cy="26883"/>
                <a:chOff x="4201550" y="3266502"/>
                <a:chExt cx="31405" cy="26883"/>
              </a:xfrm>
            </p:grpSpPr>
            <p:sp>
              <p:nvSpPr>
                <p:cNvPr id="3968" name="Google Shape;3968;p129"/>
                <p:cNvSpPr/>
                <p:nvPr/>
              </p:nvSpPr>
              <p:spPr>
                <a:xfrm>
                  <a:off x="4201550" y="3266502"/>
                  <a:ext cx="31405" cy="26883"/>
                </a:xfrm>
                <a:custGeom>
                  <a:rect b="b" l="l" r="r" t="t"/>
                  <a:pathLst>
                    <a:path extrusionOk="0" h="3418" w="3993">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9" name="Google Shape;3969;p129"/>
                <p:cNvSpPr/>
                <p:nvPr/>
              </p:nvSpPr>
              <p:spPr>
                <a:xfrm>
                  <a:off x="4214331" y="3276247"/>
                  <a:ext cx="8919" cy="7582"/>
                </a:xfrm>
                <a:custGeom>
                  <a:rect b="b" l="l" r="r" t="t"/>
                  <a:pathLst>
                    <a:path extrusionOk="0" h="964" w="1134">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70" name="Google Shape;3970;p129"/>
              <p:cNvGrpSpPr/>
              <p:nvPr/>
            </p:nvGrpSpPr>
            <p:grpSpPr>
              <a:xfrm>
                <a:off x="4201550" y="3338278"/>
                <a:ext cx="31405" cy="26930"/>
                <a:chOff x="4201550" y="3338278"/>
                <a:chExt cx="31405" cy="26930"/>
              </a:xfrm>
            </p:grpSpPr>
            <p:sp>
              <p:nvSpPr>
                <p:cNvPr id="3971" name="Google Shape;3971;p129"/>
                <p:cNvSpPr/>
                <p:nvPr/>
              </p:nvSpPr>
              <p:spPr>
                <a:xfrm>
                  <a:off x="4201550" y="3338278"/>
                  <a:ext cx="31405" cy="26930"/>
                </a:xfrm>
                <a:custGeom>
                  <a:rect b="b" l="l" r="r" t="t"/>
                  <a:pathLst>
                    <a:path extrusionOk="0" h="3424" w="3993">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2" name="Google Shape;3972;p129"/>
                <p:cNvSpPr/>
                <p:nvPr/>
              </p:nvSpPr>
              <p:spPr>
                <a:xfrm>
                  <a:off x="4214331" y="3347976"/>
                  <a:ext cx="8919" cy="7590"/>
                </a:xfrm>
                <a:custGeom>
                  <a:rect b="b" l="l" r="r" t="t"/>
                  <a:pathLst>
                    <a:path extrusionOk="0" h="965" w="1134">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73" name="Google Shape;3973;p129"/>
              <p:cNvGrpSpPr/>
              <p:nvPr/>
            </p:nvGrpSpPr>
            <p:grpSpPr>
              <a:xfrm>
                <a:off x="4238272" y="3369132"/>
                <a:ext cx="31405" cy="27001"/>
                <a:chOff x="4238272" y="3369132"/>
                <a:chExt cx="31405" cy="27001"/>
              </a:xfrm>
            </p:grpSpPr>
            <p:sp>
              <p:nvSpPr>
                <p:cNvPr id="3974" name="Google Shape;3974;p129"/>
                <p:cNvSpPr/>
                <p:nvPr/>
              </p:nvSpPr>
              <p:spPr>
                <a:xfrm>
                  <a:off x="4238272" y="3369132"/>
                  <a:ext cx="31405" cy="27001"/>
                </a:xfrm>
                <a:custGeom>
                  <a:rect b="b" l="l" r="r" t="t"/>
                  <a:pathLst>
                    <a:path extrusionOk="0" h="3433" w="3993">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5" name="Google Shape;3975;p129"/>
                <p:cNvSpPr/>
                <p:nvPr/>
              </p:nvSpPr>
              <p:spPr>
                <a:xfrm>
                  <a:off x="4251217" y="3378806"/>
                  <a:ext cx="8856" cy="7605"/>
                </a:xfrm>
                <a:custGeom>
                  <a:rect b="b" l="l" r="r" t="t"/>
                  <a:pathLst>
                    <a:path extrusionOk="0" h="967" w="1126">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976" name="Google Shape;3976;p129"/>
            <p:cNvGrpSpPr/>
            <p:nvPr/>
          </p:nvGrpSpPr>
          <p:grpSpPr>
            <a:xfrm>
              <a:off x="4068639" y="3200169"/>
              <a:ext cx="77643" cy="37272"/>
              <a:chOff x="4068639" y="3200169"/>
              <a:chExt cx="77643" cy="37272"/>
            </a:xfrm>
          </p:grpSpPr>
          <p:sp>
            <p:nvSpPr>
              <p:cNvPr id="3977" name="Google Shape;3977;p129"/>
              <p:cNvSpPr/>
              <p:nvPr/>
            </p:nvSpPr>
            <p:spPr>
              <a:xfrm>
                <a:off x="4087570" y="3212886"/>
                <a:ext cx="49958" cy="10374"/>
              </a:xfrm>
              <a:custGeom>
                <a:rect b="b" l="l" r="r" t="t"/>
                <a:pathLst>
                  <a:path extrusionOk="0" fill="none" h="1319" w="6352">
                    <a:moveTo>
                      <a:pt x="1" y="1319"/>
                    </a:moveTo>
                    <a:lnTo>
                      <a:pt x="6351"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978" name="Google Shape;3978;p129"/>
              <p:cNvGrpSpPr/>
              <p:nvPr/>
            </p:nvGrpSpPr>
            <p:grpSpPr>
              <a:xfrm>
                <a:off x="4114878" y="3200169"/>
                <a:ext cx="31405" cy="26993"/>
                <a:chOff x="4114878" y="3200169"/>
                <a:chExt cx="31405" cy="26993"/>
              </a:xfrm>
            </p:grpSpPr>
            <p:sp>
              <p:nvSpPr>
                <p:cNvPr id="3979" name="Google Shape;3979;p129"/>
                <p:cNvSpPr/>
                <p:nvPr/>
              </p:nvSpPr>
              <p:spPr>
                <a:xfrm>
                  <a:off x="4114878" y="3200169"/>
                  <a:ext cx="31405" cy="26993"/>
                </a:xfrm>
                <a:custGeom>
                  <a:rect b="b" l="l" r="r" t="t"/>
                  <a:pathLst>
                    <a:path extrusionOk="0" h="3432" w="3993">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0" name="Google Shape;3980;p129"/>
                <p:cNvSpPr/>
                <p:nvPr/>
              </p:nvSpPr>
              <p:spPr>
                <a:xfrm>
                  <a:off x="4127721" y="3209835"/>
                  <a:ext cx="8950" cy="7684"/>
                </a:xfrm>
                <a:custGeom>
                  <a:rect b="b" l="l" r="r" t="t"/>
                  <a:pathLst>
                    <a:path extrusionOk="0" h="977" w="1138">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81" name="Google Shape;3981;p129"/>
              <p:cNvGrpSpPr/>
              <p:nvPr/>
            </p:nvGrpSpPr>
            <p:grpSpPr>
              <a:xfrm>
                <a:off x="4068639" y="3210535"/>
                <a:ext cx="31499" cy="26906"/>
                <a:chOff x="4068639" y="3210535"/>
                <a:chExt cx="31499" cy="26906"/>
              </a:xfrm>
            </p:grpSpPr>
            <p:sp>
              <p:nvSpPr>
                <p:cNvPr id="3982" name="Google Shape;3982;p129"/>
                <p:cNvSpPr/>
                <p:nvPr/>
              </p:nvSpPr>
              <p:spPr>
                <a:xfrm>
                  <a:off x="4068639" y="3210535"/>
                  <a:ext cx="31499" cy="26906"/>
                </a:xfrm>
                <a:custGeom>
                  <a:rect b="b" l="l" r="r" t="t"/>
                  <a:pathLst>
                    <a:path extrusionOk="0" h="3421" w="4005">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3" name="Google Shape;3983;p129"/>
                <p:cNvSpPr/>
                <p:nvPr/>
              </p:nvSpPr>
              <p:spPr>
                <a:xfrm>
                  <a:off x="4081577" y="3220209"/>
                  <a:ext cx="8856" cy="7582"/>
                </a:xfrm>
                <a:custGeom>
                  <a:rect b="b" l="l" r="r" t="t"/>
                  <a:pathLst>
                    <a:path extrusionOk="0" h="964" w="1126">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984" name="Google Shape;3984;p129"/>
            <p:cNvGrpSpPr/>
            <p:nvPr/>
          </p:nvGrpSpPr>
          <p:grpSpPr>
            <a:xfrm>
              <a:off x="3869702" y="3066935"/>
              <a:ext cx="382664" cy="190294"/>
              <a:chOff x="3869702" y="3066935"/>
              <a:chExt cx="382664" cy="190294"/>
            </a:xfrm>
          </p:grpSpPr>
          <p:grpSp>
            <p:nvGrpSpPr>
              <p:cNvPr id="3985" name="Google Shape;3985;p129"/>
              <p:cNvGrpSpPr/>
              <p:nvPr/>
            </p:nvGrpSpPr>
            <p:grpSpPr>
              <a:xfrm>
                <a:off x="3888633" y="3082351"/>
                <a:ext cx="351172" cy="160698"/>
                <a:chOff x="3888633" y="3082351"/>
                <a:chExt cx="351172" cy="160698"/>
              </a:xfrm>
            </p:grpSpPr>
            <p:sp>
              <p:nvSpPr>
                <p:cNvPr id="3986" name="Google Shape;3986;p129"/>
                <p:cNvSpPr/>
                <p:nvPr/>
              </p:nvSpPr>
              <p:spPr>
                <a:xfrm>
                  <a:off x="3892440" y="3082351"/>
                  <a:ext cx="347366" cy="160698"/>
                </a:xfrm>
                <a:custGeom>
                  <a:rect b="b" l="l" r="r" t="t"/>
                  <a:pathLst>
                    <a:path extrusionOk="0" fill="none" h="20432" w="44166">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7" name="Google Shape;3987;p129"/>
                <p:cNvSpPr/>
                <p:nvPr/>
              </p:nvSpPr>
              <p:spPr>
                <a:xfrm>
                  <a:off x="3888633" y="3172924"/>
                  <a:ext cx="72979" cy="70124"/>
                </a:xfrm>
                <a:custGeom>
                  <a:rect b="b" l="l" r="r" t="t"/>
                  <a:pathLst>
                    <a:path extrusionOk="0" fill="none" h="8916" w="9279">
                      <a:moveTo>
                        <a:pt x="0" y="8916"/>
                      </a:moveTo>
                      <a:lnTo>
                        <a:pt x="9279" y="6883"/>
                      </a:lnTo>
                      <a:lnTo>
                        <a:pt x="7041"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8" name="Google Shape;3988;p129"/>
                <p:cNvSpPr/>
                <p:nvPr/>
              </p:nvSpPr>
              <p:spPr>
                <a:xfrm>
                  <a:off x="3960370" y="3203653"/>
                  <a:ext cx="79547" cy="19607"/>
                </a:xfrm>
                <a:custGeom>
                  <a:rect b="b" l="l" r="r" t="t"/>
                  <a:pathLst>
                    <a:path extrusionOk="0" fill="none" h="2493" w="10114">
                      <a:moveTo>
                        <a:pt x="0" y="2493"/>
                      </a:moveTo>
                      <a:lnTo>
                        <a:pt x="10113"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9" name="Google Shape;3989;p129"/>
                <p:cNvSpPr/>
                <p:nvPr/>
              </p:nvSpPr>
              <p:spPr>
                <a:xfrm>
                  <a:off x="4043613" y="3161504"/>
                  <a:ext cx="108474" cy="42156"/>
                </a:xfrm>
                <a:custGeom>
                  <a:rect b="b" l="l" r="r" t="t"/>
                  <a:pathLst>
                    <a:path extrusionOk="0" fill="none" h="5360" w="13792">
                      <a:moveTo>
                        <a:pt x="1" y="5360"/>
                      </a:moveTo>
                      <a:lnTo>
                        <a:pt x="13791"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0" name="Google Shape;3990;p129"/>
                <p:cNvSpPr/>
                <p:nvPr/>
              </p:nvSpPr>
              <p:spPr>
                <a:xfrm>
                  <a:off x="4152079" y="3082351"/>
                  <a:ext cx="17224" cy="82968"/>
                </a:xfrm>
                <a:custGeom>
                  <a:rect b="b" l="l" r="r" t="t"/>
                  <a:pathLst>
                    <a:path extrusionOk="0" fill="none" h="10549" w="2190">
                      <a:moveTo>
                        <a:pt x="0" y="10549"/>
                      </a:moveTo>
                      <a:lnTo>
                        <a:pt x="2190"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1" name="Google Shape;3991;p129"/>
                <p:cNvSpPr/>
                <p:nvPr/>
              </p:nvSpPr>
              <p:spPr>
                <a:xfrm>
                  <a:off x="4169296" y="3082351"/>
                  <a:ext cx="25797" cy="63557"/>
                </a:xfrm>
                <a:custGeom>
                  <a:rect b="b" l="l" r="r" t="t"/>
                  <a:pathLst>
                    <a:path extrusionOk="0" fill="none" h="8081" w="3280">
                      <a:moveTo>
                        <a:pt x="1" y="0"/>
                      </a:moveTo>
                      <a:lnTo>
                        <a:pt x="3279" y="808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92" name="Google Shape;3992;p129"/>
              <p:cNvGrpSpPr/>
              <p:nvPr/>
            </p:nvGrpSpPr>
            <p:grpSpPr>
              <a:xfrm>
                <a:off x="4143703" y="3066935"/>
                <a:ext cx="37783" cy="32357"/>
                <a:chOff x="4143703" y="3066935"/>
                <a:chExt cx="37783" cy="32357"/>
              </a:xfrm>
            </p:grpSpPr>
            <p:sp>
              <p:nvSpPr>
                <p:cNvPr id="3993" name="Google Shape;3993;p129"/>
                <p:cNvSpPr/>
                <p:nvPr/>
              </p:nvSpPr>
              <p:spPr>
                <a:xfrm>
                  <a:off x="4143703" y="3066935"/>
                  <a:ext cx="37783" cy="32357"/>
                </a:xfrm>
                <a:custGeom>
                  <a:rect b="b" l="l" r="r" t="t"/>
                  <a:pathLst>
                    <a:path extrusionOk="0" h="4114" w="4804">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4" name="Google Shape;3994;p129"/>
                <p:cNvSpPr/>
                <p:nvPr/>
              </p:nvSpPr>
              <p:spPr>
                <a:xfrm>
                  <a:off x="4158741" y="3076641"/>
                  <a:ext cx="13040" cy="13040"/>
                </a:xfrm>
                <a:custGeom>
                  <a:rect b="b" l="l" r="r" t="t"/>
                  <a:pathLst>
                    <a:path extrusionOk="0" h="1658" w="1658">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95" name="Google Shape;3995;p129"/>
              <p:cNvGrpSpPr/>
              <p:nvPr/>
            </p:nvGrpSpPr>
            <p:grpSpPr>
              <a:xfrm>
                <a:off x="4044565" y="3103563"/>
                <a:ext cx="37783" cy="32451"/>
                <a:chOff x="4044565" y="3103563"/>
                <a:chExt cx="37783" cy="32451"/>
              </a:xfrm>
            </p:grpSpPr>
            <p:sp>
              <p:nvSpPr>
                <p:cNvPr id="3996" name="Google Shape;3996;p129"/>
                <p:cNvSpPr/>
                <p:nvPr/>
              </p:nvSpPr>
              <p:spPr>
                <a:xfrm>
                  <a:off x="4044565" y="3103563"/>
                  <a:ext cx="37783" cy="32451"/>
                </a:xfrm>
                <a:custGeom>
                  <a:rect b="b" l="l" r="r" t="t"/>
                  <a:pathLst>
                    <a:path extrusionOk="0" h="4126" w="4804">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7" name="Google Shape;3997;p129"/>
                <p:cNvSpPr/>
                <p:nvPr/>
              </p:nvSpPr>
              <p:spPr>
                <a:xfrm>
                  <a:off x="4059602" y="3113268"/>
                  <a:ext cx="13040" cy="13048"/>
                </a:xfrm>
                <a:custGeom>
                  <a:rect b="b" l="l" r="r" t="t"/>
                  <a:pathLst>
                    <a:path extrusionOk="0" h="1659" w="1658">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98" name="Google Shape;3998;p129"/>
              <p:cNvGrpSpPr/>
              <p:nvPr/>
            </p:nvGrpSpPr>
            <p:grpSpPr>
              <a:xfrm>
                <a:off x="4017454" y="3188237"/>
                <a:ext cx="37776" cy="32357"/>
                <a:chOff x="4017454" y="3188237"/>
                <a:chExt cx="37776" cy="32357"/>
              </a:xfrm>
            </p:grpSpPr>
            <p:sp>
              <p:nvSpPr>
                <p:cNvPr id="3999" name="Google Shape;3999;p129"/>
                <p:cNvSpPr/>
                <p:nvPr/>
              </p:nvSpPr>
              <p:spPr>
                <a:xfrm>
                  <a:off x="4017454" y="3188237"/>
                  <a:ext cx="37776" cy="32357"/>
                </a:xfrm>
                <a:custGeom>
                  <a:rect b="b" l="l" r="r" t="t"/>
                  <a:pathLst>
                    <a:path extrusionOk="0" h="4114" w="4803">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0" name="Google Shape;4000;p129"/>
                <p:cNvSpPr/>
                <p:nvPr/>
              </p:nvSpPr>
              <p:spPr>
                <a:xfrm>
                  <a:off x="4032484" y="3197943"/>
                  <a:ext cx="13040" cy="13048"/>
                </a:xfrm>
                <a:custGeom>
                  <a:rect b="b" l="l" r="r" t="t"/>
                  <a:pathLst>
                    <a:path extrusionOk="0" h="1659" w="1658">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01" name="Google Shape;4001;p129"/>
              <p:cNvGrpSpPr/>
              <p:nvPr/>
            </p:nvGrpSpPr>
            <p:grpSpPr>
              <a:xfrm>
                <a:off x="3921548" y="3157509"/>
                <a:ext cx="37783" cy="32357"/>
                <a:chOff x="3921548" y="3157509"/>
                <a:chExt cx="37783" cy="32357"/>
              </a:xfrm>
            </p:grpSpPr>
            <p:sp>
              <p:nvSpPr>
                <p:cNvPr id="4002" name="Google Shape;4002;p129"/>
                <p:cNvSpPr/>
                <p:nvPr/>
              </p:nvSpPr>
              <p:spPr>
                <a:xfrm>
                  <a:off x="3921548" y="3157509"/>
                  <a:ext cx="37783" cy="32357"/>
                </a:xfrm>
                <a:custGeom>
                  <a:rect b="b" l="l" r="r" t="t"/>
                  <a:pathLst>
                    <a:path extrusionOk="0" h="4114" w="4804">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3" name="Google Shape;4003;p129"/>
                <p:cNvSpPr/>
                <p:nvPr/>
              </p:nvSpPr>
              <p:spPr>
                <a:xfrm>
                  <a:off x="3936586" y="3167214"/>
                  <a:ext cx="13040" cy="13040"/>
                </a:xfrm>
                <a:custGeom>
                  <a:rect b="b" l="l" r="r" t="t"/>
                  <a:pathLst>
                    <a:path extrusionOk="0" h="1658" w="1658">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04" name="Google Shape;4004;p129"/>
              <p:cNvGrpSpPr/>
              <p:nvPr/>
            </p:nvGrpSpPr>
            <p:grpSpPr>
              <a:xfrm>
                <a:off x="3939056" y="3211620"/>
                <a:ext cx="37783" cy="32380"/>
                <a:chOff x="3939056" y="3211620"/>
                <a:chExt cx="37783" cy="32380"/>
              </a:xfrm>
            </p:grpSpPr>
            <p:sp>
              <p:nvSpPr>
                <p:cNvPr id="4005" name="Google Shape;4005;p129"/>
                <p:cNvSpPr/>
                <p:nvPr/>
              </p:nvSpPr>
              <p:spPr>
                <a:xfrm>
                  <a:off x="3939056" y="3211620"/>
                  <a:ext cx="37783" cy="32380"/>
                </a:xfrm>
                <a:custGeom>
                  <a:rect b="b" l="l" r="r" t="t"/>
                  <a:pathLst>
                    <a:path extrusionOk="0" h="4117" w="4804">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6" name="Google Shape;4006;p129"/>
                <p:cNvSpPr/>
                <p:nvPr/>
              </p:nvSpPr>
              <p:spPr>
                <a:xfrm>
                  <a:off x="3954188" y="3221255"/>
                  <a:ext cx="13040" cy="13040"/>
                </a:xfrm>
                <a:custGeom>
                  <a:rect b="b" l="l" r="r" t="t"/>
                  <a:pathLst>
                    <a:path extrusionOk="0" h="1658" w="1658">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07" name="Google Shape;4007;p129"/>
              <p:cNvGrpSpPr/>
              <p:nvPr/>
            </p:nvGrpSpPr>
            <p:grpSpPr>
              <a:xfrm>
                <a:off x="4176240" y="3136965"/>
                <a:ext cx="31405" cy="26930"/>
                <a:chOff x="4176240" y="3136965"/>
                <a:chExt cx="31405" cy="26930"/>
              </a:xfrm>
            </p:grpSpPr>
            <p:sp>
              <p:nvSpPr>
                <p:cNvPr id="4008" name="Google Shape;4008;p129"/>
                <p:cNvSpPr/>
                <p:nvPr/>
              </p:nvSpPr>
              <p:spPr>
                <a:xfrm>
                  <a:off x="4176240" y="3136965"/>
                  <a:ext cx="31405" cy="26930"/>
                </a:xfrm>
                <a:custGeom>
                  <a:rect b="b" l="l" r="r" t="t"/>
                  <a:pathLst>
                    <a:path extrusionOk="0" h="3424" w="3993">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9" name="Google Shape;4009;p129"/>
                <p:cNvSpPr/>
                <p:nvPr/>
              </p:nvSpPr>
              <p:spPr>
                <a:xfrm>
                  <a:off x="4190327" y="3146663"/>
                  <a:ext cx="7613" cy="7621"/>
                </a:xfrm>
                <a:custGeom>
                  <a:rect b="b" l="l" r="r" t="t"/>
                  <a:pathLst>
                    <a:path extrusionOk="0" h="969" w="968">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10" name="Google Shape;4010;p129"/>
              <p:cNvGrpSpPr/>
              <p:nvPr/>
            </p:nvGrpSpPr>
            <p:grpSpPr>
              <a:xfrm>
                <a:off x="4133148" y="3152593"/>
                <a:ext cx="31499" cy="27001"/>
                <a:chOff x="4133148" y="3152593"/>
                <a:chExt cx="31499" cy="27001"/>
              </a:xfrm>
            </p:grpSpPr>
            <p:sp>
              <p:nvSpPr>
                <p:cNvPr id="4011" name="Google Shape;4011;p129"/>
                <p:cNvSpPr/>
                <p:nvPr/>
              </p:nvSpPr>
              <p:spPr>
                <a:xfrm>
                  <a:off x="4133148" y="3152593"/>
                  <a:ext cx="31499" cy="27001"/>
                </a:xfrm>
                <a:custGeom>
                  <a:rect b="b" l="l" r="r" t="t"/>
                  <a:pathLst>
                    <a:path extrusionOk="0" h="3433" w="4005">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2" name="Google Shape;4012;p129"/>
                <p:cNvSpPr/>
                <p:nvPr/>
              </p:nvSpPr>
              <p:spPr>
                <a:xfrm>
                  <a:off x="4147321" y="3162267"/>
                  <a:ext cx="7621" cy="7621"/>
                </a:xfrm>
                <a:custGeom>
                  <a:rect b="b" l="l" r="r" t="t"/>
                  <a:pathLst>
                    <a:path extrusionOk="0" h="969" w="969">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13" name="Google Shape;4013;p129"/>
              <p:cNvGrpSpPr/>
              <p:nvPr/>
            </p:nvGrpSpPr>
            <p:grpSpPr>
              <a:xfrm>
                <a:off x="4220866" y="3073534"/>
                <a:ext cx="31499" cy="26898"/>
                <a:chOff x="4220866" y="3073534"/>
                <a:chExt cx="31499" cy="26898"/>
              </a:xfrm>
            </p:grpSpPr>
            <p:sp>
              <p:nvSpPr>
                <p:cNvPr id="4014" name="Google Shape;4014;p129"/>
                <p:cNvSpPr/>
                <p:nvPr/>
              </p:nvSpPr>
              <p:spPr>
                <a:xfrm>
                  <a:off x="4220866" y="3073534"/>
                  <a:ext cx="31499" cy="26898"/>
                </a:xfrm>
                <a:custGeom>
                  <a:rect b="b" l="l" r="r" t="t"/>
                  <a:pathLst>
                    <a:path extrusionOk="0" h="3420" w="4005">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5" name="Google Shape;4015;p129"/>
                <p:cNvSpPr/>
                <p:nvPr/>
              </p:nvSpPr>
              <p:spPr>
                <a:xfrm>
                  <a:off x="4235039" y="3083114"/>
                  <a:ext cx="7621" cy="7613"/>
                </a:xfrm>
                <a:custGeom>
                  <a:rect b="b" l="l" r="r" t="t"/>
                  <a:pathLst>
                    <a:path extrusionOk="0" h="968" w="969">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16" name="Google Shape;4016;p129"/>
              <p:cNvGrpSpPr/>
              <p:nvPr/>
            </p:nvGrpSpPr>
            <p:grpSpPr>
              <a:xfrm>
                <a:off x="3869702" y="3230323"/>
                <a:ext cx="31499" cy="26906"/>
                <a:chOff x="3869702" y="3230323"/>
                <a:chExt cx="31499" cy="26906"/>
              </a:xfrm>
            </p:grpSpPr>
            <p:sp>
              <p:nvSpPr>
                <p:cNvPr id="4017" name="Google Shape;4017;p129"/>
                <p:cNvSpPr/>
                <p:nvPr/>
              </p:nvSpPr>
              <p:spPr>
                <a:xfrm>
                  <a:off x="3869702" y="3230323"/>
                  <a:ext cx="31499" cy="26906"/>
                </a:xfrm>
                <a:custGeom>
                  <a:rect b="b" l="l" r="r" t="t"/>
                  <a:pathLst>
                    <a:path extrusionOk="0" h="3421" w="4005">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8" name="Google Shape;4018;p129"/>
                <p:cNvSpPr/>
                <p:nvPr/>
              </p:nvSpPr>
              <p:spPr>
                <a:xfrm>
                  <a:off x="3883875" y="3239997"/>
                  <a:ext cx="7621" cy="7621"/>
                </a:xfrm>
                <a:custGeom>
                  <a:rect b="b" l="l" r="r" t="t"/>
                  <a:pathLst>
                    <a:path extrusionOk="0" h="969" w="969">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019" name="Google Shape;4019;p129"/>
            <p:cNvGrpSpPr/>
            <p:nvPr/>
          </p:nvGrpSpPr>
          <p:grpSpPr>
            <a:xfrm>
              <a:off x="4271383" y="3065882"/>
              <a:ext cx="304556" cy="341663"/>
              <a:chOff x="4271383" y="3065882"/>
              <a:chExt cx="304556" cy="341663"/>
            </a:xfrm>
          </p:grpSpPr>
          <p:grpSp>
            <p:nvGrpSpPr>
              <p:cNvPr id="4020" name="Google Shape;4020;p129"/>
              <p:cNvGrpSpPr/>
              <p:nvPr/>
            </p:nvGrpSpPr>
            <p:grpSpPr>
              <a:xfrm>
                <a:off x="4293838" y="3078639"/>
                <a:ext cx="269353" cy="311973"/>
                <a:chOff x="4293838" y="3078639"/>
                <a:chExt cx="269353" cy="311973"/>
              </a:xfrm>
            </p:grpSpPr>
            <p:sp>
              <p:nvSpPr>
                <p:cNvPr id="4021" name="Google Shape;4021;p129"/>
                <p:cNvSpPr/>
                <p:nvPr/>
              </p:nvSpPr>
              <p:spPr>
                <a:xfrm>
                  <a:off x="4293838" y="3078639"/>
                  <a:ext cx="269353" cy="311973"/>
                </a:xfrm>
                <a:custGeom>
                  <a:rect b="b" l="l" r="r" t="t"/>
                  <a:pathLst>
                    <a:path extrusionOk="0" fill="none" h="39666" w="34247">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2" name="Google Shape;4022;p129"/>
                <p:cNvSpPr/>
                <p:nvPr/>
              </p:nvSpPr>
              <p:spPr>
                <a:xfrm>
                  <a:off x="4306965" y="3099473"/>
                  <a:ext cx="62519" cy="69652"/>
                </a:xfrm>
                <a:custGeom>
                  <a:rect b="b" l="l" r="r" t="t"/>
                  <a:pathLst>
                    <a:path extrusionOk="0" fill="none" h="8856" w="7949">
                      <a:moveTo>
                        <a:pt x="1" y="1"/>
                      </a:moveTo>
                      <a:lnTo>
                        <a:pt x="7948" y="8856"/>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3" name="Google Shape;4023;p129"/>
                <p:cNvSpPr/>
                <p:nvPr/>
              </p:nvSpPr>
              <p:spPr>
                <a:xfrm>
                  <a:off x="4369476" y="3169118"/>
                  <a:ext cx="26072" cy="98666"/>
                </a:xfrm>
                <a:custGeom>
                  <a:rect b="b" l="l" r="r" t="t"/>
                  <a:pathLst>
                    <a:path extrusionOk="0" fill="none" h="12545" w="3315">
                      <a:moveTo>
                        <a:pt x="0" y="1"/>
                      </a:moveTo>
                      <a:lnTo>
                        <a:pt x="3315" y="12545"/>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4" name="Google Shape;4024;p129"/>
                <p:cNvSpPr/>
                <p:nvPr/>
              </p:nvSpPr>
              <p:spPr>
                <a:xfrm>
                  <a:off x="4399347" y="3078639"/>
                  <a:ext cx="60041" cy="110558"/>
                </a:xfrm>
                <a:custGeom>
                  <a:rect b="b" l="l" r="r" t="t"/>
                  <a:pathLst>
                    <a:path extrusionOk="0" fill="none" h="14057" w="7634">
                      <a:moveTo>
                        <a:pt x="7634" y="14057"/>
                      </a:moveTo>
                      <a:lnTo>
                        <a:pt x="1"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5" name="Google Shape;4025;p129"/>
                <p:cNvSpPr/>
                <p:nvPr/>
              </p:nvSpPr>
              <p:spPr>
                <a:xfrm>
                  <a:off x="4373282" y="3169118"/>
                  <a:ext cx="82299" cy="20079"/>
                </a:xfrm>
                <a:custGeom>
                  <a:rect b="b" l="l" r="r" t="t"/>
                  <a:pathLst>
                    <a:path extrusionOk="0" fill="none" h="2553" w="10464">
                      <a:moveTo>
                        <a:pt x="0" y="1"/>
                      </a:moveTo>
                      <a:lnTo>
                        <a:pt x="10464" y="2553"/>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6" name="Google Shape;4026;p129"/>
                <p:cNvSpPr/>
                <p:nvPr/>
              </p:nvSpPr>
              <p:spPr>
                <a:xfrm>
                  <a:off x="4369476" y="3078639"/>
                  <a:ext cx="29879" cy="90487"/>
                </a:xfrm>
                <a:custGeom>
                  <a:rect b="b" l="l" r="r" t="t"/>
                  <a:pathLst>
                    <a:path extrusionOk="0" fill="none" h="11505" w="3799">
                      <a:moveTo>
                        <a:pt x="0" y="11505"/>
                      </a:moveTo>
                      <a:lnTo>
                        <a:pt x="3799"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7" name="Google Shape;4027;p129"/>
                <p:cNvSpPr/>
                <p:nvPr/>
              </p:nvSpPr>
              <p:spPr>
                <a:xfrm>
                  <a:off x="4293932" y="3169118"/>
                  <a:ext cx="75551" cy="41110"/>
                </a:xfrm>
                <a:custGeom>
                  <a:rect b="b" l="l" r="r" t="t"/>
                  <a:pathLst>
                    <a:path extrusionOk="0" fill="none" h="5227" w="9606">
                      <a:moveTo>
                        <a:pt x="1" y="5226"/>
                      </a:moveTo>
                      <a:lnTo>
                        <a:pt x="9605"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8" name="Google Shape;4028;p129"/>
                <p:cNvSpPr/>
                <p:nvPr/>
              </p:nvSpPr>
              <p:spPr>
                <a:xfrm>
                  <a:off x="4350159" y="3267776"/>
                  <a:ext cx="45389" cy="27032"/>
                </a:xfrm>
                <a:custGeom>
                  <a:rect b="b" l="l" r="r" t="t"/>
                  <a:pathLst>
                    <a:path extrusionOk="0" fill="none" h="3437" w="5771">
                      <a:moveTo>
                        <a:pt x="1" y="3436"/>
                      </a:moveTo>
                      <a:lnTo>
                        <a:pt x="5771"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9" name="Google Shape;4029;p129"/>
                <p:cNvSpPr/>
                <p:nvPr/>
              </p:nvSpPr>
              <p:spPr>
                <a:xfrm>
                  <a:off x="4395540" y="3267776"/>
                  <a:ext cx="38830" cy="76031"/>
                </a:xfrm>
                <a:custGeom>
                  <a:rect b="b" l="l" r="r" t="t"/>
                  <a:pathLst>
                    <a:path extrusionOk="0" fill="none" h="9667" w="4937">
                      <a:moveTo>
                        <a:pt x="1" y="1"/>
                      </a:moveTo>
                      <a:lnTo>
                        <a:pt x="4936" y="9666"/>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0" name="Google Shape;4030;p129"/>
                <p:cNvSpPr/>
                <p:nvPr/>
              </p:nvSpPr>
              <p:spPr>
                <a:xfrm>
                  <a:off x="4360439" y="3267776"/>
                  <a:ext cx="35109" cy="121978"/>
                </a:xfrm>
                <a:custGeom>
                  <a:rect b="b" l="l" r="r" t="t"/>
                  <a:pathLst>
                    <a:path extrusionOk="0" fill="none" h="15509" w="4464">
                      <a:moveTo>
                        <a:pt x="0" y="15509"/>
                      </a:moveTo>
                      <a:lnTo>
                        <a:pt x="4464"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1" name="Google Shape;4031;p129"/>
                <p:cNvSpPr/>
                <p:nvPr/>
              </p:nvSpPr>
              <p:spPr>
                <a:xfrm>
                  <a:off x="4293932" y="3210220"/>
                  <a:ext cx="101616" cy="57564"/>
                </a:xfrm>
                <a:custGeom>
                  <a:rect b="b" l="l" r="r" t="t"/>
                  <a:pathLst>
                    <a:path extrusionOk="0" fill="none" h="7319" w="12920">
                      <a:moveTo>
                        <a:pt x="1" y="0"/>
                      </a:moveTo>
                      <a:lnTo>
                        <a:pt x="12920" y="7319"/>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2" name="Google Shape;4032;p129"/>
                <p:cNvSpPr/>
                <p:nvPr/>
              </p:nvSpPr>
              <p:spPr>
                <a:xfrm>
                  <a:off x="4395540" y="3186436"/>
                  <a:ext cx="66420" cy="79735"/>
                </a:xfrm>
                <a:custGeom>
                  <a:rect b="b" l="l" r="r" t="t"/>
                  <a:pathLst>
                    <a:path extrusionOk="0" fill="none" h="10138" w="8445">
                      <a:moveTo>
                        <a:pt x="8444" y="0"/>
                      </a:moveTo>
                      <a:lnTo>
                        <a:pt x="1" y="10137"/>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3" name="Google Shape;4033;p129"/>
                <p:cNvSpPr/>
                <p:nvPr/>
              </p:nvSpPr>
              <p:spPr>
                <a:xfrm>
                  <a:off x="4459380" y="3189669"/>
                  <a:ext cx="41873" cy="123402"/>
                </a:xfrm>
                <a:custGeom>
                  <a:rect b="b" l="l" r="r" t="t"/>
                  <a:pathLst>
                    <a:path extrusionOk="0" fill="none" h="15690" w="5324">
                      <a:moveTo>
                        <a:pt x="1" y="0"/>
                      </a:moveTo>
                      <a:lnTo>
                        <a:pt x="5323" y="1569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4" name="Google Shape;4034;p129"/>
                <p:cNvSpPr/>
                <p:nvPr/>
              </p:nvSpPr>
              <p:spPr>
                <a:xfrm>
                  <a:off x="4395540" y="3267776"/>
                  <a:ext cx="105713" cy="45295"/>
                </a:xfrm>
                <a:custGeom>
                  <a:rect b="b" l="l" r="r" t="t"/>
                  <a:pathLst>
                    <a:path extrusionOk="0" fill="none" h="5759" w="13441">
                      <a:moveTo>
                        <a:pt x="1" y="1"/>
                      </a:moveTo>
                      <a:lnTo>
                        <a:pt x="13440" y="5759"/>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5" name="Google Shape;4035;p129"/>
                <p:cNvSpPr/>
                <p:nvPr/>
              </p:nvSpPr>
              <p:spPr>
                <a:xfrm>
                  <a:off x="4501246" y="3223252"/>
                  <a:ext cx="46435" cy="89818"/>
                </a:xfrm>
                <a:custGeom>
                  <a:rect b="b" l="l" r="r" t="t"/>
                  <a:pathLst>
                    <a:path extrusionOk="0" fill="none" h="11420" w="5904">
                      <a:moveTo>
                        <a:pt x="0" y="11420"/>
                      </a:moveTo>
                      <a:lnTo>
                        <a:pt x="5904"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6" name="Google Shape;4036;p129"/>
                <p:cNvSpPr/>
                <p:nvPr/>
              </p:nvSpPr>
              <p:spPr>
                <a:xfrm>
                  <a:off x="4459671" y="3104231"/>
                  <a:ext cx="58421" cy="84966"/>
                </a:xfrm>
                <a:custGeom>
                  <a:rect b="b" l="l" r="r" t="t"/>
                  <a:pathLst>
                    <a:path extrusionOk="0" fill="none" h="10803" w="7428">
                      <a:moveTo>
                        <a:pt x="0" y="10803"/>
                      </a:moveTo>
                      <a:lnTo>
                        <a:pt x="7428"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7" name="Google Shape;4037;p129"/>
                <p:cNvSpPr/>
                <p:nvPr/>
              </p:nvSpPr>
              <p:spPr>
                <a:xfrm>
                  <a:off x="4459671" y="3189189"/>
                  <a:ext cx="86586" cy="36737"/>
                </a:xfrm>
                <a:custGeom>
                  <a:rect b="b" l="l" r="r" t="t"/>
                  <a:pathLst>
                    <a:path extrusionOk="0" fill="none" h="4671" w="11009">
                      <a:moveTo>
                        <a:pt x="0" y="1"/>
                      </a:moveTo>
                      <a:lnTo>
                        <a:pt x="11008" y="467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38" name="Google Shape;4038;p129"/>
              <p:cNvGrpSpPr/>
              <p:nvPr/>
            </p:nvGrpSpPr>
            <p:grpSpPr>
              <a:xfrm>
                <a:off x="4538164" y="3342061"/>
                <a:ext cx="37776" cy="32380"/>
                <a:chOff x="4538164" y="3342061"/>
                <a:chExt cx="37776" cy="32380"/>
              </a:xfrm>
            </p:grpSpPr>
            <p:sp>
              <p:nvSpPr>
                <p:cNvPr id="4039" name="Google Shape;4039;p129"/>
                <p:cNvSpPr/>
                <p:nvPr/>
              </p:nvSpPr>
              <p:spPr>
                <a:xfrm>
                  <a:off x="4538164" y="3342061"/>
                  <a:ext cx="37776" cy="32380"/>
                </a:xfrm>
                <a:custGeom>
                  <a:rect b="b" l="l" r="r" t="t"/>
                  <a:pathLst>
                    <a:path extrusionOk="0" h="4117" w="4803">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0" name="Google Shape;4040;p129"/>
                <p:cNvSpPr/>
                <p:nvPr/>
              </p:nvSpPr>
              <p:spPr>
                <a:xfrm>
                  <a:off x="4553194" y="3351790"/>
                  <a:ext cx="13040" cy="13040"/>
                </a:xfrm>
                <a:custGeom>
                  <a:rect b="b" l="l" r="r" t="t"/>
                  <a:pathLst>
                    <a:path extrusionOk="0" h="1658" w="1658">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41" name="Google Shape;4041;p129"/>
              <p:cNvGrpSpPr/>
              <p:nvPr/>
            </p:nvGrpSpPr>
            <p:grpSpPr>
              <a:xfrm>
                <a:off x="4271383" y="3194742"/>
                <a:ext cx="37783" cy="32420"/>
                <a:chOff x="4271383" y="3194742"/>
                <a:chExt cx="37783" cy="32420"/>
              </a:xfrm>
            </p:grpSpPr>
            <p:sp>
              <p:nvSpPr>
                <p:cNvPr id="4042" name="Google Shape;4042;p129"/>
                <p:cNvSpPr/>
                <p:nvPr/>
              </p:nvSpPr>
              <p:spPr>
                <a:xfrm>
                  <a:off x="4271383" y="3194742"/>
                  <a:ext cx="37783" cy="32420"/>
                </a:xfrm>
                <a:custGeom>
                  <a:rect b="b" l="l" r="r" t="t"/>
                  <a:pathLst>
                    <a:path extrusionOk="0" h="4122" w="4804">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3" name="Google Shape;4043;p129"/>
                <p:cNvSpPr/>
                <p:nvPr/>
              </p:nvSpPr>
              <p:spPr>
                <a:xfrm>
                  <a:off x="4286516" y="3204416"/>
                  <a:ext cx="13040" cy="13040"/>
                </a:xfrm>
                <a:custGeom>
                  <a:rect b="b" l="l" r="r" t="t"/>
                  <a:pathLst>
                    <a:path extrusionOk="0" h="1658" w="1658">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44" name="Google Shape;4044;p129"/>
              <p:cNvGrpSpPr/>
              <p:nvPr/>
            </p:nvGrpSpPr>
            <p:grpSpPr>
              <a:xfrm>
                <a:off x="4284416" y="3084058"/>
                <a:ext cx="37783" cy="32357"/>
                <a:chOff x="4284416" y="3084058"/>
                <a:chExt cx="37783" cy="32357"/>
              </a:xfrm>
            </p:grpSpPr>
            <p:sp>
              <p:nvSpPr>
                <p:cNvPr id="4045" name="Google Shape;4045;p129"/>
                <p:cNvSpPr/>
                <p:nvPr/>
              </p:nvSpPr>
              <p:spPr>
                <a:xfrm>
                  <a:off x="4284416" y="3084058"/>
                  <a:ext cx="37783" cy="32357"/>
                </a:xfrm>
                <a:custGeom>
                  <a:rect b="b" l="l" r="r" t="t"/>
                  <a:pathLst>
                    <a:path extrusionOk="0" h="4114" w="4804">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6" name="Google Shape;4046;p129"/>
                <p:cNvSpPr/>
                <p:nvPr/>
              </p:nvSpPr>
              <p:spPr>
                <a:xfrm>
                  <a:off x="4299548" y="3093763"/>
                  <a:ext cx="13040" cy="13048"/>
                </a:xfrm>
                <a:custGeom>
                  <a:rect b="b" l="l" r="r" t="t"/>
                  <a:pathLst>
                    <a:path extrusionOk="0" h="1659" w="1658">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47" name="Google Shape;4047;p129"/>
              <p:cNvGrpSpPr/>
              <p:nvPr/>
            </p:nvGrpSpPr>
            <p:grpSpPr>
              <a:xfrm>
                <a:off x="4478697" y="3297561"/>
                <a:ext cx="37776" cy="32451"/>
                <a:chOff x="4478697" y="3297561"/>
                <a:chExt cx="37776" cy="32451"/>
              </a:xfrm>
            </p:grpSpPr>
            <p:sp>
              <p:nvSpPr>
                <p:cNvPr id="4048" name="Google Shape;4048;p129"/>
                <p:cNvSpPr/>
                <p:nvPr/>
              </p:nvSpPr>
              <p:spPr>
                <a:xfrm>
                  <a:off x="4478697" y="3297561"/>
                  <a:ext cx="37776" cy="32451"/>
                </a:xfrm>
                <a:custGeom>
                  <a:rect b="b" l="l" r="r" t="t"/>
                  <a:pathLst>
                    <a:path extrusionOk="0" h="4126" w="4803">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9" name="Google Shape;4049;p129"/>
                <p:cNvSpPr/>
                <p:nvPr/>
              </p:nvSpPr>
              <p:spPr>
                <a:xfrm>
                  <a:off x="4493727" y="3307361"/>
                  <a:ext cx="13048" cy="13040"/>
                </a:xfrm>
                <a:custGeom>
                  <a:rect b="b" l="l" r="r" t="t"/>
                  <a:pathLst>
                    <a:path extrusionOk="0" h="1658" w="1659">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50" name="Google Shape;4050;p129"/>
              <p:cNvGrpSpPr/>
              <p:nvPr/>
            </p:nvGrpSpPr>
            <p:grpSpPr>
              <a:xfrm>
                <a:off x="4411813" y="3331711"/>
                <a:ext cx="37776" cy="32451"/>
                <a:chOff x="4411813" y="3331711"/>
                <a:chExt cx="37776" cy="32451"/>
              </a:xfrm>
            </p:grpSpPr>
            <p:sp>
              <p:nvSpPr>
                <p:cNvPr id="4051" name="Google Shape;4051;p129"/>
                <p:cNvSpPr/>
                <p:nvPr/>
              </p:nvSpPr>
              <p:spPr>
                <a:xfrm>
                  <a:off x="4411813" y="3331711"/>
                  <a:ext cx="37776" cy="32451"/>
                </a:xfrm>
                <a:custGeom>
                  <a:rect b="b" l="l" r="r" t="t"/>
                  <a:pathLst>
                    <a:path extrusionOk="0" h="4126" w="4803">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2" name="Google Shape;4052;p129"/>
                <p:cNvSpPr/>
                <p:nvPr/>
              </p:nvSpPr>
              <p:spPr>
                <a:xfrm>
                  <a:off x="4426937" y="3341416"/>
                  <a:ext cx="13048" cy="13048"/>
                </a:xfrm>
                <a:custGeom>
                  <a:rect b="b" l="l" r="r" t="t"/>
                  <a:pathLst>
                    <a:path extrusionOk="0" h="1659" w="1659">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53" name="Google Shape;4053;p129"/>
              <p:cNvGrpSpPr/>
              <p:nvPr/>
            </p:nvGrpSpPr>
            <p:grpSpPr>
              <a:xfrm>
                <a:off x="4337984" y="3375188"/>
                <a:ext cx="37776" cy="32357"/>
                <a:chOff x="4337984" y="3375188"/>
                <a:chExt cx="37776" cy="32357"/>
              </a:xfrm>
            </p:grpSpPr>
            <p:sp>
              <p:nvSpPr>
                <p:cNvPr id="4054" name="Google Shape;4054;p129"/>
                <p:cNvSpPr/>
                <p:nvPr/>
              </p:nvSpPr>
              <p:spPr>
                <a:xfrm>
                  <a:off x="4337984" y="3375188"/>
                  <a:ext cx="37776" cy="32357"/>
                </a:xfrm>
                <a:custGeom>
                  <a:rect b="b" l="l" r="r" t="t"/>
                  <a:pathLst>
                    <a:path extrusionOk="0" h="4114" w="4803">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5" name="Google Shape;4055;p129"/>
                <p:cNvSpPr/>
                <p:nvPr/>
              </p:nvSpPr>
              <p:spPr>
                <a:xfrm>
                  <a:off x="4353108" y="3384894"/>
                  <a:ext cx="13048" cy="13048"/>
                </a:xfrm>
                <a:custGeom>
                  <a:rect b="b" l="l" r="r" t="t"/>
                  <a:pathLst>
                    <a:path extrusionOk="0" h="1659" w="1659">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56" name="Google Shape;4056;p129"/>
              <p:cNvGrpSpPr/>
              <p:nvPr/>
            </p:nvGrpSpPr>
            <p:grpSpPr>
              <a:xfrm>
                <a:off x="4494867" y="3090530"/>
                <a:ext cx="37878" cy="32451"/>
                <a:chOff x="4494867" y="3090530"/>
                <a:chExt cx="37878" cy="32451"/>
              </a:xfrm>
            </p:grpSpPr>
            <p:sp>
              <p:nvSpPr>
                <p:cNvPr id="4057" name="Google Shape;4057;p129"/>
                <p:cNvSpPr/>
                <p:nvPr/>
              </p:nvSpPr>
              <p:spPr>
                <a:xfrm>
                  <a:off x="4494867" y="3090530"/>
                  <a:ext cx="37878" cy="32451"/>
                </a:xfrm>
                <a:custGeom>
                  <a:rect b="b" l="l" r="r" t="t"/>
                  <a:pathLst>
                    <a:path extrusionOk="0" h="4126" w="4816">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8" name="Google Shape;4058;p129"/>
                <p:cNvSpPr/>
                <p:nvPr/>
              </p:nvSpPr>
              <p:spPr>
                <a:xfrm>
                  <a:off x="4510000" y="3100236"/>
                  <a:ext cx="13040" cy="13040"/>
                </a:xfrm>
                <a:custGeom>
                  <a:rect b="b" l="l" r="r" t="t"/>
                  <a:pathLst>
                    <a:path extrusionOk="0" h="1658" w="1658">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59" name="Google Shape;4059;p129"/>
              <p:cNvGrpSpPr/>
              <p:nvPr/>
            </p:nvGrpSpPr>
            <p:grpSpPr>
              <a:xfrm>
                <a:off x="4525124" y="3207774"/>
                <a:ext cx="37783" cy="32420"/>
                <a:chOff x="4525124" y="3207774"/>
                <a:chExt cx="37783" cy="32420"/>
              </a:xfrm>
            </p:grpSpPr>
            <p:sp>
              <p:nvSpPr>
                <p:cNvPr id="4060" name="Google Shape;4060;p129"/>
                <p:cNvSpPr/>
                <p:nvPr/>
              </p:nvSpPr>
              <p:spPr>
                <a:xfrm>
                  <a:off x="4525124" y="3207774"/>
                  <a:ext cx="37783" cy="32420"/>
                </a:xfrm>
                <a:custGeom>
                  <a:rect b="b" l="l" r="r" t="t"/>
                  <a:pathLst>
                    <a:path extrusionOk="0" h="4122" w="4804">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1" name="Google Shape;4061;p129"/>
                <p:cNvSpPr/>
                <p:nvPr/>
              </p:nvSpPr>
              <p:spPr>
                <a:xfrm>
                  <a:off x="4540256" y="3217448"/>
                  <a:ext cx="13040" cy="13040"/>
                </a:xfrm>
                <a:custGeom>
                  <a:rect b="b" l="l" r="r" t="t"/>
                  <a:pathLst>
                    <a:path extrusionOk="0" h="1658" w="1658">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62" name="Google Shape;4062;p129"/>
              <p:cNvGrpSpPr/>
              <p:nvPr/>
            </p:nvGrpSpPr>
            <p:grpSpPr>
              <a:xfrm>
                <a:off x="4440544" y="3176479"/>
                <a:ext cx="31499" cy="26898"/>
                <a:chOff x="4440544" y="3176479"/>
                <a:chExt cx="31499" cy="26898"/>
              </a:xfrm>
            </p:grpSpPr>
            <p:sp>
              <p:nvSpPr>
                <p:cNvPr id="4063" name="Google Shape;4063;p129"/>
                <p:cNvSpPr/>
                <p:nvPr/>
              </p:nvSpPr>
              <p:spPr>
                <a:xfrm>
                  <a:off x="4440544" y="3176479"/>
                  <a:ext cx="31499" cy="26898"/>
                </a:xfrm>
                <a:custGeom>
                  <a:rect b="b" l="l" r="r" t="t"/>
                  <a:pathLst>
                    <a:path extrusionOk="0" h="3420" w="4005">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4" name="Google Shape;4064;p129"/>
                <p:cNvSpPr/>
                <p:nvPr/>
              </p:nvSpPr>
              <p:spPr>
                <a:xfrm>
                  <a:off x="4454724" y="3186145"/>
                  <a:ext cx="7613" cy="7621"/>
                </a:xfrm>
                <a:custGeom>
                  <a:rect b="b" l="l" r="r" t="t"/>
                  <a:pathLst>
                    <a:path extrusionOk="0" h="969" w="968">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65" name="Google Shape;4065;p129"/>
              <p:cNvGrpSpPr/>
              <p:nvPr/>
            </p:nvGrpSpPr>
            <p:grpSpPr>
              <a:xfrm>
                <a:off x="4350545" y="3156400"/>
                <a:ext cx="31405" cy="27001"/>
                <a:chOff x="4350545" y="3156400"/>
                <a:chExt cx="31405" cy="27001"/>
              </a:xfrm>
            </p:grpSpPr>
            <p:sp>
              <p:nvSpPr>
                <p:cNvPr id="4066" name="Google Shape;4066;p129"/>
                <p:cNvSpPr/>
                <p:nvPr/>
              </p:nvSpPr>
              <p:spPr>
                <a:xfrm>
                  <a:off x="4350545" y="3156400"/>
                  <a:ext cx="31405" cy="27001"/>
                </a:xfrm>
                <a:custGeom>
                  <a:rect b="b" l="l" r="r" t="t"/>
                  <a:pathLst>
                    <a:path extrusionOk="0" h="3433" w="3993">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7" name="Google Shape;4067;p129"/>
                <p:cNvSpPr/>
                <p:nvPr/>
              </p:nvSpPr>
              <p:spPr>
                <a:xfrm>
                  <a:off x="4364717" y="3166074"/>
                  <a:ext cx="7621" cy="7621"/>
                </a:xfrm>
                <a:custGeom>
                  <a:rect b="b" l="l" r="r" t="t"/>
                  <a:pathLst>
                    <a:path extrusionOk="0" h="969" w="969">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68" name="Google Shape;4068;p129"/>
              <p:cNvGrpSpPr/>
              <p:nvPr/>
            </p:nvGrpSpPr>
            <p:grpSpPr>
              <a:xfrm>
                <a:off x="4376703" y="3255058"/>
                <a:ext cx="31405" cy="27001"/>
                <a:chOff x="4376703" y="3255058"/>
                <a:chExt cx="31405" cy="27001"/>
              </a:xfrm>
            </p:grpSpPr>
            <p:sp>
              <p:nvSpPr>
                <p:cNvPr id="4069" name="Google Shape;4069;p129"/>
                <p:cNvSpPr/>
                <p:nvPr/>
              </p:nvSpPr>
              <p:spPr>
                <a:xfrm>
                  <a:off x="4376703" y="3255058"/>
                  <a:ext cx="31405" cy="27001"/>
                </a:xfrm>
                <a:custGeom>
                  <a:rect b="b" l="l" r="r" t="t"/>
                  <a:pathLst>
                    <a:path extrusionOk="0" h="3433" w="3993">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0" name="Google Shape;4070;p129"/>
                <p:cNvSpPr/>
                <p:nvPr/>
              </p:nvSpPr>
              <p:spPr>
                <a:xfrm>
                  <a:off x="4390884" y="3264732"/>
                  <a:ext cx="7613" cy="7621"/>
                </a:xfrm>
                <a:custGeom>
                  <a:rect b="b" l="l" r="r" t="t"/>
                  <a:pathLst>
                    <a:path extrusionOk="0" h="969" w="968">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71" name="Google Shape;4071;p129"/>
              <p:cNvGrpSpPr/>
              <p:nvPr/>
            </p:nvGrpSpPr>
            <p:grpSpPr>
              <a:xfrm>
                <a:off x="4331322" y="3283656"/>
                <a:ext cx="31405" cy="26945"/>
                <a:chOff x="4331322" y="3283656"/>
                <a:chExt cx="31405" cy="26945"/>
              </a:xfrm>
            </p:grpSpPr>
            <p:sp>
              <p:nvSpPr>
                <p:cNvPr id="4072" name="Google Shape;4072;p129"/>
                <p:cNvSpPr/>
                <p:nvPr/>
              </p:nvSpPr>
              <p:spPr>
                <a:xfrm>
                  <a:off x="4331322" y="3283656"/>
                  <a:ext cx="31405" cy="26945"/>
                </a:xfrm>
                <a:custGeom>
                  <a:rect b="b" l="l" r="r" t="t"/>
                  <a:pathLst>
                    <a:path extrusionOk="0" h="3426" w="3993">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3" name="Google Shape;4073;p129"/>
                <p:cNvSpPr/>
                <p:nvPr/>
              </p:nvSpPr>
              <p:spPr>
                <a:xfrm>
                  <a:off x="4345503" y="3293274"/>
                  <a:ext cx="7613" cy="7621"/>
                </a:xfrm>
                <a:custGeom>
                  <a:rect b="b" l="l" r="r" t="t"/>
                  <a:pathLst>
                    <a:path extrusionOk="0" h="969" w="968">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74" name="Google Shape;4074;p129"/>
              <p:cNvGrpSpPr/>
              <p:nvPr/>
            </p:nvGrpSpPr>
            <p:grpSpPr>
              <a:xfrm>
                <a:off x="4380510" y="3065882"/>
                <a:ext cx="31405" cy="26938"/>
                <a:chOff x="4380510" y="3065882"/>
                <a:chExt cx="31405" cy="26938"/>
              </a:xfrm>
            </p:grpSpPr>
            <p:sp>
              <p:nvSpPr>
                <p:cNvPr id="4075" name="Google Shape;4075;p129"/>
                <p:cNvSpPr/>
                <p:nvPr/>
              </p:nvSpPr>
              <p:spPr>
                <a:xfrm>
                  <a:off x="4380510" y="3065882"/>
                  <a:ext cx="31405" cy="26938"/>
                </a:xfrm>
                <a:custGeom>
                  <a:rect b="b" l="l" r="r" t="t"/>
                  <a:pathLst>
                    <a:path extrusionOk="0" h="3425" w="3993">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6" name="Google Shape;4076;p129"/>
                <p:cNvSpPr/>
                <p:nvPr/>
              </p:nvSpPr>
              <p:spPr>
                <a:xfrm>
                  <a:off x="4393354" y="3075500"/>
                  <a:ext cx="8950" cy="7676"/>
                </a:xfrm>
                <a:custGeom>
                  <a:rect b="b" l="l" r="r" t="t"/>
                  <a:pathLst>
                    <a:path extrusionOk="0" h="976" w="1138">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077" name="Google Shape;4077;p129"/>
            <p:cNvGrpSpPr/>
            <p:nvPr/>
          </p:nvGrpSpPr>
          <p:grpSpPr>
            <a:xfrm>
              <a:off x="4558998" y="3188237"/>
              <a:ext cx="1280131" cy="1052746"/>
              <a:chOff x="4558998" y="3188237"/>
              <a:chExt cx="1280131" cy="1052746"/>
            </a:xfrm>
          </p:grpSpPr>
          <p:sp>
            <p:nvSpPr>
              <p:cNvPr id="4078" name="Google Shape;4078;p129"/>
              <p:cNvSpPr/>
              <p:nvPr/>
            </p:nvSpPr>
            <p:spPr>
              <a:xfrm>
                <a:off x="4916156" y="3750813"/>
                <a:ext cx="8" cy="8"/>
              </a:xfrm>
              <a:custGeom>
                <a:rect b="b" l="l" r="r" t="t"/>
                <a:pathLst>
                  <a:path extrusionOk="0" fill="none" h="1" w="1">
                    <a:moveTo>
                      <a:pt x="0" y="0"/>
                    </a:moveTo>
                    <a:close/>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079" name="Google Shape;4079;p129"/>
              <p:cNvGrpSpPr/>
              <p:nvPr/>
            </p:nvGrpSpPr>
            <p:grpSpPr>
              <a:xfrm>
                <a:off x="4579164" y="3203653"/>
                <a:ext cx="1244833" cy="1020397"/>
                <a:chOff x="4579164" y="3203653"/>
                <a:chExt cx="1244833" cy="1020397"/>
              </a:xfrm>
            </p:grpSpPr>
            <p:sp>
              <p:nvSpPr>
                <p:cNvPr id="4080" name="Google Shape;4080;p129"/>
                <p:cNvSpPr/>
                <p:nvPr/>
              </p:nvSpPr>
              <p:spPr>
                <a:xfrm>
                  <a:off x="5490144" y="3482892"/>
                  <a:ext cx="58995" cy="4955"/>
                </a:xfrm>
                <a:custGeom>
                  <a:rect b="b" l="l" r="r" t="t"/>
                  <a:pathLst>
                    <a:path extrusionOk="0" fill="none" h="630" w="7501">
                      <a:moveTo>
                        <a:pt x="0" y="630"/>
                      </a:moveTo>
                      <a:lnTo>
                        <a:pt x="7500"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1" name="Google Shape;4081;p129"/>
                <p:cNvSpPr/>
                <p:nvPr/>
              </p:nvSpPr>
              <p:spPr>
                <a:xfrm>
                  <a:off x="5490616" y="3482892"/>
                  <a:ext cx="66137" cy="77360"/>
                </a:xfrm>
                <a:custGeom>
                  <a:rect b="b" l="l" r="r" t="t"/>
                  <a:pathLst>
                    <a:path extrusionOk="0" fill="none" h="9836" w="8409">
                      <a:moveTo>
                        <a:pt x="1" y="1"/>
                      </a:moveTo>
                      <a:lnTo>
                        <a:pt x="8408" y="9835"/>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082" name="Google Shape;4082;p129"/>
                <p:cNvGrpSpPr/>
                <p:nvPr/>
              </p:nvGrpSpPr>
              <p:grpSpPr>
                <a:xfrm>
                  <a:off x="4579164" y="3203653"/>
                  <a:ext cx="1244833" cy="1020397"/>
                  <a:chOff x="4579164" y="3203653"/>
                  <a:chExt cx="1244833" cy="1020397"/>
                </a:xfrm>
              </p:grpSpPr>
              <p:sp>
                <p:nvSpPr>
                  <p:cNvPr id="4083" name="Google Shape;4083;p129"/>
                  <p:cNvSpPr/>
                  <p:nvPr/>
                </p:nvSpPr>
                <p:spPr>
                  <a:xfrm>
                    <a:off x="4787909" y="3833395"/>
                    <a:ext cx="69267" cy="22266"/>
                  </a:xfrm>
                  <a:custGeom>
                    <a:rect b="b" l="l" r="r" t="t"/>
                    <a:pathLst>
                      <a:path extrusionOk="0" fill="none" h="2831" w="8807">
                        <a:moveTo>
                          <a:pt x="8806" y="0"/>
                        </a:moveTo>
                        <a:lnTo>
                          <a:pt x="0" y="283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4" name="Google Shape;4084;p129"/>
                  <p:cNvSpPr/>
                  <p:nvPr/>
                </p:nvSpPr>
                <p:spPr>
                  <a:xfrm>
                    <a:off x="4857263" y="3819695"/>
                    <a:ext cx="69936" cy="14181"/>
                  </a:xfrm>
                  <a:custGeom>
                    <a:rect b="b" l="l" r="r" t="t"/>
                    <a:pathLst>
                      <a:path extrusionOk="0" fill="none" h="1803" w="8892">
                        <a:moveTo>
                          <a:pt x="1" y="1803"/>
                        </a:moveTo>
                        <a:lnTo>
                          <a:pt x="8892"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085" name="Google Shape;4085;p129"/>
                  <p:cNvGrpSpPr/>
                  <p:nvPr/>
                </p:nvGrpSpPr>
                <p:grpSpPr>
                  <a:xfrm>
                    <a:off x="4579164" y="3203653"/>
                    <a:ext cx="1244833" cy="1020397"/>
                    <a:chOff x="4579164" y="3203653"/>
                    <a:chExt cx="1244833" cy="1020397"/>
                  </a:xfrm>
                </p:grpSpPr>
                <p:sp>
                  <p:nvSpPr>
                    <p:cNvPr id="4086" name="Google Shape;4086;p129"/>
                    <p:cNvSpPr/>
                    <p:nvPr/>
                  </p:nvSpPr>
                  <p:spPr>
                    <a:xfrm>
                      <a:off x="4930329" y="3363965"/>
                      <a:ext cx="23894" cy="102764"/>
                    </a:xfrm>
                    <a:custGeom>
                      <a:rect b="b" l="l" r="r" t="t"/>
                      <a:pathLst>
                        <a:path extrusionOk="0" fill="none" h="13066" w="3038">
                          <a:moveTo>
                            <a:pt x="3037" y="13065"/>
                          </a:moveTo>
                          <a:lnTo>
                            <a:pt x="1"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7" name="Google Shape;4087;p129"/>
                    <p:cNvSpPr/>
                    <p:nvPr/>
                  </p:nvSpPr>
                  <p:spPr>
                    <a:xfrm>
                      <a:off x="4849846" y="3385948"/>
                      <a:ext cx="104085" cy="79256"/>
                    </a:xfrm>
                    <a:custGeom>
                      <a:rect b="b" l="l" r="r" t="t"/>
                      <a:pathLst>
                        <a:path extrusionOk="0" fill="none" h="10077" w="13234">
                          <a:moveTo>
                            <a:pt x="0" y="0"/>
                          </a:moveTo>
                          <a:lnTo>
                            <a:pt x="13234" y="10077"/>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8" name="Google Shape;4088;p129"/>
                    <p:cNvSpPr/>
                    <p:nvPr/>
                  </p:nvSpPr>
                  <p:spPr>
                    <a:xfrm>
                      <a:off x="4849650" y="3306598"/>
                      <a:ext cx="45869" cy="79358"/>
                    </a:xfrm>
                    <a:custGeom>
                      <a:rect b="b" l="l" r="r" t="t"/>
                      <a:pathLst>
                        <a:path extrusionOk="0" fill="none" h="10090" w="5832">
                          <a:moveTo>
                            <a:pt x="5831" y="0"/>
                          </a:moveTo>
                          <a:lnTo>
                            <a:pt x="1" y="10089"/>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9" name="Google Shape;4089;p129"/>
                    <p:cNvSpPr/>
                    <p:nvPr/>
                  </p:nvSpPr>
                  <p:spPr>
                    <a:xfrm>
                      <a:off x="4849650" y="3361299"/>
                      <a:ext cx="84305" cy="24657"/>
                    </a:xfrm>
                    <a:custGeom>
                      <a:rect b="b" l="l" r="r" t="t"/>
                      <a:pathLst>
                        <a:path extrusionOk="0" fill="none" h="3135" w="10719">
                          <a:moveTo>
                            <a:pt x="1" y="3134"/>
                          </a:moveTo>
                          <a:lnTo>
                            <a:pt x="10719"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0" name="Google Shape;4090;p129"/>
                    <p:cNvSpPr/>
                    <p:nvPr/>
                  </p:nvSpPr>
                  <p:spPr>
                    <a:xfrm>
                      <a:off x="4789616" y="3306598"/>
                      <a:ext cx="19702" cy="54709"/>
                    </a:xfrm>
                    <a:custGeom>
                      <a:rect b="b" l="l" r="r" t="t"/>
                      <a:pathLst>
                        <a:path extrusionOk="0" fill="none" h="6956" w="2505">
                          <a:moveTo>
                            <a:pt x="2505" y="6956"/>
                          </a:moveTo>
                          <a:lnTo>
                            <a:pt x="1"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1" name="Google Shape;4091;p129"/>
                    <p:cNvSpPr/>
                    <p:nvPr/>
                  </p:nvSpPr>
                  <p:spPr>
                    <a:xfrm>
                      <a:off x="4738242" y="3357500"/>
                      <a:ext cx="74883" cy="10280"/>
                    </a:xfrm>
                    <a:custGeom>
                      <a:rect b="b" l="l" r="r" t="t"/>
                      <a:pathLst>
                        <a:path extrusionOk="0" fill="none" h="1307" w="9521">
                          <a:moveTo>
                            <a:pt x="1" y="1307"/>
                          </a:moveTo>
                          <a:lnTo>
                            <a:pt x="9521"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2" name="Google Shape;4092;p129"/>
                    <p:cNvSpPr/>
                    <p:nvPr/>
                  </p:nvSpPr>
                  <p:spPr>
                    <a:xfrm>
                      <a:off x="4710274" y="3357500"/>
                      <a:ext cx="99044" cy="63557"/>
                    </a:xfrm>
                    <a:custGeom>
                      <a:rect b="b" l="l" r="r" t="t"/>
                      <a:pathLst>
                        <a:path extrusionOk="0" fill="none" h="8081" w="12593">
                          <a:moveTo>
                            <a:pt x="0" y="8081"/>
                          </a:moveTo>
                          <a:lnTo>
                            <a:pt x="12593"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3" name="Google Shape;4093;p129"/>
                    <p:cNvSpPr/>
                    <p:nvPr/>
                  </p:nvSpPr>
                  <p:spPr>
                    <a:xfrm>
                      <a:off x="4809310" y="3306598"/>
                      <a:ext cx="87443" cy="50910"/>
                    </a:xfrm>
                    <a:custGeom>
                      <a:rect b="b" l="l" r="r" t="t"/>
                      <a:pathLst>
                        <a:path extrusionOk="0" fill="none" h="6473" w="11118">
                          <a:moveTo>
                            <a:pt x="1" y="6472"/>
                          </a:moveTo>
                          <a:lnTo>
                            <a:pt x="11118"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094" name="Google Shape;4094;p129"/>
                    <p:cNvGrpSpPr/>
                    <p:nvPr/>
                  </p:nvGrpSpPr>
                  <p:grpSpPr>
                    <a:xfrm>
                      <a:off x="4579164" y="3203653"/>
                      <a:ext cx="1244833" cy="1020397"/>
                      <a:chOff x="4579164" y="3203653"/>
                      <a:chExt cx="1244833" cy="1020397"/>
                    </a:xfrm>
                  </p:grpSpPr>
                  <p:sp>
                    <p:nvSpPr>
                      <p:cNvPr id="4095" name="Google Shape;4095;p129"/>
                      <p:cNvSpPr/>
                      <p:nvPr/>
                    </p:nvSpPr>
                    <p:spPr>
                      <a:xfrm>
                        <a:off x="4617986" y="3614284"/>
                        <a:ext cx="53002" cy="21031"/>
                      </a:xfrm>
                      <a:custGeom>
                        <a:rect b="b" l="l" r="r" t="t"/>
                        <a:pathLst>
                          <a:path extrusionOk="0" fill="none" h="2674" w="6739">
                            <a:moveTo>
                              <a:pt x="0" y="0"/>
                            </a:moveTo>
                            <a:lnTo>
                              <a:pt x="6738" y="2674"/>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6" name="Google Shape;4096;p129"/>
                      <p:cNvSpPr/>
                      <p:nvPr/>
                    </p:nvSpPr>
                    <p:spPr>
                      <a:xfrm>
                        <a:off x="4624545" y="3589069"/>
                        <a:ext cx="43682" cy="63180"/>
                      </a:xfrm>
                      <a:custGeom>
                        <a:rect b="b" l="l" r="r" t="t"/>
                        <a:pathLst>
                          <a:path extrusionOk="0" fill="none" h="8033" w="5554">
                            <a:moveTo>
                              <a:pt x="1" y="8033"/>
                            </a:moveTo>
                            <a:lnTo>
                              <a:pt x="5553"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7" name="Google Shape;4097;p129"/>
                      <p:cNvSpPr/>
                      <p:nvPr/>
                    </p:nvSpPr>
                    <p:spPr>
                      <a:xfrm>
                        <a:off x="4668220" y="3517907"/>
                        <a:ext cx="112178" cy="71170"/>
                      </a:xfrm>
                      <a:custGeom>
                        <a:rect b="b" l="l" r="r" t="t"/>
                        <a:pathLst>
                          <a:path extrusionOk="0" fill="none" h="9049" w="14263">
                            <a:moveTo>
                              <a:pt x="0" y="9049"/>
                            </a:moveTo>
                            <a:lnTo>
                              <a:pt x="14262"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8" name="Google Shape;4098;p129"/>
                      <p:cNvSpPr/>
                      <p:nvPr/>
                    </p:nvSpPr>
                    <p:spPr>
                      <a:xfrm>
                        <a:off x="4706562" y="3516766"/>
                        <a:ext cx="77455" cy="79924"/>
                      </a:xfrm>
                      <a:custGeom>
                        <a:rect b="b" l="l" r="r" t="t"/>
                        <a:pathLst>
                          <a:path extrusionOk="0" fill="none" h="10162" w="9848">
                            <a:moveTo>
                              <a:pt x="0" y="10161"/>
                            </a:moveTo>
                            <a:lnTo>
                              <a:pt x="9847"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9" name="Google Shape;4099;p129"/>
                      <p:cNvSpPr/>
                      <p:nvPr/>
                    </p:nvSpPr>
                    <p:spPr>
                      <a:xfrm>
                        <a:off x="4763646" y="3516766"/>
                        <a:ext cx="20370" cy="52806"/>
                      </a:xfrm>
                      <a:custGeom>
                        <a:rect b="b" l="l" r="r" t="t"/>
                        <a:pathLst>
                          <a:path extrusionOk="0" fill="none" h="6714" w="2590">
                            <a:moveTo>
                              <a:pt x="0" y="6714"/>
                            </a:moveTo>
                            <a:lnTo>
                              <a:pt x="2589"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0" name="Google Shape;4100;p129"/>
                      <p:cNvSpPr/>
                      <p:nvPr/>
                    </p:nvSpPr>
                    <p:spPr>
                      <a:xfrm>
                        <a:off x="4783151" y="3520565"/>
                        <a:ext cx="45861" cy="97432"/>
                      </a:xfrm>
                      <a:custGeom>
                        <a:rect b="b" l="l" r="r" t="t"/>
                        <a:pathLst>
                          <a:path extrusionOk="0" fill="none" h="12388" w="5831">
                            <a:moveTo>
                              <a:pt x="5831" y="12388"/>
                            </a:moveTo>
                            <a:lnTo>
                              <a:pt x="0"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1" name="Google Shape;4101;p129"/>
                      <p:cNvSpPr/>
                      <p:nvPr/>
                    </p:nvSpPr>
                    <p:spPr>
                      <a:xfrm>
                        <a:off x="4738242" y="3483175"/>
                        <a:ext cx="44917" cy="37398"/>
                      </a:xfrm>
                      <a:custGeom>
                        <a:rect b="b" l="l" r="r" t="t"/>
                        <a:pathLst>
                          <a:path extrusionOk="0" fill="none" h="4755" w="5711">
                            <a:moveTo>
                              <a:pt x="1" y="1"/>
                            </a:moveTo>
                            <a:lnTo>
                              <a:pt x="5710" y="4755"/>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2" name="Google Shape;4102;p129"/>
                      <p:cNvSpPr/>
                      <p:nvPr/>
                    </p:nvSpPr>
                    <p:spPr>
                      <a:xfrm>
                        <a:off x="4704941" y="3501823"/>
                        <a:ext cx="78217" cy="18750"/>
                      </a:xfrm>
                      <a:custGeom>
                        <a:rect b="b" l="l" r="r" t="t"/>
                        <a:pathLst>
                          <a:path extrusionOk="0" fill="none" h="2384" w="9945">
                            <a:moveTo>
                              <a:pt x="1" y="1"/>
                            </a:moveTo>
                            <a:lnTo>
                              <a:pt x="9944" y="2384"/>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3" name="Google Shape;4103;p129"/>
                      <p:cNvSpPr/>
                      <p:nvPr/>
                    </p:nvSpPr>
                    <p:spPr>
                      <a:xfrm>
                        <a:off x="4668220" y="3520565"/>
                        <a:ext cx="115796" cy="19324"/>
                      </a:xfrm>
                      <a:custGeom>
                        <a:rect b="b" l="l" r="r" t="t"/>
                        <a:pathLst>
                          <a:path extrusionOk="0" fill="none" h="2457" w="14723">
                            <a:moveTo>
                              <a:pt x="0" y="2457"/>
                            </a:moveTo>
                            <a:lnTo>
                              <a:pt x="14722"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4" name="Google Shape;4104;p129"/>
                      <p:cNvSpPr/>
                      <p:nvPr/>
                    </p:nvSpPr>
                    <p:spPr>
                      <a:xfrm>
                        <a:off x="4813117" y="3462915"/>
                        <a:ext cx="40347" cy="51193"/>
                      </a:xfrm>
                      <a:custGeom>
                        <a:rect b="b" l="l" r="r" t="t"/>
                        <a:pathLst>
                          <a:path extrusionOk="0" fill="none" h="6509" w="5130">
                            <a:moveTo>
                              <a:pt x="5130" y="6508"/>
                            </a:moveTo>
                            <a:lnTo>
                              <a:pt x="1"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5" name="Google Shape;4105;p129"/>
                      <p:cNvSpPr/>
                      <p:nvPr/>
                    </p:nvSpPr>
                    <p:spPr>
                      <a:xfrm>
                        <a:off x="4787807" y="3462915"/>
                        <a:ext cx="25317" cy="55000"/>
                      </a:xfrm>
                      <a:custGeom>
                        <a:rect b="b" l="l" r="r" t="t"/>
                        <a:pathLst>
                          <a:path extrusionOk="0" fill="none" h="6993" w="3219">
                            <a:moveTo>
                              <a:pt x="1" y="6992"/>
                            </a:moveTo>
                            <a:lnTo>
                              <a:pt x="3219"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6" name="Google Shape;4106;p129"/>
                      <p:cNvSpPr/>
                      <p:nvPr/>
                    </p:nvSpPr>
                    <p:spPr>
                      <a:xfrm>
                        <a:off x="4781342" y="3514100"/>
                        <a:ext cx="72311" cy="6953"/>
                      </a:xfrm>
                      <a:custGeom>
                        <a:rect b="b" l="l" r="r" t="t"/>
                        <a:pathLst>
                          <a:path extrusionOk="0" fill="none" h="884" w="9194">
                            <a:moveTo>
                              <a:pt x="0" y="883"/>
                            </a:moveTo>
                            <a:lnTo>
                              <a:pt x="9194"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7" name="Google Shape;4107;p129"/>
                      <p:cNvSpPr/>
                      <p:nvPr/>
                    </p:nvSpPr>
                    <p:spPr>
                      <a:xfrm>
                        <a:off x="4853645" y="3514100"/>
                        <a:ext cx="26175" cy="59184"/>
                      </a:xfrm>
                      <a:custGeom>
                        <a:rect b="b" l="l" r="r" t="t"/>
                        <a:pathLst>
                          <a:path extrusionOk="0" fill="none" h="7525" w="3328">
                            <a:moveTo>
                              <a:pt x="1" y="0"/>
                            </a:moveTo>
                            <a:lnTo>
                              <a:pt x="3328" y="7525"/>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8" name="Google Shape;4108;p129"/>
                      <p:cNvSpPr/>
                      <p:nvPr/>
                    </p:nvSpPr>
                    <p:spPr>
                      <a:xfrm>
                        <a:off x="4827392" y="3514100"/>
                        <a:ext cx="26261" cy="100381"/>
                      </a:xfrm>
                      <a:custGeom>
                        <a:rect b="b" l="l" r="r" t="t"/>
                        <a:pathLst>
                          <a:path extrusionOk="0" fill="none" h="12763" w="3339">
                            <a:moveTo>
                              <a:pt x="3339" y="0"/>
                            </a:moveTo>
                            <a:lnTo>
                              <a:pt x="0" y="12762"/>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109" name="Google Shape;4109;p129"/>
                      <p:cNvGrpSpPr/>
                      <p:nvPr/>
                    </p:nvGrpSpPr>
                    <p:grpSpPr>
                      <a:xfrm>
                        <a:off x="4579164" y="3203653"/>
                        <a:ext cx="1244833" cy="1020397"/>
                        <a:chOff x="4579164" y="3203653"/>
                        <a:chExt cx="1244833" cy="1020397"/>
                      </a:xfrm>
                    </p:grpSpPr>
                    <p:sp>
                      <p:nvSpPr>
                        <p:cNvPr id="4110" name="Google Shape;4110;p129"/>
                        <p:cNvSpPr/>
                        <p:nvPr/>
                      </p:nvSpPr>
                      <p:spPr>
                        <a:xfrm>
                          <a:off x="4879812" y="3466721"/>
                          <a:ext cx="74411" cy="106563"/>
                        </a:xfrm>
                        <a:custGeom>
                          <a:rect b="b" l="l" r="r" t="t"/>
                          <a:pathLst>
                            <a:path extrusionOk="0" fill="none" h="13549" w="9461">
                              <a:moveTo>
                                <a:pt x="1" y="13549"/>
                              </a:moveTo>
                              <a:lnTo>
                                <a:pt x="9460"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1" name="Google Shape;4111;p129"/>
                        <p:cNvSpPr/>
                        <p:nvPr/>
                      </p:nvSpPr>
                      <p:spPr>
                        <a:xfrm>
                          <a:off x="4954215" y="3408017"/>
                          <a:ext cx="105989" cy="58712"/>
                        </a:xfrm>
                        <a:custGeom>
                          <a:rect b="b" l="l" r="r" t="t"/>
                          <a:pathLst>
                            <a:path extrusionOk="0" fill="none" h="7465" w="13476">
                              <a:moveTo>
                                <a:pt x="0" y="7464"/>
                              </a:moveTo>
                              <a:lnTo>
                                <a:pt x="13476"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2" name="Google Shape;4112;p129"/>
                        <p:cNvSpPr/>
                        <p:nvPr/>
                      </p:nvSpPr>
                      <p:spPr>
                        <a:xfrm>
                          <a:off x="4953924" y="3465195"/>
                          <a:ext cx="119792" cy="54811"/>
                        </a:xfrm>
                        <a:custGeom>
                          <a:rect b="b" l="l" r="r" t="t"/>
                          <a:pathLst>
                            <a:path extrusionOk="0" fill="none" h="6969" w="15231">
                              <a:moveTo>
                                <a:pt x="1" y="1"/>
                              </a:moveTo>
                              <a:lnTo>
                                <a:pt x="15231" y="6968"/>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3" name="Google Shape;4113;p129"/>
                        <p:cNvSpPr/>
                        <p:nvPr/>
                      </p:nvSpPr>
                      <p:spPr>
                        <a:xfrm>
                          <a:off x="5073708" y="3521045"/>
                          <a:ext cx="26938" cy="71839"/>
                        </a:xfrm>
                        <a:custGeom>
                          <a:rect b="b" l="l" r="r" t="t"/>
                          <a:pathLst>
                            <a:path extrusionOk="0" fill="none" h="9134" w="3425">
                              <a:moveTo>
                                <a:pt x="1" y="0"/>
                              </a:moveTo>
                              <a:lnTo>
                                <a:pt x="3424" y="9133"/>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4" name="Google Shape;4114;p129"/>
                        <p:cNvSpPr/>
                        <p:nvPr/>
                      </p:nvSpPr>
                      <p:spPr>
                        <a:xfrm>
                          <a:off x="5100637" y="3586309"/>
                          <a:ext cx="26741" cy="81167"/>
                        </a:xfrm>
                        <a:custGeom>
                          <a:rect b="b" l="l" r="r" t="t"/>
                          <a:pathLst>
                            <a:path extrusionOk="0" fill="none" h="10320" w="3400">
                              <a:moveTo>
                                <a:pt x="3399" y="10319"/>
                              </a:moveTo>
                              <a:lnTo>
                                <a:pt x="0"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5" name="Google Shape;4115;p129"/>
                        <p:cNvSpPr/>
                        <p:nvPr/>
                      </p:nvSpPr>
                      <p:spPr>
                        <a:xfrm>
                          <a:off x="5088549" y="3252840"/>
                          <a:ext cx="693968" cy="520624"/>
                        </a:xfrm>
                        <a:custGeom>
                          <a:rect b="b" l="l" r="r" t="t"/>
                          <a:pathLst>
                            <a:path extrusionOk="0" fill="none" h="66195" w="88235">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6" name="Google Shape;4116;p129"/>
                        <p:cNvSpPr/>
                        <p:nvPr/>
                      </p:nvSpPr>
                      <p:spPr>
                        <a:xfrm>
                          <a:off x="5060203" y="3203653"/>
                          <a:ext cx="544588" cy="316354"/>
                        </a:xfrm>
                        <a:custGeom>
                          <a:rect b="b" l="l" r="r" t="t"/>
                          <a:pathLst>
                            <a:path extrusionOk="0" fill="none" h="40223" w="69242">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7" name="Google Shape;4117;p129"/>
                        <p:cNvSpPr/>
                        <p:nvPr/>
                      </p:nvSpPr>
                      <p:spPr>
                        <a:xfrm>
                          <a:off x="5127371" y="3507533"/>
                          <a:ext cx="124739" cy="267835"/>
                        </a:xfrm>
                        <a:custGeom>
                          <a:rect b="b" l="l" r="r" t="t"/>
                          <a:pathLst>
                            <a:path extrusionOk="0" fill="none" h="34054" w="15860">
                              <a:moveTo>
                                <a:pt x="9266" y="1"/>
                              </a:moveTo>
                              <a:lnTo>
                                <a:pt x="10101" y="14396"/>
                              </a:lnTo>
                              <a:lnTo>
                                <a:pt x="15859" y="34053"/>
                              </a:lnTo>
                              <a:lnTo>
                                <a:pt x="0" y="19851"/>
                              </a:lnTo>
                              <a:lnTo>
                                <a:pt x="1234" y="33642"/>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8" name="Google Shape;4118;p129"/>
                        <p:cNvSpPr/>
                        <p:nvPr/>
                      </p:nvSpPr>
                      <p:spPr>
                        <a:xfrm>
                          <a:off x="5100637" y="3507533"/>
                          <a:ext cx="99618" cy="78784"/>
                        </a:xfrm>
                        <a:custGeom>
                          <a:rect b="b" l="l" r="r" t="t"/>
                          <a:pathLst>
                            <a:path extrusionOk="0" fill="none" h="10017" w="12666">
                              <a:moveTo>
                                <a:pt x="0" y="10017"/>
                              </a:moveTo>
                              <a:lnTo>
                                <a:pt x="12665"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9" name="Google Shape;4119;p129"/>
                        <p:cNvSpPr/>
                        <p:nvPr/>
                      </p:nvSpPr>
                      <p:spPr>
                        <a:xfrm>
                          <a:off x="5200248" y="3501068"/>
                          <a:ext cx="156514" cy="6473"/>
                        </a:xfrm>
                        <a:custGeom>
                          <a:rect b="b" l="l" r="r" t="t"/>
                          <a:pathLst>
                            <a:path extrusionOk="0" fill="none" h="823" w="19900">
                              <a:moveTo>
                                <a:pt x="0" y="823"/>
                              </a:moveTo>
                              <a:lnTo>
                                <a:pt x="19900"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0" name="Google Shape;4120;p129"/>
                        <p:cNvSpPr/>
                        <p:nvPr/>
                      </p:nvSpPr>
                      <p:spPr>
                        <a:xfrm>
                          <a:off x="5127371" y="3507533"/>
                          <a:ext cx="72885" cy="155853"/>
                        </a:xfrm>
                        <a:custGeom>
                          <a:rect b="b" l="l" r="r" t="t"/>
                          <a:pathLst>
                            <a:path extrusionOk="0" fill="none" h="19816" w="9267">
                              <a:moveTo>
                                <a:pt x="9266" y="1"/>
                              </a:moveTo>
                              <a:lnTo>
                                <a:pt x="0" y="19815"/>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1" name="Google Shape;4121;p129"/>
                        <p:cNvSpPr/>
                        <p:nvPr/>
                      </p:nvSpPr>
                      <p:spPr>
                        <a:xfrm>
                          <a:off x="5352947" y="3384139"/>
                          <a:ext cx="126265" cy="117692"/>
                        </a:xfrm>
                        <a:custGeom>
                          <a:rect b="b" l="l" r="r" t="t"/>
                          <a:pathLst>
                            <a:path extrusionOk="0" fill="none" h="14964" w="16054">
                              <a:moveTo>
                                <a:pt x="1" y="14964"/>
                              </a:moveTo>
                              <a:lnTo>
                                <a:pt x="16053"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2" name="Google Shape;4122;p129"/>
                        <p:cNvSpPr/>
                        <p:nvPr/>
                      </p:nvSpPr>
                      <p:spPr>
                        <a:xfrm>
                          <a:off x="5356753" y="3246375"/>
                          <a:ext cx="61567" cy="254700"/>
                        </a:xfrm>
                        <a:custGeom>
                          <a:rect b="b" l="l" r="r" t="t"/>
                          <a:pathLst>
                            <a:path extrusionOk="0" fill="none" h="32384" w="7828">
                              <a:moveTo>
                                <a:pt x="1" y="32383"/>
                              </a:moveTo>
                              <a:lnTo>
                                <a:pt x="7827"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3" name="Google Shape;4123;p129"/>
                        <p:cNvSpPr/>
                        <p:nvPr/>
                      </p:nvSpPr>
                      <p:spPr>
                        <a:xfrm>
                          <a:off x="5352947" y="3486698"/>
                          <a:ext cx="141483" cy="10571"/>
                        </a:xfrm>
                        <a:custGeom>
                          <a:rect b="b" l="l" r="r" t="t"/>
                          <a:pathLst>
                            <a:path extrusionOk="0" fill="none" h="1344" w="17989">
                              <a:moveTo>
                                <a:pt x="1" y="1343"/>
                              </a:moveTo>
                              <a:lnTo>
                                <a:pt x="17989"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4" name="Google Shape;4124;p129"/>
                        <p:cNvSpPr/>
                        <p:nvPr/>
                      </p:nvSpPr>
                      <p:spPr>
                        <a:xfrm>
                          <a:off x="5353898" y="3501068"/>
                          <a:ext cx="18089" cy="136725"/>
                        </a:xfrm>
                        <a:custGeom>
                          <a:rect b="b" l="l" r="r" t="t"/>
                          <a:pathLst>
                            <a:path extrusionOk="0" fill="none" h="17384" w="2300">
                              <a:moveTo>
                                <a:pt x="1" y="0"/>
                              </a:moveTo>
                              <a:lnTo>
                                <a:pt x="2299" y="17383"/>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5" name="Google Shape;4125;p129"/>
                        <p:cNvSpPr/>
                        <p:nvPr/>
                      </p:nvSpPr>
                      <p:spPr>
                        <a:xfrm>
                          <a:off x="5206721" y="3620749"/>
                          <a:ext cx="102379" cy="98863"/>
                        </a:xfrm>
                        <a:custGeom>
                          <a:rect b="b" l="l" r="r" t="t"/>
                          <a:pathLst>
                            <a:path extrusionOk="0" fill="none" h="12570" w="13017">
                              <a:moveTo>
                                <a:pt x="0" y="1"/>
                              </a:moveTo>
                              <a:lnTo>
                                <a:pt x="13016" y="12569"/>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6" name="Google Shape;4126;p129"/>
                        <p:cNvSpPr/>
                        <p:nvPr/>
                      </p:nvSpPr>
                      <p:spPr>
                        <a:xfrm>
                          <a:off x="5293102" y="3715798"/>
                          <a:ext cx="15997" cy="101238"/>
                        </a:xfrm>
                        <a:custGeom>
                          <a:rect b="b" l="l" r="r" t="t"/>
                          <a:pathLst>
                            <a:path extrusionOk="0" fill="none" h="12872" w="2034">
                              <a:moveTo>
                                <a:pt x="2033" y="0"/>
                              </a:moveTo>
                              <a:lnTo>
                                <a:pt x="1" y="1287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7" name="Google Shape;4127;p129"/>
                        <p:cNvSpPr/>
                        <p:nvPr/>
                      </p:nvSpPr>
                      <p:spPr>
                        <a:xfrm>
                          <a:off x="5127371" y="3659854"/>
                          <a:ext cx="92862" cy="134539"/>
                        </a:xfrm>
                        <a:custGeom>
                          <a:rect b="b" l="l" r="r" t="t"/>
                          <a:pathLst>
                            <a:path extrusionOk="0" fill="none" h="17106" w="11807">
                              <a:moveTo>
                                <a:pt x="11807" y="17105"/>
                              </a:moveTo>
                              <a:lnTo>
                                <a:pt x="0"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8" name="Google Shape;4128;p129"/>
                        <p:cNvSpPr/>
                        <p:nvPr/>
                      </p:nvSpPr>
                      <p:spPr>
                        <a:xfrm>
                          <a:off x="5479203" y="3327149"/>
                          <a:ext cx="150615" cy="56998"/>
                        </a:xfrm>
                        <a:custGeom>
                          <a:rect b="b" l="l" r="r" t="t"/>
                          <a:pathLst>
                            <a:path extrusionOk="0" fill="none" h="7247" w="19150">
                              <a:moveTo>
                                <a:pt x="19149" y="0"/>
                              </a:moveTo>
                              <a:lnTo>
                                <a:pt x="0" y="7246"/>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9" name="Google Shape;4129;p129"/>
                        <p:cNvSpPr/>
                        <p:nvPr/>
                      </p:nvSpPr>
                      <p:spPr>
                        <a:xfrm>
                          <a:off x="5371980" y="3633790"/>
                          <a:ext cx="59373" cy="4003"/>
                        </a:xfrm>
                        <a:custGeom>
                          <a:rect b="b" l="l" r="r" t="t"/>
                          <a:pathLst>
                            <a:path extrusionOk="0" fill="none" h="509" w="7549">
                              <a:moveTo>
                                <a:pt x="0" y="508"/>
                              </a:moveTo>
                              <a:lnTo>
                                <a:pt x="7549"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0" name="Google Shape;4130;p129"/>
                        <p:cNvSpPr/>
                        <p:nvPr/>
                      </p:nvSpPr>
                      <p:spPr>
                        <a:xfrm>
                          <a:off x="5352947" y="3497261"/>
                          <a:ext cx="78406" cy="136536"/>
                        </a:xfrm>
                        <a:custGeom>
                          <a:rect b="b" l="l" r="r" t="t"/>
                          <a:pathLst>
                            <a:path extrusionOk="0" fill="none" h="17360" w="9969">
                              <a:moveTo>
                                <a:pt x="9969" y="17359"/>
                              </a:moveTo>
                              <a:lnTo>
                                <a:pt x="1"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1" name="Google Shape;4131;p129"/>
                        <p:cNvSpPr/>
                        <p:nvPr/>
                      </p:nvSpPr>
                      <p:spPr>
                        <a:xfrm>
                          <a:off x="4917296" y="3466721"/>
                          <a:ext cx="40733" cy="122356"/>
                        </a:xfrm>
                        <a:custGeom>
                          <a:rect b="b" l="l" r="r" t="t"/>
                          <a:pathLst>
                            <a:path extrusionOk="0" fill="none" h="15557" w="5179">
                              <a:moveTo>
                                <a:pt x="1" y="15557"/>
                              </a:moveTo>
                              <a:lnTo>
                                <a:pt x="5178"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2" name="Google Shape;4132;p129"/>
                        <p:cNvSpPr/>
                        <p:nvPr/>
                      </p:nvSpPr>
                      <p:spPr>
                        <a:xfrm>
                          <a:off x="5060203" y="3408017"/>
                          <a:ext cx="111416" cy="19513"/>
                        </a:xfrm>
                        <a:custGeom>
                          <a:rect b="b" l="l" r="r" t="t"/>
                          <a:pathLst>
                            <a:path extrusionOk="0" fill="none" h="2481" w="14166">
                              <a:moveTo>
                                <a:pt x="0" y="0"/>
                              </a:moveTo>
                              <a:lnTo>
                                <a:pt x="14165" y="248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3" name="Google Shape;4133;p129"/>
                        <p:cNvSpPr/>
                        <p:nvPr/>
                      </p:nvSpPr>
                      <p:spPr>
                        <a:xfrm>
                          <a:off x="5127371" y="3620749"/>
                          <a:ext cx="79358" cy="42636"/>
                        </a:xfrm>
                        <a:custGeom>
                          <a:rect b="b" l="l" r="r" t="t"/>
                          <a:pathLst>
                            <a:path extrusionOk="0" fill="none" h="5421" w="10090">
                              <a:moveTo>
                                <a:pt x="0" y="5420"/>
                              </a:moveTo>
                              <a:lnTo>
                                <a:pt x="10089"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134" name="Google Shape;4134;p129"/>
                        <p:cNvGrpSpPr/>
                        <p:nvPr/>
                      </p:nvGrpSpPr>
                      <p:grpSpPr>
                        <a:xfrm>
                          <a:off x="4579164" y="3203653"/>
                          <a:ext cx="1244833" cy="1020397"/>
                          <a:chOff x="4579164" y="3203653"/>
                          <a:chExt cx="1244833" cy="1020397"/>
                        </a:xfrm>
                      </p:grpSpPr>
                      <p:sp>
                        <p:nvSpPr>
                          <p:cNvPr id="4135" name="Google Shape;4135;p129"/>
                          <p:cNvSpPr/>
                          <p:nvPr/>
                        </p:nvSpPr>
                        <p:spPr>
                          <a:xfrm>
                            <a:off x="4949551" y="3708185"/>
                            <a:ext cx="37972" cy="3815"/>
                          </a:xfrm>
                          <a:custGeom>
                            <a:rect b="b" l="l" r="r" t="t"/>
                            <a:pathLst>
                              <a:path extrusionOk="0" fill="none" h="485" w="4828">
                                <a:moveTo>
                                  <a:pt x="0" y="1"/>
                                </a:moveTo>
                                <a:lnTo>
                                  <a:pt x="4827" y="485"/>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136" name="Google Shape;4136;p129"/>
                          <p:cNvGrpSpPr/>
                          <p:nvPr/>
                        </p:nvGrpSpPr>
                        <p:grpSpPr>
                          <a:xfrm>
                            <a:off x="4579164" y="3203653"/>
                            <a:ext cx="1244833" cy="1020397"/>
                            <a:chOff x="4579164" y="3203653"/>
                            <a:chExt cx="1244833" cy="1020397"/>
                          </a:xfrm>
                        </p:grpSpPr>
                        <p:sp>
                          <p:nvSpPr>
                            <p:cNvPr id="4137" name="Google Shape;4137;p129"/>
                            <p:cNvSpPr/>
                            <p:nvPr/>
                          </p:nvSpPr>
                          <p:spPr>
                            <a:xfrm>
                              <a:off x="4953357" y="3586309"/>
                              <a:ext cx="147288" cy="121884"/>
                            </a:xfrm>
                            <a:custGeom>
                              <a:rect b="b" l="l" r="r" t="t"/>
                              <a:pathLst>
                                <a:path extrusionOk="0" fill="none" h="15497" w="18727">
                                  <a:moveTo>
                                    <a:pt x="18726" y="1"/>
                                  </a:moveTo>
                                  <a:lnTo>
                                    <a:pt x="0" y="15497"/>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8" name="Google Shape;4138;p129"/>
                            <p:cNvSpPr/>
                            <p:nvPr/>
                          </p:nvSpPr>
                          <p:spPr>
                            <a:xfrm>
                              <a:off x="4987515" y="3592876"/>
                              <a:ext cx="113130" cy="119123"/>
                            </a:xfrm>
                            <a:custGeom>
                              <a:rect b="b" l="l" r="r" t="t"/>
                              <a:pathLst>
                                <a:path extrusionOk="0" fill="none" h="15146" w="14384">
                                  <a:moveTo>
                                    <a:pt x="0" y="15146"/>
                                  </a:moveTo>
                                  <a:lnTo>
                                    <a:pt x="14383"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9" name="Google Shape;4139;p129"/>
                            <p:cNvSpPr/>
                            <p:nvPr/>
                          </p:nvSpPr>
                          <p:spPr>
                            <a:xfrm>
                              <a:off x="4913395" y="3708185"/>
                              <a:ext cx="39970" cy="45389"/>
                            </a:xfrm>
                            <a:custGeom>
                              <a:rect b="b" l="l" r="r" t="t"/>
                              <a:pathLst>
                                <a:path extrusionOk="0" fill="none" h="5771" w="5082">
                                  <a:moveTo>
                                    <a:pt x="1" y="5771"/>
                                  </a:moveTo>
                                  <a:lnTo>
                                    <a:pt x="5081"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0" name="Google Shape;4140;p129"/>
                            <p:cNvSpPr/>
                            <p:nvPr/>
                          </p:nvSpPr>
                          <p:spPr>
                            <a:xfrm>
                              <a:off x="4888943" y="3704378"/>
                              <a:ext cx="60616" cy="26080"/>
                            </a:xfrm>
                            <a:custGeom>
                              <a:rect b="b" l="l" r="r" t="t"/>
                              <a:pathLst>
                                <a:path extrusionOk="0" fill="none" h="3316" w="7707">
                                  <a:moveTo>
                                    <a:pt x="1" y="3315"/>
                                  </a:moveTo>
                                  <a:lnTo>
                                    <a:pt x="7706"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1" name="Google Shape;4141;p129"/>
                            <p:cNvSpPr/>
                            <p:nvPr/>
                          </p:nvSpPr>
                          <p:spPr>
                            <a:xfrm>
                              <a:off x="4917296" y="3589069"/>
                              <a:ext cx="32262" cy="119123"/>
                            </a:xfrm>
                            <a:custGeom>
                              <a:rect b="b" l="l" r="r" t="t"/>
                              <a:pathLst>
                                <a:path extrusionOk="0" fill="none" h="15146" w="4102">
                                  <a:moveTo>
                                    <a:pt x="1" y="1"/>
                                  </a:moveTo>
                                  <a:lnTo>
                                    <a:pt x="4101" y="15146"/>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2" name="Google Shape;4142;p129"/>
                            <p:cNvSpPr/>
                            <p:nvPr/>
                          </p:nvSpPr>
                          <p:spPr>
                            <a:xfrm>
                              <a:off x="4949551" y="3708185"/>
                              <a:ext cx="22840" cy="72885"/>
                            </a:xfrm>
                            <a:custGeom>
                              <a:rect b="b" l="l" r="r" t="t"/>
                              <a:pathLst>
                                <a:path extrusionOk="0" fill="none" h="9267" w="2904">
                                  <a:moveTo>
                                    <a:pt x="0" y="1"/>
                                  </a:moveTo>
                                  <a:lnTo>
                                    <a:pt x="2904" y="9267"/>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3" name="Google Shape;4143;p129"/>
                            <p:cNvSpPr/>
                            <p:nvPr/>
                          </p:nvSpPr>
                          <p:spPr>
                            <a:xfrm>
                              <a:off x="4912066" y="3752237"/>
                              <a:ext cx="60325" cy="28833"/>
                            </a:xfrm>
                            <a:custGeom>
                              <a:rect b="b" l="l" r="r" t="t"/>
                              <a:pathLst>
                                <a:path extrusionOk="0" fill="none" h="3666" w="7670">
                                  <a:moveTo>
                                    <a:pt x="0" y="1"/>
                                  </a:moveTo>
                                  <a:lnTo>
                                    <a:pt x="7670" y="3666"/>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144" name="Google Shape;4144;p129"/>
                            <p:cNvGrpSpPr/>
                            <p:nvPr/>
                          </p:nvGrpSpPr>
                          <p:grpSpPr>
                            <a:xfrm>
                              <a:off x="4579164" y="3203653"/>
                              <a:ext cx="1244833" cy="1020397"/>
                              <a:chOff x="4579164" y="3203653"/>
                              <a:chExt cx="1244833" cy="1020397"/>
                            </a:xfrm>
                          </p:grpSpPr>
                          <p:sp>
                            <p:nvSpPr>
                              <p:cNvPr id="4145" name="Google Shape;4145;p129"/>
                              <p:cNvSpPr/>
                              <p:nvPr/>
                            </p:nvSpPr>
                            <p:spPr>
                              <a:xfrm>
                                <a:off x="4590301" y="3738347"/>
                                <a:ext cx="92956" cy="91722"/>
                              </a:xfrm>
                              <a:custGeom>
                                <a:rect b="b" l="l" r="r" t="t"/>
                                <a:pathLst>
                                  <a:path extrusionOk="0" fill="none" h="11662" w="11819">
                                    <a:moveTo>
                                      <a:pt x="0" y="0"/>
                                    </a:moveTo>
                                    <a:lnTo>
                                      <a:pt x="11819" y="11662"/>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6" name="Google Shape;4146;p129"/>
                              <p:cNvSpPr/>
                              <p:nvPr/>
                            </p:nvSpPr>
                            <p:spPr>
                              <a:xfrm>
                                <a:off x="4683250" y="3652241"/>
                                <a:ext cx="33591" cy="177828"/>
                              </a:xfrm>
                              <a:custGeom>
                                <a:rect b="b" l="l" r="r" t="t"/>
                                <a:pathLst>
                                  <a:path extrusionOk="0" fill="none" h="22610" w="4271">
                                    <a:moveTo>
                                      <a:pt x="1" y="22610"/>
                                    </a:moveTo>
                                    <a:lnTo>
                                      <a:pt x="4271"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7" name="Google Shape;4147;p129"/>
                              <p:cNvSpPr/>
                              <p:nvPr/>
                            </p:nvSpPr>
                            <p:spPr>
                              <a:xfrm>
                                <a:off x="4716833" y="3652241"/>
                                <a:ext cx="70982" cy="207707"/>
                              </a:xfrm>
                              <a:custGeom>
                                <a:rect b="b" l="l" r="r" t="t"/>
                                <a:pathLst>
                                  <a:path extrusionOk="0" fill="none" h="26409" w="9025">
                                    <a:moveTo>
                                      <a:pt x="1" y="1"/>
                                    </a:moveTo>
                                    <a:lnTo>
                                      <a:pt x="9025" y="26408"/>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8" name="Google Shape;4148;p129"/>
                              <p:cNvSpPr/>
                              <p:nvPr/>
                            </p:nvSpPr>
                            <p:spPr>
                              <a:xfrm>
                                <a:off x="4813117" y="3694578"/>
                                <a:ext cx="44154" cy="139297"/>
                              </a:xfrm>
                              <a:custGeom>
                                <a:rect b="b" l="l" r="r" t="t"/>
                                <a:pathLst>
                                  <a:path extrusionOk="0" fill="none" h="17711" w="5614">
                                    <a:moveTo>
                                      <a:pt x="5614" y="17711"/>
                                    </a:moveTo>
                                    <a:lnTo>
                                      <a:pt x="1"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9" name="Google Shape;4149;p129"/>
                              <p:cNvSpPr/>
                              <p:nvPr/>
                            </p:nvSpPr>
                            <p:spPr>
                              <a:xfrm>
                                <a:off x="4787807" y="3694578"/>
                                <a:ext cx="25317" cy="165369"/>
                              </a:xfrm>
                              <a:custGeom>
                                <a:rect b="b" l="l" r="r" t="t"/>
                                <a:pathLst>
                                  <a:path extrusionOk="0" fill="none" h="21026" w="3219">
                                    <a:moveTo>
                                      <a:pt x="3219" y="1"/>
                                    </a:moveTo>
                                    <a:lnTo>
                                      <a:pt x="1" y="21025"/>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0" name="Google Shape;4150;p129"/>
                              <p:cNvSpPr/>
                              <p:nvPr/>
                            </p:nvSpPr>
                            <p:spPr>
                              <a:xfrm>
                                <a:off x="4683250" y="3830061"/>
                                <a:ext cx="106374" cy="25223"/>
                              </a:xfrm>
                              <a:custGeom>
                                <a:rect b="b" l="l" r="r" t="t"/>
                                <a:pathLst>
                                  <a:path extrusionOk="0" fill="none" h="3207" w="13525">
                                    <a:moveTo>
                                      <a:pt x="1" y="1"/>
                                    </a:moveTo>
                                    <a:lnTo>
                                      <a:pt x="13525" y="3206"/>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1" name="Google Shape;4151;p129"/>
                              <p:cNvSpPr/>
                              <p:nvPr/>
                            </p:nvSpPr>
                            <p:spPr>
                              <a:xfrm>
                                <a:off x="4670980" y="3830061"/>
                                <a:ext cx="12277" cy="79263"/>
                              </a:xfrm>
                              <a:custGeom>
                                <a:rect b="b" l="l" r="r" t="t"/>
                                <a:pathLst>
                                  <a:path extrusionOk="0" fill="none" h="10078" w="1561">
                                    <a:moveTo>
                                      <a:pt x="1561" y="1"/>
                                    </a:moveTo>
                                    <a:lnTo>
                                      <a:pt x="0" y="10077"/>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2" name="Google Shape;4152;p129"/>
                              <p:cNvSpPr/>
                              <p:nvPr/>
                            </p:nvSpPr>
                            <p:spPr>
                              <a:xfrm>
                                <a:off x="4583828" y="3830061"/>
                                <a:ext cx="99429" cy="34543"/>
                              </a:xfrm>
                              <a:custGeom>
                                <a:rect b="b" l="l" r="r" t="t"/>
                                <a:pathLst>
                                  <a:path extrusionOk="0" fill="none" h="4392" w="12642">
                                    <a:moveTo>
                                      <a:pt x="0" y="4392"/>
                                    </a:moveTo>
                                    <a:lnTo>
                                      <a:pt x="12642"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3" name="Google Shape;4153;p129"/>
                              <p:cNvSpPr/>
                              <p:nvPr/>
                            </p:nvSpPr>
                            <p:spPr>
                              <a:xfrm>
                                <a:off x="4683250" y="3830061"/>
                                <a:ext cx="50336" cy="117983"/>
                              </a:xfrm>
                              <a:custGeom>
                                <a:rect b="b" l="l" r="r" t="t"/>
                                <a:pathLst>
                                  <a:path extrusionOk="0" fill="none" h="15001" w="6400">
                                    <a:moveTo>
                                      <a:pt x="1" y="1"/>
                                    </a:moveTo>
                                    <a:lnTo>
                                      <a:pt x="6400" y="1500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4" name="Google Shape;4154;p129"/>
                              <p:cNvSpPr/>
                              <p:nvPr/>
                            </p:nvSpPr>
                            <p:spPr>
                              <a:xfrm>
                                <a:off x="4733578" y="3855276"/>
                                <a:ext cx="56046" cy="92768"/>
                              </a:xfrm>
                              <a:custGeom>
                                <a:rect b="b" l="l" r="r" t="t"/>
                                <a:pathLst>
                                  <a:path extrusionOk="0" fill="none" h="11795" w="7126">
                                    <a:moveTo>
                                      <a:pt x="1" y="11795"/>
                                    </a:moveTo>
                                    <a:lnTo>
                                      <a:pt x="7126"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5" name="Google Shape;4155;p129"/>
                              <p:cNvSpPr/>
                              <p:nvPr/>
                            </p:nvSpPr>
                            <p:spPr>
                              <a:xfrm>
                                <a:off x="4888943" y="3730450"/>
                                <a:ext cx="34928" cy="89252"/>
                              </a:xfrm>
                              <a:custGeom>
                                <a:rect b="b" l="l" r="r" t="t"/>
                                <a:pathLst>
                                  <a:path extrusionOk="0" fill="none" h="11348" w="4441">
                                    <a:moveTo>
                                      <a:pt x="4440" y="11347"/>
                                    </a:moveTo>
                                    <a:lnTo>
                                      <a:pt x="1"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6" name="Google Shape;4156;p129"/>
                              <p:cNvSpPr/>
                              <p:nvPr/>
                            </p:nvSpPr>
                            <p:spPr>
                              <a:xfrm>
                                <a:off x="4590301" y="3667468"/>
                                <a:ext cx="49762" cy="70887"/>
                              </a:xfrm>
                              <a:custGeom>
                                <a:rect b="b" l="l" r="r" t="t"/>
                                <a:pathLst>
                                  <a:path extrusionOk="0" fill="none" h="9013" w="6327">
                                    <a:moveTo>
                                      <a:pt x="0" y="9012"/>
                                    </a:moveTo>
                                    <a:lnTo>
                                      <a:pt x="6327"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7" name="Google Shape;4157;p129"/>
                              <p:cNvSpPr/>
                              <p:nvPr/>
                            </p:nvSpPr>
                            <p:spPr>
                              <a:xfrm>
                                <a:off x="4640338" y="3648536"/>
                                <a:ext cx="80593" cy="20268"/>
                              </a:xfrm>
                              <a:custGeom>
                                <a:rect b="b" l="l" r="r" t="t"/>
                                <a:pathLst>
                                  <a:path extrusionOk="0" fill="none" h="2577" w="10247">
                                    <a:moveTo>
                                      <a:pt x="1" y="2577"/>
                                    </a:moveTo>
                                    <a:lnTo>
                                      <a:pt x="10247"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158" name="Google Shape;4158;p129"/>
                              <p:cNvGrpSpPr/>
                              <p:nvPr/>
                            </p:nvGrpSpPr>
                            <p:grpSpPr>
                              <a:xfrm>
                                <a:off x="4579164" y="3203653"/>
                                <a:ext cx="1244833" cy="1020397"/>
                                <a:chOff x="4579164" y="3203653"/>
                                <a:chExt cx="1244833" cy="1020397"/>
                              </a:xfrm>
                            </p:grpSpPr>
                            <p:sp>
                              <p:nvSpPr>
                                <p:cNvPr id="4159" name="Google Shape;4159;p129"/>
                                <p:cNvSpPr/>
                                <p:nvPr/>
                              </p:nvSpPr>
                              <p:spPr>
                                <a:xfrm>
                                  <a:off x="4753083" y="3966015"/>
                                  <a:ext cx="92964" cy="53765"/>
                                </a:xfrm>
                                <a:custGeom>
                                  <a:rect b="b" l="l" r="r" t="t"/>
                                  <a:pathLst>
                                    <a:path extrusionOk="0" fill="none" h="6836" w="11820">
                                      <a:moveTo>
                                        <a:pt x="1" y="6836"/>
                                      </a:moveTo>
                                      <a:lnTo>
                                        <a:pt x="11819"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0" name="Google Shape;4160;p129"/>
                                <p:cNvSpPr/>
                                <p:nvPr/>
                              </p:nvSpPr>
                              <p:spPr>
                                <a:xfrm>
                                  <a:off x="4846040" y="3952794"/>
                                  <a:ext cx="103519" cy="13135"/>
                                </a:xfrm>
                                <a:custGeom>
                                  <a:rect b="b" l="l" r="r" t="t"/>
                                  <a:pathLst>
                                    <a:path extrusionOk="0" fill="none" h="1670" w="13162">
                                      <a:moveTo>
                                        <a:pt x="13161" y="0"/>
                                      </a:moveTo>
                                      <a:lnTo>
                                        <a:pt x="0" y="167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1" name="Google Shape;4161;p129"/>
                                <p:cNvSpPr/>
                                <p:nvPr/>
                              </p:nvSpPr>
                              <p:spPr>
                                <a:xfrm>
                                  <a:off x="4846040" y="3962216"/>
                                  <a:ext cx="64800" cy="128066"/>
                                </a:xfrm>
                                <a:custGeom>
                                  <a:rect b="b" l="l" r="r" t="t"/>
                                  <a:pathLst>
                                    <a:path extrusionOk="0" fill="none" h="16283" w="8239">
                                      <a:moveTo>
                                        <a:pt x="0" y="0"/>
                                      </a:moveTo>
                                      <a:lnTo>
                                        <a:pt x="8238" y="16282"/>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2" name="Google Shape;4162;p129"/>
                                <p:cNvSpPr/>
                                <p:nvPr/>
                              </p:nvSpPr>
                              <p:spPr>
                                <a:xfrm>
                                  <a:off x="4842233" y="3962216"/>
                                  <a:ext cx="3815" cy="164787"/>
                                </a:xfrm>
                                <a:custGeom>
                                  <a:rect b="b" l="l" r="r" t="t"/>
                                  <a:pathLst>
                                    <a:path extrusionOk="0" fill="none" h="20952" w="485">
                                      <a:moveTo>
                                        <a:pt x="0" y="20952"/>
                                      </a:moveTo>
                                      <a:lnTo>
                                        <a:pt x="484"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3" name="Google Shape;4163;p129"/>
                                <p:cNvSpPr/>
                                <p:nvPr/>
                              </p:nvSpPr>
                              <p:spPr>
                                <a:xfrm>
                                  <a:off x="4842233" y="4123189"/>
                                  <a:ext cx="37587" cy="53002"/>
                                </a:xfrm>
                                <a:custGeom>
                                  <a:rect b="b" l="l" r="r" t="t"/>
                                  <a:pathLst>
                                    <a:path extrusionOk="0" fill="none" h="6739" w="4779">
                                      <a:moveTo>
                                        <a:pt x="4779" y="6739"/>
                                      </a:moveTo>
                                      <a:lnTo>
                                        <a:pt x="0"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4" name="Google Shape;4164;p129"/>
                                <p:cNvSpPr/>
                                <p:nvPr/>
                              </p:nvSpPr>
                              <p:spPr>
                                <a:xfrm>
                                  <a:off x="4770779" y="4118525"/>
                                  <a:ext cx="71461" cy="4672"/>
                                </a:xfrm>
                                <a:custGeom>
                                  <a:rect b="b" l="l" r="r" t="t"/>
                                  <a:pathLst>
                                    <a:path extrusionOk="0" fill="none" h="594" w="9086">
                                      <a:moveTo>
                                        <a:pt x="9085" y="594"/>
                                      </a:moveTo>
                                      <a:lnTo>
                                        <a:pt x="1"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5" name="Google Shape;4165;p129"/>
                                <p:cNvSpPr/>
                                <p:nvPr/>
                              </p:nvSpPr>
                              <p:spPr>
                                <a:xfrm>
                                  <a:off x="4842233" y="4090274"/>
                                  <a:ext cx="68606" cy="32923"/>
                                </a:xfrm>
                                <a:custGeom>
                                  <a:rect b="b" l="l" r="r" t="t"/>
                                  <a:pathLst>
                                    <a:path extrusionOk="0" fill="none" h="4186" w="8723">
                                      <a:moveTo>
                                        <a:pt x="0" y="4186"/>
                                      </a:moveTo>
                                      <a:lnTo>
                                        <a:pt x="8722"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166" name="Google Shape;4166;p129"/>
                                <p:cNvGrpSpPr/>
                                <p:nvPr/>
                              </p:nvGrpSpPr>
                              <p:grpSpPr>
                                <a:xfrm>
                                  <a:off x="4579164" y="3203653"/>
                                  <a:ext cx="1244833" cy="1020397"/>
                                  <a:chOff x="4579164" y="3203653"/>
                                  <a:chExt cx="1244833" cy="1020397"/>
                                </a:xfrm>
                              </p:grpSpPr>
                              <p:sp>
                                <p:nvSpPr>
                                  <p:cNvPr id="4167" name="Google Shape;4167;p129"/>
                                  <p:cNvSpPr/>
                                  <p:nvPr/>
                                </p:nvSpPr>
                                <p:spPr>
                                  <a:xfrm>
                                    <a:off x="4788476" y="3855276"/>
                                    <a:ext cx="57572" cy="110747"/>
                                  </a:xfrm>
                                  <a:custGeom>
                                    <a:rect b="b" l="l" r="r" t="t"/>
                                    <a:pathLst>
                                      <a:path extrusionOk="0" fill="none" h="14081" w="7320">
                                        <a:moveTo>
                                          <a:pt x="7319" y="14081"/>
                                        </a:moveTo>
                                        <a:lnTo>
                                          <a:pt x="1"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8" name="Google Shape;4168;p129"/>
                                  <p:cNvSpPr/>
                                  <p:nvPr/>
                                </p:nvSpPr>
                                <p:spPr>
                                  <a:xfrm>
                                    <a:off x="4846040" y="3833867"/>
                                    <a:ext cx="11231" cy="132156"/>
                                  </a:xfrm>
                                  <a:custGeom>
                                    <a:rect b="b" l="l" r="r" t="t"/>
                                    <a:pathLst>
                                      <a:path extrusionOk="0" fill="none" h="16803" w="1428">
                                        <a:moveTo>
                                          <a:pt x="0" y="16803"/>
                                        </a:moveTo>
                                        <a:lnTo>
                                          <a:pt x="1428"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9" name="Google Shape;4169;p129"/>
                                  <p:cNvSpPr/>
                                  <p:nvPr/>
                                </p:nvSpPr>
                                <p:spPr>
                                  <a:xfrm>
                                    <a:off x="4761554" y="3854796"/>
                                    <a:ext cx="26261" cy="164984"/>
                                  </a:xfrm>
                                  <a:custGeom>
                                    <a:rect b="b" l="l" r="r" t="t"/>
                                    <a:pathLst>
                                      <a:path extrusionOk="0" fill="none" h="20977" w="3339">
                                        <a:moveTo>
                                          <a:pt x="0" y="20977"/>
                                        </a:moveTo>
                                        <a:lnTo>
                                          <a:pt x="3339"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0" name="Google Shape;4170;p129"/>
                                  <p:cNvSpPr/>
                                  <p:nvPr/>
                                </p:nvSpPr>
                                <p:spPr>
                                  <a:xfrm>
                                    <a:off x="4846991" y="3818263"/>
                                    <a:ext cx="74025" cy="146242"/>
                                  </a:xfrm>
                                  <a:custGeom>
                                    <a:rect b="b" l="l" r="r" t="t"/>
                                    <a:pathLst>
                                      <a:path extrusionOk="0" fill="none" h="18594" w="9412">
                                        <a:moveTo>
                                          <a:pt x="0" y="18593"/>
                                        </a:moveTo>
                                        <a:lnTo>
                                          <a:pt x="9411"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1" name="Google Shape;4171;p129"/>
                                  <p:cNvSpPr/>
                                  <p:nvPr/>
                                </p:nvSpPr>
                                <p:spPr>
                                  <a:xfrm>
                                    <a:off x="4927191" y="3823305"/>
                                    <a:ext cx="22368" cy="129497"/>
                                  </a:xfrm>
                                  <a:custGeom>
                                    <a:rect b="b" l="l" r="r" t="t"/>
                                    <a:pathLst>
                                      <a:path extrusionOk="0" fill="none" h="16465" w="2844">
                                        <a:moveTo>
                                          <a:pt x="1" y="1"/>
                                        </a:moveTo>
                                        <a:lnTo>
                                          <a:pt x="2843" y="16464"/>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172" name="Google Shape;4172;p129"/>
                                  <p:cNvGrpSpPr/>
                                  <p:nvPr/>
                                </p:nvGrpSpPr>
                                <p:grpSpPr>
                                  <a:xfrm>
                                    <a:off x="4579164" y="3203653"/>
                                    <a:ext cx="1244833" cy="1020397"/>
                                    <a:chOff x="4579164" y="3203653"/>
                                    <a:chExt cx="1244833" cy="1020397"/>
                                  </a:xfrm>
                                </p:grpSpPr>
                                <p:sp>
                                  <p:nvSpPr>
                                    <p:cNvPr id="4173" name="Google Shape;4173;p129"/>
                                    <p:cNvSpPr/>
                                    <p:nvPr/>
                                  </p:nvSpPr>
                                  <p:spPr>
                                    <a:xfrm>
                                      <a:off x="4579164" y="3652241"/>
                                      <a:ext cx="422626" cy="571809"/>
                                    </a:xfrm>
                                    <a:custGeom>
                                      <a:rect b="b" l="l" r="r" t="t"/>
                                      <a:pathLst>
                                        <a:path extrusionOk="0" fill="none" h="72703" w="53735">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4" name="Google Shape;4174;p129"/>
                                    <p:cNvSpPr/>
                                    <p:nvPr/>
                                  </p:nvSpPr>
                                  <p:spPr>
                                    <a:xfrm>
                                      <a:off x="4617986" y="3203653"/>
                                      <a:ext cx="1206011" cy="684357"/>
                                    </a:xfrm>
                                    <a:custGeom>
                                      <a:rect b="b" l="l" r="r" t="t"/>
                                      <a:pathLst>
                                        <a:path extrusionOk="0" fill="none" h="87013" w="153339">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5" name="Google Shape;4175;p129"/>
                                    <p:cNvSpPr/>
                                    <p:nvPr/>
                                  </p:nvSpPr>
                                  <p:spPr>
                                    <a:xfrm>
                                      <a:off x="4906356" y="3466721"/>
                                      <a:ext cx="194289" cy="358880"/>
                                    </a:xfrm>
                                    <a:custGeom>
                                      <a:rect b="b" l="l" r="r" t="t"/>
                                      <a:pathLst>
                                        <a:path extrusionOk="0" fill="none" h="45630" w="24703">
                                          <a:moveTo>
                                            <a:pt x="8396" y="39968"/>
                                          </a:moveTo>
                                          <a:lnTo>
                                            <a:pt x="9835" y="45629"/>
                                          </a:lnTo>
                                          <a:lnTo>
                                            <a:pt x="11626" y="36786"/>
                                          </a:lnTo>
                                          <a:lnTo>
                                            <a:pt x="5492" y="30218"/>
                                          </a:lnTo>
                                          <a:lnTo>
                                            <a:pt x="1" y="25016"/>
                                          </a:lnTo>
                                          <a:lnTo>
                                            <a:pt x="1392" y="16040"/>
                                          </a:lnTo>
                                          <a:lnTo>
                                            <a:pt x="24702" y="15206"/>
                                          </a:lnTo>
                                          <a:lnTo>
                                            <a:pt x="6472"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6" name="Google Shape;4176;p129"/>
                                    <p:cNvSpPr/>
                                    <p:nvPr/>
                                  </p:nvSpPr>
                                  <p:spPr>
                                    <a:xfrm>
                                      <a:off x="4972383" y="3756043"/>
                                      <a:ext cx="25412" cy="25026"/>
                                    </a:xfrm>
                                    <a:custGeom>
                                      <a:rect b="b" l="l" r="r" t="t"/>
                                      <a:pathLst>
                                        <a:path extrusionOk="0" fill="none" h="3182" w="3231">
                                          <a:moveTo>
                                            <a:pt x="1" y="3182"/>
                                          </a:moveTo>
                                          <a:lnTo>
                                            <a:pt x="3231"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sp>
                          <p:nvSpPr>
                            <p:cNvPr id="4177" name="Google Shape;4177;p129"/>
                            <p:cNvSpPr/>
                            <p:nvPr/>
                          </p:nvSpPr>
                          <p:spPr>
                            <a:xfrm>
                              <a:off x="4890375" y="3688019"/>
                              <a:ext cx="5144" cy="43769"/>
                            </a:xfrm>
                            <a:custGeom>
                              <a:rect b="b" l="l" r="r" t="t"/>
                              <a:pathLst>
                                <a:path extrusionOk="0" fill="none" h="5565" w="654">
                                  <a:moveTo>
                                    <a:pt x="653" y="0"/>
                                  </a:moveTo>
                                  <a:lnTo>
                                    <a:pt x="0" y="5565"/>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8" name="Google Shape;4178;p129"/>
                            <p:cNvSpPr/>
                            <p:nvPr/>
                          </p:nvSpPr>
                          <p:spPr>
                            <a:xfrm>
                              <a:off x="4899317" y="3688019"/>
                              <a:ext cx="54048" cy="20174"/>
                            </a:xfrm>
                            <a:custGeom>
                              <a:rect b="b" l="l" r="r" t="t"/>
                              <a:pathLst>
                                <a:path extrusionOk="0" fill="none" h="2565" w="6872">
                                  <a:moveTo>
                                    <a:pt x="0" y="0"/>
                                  </a:moveTo>
                                  <a:lnTo>
                                    <a:pt x="6871" y="2565"/>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9" name="Google Shape;4179;p129"/>
                            <p:cNvSpPr/>
                            <p:nvPr/>
                          </p:nvSpPr>
                          <p:spPr>
                            <a:xfrm>
                              <a:off x="4862690" y="3700571"/>
                              <a:ext cx="27693" cy="31216"/>
                            </a:xfrm>
                            <a:custGeom>
                              <a:rect b="b" l="l" r="r" t="t"/>
                              <a:pathLst>
                                <a:path extrusionOk="0" fill="none" h="3969" w="3521">
                                  <a:moveTo>
                                    <a:pt x="0" y="1"/>
                                  </a:moveTo>
                                  <a:lnTo>
                                    <a:pt x="3520" y="3969"/>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4180" name="Google Shape;4180;p129"/>
                        <p:cNvSpPr/>
                        <p:nvPr/>
                      </p:nvSpPr>
                      <p:spPr>
                        <a:xfrm>
                          <a:off x="4953924" y="3297081"/>
                          <a:ext cx="146053" cy="168122"/>
                        </a:xfrm>
                        <a:custGeom>
                          <a:rect b="b" l="l" r="r" t="t"/>
                          <a:pathLst>
                            <a:path extrusionOk="0" fill="none" h="21376" w="18570">
                              <a:moveTo>
                                <a:pt x="1" y="21376"/>
                              </a:moveTo>
                              <a:lnTo>
                                <a:pt x="18569"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grpSp>
          <p:grpSp>
            <p:nvGrpSpPr>
              <p:cNvPr id="4181" name="Google Shape;4181;p129"/>
              <p:cNvGrpSpPr/>
              <p:nvPr/>
            </p:nvGrpSpPr>
            <p:grpSpPr>
              <a:xfrm>
                <a:off x="4595437" y="3598775"/>
                <a:ext cx="37776" cy="32451"/>
                <a:chOff x="4595437" y="3598775"/>
                <a:chExt cx="37776" cy="32451"/>
              </a:xfrm>
            </p:grpSpPr>
            <p:sp>
              <p:nvSpPr>
                <p:cNvPr id="4182" name="Google Shape;4182;p129"/>
                <p:cNvSpPr/>
                <p:nvPr/>
              </p:nvSpPr>
              <p:spPr>
                <a:xfrm>
                  <a:off x="4595437" y="3598775"/>
                  <a:ext cx="37776" cy="32451"/>
                </a:xfrm>
                <a:custGeom>
                  <a:rect b="b" l="l" r="r" t="t"/>
                  <a:pathLst>
                    <a:path extrusionOk="0" h="4126" w="4803">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3" name="Google Shape;4183;p129"/>
                <p:cNvSpPr/>
                <p:nvPr/>
              </p:nvSpPr>
              <p:spPr>
                <a:xfrm>
                  <a:off x="4610561" y="3608480"/>
                  <a:ext cx="13040" cy="13040"/>
                </a:xfrm>
                <a:custGeom>
                  <a:rect b="b" l="l" r="r" t="t"/>
                  <a:pathLst>
                    <a:path extrusionOk="0" h="1658" w="1658">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84" name="Google Shape;4184;p129"/>
              <p:cNvGrpSpPr/>
              <p:nvPr/>
            </p:nvGrpSpPr>
            <p:grpSpPr>
              <a:xfrm>
                <a:off x="4641864" y="3524443"/>
                <a:ext cx="37776" cy="32380"/>
                <a:chOff x="4641864" y="3524443"/>
                <a:chExt cx="37776" cy="32380"/>
              </a:xfrm>
            </p:grpSpPr>
            <p:sp>
              <p:nvSpPr>
                <p:cNvPr id="4185" name="Google Shape;4185;p129"/>
                <p:cNvSpPr/>
                <p:nvPr/>
              </p:nvSpPr>
              <p:spPr>
                <a:xfrm>
                  <a:off x="4641864" y="3524443"/>
                  <a:ext cx="37776" cy="32380"/>
                </a:xfrm>
                <a:custGeom>
                  <a:rect b="b" l="l" r="r" t="t"/>
                  <a:pathLst>
                    <a:path extrusionOk="0" h="4117" w="4803">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6" name="Google Shape;4186;p129"/>
                <p:cNvSpPr/>
                <p:nvPr/>
              </p:nvSpPr>
              <p:spPr>
                <a:xfrm>
                  <a:off x="4656988" y="3534077"/>
                  <a:ext cx="13048" cy="13040"/>
                </a:xfrm>
                <a:custGeom>
                  <a:rect b="b" l="l" r="r" t="t"/>
                  <a:pathLst>
                    <a:path extrusionOk="0" h="1658" w="1659">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87" name="Google Shape;4187;p129"/>
              <p:cNvGrpSpPr/>
              <p:nvPr/>
            </p:nvGrpSpPr>
            <p:grpSpPr>
              <a:xfrm>
                <a:off x="4648431" y="3893901"/>
                <a:ext cx="37776" cy="32357"/>
                <a:chOff x="4648431" y="3893901"/>
                <a:chExt cx="37776" cy="32357"/>
              </a:xfrm>
            </p:grpSpPr>
            <p:sp>
              <p:nvSpPr>
                <p:cNvPr id="4188" name="Google Shape;4188;p129"/>
                <p:cNvSpPr/>
                <p:nvPr/>
              </p:nvSpPr>
              <p:spPr>
                <a:xfrm>
                  <a:off x="4648431" y="3893901"/>
                  <a:ext cx="37776" cy="32357"/>
                </a:xfrm>
                <a:custGeom>
                  <a:rect b="b" l="l" r="r" t="t"/>
                  <a:pathLst>
                    <a:path extrusionOk="0" h="4114" w="4803">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9" name="Google Shape;4189;p129"/>
                <p:cNvSpPr/>
                <p:nvPr/>
              </p:nvSpPr>
              <p:spPr>
                <a:xfrm>
                  <a:off x="4663556" y="3903606"/>
                  <a:ext cx="13040" cy="13040"/>
                </a:xfrm>
                <a:custGeom>
                  <a:rect b="b" l="l" r="r" t="t"/>
                  <a:pathLst>
                    <a:path extrusionOk="0" h="1658" w="1658">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90" name="Google Shape;4190;p129"/>
              <p:cNvGrpSpPr/>
              <p:nvPr/>
            </p:nvGrpSpPr>
            <p:grpSpPr>
              <a:xfrm>
                <a:off x="4567752" y="3722908"/>
                <a:ext cx="37870" cy="32380"/>
                <a:chOff x="4567752" y="3722908"/>
                <a:chExt cx="37870" cy="32380"/>
              </a:xfrm>
            </p:grpSpPr>
            <p:sp>
              <p:nvSpPr>
                <p:cNvPr id="4191" name="Google Shape;4191;p129"/>
                <p:cNvSpPr/>
                <p:nvPr/>
              </p:nvSpPr>
              <p:spPr>
                <a:xfrm>
                  <a:off x="4567752" y="3722908"/>
                  <a:ext cx="37870" cy="32380"/>
                </a:xfrm>
                <a:custGeom>
                  <a:rect b="b" l="l" r="r" t="t"/>
                  <a:pathLst>
                    <a:path extrusionOk="0" h="4117" w="4815">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2" name="Google Shape;4192;p129"/>
                <p:cNvSpPr/>
                <p:nvPr/>
              </p:nvSpPr>
              <p:spPr>
                <a:xfrm>
                  <a:off x="4580690" y="3732543"/>
                  <a:ext cx="15227" cy="13064"/>
                </a:xfrm>
                <a:custGeom>
                  <a:rect b="b" l="l" r="r" t="t"/>
                  <a:pathLst>
                    <a:path extrusionOk="0" h="1661" w="1936">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93" name="Google Shape;4193;p129"/>
              <p:cNvGrpSpPr/>
              <p:nvPr/>
            </p:nvGrpSpPr>
            <p:grpSpPr>
              <a:xfrm>
                <a:off x="4617506" y="3652052"/>
                <a:ext cx="37783" cy="32357"/>
                <a:chOff x="4617506" y="3652052"/>
                <a:chExt cx="37783" cy="32357"/>
              </a:xfrm>
            </p:grpSpPr>
            <p:sp>
              <p:nvSpPr>
                <p:cNvPr id="4194" name="Google Shape;4194;p129"/>
                <p:cNvSpPr/>
                <p:nvPr/>
              </p:nvSpPr>
              <p:spPr>
                <a:xfrm>
                  <a:off x="4617506" y="3652052"/>
                  <a:ext cx="37783" cy="32357"/>
                </a:xfrm>
                <a:custGeom>
                  <a:rect b="b" l="l" r="r" t="t"/>
                  <a:pathLst>
                    <a:path extrusionOk="0" h="4114" w="4804">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5" name="Google Shape;4195;p129"/>
                <p:cNvSpPr/>
                <p:nvPr/>
              </p:nvSpPr>
              <p:spPr>
                <a:xfrm>
                  <a:off x="4632638" y="3661758"/>
                  <a:ext cx="13040" cy="13040"/>
                </a:xfrm>
                <a:custGeom>
                  <a:rect b="b" l="l" r="r" t="t"/>
                  <a:pathLst>
                    <a:path extrusionOk="0" h="1658" w="1658">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96" name="Google Shape;4196;p129"/>
              <p:cNvGrpSpPr/>
              <p:nvPr/>
            </p:nvGrpSpPr>
            <p:grpSpPr>
              <a:xfrm>
                <a:off x="4739005" y="3554149"/>
                <a:ext cx="37870" cy="32357"/>
                <a:chOff x="4739005" y="3554149"/>
                <a:chExt cx="37870" cy="32357"/>
              </a:xfrm>
            </p:grpSpPr>
            <p:sp>
              <p:nvSpPr>
                <p:cNvPr id="4197" name="Google Shape;4197;p129"/>
                <p:cNvSpPr/>
                <p:nvPr/>
              </p:nvSpPr>
              <p:spPr>
                <a:xfrm>
                  <a:off x="4739005" y="3554149"/>
                  <a:ext cx="37870" cy="32357"/>
                </a:xfrm>
                <a:custGeom>
                  <a:rect b="b" l="l" r="r" t="t"/>
                  <a:pathLst>
                    <a:path extrusionOk="0" h="4114" w="4815">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8" name="Google Shape;4198;p129"/>
                <p:cNvSpPr/>
                <p:nvPr/>
              </p:nvSpPr>
              <p:spPr>
                <a:xfrm>
                  <a:off x="4751943" y="3563854"/>
                  <a:ext cx="15227" cy="13048"/>
                </a:xfrm>
                <a:custGeom>
                  <a:rect b="b" l="l" r="r" t="t"/>
                  <a:pathLst>
                    <a:path extrusionOk="0" h="1659" w="1936">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99" name="Google Shape;4199;p129"/>
              <p:cNvGrpSpPr/>
              <p:nvPr/>
            </p:nvGrpSpPr>
            <p:grpSpPr>
              <a:xfrm>
                <a:off x="4806557" y="3630258"/>
                <a:ext cx="37776" cy="32364"/>
                <a:chOff x="4806557" y="3630258"/>
                <a:chExt cx="37776" cy="32364"/>
              </a:xfrm>
            </p:grpSpPr>
            <p:sp>
              <p:nvSpPr>
                <p:cNvPr id="4200" name="Google Shape;4200;p129"/>
                <p:cNvSpPr/>
                <p:nvPr/>
              </p:nvSpPr>
              <p:spPr>
                <a:xfrm>
                  <a:off x="4806557" y="3630258"/>
                  <a:ext cx="37776" cy="32364"/>
                </a:xfrm>
                <a:custGeom>
                  <a:rect b="b" l="l" r="r" t="t"/>
                  <a:pathLst>
                    <a:path extrusionOk="0" h="4115" w="4803">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1" name="Google Shape;4201;p129"/>
                <p:cNvSpPr/>
                <p:nvPr/>
              </p:nvSpPr>
              <p:spPr>
                <a:xfrm>
                  <a:off x="4819495" y="3639972"/>
                  <a:ext cx="15227" cy="13040"/>
                </a:xfrm>
                <a:custGeom>
                  <a:rect b="b" l="l" r="r" t="t"/>
                  <a:pathLst>
                    <a:path extrusionOk="0" h="1658" w="1936">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02" name="Google Shape;4202;p129"/>
              <p:cNvGrpSpPr/>
              <p:nvPr/>
            </p:nvGrpSpPr>
            <p:grpSpPr>
              <a:xfrm>
                <a:off x="4737007" y="4004357"/>
                <a:ext cx="37870" cy="32357"/>
                <a:chOff x="4737007" y="4004357"/>
                <a:chExt cx="37870" cy="32357"/>
              </a:xfrm>
            </p:grpSpPr>
            <p:sp>
              <p:nvSpPr>
                <p:cNvPr id="4203" name="Google Shape;4203;p129"/>
                <p:cNvSpPr/>
                <p:nvPr/>
              </p:nvSpPr>
              <p:spPr>
                <a:xfrm>
                  <a:off x="4737007" y="4004357"/>
                  <a:ext cx="37870" cy="32357"/>
                </a:xfrm>
                <a:custGeom>
                  <a:rect b="b" l="l" r="r" t="t"/>
                  <a:pathLst>
                    <a:path extrusionOk="0" h="4114" w="4815">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4" name="Google Shape;4204;p129"/>
                <p:cNvSpPr/>
                <p:nvPr/>
              </p:nvSpPr>
              <p:spPr>
                <a:xfrm>
                  <a:off x="4752131" y="4014062"/>
                  <a:ext cx="13040" cy="13048"/>
                </a:xfrm>
                <a:custGeom>
                  <a:rect b="b" l="l" r="r" t="t"/>
                  <a:pathLst>
                    <a:path extrusionOk="0" h="1659" w="1658">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05" name="Google Shape;4205;p129"/>
              <p:cNvGrpSpPr/>
              <p:nvPr/>
            </p:nvGrpSpPr>
            <p:grpSpPr>
              <a:xfrm>
                <a:off x="4773634" y="4208627"/>
                <a:ext cx="37776" cy="32357"/>
                <a:chOff x="4773634" y="4208627"/>
                <a:chExt cx="37776" cy="32357"/>
              </a:xfrm>
            </p:grpSpPr>
            <p:sp>
              <p:nvSpPr>
                <p:cNvPr id="4206" name="Google Shape;4206;p129"/>
                <p:cNvSpPr/>
                <p:nvPr/>
              </p:nvSpPr>
              <p:spPr>
                <a:xfrm>
                  <a:off x="4773634" y="4208627"/>
                  <a:ext cx="37776" cy="32357"/>
                </a:xfrm>
                <a:custGeom>
                  <a:rect b="b" l="l" r="r" t="t"/>
                  <a:pathLst>
                    <a:path extrusionOk="0" h="4114" w="4803">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7" name="Google Shape;4207;p129"/>
                <p:cNvSpPr/>
                <p:nvPr/>
              </p:nvSpPr>
              <p:spPr>
                <a:xfrm>
                  <a:off x="4788664" y="4218332"/>
                  <a:ext cx="13048" cy="13040"/>
                </a:xfrm>
                <a:custGeom>
                  <a:rect b="b" l="l" r="r" t="t"/>
                  <a:pathLst>
                    <a:path extrusionOk="0" h="1658" w="1659">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08" name="Google Shape;4208;p129"/>
              <p:cNvGrpSpPr/>
              <p:nvPr/>
            </p:nvGrpSpPr>
            <p:grpSpPr>
              <a:xfrm>
                <a:off x="4888282" y="4074764"/>
                <a:ext cx="37776" cy="32451"/>
                <a:chOff x="4888282" y="4074764"/>
                <a:chExt cx="37776" cy="32451"/>
              </a:xfrm>
            </p:grpSpPr>
            <p:sp>
              <p:nvSpPr>
                <p:cNvPr id="4209" name="Google Shape;4209;p129"/>
                <p:cNvSpPr/>
                <p:nvPr/>
              </p:nvSpPr>
              <p:spPr>
                <a:xfrm>
                  <a:off x="4888282" y="4074764"/>
                  <a:ext cx="37776" cy="32451"/>
                </a:xfrm>
                <a:custGeom>
                  <a:rect b="b" l="l" r="r" t="t"/>
                  <a:pathLst>
                    <a:path extrusionOk="0" h="4126" w="4803">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0" name="Google Shape;4210;p129"/>
                <p:cNvSpPr/>
                <p:nvPr/>
              </p:nvSpPr>
              <p:spPr>
                <a:xfrm>
                  <a:off x="4901220" y="4084470"/>
                  <a:ext cx="15227" cy="13064"/>
                </a:xfrm>
                <a:custGeom>
                  <a:rect b="b" l="l" r="r" t="t"/>
                  <a:pathLst>
                    <a:path extrusionOk="0" h="1661" w="1936">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11" name="Google Shape;4211;p129"/>
              <p:cNvGrpSpPr/>
              <p:nvPr/>
            </p:nvGrpSpPr>
            <p:grpSpPr>
              <a:xfrm>
                <a:off x="4901315" y="3804271"/>
                <a:ext cx="37776" cy="32364"/>
                <a:chOff x="4901315" y="3804271"/>
                <a:chExt cx="37776" cy="32364"/>
              </a:xfrm>
            </p:grpSpPr>
            <p:sp>
              <p:nvSpPr>
                <p:cNvPr id="4212" name="Google Shape;4212;p129"/>
                <p:cNvSpPr/>
                <p:nvPr/>
              </p:nvSpPr>
              <p:spPr>
                <a:xfrm>
                  <a:off x="4901315" y="3804271"/>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3" name="Google Shape;4213;p129"/>
                <p:cNvSpPr/>
                <p:nvPr/>
              </p:nvSpPr>
              <p:spPr>
                <a:xfrm>
                  <a:off x="4914253" y="3813985"/>
                  <a:ext cx="15235" cy="13040"/>
                </a:xfrm>
                <a:custGeom>
                  <a:rect b="b" l="l" r="r" t="t"/>
                  <a:pathLst>
                    <a:path extrusionOk="0" h="1658" w="1937">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14" name="Google Shape;4214;p129"/>
              <p:cNvGrpSpPr/>
              <p:nvPr/>
            </p:nvGrpSpPr>
            <p:grpSpPr>
              <a:xfrm>
                <a:off x="4866394" y="3715035"/>
                <a:ext cx="37846" cy="32357"/>
                <a:chOff x="4866394" y="3715035"/>
                <a:chExt cx="37846" cy="32357"/>
              </a:xfrm>
            </p:grpSpPr>
            <p:sp>
              <p:nvSpPr>
                <p:cNvPr id="4215" name="Google Shape;4215;p129"/>
                <p:cNvSpPr/>
                <p:nvPr/>
              </p:nvSpPr>
              <p:spPr>
                <a:xfrm>
                  <a:off x="4866394" y="3715035"/>
                  <a:ext cx="37846" cy="32357"/>
                </a:xfrm>
                <a:custGeom>
                  <a:rect b="b" l="l" r="r" t="t"/>
                  <a:pathLst>
                    <a:path extrusionOk="0" h="4114" w="4812">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6" name="Google Shape;4216;p129"/>
                <p:cNvSpPr/>
                <p:nvPr/>
              </p:nvSpPr>
              <p:spPr>
                <a:xfrm>
                  <a:off x="4879340" y="3724646"/>
                  <a:ext cx="15227" cy="13103"/>
                </a:xfrm>
                <a:custGeom>
                  <a:rect b="b" l="l" r="r" t="t"/>
                  <a:pathLst>
                    <a:path extrusionOk="0" h="1666" w="1936">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17" name="Google Shape;4217;p129"/>
              <p:cNvGrpSpPr/>
              <p:nvPr/>
            </p:nvGrpSpPr>
            <p:grpSpPr>
              <a:xfrm>
                <a:off x="4979233" y="3839798"/>
                <a:ext cx="37878" cy="32420"/>
                <a:chOff x="4979233" y="3839798"/>
                <a:chExt cx="37878" cy="32420"/>
              </a:xfrm>
            </p:grpSpPr>
            <p:sp>
              <p:nvSpPr>
                <p:cNvPr id="4218" name="Google Shape;4218;p129"/>
                <p:cNvSpPr/>
                <p:nvPr/>
              </p:nvSpPr>
              <p:spPr>
                <a:xfrm>
                  <a:off x="4979233" y="3839798"/>
                  <a:ext cx="37878" cy="32420"/>
                </a:xfrm>
                <a:custGeom>
                  <a:rect b="b" l="l" r="r" t="t"/>
                  <a:pathLst>
                    <a:path extrusionOk="0" h="4122" w="4816">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9" name="Google Shape;4219;p129"/>
                <p:cNvSpPr/>
                <p:nvPr/>
              </p:nvSpPr>
              <p:spPr>
                <a:xfrm>
                  <a:off x="4994366" y="3849472"/>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20" name="Google Shape;4220;p129"/>
              <p:cNvGrpSpPr/>
              <p:nvPr/>
            </p:nvGrpSpPr>
            <p:grpSpPr>
              <a:xfrm>
                <a:off x="4790662" y="3679147"/>
                <a:ext cx="37783" cy="32380"/>
                <a:chOff x="4790662" y="3679147"/>
                <a:chExt cx="37783" cy="32380"/>
              </a:xfrm>
            </p:grpSpPr>
            <p:sp>
              <p:nvSpPr>
                <p:cNvPr id="4221" name="Google Shape;4221;p129"/>
                <p:cNvSpPr/>
                <p:nvPr/>
              </p:nvSpPr>
              <p:spPr>
                <a:xfrm>
                  <a:off x="4790662" y="3679147"/>
                  <a:ext cx="37783" cy="32380"/>
                </a:xfrm>
                <a:custGeom>
                  <a:rect b="b" l="l" r="r" t="t"/>
                  <a:pathLst>
                    <a:path extrusionOk="0" h="4117" w="4804">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2" name="Google Shape;4222;p129"/>
                <p:cNvSpPr/>
                <p:nvPr/>
              </p:nvSpPr>
              <p:spPr>
                <a:xfrm>
                  <a:off x="4803506" y="3688774"/>
                  <a:ext cx="15235" cy="13072"/>
                </a:xfrm>
                <a:custGeom>
                  <a:rect b="b" l="l" r="r" t="t"/>
                  <a:pathLst>
                    <a:path extrusionOk="0" h="1662" w="1937">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23" name="Google Shape;4223;p129"/>
              <p:cNvGrpSpPr/>
              <p:nvPr/>
            </p:nvGrpSpPr>
            <p:grpSpPr>
              <a:xfrm>
                <a:off x="4857263" y="3557861"/>
                <a:ext cx="37776" cy="32357"/>
                <a:chOff x="4857263" y="3557861"/>
                <a:chExt cx="37776" cy="32357"/>
              </a:xfrm>
            </p:grpSpPr>
            <p:sp>
              <p:nvSpPr>
                <p:cNvPr id="4224" name="Google Shape;4224;p129"/>
                <p:cNvSpPr/>
                <p:nvPr/>
              </p:nvSpPr>
              <p:spPr>
                <a:xfrm>
                  <a:off x="4857263" y="3557861"/>
                  <a:ext cx="37776" cy="32357"/>
                </a:xfrm>
                <a:custGeom>
                  <a:rect b="b" l="l" r="r" t="t"/>
                  <a:pathLst>
                    <a:path extrusionOk="0" h="4114" w="4803">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5" name="Google Shape;4225;p129"/>
                <p:cNvSpPr/>
                <p:nvPr/>
              </p:nvSpPr>
              <p:spPr>
                <a:xfrm>
                  <a:off x="4870106" y="3567566"/>
                  <a:ext cx="15329" cy="13040"/>
                </a:xfrm>
                <a:custGeom>
                  <a:rect b="b" l="l" r="r" t="t"/>
                  <a:pathLst>
                    <a:path extrusionOk="0" h="1658" w="1949">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26" name="Google Shape;4226;p129"/>
              <p:cNvGrpSpPr/>
              <p:nvPr/>
            </p:nvGrpSpPr>
            <p:grpSpPr>
              <a:xfrm>
                <a:off x="4883902" y="3648033"/>
                <a:ext cx="37783" cy="32380"/>
                <a:chOff x="4883902" y="3648033"/>
                <a:chExt cx="37783" cy="32380"/>
              </a:xfrm>
            </p:grpSpPr>
            <p:sp>
              <p:nvSpPr>
                <p:cNvPr id="4227" name="Google Shape;4227;p129"/>
                <p:cNvSpPr/>
                <p:nvPr/>
              </p:nvSpPr>
              <p:spPr>
                <a:xfrm>
                  <a:off x="4883902" y="3648033"/>
                  <a:ext cx="37783" cy="32380"/>
                </a:xfrm>
                <a:custGeom>
                  <a:rect b="b" l="l" r="r" t="t"/>
                  <a:pathLst>
                    <a:path extrusionOk="0" h="4117" w="4804">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8" name="Google Shape;4228;p129"/>
                <p:cNvSpPr/>
                <p:nvPr/>
              </p:nvSpPr>
              <p:spPr>
                <a:xfrm>
                  <a:off x="4896745" y="3657668"/>
                  <a:ext cx="15329" cy="13009"/>
                </a:xfrm>
                <a:custGeom>
                  <a:rect b="b" l="l" r="r" t="t"/>
                  <a:pathLst>
                    <a:path extrusionOk="0" h="1654" w="1949">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29" name="Google Shape;4229;p129"/>
              <p:cNvGrpSpPr/>
              <p:nvPr/>
            </p:nvGrpSpPr>
            <p:grpSpPr>
              <a:xfrm>
                <a:off x="4907780" y="3347220"/>
                <a:ext cx="37878" cy="32357"/>
                <a:chOff x="4907780" y="3347220"/>
                <a:chExt cx="37878" cy="32357"/>
              </a:xfrm>
            </p:grpSpPr>
            <p:sp>
              <p:nvSpPr>
                <p:cNvPr id="4230" name="Google Shape;4230;p129"/>
                <p:cNvSpPr/>
                <p:nvPr/>
              </p:nvSpPr>
              <p:spPr>
                <a:xfrm>
                  <a:off x="4907780" y="3347220"/>
                  <a:ext cx="37878" cy="32357"/>
                </a:xfrm>
                <a:custGeom>
                  <a:rect b="b" l="l" r="r" t="t"/>
                  <a:pathLst>
                    <a:path extrusionOk="0" h="4114" w="4816">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1" name="Google Shape;4231;p129"/>
                <p:cNvSpPr/>
                <p:nvPr/>
              </p:nvSpPr>
              <p:spPr>
                <a:xfrm>
                  <a:off x="4922912" y="3356926"/>
                  <a:ext cx="13040" cy="13040"/>
                </a:xfrm>
                <a:custGeom>
                  <a:rect b="b" l="l" r="r" t="t"/>
                  <a:pathLst>
                    <a:path extrusionOk="0" h="1658" w="1658">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32" name="Google Shape;4232;p129"/>
              <p:cNvGrpSpPr/>
              <p:nvPr/>
            </p:nvGrpSpPr>
            <p:grpSpPr>
              <a:xfrm>
                <a:off x="5065048" y="3738150"/>
                <a:ext cx="37783" cy="32364"/>
                <a:chOff x="5065048" y="3738150"/>
                <a:chExt cx="37783" cy="32364"/>
              </a:xfrm>
            </p:grpSpPr>
            <p:sp>
              <p:nvSpPr>
                <p:cNvPr id="4233" name="Google Shape;4233;p129"/>
                <p:cNvSpPr/>
                <p:nvPr/>
              </p:nvSpPr>
              <p:spPr>
                <a:xfrm>
                  <a:off x="5065048" y="3738150"/>
                  <a:ext cx="37783" cy="32364"/>
                </a:xfrm>
                <a:custGeom>
                  <a:rect b="b" l="l" r="r" t="t"/>
                  <a:pathLst>
                    <a:path extrusionOk="0" h="4115" w="4804">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4" name="Google Shape;4234;p129"/>
                <p:cNvSpPr/>
                <p:nvPr/>
              </p:nvSpPr>
              <p:spPr>
                <a:xfrm>
                  <a:off x="5077994" y="3747761"/>
                  <a:ext cx="15227" cy="13072"/>
                </a:xfrm>
                <a:custGeom>
                  <a:rect b="b" l="l" r="r" t="t"/>
                  <a:pathLst>
                    <a:path extrusionOk="0" h="1662" w="1936">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35" name="Google Shape;4235;p129"/>
              <p:cNvGrpSpPr/>
              <p:nvPr/>
            </p:nvGrpSpPr>
            <p:grpSpPr>
              <a:xfrm>
                <a:off x="5071616" y="3284615"/>
                <a:ext cx="37783" cy="32357"/>
                <a:chOff x="5071616" y="3284615"/>
                <a:chExt cx="37783" cy="32357"/>
              </a:xfrm>
            </p:grpSpPr>
            <p:sp>
              <p:nvSpPr>
                <p:cNvPr id="4236" name="Google Shape;4236;p129"/>
                <p:cNvSpPr/>
                <p:nvPr/>
              </p:nvSpPr>
              <p:spPr>
                <a:xfrm>
                  <a:off x="5071616" y="3284615"/>
                  <a:ext cx="37783" cy="32357"/>
                </a:xfrm>
                <a:custGeom>
                  <a:rect b="b" l="l" r="r" t="t"/>
                  <a:pathLst>
                    <a:path extrusionOk="0" h="4114" w="4804">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7" name="Google Shape;4237;p129"/>
                <p:cNvSpPr/>
                <p:nvPr/>
              </p:nvSpPr>
              <p:spPr>
                <a:xfrm>
                  <a:off x="5086646" y="3294320"/>
                  <a:ext cx="13048" cy="13048"/>
                </a:xfrm>
                <a:custGeom>
                  <a:rect b="b" l="l" r="r" t="t"/>
                  <a:pathLst>
                    <a:path extrusionOk="0" h="1659" w="1659">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38" name="Google Shape;4238;p129"/>
              <p:cNvGrpSpPr/>
              <p:nvPr/>
            </p:nvGrpSpPr>
            <p:grpSpPr>
              <a:xfrm>
                <a:off x="5389291" y="3759921"/>
                <a:ext cx="37783" cy="32380"/>
                <a:chOff x="5389291" y="3759921"/>
                <a:chExt cx="37783" cy="32380"/>
              </a:xfrm>
            </p:grpSpPr>
            <p:sp>
              <p:nvSpPr>
                <p:cNvPr id="4239" name="Google Shape;4239;p129"/>
                <p:cNvSpPr/>
                <p:nvPr/>
              </p:nvSpPr>
              <p:spPr>
                <a:xfrm>
                  <a:off x="5389291" y="3759921"/>
                  <a:ext cx="37783" cy="32380"/>
                </a:xfrm>
                <a:custGeom>
                  <a:rect b="b" l="l" r="r" t="t"/>
                  <a:pathLst>
                    <a:path extrusionOk="0" h="4117" w="4804">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0" name="Google Shape;4240;p129"/>
                <p:cNvSpPr/>
                <p:nvPr/>
              </p:nvSpPr>
              <p:spPr>
                <a:xfrm>
                  <a:off x="5402229" y="3769555"/>
                  <a:ext cx="15235" cy="13064"/>
                </a:xfrm>
                <a:custGeom>
                  <a:rect b="b" l="l" r="r" t="t"/>
                  <a:pathLst>
                    <a:path extrusionOk="0" h="1661" w="1937">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41" name="Google Shape;4241;p129"/>
              <p:cNvGrpSpPr/>
              <p:nvPr/>
            </p:nvGrpSpPr>
            <p:grpSpPr>
              <a:xfrm>
                <a:off x="5431534" y="3632932"/>
                <a:ext cx="37878" cy="32451"/>
                <a:chOff x="5431534" y="3632932"/>
                <a:chExt cx="37878" cy="32451"/>
              </a:xfrm>
            </p:grpSpPr>
            <p:sp>
              <p:nvSpPr>
                <p:cNvPr id="4242" name="Google Shape;4242;p129"/>
                <p:cNvSpPr/>
                <p:nvPr/>
              </p:nvSpPr>
              <p:spPr>
                <a:xfrm>
                  <a:off x="5431534" y="3632932"/>
                  <a:ext cx="37878" cy="32451"/>
                </a:xfrm>
                <a:custGeom>
                  <a:rect b="b" l="l" r="r" t="t"/>
                  <a:pathLst>
                    <a:path extrusionOk="0" h="4126" w="4816">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3" name="Google Shape;4243;p129"/>
                <p:cNvSpPr/>
                <p:nvPr/>
              </p:nvSpPr>
              <p:spPr>
                <a:xfrm>
                  <a:off x="5444472" y="3642638"/>
                  <a:ext cx="15235" cy="13064"/>
                </a:xfrm>
                <a:custGeom>
                  <a:rect b="b" l="l" r="r" t="t"/>
                  <a:pathLst>
                    <a:path extrusionOk="0" h="1661" w="1937">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44" name="Google Shape;4244;p129"/>
              <p:cNvGrpSpPr/>
              <p:nvPr/>
            </p:nvGrpSpPr>
            <p:grpSpPr>
              <a:xfrm>
                <a:off x="5540755" y="3544829"/>
                <a:ext cx="37783" cy="32357"/>
                <a:chOff x="5540755" y="3544829"/>
                <a:chExt cx="37783" cy="32357"/>
              </a:xfrm>
            </p:grpSpPr>
            <p:sp>
              <p:nvSpPr>
                <p:cNvPr id="4245" name="Google Shape;4245;p129"/>
                <p:cNvSpPr/>
                <p:nvPr/>
              </p:nvSpPr>
              <p:spPr>
                <a:xfrm>
                  <a:off x="5540755" y="3544829"/>
                  <a:ext cx="37783" cy="32357"/>
                </a:xfrm>
                <a:custGeom>
                  <a:rect b="b" l="l" r="r" t="t"/>
                  <a:pathLst>
                    <a:path extrusionOk="0" h="4114" w="4804">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6" name="Google Shape;4246;p129"/>
                <p:cNvSpPr/>
                <p:nvPr/>
              </p:nvSpPr>
              <p:spPr>
                <a:xfrm>
                  <a:off x="5553693" y="3554534"/>
                  <a:ext cx="15235" cy="13040"/>
                </a:xfrm>
                <a:custGeom>
                  <a:rect b="b" l="l" r="r" t="t"/>
                  <a:pathLst>
                    <a:path extrusionOk="0" h="1658" w="1937">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47" name="Google Shape;4247;p129"/>
              <p:cNvGrpSpPr/>
              <p:nvPr/>
            </p:nvGrpSpPr>
            <p:grpSpPr>
              <a:xfrm>
                <a:off x="5579293" y="3412107"/>
                <a:ext cx="37776" cy="32357"/>
                <a:chOff x="5579293" y="3412107"/>
                <a:chExt cx="37776" cy="32357"/>
              </a:xfrm>
            </p:grpSpPr>
            <p:sp>
              <p:nvSpPr>
                <p:cNvPr id="4248" name="Google Shape;4248;p129"/>
                <p:cNvSpPr/>
                <p:nvPr/>
              </p:nvSpPr>
              <p:spPr>
                <a:xfrm>
                  <a:off x="5579293" y="3412107"/>
                  <a:ext cx="37776" cy="32357"/>
                </a:xfrm>
                <a:custGeom>
                  <a:rect b="b" l="l" r="r" t="t"/>
                  <a:pathLst>
                    <a:path extrusionOk="0" h="4114" w="4803">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9" name="Google Shape;4249;p129"/>
                <p:cNvSpPr/>
                <p:nvPr/>
              </p:nvSpPr>
              <p:spPr>
                <a:xfrm>
                  <a:off x="5594418" y="3421812"/>
                  <a:ext cx="13040" cy="13040"/>
                </a:xfrm>
                <a:custGeom>
                  <a:rect b="b" l="l" r="r" t="t"/>
                  <a:pathLst>
                    <a:path extrusionOk="0" h="1658" w="1658">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50" name="Google Shape;4250;p129"/>
              <p:cNvGrpSpPr/>
              <p:nvPr/>
            </p:nvGrpSpPr>
            <p:grpSpPr>
              <a:xfrm>
                <a:off x="5801346" y="3284615"/>
                <a:ext cx="37783" cy="32357"/>
                <a:chOff x="5801346" y="3284615"/>
                <a:chExt cx="37783" cy="32357"/>
              </a:xfrm>
            </p:grpSpPr>
            <p:sp>
              <p:nvSpPr>
                <p:cNvPr id="4251" name="Google Shape;4251;p129"/>
                <p:cNvSpPr/>
                <p:nvPr/>
              </p:nvSpPr>
              <p:spPr>
                <a:xfrm>
                  <a:off x="5801346" y="3284615"/>
                  <a:ext cx="37783" cy="32357"/>
                </a:xfrm>
                <a:custGeom>
                  <a:rect b="b" l="l" r="r" t="t"/>
                  <a:pathLst>
                    <a:path extrusionOk="0" h="4114" w="4804">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2" name="Google Shape;4252;p129"/>
                <p:cNvSpPr/>
                <p:nvPr/>
              </p:nvSpPr>
              <p:spPr>
                <a:xfrm>
                  <a:off x="5816478" y="3294320"/>
                  <a:ext cx="13040" cy="13048"/>
                </a:xfrm>
                <a:custGeom>
                  <a:rect b="b" l="l" r="r" t="t"/>
                  <a:pathLst>
                    <a:path extrusionOk="0" h="1659" w="1658">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53" name="Google Shape;4253;p129"/>
              <p:cNvGrpSpPr/>
              <p:nvPr/>
            </p:nvGrpSpPr>
            <p:grpSpPr>
              <a:xfrm>
                <a:off x="5763578" y="3399067"/>
                <a:ext cx="37776" cy="32364"/>
                <a:chOff x="5763578" y="3399067"/>
                <a:chExt cx="37776" cy="32364"/>
              </a:xfrm>
            </p:grpSpPr>
            <p:sp>
              <p:nvSpPr>
                <p:cNvPr id="4254" name="Google Shape;4254;p129"/>
                <p:cNvSpPr/>
                <p:nvPr/>
              </p:nvSpPr>
              <p:spPr>
                <a:xfrm>
                  <a:off x="5763578" y="3399067"/>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5" name="Google Shape;4255;p129"/>
                <p:cNvSpPr/>
                <p:nvPr/>
              </p:nvSpPr>
              <p:spPr>
                <a:xfrm>
                  <a:off x="5776516" y="3408780"/>
                  <a:ext cx="15235" cy="13040"/>
                </a:xfrm>
                <a:custGeom>
                  <a:rect b="b" l="l" r="r" t="t"/>
                  <a:pathLst>
                    <a:path extrusionOk="0" h="1658" w="1937">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56" name="Google Shape;4256;p129"/>
              <p:cNvGrpSpPr/>
              <p:nvPr/>
            </p:nvGrpSpPr>
            <p:grpSpPr>
              <a:xfrm>
                <a:off x="5395858" y="3230952"/>
                <a:ext cx="37776" cy="32364"/>
                <a:chOff x="5395858" y="3230952"/>
                <a:chExt cx="37776" cy="32364"/>
              </a:xfrm>
            </p:grpSpPr>
            <p:sp>
              <p:nvSpPr>
                <p:cNvPr id="4257" name="Google Shape;4257;p129"/>
                <p:cNvSpPr/>
                <p:nvPr/>
              </p:nvSpPr>
              <p:spPr>
                <a:xfrm>
                  <a:off x="5395858" y="3230952"/>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8" name="Google Shape;4258;p129"/>
                <p:cNvSpPr/>
                <p:nvPr/>
              </p:nvSpPr>
              <p:spPr>
                <a:xfrm>
                  <a:off x="5408702" y="3240571"/>
                  <a:ext cx="15227" cy="13064"/>
                </a:xfrm>
                <a:custGeom>
                  <a:rect b="b" l="l" r="r" t="t"/>
                  <a:pathLst>
                    <a:path extrusionOk="0" h="1661" w="1936">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59" name="Google Shape;4259;p129"/>
              <p:cNvGrpSpPr/>
              <p:nvPr/>
            </p:nvGrpSpPr>
            <p:grpSpPr>
              <a:xfrm>
                <a:off x="5264088" y="3188237"/>
                <a:ext cx="37776" cy="32357"/>
                <a:chOff x="5264088" y="3188237"/>
                <a:chExt cx="37776" cy="32357"/>
              </a:xfrm>
            </p:grpSpPr>
            <p:sp>
              <p:nvSpPr>
                <p:cNvPr id="4260" name="Google Shape;4260;p129"/>
                <p:cNvSpPr/>
                <p:nvPr/>
              </p:nvSpPr>
              <p:spPr>
                <a:xfrm>
                  <a:off x="5264088" y="3188237"/>
                  <a:ext cx="37776" cy="32357"/>
                </a:xfrm>
                <a:custGeom>
                  <a:rect b="b" l="l" r="r" t="t"/>
                  <a:pathLst>
                    <a:path extrusionOk="0" h="4114" w="4803">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1" name="Google Shape;4261;p129"/>
                <p:cNvSpPr/>
                <p:nvPr/>
              </p:nvSpPr>
              <p:spPr>
                <a:xfrm>
                  <a:off x="5279212" y="3197943"/>
                  <a:ext cx="13048" cy="13048"/>
                </a:xfrm>
                <a:custGeom>
                  <a:rect b="b" l="l" r="r" t="t"/>
                  <a:pathLst>
                    <a:path extrusionOk="0" h="1659" w="1659">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62" name="Google Shape;4262;p129"/>
              <p:cNvGrpSpPr/>
              <p:nvPr/>
            </p:nvGrpSpPr>
            <p:grpSpPr>
              <a:xfrm>
                <a:off x="5585758" y="3237425"/>
                <a:ext cx="37878" cy="32357"/>
                <a:chOff x="5585758" y="3237425"/>
                <a:chExt cx="37878" cy="32357"/>
              </a:xfrm>
            </p:grpSpPr>
            <p:sp>
              <p:nvSpPr>
                <p:cNvPr id="4263" name="Google Shape;4263;p129"/>
                <p:cNvSpPr/>
                <p:nvPr/>
              </p:nvSpPr>
              <p:spPr>
                <a:xfrm>
                  <a:off x="5585758" y="3237425"/>
                  <a:ext cx="37878" cy="32357"/>
                </a:xfrm>
                <a:custGeom>
                  <a:rect b="b" l="l" r="r" t="t"/>
                  <a:pathLst>
                    <a:path extrusionOk="0" h="4114" w="4816">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4" name="Google Shape;4264;p129"/>
                <p:cNvSpPr/>
                <p:nvPr/>
              </p:nvSpPr>
              <p:spPr>
                <a:xfrm>
                  <a:off x="5598696" y="3247130"/>
                  <a:ext cx="15235" cy="13048"/>
                </a:xfrm>
                <a:custGeom>
                  <a:rect b="b" l="l" r="r" t="t"/>
                  <a:pathLst>
                    <a:path extrusionOk="0" h="1659" w="1937">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65" name="Google Shape;4265;p129"/>
              <p:cNvGrpSpPr/>
              <p:nvPr/>
            </p:nvGrpSpPr>
            <p:grpSpPr>
              <a:xfrm>
                <a:off x="4874196" y="3291088"/>
                <a:ext cx="37878" cy="32451"/>
                <a:chOff x="4874196" y="3291088"/>
                <a:chExt cx="37878" cy="32451"/>
              </a:xfrm>
            </p:grpSpPr>
            <p:sp>
              <p:nvSpPr>
                <p:cNvPr id="4266" name="Google Shape;4266;p129"/>
                <p:cNvSpPr/>
                <p:nvPr/>
              </p:nvSpPr>
              <p:spPr>
                <a:xfrm>
                  <a:off x="4874196" y="3291088"/>
                  <a:ext cx="37878" cy="32451"/>
                </a:xfrm>
                <a:custGeom>
                  <a:rect b="b" l="l" r="r" t="t"/>
                  <a:pathLst>
                    <a:path extrusionOk="0" h="4126" w="4816">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7" name="Google Shape;4267;p129"/>
                <p:cNvSpPr/>
                <p:nvPr/>
              </p:nvSpPr>
              <p:spPr>
                <a:xfrm>
                  <a:off x="4889328" y="3300793"/>
                  <a:ext cx="13040" cy="13040"/>
                </a:xfrm>
                <a:custGeom>
                  <a:rect b="b" l="l" r="r" t="t"/>
                  <a:pathLst>
                    <a:path extrusionOk="0" h="1658" w="1658">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68" name="Google Shape;4268;p129"/>
              <p:cNvGrpSpPr/>
              <p:nvPr/>
            </p:nvGrpSpPr>
            <p:grpSpPr>
              <a:xfrm>
                <a:off x="5197770" y="3785466"/>
                <a:ext cx="37783" cy="32427"/>
                <a:chOff x="5197770" y="3785466"/>
                <a:chExt cx="37783" cy="32427"/>
              </a:xfrm>
            </p:grpSpPr>
            <p:sp>
              <p:nvSpPr>
                <p:cNvPr id="4269" name="Google Shape;4269;p129"/>
                <p:cNvSpPr/>
                <p:nvPr/>
              </p:nvSpPr>
              <p:spPr>
                <a:xfrm>
                  <a:off x="5197770" y="3785466"/>
                  <a:ext cx="37783" cy="32427"/>
                </a:xfrm>
                <a:custGeom>
                  <a:rect b="b" l="l" r="r" t="t"/>
                  <a:pathLst>
                    <a:path extrusionOk="0" h="4123" w="4804">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0" name="Google Shape;4270;p129"/>
                <p:cNvSpPr/>
                <p:nvPr/>
              </p:nvSpPr>
              <p:spPr>
                <a:xfrm>
                  <a:off x="5212808" y="3795148"/>
                  <a:ext cx="13040" cy="13040"/>
                </a:xfrm>
                <a:custGeom>
                  <a:rect b="b" l="l" r="r" t="t"/>
                  <a:pathLst>
                    <a:path extrusionOk="0" h="1658" w="1658">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71" name="Google Shape;4271;p129"/>
              <p:cNvGrpSpPr/>
              <p:nvPr/>
            </p:nvGrpSpPr>
            <p:grpSpPr>
              <a:xfrm>
                <a:off x="5177699" y="3492117"/>
                <a:ext cx="37776" cy="32357"/>
                <a:chOff x="5177699" y="3492117"/>
                <a:chExt cx="37776" cy="32357"/>
              </a:xfrm>
            </p:grpSpPr>
            <p:sp>
              <p:nvSpPr>
                <p:cNvPr id="4272" name="Google Shape;4272;p129"/>
                <p:cNvSpPr/>
                <p:nvPr/>
              </p:nvSpPr>
              <p:spPr>
                <a:xfrm>
                  <a:off x="5177699" y="3492117"/>
                  <a:ext cx="37776" cy="32357"/>
                </a:xfrm>
                <a:custGeom>
                  <a:rect b="b" l="l" r="r" t="t"/>
                  <a:pathLst>
                    <a:path extrusionOk="0" h="4114" w="4803">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3" name="Google Shape;4273;p129"/>
                <p:cNvSpPr/>
                <p:nvPr/>
              </p:nvSpPr>
              <p:spPr>
                <a:xfrm>
                  <a:off x="5192823" y="3501823"/>
                  <a:ext cx="13048" cy="13048"/>
                </a:xfrm>
                <a:custGeom>
                  <a:rect b="b" l="l" r="r" t="t"/>
                  <a:pathLst>
                    <a:path extrusionOk="0" h="1659" w="1659">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74" name="Google Shape;4274;p129"/>
              <p:cNvGrpSpPr/>
              <p:nvPr/>
            </p:nvGrpSpPr>
            <p:grpSpPr>
              <a:xfrm>
                <a:off x="5349431" y="3622346"/>
                <a:ext cx="37870" cy="32380"/>
                <a:chOff x="5349431" y="3622346"/>
                <a:chExt cx="37870" cy="32380"/>
              </a:xfrm>
            </p:grpSpPr>
            <p:sp>
              <p:nvSpPr>
                <p:cNvPr id="4275" name="Google Shape;4275;p129"/>
                <p:cNvSpPr/>
                <p:nvPr/>
              </p:nvSpPr>
              <p:spPr>
                <a:xfrm>
                  <a:off x="5349431" y="3622346"/>
                  <a:ext cx="37870" cy="32380"/>
                </a:xfrm>
                <a:custGeom>
                  <a:rect b="b" l="l" r="r" t="t"/>
                  <a:pathLst>
                    <a:path extrusionOk="0" h="4117" w="4815">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6" name="Google Shape;4276;p129"/>
                <p:cNvSpPr/>
                <p:nvPr/>
              </p:nvSpPr>
              <p:spPr>
                <a:xfrm>
                  <a:off x="5362369" y="3632075"/>
                  <a:ext cx="15227" cy="13040"/>
                </a:xfrm>
                <a:custGeom>
                  <a:rect b="b" l="l" r="r" t="t"/>
                  <a:pathLst>
                    <a:path extrusionOk="0" h="1658" w="1936">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77" name="Google Shape;4277;p129"/>
              <p:cNvGrpSpPr/>
              <p:nvPr/>
            </p:nvGrpSpPr>
            <p:grpSpPr>
              <a:xfrm>
                <a:off x="5068855" y="3563980"/>
                <a:ext cx="53954" cy="46223"/>
                <a:chOff x="5068855" y="3563980"/>
                <a:chExt cx="53954" cy="46223"/>
              </a:xfrm>
            </p:grpSpPr>
            <p:sp>
              <p:nvSpPr>
                <p:cNvPr id="4278" name="Google Shape;4278;p129"/>
                <p:cNvSpPr/>
                <p:nvPr/>
              </p:nvSpPr>
              <p:spPr>
                <a:xfrm>
                  <a:off x="5068855" y="3563980"/>
                  <a:ext cx="53954" cy="46223"/>
                </a:xfrm>
                <a:custGeom>
                  <a:rect b="b" l="l" r="r" t="t"/>
                  <a:pathLst>
                    <a:path extrusionOk="0" h="5877" w="686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9" name="Google Shape;4279;p129"/>
                <p:cNvSpPr/>
                <p:nvPr/>
              </p:nvSpPr>
              <p:spPr>
                <a:xfrm>
                  <a:off x="5086268" y="3573654"/>
                  <a:ext cx="26835" cy="26843"/>
                </a:xfrm>
                <a:custGeom>
                  <a:rect b="b" l="l" r="r" t="t"/>
                  <a:pathLst>
                    <a:path extrusionOk="0" h="3413" w="3412">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80" name="Google Shape;4280;p129"/>
              <p:cNvGrpSpPr/>
              <p:nvPr/>
            </p:nvGrpSpPr>
            <p:grpSpPr>
              <a:xfrm>
                <a:off x="5037654" y="3392507"/>
                <a:ext cx="37870" cy="32451"/>
                <a:chOff x="5037654" y="3392507"/>
                <a:chExt cx="37870" cy="32451"/>
              </a:xfrm>
            </p:grpSpPr>
            <p:sp>
              <p:nvSpPr>
                <p:cNvPr id="4281" name="Google Shape;4281;p129"/>
                <p:cNvSpPr/>
                <p:nvPr/>
              </p:nvSpPr>
              <p:spPr>
                <a:xfrm>
                  <a:off x="5037654" y="3392507"/>
                  <a:ext cx="37870" cy="32451"/>
                </a:xfrm>
                <a:custGeom>
                  <a:rect b="b" l="l" r="r" t="t"/>
                  <a:pathLst>
                    <a:path extrusionOk="0" h="4126" w="4815">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2" name="Google Shape;4282;p129"/>
                <p:cNvSpPr/>
                <p:nvPr/>
              </p:nvSpPr>
              <p:spPr>
                <a:xfrm>
                  <a:off x="5050592" y="3402213"/>
                  <a:ext cx="15227" cy="13064"/>
                </a:xfrm>
                <a:custGeom>
                  <a:rect b="b" l="l" r="r" t="t"/>
                  <a:pathLst>
                    <a:path extrusionOk="0" h="1661" w="1936">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83" name="Google Shape;4283;p129"/>
              <p:cNvGrpSpPr/>
              <p:nvPr/>
            </p:nvGrpSpPr>
            <p:grpSpPr>
              <a:xfrm>
                <a:off x="5456560" y="3368629"/>
                <a:ext cx="37870" cy="32451"/>
                <a:chOff x="5456560" y="3368629"/>
                <a:chExt cx="37870" cy="32451"/>
              </a:xfrm>
            </p:grpSpPr>
            <p:sp>
              <p:nvSpPr>
                <p:cNvPr id="4284" name="Google Shape;4284;p129"/>
                <p:cNvSpPr/>
                <p:nvPr/>
              </p:nvSpPr>
              <p:spPr>
                <a:xfrm>
                  <a:off x="5456560" y="3368629"/>
                  <a:ext cx="37870" cy="32451"/>
                </a:xfrm>
                <a:custGeom>
                  <a:rect b="b" l="l" r="r" t="t"/>
                  <a:pathLst>
                    <a:path extrusionOk="0" h="4126" w="4815">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5" name="Google Shape;4285;p129"/>
                <p:cNvSpPr/>
                <p:nvPr/>
              </p:nvSpPr>
              <p:spPr>
                <a:xfrm>
                  <a:off x="5469498" y="3378334"/>
                  <a:ext cx="15227" cy="13064"/>
                </a:xfrm>
                <a:custGeom>
                  <a:rect b="b" l="l" r="r" t="t"/>
                  <a:pathLst>
                    <a:path extrusionOk="0" h="1661" w="1936">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86" name="Google Shape;4286;p129"/>
              <p:cNvGrpSpPr/>
              <p:nvPr/>
            </p:nvGrpSpPr>
            <p:grpSpPr>
              <a:xfrm>
                <a:off x="4755749" y="3501516"/>
                <a:ext cx="46246" cy="39608"/>
                <a:chOff x="4755749" y="3501516"/>
                <a:chExt cx="46246" cy="39608"/>
              </a:xfrm>
            </p:grpSpPr>
            <p:sp>
              <p:nvSpPr>
                <p:cNvPr id="4287" name="Google Shape;4287;p129"/>
                <p:cNvSpPr/>
                <p:nvPr/>
              </p:nvSpPr>
              <p:spPr>
                <a:xfrm>
                  <a:off x="4755749" y="3501516"/>
                  <a:ext cx="46246" cy="39608"/>
                </a:xfrm>
                <a:custGeom>
                  <a:rect b="b" l="l" r="r" t="t"/>
                  <a:pathLst>
                    <a:path extrusionOk="0" h="5036" w="588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8" name="Google Shape;4288;p129"/>
                <p:cNvSpPr/>
                <p:nvPr/>
              </p:nvSpPr>
              <p:spPr>
                <a:xfrm>
                  <a:off x="4768687" y="3511245"/>
                  <a:ext cx="23697" cy="20221"/>
                </a:xfrm>
                <a:custGeom>
                  <a:rect b="b" l="l" r="r" t="t"/>
                  <a:pathLst>
                    <a:path extrusionOk="0" h="2571" w="3013">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89" name="Google Shape;4289;p129"/>
              <p:cNvGrpSpPr/>
              <p:nvPr/>
            </p:nvGrpSpPr>
            <p:grpSpPr>
              <a:xfrm>
                <a:off x="4681346" y="3485582"/>
                <a:ext cx="37783" cy="32427"/>
                <a:chOff x="4681346" y="3485582"/>
                <a:chExt cx="37783" cy="32427"/>
              </a:xfrm>
            </p:grpSpPr>
            <p:sp>
              <p:nvSpPr>
                <p:cNvPr id="4290" name="Google Shape;4290;p129"/>
                <p:cNvSpPr/>
                <p:nvPr/>
              </p:nvSpPr>
              <p:spPr>
                <a:xfrm>
                  <a:off x="4681346" y="3485582"/>
                  <a:ext cx="37783" cy="32427"/>
                </a:xfrm>
                <a:custGeom>
                  <a:rect b="b" l="l" r="r" t="t"/>
                  <a:pathLst>
                    <a:path extrusionOk="0" h="4123" w="4804">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1" name="Google Shape;4291;p129"/>
                <p:cNvSpPr/>
                <p:nvPr/>
              </p:nvSpPr>
              <p:spPr>
                <a:xfrm>
                  <a:off x="4696479" y="3495263"/>
                  <a:ext cx="13040" cy="13040"/>
                </a:xfrm>
                <a:custGeom>
                  <a:rect b="b" l="l" r="r" t="t"/>
                  <a:pathLst>
                    <a:path extrusionOk="0" h="1658" w="1658">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92" name="Google Shape;4292;p129"/>
              <p:cNvGrpSpPr/>
              <p:nvPr/>
            </p:nvGrpSpPr>
            <p:grpSpPr>
              <a:xfrm>
                <a:off x="4767067" y="3291088"/>
                <a:ext cx="37878" cy="32451"/>
                <a:chOff x="4767067" y="3291088"/>
                <a:chExt cx="37878" cy="32451"/>
              </a:xfrm>
            </p:grpSpPr>
            <p:sp>
              <p:nvSpPr>
                <p:cNvPr id="4293" name="Google Shape;4293;p129"/>
                <p:cNvSpPr/>
                <p:nvPr/>
              </p:nvSpPr>
              <p:spPr>
                <a:xfrm>
                  <a:off x="4767067" y="3291088"/>
                  <a:ext cx="37878" cy="32451"/>
                </a:xfrm>
                <a:custGeom>
                  <a:rect b="b" l="l" r="r" t="t"/>
                  <a:pathLst>
                    <a:path extrusionOk="0" h="4126" w="4816">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4" name="Google Shape;4294;p129"/>
                <p:cNvSpPr/>
                <p:nvPr/>
              </p:nvSpPr>
              <p:spPr>
                <a:xfrm>
                  <a:off x="4780036" y="3300888"/>
                  <a:ext cx="15203" cy="13009"/>
                </a:xfrm>
                <a:custGeom>
                  <a:rect b="b" l="l" r="r" t="t"/>
                  <a:pathLst>
                    <a:path extrusionOk="0" h="1654" w="1933">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95" name="Google Shape;4295;p129"/>
              <p:cNvGrpSpPr/>
              <p:nvPr/>
            </p:nvGrpSpPr>
            <p:grpSpPr>
              <a:xfrm>
                <a:off x="4687819" y="3405539"/>
                <a:ext cx="37776" cy="32451"/>
                <a:chOff x="4687819" y="3405539"/>
                <a:chExt cx="37776" cy="32451"/>
              </a:xfrm>
            </p:grpSpPr>
            <p:sp>
              <p:nvSpPr>
                <p:cNvPr id="4296" name="Google Shape;4296;p129"/>
                <p:cNvSpPr/>
                <p:nvPr/>
              </p:nvSpPr>
              <p:spPr>
                <a:xfrm>
                  <a:off x="4687819" y="3405539"/>
                  <a:ext cx="37776" cy="32451"/>
                </a:xfrm>
                <a:custGeom>
                  <a:rect b="b" l="l" r="r" t="t"/>
                  <a:pathLst>
                    <a:path extrusionOk="0" h="4126" w="4803">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7" name="Google Shape;4297;p129"/>
                <p:cNvSpPr/>
                <p:nvPr/>
              </p:nvSpPr>
              <p:spPr>
                <a:xfrm>
                  <a:off x="4702944" y="3415245"/>
                  <a:ext cx="13040" cy="13048"/>
                </a:xfrm>
                <a:custGeom>
                  <a:rect b="b" l="l" r="r" t="t"/>
                  <a:pathLst>
                    <a:path extrusionOk="0" h="1659" w="1658">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98" name="Google Shape;4298;p129"/>
              <p:cNvGrpSpPr/>
              <p:nvPr/>
            </p:nvGrpSpPr>
            <p:grpSpPr>
              <a:xfrm>
                <a:off x="4923101" y="3444809"/>
                <a:ext cx="52813" cy="45318"/>
                <a:chOff x="4923101" y="3444809"/>
                <a:chExt cx="52813" cy="45318"/>
              </a:xfrm>
            </p:grpSpPr>
            <p:sp>
              <p:nvSpPr>
                <p:cNvPr id="4299" name="Google Shape;4299;p129"/>
                <p:cNvSpPr/>
                <p:nvPr/>
              </p:nvSpPr>
              <p:spPr>
                <a:xfrm>
                  <a:off x="4923101" y="3444809"/>
                  <a:ext cx="52813" cy="45318"/>
                </a:xfrm>
                <a:custGeom>
                  <a:rect b="b" l="l" r="r" t="t"/>
                  <a:pathLst>
                    <a:path extrusionOk="0" h="5762" w="6715">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0" name="Google Shape;4300;p129"/>
                <p:cNvSpPr/>
                <p:nvPr/>
              </p:nvSpPr>
              <p:spPr>
                <a:xfrm>
                  <a:off x="4936039" y="3454538"/>
                  <a:ext cx="30265" cy="25915"/>
                </a:xfrm>
                <a:custGeom>
                  <a:rect b="b" l="l" r="r" t="t"/>
                  <a:pathLst>
                    <a:path extrusionOk="0" h="3295" w="3848">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01" name="Google Shape;4301;p129"/>
              <p:cNvGrpSpPr/>
              <p:nvPr/>
            </p:nvGrpSpPr>
            <p:grpSpPr>
              <a:xfrm>
                <a:off x="4846040" y="3654750"/>
                <a:ext cx="31405" cy="26993"/>
                <a:chOff x="4846040" y="3654750"/>
                <a:chExt cx="31405" cy="26993"/>
              </a:xfrm>
            </p:grpSpPr>
            <p:sp>
              <p:nvSpPr>
                <p:cNvPr id="4302" name="Google Shape;4302;p129"/>
                <p:cNvSpPr/>
                <p:nvPr/>
              </p:nvSpPr>
              <p:spPr>
                <a:xfrm>
                  <a:off x="4846040" y="3654750"/>
                  <a:ext cx="31405" cy="26993"/>
                </a:xfrm>
                <a:custGeom>
                  <a:rect b="b" l="l" r="r" t="t"/>
                  <a:pathLst>
                    <a:path extrusionOk="0" h="3432" w="3993">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3" name="Google Shape;4303;p129"/>
                <p:cNvSpPr/>
                <p:nvPr/>
              </p:nvSpPr>
              <p:spPr>
                <a:xfrm>
                  <a:off x="4858883" y="3664424"/>
                  <a:ext cx="8856" cy="7676"/>
                </a:xfrm>
                <a:custGeom>
                  <a:rect b="b" l="l" r="r" t="t"/>
                  <a:pathLst>
                    <a:path extrusionOk="0" h="976" w="1126">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04" name="Google Shape;4304;p129"/>
              <p:cNvGrpSpPr/>
              <p:nvPr/>
            </p:nvGrpSpPr>
            <p:grpSpPr>
              <a:xfrm>
                <a:off x="4925673" y="3691700"/>
                <a:ext cx="40253" cy="34472"/>
                <a:chOff x="4925673" y="3691700"/>
                <a:chExt cx="40253" cy="34472"/>
              </a:xfrm>
            </p:grpSpPr>
            <p:sp>
              <p:nvSpPr>
                <p:cNvPr id="4305" name="Google Shape;4305;p129"/>
                <p:cNvSpPr/>
                <p:nvPr/>
              </p:nvSpPr>
              <p:spPr>
                <a:xfrm>
                  <a:off x="4925673" y="3691700"/>
                  <a:ext cx="40253" cy="34472"/>
                </a:xfrm>
                <a:custGeom>
                  <a:rect b="b" l="l" r="r" t="t"/>
                  <a:pathLst>
                    <a:path extrusionOk="0" h="4383" w="5118">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6" name="Google Shape;4306;p129"/>
                <p:cNvSpPr/>
                <p:nvPr/>
              </p:nvSpPr>
              <p:spPr>
                <a:xfrm>
                  <a:off x="4938516" y="3701334"/>
                  <a:ext cx="17704" cy="15187"/>
                </a:xfrm>
                <a:custGeom>
                  <a:rect b="b" l="l" r="r" t="t"/>
                  <a:pathLst>
                    <a:path extrusionOk="0" h="1931" w="2251">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07" name="Google Shape;4307;p129"/>
              <p:cNvGrpSpPr/>
              <p:nvPr/>
            </p:nvGrpSpPr>
            <p:grpSpPr>
              <a:xfrm>
                <a:off x="4894653" y="3740848"/>
                <a:ext cx="31405" cy="26906"/>
                <a:chOff x="4894653" y="3740848"/>
                <a:chExt cx="31405" cy="26906"/>
              </a:xfrm>
            </p:grpSpPr>
            <p:sp>
              <p:nvSpPr>
                <p:cNvPr id="4308" name="Google Shape;4308;p129"/>
                <p:cNvSpPr/>
                <p:nvPr/>
              </p:nvSpPr>
              <p:spPr>
                <a:xfrm>
                  <a:off x="4894653" y="3740848"/>
                  <a:ext cx="31405" cy="26906"/>
                </a:xfrm>
                <a:custGeom>
                  <a:rect b="b" l="l" r="r" t="t"/>
                  <a:pathLst>
                    <a:path extrusionOk="0" h="3421" w="3993">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9" name="Google Shape;4309;p129"/>
                <p:cNvSpPr/>
                <p:nvPr/>
              </p:nvSpPr>
              <p:spPr>
                <a:xfrm>
                  <a:off x="4907497" y="3750522"/>
                  <a:ext cx="8950" cy="7605"/>
                </a:xfrm>
                <a:custGeom>
                  <a:rect b="b" l="l" r="r" t="t"/>
                  <a:pathLst>
                    <a:path extrusionOk="0" h="967" w="1138">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10" name="Google Shape;4310;p129"/>
              <p:cNvGrpSpPr/>
              <p:nvPr/>
            </p:nvGrpSpPr>
            <p:grpSpPr>
              <a:xfrm>
                <a:off x="4962300" y="3696348"/>
                <a:ext cx="38255" cy="32773"/>
                <a:chOff x="4962300" y="3696348"/>
                <a:chExt cx="38255" cy="32773"/>
              </a:xfrm>
            </p:grpSpPr>
            <p:sp>
              <p:nvSpPr>
                <p:cNvPr id="4311" name="Google Shape;4311;p129"/>
                <p:cNvSpPr/>
                <p:nvPr/>
              </p:nvSpPr>
              <p:spPr>
                <a:xfrm>
                  <a:off x="4962300" y="3696348"/>
                  <a:ext cx="38255" cy="32773"/>
                </a:xfrm>
                <a:custGeom>
                  <a:rect b="b" l="l" r="r" t="t"/>
                  <a:pathLst>
                    <a:path extrusionOk="0" h="4167" w="4864">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2" name="Google Shape;4312;p129"/>
                <p:cNvSpPr/>
                <p:nvPr/>
              </p:nvSpPr>
              <p:spPr>
                <a:xfrm>
                  <a:off x="4975238" y="3706093"/>
                  <a:ext cx="15612" cy="13386"/>
                </a:xfrm>
                <a:custGeom>
                  <a:rect b="b" l="l" r="r" t="t"/>
                  <a:pathLst>
                    <a:path extrusionOk="0" h="1702" w="1985">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13" name="Google Shape;4313;p129"/>
              <p:cNvGrpSpPr/>
              <p:nvPr/>
            </p:nvGrpSpPr>
            <p:grpSpPr>
              <a:xfrm>
                <a:off x="4980185" y="3743349"/>
                <a:ext cx="31499" cy="26969"/>
                <a:chOff x="4980185" y="3743349"/>
                <a:chExt cx="31499" cy="26969"/>
              </a:xfrm>
            </p:grpSpPr>
            <p:sp>
              <p:nvSpPr>
                <p:cNvPr id="4314" name="Google Shape;4314;p129"/>
                <p:cNvSpPr/>
                <p:nvPr/>
              </p:nvSpPr>
              <p:spPr>
                <a:xfrm>
                  <a:off x="4980185" y="3743349"/>
                  <a:ext cx="31499" cy="26969"/>
                </a:xfrm>
                <a:custGeom>
                  <a:rect b="b" l="l" r="r" t="t"/>
                  <a:pathLst>
                    <a:path extrusionOk="0" h="3429" w="4005">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5" name="Google Shape;4315;p129"/>
                <p:cNvSpPr/>
                <p:nvPr/>
              </p:nvSpPr>
              <p:spPr>
                <a:xfrm>
                  <a:off x="4993123" y="3753094"/>
                  <a:ext cx="8856" cy="7605"/>
                </a:xfrm>
                <a:custGeom>
                  <a:rect b="b" l="l" r="r" t="t"/>
                  <a:pathLst>
                    <a:path extrusionOk="0" h="967" w="1126">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16" name="Google Shape;4316;p129"/>
              <p:cNvGrpSpPr/>
              <p:nvPr/>
            </p:nvGrpSpPr>
            <p:grpSpPr>
              <a:xfrm>
                <a:off x="5013768" y="3734312"/>
                <a:ext cx="31499" cy="26969"/>
                <a:chOff x="5013768" y="3734312"/>
                <a:chExt cx="31499" cy="26969"/>
              </a:xfrm>
            </p:grpSpPr>
            <p:sp>
              <p:nvSpPr>
                <p:cNvPr id="4317" name="Google Shape;4317;p129"/>
                <p:cNvSpPr/>
                <p:nvPr/>
              </p:nvSpPr>
              <p:spPr>
                <a:xfrm>
                  <a:off x="5013768" y="3734312"/>
                  <a:ext cx="31499" cy="26969"/>
                </a:xfrm>
                <a:custGeom>
                  <a:rect b="b" l="l" r="r" t="t"/>
                  <a:pathLst>
                    <a:path extrusionOk="0" h="3429" w="4005">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8" name="Google Shape;4318;p129"/>
                <p:cNvSpPr/>
                <p:nvPr/>
              </p:nvSpPr>
              <p:spPr>
                <a:xfrm>
                  <a:off x="5028043" y="3743963"/>
                  <a:ext cx="7621" cy="7613"/>
                </a:xfrm>
                <a:custGeom>
                  <a:rect b="b" l="l" r="r" t="t"/>
                  <a:pathLst>
                    <a:path extrusionOk="0" h="968" w="969">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19" name="Google Shape;4319;p129"/>
              <p:cNvGrpSpPr/>
              <p:nvPr/>
            </p:nvGrpSpPr>
            <p:grpSpPr>
              <a:xfrm>
                <a:off x="5036703" y="3764545"/>
                <a:ext cx="31499" cy="26898"/>
                <a:chOff x="5036703" y="3764545"/>
                <a:chExt cx="31499" cy="26898"/>
              </a:xfrm>
            </p:grpSpPr>
            <p:sp>
              <p:nvSpPr>
                <p:cNvPr id="4320" name="Google Shape;4320;p129"/>
                <p:cNvSpPr/>
                <p:nvPr/>
              </p:nvSpPr>
              <p:spPr>
                <a:xfrm>
                  <a:off x="5036703" y="3764545"/>
                  <a:ext cx="31499" cy="26898"/>
                </a:xfrm>
                <a:custGeom>
                  <a:rect b="b" l="l" r="r" t="t"/>
                  <a:pathLst>
                    <a:path extrusionOk="0" h="3420" w="4005">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1" name="Google Shape;4321;p129"/>
                <p:cNvSpPr/>
                <p:nvPr/>
              </p:nvSpPr>
              <p:spPr>
                <a:xfrm>
                  <a:off x="5049641" y="3774211"/>
                  <a:ext cx="8856" cy="7605"/>
                </a:xfrm>
                <a:custGeom>
                  <a:rect b="b" l="l" r="r" t="t"/>
                  <a:pathLst>
                    <a:path extrusionOk="0" h="967" w="1126">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22" name="Google Shape;4322;p129"/>
              <p:cNvGrpSpPr/>
              <p:nvPr/>
            </p:nvGrpSpPr>
            <p:grpSpPr>
              <a:xfrm>
                <a:off x="4953546" y="3768352"/>
                <a:ext cx="31405" cy="26898"/>
                <a:chOff x="4953546" y="3768352"/>
                <a:chExt cx="31405" cy="26898"/>
              </a:xfrm>
            </p:grpSpPr>
            <p:sp>
              <p:nvSpPr>
                <p:cNvPr id="4323" name="Google Shape;4323;p129"/>
                <p:cNvSpPr/>
                <p:nvPr/>
              </p:nvSpPr>
              <p:spPr>
                <a:xfrm>
                  <a:off x="4953546" y="3768352"/>
                  <a:ext cx="31405" cy="26898"/>
                </a:xfrm>
                <a:custGeom>
                  <a:rect b="b" l="l" r="r" t="t"/>
                  <a:pathLst>
                    <a:path extrusionOk="0" h="3420" w="3993">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4" name="Google Shape;4324;p129"/>
                <p:cNvSpPr/>
                <p:nvPr/>
              </p:nvSpPr>
              <p:spPr>
                <a:xfrm>
                  <a:off x="4966390" y="3778018"/>
                  <a:ext cx="8950" cy="7684"/>
                </a:xfrm>
                <a:custGeom>
                  <a:rect b="b" l="l" r="r" t="t"/>
                  <a:pathLst>
                    <a:path extrusionOk="0" h="977" w="1138">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25" name="Google Shape;4325;p129"/>
              <p:cNvGrpSpPr/>
              <p:nvPr/>
            </p:nvGrpSpPr>
            <p:grpSpPr>
              <a:xfrm>
                <a:off x="4964770" y="3814016"/>
                <a:ext cx="31499" cy="26993"/>
                <a:chOff x="4964770" y="3814016"/>
                <a:chExt cx="31499" cy="26993"/>
              </a:xfrm>
            </p:grpSpPr>
            <p:sp>
              <p:nvSpPr>
                <p:cNvPr id="4326" name="Google Shape;4326;p129"/>
                <p:cNvSpPr/>
                <p:nvPr/>
              </p:nvSpPr>
              <p:spPr>
                <a:xfrm>
                  <a:off x="4964770" y="3814016"/>
                  <a:ext cx="31499" cy="26993"/>
                </a:xfrm>
                <a:custGeom>
                  <a:rect b="b" l="l" r="r" t="t"/>
                  <a:pathLst>
                    <a:path extrusionOk="0" h="3432" w="4005">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7" name="Google Shape;4327;p129"/>
                <p:cNvSpPr/>
                <p:nvPr/>
              </p:nvSpPr>
              <p:spPr>
                <a:xfrm>
                  <a:off x="4977715" y="3823690"/>
                  <a:ext cx="8856" cy="7676"/>
                </a:xfrm>
                <a:custGeom>
                  <a:rect b="b" l="l" r="r" t="t"/>
                  <a:pathLst>
                    <a:path extrusionOk="0" h="976" w="1126">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28" name="Google Shape;4328;p129"/>
              <p:cNvGrpSpPr/>
              <p:nvPr/>
            </p:nvGrpSpPr>
            <p:grpSpPr>
              <a:xfrm>
                <a:off x="4923290" y="3800504"/>
                <a:ext cx="31468" cy="26898"/>
                <a:chOff x="4923290" y="3800504"/>
                <a:chExt cx="31468" cy="26898"/>
              </a:xfrm>
            </p:grpSpPr>
            <p:sp>
              <p:nvSpPr>
                <p:cNvPr id="4329" name="Google Shape;4329;p129"/>
                <p:cNvSpPr/>
                <p:nvPr/>
              </p:nvSpPr>
              <p:spPr>
                <a:xfrm>
                  <a:off x="4923290" y="3800504"/>
                  <a:ext cx="31468" cy="26898"/>
                </a:xfrm>
                <a:custGeom>
                  <a:rect b="b" l="l" r="r" t="t"/>
                  <a:pathLst>
                    <a:path extrusionOk="0" h="3420" w="4001">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0" name="Google Shape;4330;p129"/>
                <p:cNvSpPr/>
                <p:nvPr/>
              </p:nvSpPr>
              <p:spPr>
                <a:xfrm>
                  <a:off x="4937470" y="3810178"/>
                  <a:ext cx="7613" cy="7621"/>
                </a:xfrm>
                <a:custGeom>
                  <a:rect b="b" l="l" r="r" t="t"/>
                  <a:pathLst>
                    <a:path extrusionOk="0" h="969"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31" name="Google Shape;4331;p129"/>
              <p:cNvGrpSpPr/>
              <p:nvPr/>
            </p:nvGrpSpPr>
            <p:grpSpPr>
              <a:xfrm>
                <a:off x="5108534" y="3650943"/>
                <a:ext cx="31405" cy="26993"/>
                <a:chOff x="5108534" y="3650943"/>
                <a:chExt cx="31405" cy="26993"/>
              </a:xfrm>
            </p:grpSpPr>
            <p:sp>
              <p:nvSpPr>
                <p:cNvPr id="4332" name="Google Shape;4332;p129"/>
                <p:cNvSpPr/>
                <p:nvPr/>
              </p:nvSpPr>
              <p:spPr>
                <a:xfrm>
                  <a:off x="5108534" y="3650943"/>
                  <a:ext cx="31405" cy="26993"/>
                </a:xfrm>
                <a:custGeom>
                  <a:rect b="b" l="l" r="r" t="t"/>
                  <a:pathLst>
                    <a:path extrusionOk="0" h="3432" w="3993">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3" name="Google Shape;4333;p129"/>
                <p:cNvSpPr/>
                <p:nvPr/>
              </p:nvSpPr>
              <p:spPr>
                <a:xfrm>
                  <a:off x="5122707" y="3660617"/>
                  <a:ext cx="7621" cy="7621"/>
                </a:xfrm>
                <a:custGeom>
                  <a:rect b="b" l="l" r="r" t="t"/>
                  <a:pathLst>
                    <a:path extrusionOk="0" h="969" w="969">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34" name="Google Shape;4334;p129"/>
              <p:cNvGrpSpPr/>
              <p:nvPr/>
            </p:nvGrpSpPr>
            <p:grpSpPr>
              <a:xfrm>
                <a:off x="5119380" y="3760739"/>
                <a:ext cx="31499" cy="26993"/>
                <a:chOff x="5119380" y="3760739"/>
                <a:chExt cx="31499" cy="26993"/>
              </a:xfrm>
            </p:grpSpPr>
            <p:sp>
              <p:nvSpPr>
                <p:cNvPr id="4335" name="Google Shape;4335;p129"/>
                <p:cNvSpPr/>
                <p:nvPr/>
              </p:nvSpPr>
              <p:spPr>
                <a:xfrm>
                  <a:off x="5119380" y="3760739"/>
                  <a:ext cx="31499" cy="26993"/>
                </a:xfrm>
                <a:custGeom>
                  <a:rect b="b" l="l" r="r" t="t"/>
                  <a:pathLst>
                    <a:path extrusionOk="0" h="3432" w="4005">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6" name="Google Shape;4336;p129"/>
                <p:cNvSpPr/>
                <p:nvPr/>
              </p:nvSpPr>
              <p:spPr>
                <a:xfrm>
                  <a:off x="5132318" y="3770405"/>
                  <a:ext cx="8856" cy="7653"/>
                </a:xfrm>
                <a:custGeom>
                  <a:rect b="b" l="l" r="r" t="t"/>
                  <a:pathLst>
                    <a:path extrusionOk="0" h="973" w="1126">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37" name="Google Shape;4337;p129"/>
              <p:cNvGrpSpPr/>
              <p:nvPr/>
            </p:nvGrpSpPr>
            <p:grpSpPr>
              <a:xfrm>
                <a:off x="5119380" y="3788235"/>
                <a:ext cx="31499" cy="26993"/>
                <a:chOff x="5119380" y="3788235"/>
                <a:chExt cx="31499" cy="26993"/>
              </a:xfrm>
            </p:grpSpPr>
            <p:sp>
              <p:nvSpPr>
                <p:cNvPr id="4338" name="Google Shape;4338;p129"/>
                <p:cNvSpPr/>
                <p:nvPr/>
              </p:nvSpPr>
              <p:spPr>
                <a:xfrm>
                  <a:off x="5119380" y="3788235"/>
                  <a:ext cx="31499" cy="26993"/>
                </a:xfrm>
                <a:custGeom>
                  <a:rect b="b" l="l" r="r" t="t"/>
                  <a:pathLst>
                    <a:path extrusionOk="0" h="3432" w="4005">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9" name="Google Shape;4339;p129"/>
                <p:cNvSpPr/>
                <p:nvPr/>
              </p:nvSpPr>
              <p:spPr>
                <a:xfrm>
                  <a:off x="5132318" y="3797901"/>
                  <a:ext cx="8856" cy="7605"/>
                </a:xfrm>
                <a:custGeom>
                  <a:rect b="b" l="l" r="r" t="t"/>
                  <a:pathLst>
                    <a:path extrusionOk="0" h="967" w="1126">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40" name="Google Shape;4340;p129"/>
              <p:cNvGrpSpPr/>
              <p:nvPr/>
            </p:nvGrpSpPr>
            <p:grpSpPr>
              <a:xfrm>
                <a:off x="5158005" y="3875284"/>
                <a:ext cx="31405" cy="27001"/>
                <a:chOff x="5158005" y="3875284"/>
                <a:chExt cx="31405" cy="27001"/>
              </a:xfrm>
            </p:grpSpPr>
            <p:sp>
              <p:nvSpPr>
                <p:cNvPr id="4341" name="Google Shape;4341;p129"/>
                <p:cNvSpPr/>
                <p:nvPr/>
              </p:nvSpPr>
              <p:spPr>
                <a:xfrm>
                  <a:off x="5158005" y="3875284"/>
                  <a:ext cx="31405" cy="27001"/>
                </a:xfrm>
                <a:custGeom>
                  <a:rect b="b" l="l" r="r" t="t"/>
                  <a:pathLst>
                    <a:path extrusionOk="0" h="3433" w="3993">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2" name="Google Shape;4342;p129"/>
                <p:cNvSpPr/>
                <p:nvPr/>
              </p:nvSpPr>
              <p:spPr>
                <a:xfrm>
                  <a:off x="5170848" y="3884958"/>
                  <a:ext cx="8950" cy="7645"/>
                </a:xfrm>
                <a:custGeom>
                  <a:rect b="b" l="l" r="r" t="t"/>
                  <a:pathLst>
                    <a:path extrusionOk="0" h="972" w="1138">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43" name="Google Shape;4343;p129"/>
              <p:cNvGrpSpPr/>
              <p:nvPr/>
            </p:nvGrpSpPr>
            <p:grpSpPr>
              <a:xfrm>
                <a:off x="5233163" y="3764545"/>
                <a:ext cx="31499" cy="26898"/>
                <a:chOff x="5233163" y="3764545"/>
                <a:chExt cx="31499" cy="26898"/>
              </a:xfrm>
            </p:grpSpPr>
            <p:sp>
              <p:nvSpPr>
                <p:cNvPr id="4344" name="Google Shape;4344;p129"/>
                <p:cNvSpPr/>
                <p:nvPr/>
              </p:nvSpPr>
              <p:spPr>
                <a:xfrm>
                  <a:off x="5233163" y="3764545"/>
                  <a:ext cx="31499" cy="26898"/>
                </a:xfrm>
                <a:custGeom>
                  <a:rect b="b" l="l" r="r" t="t"/>
                  <a:pathLst>
                    <a:path extrusionOk="0" h="3420" w="4005">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5" name="Google Shape;4345;p129"/>
                <p:cNvSpPr/>
                <p:nvPr/>
              </p:nvSpPr>
              <p:spPr>
                <a:xfrm>
                  <a:off x="5246108" y="3774211"/>
                  <a:ext cx="8856" cy="7590"/>
                </a:xfrm>
                <a:custGeom>
                  <a:rect b="b" l="l" r="r" t="t"/>
                  <a:pathLst>
                    <a:path extrusionOk="0" h="965" w="1126">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46" name="Google Shape;4346;p129"/>
              <p:cNvGrpSpPr/>
              <p:nvPr/>
            </p:nvGrpSpPr>
            <p:grpSpPr>
              <a:xfrm>
                <a:off x="5276168" y="3805545"/>
                <a:ext cx="31499" cy="26906"/>
                <a:chOff x="5276168" y="3805545"/>
                <a:chExt cx="31499" cy="26906"/>
              </a:xfrm>
            </p:grpSpPr>
            <p:sp>
              <p:nvSpPr>
                <p:cNvPr id="4347" name="Google Shape;4347;p129"/>
                <p:cNvSpPr/>
                <p:nvPr/>
              </p:nvSpPr>
              <p:spPr>
                <a:xfrm>
                  <a:off x="5276168" y="3805545"/>
                  <a:ext cx="31499" cy="26906"/>
                </a:xfrm>
                <a:custGeom>
                  <a:rect b="b" l="l" r="r" t="t"/>
                  <a:pathLst>
                    <a:path extrusionOk="0" h="3421" w="4005">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8" name="Google Shape;4348;p129"/>
                <p:cNvSpPr/>
                <p:nvPr/>
              </p:nvSpPr>
              <p:spPr>
                <a:xfrm>
                  <a:off x="5289106" y="3815219"/>
                  <a:ext cx="8856" cy="7605"/>
                </a:xfrm>
                <a:custGeom>
                  <a:rect b="b" l="l" r="r" t="t"/>
                  <a:pathLst>
                    <a:path extrusionOk="0" h="967" w="1126">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49" name="Google Shape;4349;p129"/>
              <p:cNvGrpSpPr/>
              <p:nvPr/>
            </p:nvGrpSpPr>
            <p:grpSpPr>
              <a:xfrm>
                <a:off x="5294053" y="3851933"/>
                <a:ext cx="31405" cy="26945"/>
                <a:chOff x="5294053" y="3851933"/>
                <a:chExt cx="31405" cy="26945"/>
              </a:xfrm>
            </p:grpSpPr>
            <p:sp>
              <p:nvSpPr>
                <p:cNvPr id="4350" name="Google Shape;4350;p129"/>
                <p:cNvSpPr/>
                <p:nvPr/>
              </p:nvSpPr>
              <p:spPr>
                <a:xfrm>
                  <a:off x="5294053" y="3851933"/>
                  <a:ext cx="31405" cy="26945"/>
                </a:xfrm>
                <a:custGeom>
                  <a:rect b="b" l="l" r="r" t="t"/>
                  <a:pathLst>
                    <a:path extrusionOk="0" h="3426" w="3993">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1" name="Google Shape;4351;p129"/>
                <p:cNvSpPr/>
                <p:nvPr/>
              </p:nvSpPr>
              <p:spPr>
                <a:xfrm>
                  <a:off x="5308234" y="3861552"/>
                  <a:ext cx="7621" cy="7621"/>
                </a:xfrm>
                <a:custGeom>
                  <a:rect b="b" l="l" r="r" t="t"/>
                  <a:pathLst>
                    <a:path extrusionOk="0" h="969" w="969">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52" name="Google Shape;4352;p129"/>
              <p:cNvGrpSpPr/>
              <p:nvPr/>
            </p:nvGrpSpPr>
            <p:grpSpPr>
              <a:xfrm>
                <a:off x="5341723" y="3851902"/>
                <a:ext cx="31405" cy="26977"/>
                <a:chOff x="5341723" y="3851902"/>
                <a:chExt cx="31405" cy="26977"/>
              </a:xfrm>
            </p:grpSpPr>
            <p:sp>
              <p:nvSpPr>
                <p:cNvPr id="4353" name="Google Shape;4353;p129"/>
                <p:cNvSpPr/>
                <p:nvPr/>
              </p:nvSpPr>
              <p:spPr>
                <a:xfrm>
                  <a:off x="5341723" y="3851902"/>
                  <a:ext cx="31405" cy="26977"/>
                </a:xfrm>
                <a:custGeom>
                  <a:rect b="b" l="l" r="r" t="t"/>
                  <a:pathLst>
                    <a:path extrusionOk="0" h="3430" w="3993">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4" name="Google Shape;4354;p129"/>
                <p:cNvSpPr/>
                <p:nvPr/>
              </p:nvSpPr>
              <p:spPr>
                <a:xfrm>
                  <a:off x="5354567" y="3861647"/>
                  <a:ext cx="8950" cy="7590"/>
                </a:xfrm>
                <a:custGeom>
                  <a:rect b="b" l="l" r="r" t="t"/>
                  <a:pathLst>
                    <a:path extrusionOk="0" h="965" w="1138">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55" name="Google Shape;4355;p129"/>
              <p:cNvGrpSpPr/>
              <p:nvPr/>
            </p:nvGrpSpPr>
            <p:grpSpPr>
              <a:xfrm>
                <a:off x="5054871" y="3507855"/>
                <a:ext cx="31405" cy="26993"/>
                <a:chOff x="5054871" y="3507855"/>
                <a:chExt cx="31405" cy="26993"/>
              </a:xfrm>
            </p:grpSpPr>
            <p:sp>
              <p:nvSpPr>
                <p:cNvPr id="4356" name="Google Shape;4356;p129"/>
                <p:cNvSpPr/>
                <p:nvPr/>
              </p:nvSpPr>
              <p:spPr>
                <a:xfrm>
                  <a:off x="5054871" y="3507855"/>
                  <a:ext cx="31405" cy="26993"/>
                </a:xfrm>
                <a:custGeom>
                  <a:rect b="b" l="l" r="r" t="t"/>
                  <a:pathLst>
                    <a:path extrusionOk="0" h="3432" w="3993">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7" name="Google Shape;4357;p129"/>
                <p:cNvSpPr/>
                <p:nvPr/>
              </p:nvSpPr>
              <p:spPr>
                <a:xfrm>
                  <a:off x="5067715" y="3517521"/>
                  <a:ext cx="8950" cy="7605"/>
                </a:xfrm>
                <a:custGeom>
                  <a:rect b="b" l="l" r="r" t="t"/>
                  <a:pathLst>
                    <a:path extrusionOk="0" h="967" w="1138">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58" name="Google Shape;4358;p129"/>
              <p:cNvGrpSpPr/>
              <p:nvPr/>
            </p:nvGrpSpPr>
            <p:grpSpPr>
              <a:xfrm>
                <a:off x="4876579" y="3675325"/>
                <a:ext cx="31405" cy="26969"/>
                <a:chOff x="4876579" y="3675325"/>
                <a:chExt cx="31405" cy="26969"/>
              </a:xfrm>
            </p:grpSpPr>
            <p:sp>
              <p:nvSpPr>
                <p:cNvPr id="4359" name="Google Shape;4359;p129"/>
                <p:cNvSpPr/>
                <p:nvPr/>
              </p:nvSpPr>
              <p:spPr>
                <a:xfrm>
                  <a:off x="4876579" y="3675325"/>
                  <a:ext cx="31405" cy="26969"/>
                </a:xfrm>
                <a:custGeom>
                  <a:rect b="b" l="l" r="r" t="t"/>
                  <a:pathLst>
                    <a:path extrusionOk="0" h="3429" w="3993">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0" name="Google Shape;4360;p129"/>
                <p:cNvSpPr/>
                <p:nvPr/>
              </p:nvSpPr>
              <p:spPr>
                <a:xfrm>
                  <a:off x="4889517" y="3684975"/>
                  <a:ext cx="8856" cy="7676"/>
                </a:xfrm>
                <a:custGeom>
                  <a:rect b="b" l="l" r="r" t="t"/>
                  <a:pathLst>
                    <a:path extrusionOk="0" h="976" w="1126">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61" name="Google Shape;4361;p129"/>
              <p:cNvGrpSpPr/>
              <p:nvPr/>
            </p:nvGrpSpPr>
            <p:grpSpPr>
              <a:xfrm>
                <a:off x="4842233" y="3688333"/>
                <a:ext cx="31405" cy="26993"/>
                <a:chOff x="4842233" y="3688333"/>
                <a:chExt cx="31405" cy="26993"/>
              </a:xfrm>
            </p:grpSpPr>
            <p:sp>
              <p:nvSpPr>
                <p:cNvPr id="4362" name="Google Shape;4362;p129"/>
                <p:cNvSpPr/>
                <p:nvPr/>
              </p:nvSpPr>
              <p:spPr>
                <a:xfrm>
                  <a:off x="4842233" y="3688333"/>
                  <a:ext cx="31405" cy="26993"/>
                </a:xfrm>
                <a:custGeom>
                  <a:rect b="b" l="l" r="r" t="t"/>
                  <a:pathLst>
                    <a:path extrusionOk="0" h="3432" w="3993">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3" name="Google Shape;4363;p129"/>
                <p:cNvSpPr/>
                <p:nvPr/>
              </p:nvSpPr>
              <p:spPr>
                <a:xfrm>
                  <a:off x="4855076" y="3698094"/>
                  <a:ext cx="8856" cy="7590"/>
                </a:xfrm>
                <a:custGeom>
                  <a:rect b="b" l="l" r="r" t="t"/>
                  <a:pathLst>
                    <a:path extrusionOk="0" h="965" w="1126">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64" name="Google Shape;4364;p129"/>
              <p:cNvGrpSpPr/>
              <p:nvPr/>
            </p:nvGrpSpPr>
            <p:grpSpPr>
              <a:xfrm>
                <a:off x="5187876" y="3608032"/>
                <a:ext cx="31405" cy="27001"/>
                <a:chOff x="5187876" y="3608032"/>
                <a:chExt cx="31405" cy="27001"/>
              </a:xfrm>
            </p:grpSpPr>
            <p:sp>
              <p:nvSpPr>
                <p:cNvPr id="4365" name="Google Shape;4365;p129"/>
                <p:cNvSpPr/>
                <p:nvPr/>
              </p:nvSpPr>
              <p:spPr>
                <a:xfrm>
                  <a:off x="5187876" y="3608032"/>
                  <a:ext cx="31405" cy="27001"/>
                </a:xfrm>
                <a:custGeom>
                  <a:rect b="b" l="l" r="r" t="t"/>
                  <a:pathLst>
                    <a:path extrusionOk="0" h="3433" w="3993">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6" name="Google Shape;4366;p129"/>
                <p:cNvSpPr/>
                <p:nvPr/>
              </p:nvSpPr>
              <p:spPr>
                <a:xfrm>
                  <a:off x="5202057" y="3617706"/>
                  <a:ext cx="7621" cy="7621"/>
                </a:xfrm>
                <a:custGeom>
                  <a:rect b="b" l="l" r="r" t="t"/>
                  <a:pathLst>
                    <a:path extrusionOk="0" h="969" w="969">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367" name="Google Shape;4367;p129"/>
              <p:cNvSpPr/>
              <p:nvPr/>
            </p:nvSpPr>
            <p:spPr>
              <a:xfrm>
                <a:off x="5142589" y="3410030"/>
                <a:ext cx="42542" cy="36525"/>
              </a:xfrm>
              <a:custGeom>
                <a:rect b="b" l="l" r="r" t="t"/>
                <a:pathLst>
                  <a:path extrusionOk="0" h="4644" w="5409">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8" name="Google Shape;4368;p129"/>
              <p:cNvSpPr/>
              <p:nvPr/>
            </p:nvSpPr>
            <p:spPr>
              <a:xfrm>
                <a:off x="5158382" y="3419720"/>
                <a:ext cx="17138" cy="17130"/>
              </a:xfrm>
              <a:custGeom>
                <a:rect b="b" l="l" r="r" t="t"/>
                <a:pathLst>
                  <a:path extrusionOk="0" h="2178" w="2179">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369" name="Google Shape;4369;p129"/>
              <p:cNvGrpSpPr/>
              <p:nvPr/>
            </p:nvGrpSpPr>
            <p:grpSpPr>
              <a:xfrm>
                <a:off x="5269224" y="3304167"/>
                <a:ext cx="40253" cy="34402"/>
                <a:chOff x="5269224" y="3304167"/>
                <a:chExt cx="40253" cy="34402"/>
              </a:xfrm>
            </p:grpSpPr>
            <p:sp>
              <p:nvSpPr>
                <p:cNvPr id="4370" name="Google Shape;4370;p129"/>
                <p:cNvSpPr/>
                <p:nvPr/>
              </p:nvSpPr>
              <p:spPr>
                <a:xfrm>
                  <a:off x="5269224" y="3304167"/>
                  <a:ext cx="40253" cy="34402"/>
                </a:xfrm>
                <a:custGeom>
                  <a:rect b="b" l="l" r="r" t="t"/>
                  <a:pathLst>
                    <a:path extrusionOk="0" h="4374" w="5118">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1" name="Google Shape;4371;p129"/>
                <p:cNvSpPr/>
                <p:nvPr/>
              </p:nvSpPr>
              <p:spPr>
                <a:xfrm>
                  <a:off x="5284639" y="3313826"/>
                  <a:ext cx="15132" cy="15140"/>
                </a:xfrm>
                <a:custGeom>
                  <a:rect b="b" l="l" r="r" t="t"/>
                  <a:pathLst>
                    <a:path extrusionOk="0" h="1925" w="1924">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72" name="Google Shape;4372;p129"/>
              <p:cNvGrpSpPr/>
              <p:nvPr/>
            </p:nvGrpSpPr>
            <p:grpSpPr>
              <a:xfrm>
                <a:off x="5327354" y="3476615"/>
                <a:ext cx="49864" cy="42723"/>
                <a:chOff x="5327354" y="3476615"/>
                <a:chExt cx="49864" cy="42723"/>
              </a:xfrm>
            </p:grpSpPr>
            <p:sp>
              <p:nvSpPr>
                <p:cNvPr id="4373" name="Google Shape;4373;p129"/>
                <p:cNvSpPr/>
                <p:nvPr/>
              </p:nvSpPr>
              <p:spPr>
                <a:xfrm>
                  <a:off x="5327354" y="3476615"/>
                  <a:ext cx="49864" cy="42723"/>
                </a:xfrm>
                <a:custGeom>
                  <a:rect b="b" l="l" r="r" t="t"/>
                  <a:pathLst>
                    <a:path extrusionOk="0" h="5432" w="634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4" name="Google Shape;4374;p129"/>
                <p:cNvSpPr/>
                <p:nvPr/>
              </p:nvSpPr>
              <p:spPr>
                <a:xfrm>
                  <a:off x="5340197" y="3486321"/>
                  <a:ext cx="27315" cy="23406"/>
                </a:xfrm>
                <a:custGeom>
                  <a:rect b="b" l="l" r="r" t="t"/>
                  <a:pathLst>
                    <a:path extrusionOk="0" h="2976" w="3473">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375" name="Google Shape;4375;p129"/>
              <p:cNvSpPr/>
              <p:nvPr/>
            </p:nvSpPr>
            <p:spPr>
              <a:xfrm>
                <a:off x="5290255" y="3703080"/>
                <a:ext cx="31397" cy="26898"/>
              </a:xfrm>
              <a:custGeom>
                <a:rect b="b" l="l" r="r" t="t"/>
                <a:pathLst>
                  <a:path extrusionOk="0" h="3420" w="3992">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6" name="Google Shape;4376;p129"/>
              <p:cNvSpPr/>
              <p:nvPr/>
            </p:nvSpPr>
            <p:spPr>
              <a:xfrm>
                <a:off x="5304427" y="3712754"/>
                <a:ext cx="7621" cy="7621"/>
              </a:xfrm>
              <a:custGeom>
                <a:rect b="b" l="l" r="r" t="t"/>
                <a:pathLst>
                  <a:path extrusionOk="0" h="969" w="969">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377" name="Google Shape;4377;p129"/>
              <p:cNvGrpSpPr/>
              <p:nvPr/>
            </p:nvGrpSpPr>
            <p:grpSpPr>
              <a:xfrm>
                <a:off x="5341723" y="3775957"/>
                <a:ext cx="31405" cy="26898"/>
                <a:chOff x="5341723" y="3775957"/>
                <a:chExt cx="31405" cy="26898"/>
              </a:xfrm>
            </p:grpSpPr>
            <p:sp>
              <p:nvSpPr>
                <p:cNvPr id="4378" name="Google Shape;4378;p129"/>
                <p:cNvSpPr/>
                <p:nvPr/>
              </p:nvSpPr>
              <p:spPr>
                <a:xfrm>
                  <a:off x="5341723" y="3775957"/>
                  <a:ext cx="31405" cy="26898"/>
                </a:xfrm>
                <a:custGeom>
                  <a:rect b="b" l="l" r="r" t="t"/>
                  <a:pathLst>
                    <a:path extrusionOk="0" h="3420" w="3993">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9" name="Google Shape;4379;p129"/>
                <p:cNvSpPr/>
                <p:nvPr/>
              </p:nvSpPr>
              <p:spPr>
                <a:xfrm>
                  <a:off x="5354567" y="3785631"/>
                  <a:ext cx="8950" cy="7605"/>
                </a:xfrm>
                <a:custGeom>
                  <a:rect b="b" l="l" r="r" t="t"/>
                  <a:pathLst>
                    <a:path extrusionOk="0" h="967" w="1138">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80" name="Google Shape;4380;p129"/>
              <p:cNvGrpSpPr/>
              <p:nvPr/>
            </p:nvGrpSpPr>
            <p:grpSpPr>
              <a:xfrm>
                <a:off x="5439053" y="3699274"/>
                <a:ext cx="31405" cy="26898"/>
                <a:chOff x="5439053" y="3699274"/>
                <a:chExt cx="31405" cy="26898"/>
              </a:xfrm>
            </p:grpSpPr>
            <p:sp>
              <p:nvSpPr>
                <p:cNvPr id="4381" name="Google Shape;4381;p129"/>
                <p:cNvSpPr/>
                <p:nvPr/>
              </p:nvSpPr>
              <p:spPr>
                <a:xfrm>
                  <a:off x="5439053" y="3699274"/>
                  <a:ext cx="31405" cy="26898"/>
                </a:xfrm>
                <a:custGeom>
                  <a:rect b="b" l="l" r="r" t="t"/>
                  <a:pathLst>
                    <a:path extrusionOk="0" h="3420" w="3993">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2" name="Google Shape;4382;p129"/>
                <p:cNvSpPr/>
                <p:nvPr/>
              </p:nvSpPr>
              <p:spPr>
                <a:xfrm>
                  <a:off x="5453225" y="3708948"/>
                  <a:ext cx="7621" cy="7621"/>
                </a:xfrm>
                <a:custGeom>
                  <a:rect b="b" l="l" r="r" t="t"/>
                  <a:pathLst>
                    <a:path extrusionOk="0" h="969"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83" name="Google Shape;4383;p129"/>
              <p:cNvGrpSpPr/>
              <p:nvPr/>
            </p:nvGrpSpPr>
            <p:grpSpPr>
              <a:xfrm>
                <a:off x="5412414" y="3622307"/>
                <a:ext cx="31499" cy="26993"/>
                <a:chOff x="5412414" y="3622307"/>
                <a:chExt cx="31499" cy="26993"/>
              </a:xfrm>
            </p:grpSpPr>
            <p:sp>
              <p:nvSpPr>
                <p:cNvPr id="4384" name="Google Shape;4384;p129"/>
                <p:cNvSpPr/>
                <p:nvPr/>
              </p:nvSpPr>
              <p:spPr>
                <a:xfrm>
                  <a:off x="5412414" y="3622307"/>
                  <a:ext cx="31499" cy="26993"/>
                </a:xfrm>
                <a:custGeom>
                  <a:rect b="b" l="l" r="r" t="t"/>
                  <a:pathLst>
                    <a:path extrusionOk="0" h="3432" w="4005">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5" name="Google Shape;4385;p129"/>
                <p:cNvSpPr/>
                <p:nvPr/>
              </p:nvSpPr>
              <p:spPr>
                <a:xfrm>
                  <a:off x="5426681" y="3632075"/>
                  <a:ext cx="7527" cy="7519"/>
                </a:xfrm>
                <a:custGeom>
                  <a:rect b="b" l="l" r="r" t="t"/>
                  <a:pathLst>
                    <a:path extrusionOk="0" h="956" w="957">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86" name="Google Shape;4386;p129"/>
              <p:cNvGrpSpPr/>
              <p:nvPr/>
            </p:nvGrpSpPr>
            <p:grpSpPr>
              <a:xfrm>
                <a:off x="5476254" y="3473949"/>
                <a:ext cx="26835" cy="26930"/>
                <a:chOff x="5476254" y="3473949"/>
                <a:chExt cx="26835" cy="26930"/>
              </a:xfrm>
            </p:grpSpPr>
            <p:sp>
              <p:nvSpPr>
                <p:cNvPr id="4387" name="Google Shape;4387;p129"/>
                <p:cNvSpPr/>
                <p:nvPr/>
              </p:nvSpPr>
              <p:spPr>
                <a:xfrm>
                  <a:off x="5476254" y="3473949"/>
                  <a:ext cx="26835" cy="26930"/>
                </a:xfrm>
                <a:custGeom>
                  <a:rect b="b" l="l" r="r" t="t"/>
                  <a:pathLst>
                    <a:path extrusionOk="0" h="3424" w="3412">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8" name="Google Shape;4388;p129"/>
                <p:cNvSpPr/>
                <p:nvPr/>
              </p:nvSpPr>
              <p:spPr>
                <a:xfrm>
                  <a:off x="5485857" y="3483655"/>
                  <a:ext cx="7621" cy="7621"/>
                </a:xfrm>
                <a:custGeom>
                  <a:rect b="b" l="l" r="r" t="t"/>
                  <a:pathLst>
                    <a:path extrusionOk="0" h="969"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89" name="Google Shape;4389;p129"/>
              <p:cNvGrpSpPr/>
              <p:nvPr/>
            </p:nvGrpSpPr>
            <p:grpSpPr>
              <a:xfrm>
                <a:off x="5564547" y="3481594"/>
                <a:ext cx="31397" cy="26898"/>
                <a:chOff x="5564547" y="3481594"/>
                <a:chExt cx="31397" cy="26898"/>
              </a:xfrm>
            </p:grpSpPr>
            <p:sp>
              <p:nvSpPr>
                <p:cNvPr id="4390" name="Google Shape;4390;p129"/>
                <p:cNvSpPr/>
                <p:nvPr/>
              </p:nvSpPr>
              <p:spPr>
                <a:xfrm>
                  <a:off x="5564547" y="3481594"/>
                  <a:ext cx="31397" cy="26898"/>
                </a:xfrm>
                <a:custGeom>
                  <a:rect b="b" l="l" r="r" t="t"/>
                  <a:pathLst>
                    <a:path extrusionOk="0" h="3420" w="3992">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1" name="Google Shape;4391;p129"/>
                <p:cNvSpPr/>
                <p:nvPr/>
              </p:nvSpPr>
              <p:spPr>
                <a:xfrm>
                  <a:off x="5578719" y="3491268"/>
                  <a:ext cx="7621" cy="7613"/>
                </a:xfrm>
                <a:custGeom>
                  <a:rect b="b" l="l" r="r" t="t"/>
                  <a:pathLst>
                    <a:path extrusionOk="0" h="968" w="969">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92" name="Google Shape;4392;p129"/>
              <p:cNvGrpSpPr/>
              <p:nvPr/>
            </p:nvGrpSpPr>
            <p:grpSpPr>
              <a:xfrm>
                <a:off x="5534101" y="3470174"/>
                <a:ext cx="31397" cy="26906"/>
                <a:chOff x="5534101" y="3470174"/>
                <a:chExt cx="31397" cy="26906"/>
              </a:xfrm>
            </p:grpSpPr>
            <p:sp>
              <p:nvSpPr>
                <p:cNvPr id="4393" name="Google Shape;4393;p129"/>
                <p:cNvSpPr/>
                <p:nvPr/>
              </p:nvSpPr>
              <p:spPr>
                <a:xfrm>
                  <a:off x="5534101" y="3470174"/>
                  <a:ext cx="31397" cy="26906"/>
                </a:xfrm>
                <a:custGeom>
                  <a:rect b="b" l="l" r="r" t="t"/>
                  <a:pathLst>
                    <a:path extrusionOk="0" h="3421" w="3992">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4" name="Google Shape;4394;p129"/>
                <p:cNvSpPr/>
                <p:nvPr/>
              </p:nvSpPr>
              <p:spPr>
                <a:xfrm>
                  <a:off x="5546945" y="3479848"/>
                  <a:ext cx="8950" cy="7582"/>
                </a:xfrm>
                <a:custGeom>
                  <a:rect b="b" l="l" r="r" t="t"/>
                  <a:pathLst>
                    <a:path extrusionOk="0" h="964" w="1138">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95" name="Google Shape;4395;p129"/>
              <p:cNvGrpSpPr/>
              <p:nvPr/>
            </p:nvGrpSpPr>
            <p:grpSpPr>
              <a:xfrm>
                <a:off x="5610879" y="3314486"/>
                <a:ext cx="31499" cy="26938"/>
                <a:chOff x="5610879" y="3314486"/>
                <a:chExt cx="31499" cy="26938"/>
              </a:xfrm>
            </p:grpSpPr>
            <p:sp>
              <p:nvSpPr>
                <p:cNvPr id="4396" name="Google Shape;4396;p129"/>
                <p:cNvSpPr/>
                <p:nvPr/>
              </p:nvSpPr>
              <p:spPr>
                <a:xfrm>
                  <a:off x="5610879" y="3314486"/>
                  <a:ext cx="31499" cy="26938"/>
                </a:xfrm>
                <a:custGeom>
                  <a:rect b="b" l="l" r="r" t="t"/>
                  <a:pathLst>
                    <a:path extrusionOk="0" h="3425" w="4005">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7" name="Google Shape;4397;p129"/>
                <p:cNvSpPr/>
                <p:nvPr/>
              </p:nvSpPr>
              <p:spPr>
                <a:xfrm>
                  <a:off x="5623817" y="3324192"/>
                  <a:ext cx="8950" cy="7590"/>
                </a:xfrm>
                <a:custGeom>
                  <a:rect b="b" l="l" r="r" t="t"/>
                  <a:pathLst>
                    <a:path extrusionOk="0" h="965" w="1138">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98" name="Google Shape;4398;p129"/>
              <p:cNvGrpSpPr/>
              <p:nvPr/>
            </p:nvGrpSpPr>
            <p:grpSpPr>
              <a:xfrm>
                <a:off x="4834525" y="3501382"/>
                <a:ext cx="31499" cy="26898"/>
                <a:chOff x="4834525" y="3501382"/>
                <a:chExt cx="31499" cy="26898"/>
              </a:xfrm>
            </p:grpSpPr>
            <p:sp>
              <p:nvSpPr>
                <p:cNvPr id="4399" name="Google Shape;4399;p129"/>
                <p:cNvSpPr/>
                <p:nvPr/>
              </p:nvSpPr>
              <p:spPr>
                <a:xfrm>
                  <a:off x="4834525" y="3501382"/>
                  <a:ext cx="31499" cy="26898"/>
                </a:xfrm>
                <a:custGeom>
                  <a:rect b="b" l="l" r="r" t="t"/>
                  <a:pathLst>
                    <a:path extrusionOk="0" h="3420" w="4005">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0" name="Google Shape;4400;p129"/>
                <p:cNvSpPr/>
                <p:nvPr/>
              </p:nvSpPr>
              <p:spPr>
                <a:xfrm>
                  <a:off x="4847463" y="3511056"/>
                  <a:ext cx="8950" cy="7605"/>
                </a:xfrm>
                <a:custGeom>
                  <a:rect b="b" l="l" r="r" t="t"/>
                  <a:pathLst>
                    <a:path extrusionOk="0" h="967" w="1138">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01" name="Google Shape;4401;p129"/>
              <p:cNvGrpSpPr/>
              <p:nvPr/>
            </p:nvGrpSpPr>
            <p:grpSpPr>
              <a:xfrm>
                <a:off x="4898460" y="3580158"/>
                <a:ext cx="31405" cy="26898"/>
                <a:chOff x="4898460" y="3580158"/>
                <a:chExt cx="31405" cy="26898"/>
              </a:xfrm>
            </p:grpSpPr>
            <p:sp>
              <p:nvSpPr>
                <p:cNvPr id="4402" name="Google Shape;4402;p129"/>
                <p:cNvSpPr/>
                <p:nvPr/>
              </p:nvSpPr>
              <p:spPr>
                <a:xfrm>
                  <a:off x="4898460" y="3580158"/>
                  <a:ext cx="31405" cy="26898"/>
                </a:xfrm>
                <a:custGeom>
                  <a:rect b="b" l="l" r="r" t="t"/>
                  <a:pathLst>
                    <a:path extrusionOk="0" h="3420" w="3993">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3" name="Google Shape;4403;p129"/>
                <p:cNvSpPr/>
                <p:nvPr/>
              </p:nvSpPr>
              <p:spPr>
                <a:xfrm>
                  <a:off x="4911303" y="3589832"/>
                  <a:ext cx="8950" cy="7605"/>
                </a:xfrm>
                <a:custGeom>
                  <a:rect b="b" l="l" r="r" t="t"/>
                  <a:pathLst>
                    <a:path extrusionOk="0" h="967" w="1138">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04" name="Google Shape;4404;p129"/>
              <p:cNvGrpSpPr/>
              <p:nvPr/>
            </p:nvGrpSpPr>
            <p:grpSpPr>
              <a:xfrm>
                <a:off x="4882667" y="3608032"/>
                <a:ext cx="31499" cy="27001"/>
                <a:chOff x="4882667" y="3608032"/>
                <a:chExt cx="31499" cy="27001"/>
              </a:xfrm>
            </p:grpSpPr>
            <p:sp>
              <p:nvSpPr>
                <p:cNvPr id="4405" name="Google Shape;4405;p129"/>
                <p:cNvSpPr/>
                <p:nvPr/>
              </p:nvSpPr>
              <p:spPr>
                <a:xfrm>
                  <a:off x="4882667" y="3608032"/>
                  <a:ext cx="31499" cy="27001"/>
                </a:xfrm>
                <a:custGeom>
                  <a:rect b="b" l="l" r="r" t="t"/>
                  <a:pathLst>
                    <a:path extrusionOk="0" h="3433" w="4005">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6" name="Google Shape;4406;p129"/>
                <p:cNvSpPr/>
                <p:nvPr/>
              </p:nvSpPr>
              <p:spPr>
                <a:xfrm>
                  <a:off x="4895605" y="3617706"/>
                  <a:ext cx="8950" cy="7653"/>
                </a:xfrm>
                <a:custGeom>
                  <a:rect b="b" l="l" r="r" t="t"/>
                  <a:pathLst>
                    <a:path extrusionOk="0" h="973" w="1138">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07" name="Google Shape;4407;p129"/>
              <p:cNvGrpSpPr/>
              <p:nvPr/>
            </p:nvGrpSpPr>
            <p:grpSpPr>
              <a:xfrm>
                <a:off x="4843373" y="3631407"/>
                <a:ext cx="16273" cy="16186"/>
                <a:chOff x="4843373" y="3631407"/>
                <a:chExt cx="16273" cy="16186"/>
              </a:xfrm>
            </p:grpSpPr>
            <p:sp>
              <p:nvSpPr>
                <p:cNvPr id="4408" name="Google Shape;4408;p129"/>
                <p:cNvSpPr/>
                <p:nvPr/>
              </p:nvSpPr>
              <p:spPr>
                <a:xfrm>
                  <a:off x="4843373" y="3631407"/>
                  <a:ext cx="16273" cy="16186"/>
                </a:xfrm>
                <a:custGeom>
                  <a:rect b="b" l="l" r="r" t="t"/>
                  <a:pathLst>
                    <a:path extrusionOk="0" h="2058" w="2069">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9" name="Google Shape;4409;p129"/>
                <p:cNvSpPr/>
                <p:nvPr/>
              </p:nvSpPr>
              <p:spPr>
                <a:xfrm>
                  <a:off x="4849178" y="3637211"/>
                  <a:ext cx="4672" cy="4577"/>
                </a:xfrm>
                <a:custGeom>
                  <a:rect b="b" l="l" r="r" t="t"/>
                  <a:pathLst>
                    <a:path extrusionOk="0" h="582" w="594">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10" name="Google Shape;4410;p129"/>
              <p:cNvGrpSpPr/>
              <p:nvPr/>
            </p:nvGrpSpPr>
            <p:grpSpPr>
              <a:xfrm>
                <a:off x="4727773" y="3591578"/>
                <a:ext cx="31499" cy="26898"/>
                <a:chOff x="4727773" y="3591578"/>
                <a:chExt cx="31499" cy="26898"/>
              </a:xfrm>
            </p:grpSpPr>
            <p:sp>
              <p:nvSpPr>
                <p:cNvPr id="4411" name="Google Shape;4411;p129"/>
                <p:cNvSpPr/>
                <p:nvPr/>
              </p:nvSpPr>
              <p:spPr>
                <a:xfrm>
                  <a:off x="4727773" y="3591578"/>
                  <a:ext cx="31499" cy="26898"/>
                </a:xfrm>
                <a:custGeom>
                  <a:rect b="b" l="l" r="r" t="t"/>
                  <a:pathLst>
                    <a:path extrusionOk="0" h="3420" w="4005">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2" name="Google Shape;4412;p129"/>
                <p:cNvSpPr/>
                <p:nvPr/>
              </p:nvSpPr>
              <p:spPr>
                <a:xfrm>
                  <a:off x="4740719" y="3601244"/>
                  <a:ext cx="8856" cy="7590"/>
                </a:xfrm>
                <a:custGeom>
                  <a:rect b="b" l="l" r="r" t="t"/>
                  <a:pathLst>
                    <a:path extrusionOk="0" h="965" w="1126">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413" name="Google Shape;4413;p129"/>
              <p:cNvSpPr/>
              <p:nvPr/>
            </p:nvSpPr>
            <p:spPr>
              <a:xfrm>
                <a:off x="4652041" y="3622590"/>
                <a:ext cx="31405" cy="26906"/>
              </a:xfrm>
              <a:custGeom>
                <a:rect b="b" l="l" r="r" t="t"/>
                <a:pathLst>
                  <a:path extrusionOk="0" h="3421" w="3993">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4" name="Google Shape;4414;p129"/>
              <p:cNvSpPr/>
              <p:nvPr/>
            </p:nvSpPr>
            <p:spPr>
              <a:xfrm>
                <a:off x="4666222" y="3632264"/>
                <a:ext cx="7613" cy="7621"/>
              </a:xfrm>
              <a:custGeom>
                <a:rect b="b" l="l" r="r" t="t"/>
                <a:pathLst>
                  <a:path extrusionOk="0" h="969" w="968">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415" name="Google Shape;4415;p129"/>
              <p:cNvGrpSpPr/>
              <p:nvPr/>
            </p:nvGrpSpPr>
            <p:grpSpPr>
              <a:xfrm>
                <a:off x="4609421" y="3577398"/>
                <a:ext cx="31499" cy="27001"/>
                <a:chOff x="4609421" y="3577398"/>
                <a:chExt cx="31499" cy="27001"/>
              </a:xfrm>
            </p:grpSpPr>
            <p:sp>
              <p:nvSpPr>
                <p:cNvPr id="4416" name="Google Shape;4416;p129"/>
                <p:cNvSpPr/>
                <p:nvPr/>
              </p:nvSpPr>
              <p:spPr>
                <a:xfrm>
                  <a:off x="4609421" y="3577398"/>
                  <a:ext cx="31499" cy="27001"/>
                </a:xfrm>
                <a:custGeom>
                  <a:rect b="b" l="l" r="r" t="t"/>
                  <a:pathLst>
                    <a:path extrusionOk="0" h="3433" w="4005">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7" name="Google Shape;4417;p129"/>
                <p:cNvSpPr/>
                <p:nvPr/>
              </p:nvSpPr>
              <p:spPr>
                <a:xfrm>
                  <a:off x="4623594" y="3587072"/>
                  <a:ext cx="7621" cy="7621"/>
                </a:xfrm>
                <a:custGeom>
                  <a:rect b="b" l="l" r="r" t="t"/>
                  <a:pathLst>
                    <a:path extrusionOk="0" h="969" w="969">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18" name="Google Shape;4418;p129"/>
              <p:cNvGrpSpPr/>
              <p:nvPr/>
            </p:nvGrpSpPr>
            <p:grpSpPr>
              <a:xfrm>
                <a:off x="4649289" y="3577398"/>
                <a:ext cx="31499" cy="27001"/>
                <a:chOff x="4649289" y="3577398"/>
                <a:chExt cx="31499" cy="27001"/>
              </a:xfrm>
            </p:grpSpPr>
            <p:sp>
              <p:nvSpPr>
                <p:cNvPr id="4419" name="Google Shape;4419;p129"/>
                <p:cNvSpPr/>
                <p:nvPr/>
              </p:nvSpPr>
              <p:spPr>
                <a:xfrm>
                  <a:off x="4649289" y="3577398"/>
                  <a:ext cx="31499" cy="27001"/>
                </a:xfrm>
                <a:custGeom>
                  <a:rect b="b" l="l" r="r" t="t"/>
                  <a:pathLst>
                    <a:path extrusionOk="0" h="3433" w="4005">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0" name="Google Shape;4420;p129"/>
                <p:cNvSpPr/>
                <p:nvPr/>
              </p:nvSpPr>
              <p:spPr>
                <a:xfrm>
                  <a:off x="4662227" y="3587072"/>
                  <a:ext cx="8856" cy="7676"/>
                </a:xfrm>
                <a:custGeom>
                  <a:rect b="b" l="l" r="r" t="t"/>
                  <a:pathLst>
                    <a:path extrusionOk="0" h="976" w="1126">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21" name="Google Shape;4421;p129"/>
              <p:cNvGrpSpPr/>
              <p:nvPr/>
            </p:nvGrpSpPr>
            <p:grpSpPr>
              <a:xfrm>
                <a:off x="4605614" y="3639523"/>
                <a:ext cx="31499" cy="26906"/>
                <a:chOff x="4605614" y="3639523"/>
                <a:chExt cx="31499" cy="26906"/>
              </a:xfrm>
            </p:grpSpPr>
            <p:sp>
              <p:nvSpPr>
                <p:cNvPr id="4422" name="Google Shape;4422;p129"/>
                <p:cNvSpPr/>
                <p:nvPr/>
              </p:nvSpPr>
              <p:spPr>
                <a:xfrm>
                  <a:off x="4605614" y="3639523"/>
                  <a:ext cx="31499" cy="26906"/>
                </a:xfrm>
                <a:custGeom>
                  <a:rect b="b" l="l" r="r" t="t"/>
                  <a:pathLst>
                    <a:path extrusionOk="0" h="3421" w="4005">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3" name="Google Shape;4423;p129"/>
                <p:cNvSpPr/>
                <p:nvPr/>
              </p:nvSpPr>
              <p:spPr>
                <a:xfrm>
                  <a:off x="4619795" y="3649197"/>
                  <a:ext cx="7613" cy="7621"/>
                </a:xfrm>
                <a:custGeom>
                  <a:rect b="b" l="l" r="r" t="t"/>
                  <a:pathLst>
                    <a:path extrusionOk="0" h="969" w="968">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24" name="Google Shape;4424;p129"/>
              <p:cNvGrpSpPr/>
              <p:nvPr/>
            </p:nvGrpSpPr>
            <p:grpSpPr>
              <a:xfrm>
                <a:off x="4785149" y="3618846"/>
                <a:ext cx="26930" cy="26843"/>
                <a:chOff x="4785149" y="3618846"/>
                <a:chExt cx="26930" cy="26843"/>
              </a:xfrm>
            </p:grpSpPr>
            <p:sp>
              <p:nvSpPr>
                <p:cNvPr id="4425" name="Google Shape;4425;p129"/>
                <p:cNvSpPr/>
                <p:nvPr/>
              </p:nvSpPr>
              <p:spPr>
                <a:xfrm>
                  <a:off x="4785149" y="3618846"/>
                  <a:ext cx="26930" cy="26843"/>
                </a:xfrm>
                <a:custGeom>
                  <a:rect b="b" l="l" r="r" t="t"/>
                  <a:pathLst>
                    <a:path extrusionOk="0" h="3413" w="3424">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6" name="Google Shape;4426;p129"/>
                <p:cNvSpPr/>
                <p:nvPr/>
              </p:nvSpPr>
              <p:spPr>
                <a:xfrm>
                  <a:off x="4793611" y="3628457"/>
                  <a:ext cx="8856" cy="7590"/>
                </a:xfrm>
                <a:custGeom>
                  <a:rect b="b" l="l" r="r" t="t"/>
                  <a:pathLst>
                    <a:path extrusionOk="0" h="965" w="1126">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27" name="Google Shape;4427;p129"/>
              <p:cNvGrpSpPr/>
              <p:nvPr/>
            </p:nvGrpSpPr>
            <p:grpSpPr>
              <a:xfrm>
                <a:off x="4810167" y="3601567"/>
                <a:ext cx="31405" cy="26898"/>
                <a:chOff x="4810167" y="3601567"/>
                <a:chExt cx="31405" cy="26898"/>
              </a:xfrm>
            </p:grpSpPr>
            <p:sp>
              <p:nvSpPr>
                <p:cNvPr id="4428" name="Google Shape;4428;p129"/>
                <p:cNvSpPr/>
                <p:nvPr/>
              </p:nvSpPr>
              <p:spPr>
                <a:xfrm>
                  <a:off x="4810167" y="3601567"/>
                  <a:ext cx="31405" cy="26898"/>
                </a:xfrm>
                <a:custGeom>
                  <a:rect b="b" l="l" r="r" t="t"/>
                  <a:pathLst>
                    <a:path extrusionOk="0" h="3420" w="3993">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9" name="Google Shape;4429;p129"/>
                <p:cNvSpPr/>
                <p:nvPr/>
              </p:nvSpPr>
              <p:spPr>
                <a:xfrm>
                  <a:off x="4824348" y="3611241"/>
                  <a:ext cx="7613" cy="7613"/>
                </a:xfrm>
                <a:custGeom>
                  <a:rect b="b" l="l" r="r" t="t"/>
                  <a:pathLst>
                    <a:path extrusionOk="0" h="968"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30" name="Google Shape;4430;p129"/>
              <p:cNvGrpSpPr/>
              <p:nvPr/>
            </p:nvGrpSpPr>
            <p:grpSpPr>
              <a:xfrm>
                <a:off x="4831002" y="3373230"/>
                <a:ext cx="31405" cy="26898"/>
                <a:chOff x="4831002" y="3373230"/>
                <a:chExt cx="31405" cy="26898"/>
              </a:xfrm>
            </p:grpSpPr>
            <p:sp>
              <p:nvSpPr>
                <p:cNvPr id="4431" name="Google Shape;4431;p129"/>
                <p:cNvSpPr/>
                <p:nvPr/>
              </p:nvSpPr>
              <p:spPr>
                <a:xfrm>
                  <a:off x="4831002" y="3373230"/>
                  <a:ext cx="31405" cy="26898"/>
                </a:xfrm>
                <a:custGeom>
                  <a:rect b="b" l="l" r="r" t="t"/>
                  <a:pathLst>
                    <a:path extrusionOk="0" h="3420" w="3993">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2" name="Google Shape;4432;p129"/>
                <p:cNvSpPr/>
                <p:nvPr/>
              </p:nvSpPr>
              <p:spPr>
                <a:xfrm>
                  <a:off x="4845182" y="3382896"/>
                  <a:ext cx="7519" cy="7621"/>
                </a:xfrm>
                <a:custGeom>
                  <a:rect b="b" l="l" r="r" t="t"/>
                  <a:pathLst>
                    <a:path extrusionOk="0" h="969" w="956">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33" name="Google Shape;4433;p129"/>
              <p:cNvGrpSpPr/>
              <p:nvPr/>
            </p:nvGrpSpPr>
            <p:grpSpPr>
              <a:xfrm>
                <a:off x="4719311" y="3355054"/>
                <a:ext cx="31499" cy="27001"/>
                <a:chOff x="4719311" y="3355054"/>
                <a:chExt cx="31499" cy="27001"/>
              </a:xfrm>
            </p:grpSpPr>
            <p:sp>
              <p:nvSpPr>
                <p:cNvPr id="4434" name="Google Shape;4434;p129"/>
                <p:cNvSpPr/>
                <p:nvPr/>
              </p:nvSpPr>
              <p:spPr>
                <a:xfrm>
                  <a:off x="4719311" y="3355054"/>
                  <a:ext cx="31499" cy="27001"/>
                </a:xfrm>
                <a:custGeom>
                  <a:rect b="b" l="l" r="r" t="t"/>
                  <a:pathLst>
                    <a:path extrusionOk="0" h="3433" w="4005">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5" name="Google Shape;4435;p129"/>
                <p:cNvSpPr/>
                <p:nvPr/>
              </p:nvSpPr>
              <p:spPr>
                <a:xfrm>
                  <a:off x="4733578" y="3364822"/>
                  <a:ext cx="7527" cy="7527"/>
                </a:xfrm>
                <a:custGeom>
                  <a:rect b="b" l="l" r="r" t="t"/>
                  <a:pathLst>
                    <a:path extrusionOk="0" h="957" w="957">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36" name="Google Shape;4436;p129"/>
              <p:cNvGrpSpPr/>
              <p:nvPr/>
            </p:nvGrpSpPr>
            <p:grpSpPr>
              <a:xfrm>
                <a:off x="4798755" y="3450260"/>
                <a:ext cx="26930" cy="26930"/>
                <a:chOff x="4798755" y="3450260"/>
                <a:chExt cx="26930" cy="26930"/>
              </a:xfrm>
            </p:grpSpPr>
            <p:sp>
              <p:nvSpPr>
                <p:cNvPr id="4437" name="Google Shape;4437;p129"/>
                <p:cNvSpPr/>
                <p:nvPr/>
              </p:nvSpPr>
              <p:spPr>
                <a:xfrm>
                  <a:off x="4798755" y="3450260"/>
                  <a:ext cx="26930" cy="26930"/>
                </a:xfrm>
                <a:custGeom>
                  <a:rect b="b" l="l" r="r" t="t"/>
                  <a:pathLst>
                    <a:path extrusionOk="0" h="3424" w="3424">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8" name="Google Shape;4438;p129"/>
                <p:cNvSpPr/>
                <p:nvPr/>
              </p:nvSpPr>
              <p:spPr>
                <a:xfrm>
                  <a:off x="4807218" y="3459871"/>
                  <a:ext cx="8856" cy="7605"/>
                </a:xfrm>
                <a:custGeom>
                  <a:rect b="b" l="l" r="r" t="t"/>
                  <a:pathLst>
                    <a:path extrusionOk="0" h="967" w="1126">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39" name="Google Shape;4439;p129"/>
              <p:cNvGrpSpPr/>
              <p:nvPr/>
            </p:nvGrpSpPr>
            <p:grpSpPr>
              <a:xfrm>
                <a:off x="4645576" y="3467555"/>
                <a:ext cx="31405" cy="26953"/>
                <a:chOff x="4645576" y="3467555"/>
                <a:chExt cx="31405" cy="26953"/>
              </a:xfrm>
            </p:grpSpPr>
            <p:sp>
              <p:nvSpPr>
                <p:cNvPr id="4440" name="Google Shape;4440;p129"/>
                <p:cNvSpPr/>
                <p:nvPr/>
              </p:nvSpPr>
              <p:spPr>
                <a:xfrm>
                  <a:off x="4645576" y="3467555"/>
                  <a:ext cx="31405" cy="26953"/>
                </a:xfrm>
                <a:custGeom>
                  <a:rect b="b" l="l" r="r" t="t"/>
                  <a:pathLst>
                    <a:path extrusionOk="0" h="3427" w="3993">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1" name="Google Shape;4441;p129"/>
                <p:cNvSpPr/>
                <p:nvPr/>
              </p:nvSpPr>
              <p:spPr>
                <a:xfrm>
                  <a:off x="4659749" y="3477182"/>
                  <a:ext cx="7527" cy="7621"/>
                </a:xfrm>
                <a:custGeom>
                  <a:rect b="b" l="l" r="r" t="t"/>
                  <a:pathLst>
                    <a:path extrusionOk="0" h="969" w="957">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42" name="Google Shape;4442;p129"/>
              <p:cNvGrpSpPr/>
              <p:nvPr/>
            </p:nvGrpSpPr>
            <p:grpSpPr>
              <a:xfrm>
                <a:off x="4687631" y="3583965"/>
                <a:ext cx="31499" cy="26898"/>
                <a:chOff x="4687631" y="3583965"/>
                <a:chExt cx="31499" cy="26898"/>
              </a:xfrm>
            </p:grpSpPr>
            <p:sp>
              <p:nvSpPr>
                <p:cNvPr id="4443" name="Google Shape;4443;p129"/>
                <p:cNvSpPr/>
                <p:nvPr/>
              </p:nvSpPr>
              <p:spPr>
                <a:xfrm>
                  <a:off x="4687631" y="3583965"/>
                  <a:ext cx="31499" cy="26898"/>
                </a:xfrm>
                <a:custGeom>
                  <a:rect b="b" l="l" r="r" t="t"/>
                  <a:pathLst>
                    <a:path extrusionOk="0" h="3420" w="4005">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4" name="Google Shape;4444;p129"/>
                <p:cNvSpPr/>
                <p:nvPr/>
              </p:nvSpPr>
              <p:spPr>
                <a:xfrm>
                  <a:off x="4700568" y="3593639"/>
                  <a:ext cx="8950" cy="7582"/>
                </a:xfrm>
                <a:custGeom>
                  <a:rect b="b" l="l" r="r" t="t"/>
                  <a:pathLst>
                    <a:path extrusionOk="0" h="964" w="1138">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45" name="Google Shape;4445;p129"/>
              <p:cNvGrpSpPr/>
              <p:nvPr/>
            </p:nvGrpSpPr>
            <p:grpSpPr>
              <a:xfrm>
                <a:off x="4719311" y="3471314"/>
                <a:ext cx="31499" cy="27001"/>
                <a:chOff x="4719311" y="3471314"/>
                <a:chExt cx="31499" cy="27001"/>
              </a:xfrm>
            </p:grpSpPr>
            <p:sp>
              <p:nvSpPr>
                <p:cNvPr id="4446" name="Google Shape;4446;p129"/>
                <p:cNvSpPr/>
                <p:nvPr/>
              </p:nvSpPr>
              <p:spPr>
                <a:xfrm>
                  <a:off x="4719311" y="3471314"/>
                  <a:ext cx="31499" cy="27001"/>
                </a:xfrm>
                <a:custGeom>
                  <a:rect b="b" l="l" r="r" t="t"/>
                  <a:pathLst>
                    <a:path extrusionOk="0" h="3433" w="4005">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7" name="Google Shape;4447;p129"/>
                <p:cNvSpPr/>
                <p:nvPr/>
              </p:nvSpPr>
              <p:spPr>
                <a:xfrm>
                  <a:off x="4732249" y="3480988"/>
                  <a:ext cx="8856" cy="7605"/>
                </a:xfrm>
                <a:custGeom>
                  <a:rect b="b" l="l" r="r" t="t"/>
                  <a:pathLst>
                    <a:path extrusionOk="0" h="967" w="1126">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48" name="Google Shape;4448;p129"/>
              <p:cNvGrpSpPr/>
              <p:nvPr/>
            </p:nvGrpSpPr>
            <p:grpSpPr>
              <a:xfrm>
                <a:off x="4719311" y="3434404"/>
                <a:ext cx="31499" cy="26898"/>
                <a:chOff x="4719311" y="3434404"/>
                <a:chExt cx="31499" cy="26898"/>
              </a:xfrm>
            </p:grpSpPr>
            <p:sp>
              <p:nvSpPr>
                <p:cNvPr id="4449" name="Google Shape;4449;p129"/>
                <p:cNvSpPr/>
                <p:nvPr/>
              </p:nvSpPr>
              <p:spPr>
                <a:xfrm>
                  <a:off x="4719311" y="3434404"/>
                  <a:ext cx="31499" cy="26898"/>
                </a:xfrm>
                <a:custGeom>
                  <a:rect b="b" l="l" r="r" t="t"/>
                  <a:pathLst>
                    <a:path extrusionOk="0" h="3420" w="4005">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0" name="Google Shape;4450;p129"/>
                <p:cNvSpPr/>
                <p:nvPr/>
              </p:nvSpPr>
              <p:spPr>
                <a:xfrm>
                  <a:off x="4732249" y="3444078"/>
                  <a:ext cx="8856" cy="7582"/>
                </a:xfrm>
                <a:custGeom>
                  <a:rect b="b" l="l" r="r" t="t"/>
                  <a:pathLst>
                    <a:path extrusionOk="0" h="964" w="1126">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51" name="Google Shape;4451;p129"/>
              <p:cNvGrpSpPr/>
              <p:nvPr/>
            </p:nvGrpSpPr>
            <p:grpSpPr>
              <a:xfrm>
                <a:off x="4768876" y="3401772"/>
                <a:ext cx="31499" cy="26898"/>
                <a:chOff x="4768876" y="3401772"/>
                <a:chExt cx="31499" cy="26898"/>
              </a:xfrm>
            </p:grpSpPr>
            <p:sp>
              <p:nvSpPr>
                <p:cNvPr id="4452" name="Google Shape;4452;p129"/>
                <p:cNvSpPr/>
                <p:nvPr/>
              </p:nvSpPr>
              <p:spPr>
                <a:xfrm>
                  <a:off x="4768876" y="3401772"/>
                  <a:ext cx="31499" cy="26898"/>
                </a:xfrm>
                <a:custGeom>
                  <a:rect b="b" l="l" r="r" t="t"/>
                  <a:pathLst>
                    <a:path extrusionOk="0" h="3420" w="4005">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3" name="Google Shape;4453;p129"/>
                <p:cNvSpPr/>
                <p:nvPr/>
              </p:nvSpPr>
              <p:spPr>
                <a:xfrm>
                  <a:off x="4783057" y="3411438"/>
                  <a:ext cx="7613" cy="7621"/>
                </a:xfrm>
                <a:custGeom>
                  <a:rect b="b" l="l" r="r" t="t"/>
                  <a:pathLst>
                    <a:path extrusionOk="0" h="969" w="968">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54" name="Google Shape;4454;p129"/>
              <p:cNvGrpSpPr/>
              <p:nvPr/>
            </p:nvGrpSpPr>
            <p:grpSpPr>
              <a:xfrm>
                <a:off x="4762214" y="3471377"/>
                <a:ext cx="26938" cy="26938"/>
                <a:chOff x="4762214" y="3471377"/>
                <a:chExt cx="26938" cy="26938"/>
              </a:xfrm>
            </p:grpSpPr>
            <p:sp>
              <p:nvSpPr>
                <p:cNvPr id="4455" name="Google Shape;4455;p129"/>
                <p:cNvSpPr/>
                <p:nvPr/>
              </p:nvSpPr>
              <p:spPr>
                <a:xfrm>
                  <a:off x="4762214" y="3471377"/>
                  <a:ext cx="26938" cy="26938"/>
                </a:xfrm>
                <a:custGeom>
                  <a:rect b="b" l="l" r="r" t="t"/>
                  <a:pathLst>
                    <a:path extrusionOk="0" h="3425" w="3425">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6" name="Google Shape;4456;p129"/>
                <p:cNvSpPr/>
                <p:nvPr/>
              </p:nvSpPr>
              <p:spPr>
                <a:xfrm>
                  <a:off x="4770591" y="3480988"/>
                  <a:ext cx="8856" cy="7605"/>
                </a:xfrm>
                <a:custGeom>
                  <a:rect b="b" l="l" r="r" t="t"/>
                  <a:pathLst>
                    <a:path extrusionOk="0" h="967" w="1126">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57" name="Google Shape;4457;p129"/>
              <p:cNvGrpSpPr/>
              <p:nvPr/>
            </p:nvGrpSpPr>
            <p:grpSpPr>
              <a:xfrm>
                <a:off x="4790473" y="3344782"/>
                <a:ext cx="31405" cy="26898"/>
                <a:chOff x="4790473" y="3344782"/>
                <a:chExt cx="31405" cy="26898"/>
              </a:xfrm>
            </p:grpSpPr>
            <p:sp>
              <p:nvSpPr>
                <p:cNvPr id="4458" name="Google Shape;4458;p129"/>
                <p:cNvSpPr/>
                <p:nvPr/>
              </p:nvSpPr>
              <p:spPr>
                <a:xfrm>
                  <a:off x="4790473" y="3344782"/>
                  <a:ext cx="31405" cy="26898"/>
                </a:xfrm>
                <a:custGeom>
                  <a:rect b="b" l="l" r="r" t="t"/>
                  <a:pathLst>
                    <a:path extrusionOk="0" h="3420" w="3993">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9" name="Google Shape;4459;p129"/>
                <p:cNvSpPr/>
                <p:nvPr/>
              </p:nvSpPr>
              <p:spPr>
                <a:xfrm>
                  <a:off x="4804654" y="3354456"/>
                  <a:ext cx="7613" cy="7613"/>
                </a:xfrm>
                <a:custGeom>
                  <a:rect b="b" l="l" r="r" t="t"/>
                  <a:pathLst>
                    <a:path extrusionOk="0" h="968"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60" name="Google Shape;4460;p129"/>
              <p:cNvGrpSpPr/>
              <p:nvPr/>
            </p:nvGrpSpPr>
            <p:grpSpPr>
              <a:xfrm>
                <a:off x="4823774" y="3950733"/>
                <a:ext cx="37398" cy="32034"/>
                <a:chOff x="4823774" y="3950733"/>
                <a:chExt cx="37398" cy="32034"/>
              </a:xfrm>
            </p:grpSpPr>
            <p:sp>
              <p:nvSpPr>
                <p:cNvPr id="4461" name="Google Shape;4461;p129"/>
                <p:cNvSpPr/>
                <p:nvPr/>
              </p:nvSpPr>
              <p:spPr>
                <a:xfrm>
                  <a:off x="4823774" y="3950733"/>
                  <a:ext cx="37398" cy="32034"/>
                </a:xfrm>
                <a:custGeom>
                  <a:rect b="b" l="l" r="r" t="t"/>
                  <a:pathLst>
                    <a:path extrusionOk="0" h="4073" w="4755">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2" name="Google Shape;4462;p129"/>
                <p:cNvSpPr/>
                <p:nvPr/>
              </p:nvSpPr>
              <p:spPr>
                <a:xfrm>
                  <a:off x="4836617" y="3960407"/>
                  <a:ext cx="14849" cy="12718"/>
                </a:xfrm>
                <a:custGeom>
                  <a:rect b="b" l="l" r="r" t="t"/>
                  <a:pathLst>
                    <a:path extrusionOk="0" h="1617" w="1888">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63" name="Google Shape;4463;p129"/>
              <p:cNvGrpSpPr/>
              <p:nvPr/>
            </p:nvGrpSpPr>
            <p:grpSpPr>
              <a:xfrm>
                <a:off x="4823396" y="4110566"/>
                <a:ext cx="31405" cy="26906"/>
                <a:chOff x="4823396" y="4110566"/>
                <a:chExt cx="31405" cy="26906"/>
              </a:xfrm>
            </p:grpSpPr>
            <p:sp>
              <p:nvSpPr>
                <p:cNvPr id="4464" name="Google Shape;4464;p129"/>
                <p:cNvSpPr/>
                <p:nvPr/>
              </p:nvSpPr>
              <p:spPr>
                <a:xfrm>
                  <a:off x="4823396" y="4110566"/>
                  <a:ext cx="31405" cy="26906"/>
                </a:xfrm>
                <a:custGeom>
                  <a:rect b="b" l="l" r="r" t="t"/>
                  <a:pathLst>
                    <a:path extrusionOk="0" h="3421" w="3993">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5" name="Google Shape;4465;p129"/>
                <p:cNvSpPr/>
                <p:nvPr/>
              </p:nvSpPr>
              <p:spPr>
                <a:xfrm>
                  <a:off x="4836240" y="4120145"/>
                  <a:ext cx="8950" cy="7684"/>
                </a:xfrm>
                <a:custGeom>
                  <a:rect b="b" l="l" r="r" t="t"/>
                  <a:pathLst>
                    <a:path extrusionOk="0" h="977" w="1138">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66" name="Google Shape;4466;p129"/>
              <p:cNvGrpSpPr/>
              <p:nvPr/>
            </p:nvGrpSpPr>
            <p:grpSpPr>
              <a:xfrm>
                <a:off x="4838332" y="3821150"/>
                <a:ext cx="31499" cy="26898"/>
                <a:chOff x="4838332" y="3821150"/>
                <a:chExt cx="31499" cy="26898"/>
              </a:xfrm>
            </p:grpSpPr>
            <p:sp>
              <p:nvSpPr>
                <p:cNvPr id="4467" name="Google Shape;4467;p129"/>
                <p:cNvSpPr/>
                <p:nvPr/>
              </p:nvSpPr>
              <p:spPr>
                <a:xfrm>
                  <a:off x="4838332" y="3821150"/>
                  <a:ext cx="31499" cy="26898"/>
                </a:xfrm>
                <a:custGeom>
                  <a:rect b="b" l="l" r="r" t="t"/>
                  <a:pathLst>
                    <a:path extrusionOk="0" h="3420" w="4005">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8" name="Google Shape;4468;p129"/>
                <p:cNvSpPr/>
                <p:nvPr/>
              </p:nvSpPr>
              <p:spPr>
                <a:xfrm>
                  <a:off x="4851270" y="3830824"/>
                  <a:ext cx="8950" cy="7582"/>
                </a:xfrm>
                <a:custGeom>
                  <a:rect b="b" l="l" r="r" t="t"/>
                  <a:pathLst>
                    <a:path extrusionOk="0" h="964" w="1138">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69" name="Google Shape;4469;p129"/>
              <p:cNvGrpSpPr/>
              <p:nvPr/>
            </p:nvGrpSpPr>
            <p:grpSpPr>
              <a:xfrm>
                <a:off x="4661275" y="3815007"/>
                <a:ext cx="36824" cy="31523"/>
                <a:chOff x="4661275" y="3815007"/>
                <a:chExt cx="36824" cy="31523"/>
              </a:xfrm>
            </p:grpSpPr>
            <p:sp>
              <p:nvSpPr>
                <p:cNvPr id="4470" name="Google Shape;4470;p129"/>
                <p:cNvSpPr/>
                <p:nvPr/>
              </p:nvSpPr>
              <p:spPr>
                <a:xfrm>
                  <a:off x="4661275" y="3815007"/>
                  <a:ext cx="36824" cy="31523"/>
                </a:xfrm>
                <a:custGeom>
                  <a:rect b="b" l="l" r="r" t="t"/>
                  <a:pathLst>
                    <a:path extrusionOk="0" h="4008" w="4682">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1" name="Google Shape;4471;p129"/>
                <p:cNvSpPr/>
                <p:nvPr/>
              </p:nvSpPr>
              <p:spPr>
                <a:xfrm>
                  <a:off x="4676211" y="3824736"/>
                  <a:ext cx="12183" cy="12183"/>
                </a:xfrm>
                <a:custGeom>
                  <a:rect b="b" l="l" r="r" t="t"/>
                  <a:pathLst>
                    <a:path extrusionOk="0" h="1549" w="1549">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72" name="Google Shape;4472;p129"/>
              <p:cNvGrpSpPr/>
              <p:nvPr/>
            </p:nvGrpSpPr>
            <p:grpSpPr>
              <a:xfrm>
                <a:off x="4558998" y="3851037"/>
                <a:ext cx="33591" cy="28699"/>
                <a:chOff x="4558998" y="3851037"/>
                <a:chExt cx="33591" cy="28699"/>
              </a:xfrm>
            </p:grpSpPr>
            <p:sp>
              <p:nvSpPr>
                <p:cNvPr id="4473" name="Google Shape;4473;p129"/>
                <p:cNvSpPr/>
                <p:nvPr/>
              </p:nvSpPr>
              <p:spPr>
                <a:xfrm>
                  <a:off x="4558998" y="3851037"/>
                  <a:ext cx="33591" cy="28699"/>
                </a:xfrm>
                <a:custGeom>
                  <a:rect b="b" l="l" r="r" t="t"/>
                  <a:pathLst>
                    <a:path extrusionOk="0" h="3649" w="4271">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4" name="Google Shape;4474;p129"/>
                <p:cNvSpPr/>
                <p:nvPr/>
              </p:nvSpPr>
              <p:spPr>
                <a:xfrm>
                  <a:off x="4573557" y="3860695"/>
                  <a:ext cx="9328" cy="9430"/>
                </a:xfrm>
                <a:custGeom>
                  <a:rect b="b" l="l" r="r" t="t"/>
                  <a:pathLst>
                    <a:path extrusionOk="0" h="1199" w="1186">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75" name="Google Shape;4475;p129"/>
              <p:cNvGrpSpPr/>
              <p:nvPr/>
            </p:nvGrpSpPr>
            <p:grpSpPr>
              <a:xfrm>
                <a:off x="4696762" y="3638587"/>
                <a:ext cx="33591" cy="28794"/>
                <a:chOff x="4696762" y="3638587"/>
                <a:chExt cx="33591" cy="28794"/>
              </a:xfrm>
            </p:grpSpPr>
            <p:sp>
              <p:nvSpPr>
                <p:cNvPr id="4476" name="Google Shape;4476;p129"/>
                <p:cNvSpPr/>
                <p:nvPr/>
              </p:nvSpPr>
              <p:spPr>
                <a:xfrm>
                  <a:off x="4696762" y="3638587"/>
                  <a:ext cx="33591" cy="28794"/>
                </a:xfrm>
                <a:custGeom>
                  <a:rect b="b" l="l" r="r" t="t"/>
                  <a:pathLst>
                    <a:path extrusionOk="0" h="3661" w="4271">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7" name="Google Shape;4477;p129"/>
                <p:cNvSpPr/>
                <p:nvPr/>
              </p:nvSpPr>
              <p:spPr>
                <a:xfrm>
                  <a:off x="4711320" y="3648245"/>
                  <a:ext cx="9328" cy="9430"/>
                </a:xfrm>
                <a:custGeom>
                  <a:rect b="b" l="l" r="r" t="t"/>
                  <a:pathLst>
                    <a:path extrusionOk="0" h="1199" w="1186">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78" name="Google Shape;4478;p129"/>
              <p:cNvGrpSpPr/>
              <p:nvPr/>
            </p:nvGrpSpPr>
            <p:grpSpPr>
              <a:xfrm>
                <a:off x="4929479" y="3939140"/>
                <a:ext cx="33497" cy="28692"/>
                <a:chOff x="4929479" y="3939140"/>
                <a:chExt cx="33497" cy="28692"/>
              </a:xfrm>
            </p:grpSpPr>
            <p:sp>
              <p:nvSpPr>
                <p:cNvPr id="4479" name="Google Shape;4479;p129"/>
                <p:cNvSpPr/>
                <p:nvPr/>
              </p:nvSpPr>
              <p:spPr>
                <a:xfrm>
                  <a:off x="4929479" y="3939140"/>
                  <a:ext cx="33497" cy="28692"/>
                </a:xfrm>
                <a:custGeom>
                  <a:rect b="b" l="l" r="r" t="t"/>
                  <a:pathLst>
                    <a:path extrusionOk="0" h="3648" w="4259">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0" name="Google Shape;4480;p129"/>
                <p:cNvSpPr/>
                <p:nvPr/>
              </p:nvSpPr>
              <p:spPr>
                <a:xfrm>
                  <a:off x="4943935" y="3948893"/>
                  <a:ext cx="9430" cy="9328"/>
                </a:xfrm>
                <a:custGeom>
                  <a:rect b="b" l="l" r="r" t="t"/>
                  <a:pathLst>
                    <a:path extrusionOk="0" h="1186" w="1199">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81" name="Google Shape;4481;p129"/>
              <p:cNvGrpSpPr/>
              <p:nvPr/>
            </p:nvGrpSpPr>
            <p:grpSpPr>
              <a:xfrm>
                <a:off x="4907119" y="3986039"/>
                <a:ext cx="33497" cy="28699"/>
                <a:chOff x="4907119" y="3986039"/>
                <a:chExt cx="33497" cy="28699"/>
              </a:xfrm>
            </p:grpSpPr>
            <p:sp>
              <p:nvSpPr>
                <p:cNvPr id="4482" name="Google Shape;4482;p129"/>
                <p:cNvSpPr/>
                <p:nvPr/>
              </p:nvSpPr>
              <p:spPr>
                <a:xfrm>
                  <a:off x="4907119" y="3986039"/>
                  <a:ext cx="33497" cy="28699"/>
                </a:xfrm>
                <a:custGeom>
                  <a:rect b="b" l="l" r="r" t="t"/>
                  <a:pathLst>
                    <a:path extrusionOk="0" h="3649" w="4259">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3" name="Google Shape;4483;p129"/>
                <p:cNvSpPr/>
                <p:nvPr/>
              </p:nvSpPr>
              <p:spPr>
                <a:xfrm>
                  <a:off x="4921583" y="3995705"/>
                  <a:ext cx="9422" cy="9328"/>
                </a:xfrm>
                <a:custGeom>
                  <a:rect b="b" l="l" r="r" t="t"/>
                  <a:pathLst>
                    <a:path extrusionOk="0" h="1186" w="1198">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84" name="Google Shape;4484;p129"/>
              <p:cNvGrpSpPr/>
              <p:nvPr/>
            </p:nvGrpSpPr>
            <p:grpSpPr>
              <a:xfrm>
                <a:off x="4911783" y="4048102"/>
                <a:ext cx="33591" cy="28762"/>
                <a:chOff x="4911783" y="4048102"/>
                <a:chExt cx="33591" cy="28762"/>
              </a:xfrm>
            </p:grpSpPr>
            <p:sp>
              <p:nvSpPr>
                <p:cNvPr id="4485" name="Google Shape;4485;p129"/>
                <p:cNvSpPr/>
                <p:nvPr/>
              </p:nvSpPr>
              <p:spPr>
                <a:xfrm>
                  <a:off x="4911783" y="4048102"/>
                  <a:ext cx="33591" cy="28762"/>
                </a:xfrm>
                <a:custGeom>
                  <a:rect b="b" l="l" r="r" t="t"/>
                  <a:pathLst>
                    <a:path extrusionOk="0" h="3657" w="4271">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6" name="Google Shape;4486;p129"/>
                <p:cNvSpPr/>
                <p:nvPr/>
              </p:nvSpPr>
              <p:spPr>
                <a:xfrm>
                  <a:off x="4926333" y="4057831"/>
                  <a:ext cx="9336" cy="9328"/>
                </a:xfrm>
                <a:custGeom>
                  <a:rect b="b" l="l" r="r" t="t"/>
                  <a:pathLst>
                    <a:path extrusionOk="0" h="1186" w="1187">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487" name="Google Shape;4487;p129"/>
              <p:cNvSpPr/>
              <p:nvPr/>
            </p:nvSpPr>
            <p:spPr>
              <a:xfrm>
                <a:off x="4713506" y="3934476"/>
                <a:ext cx="33497" cy="28692"/>
              </a:xfrm>
              <a:custGeom>
                <a:rect b="b" l="l" r="r" t="t"/>
                <a:pathLst>
                  <a:path extrusionOk="0" h="3648" w="4259">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8" name="Google Shape;4488;p129"/>
              <p:cNvSpPr/>
              <p:nvPr/>
            </p:nvSpPr>
            <p:spPr>
              <a:xfrm>
                <a:off x="4727970" y="3944135"/>
                <a:ext cx="9328" cy="9430"/>
              </a:xfrm>
              <a:custGeom>
                <a:rect b="b" l="l" r="r" t="t"/>
                <a:pathLst>
                  <a:path extrusionOk="0" h="1199" w="1186">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489" name="Google Shape;4489;p129"/>
              <p:cNvGrpSpPr/>
              <p:nvPr/>
            </p:nvGrpSpPr>
            <p:grpSpPr>
              <a:xfrm>
                <a:off x="4762623" y="3837847"/>
                <a:ext cx="42416" cy="36273"/>
                <a:chOff x="4762623" y="3837847"/>
                <a:chExt cx="42416" cy="36273"/>
              </a:xfrm>
            </p:grpSpPr>
            <p:sp>
              <p:nvSpPr>
                <p:cNvPr id="4490" name="Google Shape;4490;p129"/>
                <p:cNvSpPr/>
                <p:nvPr/>
              </p:nvSpPr>
              <p:spPr>
                <a:xfrm>
                  <a:off x="4762623" y="3837847"/>
                  <a:ext cx="42416" cy="36273"/>
                </a:xfrm>
                <a:custGeom>
                  <a:rect b="b" l="l" r="r" t="t"/>
                  <a:pathLst>
                    <a:path extrusionOk="0" h="4612" w="5393">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1" name="Google Shape;4491;p129"/>
                <p:cNvSpPr/>
                <p:nvPr/>
              </p:nvSpPr>
              <p:spPr>
                <a:xfrm>
                  <a:off x="4775538" y="3847568"/>
                  <a:ext cx="19796" cy="16957"/>
                </a:xfrm>
                <a:custGeom>
                  <a:rect b="b" l="l" r="r" t="t"/>
                  <a:pathLst>
                    <a:path extrusionOk="0" h="2156" w="2517">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92" name="Google Shape;4492;p129"/>
              <p:cNvGrpSpPr/>
              <p:nvPr/>
            </p:nvGrpSpPr>
            <p:grpSpPr>
              <a:xfrm>
                <a:off x="4746044" y="4104966"/>
                <a:ext cx="33497" cy="28699"/>
                <a:chOff x="4746044" y="4104966"/>
                <a:chExt cx="33497" cy="28699"/>
              </a:xfrm>
            </p:grpSpPr>
            <p:sp>
              <p:nvSpPr>
                <p:cNvPr id="4493" name="Google Shape;4493;p129"/>
                <p:cNvSpPr/>
                <p:nvPr/>
              </p:nvSpPr>
              <p:spPr>
                <a:xfrm>
                  <a:off x="4746044" y="4104966"/>
                  <a:ext cx="33497" cy="28699"/>
                </a:xfrm>
                <a:custGeom>
                  <a:rect b="b" l="l" r="r" t="t"/>
                  <a:pathLst>
                    <a:path extrusionOk="0" h="3649" w="4259">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4" name="Google Shape;4494;p129"/>
                <p:cNvSpPr/>
                <p:nvPr/>
              </p:nvSpPr>
              <p:spPr>
                <a:xfrm>
                  <a:off x="4758887" y="4114632"/>
                  <a:ext cx="11042" cy="9375"/>
                </a:xfrm>
                <a:custGeom>
                  <a:rect b="b" l="l" r="r" t="t"/>
                  <a:pathLst>
                    <a:path extrusionOk="0" h="1192" w="1404">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95" name="Google Shape;4495;p129"/>
              <p:cNvGrpSpPr/>
              <p:nvPr/>
            </p:nvGrpSpPr>
            <p:grpSpPr>
              <a:xfrm>
                <a:off x="4859646" y="4162554"/>
                <a:ext cx="33591" cy="28762"/>
                <a:chOff x="4859646" y="4162554"/>
                <a:chExt cx="33591" cy="28762"/>
              </a:xfrm>
            </p:grpSpPr>
            <p:sp>
              <p:nvSpPr>
                <p:cNvPr id="4496" name="Google Shape;4496;p129"/>
                <p:cNvSpPr/>
                <p:nvPr/>
              </p:nvSpPr>
              <p:spPr>
                <a:xfrm>
                  <a:off x="4859646" y="4162554"/>
                  <a:ext cx="33591" cy="28762"/>
                </a:xfrm>
                <a:custGeom>
                  <a:rect b="b" l="l" r="r" t="t"/>
                  <a:pathLst>
                    <a:path extrusionOk="0" h="3657" w="4271">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7" name="Google Shape;4497;p129"/>
                <p:cNvSpPr/>
                <p:nvPr/>
              </p:nvSpPr>
              <p:spPr>
                <a:xfrm>
                  <a:off x="4874196" y="4172283"/>
                  <a:ext cx="9336" cy="9336"/>
                </a:xfrm>
                <a:custGeom>
                  <a:rect b="b" l="l" r="r" t="t"/>
                  <a:pathLst>
                    <a:path extrusionOk="0" h="1187" w="1187">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498" name="Google Shape;4498;p129"/>
            <p:cNvGrpSpPr/>
            <p:nvPr/>
          </p:nvGrpSpPr>
          <p:grpSpPr>
            <a:xfrm>
              <a:off x="3597785" y="3274438"/>
              <a:ext cx="855610" cy="1122100"/>
              <a:chOff x="3597785" y="3274438"/>
              <a:chExt cx="855610" cy="1122100"/>
            </a:xfrm>
          </p:grpSpPr>
          <p:grpSp>
            <p:nvGrpSpPr>
              <p:cNvPr id="4499" name="Google Shape;4499;p129"/>
              <p:cNvGrpSpPr/>
              <p:nvPr/>
            </p:nvGrpSpPr>
            <p:grpSpPr>
              <a:xfrm>
                <a:off x="3617857" y="3284717"/>
                <a:ext cx="826785" cy="1099165"/>
                <a:chOff x="3617857" y="3284717"/>
                <a:chExt cx="826785" cy="1099165"/>
              </a:xfrm>
            </p:grpSpPr>
            <p:sp>
              <p:nvSpPr>
                <p:cNvPr id="4500" name="Google Shape;4500;p129"/>
                <p:cNvSpPr/>
                <p:nvPr/>
              </p:nvSpPr>
              <p:spPr>
                <a:xfrm>
                  <a:off x="4155028" y="3869354"/>
                  <a:ext cx="289613" cy="514528"/>
                </a:xfrm>
                <a:custGeom>
                  <a:rect b="b" l="l" r="r" t="t"/>
                  <a:pathLst>
                    <a:path extrusionOk="0" fill="none" h="65420" w="36823">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1" name="Google Shape;4501;p129"/>
                <p:cNvSpPr/>
                <p:nvPr/>
              </p:nvSpPr>
              <p:spPr>
                <a:xfrm>
                  <a:off x="3617857" y="3284717"/>
                  <a:ext cx="662957" cy="685970"/>
                </a:xfrm>
                <a:custGeom>
                  <a:rect b="b" l="l" r="r" t="t"/>
                  <a:pathLst>
                    <a:path extrusionOk="0" fill="none" h="87218" w="84292">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2" name="Google Shape;4502;p129"/>
                <p:cNvSpPr/>
                <p:nvPr/>
              </p:nvSpPr>
              <p:spPr>
                <a:xfrm>
                  <a:off x="4230666" y="3943372"/>
                  <a:ext cx="15612" cy="77934"/>
                </a:xfrm>
                <a:custGeom>
                  <a:rect b="b" l="l" r="r" t="t"/>
                  <a:pathLst>
                    <a:path extrusionOk="0" fill="none" h="9909" w="1985">
                      <a:moveTo>
                        <a:pt x="1984" y="9908"/>
                      </a:moveTo>
                      <a:lnTo>
                        <a:pt x="0"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3" name="Google Shape;4503;p129"/>
                <p:cNvSpPr/>
                <p:nvPr/>
              </p:nvSpPr>
              <p:spPr>
                <a:xfrm>
                  <a:off x="4230666" y="3902843"/>
                  <a:ext cx="138817" cy="116937"/>
                </a:xfrm>
                <a:custGeom>
                  <a:rect b="b" l="l" r="r" t="t"/>
                  <a:pathLst>
                    <a:path extrusionOk="0" fill="none" h="14868" w="17650">
                      <a:moveTo>
                        <a:pt x="11952" y="14868"/>
                      </a:moveTo>
                      <a:lnTo>
                        <a:pt x="0" y="4670"/>
                      </a:lnTo>
                      <a:lnTo>
                        <a:pt x="9702" y="1"/>
                      </a:lnTo>
                      <a:lnTo>
                        <a:pt x="17649" y="7489"/>
                      </a:lnTo>
                      <a:close/>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4" name="Google Shape;4504;p129"/>
                <p:cNvSpPr/>
                <p:nvPr/>
              </p:nvSpPr>
              <p:spPr>
                <a:xfrm>
                  <a:off x="4234473" y="3939573"/>
                  <a:ext cx="143953" cy="22171"/>
                </a:xfrm>
                <a:custGeom>
                  <a:rect b="b" l="l" r="r" t="t"/>
                  <a:pathLst>
                    <a:path extrusionOk="0" fill="none" h="2819" w="18303">
                      <a:moveTo>
                        <a:pt x="0" y="0"/>
                      </a:moveTo>
                      <a:lnTo>
                        <a:pt x="18303" y="2819"/>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5" name="Google Shape;4505;p129"/>
                <p:cNvSpPr/>
                <p:nvPr/>
              </p:nvSpPr>
              <p:spPr>
                <a:xfrm>
                  <a:off x="4300405" y="4023579"/>
                  <a:ext cx="24264" cy="112650"/>
                </a:xfrm>
                <a:custGeom>
                  <a:rect b="b" l="l" r="r" t="t"/>
                  <a:pathLst>
                    <a:path extrusionOk="0" fill="none" h="14323" w="3085">
                      <a:moveTo>
                        <a:pt x="0" y="14323"/>
                      </a:moveTo>
                      <a:lnTo>
                        <a:pt x="3085"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6" name="Google Shape;4506;p129"/>
                <p:cNvSpPr/>
                <p:nvPr/>
              </p:nvSpPr>
              <p:spPr>
                <a:xfrm>
                  <a:off x="4324661" y="4019772"/>
                  <a:ext cx="40544" cy="140154"/>
                </a:xfrm>
                <a:custGeom>
                  <a:rect b="b" l="l" r="r" t="t"/>
                  <a:pathLst>
                    <a:path extrusionOk="0" fill="none" h="17820" w="5155">
                      <a:moveTo>
                        <a:pt x="1" y="1"/>
                      </a:moveTo>
                      <a:lnTo>
                        <a:pt x="5154" y="17819"/>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7" name="Google Shape;4507;p129"/>
                <p:cNvSpPr/>
                <p:nvPr/>
              </p:nvSpPr>
              <p:spPr>
                <a:xfrm>
                  <a:off x="4324661" y="4019772"/>
                  <a:ext cx="104282" cy="52522"/>
                </a:xfrm>
                <a:custGeom>
                  <a:rect b="b" l="l" r="r" t="t"/>
                  <a:pathLst>
                    <a:path extrusionOk="0" fill="none" h="6678" w="13259">
                      <a:moveTo>
                        <a:pt x="1" y="1"/>
                      </a:moveTo>
                      <a:lnTo>
                        <a:pt x="13259" y="6678"/>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8" name="Google Shape;4508;p129"/>
                <p:cNvSpPr/>
                <p:nvPr/>
              </p:nvSpPr>
              <p:spPr>
                <a:xfrm>
                  <a:off x="4328467" y="3989901"/>
                  <a:ext cx="113421" cy="29879"/>
                </a:xfrm>
                <a:custGeom>
                  <a:rect b="b" l="l" r="r" t="t"/>
                  <a:pathLst>
                    <a:path extrusionOk="0" fill="none" h="3799" w="14421">
                      <a:moveTo>
                        <a:pt x="14420" y="0"/>
                      </a:moveTo>
                      <a:lnTo>
                        <a:pt x="1" y="3799"/>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9" name="Google Shape;4509;p129"/>
                <p:cNvSpPr/>
                <p:nvPr/>
              </p:nvSpPr>
              <p:spPr>
                <a:xfrm>
                  <a:off x="4224193" y="4019772"/>
                  <a:ext cx="23886" cy="76975"/>
                </a:xfrm>
                <a:custGeom>
                  <a:rect b="b" l="l" r="r" t="t"/>
                  <a:pathLst>
                    <a:path extrusionOk="0" fill="none" h="9787" w="3037">
                      <a:moveTo>
                        <a:pt x="1" y="9787"/>
                      </a:moveTo>
                      <a:lnTo>
                        <a:pt x="3037"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0" name="Google Shape;4510;p129"/>
                <p:cNvSpPr/>
                <p:nvPr/>
              </p:nvSpPr>
              <p:spPr>
                <a:xfrm>
                  <a:off x="4248071" y="4019772"/>
                  <a:ext cx="52342" cy="116457"/>
                </a:xfrm>
                <a:custGeom>
                  <a:rect b="b" l="l" r="r" t="t"/>
                  <a:pathLst>
                    <a:path extrusionOk="0" fill="none" h="14807" w="6655">
                      <a:moveTo>
                        <a:pt x="1" y="1"/>
                      </a:moveTo>
                      <a:lnTo>
                        <a:pt x="6654" y="14807"/>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1" name="Google Shape;4511;p129"/>
                <p:cNvSpPr/>
                <p:nvPr/>
              </p:nvSpPr>
              <p:spPr>
                <a:xfrm>
                  <a:off x="4300405" y="4138982"/>
                  <a:ext cx="6567" cy="119029"/>
                </a:xfrm>
                <a:custGeom>
                  <a:rect b="b" l="l" r="r" t="t"/>
                  <a:pathLst>
                    <a:path extrusionOk="0" fill="none" h="15134" w="835">
                      <a:moveTo>
                        <a:pt x="0" y="1"/>
                      </a:moveTo>
                      <a:lnTo>
                        <a:pt x="835" y="15134"/>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2" name="Google Shape;4512;p129"/>
                <p:cNvSpPr/>
                <p:nvPr/>
              </p:nvSpPr>
              <p:spPr>
                <a:xfrm>
                  <a:off x="4219726" y="4200164"/>
                  <a:ext cx="85343" cy="60513"/>
                </a:xfrm>
                <a:custGeom>
                  <a:rect b="b" l="l" r="r" t="t"/>
                  <a:pathLst>
                    <a:path extrusionOk="0" fill="none" h="7694" w="10851">
                      <a:moveTo>
                        <a:pt x="0" y="0"/>
                      </a:moveTo>
                      <a:lnTo>
                        <a:pt x="10851" y="7694"/>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3" name="Google Shape;4513;p129"/>
                <p:cNvSpPr/>
                <p:nvPr/>
              </p:nvSpPr>
              <p:spPr>
                <a:xfrm>
                  <a:off x="4223430" y="4137275"/>
                  <a:ext cx="81930" cy="15132"/>
                </a:xfrm>
                <a:custGeom>
                  <a:rect b="b" l="l" r="r" t="t"/>
                  <a:pathLst>
                    <a:path extrusionOk="0" fill="none" h="1924" w="10417">
                      <a:moveTo>
                        <a:pt x="1" y="1923"/>
                      </a:moveTo>
                      <a:lnTo>
                        <a:pt x="10416"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4" name="Google Shape;4514;p129"/>
                <p:cNvSpPr/>
                <p:nvPr/>
              </p:nvSpPr>
              <p:spPr>
                <a:xfrm>
                  <a:off x="4303638" y="4138982"/>
                  <a:ext cx="59947" cy="23894"/>
                </a:xfrm>
                <a:custGeom>
                  <a:rect b="b" l="l" r="r" t="t"/>
                  <a:pathLst>
                    <a:path extrusionOk="0" fill="none" h="3038" w="7622">
                      <a:moveTo>
                        <a:pt x="7621" y="3037"/>
                      </a:moveTo>
                      <a:lnTo>
                        <a:pt x="0"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5" name="Google Shape;4515;p129"/>
                <p:cNvSpPr/>
                <p:nvPr/>
              </p:nvSpPr>
              <p:spPr>
                <a:xfrm>
                  <a:off x="4201644" y="4267237"/>
                  <a:ext cx="39970" cy="77164"/>
                </a:xfrm>
                <a:custGeom>
                  <a:rect b="b" l="l" r="r" t="t"/>
                  <a:pathLst>
                    <a:path extrusionOk="0" fill="none" h="9811" w="5082">
                      <a:moveTo>
                        <a:pt x="1" y="0"/>
                      </a:moveTo>
                      <a:lnTo>
                        <a:pt x="5081" y="981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6" name="Google Shape;4516;p129"/>
                <p:cNvSpPr/>
                <p:nvPr/>
              </p:nvSpPr>
              <p:spPr>
                <a:xfrm>
                  <a:off x="4203831" y="4258003"/>
                  <a:ext cx="103142" cy="9241"/>
                </a:xfrm>
                <a:custGeom>
                  <a:rect b="b" l="l" r="r" t="t"/>
                  <a:pathLst>
                    <a:path extrusionOk="0" fill="none" h="1175" w="13114">
                      <a:moveTo>
                        <a:pt x="1" y="1174"/>
                      </a:moveTo>
                      <a:lnTo>
                        <a:pt x="13114"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7" name="Google Shape;4517;p129"/>
                <p:cNvSpPr/>
                <p:nvPr/>
              </p:nvSpPr>
              <p:spPr>
                <a:xfrm>
                  <a:off x="4179001" y="3943372"/>
                  <a:ext cx="51673" cy="104951"/>
                </a:xfrm>
                <a:custGeom>
                  <a:rect b="b" l="l" r="r" t="t"/>
                  <a:pathLst>
                    <a:path extrusionOk="0" fill="none" h="13344" w="6570">
                      <a:moveTo>
                        <a:pt x="1" y="13344"/>
                      </a:moveTo>
                      <a:lnTo>
                        <a:pt x="6569"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8" name="Google Shape;4518;p129"/>
                <p:cNvSpPr/>
                <p:nvPr/>
              </p:nvSpPr>
              <p:spPr>
                <a:xfrm>
                  <a:off x="4248071" y="4019772"/>
                  <a:ext cx="76597" cy="8"/>
                </a:xfrm>
                <a:custGeom>
                  <a:rect b="b" l="l" r="r" t="t"/>
                  <a:pathLst>
                    <a:path extrusionOk="0" fill="none" h="1" w="9739">
                      <a:moveTo>
                        <a:pt x="1" y="1"/>
                      </a:moveTo>
                      <a:lnTo>
                        <a:pt x="9739"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9" name="Google Shape;4519;p129"/>
                <p:cNvSpPr/>
                <p:nvPr/>
              </p:nvSpPr>
              <p:spPr>
                <a:xfrm>
                  <a:off x="4219529" y="4138982"/>
                  <a:ext cx="84116" cy="63282"/>
                </a:xfrm>
                <a:custGeom>
                  <a:rect b="b" l="l" r="r" t="t"/>
                  <a:pathLst>
                    <a:path extrusionOk="0" fill="none" h="8046" w="10695">
                      <a:moveTo>
                        <a:pt x="1" y="8045"/>
                      </a:moveTo>
                      <a:lnTo>
                        <a:pt x="10694"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0" name="Google Shape;4520;p129"/>
                <p:cNvSpPr/>
                <p:nvPr/>
              </p:nvSpPr>
              <p:spPr>
                <a:xfrm>
                  <a:off x="3654964" y="3289853"/>
                  <a:ext cx="46820" cy="63848"/>
                </a:xfrm>
                <a:custGeom>
                  <a:rect b="b" l="l" r="r" t="t"/>
                  <a:pathLst>
                    <a:path extrusionOk="0" fill="none" h="8118" w="5953">
                      <a:moveTo>
                        <a:pt x="1" y="0"/>
                      </a:moveTo>
                      <a:lnTo>
                        <a:pt x="5952" y="8117"/>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1" name="Google Shape;4521;p129"/>
                <p:cNvSpPr/>
                <p:nvPr/>
              </p:nvSpPr>
              <p:spPr>
                <a:xfrm>
                  <a:off x="3619760" y="3353693"/>
                  <a:ext cx="85736" cy="36730"/>
                </a:xfrm>
                <a:custGeom>
                  <a:rect b="b" l="l" r="r" t="t"/>
                  <a:pathLst>
                    <a:path extrusionOk="0" fill="none" h="4670" w="10901">
                      <a:moveTo>
                        <a:pt x="1" y="4670"/>
                      </a:moveTo>
                      <a:lnTo>
                        <a:pt x="10900"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2" name="Google Shape;4522;p129"/>
                <p:cNvSpPr/>
                <p:nvPr/>
              </p:nvSpPr>
              <p:spPr>
                <a:xfrm>
                  <a:off x="3703011" y="3354739"/>
                  <a:ext cx="70415" cy="79350"/>
                </a:xfrm>
                <a:custGeom>
                  <a:rect b="b" l="l" r="r" t="t"/>
                  <a:pathLst>
                    <a:path extrusionOk="0" fill="none" h="10089" w="8953">
                      <a:moveTo>
                        <a:pt x="1" y="0"/>
                      </a:moveTo>
                      <a:lnTo>
                        <a:pt x="8952" y="10089"/>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3" name="Google Shape;4523;p129"/>
                <p:cNvSpPr/>
                <p:nvPr/>
              </p:nvSpPr>
              <p:spPr>
                <a:xfrm>
                  <a:off x="3779884" y="3366443"/>
                  <a:ext cx="34449" cy="67647"/>
                </a:xfrm>
                <a:custGeom>
                  <a:rect b="b" l="l" r="r" t="t"/>
                  <a:pathLst>
                    <a:path extrusionOk="0" fill="none" h="8601" w="4380">
                      <a:moveTo>
                        <a:pt x="1" y="8601"/>
                      </a:moveTo>
                      <a:lnTo>
                        <a:pt x="4380"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4" name="Google Shape;4524;p129"/>
                <p:cNvSpPr/>
                <p:nvPr/>
              </p:nvSpPr>
              <p:spPr>
                <a:xfrm>
                  <a:off x="3701776" y="3353693"/>
                  <a:ext cx="116363" cy="12757"/>
                </a:xfrm>
                <a:custGeom>
                  <a:rect b="b" l="l" r="r" t="t"/>
                  <a:pathLst>
                    <a:path extrusionOk="0" fill="none" h="1622" w="14795">
                      <a:moveTo>
                        <a:pt x="14795" y="1621"/>
                      </a:moveTo>
                      <a:lnTo>
                        <a:pt x="0"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5" name="Google Shape;4525;p129"/>
                <p:cNvSpPr/>
                <p:nvPr/>
              </p:nvSpPr>
              <p:spPr>
                <a:xfrm>
                  <a:off x="3701776" y="3313063"/>
                  <a:ext cx="227204" cy="40638"/>
                </a:xfrm>
                <a:custGeom>
                  <a:rect b="b" l="l" r="r" t="t"/>
                  <a:pathLst>
                    <a:path extrusionOk="0" fill="none" h="5167" w="28888">
                      <a:moveTo>
                        <a:pt x="28887" y="1"/>
                      </a:moveTo>
                      <a:lnTo>
                        <a:pt x="0" y="5166"/>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6" name="Google Shape;4526;p129"/>
                <p:cNvSpPr/>
                <p:nvPr/>
              </p:nvSpPr>
              <p:spPr>
                <a:xfrm>
                  <a:off x="3888633" y="3313063"/>
                  <a:ext cx="40347" cy="114467"/>
                </a:xfrm>
                <a:custGeom>
                  <a:rect b="b" l="l" r="r" t="t"/>
                  <a:pathLst>
                    <a:path extrusionOk="0" fill="none" h="14554" w="5130">
                      <a:moveTo>
                        <a:pt x="5129" y="1"/>
                      </a:moveTo>
                      <a:lnTo>
                        <a:pt x="0" y="14553"/>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7" name="Google Shape;4527;p129"/>
                <p:cNvSpPr/>
                <p:nvPr/>
              </p:nvSpPr>
              <p:spPr>
                <a:xfrm>
                  <a:off x="3814325" y="3366443"/>
                  <a:ext cx="74316" cy="61087"/>
                </a:xfrm>
                <a:custGeom>
                  <a:rect b="b" l="l" r="r" t="t"/>
                  <a:pathLst>
                    <a:path extrusionOk="0" fill="none" h="7767" w="9449">
                      <a:moveTo>
                        <a:pt x="1" y="0"/>
                      </a:moveTo>
                      <a:lnTo>
                        <a:pt x="9448" y="7766"/>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8" name="Google Shape;4528;p129"/>
                <p:cNvSpPr/>
                <p:nvPr/>
              </p:nvSpPr>
              <p:spPr>
                <a:xfrm>
                  <a:off x="3838399" y="3427522"/>
                  <a:ext cx="50242" cy="67749"/>
                </a:xfrm>
                <a:custGeom>
                  <a:rect b="b" l="l" r="r" t="t"/>
                  <a:pathLst>
                    <a:path extrusionOk="0" fill="none" h="8614" w="6388">
                      <a:moveTo>
                        <a:pt x="0" y="8613"/>
                      </a:moveTo>
                      <a:lnTo>
                        <a:pt x="6387"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9" name="Google Shape;4529;p129"/>
                <p:cNvSpPr/>
                <p:nvPr/>
              </p:nvSpPr>
              <p:spPr>
                <a:xfrm>
                  <a:off x="3814325" y="3313063"/>
                  <a:ext cx="114656" cy="53388"/>
                </a:xfrm>
                <a:custGeom>
                  <a:rect b="b" l="l" r="r" t="t"/>
                  <a:pathLst>
                    <a:path extrusionOk="0" fill="none" h="6788" w="14578">
                      <a:moveTo>
                        <a:pt x="1" y="6787"/>
                      </a:moveTo>
                      <a:lnTo>
                        <a:pt x="14577"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0" name="Google Shape;4530;p129"/>
                <p:cNvSpPr/>
                <p:nvPr/>
              </p:nvSpPr>
              <p:spPr>
                <a:xfrm>
                  <a:off x="3888633" y="3427522"/>
                  <a:ext cx="55377" cy="76212"/>
                </a:xfrm>
                <a:custGeom>
                  <a:rect b="b" l="l" r="r" t="t"/>
                  <a:pathLst>
                    <a:path extrusionOk="0" fill="none" h="9690" w="7041">
                      <a:moveTo>
                        <a:pt x="0" y="0"/>
                      </a:moveTo>
                      <a:lnTo>
                        <a:pt x="7041" y="969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1" name="Google Shape;4531;p129"/>
                <p:cNvSpPr/>
                <p:nvPr/>
              </p:nvSpPr>
              <p:spPr>
                <a:xfrm>
                  <a:off x="3944003" y="3406208"/>
                  <a:ext cx="40631" cy="97526"/>
                </a:xfrm>
                <a:custGeom>
                  <a:rect b="b" l="l" r="r" t="t"/>
                  <a:pathLst>
                    <a:path extrusionOk="0" fill="none" h="12400" w="5166">
                      <a:moveTo>
                        <a:pt x="1" y="12400"/>
                      </a:moveTo>
                      <a:lnTo>
                        <a:pt x="5166"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2" name="Google Shape;4532;p129"/>
                <p:cNvSpPr/>
                <p:nvPr/>
              </p:nvSpPr>
              <p:spPr>
                <a:xfrm>
                  <a:off x="3984625" y="3357500"/>
                  <a:ext cx="55291" cy="48716"/>
                </a:xfrm>
                <a:custGeom>
                  <a:rect b="b" l="l" r="r" t="t"/>
                  <a:pathLst>
                    <a:path extrusionOk="0" fill="none" h="6194" w="7030">
                      <a:moveTo>
                        <a:pt x="1" y="6194"/>
                      </a:moveTo>
                      <a:lnTo>
                        <a:pt x="7029"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3" name="Google Shape;4533;p129"/>
                <p:cNvSpPr/>
                <p:nvPr/>
              </p:nvSpPr>
              <p:spPr>
                <a:xfrm>
                  <a:off x="3888633" y="3406208"/>
                  <a:ext cx="96000" cy="21322"/>
                </a:xfrm>
                <a:custGeom>
                  <a:rect b="b" l="l" r="r" t="t"/>
                  <a:pathLst>
                    <a:path extrusionOk="0" fill="none" h="2711" w="12206">
                      <a:moveTo>
                        <a:pt x="0" y="2710"/>
                      </a:moveTo>
                      <a:lnTo>
                        <a:pt x="12206"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4" name="Google Shape;4534;p129"/>
                <p:cNvSpPr/>
                <p:nvPr/>
              </p:nvSpPr>
              <p:spPr>
                <a:xfrm>
                  <a:off x="3984625" y="3406208"/>
                  <a:ext cx="42251" cy="136348"/>
                </a:xfrm>
                <a:custGeom>
                  <a:rect b="b" l="l" r="r" t="t"/>
                  <a:pathLst>
                    <a:path extrusionOk="0" fill="none" h="17336" w="5372">
                      <a:moveTo>
                        <a:pt x="1" y="1"/>
                      </a:moveTo>
                      <a:lnTo>
                        <a:pt x="5372" y="17335"/>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5" name="Google Shape;4535;p129"/>
                <p:cNvSpPr/>
                <p:nvPr/>
              </p:nvSpPr>
              <p:spPr>
                <a:xfrm>
                  <a:off x="4026868" y="3427522"/>
                  <a:ext cx="35597" cy="115033"/>
                </a:xfrm>
                <a:custGeom>
                  <a:rect b="b" l="l" r="r" t="t"/>
                  <a:pathLst>
                    <a:path extrusionOk="0" fill="none" h="14626" w="4526">
                      <a:moveTo>
                        <a:pt x="1" y="14625"/>
                      </a:moveTo>
                      <a:lnTo>
                        <a:pt x="4525"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6" name="Google Shape;4536;p129"/>
                <p:cNvSpPr/>
                <p:nvPr/>
              </p:nvSpPr>
              <p:spPr>
                <a:xfrm>
                  <a:off x="3876261" y="3542548"/>
                  <a:ext cx="150615" cy="52051"/>
                </a:xfrm>
                <a:custGeom>
                  <a:rect b="b" l="l" r="r" t="t"/>
                  <a:pathLst>
                    <a:path extrusionOk="0" fill="none" h="6618" w="19150">
                      <a:moveTo>
                        <a:pt x="1" y="6617"/>
                      </a:moveTo>
                      <a:lnTo>
                        <a:pt x="19150"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7" name="Google Shape;4537;p129"/>
                <p:cNvSpPr/>
                <p:nvPr/>
              </p:nvSpPr>
              <p:spPr>
                <a:xfrm>
                  <a:off x="4006702" y="3542548"/>
                  <a:ext cx="20174" cy="99044"/>
                </a:xfrm>
                <a:custGeom>
                  <a:rect b="b" l="l" r="r" t="t"/>
                  <a:pathLst>
                    <a:path extrusionOk="0" fill="none" h="12593" w="2565">
                      <a:moveTo>
                        <a:pt x="2565" y="0"/>
                      </a:moveTo>
                      <a:lnTo>
                        <a:pt x="0" y="12593"/>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8" name="Google Shape;4538;p129"/>
                <p:cNvSpPr/>
                <p:nvPr/>
              </p:nvSpPr>
              <p:spPr>
                <a:xfrm>
                  <a:off x="3912700" y="3641584"/>
                  <a:ext cx="97817" cy="41779"/>
                </a:xfrm>
                <a:custGeom>
                  <a:rect b="b" l="l" r="r" t="t"/>
                  <a:pathLst>
                    <a:path extrusionOk="0" fill="none" h="5312" w="12437">
                      <a:moveTo>
                        <a:pt x="1" y="5311"/>
                      </a:moveTo>
                      <a:lnTo>
                        <a:pt x="12436"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9" name="Google Shape;4539;p129"/>
                <p:cNvSpPr/>
                <p:nvPr/>
              </p:nvSpPr>
              <p:spPr>
                <a:xfrm>
                  <a:off x="3875601" y="3503726"/>
                  <a:ext cx="68410" cy="89158"/>
                </a:xfrm>
                <a:custGeom>
                  <a:rect b="b" l="l" r="r" t="t"/>
                  <a:pathLst>
                    <a:path extrusionOk="0" fill="none" h="11336" w="8698">
                      <a:moveTo>
                        <a:pt x="8698" y="1"/>
                      </a:moveTo>
                      <a:lnTo>
                        <a:pt x="0" y="11335"/>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0" name="Google Shape;4540;p129"/>
                <p:cNvSpPr/>
                <p:nvPr/>
              </p:nvSpPr>
              <p:spPr>
                <a:xfrm>
                  <a:off x="3944003" y="3503726"/>
                  <a:ext cx="89441" cy="36163"/>
                </a:xfrm>
                <a:custGeom>
                  <a:rect b="b" l="l" r="r" t="t"/>
                  <a:pathLst>
                    <a:path extrusionOk="0" fill="none" h="4598" w="11372">
                      <a:moveTo>
                        <a:pt x="1" y="1"/>
                      </a:moveTo>
                      <a:lnTo>
                        <a:pt x="11372" y="4598"/>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1" name="Google Shape;4541;p129"/>
                <p:cNvSpPr/>
                <p:nvPr/>
              </p:nvSpPr>
              <p:spPr>
                <a:xfrm>
                  <a:off x="4033436" y="3490599"/>
                  <a:ext cx="132824" cy="49290"/>
                </a:xfrm>
                <a:custGeom>
                  <a:rect b="b" l="l" r="r" t="t"/>
                  <a:pathLst>
                    <a:path extrusionOk="0" fill="none" h="6267" w="16888">
                      <a:moveTo>
                        <a:pt x="1" y="6267"/>
                      </a:moveTo>
                      <a:lnTo>
                        <a:pt x="16888"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2" name="Google Shape;4542;p129"/>
                <p:cNvSpPr/>
                <p:nvPr/>
              </p:nvSpPr>
              <p:spPr>
                <a:xfrm>
                  <a:off x="4166252" y="3490599"/>
                  <a:ext cx="73459" cy="95528"/>
                </a:xfrm>
                <a:custGeom>
                  <a:rect b="b" l="l" r="r" t="t"/>
                  <a:pathLst>
                    <a:path extrusionOk="0" fill="none" h="12146" w="9340">
                      <a:moveTo>
                        <a:pt x="1" y="0"/>
                      </a:moveTo>
                      <a:lnTo>
                        <a:pt x="9339" y="12146"/>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3" name="Google Shape;4543;p129"/>
                <p:cNvSpPr/>
                <p:nvPr/>
              </p:nvSpPr>
              <p:spPr>
                <a:xfrm>
                  <a:off x="4027726" y="3539882"/>
                  <a:ext cx="211985" cy="39970"/>
                </a:xfrm>
                <a:custGeom>
                  <a:rect b="b" l="l" r="r" t="t"/>
                  <a:pathLst>
                    <a:path extrusionOk="0" fill="none" h="5082" w="26953">
                      <a:moveTo>
                        <a:pt x="26952" y="5081"/>
                      </a:moveTo>
                      <a:lnTo>
                        <a:pt x="1"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4" name="Google Shape;4544;p129"/>
                <p:cNvSpPr/>
                <p:nvPr/>
              </p:nvSpPr>
              <p:spPr>
                <a:xfrm>
                  <a:off x="4027726" y="3539882"/>
                  <a:ext cx="99720" cy="174878"/>
                </a:xfrm>
                <a:custGeom>
                  <a:rect b="b" l="l" r="r" t="t"/>
                  <a:pathLst>
                    <a:path extrusionOk="0" fill="none" h="22235" w="12679">
                      <a:moveTo>
                        <a:pt x="1" y="1"/>
                      </a:moveTo>
                      <a:lnTo>
                        <a:pt x="12678" y="22234"/>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5" name="Google Shape;4545;p129"/>
                <p:cNvSpPr/>
                <p:nvPr/>
              </p:nvSpPr>
              <p:spPr>
                <a:xfrm>
                  <a:off x="4027726" y="3539882"/>
                  <a:ext cx="159754" cy="111707"/>
                </a:xfrm>
                <a:custGeom>
                  <a:rect b="b" l="l" r="r" t="t"/>
                  <a:pathLst>
                    <a:path extrusionOk="0" fill="none" h="14203" w="20312">
                      <a:moveTo>
                        <a:pt x="1" y="1"/>
                      </a:moveTo>
                      <a:lnTo>
                        <a:pt x="20311" y="14202"/>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6" name="Google Shape;4546;p129"/>
                <p:cNvSpPr/>
                <p:nvPr/>
              </p:nvSpPr>
              <p:spPr>
                <a:xfrm>
                  <a:off x="4006702" y="3641584"/>
                  <a:ext cx="120743" cy="73176"/>
                </a:xfrm>
                <a:custGeom>
                  <a:rect b="b" l="l" r="r" t="t"/>
                  <a:pathLst>
                    <a:path extrusionOk="0" fill="none" h="9304" w="15352">
                      <a:moveTo>
                        <a:pt x="0" y="1"/>
                      </a:moveTo>
                      <a:lnTo>
                        <a:pt x="15351" y="9303"/>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7" name="Google Shape;4547;p129"/>
                <p:cNvSpPr/>
                <p:nvPr/>
              </p:nvSpPr>
              <p:spPr>
                <a:xfrm>
                  <a:off x="4006702" y="3641584"/>
                  <a:ext cx="39773" cy="140249"/>
                </a:xfrm>
                <a:custGeom>
                  <a:rect b="b" l="l" r="r" t="t"/>
                  <a:pathLst>
                    <a:path extrusionOk="0" fill="none" h="17832" w="5057">
                      <a:moveTo>
                        <a:pt x="5057" y="17832"/>
                      </a:moveTo>
                      <a:lnTo>
                        <a:pt x="0"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8" name="Google Shape;4548;p129"/>
                <p:cNvSpPr/>
                <p:nvPr/>
              </p:nvSpPr>
              <p:spPr>
                <a:xfrm>
                  <a:off x="3996423" y="3784585"/>
                  <a:ext cx="51862" cy="10280"/>
                </a:xfrm>
                <a:custGeom>
                  <a:rect b="b" l="l" r="r" t="t"/>
                  <a:pathLst>
                    <a:path extrusionOk="0" fill="none" h="1307" w="6594">
                      <a:moveTo>
                        <a:pt x="1" y="1307"/>
                      </a:moveTo>
                      <a:lnTo>
                        <a:pt x="6594"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9" name="Google Shape;4549;p129"/>
                <p:cNvSpPr/>
                <p:nvPr/>
              </p:nvSpPr>
              <p:spPr>
                <a:xfrm>
                  <a:off x="4048277" y="3784585"/>
                  <a:ext cx="47583" cy="68890"/>
                </a:xfrm>
                <a:custGeom>
                  <a:rect b="b" l="l" r="r" t="t"/>
                  <a:pathLst>
                    <a:path extrusionOk="0" fill="none" h="8759" w="6050">
                      <a:moveTo>
                        <a:pt x="1" y="0"/>
                      </a:moveTo>
                      <a:lnTo>
                        <a:pt x="6049" y="8758"/>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0" name="Google Shape;4550;p129"/>
                <p:cNvSpPr/>
                <p:nvPr/>
              </p:nvSpPr>
              <p:spPr>
                <a:xfrm>
                  <a:off x="4095947" y="3788392"/>
                  <a:ext cx="10280" cy="64894"/>
                </a:xfrm>
                <a:custGeom>
                  <a:rect b="b" l="l" r="r" t="t"/>
                  <a:pathLst>
                    <a:path extrusionOk="0" fill="none" h="8251" w="1307">
                      <a:moveTo>
                        <a:pt x="0" y="8250"/>
                      </a:moveTo>
                      <a:lnTo>
                        <a:pt x="1307" y="0"/>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1" name="Google Shape;4551;p129"/>
                <p:cNvSpPr/>
                <p:nvPr/>
              </p:nvSpPr>
              <p:spPr>
                <a:xfrm>
                  <a:off x="4095852" y="3853467"/>
                  <a:ext cx="45672" cy="15895"/>
                </a:xfrm>
                <a:custGeom>
                  <a:rect b="b" l="l" r="r" t="t"/>
                  <a:pathLst>
                    <a:path extrusionOk="0" fill="none" h="2021" w="5807">
                      <a:moveTo>
                        <a:pt x="0" y="0"/>
                      </a:moveTo>
                      <a:lnTo>
                        <a:pt x="5807" y="202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2" name="Google Shape;4552;p129"/>
                <p:cNvSpPr/>
                <p:nvPr/>
              </p:nvSpPr>
              <p:spPr>
                <a:xfrm>
                  <a:off x="4138567" y="3868308"/>
                  <a:ext cx="16469" cy="101710"/>
                </a:xfrm>
                <a:custGeom>
                  <a:rect b="b" l="l" r="r" t="t"/>
                  <a:pathLst>
                    <a:path extrusionOk="0" fill="none" h="12932" w="2094">
                      <a:moveTo>
                        <a:pt x="1" y="1"/>
                      </a:moveTo>
                      <a:lnTo>
                        <a:pt x="2093" y="12932"/>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3" name="Google Shape;4553;p129"/>
                <p:cNvSpPr/>
                <p:nvPr/>
              </p:nvSpPr>
              <p:spPr>
                <a:xfrm>
                  <a:off x="3875601" y="3592876"/>
                  <a:ext cx="131110" cy="48716"/>
                </a:xfrm>
                <a:custGeom>
                  <a:rect b="b" l="l" r="r" t="t"/>
                  <a:pathLst>
                    <a:path extrusionOk="0" fill="none" h="6194" w="16670">
                      <a:moveTo>
                        <a:pt x="0" y="0"/>
                      </a:moveTo>
                      <a:lnTo>
                        <a:pt x="16669" y="6194"/>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4" name="Google Shape;4554;p129"/>
                <p:cNvSpPr/>
                <p:nvPr/>
              </p:nvSpPr>
              <p:spPr>
                <a:xfrm>
                  <a:off x="4164828" y="3394410"/>
                  <a:ext cx="26458" cy="93153"/>
                </a:xfrm>
                <a:custGeom>
                  <a:rect b="b" l="l" r="r" t="t"/>
                  <a:pathLst>
                    <a:path extrusionOk="0" fill="none" h="11844" w="3364">
                      <a:moveTo>
                        <a:pt x="0" y="11843"/>
                      </a:moveTo>
                      <a:lnTo>
                        <a:pt x="3363" y="1"/>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5" name="Google Shape;4555;p129"/>
                <p:cNvSpPr/>
                <p:nvPr/>
              </p:nvSpPr>
              <p:spPr>
                <a:xfrm>
                  <a:off x="4191278" y="3394410"/>
                  <a:ext cx="86586" cy="52719"/>
                </a:xfrm>
                <a:custGeom>
                  <a:rect b="b" l="l" r="r" t="t"/>
                  <a:pathLst>
                    <a:path extrusionOk="0" fill="none" h="6703" w="11009">
                      <a:moveTo>
                        <a:pt x="0" y="1"/>
                      </a:moveTo>
                      <a:lnTo>
                        <a:pt x="11008" y="6702"/>
                      </a:lnTo>
                    </a:path>
                  </a:pathLst>
                </a:custGeom>
                <a:noFill/>
                <a:ln cap="flat" cmpd="sng" w="18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56" name="Google Shape;4556;p129"/>
              <p:cNvGrpSpPr/>
              <p:nvPr/>
            </p:nvGrpSpPr>
            <p:grpSpPr>
              <a:xfrm>
                <a:off x="4180904" y="4251758"/>
                <a:ext cx="37783" cy="32420"/>
                <a:chOff x="4180904" y="4251758"/>
                <a:chExt cx="37783" cy="32420"/>
              </a:xfrm>
            </p:grpSpPr>
            <p:sp>
              <p:nvSpPr>
                <p:cNvPr id="4557" name="Google Shape;4557;p129"/>
                <p:cNvSpPr/>
                <p:nvPr/>
              </p:nvSpPr>
              <p:spPr>
                <a:xfrm>
                  <a:off x="4180904" y="4251758"/>
                  <a:ext cx="37783" cy="32420"/>
                </a:xfrm>
                <a:custGeom>
                  <a:rect b="b" l="l" r="r" t="t"/>
                  <a:pathLst>
                    <a:path extrusionOk="0" h="4122" w="4804">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8" name="Google Shape;4558;p129"/>
                <p:cNvSpPr/>
                <p:nvPr/>
              </p:nvSpPr>
              <p:spPr>
                <a:xfrm>
                  <a:off x="4196037" y="4261432"/>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59" name="Google Shape;4559;p129"/>
              <p:cNvGrpSpPr/>
              <p:nvPr/>
            </p:nvGrpSpPr>
            <p:grpSpPr>
              <a:xfrm>
                <a:off x="4201644" y="4081324"/>
                <a:ext cx="37783" cy="32364"/>
                <a:chOff x="4201644" y="4081324"/>
                <a:chExt cx="37783" cy="32364"/>
              </a:xfrm>
            </p:grpSpPr>
            <p:sp>
              <p:nvSpPr>
                <p:cNvPr id="4560" name="Google Shape;4560;p129"/>
                <p:cNvSpPr/>
                <p:nvPr/>
              </p:nvSpPr>
              <p:spPr>
                <a:xfrm>
                  <a:off x="4201644" y="4081324"/>
                  <a:ext cx="37783" cy="32364"/>
                </a:xfrm>
                <a:custGeom>
                  <a:rect b="b" l="l" r="r" t="t"/>
                  <a:pathLst>
                    <a:path extrusionOk="0" h="4115" w="4804">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1" name="Google Shape;4561;p129"/>
                <p:cNvSpPr/>
                <p:nvPr/>
              </p:nvSpPr>
              <p:spPr>
                <a:xfrm>
                  <a:off x="4214582" y="4091037"/>
                  <a:ext cx="15235" cy="13040"/>
                </a:xfrm>
                <a:custGeom>
                  <a:rect b="b" l="l" r="r" t="t"/>
                  <a:pathLst>
                    <a:path extrusionOk="0" h="1658" w="1937">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62" name="Google Shape;4562;p129"/>
              <p:cNvGrpSpPr/>
              <p:nvPr/>
            </p:nvGrpSpPr>
            <p:grpSpPr>
              <a:xfrm>
                <a:off x="4284416" y="3887428"/>
                <a:ext cx="37783" cy="32451"/>
                <a:chOff x="4284416" y="3887428"/>
                <a:chExt cx="37783" cy="32451"/>
              </a:xfrm>
            </p:grpSpPr>
            <p:sp>
              <p:nvSpPr>
                <p:cNvPr id="4563" name="Google Shape;4563;p129"/>
                <p:cNvSpPr/>
                <p:nvPr/>
              </p:nvSpPr>
              <p:spPr>
                <a:xfrm>
                  <a:off x="4284416" y="3887428"/>
                  <a:ext cx="37783" cy="32451"/>
                </a:xfrm>
                <a:custGeom>
                  <a:rect b="b" l="l" r="r" t="t"/>
                  <a:pathLst>
                    <a:path extrusionOk="0" h="4126" w="4804">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4" name="Google Shape;4564;p129"/>
                <p:cNvSpPr/>
                <p:nvPr/>
              </p:nvSpPr>
              <p:spPr>
                <a:xfrm>
                  <a:off x="4299548" y="3897039"/>
                  <a:ext cx="13040" cy="13048"/>
                </a:xfrm>
                <a:custGeom>
                  <a:rect b="b" l="l" r="r" t="t"/>
                  <a:pathLst>
                    <a:path extrusionOk="0" h="1659" w="1658">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65" name="Google Shape;4565;p129"/>
              <p:cNvGrpSpPr/>
              <p:nvPr/>
            </p:nvGrpSpPr>
            <p:grpSpPr>
              <a:xfrm>
                <a:off x="4223721" y="3860404"/>
                <a:ext cx="37870" cy="32364"/>
                <a:chOff x="4223721" y="3860404"/>
                <a:chExt cx="37870" cy="32364"/>
              </a:xfrm>
            </p:grpSpPr>
            <p:sp>
              <p:nvSpPr>
                <p:cNvPr id="4566" name="Google Shape;4566;p129"/>
                <p:cNvSpPr/>
                <p:nvPr/>
              </p:nvSpPr>
              <p:spPr>
                <a:xfrm>
                  <a:off x="4223721" y="3860404"/>
                  <a:ext cx="37870" cy="32364"/>
                </a:xfrm>
                <a:custGeom>
                  <a:rect b="b" l="l" r="r" t="t"/>
                  <a:pathLst>
                    <a:path extrusionOk="0" h="4115" w="4815">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7" name="Google Shape;4567;p129"/>
                <p:cNvSpPr/>
                <p:nvPr/>
              </p:nvSpPr>
              <p:spPr>
                <a:xfrm>
                  <a:off x="4238846" y="3870117"/>
                  <a:ext cx="13040" cy="13040"/>
                </a:xfrm>
                <a:custGeom>
                  <a:rect b="b" l="l" r="r" t="t"/>
                  <a:pathLst>
                    <a:path extrusionOk="0" h="1658" w="1658">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68" name="Google Shape;4568;p129"/>
              <p:cNvGrpSpPr/>
              <p:nvPr/>
            </p:nvGrpSpPr>
            <p:grpSpPr>
              <a:xfrm>
                <a:off x="4104889" y="3699242"/>
                <a:ext cx="37776" cy="32357"/>
                <a:chOff x="4104889" y="3699242"/>
                <a:chExt cx="37776" cy="32357"/>
              </a:xfrm>
            </p:grpSpPr>
            <p:sp>
              <p:nvSpPr>
                <p:cNvPr id="4569" name="Google Shape;4569;p129"/>
                <p:cNvSpPr/>
                <p:nvPr/>
              </p:nvSpPr>
              <p:spPr>
                <a:xfrm>
                  <a:off x="4104889" y="3699242"/>
                  <a:ext cx="37776" cy="32357"/>
                </a:xfrm>
                <a:custGeom>
                  <a:rect b="b" l="l" r="r" t="t"/>
                  <a:pathLst>
                    <a:path extrusionOk="0" h="4114" w="4803">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0" name="Google Shape;4570;p129"/>
                <p:cNvSpPr/>
                <p:nvPr/>
              </p:nvSpPr>
              <p:spPr>
                <a:xfrm>
                  <a:off x="4120013" y="3708948"/>
                  <a:ext cx="13040" cy="13040"/>
                </a:xfrm>
                <a:custGeom>
                  <a:rect b="b" l="l" r="r" t="t"/>
                  <a:pathLst>
                    <a:path extrusionOk="0" h="1658" w="1658">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71" name="Google Shape;4571;p129"/>
              <p:cNvGrpSpPr/>
              <p:nvPr/>
            </p:nvGrpSpPr>
            <p:grpSpPr>
              <a:xfrm>
                <a:off x="4143608" y="3475121"/>
                <a:ext cx="37878" cy="32420"/>
                <a:chOff x="4143608" y="3475121"/>
                <a:chExt cx="37878" cy="32420"/>
              </a:xfrm>
            </p:grpSpPr>
            <p:sp>
              <p:nvSpPr>
                <p:cNvPr id="4572" name="Google Shape;4572;p129"/>
                <p:cNvSpPr/>
                <p:nvPr/>
              </p:nvSpPr>
              <p:spPr>
                <a:xfrm>
                  <a:off x="4143608" y="3475121"/>
                  <a:ext cx="37878" cy="32420"/>
                </a:xfrm>
                <a:custGeom>
                  <a:rect b="b" l="l" r="r" t="t"/>
                  <a:pathLst>
                    <a:path extrusionOk="0" h="4122" w="4816">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3" name="Google Shape;4573;p129"/>
                <p:cNvSpPr/>
                <p:nvPr/>
              </p:nvSpPr>
              <p:spPr>
                <a:xfrm>
                  <a:off x="4158741" y="3484795"/>
                  <a:ext cx="13040" cy="13040"/>
                </a:xfrm>
                <a:custGeom>
                  <a:rect b="b" l="l" r="r" t="t"/>
                  <a:pathLst>
                    <a:path extrusionOk="0" h="1658" w="1658">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74" name="Google Shape;4574;p129"/>
              <p:cNvGrpSpPr/>
              <p:nvPr/>
            </p:nvGrpSpPr>
            <p:grpSpPr>
              <a:xfrm>
                <a:off x="4217248" y="3570893"/>
                <a:ext cx="37776" cy="32364"/>
                <a:chOff x="4217248" y="3570893"/>
                <a:chExt cx="37776" cy="32364"/>
              </a:xfrm>
            </p:grpSpPr>
            <p:sp>
              <p:nvSpPr>
                <p:cNvPr id="4575" name="Google Shape;4575;p129"/>
                <p:cNvSpPr/>
                <p:nvPr/>
              </p:nvSpPr>
              <p:spPr>
                <a:xfrm>
                  <a:off x="4217248" y="3570893"/>
                  <a:ext cx="37776" cy="32364"/>
                </a:xfrm>
                <a:custGeom>
                  <a:rect b="b" l="l" r="r" t="t"/>
                  <a:pathLst>
                    <a:path extrusionOk="0" h="4115" w="4803">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6" name="Google Shape;4576;p129"/>
                <p:cNvSpPr/>
                <p:nvPr/>
              </p:nvSpPr>
              <p:spPr>
                <a:xfrm>
                  <a:off x="4232373" y="3580599"/>
                  <a:ext cx="13048" cy="13048"/>
                </a:xfrm>
                <a:custGeom>
                  <a:rect b="b" l="l" r="r" t="t"/>
                  <a:pathLst>
                    <a:path extrusionOk="0" h="1659" w="1659">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77" name="Google Shape;4577;p129"/>
              <p:cNvGrpSpPr/>
              <p:nvPr/>
            </p:nvGrpSpPr>
            <p:grpSpPr>
              <a:xfrm>
                <a:off x="4255307" y="3431612"/>
                <a:ext cx="37776" cy="32451"/>
                <a:chOff x="4255307" y="3431612"/>
                <a:chExt cx="37776" cy="32451"/>
              </a:xfrm>
            </p:grpSpPr>
            <p:sp>
              <p:nvSpPr>
                <p:cNvPr id="4578" name="Google Shape;4578;p129"/>
                <p:cNvSpPr/>
                <p:nvPr/>
              </p:nvSpPr>
              <p:spPr>
                <a:xfrm>
                  <a:off x="4255307" y="3431612"/>
                  <a:ext cx="37776" cy="32451"/>
                </a:xfrm>
                <a:custGeom>
                  <a:rect b="b" l="l" r="r" t="t"/>
                  <a:pathLst>
                    <a:path extrusionOk="0" h="4126" w="4803">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9" name="Google Shape;4579;p129"/>
                <p:cNvSpPr/>
                <p:nvPr/>
              </p:nvSpPr>
              <p:spPr>
                <a:xfrm>
                  <a:off x="4270432" y="3441317"/>
                  <a:ext cx="13040" cy="13040"/>
                </a:xfrm>
                <a:custGeom>
                  <a:rect b="b" l="l" r="r" t="t"/>
                  <a:pathLst>
                    <a:path extrusionOk="0" h="1658" w="1658">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80" name="Google Shape;4580;p129"/>
              <p:cNvGrpSpPr/>
              <p:nvPr/>
            </p:nvGrpSpPr>
            <p:grpSpPr>
              <a:xfrm>
                <a:off x="3853052" y="3577398"/>
                <a:ext cx="37776" cy="32420"/>
                <a:chOff x="3853052" y="3577398"/>
                <a:chExt cx="37776" cy="32420"/>
              </a:xfrm>
            </p:grpSpPr>
            <p:sp>
              <p:nvSpPr>
                <p:cNvPr id="4581" name="Google Shape;4581;p129"/>
                <p:cNvSpPr/>
                <p:nvPr/>
              </p:nvSpPr>
              <p:spPr>
                <a:xfrm>
                  <a:off x="3853052" y="3577398"/>
                  <a:ext cx="37776" cy="32420"/>
                </a:xfrm>
                <a:custGeom>
                  <a:rect b="b" l="l" r="r" t="t"/>
                  <a:pathLst>
                    <a:path extrusionOk="0" h="4122" w="4803">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2" name="Google Shape;4582;p129"/>
                <p:cNvSpPr/>
                <p:nvPr/>
              </p:nvSpPr>
              <p:spPr>
                <a:xfrm>
                  <a:off x="3868176" y="3587072"/>
                  <a:ext cx="13040" cy="13040"/>
                </a:xfrm>
                <a:custGeom>
                  <a:rect b="b" l="l" r="r" t="t"/>
                  <a:pathLst>
                    <a:path extrusionOk="0" h="1658" w="1658">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83" name="Google Shape;4583;p129"/>
              <p:cNvGrpSpPr/>
              <p:nvPr/>
            </p:nvGrpSpPr>
            <p:grpSpPr>
              <a:xfrm>
                <a:off x="4039908" y="3412107"/>
                <a:ext cx="37776" cy="32357"/>
                <a:chOff x="4039908" y="3412107"/>
                <a:chExt cx="37776" cy="32357"/>
              </a:xfrm>
            </p:grpSpPr>
            <p:sp>
              <p:nvSpPr>
                <p:cNvPr id="4584" name="Google Shape;4584;p129"/>
                <p:cNvSpPr/>
                <p:nvPr/>
              </p:nvSpPr>
              <p:spPr>
                <a:xfrm>
                  <a:off x="4039908" y="3412107"/>
                  <a:ext cx="37776" cy="32357"/>
                </a:xfrm>
                <a:custGeom>
                  <a:rect b="b" l="l" r="r" t="t"/>
                  <a:pathLst>
                    <a:path extrusionOk="0" h="4114" w="4803">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5" name="Google Shape;4585;p129"/>
                <p:cNvSpPr/>
                <p:nvPr/>
              </p:nvSpPr>
              <p:spPr>
                <a:xfrm>
                  <a:off x="4055033" y="3421812"/>
                  <a:ext cx="13040" cy="13040"/>
                </a:xfrm>
                <a:custGeom>
                  <a:rect b="b" l="l" r="r" t="t"/>
                  <a:pathLst>
                    <a:path extrusionOk="0" h="1658" w="1658">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86" name="Google Shape;4586;p129"/>
              <p:cNvGrpSpPr/>
              <p:nvPr/>
            </p:nvGrpSpPr>
            <p:grpSpPr>
              <a:xfrm>
                <a:off x="4017360" y="3342061"/>
                <a:ext cx="37870" cy="32380"/>
                <a:chOff x="4017360" y="3342061"/>
                <a:chExt cx="37870" cy="32380"/>
              </a:xfrm>
            </p:grpSpPr>
            <p:sp>
              <p:nvSpPr>
                <p:cNvPr id="4587" name="Google Shape;4587;p129"/>
                <p:cNvSpPr/>
                <p:nvPr/>
              </p:nvSpPr>
              <p:spPr>
                <a:xfrm>
                  <a:off x="4017360" y="3342061"/>
                  <a:ext cx="37870" cy="32380"/>
                </a:xfrm>
                <a:custGeom>
                  <a:rect b="b" l="l" r="r" t="t"/>
                  <a:pathLst>
                    <a:path extrusionOk="0" h="4117" w="4815">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8" name="Google Shape;4588;p129"/>
                <p:cNvSpPr/>
                <p:nvPr/>
              </p:nvSpPr>
              <p:spPr>
                <a:xfrm>
                  <a:off x="4032484" y="3351790"/>
                  <a:ext cx="13040" cy="13040"/>
                </a:xfrm>
                <a:custGeom>
                  <a:rect b="b" l="l" r="r" t="t"/>
                  <a:pathLst>
                    <a:path extrusionOk="0" h="1658" w="1658">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89" name="Google Shape;4589;p129"/>
              <p:cNvSpPr/>
              <p:nvPr/>
            </p:nvSpPr>
            <p:spPr>
              <a:xfrm>
                <a:off x="3998712" y="3520180"/>
                <a:ext cx="47764" cy="40929"/>
              </a:xfrm>
              <a:custGeom>
                <a:rect b="b" l="l" r="r" t="t"/>
                <a:pathLst>
                  <a:path extrusionOk="0" h="5204" w="6073">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0" name="Google Shape;4590;p129"/>
              <p:cNvSpPr/>
              <p:nvPr/>
            </p:nvSpPr>
            <p:spPr>
              <a:xfrm>
                <a:off x="4011744" y="3529893"/>
                <a:ext cx="25026" cy="21448"/>
              </a:xfrm>
              <a:custGeom>
                <a:rect b="b" l="l" r="r" t="t"/>
                <a:pathLst>
                  <a:path extrusionOk="0" h="2727" w="3182">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591" name="Google Shape;4591;p129"/>
              <p:cNvGrpSpPr/>
              <p:nvPr/>
            </p:nvGrpSpPr>
            <p:grpSpPr>
              <a:xfrm>
                <a:off x="3750870" y="3418650"/>
                <a:ext cx="37776" cy="32380"/>
                <a:chOff x="3750870" y="3418650"/>
                <a:chExt cx="37776" cy="32380"/>
              </a:xfrm>
            </p:grpSpPr>
            <p:sp>
              <p:nvSpPr>
                <p:cNvPr id="4592" name="Google Shape;4592;p129"/>
                <p:cNvSpPr/>
                <p:nvPr/>
              </p:nvSpPr>
              <p:spPr>
                <a:xfrm>
                  <a:off x="3750870" y="3418650"/>
                  <a:ext cx="37776" cy="32380"/>
                </a:xfrm>
                <a:custGeom>
                  <a:rect b="b" l="l" r="r" t="t"/>
                  <a:pathLst>
                    <a:path extrusionOk="0" h="4117" w="4803">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3" name="Google Shape;4593;p129"/>
                <p:cNvSpPr/>
                <p:nvPr/>
              </p:nvSpPr>
              <p:spPr>
                <a:xfrm>
                  <a:off x="3765994" y="3428285"/>
                  <a:ext cx="13040" cy="13040"/>
                </a:xfrm>
                <a:custGeom>
                  <a:rect b="b" l="l" r="r" t="t"/>
                  <a:pathLst>
                    <a:path extrusionOk="0" h="1658" w="1658">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94" name="Google Shape;4594;p129"/>
              <p:cNvGrpSpPr/>
              <p:nvPr/>
            </p:nvGrpSpPr>
            <p:grpSpPr>
              <a:xfrm>
                <a:off x="3632509" y="3274438"/>
                <a:ext cx="37783" cy="32357"/>
                <a:chOff x="3632509" y="3274438"/>
                <a:chExt cx="37783" cy="32357"/>
              </a:xfrm>
            </p:grpSpPr>
            <p:sp>
              <p:nvSpPr>
                <p:cNvPr id="4595" name="Google Shape;4595;p129"/>
                <p:cNvSpPr/>
                <p:nvPr/>
              </p:nvSpPr>
              <p:spPr>
                <a:xfrm>
                  <a:off x="3632509" y="3274438"/>
                  <a:ext cx="37783" cy="32357"/>
                </a:xfrm>
                <a:custGeom>
                  <a:rect b="b" l="l" r="r" t="t"/>
                  <a:pathLst>
                    <a:path extrusionOk="0" h="4114" w="4804">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6" name="Google Shape;4596;p129"/>
                <p:cNvSpPr/>
                <p:nvPr/>
              </p:nvSpPr>
              <p:spPr>
                <a:xfrm>
                  <a:off x="3647547" y="3284049"/>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97" name="Google Shape;4597;p129"/>
              <p:cNvGrpSpPr/>
              <p:nvPr/>
            </p:nvGrpSpPr>
            <p:grpSpPr>
              <a:xfrm>
                <a:off x="3906424" y="3297561"/>
                <a:ext cx="37776" cy="32451"/>
                <a:chOff x="3906424" y="3297561"/>
                <a:chExt cx="37776" cy="32451"/>
              </a:xfrm>
            </p:grpSpPr>
            <p:sp>
              <p:nvSpPr>
                <p:cNvPr id="4598" name="Google Shape;4598;p129"/>
                <p:cNvSpPr/>
                <p:nvPr/>
              </p:nvSpPr>
              <p:spPr>
                <a:xfrm>
                  <a:off x="3906424" y="3297561"/>
                  <a:ext cx="37776" cy="32451"/>
                </a:xfrm>
                <a:custGeom>
                  <a:rect b="b" l="l" r="r" t="t"/>
                  <a:pathLst>
                    <a:path extrusionOk="0" h="4126" w="4803">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9" name="Google Shape;4599;p129"/>
                <p:cNvSpPr/>
                <p:nvPr/>
              </p:nvSpPr>
              <p:spPr>
                <a:xfrm>
                  <a:off x="3921548" y="3307361"/>
                  <a:ext cx="13048" cy="13040"/>
                </a:xfrm>
                <a:custGeom>
                  <a:rect b="b" l="l" r="r" t="t"/>
                  <a:pathLst>
                    <a:path extrusionOk="0" h="1658" w="1659">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00" name="Google Shape;4600;p129"/>
              <p:cNvGrpSpPr/>
              <p:nvPr/>
            </p:nvGrpSpPr>
            <p:grpSpPr>
              <a:xfrm>
                <a:off x="3866084" y="3412107"/>
                <a:ext cx="37776" cy="32357"/>
                <a:chOff x="3866084" y="3412107"/>
                <a:chExt cx="37776" cy="32357"/>
              </a:xfrm>
            </p:grpSpPr>
            <p:sp>
              <p:nvSpPr>
                <p:cNvPr id="4601" name="Google Shape;4601;p129"/>
                <p:cNvSpPr/>
                <p:nvPr/>
              </p:nvSpPr>
              <p:spPr>
                <a:xfrm>
                  <a:off x="3866084" y="3412107"/>
                  <a:ext cx="37776" cy="32357"/>
                </a:xfrm>
                <a:custGeom>
                  <a:rect b="b" l="l" r="r" t="t"/>
                  <a:pathLst>
                    <a:path extrusionOk="0" h="4114" w="4803">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2" name="Google Shape;4602;p129"/>
                <p:cNvSpPr/>
                <p:nvPr/>
              </p:nvSpPr>
              <p:spPr>
                <a:xfrm>
                  <a:off x="3881208" y="3421812"/>
                  <a:ext cx="13048" cy="13040"/>
                </a:xfrm>
                <a:custGeom>
                  <a:rect b="b" l="l" r="r" t="t"/>
                  <a:pathLst>
                    <a:path extrusionOk="0" h="1658" w="1659">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03" name="Google Shape;4603;p129"/>
              <p:cNvGrpSpPr/>
              <p:nvPr/>
            </p:nvGrpSpPr>
            <p:grpSpPr>
              <a:xfrm>
                <a:off x="4023919" y="3766409"/>
                <a:ext cx="37783" cy="32357"/>
                <a:chOff x="4023919" y="3766409"/>
                <a:chExt cx="37783" cy="32357"/>
              </a:xfrm>
            </p:grpSpPr>
            <p:sp>
              <p:nvSpPr>
                <p:cNvPr id="4604" name="Google Shape;4604;p129"/>
                <p:cNvSpPr/>
                <p:nvPr/>
              </p:nvSpPr>
              <p:spPr>
                <a:xfrm>
                  <a:off x="4023919" y="3766409"/>
                  <a:ext cx="37783" cy="32357"/>
                </a:xfrm>
                <a:custGeom>
                  <a:rect b="b" l="l" r="r" t="t"/>
                  <a:pathLst>
                    <a:path extrusionOk="0" h="4114" w="4804">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5" name="Google Shape;4605;p129"/>
                <p:cNvSpPr/>
                <p:nvPr/>
              </p:nvSpPr>
              <p:spPr>
                <a:xfrm>
                  <a:off x="4039051" y="3776115"/>
                  <a:ext cx="13040" cy="13048"/>
                </a:xfrm>
                <a:custGeom>
                  <a:rect b="b" l="l" r="r" t="t"/>
                  <a:pathLst>
                    <a:path extrusionOk="0" h="1659" w="1658">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06" name="Google Shape;4606;p129"/>
              <p:cNvGrpSpPr/>
              <p:nvPr/>
            </p:nvGrpSpPr>
            <p:grpSpPr>
              <a:xfrm>
                <a:off x="3973882" y="3779449"/>
                <a:ext cx="37776" cy="32357"/>
                <a:chOff x="3973882" y="3779449"/>
                <a:chExt cx="37776" cy="32357"/>
              </a:xfrm>
            </p:grpSpPr>
            <p:sp>
              <p:nvSpPr>
                <p:cNvPr id="4607" name="Google Shape;4607;p129"/>
                <p:cNvSpPr/>
                <p:nvPr/>
              </p:nvSpPr>
              <p:spPr>
                <a:xfrm>
                  <a:off x="3973882" y="3779449"/>
                  <a:ext cx="37776" cy="32357"/>
                </a:xfrm>
                <a:custGeom>
                  <a:rect b="b" l="l" r="r" t="t"/>
                  <a:pathLst>
                    <a:path extrusionOk="0" h="4114" w="4803">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8" name="Google Shape;4608;p129"/>
                <p:cNvSpPr/>
                <p:nvPr/>
              </p:nvSpPr>
              <p:spPr>
                <a:xfrm>
                  <a:off x="3989006" y="3789155"/>
                  <a:ext cx="13040" cy="13040"/>
                </a:xfrm>
                <a:custGeom>
                  <a:rect b="b" l="l" r="r" t="t"/>
                  <a:pathLst>
                    <a:path extrusionOk="0" h="1658" w="1658">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09" name="Google Shape;4609;p129"/>
              <p:cNvGrpSpPr/>
              <p:nvPr/>
            </p:nvGrpSpPr>
            <p:grpSpPr>
              <a:xfrm>
                <a:off x="4073398" y="3838028"/>
                <a:ext cx="37776" cy="32380"/>
                <a:chOff x="4073398" y="3838028"/>
                <a:chExt cx="37776" cy="32380"/>
              </a:xfrm>
            </p:grpSpPr>
            <p:sp>
              <p:nvSpPr>
                <p:cNvPr id="4610" name="Google Shape;4610;p129"/>
                <p:cNvSpPr/>
                <p:nvPr/>
              </p:nvSpPr>
              <p:spPr>
                <a:xfrm>
                  <a:off x="4073398" y="3838028"/>
                  <a:ext cx="37776" cy="32380"/>
                </a:xfrm>
                <a:custGeom>
                  <a:rect b="b" l="l" r="r" t="t"/>
                  <a:pathLst>
                    <a:path extrusionOk="0" h="4117" w="4803">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1" name="Google Shape;4611;p129"/>
                <p:cNvSpPr/>
                <p:nvPr/>
              </p:nvSpPr>
              <p:spPr>
                <a:xfrm>
                  <a:off x="4088428" y="3847663"/>
                  <a:ext cx="13040" cy="13040"/>
                </a:xfrm>
                <a:custGeom>
                  <a:rect b="b" l="l" r="r" t="t"/>
                  <a:pathLst>
                    <a:path extrusionOk="0" h="1658" w="1658">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12" name="Google Shape;4612;p129"/>
              <p:cNvGrpSpPr/>
              <p:nvPr/>
            </p:nvGrpSpPr>
            <p:grpSpPr>
              <a:xfrm>
                <a:off x="4342672" y="4144496"/>
                <a:ext cx="37752" cy="32364"/>
                <a:chOff x="4342672" y="4144496"/>
                <a:chExt cx="37752" cy="32364"/>
              </a:xfrm>
            </p:grpSpPr>
            <p:sp>
              <p:nvSpPr>
                <p:cNvPr id="4613" name="Google Shape;4613;p129"/>
                <p:cNvSpPr/>
                <p:nvPr/>
              </p:nvSpPr>
              <p:spPr>
                <a:xfrm>
                  <a:off x="4342672" y="4144496"/>
                  <a:ext cx="37752" cy="32364"/>
                </a:xfrm>
                <a:custGeom>
                  <a:rect b="b" l="l" r="r" t="t"/>
                  <a:pathLst>
                    <a:path extrusionOk="0" h="4115" w="480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4" name="Google Shape;4614;p129"/>
                <p:cNvSpPr/>
                <p:nvPr/>
              </p:nvSpPr>
              <p:spPr>
                <a:xfrm>
                  <a:off x="4355586" y="4154209"/>
                  <a:ext cx="15227" cy="13040"/>
                </a:xfrm>
                <a:custGeom>
                  <a:rect b="b" l="l" r="r" t="t"/>
                  <a:pathLst>
                    <a:path extrusionOk="0" h="1658" w="1936">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15" name="Google Shape;4615;p129"/>
              <p:cNvGrpSpPr/>
              <p:nvPr/>
            </p:nvGrpSpPr>
            <p:grpSpPr>
              <a:xfrm>
                <a:off x="4406386" y="4056872"/>
                <a:ext cx="37783" cy="32364"/>
                <a:chOff x="4406386" y="4056872"/>
                <a:chExt cx="37783" cy="32364"/>
              </a:xfrm>
            </p:grpSpPr>
            <p:sp>
              <p:nvSpPr>
                <p:cNvPr id="4616" name="Google Shape;4616;p129"/>
                <p:cNvSpPr/>
                <p:nvPr/>
              </p:nvSpPr>
              <p:spPr>
                <a:xfrm>
                  <a:off x="4406386" y="4056872"/>
                  <a:ext cx="37783" cy="32364"/>
                </a:xfrm>
                <a:custGeom>
                  <a:rect b="b" l="l" r="r" t="t"/>
                  <a:pathLst>
                    <a:path extrusionOk="0" h="4115" w="4804">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7" name="Google Shape;4617;p129"/>
                <p:cNvSpPr/>
                <p:nvPr/>
              </p:nvSpPr>
              <p:spPr>
                <a:xfrm>
                  <a:off x="4419332" y="4066577"/>
                  <a:ext cx="15227" cy="13017"/>
                </a:xfrm>
                <a:custGeom>
                  <a:rect b="b" l="l" r="r" t="t"/>
                  <a:pathLst>
                    <a:path extrusionOk="0" h="1655" w="1936">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18" name="Google Shape;4618;p129"/>
              <p:cNvGrpSpPr/>
              <p:nvPr/>
            </p:nvGrpSpPr>
            <p:grpSpPr>
              <a:xfrm>
                <a:off x="4284416" y="4245254"/>
                <a:ext cx="37783" cy="32357"/>
                <a:chOff x="4284416" y="4245254"/>
                <a:chExt cx="37783" cy="32357"/>
              </a:xfrm>
            </p:grpSpPr>
            <p:sp>
              <p:nvSpPr>
                <p:cNvPr id="4619" name="Google Shape;4619;p129"/>
                <p:cNvSpPr/>
                <p:nvPr/>
              </p:nvSpPr>
              <p:spPr>
                <a:xfrm>
                  <a:off x="4284416" y="4245254"/>
                  <a:ext cx="37783" cy="32357"/>
                </a:xfrm>
                <a:custGeom>
                  <a:rect b="b" l="l" r="r" t="t"/>
                  <a:pathLst>
                    <a:path extrusionOk="0" h="4114" w="4804">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0" name="Google Shape;4620;p129"/>
                <p:cNvSpPr/>
                <p:nvPr/>
              </p:nvSpPr>
              <p:spPr>
                <a:xfrm>
                  <a:off x="4299548" y="4254959"/>
                  <a:ext cx="13040" cy="13040"/>
                </a:xfrm>
                <a:custGeom>
                  <a:rect b="b" l="l" r="r" t="t"/>
                  <a:pathLst>
                    <a:path extrusionOk="0" h="1658" w="1658">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21" name="Google Shape;4621;p129"/>
              <p:cNvGrpSpPr/>
              <p:nvPr/>
            </p:nvGrpSpPr>
            <p:grpSpPr>
              <a:xfrm>
                <a:off x="4219057" y="4331258"/>
                <a:ext cx="37776" cy="32364"/>
                <a:chOff x="4219057" y="4331258"/>
                <a:chExt cx="37776" cy="32364"/>
              </a:xfrm>
            </p:grpSpPr>
            <p:sp>
              <p:nvSpPr>
                <p:cNvPr id="4622" name="Google Shape;4622;p129"/>
                <p:cNvSpPr/>
                <p:nvPr/>
              </p:nvSpPr>
              <p:spPr>
                <a:xfrm>
                  <a:off x="4219057" y="4331258"/>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3" name="Google Shape;4623;p129"/>
                <p:cNvSpPr/>
                <p:nvPr/>
              </p:nvSpPr>
              <p:spPr>
                <a:xfrm>
                  <a:off x="4231995" y="4340971"/>
                  <a:ext cx="15235" cy="13040"/>
                </a:xfrm>
                <a:custGeom>
                  <a:rect b="b" l="l" r="r" t="t"/>
                  <a:pathLst>
                    <a:path extrusionOk="0" h="1658" w="1937">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24" name="Google Shape;4624;p129"/>
              <p:cNvGrpSpPr/>
              <p:nvPr/>
            </p:nvGrpSpPr>
            <p:grpSpPr>
              <a:xfrm>
                <a:off x="4204122" y="4141688"/>
                <a:ext cx="33497" cy="28699"/>
                <a:chOff x="4204122" y="4141688"/>
                <a:chExt cx="33497" cy="28699"/>
              </a:xfrm>
            </p:grpSpPr>
            <p:sp>
              <p:nvSpPr>
                <p:cNvPr id="4625" name="Google Shape;4625;p129"/>
                <p:cNvSpPr/>
                <p:nvPr/>
              </p:nvSpPr>
              <p:spPr>
                <a:xfrm>
                  <a:off x="4204122" y="4141688"/>
                  <a:ext cx="33497" cy="28699"/>
                </a:xfrm>
                <a:custGeom>
                  <a:rect b="b" l="l" r="r" t="t"/>
                  <a:pathLst>
                    <a:path extrusionOk="0" h="3649" w="4259">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6" name="Google Shape;4626;p129"/>
                <p:cNvSpPr/>
                <p:nvPr/>
              </p:nvSpPr>
              <p:spPr>
                <a:xfrm>
                  <a:off x="4216965" y="4151259"/>
                  <a:ext cx="11042" cy="9399"/>
                </a:xfrm>
                <a:custGeom>
                  <a:rect b="b" l="l" r="r" t="t"/>
                  <a:pathLst>
                    <a:path extrusionOk="0" h="1195" w="1404">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27" name="Google Shape;4627;p129"/>
              <p:cNvGrpSpPr/>
              <p:nvPr/>
            </p:nvGrpSpPr>
            <p:grpSpPr>
              <a:xfrm>
                <a:off x="4301546" y="4003869"/>
                <a:ext cx="38916" cy="33324"/>
                <a:chOff x="4301546" y="4003869"/>
                <a:chExt cx="38916" cy="33324"/>
              </a:xfrm>
            </p:grpSpPr>
            <p:sp>
              <p:nvSpPr>
                <p:cNvPr id="4628" name="Google Shape;4628;p129"/>
                <p:cNvSpPr/>
                <p:nvPr/>
              </p:nvSpPr>
              <p:spPr>
                <a:xfrm>
                  <a:off x="4301546" y="4003869"/>
                  <a:ext cx="38916" cy="33324"/>
                </a:xfrm>
                <a:custGeom>
                  <a:rect b="b" l="l" r="r" t="t"/>
                  <a:pathLst>
                    <a:path extrusionOk="0" h="4237" w="4948">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9" name="Google Shape;4629;p129"/>
                <p:cNvSpPr/>
                <p:nvPr/>
              </p:nvSpPr>
              <p:spPr>
                <a:xfrm>
                  <a:off x="4314389" y="4013590"/>
                  <a:ext cx="16469" cy="14000"/>
                </a:xfrm>
                <a:custGeom>
                  <a:rect b="b" l="l" r="r" t="t"/>
                  <a:pathLst>
                    <a:path extrusionOk="0" h="1780" w="2094">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30" name="Google Shape;4630;p129"/>
              <p:cNvGrpSpPr/>
              <p:nvPr/>
            </p:nvGrpSpPr>
            <p:grpSpPr>
              <a:xfrm>
                <a:off x="4210681" y="3924669"/>
                <a:ext cx="36549" cy="31366"/>
                <a:chOff x="4210681" y="3924669"/>
                <a:chExt cx="36549" cy="31366"/>
              </a:xfrm>
            </p:grpSpPr>
            <p:sp>
              <p:nvSpPr>
                <p:cNvPr id="4631" name="Google Shape;4631;p129"/>
                <p:cNvSpPr/>
                <p:nvPr/>
              </p:nvSpPr>
              <p:spPr>
                <a:xfrm>
                  <a:off x="4210681" y="3924669"/>
                  <a:ext cx="36549" cy="31366"/>
                </a:xfrm>
                <a:custGeom>
                  <a:rect b="b" l="l" r="r" t="t"/>
                  <a:pathLst>
                    <a:path extrusionOk="0" h="3988" w="4647">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2" name="Google Shape;4632;p129"/>
                <p:cNvSpPr/>
                <p:nvPr/>
              </p:nvSpPr>
              <p:spPr>
                <a:xfrm>
                  <a:off x="4225625" y="3934335"/>
                  <a:ext cx="11994" cy="11994"/>
                </a:xfrm>
                <a:custGeom>
                  <a:rect b="b" l="l" r="r" t="t"/>
                  <a:pathLst>
                    <a:path extrusionOk="0" h="1525" w="1525">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33" name="Google Shape;4633;p129"/>
              <p:cNvGrpSpPr/>
              <p:nvPr/>
            </p:nvGrpSpPr>
            <p:grpSpPr>
              <a:xfrm>
                <a:off x="3987771" y="3628874"/>
                <a:ext cx="31499" cy="26993"/>
                <a:chOff x="3987771" y="3628874"/>
                <a:chExt cx="31499" cy="26993"/>
              </a:xfrm>
            </p:grpSpPr>
            <p:sp>
              <p:nvSpPr>
                <p:cNvPr id="4634" name="Google Shape;4634;p129"/>
                <p:cNvSpPr/>
                <p:nvPr/>
              </p:nvSpPr>
              <p:spPr>
                <a:xfrm>
                  <a:off x="3987771" y="3628874"/>
                  <a:ext cx="31499" cy="26993"/>
                </a:xfrm>
                <a:custGeom>
                  <a:rect b="b" l="l" r="r" t="t"/>
                  <a:pathLst>
                    <a:path extrusionOk="0" h="3432" w="4005">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5" name="Google Shape;4635;p129"/>
                <p:cNvSpPr/>
                <p:nvPr/>
              </p:nvSpPr>
              <p:spPr>
                <a:xfrm>
                  <a:off x="4000709" y="3638540"/>
                  <a:ext cx="8856" cy="7605"/>
                </a:xfrm>
                <a:custGeom>
                  <a:rect b="b" l="l" r="r" t="t"/>
                  <a:pathLst>
                    <a:path extrusionOk="0" h="967" w="1126">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36" name="Google Shape;4636;p129"/>
              <p:cNvGrpSpPr/>
              <p:nvPr/>
            </p:nvGrpSpPr>
            <p:grpSpPr>
              <a:xfrm>
                <a:off x="4087382" y="3775674"/>
                <a:ext cx="31405" cy="26898"/>
                <a:chOff x="4087382" y="3775674"/>
                <a:chExt cx="31405" cy="26898"/>
              </a:xfrm>
            </p:grpSpPr>
            <p:sp>
              <p:nvSpPr>
                <p:cNvPr id="4637" name="Google Shape;4637;p129"/>
                <p:cNvSpPr/>
                <p:nvPr/>
              </p:nvSpPr>
              <p:spPr>
                <a:xfrm>
                  <a:off x="4087382" y="3775674"/>
                  <a:ext cx="31405" cy="26898"/>
                </a:xfrm>
                <a:custGeom>
                  <a:rect b="b" l="l" r="r" t="t"/>
                  <a:pathLst>
                    <a:path extrusionOk="0" h="3420" w="3993">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8" name="Google Shape;4638;p129"/>
                <p:cNvSpPr/>
                <p:nvPr/>
              </p:nvSpPr>
              <p:spPr>
                <a:xfrm>
                  <a:off x="4101460" y="3785348"/>
                  <a:ext cx="7621" cy="7613"/>
                </a:xfrm>
                <a:custGeom>
                  <a:rect b="b" l="l" r="r" t="t"/>
                  <a:pathLst>
                    <a:path extrusionOk="0" h="968"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39" name="Google Shape;4639;p129"/>
              <p:cNvGrpSpPr/>
              <p:nvPr/>
            </p:nvGrpSpPr>
            <p:grpSpPr>
              <a:xfrm>
                <a:off x="4118873" y="3856637"/>
                <a:ext cx="31405" cy="26906"/>
                <a:chOff x="4118873" y="3856637"/>
                <a:chExt cx="31405" cy="26906"/>
              </a:xfrm>
            </p:grpSpPr>
            <p:sp>
              <p:nvSpPr>
                <p:cNvPr id="4640" name="Google Shape;4640;p129"/>
                <p:cNvSpPr/>
                <p:nvPr/>
              </p:nvSpPr>
              <p:spPr>
                <a:xfrm>
                  <a:off x="4118873" y="3856637"/>
                  <a:ext cx="31405" cy="26906"/>
                </a:xfrm>
                <a:custGeom>
                  <a:rect b="b" l="l" r="r" t="t"/>
                  <a:pathLst>
                    <a:path extrusionOk="0" h="3421" w="3993">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1" name="Google Shape;4641;p129"/>
                <p:cNvSpPr/>
                <p:nvPr/>
              </p:nvSpPr>
              <p:spPr>
                <a:xfrm>
                  <a:off x="4133046" y="3866310"/>
                  <a:ext cx="7621" cy="7621"/>
                </a:xfrm>
                <a:custGeom>
                  <a:rect b="b" l="l" r="r" t="t"/>
                  <a:pathLst>
                    <a:path extrusionOk="0" h="969" w="969">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42" name="Google Shape;4642;p129"/>
              <p:cNvGrpSpPr/>
              <p:nvPr/>
            </p:nvGrpSpPr>
            <p:grpSpPr>
              <a:xfrm>
                <a:off x="4168541" y="3639523"/>
                <a:ext cx="31499" cy="26906"/>
                <a:chOff x="4168541" y="3639523"/>
                <a:chExt cx="31499" cy="26906"/>
              </a:xfrm>
            </p:grpSpPr>
            <p:sp>
              <p:nvSpPr>
                <p:cNvPr id="4643" name="Google Shape;4643;p129"/>
                <p:cNvSpPr/>
                <p:nvPr/>
              </p:nvSpPr>
              <p:spPr>
                <a:xfrm>
                  <a:off x="4168541" y="3639523"/>
                  <a:ext cx="31499" cy="26906"/>
                </a:xfrm>
                <a:custGeom>
                  <a:rect b="b" l="l" r="r" t="t"/>
                  <a:pathLst>
                    <a:path extrusionOk="0" h="3421" w="4005">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4" name="Google Shape;4644;p129"/>
                <p:cNvSpPr/>
                <p:nvPr/>
              </p:nvSpPr>
              <p:spPr>
                <a:xfrm>
                  <a:off x="4182713" y="3649197"/>
                  <a:ext cx="7716" cy="7621"/>
                </a:xfrm>
                <a:custGeom>
                  <a:rect b="b" l="l" r="r" t="t"/>
                  <a:pathLst>
                    <a:path extrusionOk="0" h="969" w="981">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45" name="Google Shape;4645;p129"/>
              <p:cNvGrpSpPr/>
              <p:nvPr/>
            </p:nvGrpSpPr>
            <p:grpSpPr>
              <a:xfrm>
                <a:off x="3965789" y="3393545"/>
                <a:ext cx="31405" cy="26945"/>
                <a:chOff x="3965789" y="3393545"/>
                <a:chExt cx="31405" cy="26945"/>
              </a:xfrm>
            </p:grpSpPr>
            <p:sp>
              <p:nvSpPr>
                <p:cNvPr id="4646" name="Google Shape;4646;p129"/>
                <p:cNvSpPr/>
                <p:nvPr/>
              </p:nvSpPr>
              <p:spPr>
                <a:xfrm>
                  <a:off x="3965789" y="3393545"/>
                  <a:ext cx="31405" cy="26945"/>
                </a:xfrm>
                <a:custGeom>
                  <a:rect b="b" l="l" r="r" t="t"/>
                  <a:pathLst>
                    <a:path extrusionOk="0" h="3426" w="3993">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7" name="Google Shape;4647;p129"/>
                <p:cNvSpPr/>
                <p:nvPr/>
              </p:nvSpPr>
              <p:spPr>
                <a:xfrm>
                  <a:off x="3978632" y="3403259"/>
                  <a:ext cx="8950" cy="7590"/>
                </a:xfrm>
                <a:custGeom>
                  <a:rect b="b" l="l" r="r" t="t"/>
                  <a:pathLst>
                    <a:path extrusionOk="0" h="965" w="1138">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48" name="Google Shape;4648;p129"/>
              <p:cNvGrpSpPr/>
              <p:nvPr/>
            </p:nvGrpSpPr>
            <p:grpSpPr>
              <a:xfrm>
                <a:off x="3925166" y="3491008"/>
                <a:ext cx="31405" cy="27001"/>
                <a:chOff x="3925166" y="3491008"/>
                <a:chExt cx="31405" cy="27001"/>
              </a:xfrm>
            </p:grpSpPr>
            <p:sp>
              <p:nvSpPr>
                <p:cNvPr id="4649" name="Google Shape;4649;p129"/>
                <p:cNvSpPr/>
                <p:nvPr/>
              </p:nvSpPr>
              <p:spPr>
                <a:xfrm>
                  <a:off x="3925166" y="3491008"/>
                  <a:ext cx="31405" cy="27001"/>
                </a:xfrm>
                <a:custGeom>
                  <a:rect b="b" l="l" r="r" t="t"/>
                  <a:pathLst>
                    <a:path extrusionOk="0" h="3433" w="3993">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0" name="Google Shape;4650;p129"/>
                <p:cNvSpPr/>
                <p:nvPr/>
              </p:nvSpPr>
              <p:spPr>
                <a:xfrm>
                  <a:off x="3939339" y="3500682"/>
                  <a:ext cx="7621" cy="7621"/>
                </a:xfrm>
                <a:custGeom>
                  <a:rect b="b" l="l" r="r" t="t"/>
                  <a:pathLst>
                    <a:path extrusionOk="0" h="969" w="969">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51" name="Google Shape;4651;p129"/>
              <p:cNvGrpSpPr/>
              <p:nvPr/>
            </p:nvGrpSpPr>
            <p:grpSpPr>
              <a:xfrm>
                <a:off x="3682845" y="3340976"/>
                <a:ext cx="31397" cy="26898"/>
                <a:chOff x="3682845" y="3340976"/>
                <a:chExt cx="31397" cy="26898"/>
              </a:xfrm>
            </p:grpSpPr>
            <p:sp>
              <p:nvSpPr>
                <p:cNvPr id="4652" name="Google Shape;4652;p129"/>
                <p:cNvSpPr/>
                <p:nvPr/>
              </p:nvSpPr>
              <p:spPr>
                <a:xfrm>
                  <a:off x="3682845" y="3340976"/>
                  <a:ext cx="31397" cy="26898"/>
                </a:xfrm>
                <a:custGeom>
                  <a:rect b="b" l="l" r="r" t="t"/>
                  <a:pathLst>
                    <a:path extrusionOk="0" h="3420" w="3992">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3" name="Google Shape;4653;p129"/>
                <p:cNvSpPr/>
                <p:nvPr/>
              </p:nvSpPr>
              <p:spPr>
                <a:xfrm>
                  <a:off x="3695783" y="3350650"/>
                  <a:ext cx="8856" cy="7645"/>
                </a:xfrm>
                <a:custGeom>
                  <a:rect b="b" l="l" r="r" t="t"/>
                  <a:pathLst>
                    <a:path extrusionOk="0" h="972" w="1126">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54" name="Google Shape;4654;p129"/>
              <p:cNvGrpSpPr/>
              <p:nvPr/>
            </p:nvGrpSpPr>
            <p:grpSpPr>
              <a:xfrm>
                <a:off x="3795393" y="3353725"/>
                <a:ext cx="31499" cy="26993"/>
                <a:chOff x="3795393" y="3353725"/>
                <a:chExt cx="31499" cy="26993"/>
              </a:xfrm>
            </p:grpSpPr>
            <p:sp>
              <p:nvSpPr>
                <p:cNvPr id="4655" name="Google Shape;4655;p129"/>
                <p:cNvSpPr/>
                <p:nvPr/>
              </p:nvSpPr>
              <p:spPr>
                <a:xfrm>
                  <a:off x="3795393" y="3353725"/>
                  <a:ext cx="31499" cy="26993"/>
                </a:xfrm>
                <a:custGeom>
                  <a:rect b="b" l="l" r="r" t="t"/>
                  <a:pathLst>
                    <a:path extrusionOk="0" h="3432" w="4005">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6" name="Google Shape;4656;p129"/>
                <p:cNvSpPr/>
                <p:nvPr/>
              </p:nvSpPr>
              <p:spPr>
                <a:xfrm>
                  <a:off x="3809668" y="3363399"/>
                  <a:ext cx="7613" cy="7613"/>
                </a:xfrm>
                <a:custGeom>
                  <a:rect b="b" l="l" r="r" t="t"/>
                  <a:pathLst>
                    <a:path extrusionOk="0" h="968" w="968">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57" name="Google Shape;4657;p129"/>
              <p:cNvGrpSpPr/>
              <p:nvPr/>
            </p:nvGrpSpPr>
            <p:grpSpPr>
              <a:xfrm>
                <a:off x="4176909" y="4363221"/>
                <a:ext cx="38924" cy="33316"/>
                <a:chOff x="4176909" y="4363221"/>
                <a:chExt cx="38924" cy="33316"/>
              </a:xfrm>
            </p:grpSpPr>
            <p:sp>
              <p:nvSpPr>
                <p:cNvPr id="4658" name="Google Shape;4658;p129"/>
                <p:cNvSpPr/>
                <p:nvPr/>
              </p:nvSpPr>
              <p:spPr>
                <a:xfrm>
                  <a:off x="4176909" y="4363221"/>
                  <a:ext cx="38924" cy="33316"/>
                </a:xfrm>
                <a:custGeom>
                  <a:rect b="b" l="l" r="r" t="t"/>
                  <a:pathLst>
                    <a:path extrusionOk="0" h="4236" w="4949">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9" name="Google Shape;4659;p129"/>
                <p:cNvSpPr/>
                <p:nvPr/>
              </p:nvSpPr>
              <p:spPr>
                <a:xfrm>
                  <a:off x="4192230" y="4372934"/>
                  <a:ext cx="13897" cy="13992"/>
                </a:xfrm>
                <a:custGeom>
                  <a:rect b="b" l="l" r="r" t="t"/>
                  <a:pathLst>
                    <a:path extrusionOk="0" h="1779" w="1767">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60" name="Google Shape;4660;p129"/>
              <p:cNvGrpSpPr/>
              <p:nvPr/>
            </p:nvGrpSpPr>
            <p:grpSpPr>
              <a:xfrm>
                <a:off x="4226191" y="4007660"/>
                <a:ext cx="33560" cy="28770"/>
                <a:chOff x="4226191" y="4007660"/>
                <a:chExt cx="33560" cy="28770"/>
              </a:xfrm>
            </p:grpSpPr>
            <p:sp>
              <p:nvSpPr>
                <p:cNvPr id="4661" name="Google Shape;4661;p129"/>
                <p:cNvSpPr/>
                <p:nvPr/>
              </p:nvSpPr>
              <p:spPr>
                <a:xfrm>
                  <a:off x="4226191" y="4007660"/>
                  <a:ext cx="33560" cy="28770"/>
                </a:xfrm>
                <a:custGeom>
                  <a:rect b="b" l="l" r="r" t="t"/>
                  <a:pathLst>
                    <a:path extrusionOk="0" h="3658" w="4267">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2" name="Google Shape;4662;p129"/>
                <p:cNvSpPr/>
                <p:nvPr/>
              </p:nvSpPr>
              <p:spPr>
                <a:xfrm>
                  <a:off x="4239129" y="4017397"/>
                  <a:ext cx="10948" cy="9383"/>
                </a:xfrm>
                <a:custGeom>
                  <a:rect b="b" l="l" r="r" t="t"/>
                  <a:pathLst>
                    <a:path extrusionOk="0" h="1193" w="1392">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63" name="Google Shape;4663;p129"/>
              <p:cNvGrpSpPr/>
              <p:nvPr/>
            </p:nvGrpSpPr>
            <p:grpSpPr>
              <a:xfrm>
                <a:off x="3597785" y="3377045"/>
                <a:ext cx="33591" cy="28699"/>
                <a:chOff x="3597785" y="3377045"/>
                <a:chExt cx="33591" cy="28699"/>
              </a:xfrm>
            </p:grpSpPr>
            <p:sp>
              <p:nvSpPr>
                <p:cNvPr id="4664" name="Google Shape;4664;p129"/>
                <p:cNvSpPr/>
                <p:nvPr/>
              </p:nvSpPr>
              <p:spPr>
                <a:xfrm>
                  <a:off x="3597785" y="3377045"/>
                  <a:ext cx="33591" cy="28699"/>
                </a:xfrm>
                <a:custGeom>
                  <a:rect b="b" l="l" r="r" t="t"/>
                  <a:pathLst>
                    <a:path extrusionOk="0" h="3649" w="4271">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5" name="Google Shape;4665;p129"/>
                <p:cNvSpPr/>
                <p:nvPr/>
              </p:nvSpPr>
              <p:spPr>
                <a:xfrm>
                  <a:off x="3612343" y="3386703"/>
                  <a:ext cx="9328" cy="9336"/>
                </a:xfrm>
                <a:custGeom>
                  <a:rect b="b" l="l" r="r" t="t"/>
                  <a:pathLst>
                    <a:path extrusionOk="0" h="1187" w="1186">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66" name="Google Shape;4666;p129"/>
              <p:cNvGrpSpPr/>
              <p:nvPr/>
            </p:nvGrpSpPr>
            <p:grpSpPr>
              <a:xfrm>
                <a:off x="3887870" y="3669796"/>
                <a:ext cx="33591" cy="28692"/>
                <a:chOff x="3887870" y="3669796"/>
                <a:chExt cx="33591" cy="28692"/>
              </a:xfrm>
            </p:grpSpPr>
            <p:sp>
              <p:nvSpPr>
                <p:cNvPr id="4667" name="Google Shape;4667;p129"/>
                <p:cNvSpPr/>
                <p:nvPr/>
              </p:nvSpPr>
              <p:spPr>
                <a:xfrm>
                  <a:off x="3887870" y="3669796"/>
                  <a:ext cx="33591" cy="28692"/>
                </a:xfrm>
                <a:custGeom>
                  <a:rect b="b" l="l" r="r" t="t"/>
                  <a:pathLst>
                    <a:path extrusionOk="0" h="3648" w="4271">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8" name="Google Shape;4668;p129"/>
                <p:cNvSpPr/>
                <p:nvPr/>
              </p:nvSpPr>
              <p:spPr>
                <a:xfrm>
                  <a:off x="3902428" y="3679454"/>
                  <a:ext cx="9422" cy="9328"/>
                </a:xfrm>
                <a:custGeom>
                  <a:rect b="b" l="l" r="r" t="t"/>
                  <a:pathLst>
                    <a:path extrusionOk="0" h="1186" w="1198">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69" name="Google Shape;4669;p129"/>
              <p:cNvGrpSpPr/>
              <p:nvPr/>
            </p:nvGrpSpPr>
            <p:grpSpPr>
              <a:xfrm>
                <a:off x="3818320" y="3481625"/>
                <a:ext cx="33497" cy="28770"/>
                <a:chOff x="3818320" y="3481625"/>
                <a:chExt cx="33497" cy="28770"/>
              </a:xfrm>
            </p:grpSpPr>
            <p:sp>
              <p:nvSpPr>
                <p:cNvPr id="4670" name="Google Shape;4670;p129"/>
                <p:cNvSpPr/>
                <p:nvPr/>
              </p:nvSpPr>
              <p:spPr>
                <a:xfrm>
                  <a:off x="3818320" y="3481625"/>
                  <a:ext cx="33497" cy="28770"/>
                </a:xfrm>
                <a:custGeom>
                  <a:rect b="b" l="l" r="r" t="t"/>
                  <a:pathLst>
                    <a:path extrusionOk="0" h="3658" w="4259">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1" name="Google Shape;4671;p129"/>
                <p:cNvSpPr/>
                <p:nvPr/>
              </p:nvSpPr>
              <p:spPr>
                <a:xfrm>
                  <a:off x="3831258" y="3491362"/>
                  <a:ext cx="10956" cy="9375"/>
                </a:xfrm>
                <a:custGeom>
                  <a:rect b="b" l="l" r="r" t="t"/>
                  <a:pathLst>
                    <a:path extrusionOk="0" h="1192" w="1393">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72" name="Google Shape;4672;p129"/>
              <p:cNvGrpSpPr/>
              <p:nvPr/>
            </p:nvGrpSpPr>
            <p:grpSpPr>
              <a:xfrm>
                <a:off x="4278139" y="4120948"/>
                <a:ext cx="37492" cy="32129"/>
                <a:chOff x="4278139" y="4120948"/>
                <a:chExt cx="37492" cy="32129"/>
              </a:xfrm>
            </p:grpSpPr>
            <p:sp>
              <p:nvSpPr>
                <p:cNvPr id="4673" name="Google Shape;4673;p129"/>
                <p:cNvSpPr/>
                <p:nvPr/>
              </p:nvSpPr>
              <p:spPr>
                <a:xfrm>
                  <a:off x="4278139" y="4120948"/>
                  <a:ext cx="37492" cy="32129"/>
                </a:xfrm>
                <a:custGeom>
                  <a:rect b="b" l="l" r="r" t="t"/>
                  <a:pathLst>
                    <a:path extrusionOk="0" h="4085" w="4767">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4" name="Google Shape;4674;p129"/>
                <p:cNvSpPr/>
                <p:nvPr/>
              </p:nvSpPr>
              <p:spPr>
                <a:xfrm>
                  <a:off x="4290983" y="4130614"/>
                  <a:ext cx="14943" cy="12812"/>
                </a:xfrm>
                <a:custGeom>
                  <a:rect b="b" l="l" r="r" t="t"/>
                  <a:pathLst>
                    <a:path extrusionOk="0" h="1629" w="190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75" name="Google Shape;4675;p129"/>
              <p:cNvGrpSpPr/>
              <p:nvPr/>
            </p:nvGrpSpPr>
            <p:grpSpPr>
              <a:xfrm>
                <a:off x="4419898" y="3977388"/>
                <a:ext cx="33497" cy="28692"/>
                <a:chOff x="4419898" y="3977388"/>
                <a:chExt cx="33497" cy="28692"/>
              </a:xfrm>
            </p:grpSpPr>
            <p:sp>
              <p:nvSpPr>
                <p:cNvPr id="4676" name="Google Shape;4676;p129"/>
                <p:cNvSpPr/>
                <p:nvPr/>
              </p:nvSpPr>
              <p:spPr>
                <a:xfrm>
                  <a:off x="4419898" y="3977388"/>
                  <a:ext cx="33497" cy="28692"/>
                </a:xfrm>
                <a:custGeom>
                  <a:rect b="b" l="l" r="r" t="t"/>
                  <a:pathLst>
                    <a:path extrusionOk="0" h="3648" w="4259">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7" name="Google Shape;4677;p129"/>
                <p:cNvSpPr/>
                <p:nvPr/>
              </p:nvSpPr>
              <p:spPr>
                <a:xfrm>
                  <a:off x="4432742" y="3987046"/>
                  <a:ext cx="11042" cy="9399"/>
                </a:xfrm>
                <a:custGeom>
                  <a:rect b="b" l="l" r="r" t="t"/>
                  <a:pathLst>
                    <a:path extrusionOk="0" h="1195" w="1404">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78" name="Google Shape;4678;p129"/>
              <p:cNvGrpSpPr/>
              <p:nvPr/>
            </p:nvGrpSpPr>
            <p:grpSpPr>
              <a:xfrm>
                <a:off x="4158930" y="4034684"/>
                <a:ext cx="33497" cy="28762"/>
                <a:chOff x="4158930" y="4034684"/>
                <a:chExt cx="33497" cy="28762"/>
              </a:xfrm>
            </p:grpSpPr>
            <p:sp>
              <p:nvSpPr>
                <p:cNvPr id="4679" name="Google Shape;4679;p129"/>
                <p:cNvSpPr/>
                <p:nvPr/>
              </p:nvSpPr>
              <p:spPr>
                <a:xfrm>
                  <a:off x="4158930" y="4034684"/>
                  <a:ext cx="33497" cy="28762"/>
                </a:xfrm>
                <a:custGeom>
                  <a:rect b="b" l="l" r="r" t="t"/>
                  <a:pathLst>
                    <a:path extrusionOk="0" h="3657" w="4259">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0" name="Google Shape;4680;p129"/>
                <p:cNvSpPr/>
                <p:nvPr/>
              </p:nvSpPr>
              <p:spPr>
                <a:xfrm>
                  <a:off x="4173385" y="4044319"/>
                  <a:ext cx="9336" cy="9430"/>
                </a:xfrm>
                <a:custGeom>
                  <a:rect b="b" l="l" r="r" t="t"/>
                  <a:pathLst>
                    <a:path extrusionOk="0" h="1199" w="1187">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81" name="Google Shape;4681;p129"/>
              <p:cNvGrpSpPr/>
              <p:nvPr/>
            </p:nvGrpSpPr>
            <p:grpSpPr>
              <a:xfrm>
                <a:off x="4134949" y="3957049"/>
                <a:ext cx="33497" cy="28770"/>
                <a:chOff x="4134949" y="3957049"/>
                <a:chExt cx="33497" cy="28770"/>
              </a:xfrm>
            </p:grpSpPr>
            <p:sp>
              <p:nvSpPr>
                <p:cNvPr id="4682" name="Google Shape;4682;p129"/>
                <p:cNvSpPr/>
                <p:nvPr/>
              </p:nvSpPr>
              <p:spPr>
                <a:xfrm>
                  <a:off x="4134949" y="3957049"/>
                  <a:ext cx="33497" cy="28770"/>
                </a:xfrm>
                <a:custGeom>
                  <a:rect b="b" l="l" r="r" t="t"/>
                  <a:pathLst>
                    <a:path extrusionOk="0" h="3658" w="4259">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3" name="Google Shape;4683;p129"/>
                <p:cNvSpPr/>
                <p:nvPr/>
              </p:nvSpPr>
              <p:spPr>
                <a:xfrm>
                  <a:off x="4147793" y="3966778"/>
                  <a:ext cx="10956" cy="9383"/>
                </a:xfrm>
                <a:custGeom>
                  <a:rect b="b" l="l" r="r" t="t"/>
                  <a:pathLst>
                    <a:path extrusionOk="0" h="1193" w="1393">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84" name="Google Shape;4684;p129"/>
              <p:cNvGrpSpPr/>
              <p:nvPr/>
            </p:nvGrpSpPr>
            <p:grpSpPr>
              <a:xfrm>
                <a:off x="4193653" y="4184403"/>
                <a:ext cx="43580" cy="37264"/>
                <a:chOff x="4193653" y="4184403"/>
                <a:chExt cx="43580" cy="37264"/>
              </a:xfrm>
            </p:grpSpPr>
            <p:sp>
              <p:nvSpPr>
                <p:cNvPr id="4685" name="Google Shape;4685;p129"/>
                <p:cNvSpPr/>
                <p:nvPr/>
              </p:nvSpPr>
              <p:spPr>
                <a:xfrm>
                  <a:off x="4193653" y="4184403"/>
                  <a:ext cx="43580" cy="37264"/>
                </a:xfrm>
                <a:custGeom>
                  <a:rect b="b" l="l" r="r" t="t"/>
                  <a:pathLst>
                    <a:path extrusionOk="0" h="4738" w="5541">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6" name="Google Shape;4686;p129"/>
                <p:cNvSpPr/>
                <p:nvPr/>
              </p:nvSpPr>
              <p:spPr>
                <a:xfrm>
                  <a:off x="4206591" y="4194069"/>
                  <a:ext cx="20944" cy="17948"/>
                </a:xfrm>
                <a:custGeom>
                  <a:rect b="b" l="l" r="r" t="t"/>
                  <a:pathLst>
                    <a:path extrusionOk="0" h="2282" w="2663">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87" name="Google Shape;4687;p129"/>
              <p:cNvGrpSpPr/>
              <p:nvPr/>
            </p:nvGrpSpPr>
            <p:grpSpPr>
              <a:xfrm>
                <a:off x="4343600" y="3943844"/>
                <a:ext cx="43580" cy="37312"/>
                <a:chOff x="4343600" y="3943844"/>
                <a:chExt cx="43580" cy="37312"/>
              </a:xfrm>
            </p:grpSpPr>
            <p:sp>
              <p:nvSpPr>
                <p:cNvPr id="4688" name="Google Shape;4688;p129"/>
                <p:cNvSpPr/>
                <p:nvPr/>
              </p:nvSpPr>
              <p:spPr>
                <a:xfrm>
                  <a:off x="4343600" y="3943844"/>
                  <a:ext cx="43580" cy="37312"/>
                </a:xfrm>
                <a:custGeom>
                  <a:rect b="b" l="l" r="r" t="t"/>
                  <a:pathLst>
                    <a:path extrusionOk="0" h="4744" w="5541">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9" name="Google Shape;4689;p129"/>
                <p:cNvSpPr/>
                <p:nvPr/>
              </p:nvSpPr>
              <p:spPr>
                <a:xfrm>
                  <a:off x="4359581" y="3953557"/>
                  <a:ext cx="17893" cy="17893"/>
                </a:xfrm>
                <a:custGeom>
                  <a:rect b="b" l="l" r="r" t="t"/>
                  <a:pathLst>
                    <a:path extrusionOk="0" h="2275" w="2275">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90" name="Google Shape;4690;p129"/>
              <p:cNvGrpSpPr/>
              <p:nvPr/>
            </p:nvGrpSpPr>
            <p:grpSpPr>
              <a:xfrm>
                <a:off x="4172339" y="3381693"/>
                <a:ext cx="31499" cy="27001"/>
                <a:chOff x="4172339" y="3381693"/>
                <a:chExt cx="31499" cy="27001"/>
              </a:xfrm>
            </p:grpSpPr>
            <p:sp>
              <p:nvSpPr>
                <p:cNvPr id="4691" name="Google Shape;4691;p129"/>
                <p:cNvSpPr/>
                <p:nvPr/>
              </p:nvSpPr>
              <p:spPr>
                <a:xfrm>
                  <a:off x="4172339" y="3381693"/>
                  <a:ext cx="31499" cy="27001"/>
                </a:xfrm>
                <a:custGeom>
                  <a:rect b="b" l="l" r="r" t="t"/>
                  <a:pathLst>
                    <a:path extrusionOk="0" h="3433" w="4005">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2" name="Google Shape;4692;p129"/>
                <p:cNvSpPr/>
                <p:nvPr/>
              </p:nvSpPr>
              <p:spPr>
                <a:xfrm>
                  <a:off x="4185285" y="3391367"/>
                  <a:ext cx="8856" cy="7605"/>
                </a:xfrm>
                <a:custGeom>
                  <a:rect b="b" l="l" r="r" t="t"/>
                  <a:pathLst>
                    <a:path extrusionOk="0" h="967" w="1126">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4693" name="Google Shape;4693;p129"/>
          <p:cNvGrpSpPr/>
          <p:nvPr/>
        </p:nvGrpSpPr>
        <p:grpSpPr>
          <a:xfrm>
            <a:off x="6647587" y="3567393"/>
            <a:ext cx="560636" cy="516497"/>
            <a:chOff x="6652051" y="3714143"/>
            <a:chExt cx="560636" cy="516497"/>
          </a:xfrm>
        </p:grpSpPr>
        <p:grpSp>
          <p:nvGrpSpPr>
            <p:cNvPr id="4694" name="Google Shape;4694;p129"/>
            <p:cNvGrpSpPr/>
            <p:nvPr/>
          </p:nvGrpSpPr>
          <p:grpSpPr>
            <a:xfrm>
              <a:off x="6669657" y="3716715"/>
              <a:ext cx="466768" cy="464314"/>
              <a:chOff x="3139766" y="765669"/>
              <a:chExt cx="886380" cy="881888"/>
            </a:xfrm>
          </p:grpSpPr>
          <p:grpSp>
            <p:nvGrpSpPr>
              <p:cNvPr id="4695" name="Google Shape;4695;p129"/>
              <p:cNvGrpSpPr/>
              <p:nvPr/>
            </p:nvGrpSpPr>
            <p:grpSpPr>
              <a:xfrm>
                <a:off x="3139766" y="765669"/>
                <a:ext cx="886380" cy="881888"/>
                <a:chOff x="3139766" y="765669"/>
                <a:chExt cx="886380" cy="881888"/>
              </a:xfrm>
            </p:grpSpPr>
            <p:sp>
              <p:nvSpPr>
                <p:cNvPr id="4696" name="Google Shape;4696;p129"/>
                <p:cNvSpPr/>
                <p:nvPr/>
              </p:nvSpPr>
              <p:spPr>
                <a:xfrm>
                  <a:off x="3139766" y="765669"/>
                  <a:ext cx="733591" cy="881888"/>
                </a:xfrm>
                <a:custGeom>
                  <a:rect b="b" l="l" r="r" t="t"/>
                  <a:pathLst>
                    <a:path extrusionOk="0" h="80501" w="66964">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7" name="Google Shape;4697;p129"/>
                <p:cNvSpPr/>
                <p:nvPr/>
              </p:nvSpPr>
              <p:spPr>
                <a:xfrm>
                  <a:off x="3787623" y="1419737"/>
                  <a:ext cx="223361" cy="194002"/>
                </a:xfrm>
                <a:custGeom>
                  <a:rect b="b" l="l" r="r" t="t"/>
                  <a:pathLst>
                    <a:path extrusionOk="0" h="17709" w="20389">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8" name="Google Shape;4698;p129"/>
                <p:cNvSpPr/>
                <p:nvPr/>
              </p:nvSpPr>
              <p:spPr>
                <a:xfrm>
                  <a:off x="3757694" y="1303888"/>
                  <a:ext cx="77956" cy="97007"/>
                </a:xfrm>
                <a:custGeom>
                  <a:rect b="b" l="l" r="r" t="t"/>
                  <a:pathLst>
                    <a:path extrusionOk="0" h="8855" w="7116">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9" name="Google Shape;4699;p129"/>
                <p:cNvSpPr/>
                <p:nvPr/>
              </p:nvSpPr>
              <p:spPr>
                <a:xfrm>
                  <a:off x="3916892" y="1338867"/>
                  <a:ext cx="109254" cy="68436"/>
                </a:xfrm>
                <a:custGeom>
                  <a:rect b="b" l="l" r="r" t="t"/>
                  <a:pathLst>
                    <a:path extrusionOk="0" h="6247" w="9973">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0" name="Google Shape;4700;p129"/>
                <p:cNvSpPr/>
                <p:nvPr/>
              </p:nvSpPr>
              <p:spPr>
                <a:xfrm>
                  <a:off x="3865184" y="936118"/>
                  <a:ext cx="73103" cy="134516"/>
                </a:xfrm>
                <a:custGeom>
                  <a:rect b="b" l="l" r="r" t="t"/>
                  <a:pathLst>
                    <a:path extrusionOk="0" h="12279" w="6673">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1" name="Google Shape;4701;p129"/>
                <p:cNvSpPr/>
                <p:nvPr/>
              </p:nvSpPr>
              <p:spPr>
                <a:xfrm>
                  <a:off x="3738260" y="1420756"/>
                  <a:ext cx="79895" cy="16893"/>
                </a:xfrm>
                <a:custGeom>
                  <a:rect b="b" l="l" r="r" t="t"/>
                  <a:pathLst>
                    <a:path extrusionOk="0" h="1542" w="7293">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2" name="Google Shape;4702;p129"/>
                <p:cNvSpPr/>
                <p:nvPr/>
              </p:nvSpPr>
              <p:spPr>
                <a:xfrm>
                  <a:off x="3833886" y="1361610"/>
                  <a:ext cx="29370" cy="41224"/>
                </a:xfrm>
                <a:custGeom>
                  <a:rect b="b" l="l" r="r" t="t"/>
                  <a:pathLst>
                    <a:path extrusionOk="0" h="3763" w="2681">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3" name="Google Shape;4703;p129"/>
                <p:cNvSpPr/>
                <p:nvPr/>
              </p:nvSpPr>
              <p:spPr>
                <a:xfrm>
                  <a:off x="3852553" y="1272590"/>
                  <a:ext cx="36162" cy="34421"/>
                </a:xfrm>
                <a:custGeom>
                  <a:rect b="b" l="l" r="r" t="t"/>
                  <a:pathLst>
                    <a:path extrusionOk="0" h="3142" w="3301">
                      <a:moveTo>
                        <a:pt x="3301" y="0"/>
                      </a:moveTo>
                      <a:lnTo>
                        <a:pt x="0" y="1455"/>
                      </a:lnTo>
                      <a:lnTo>
                        <a:pt x="550" y="2520"/>
                      </a:lnTo>
                      <a:lnTo>
                        <a:pt x="1154" y="1793"/>
                      </a:lnTo>
                      <a:lnTo>
                        <a:pt x="2804" y="3141"/>
                      </a:lnTo>
                      <a:lnTo>
                        <a:pt x="3301"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4" name="Google Shape;4704;p129"/>
                <p:cNvSpPr/>
                <p:nvPr/>
              </p:nvSpPr>
              <p:spPr>
                <a:xfrm>
                  <a:off x="3832330" y="1195806"/>
                  <a:ext cx="18481" cy="46668"/>
                </a:xfrm>
                <a:custGeom>
                  <a:rect b="b" l="l" r="r" t="t"/>
                  <a:pathLst>
                    <a:path extrusionOk="0" h="4260" w="1687">
                      <a:moveTo>
                        <a:pt x="249" y="1"/>
                      </a:moveTo>
                      <a:cubicBezTo>
                        <a:pt x="1" y="2627"/>
                        <a:pt x="1" y="2627"/>
                        <a:pt x="977" y="4259"/>
                      </a:cubicBezTo>
                      <a:cubicBezTo>
                        <a:pt x="1687" y="1261"/>
                        <a:pt x="1687" y="1261"/>
                        <a:pt x="249"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05" name="Google Shape;4705;p129"/>
              <p:cNvSpPr/>
              <p:nvPr/>
            </p:nvSpPr>
            <p:spPr>
              <a:xfrm>
                <a:off x="3243368" y="1332656"/>
                <a:ext cx="2147" cy="975"/>
              </a:xfrm>
              <a:custGeom>
                <a:rect b="b" l="l" r="r" t="t"/>
                <a:pathLst>
                  <a:path extrusionOk="0" h="89" w="196">
                    <a:moveTo>
                      <a:pt x="196" y="0"/>
                    </a:moveTo>
                    <a:lnTo>
                      <a:pt x="1" y="89"/>
                    </a:lnTo>
                    <a:lnTo>
                      <a:pt x="1" y="89"/>
                    </a:lnTo>
                    <a:lnTo>
                      <a:pt x="196" y="18"/>
                    </a:lnTo>
                    <a:lnTo>
                      <a:pt x="196"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6" name="Google Shape;4706;p129"/>
              <p:cNvSpPr/>
              <p:nvPr/>
            </p:nvSpPr>
            <p:spPr>
              <a:xfrm>
                <a:off x="3903089" y="838542"/>
                <a:ext cx="31496" cy="31112"/>
              </a:xfrm>
              <a:custGeom>
                <a:rect b="b" l="l" r="r" t="t"/>
                <a:pathLst>
                  <a:path extrusionOk="0" h="2840" w="2875">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7" name="Google Shape;4707;p129"/>
              <p:cNvSpPr/>
              <p:nvPr/>
            </p:nvSpPr>
            <p:spPr>
              <a:xfrm>
                <a:off x="3240256" y="1333620"/>
                <a:ext cx="2925" cy="1380"/>
              </a:xfrm>
              <a:custGeom>
                <a:rect b="b" l="l" r="r" t="t"/>
                <a:pathLst>
                  <a:path extrusionOk="0" h="126" w="267">
                    <a:moveTo>
                      <a:pt x="267" y="1"/>
                    </a:moveTo>
                    <a:cubicBezTo>
                      <a:pt x="178" y="36"/>
                      <a:pt x="89" y="72"/>
                      <a:pt x="1" y="125"/>
                    </a:cubicBezTo>
                    <a:cubicBezTo>
                      <a:pt x="107" y="90"/>
                      <a:pt x="178" y="36"/>
                      <a:pt x="267"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8" name="Google Shape;4708;p129"/>
              <p:cNvSpPr/>
              <p:nvPr/>
            </p:nvSpPr>
            <p:spPr>
              <a:xfrm>
                <a:off x="3334721" y="1524314"/>
                <a:ext cx="58719" cy="88834"/>
              </a:xfrm>
              <a:custGeom>
                <a:rect b="b" l="l" r="r" t="t"/>
                <a:pathLst>
                  <a:path extrusionOk="0" h="8109" w="536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09" name="Google Shape;4709;p129"/>
            <p:cNvSpPr/>
            <p:nvPr/>
          </p:nvSpPr>
          <p:spPr>
            <a:xfrm>
              <a:off x="6652051" y="3714143"/>
              <a:ext cx="560636" cy="516497"/>
            </a:xfrm>
            <a:custGeom>
              <a:rect b="b" l="l" r="r" t="t"/>
              <a:pathLst>
                <a:path extrusionOk="0" h="89553" w="97164">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10" name="Google Shape;4710;p129"/>
          <p:cNvGrpSpPr/>
          <p:nvPr/>
        </p:nvGrpSpPr>
        <p:grpSpPr>
          <a:xfrm>
            <a:off x="7646296" y="3047976"/>
            <a:ext cx="104231" cy="320340"/>
            <a:chOff x="7564426" y="3224343"/>
            <a:chExt cx="119985" cy="368801"/>
          </a:xfrm>
        </p:grpSpPr>
        <p:sp>
          <p:nvSpPr>
            <p:cNvPr id="4711" name="Google Shape;4711;p129"/>
            <p:cNvSpPr/>
            <p:nvPr/>
          </p:nvSpPr>
          <p:spPr>
            <a:xfrm>
              <a:off x="7564426" y="3224379"/>
              <a:ext cx="119985" cy="368765"/>
            </a:xfrm>
            <a:custGeom>
              <a:rect b="b" l="l" r="r" t="t"/>
              <a:pathLst>
                <a:path extrusionOk="0" h="40557" w="13196">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2" name="Google Shape;4712;p129"/>
            <p:cNvSpPr/>
            <p:nvPr/>
          </p:nvSpPr>
          <p:spPr>
            <a:xfrm>
              <a:off x="7564426" y="3224343"/>
              <a:ext cx="119985" cy="368801"/>
            </a:xfrm>
            <a:custGeom>
              <a:rect b="b" l="l" r="r" t="t"/>
              <a:pathLst>
                <a:path extrusionOk="0" h="40561" w="13196">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13" name="Google Shape;4713;p129"/>
          <p:cNvGrpSpPr/>
          <p:nvPr/>
        </p:nvGrpSpPr>
        <p:grpSpPr>
          <a:xfrm>
            <a:off x="7345785" y="3042077"/>
            <a:ext cx="189489" cy="332132"/>
            <a:chOff x="8370831" y="3202002"/>
            <a:chExt cx="218129" cy="382376"/>
          </a:xfrm>
        </p:grpSpPr>
        <p:sp>
          <p:nvSpPr>
            <p:cNvPr id="4714" name="Google Shape;4714;p129"/>
            <p:cNvSpPr/>
            <p:nvPr/>
          </p:nvSpPr>
          <p:spPr>
            <a:xfrm>
              <a:off x="8370831" y="3202002"/>
              <a:ext cx="218129" cy="382376"/>
            </a:xfrm>
            <a:custGeom>
              <a:rect b="b" l="l" r="r" t="t"/>
              <a:pathLst>
                <a:path extrusionOk="0" h="42054" w="2399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5" name="Google Shape;4715;p129"/>
            <p:cNvSpPr/>
            <p:nvPr/>
          </p:nvSpPr>
          <p:spPr>
            <a:xfrm>
              <a:off x="8397745" y="3226607"/>
              <a:ext cx="164347" cy="152181"/>
            </a:xfrm>
            <a:custGeom>
              <a:rect b="b" l="l" r="r" t="t"/>
              <a:pathLst>
                <a:path extrusionOk="0" h="16737" w="18075">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16" name="Google Shape;4716;p129"/>
          <p:cNvGrpSpPr/>
          <p:nvPr/>
        </p:nvGrpSpPr>
        <p:grpSpPr>
          <a:xfrm>
            <a:off x="8069174" y="3453209"/>
            <a:ext cx="309429" cy="267000"/>
            <a:chOff x="6742064" y="3750480"/>
            <a:chExt cx="399315" cy="344560"/>
          </a:xfrm>
        </p:grpSpPr>
        <p:sp>
          <p:nvSpPr>
            <p:cNvPr id="4717" name="Google Shape;4717;p129"/>
            <p:cNvSpPr/>
            <p:nvPr/>
          </p:nvSpPr>
          <p:spPr>
            <a:xfrm>
              <a:off x="6742064" y="3750480"/>
              <a:ext cx="399315" cy="344560"/>
            </a:xfrm>
            <a:custGeom>
              <a:rect b="b" l="l" r="r" t="t"/>
              <a:pathLst>
                <a:path extrusionOk="0" h="37895" w="43917">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8" name="Google Shape;4718;p129"/>
            <p:cNvSpPr/>
            <p:nvPr/>
          </p:nvSpPr>
          <p:spPr>
            <a:xfrm>
              <a:off x="6764168" y="3772584"/>
              <a:ext cx="355108" cy="176549"/>
            </a:xfrm>
            <a:custGeom>
              <a:rect b="b" l="l" r="r" t="t"/>
              <a:pathLst>
                <a:path extrusionOk="0" h="19417" w="39055">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19" name="Google Shape;4719;p129"/>
          <p:cNvGrpSpPr/>
          <p:nvPr/>
        </p:nvGrpSpPr>
        <p:grpSpPr>
          <a:xfrm>
            <a:off x="7608193" y="3804257"/>
            <a:ext cx="180437" cy="281608"/>
            <a:chOff x="7248525" y="3739696"/>
            <a:chExt cx="230531" cy="359790"/>
          </a:xfrm>
        </p:grpSpPr>
        <p:sp>
          <p:nvSpPr>
            <p:cNvPr id="4720" name="Google Shape;4720;p129"/>
            <p:cNvSpPr/>
            <p:nvPr/>
          </p:nvSpPr>
          <p:spPr>
            <a:xfrm>
              <a:off x="7248525" y="3739696"/>
              <a:ext cx="230531" cy="359790"/>
            </a:xfrm>
            <a:custGeom>
              <a:rect b="b" l="l" r="r" t="t"/>
              <a:pathLst>
                <a:path extrusionOk="0" h="39570" w="25354">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1" name="Google Shape;4721;p129"/>
            <p:cNvSpPr/>
            <p:nvPr/>
          </p:nvSpPr>
          <p:spPr>
            <a:xfrm>
              <a:off x="7271639" y="3762810"/>
              <a:ext cx="184350" cy="184387"/>
            </a:xfrm>
            <a:custGeom>
              <a:rect b="b" l="l" r="r" t="t"/>
              <a:pathLst>
                <a:path extrusionOk="0" h="20279" w="20275">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22" name="Google Shape;4722;p129"/>
          <p:cNvGrpSpPr/>
          <p:nvPr/>
        </p:nvGrpSpPr>
        <p:grpSpPr>
          <a:xfrm>
            <a:off x="7854113" y="3447481"/>
            <a:ext cx="162896" cy="278710"/>
            <a:chOff x="7601242" y="3729267"/>
            <a:chExt cx="222566" cy="380803"/>
          </a:xfrm>
        </p:grpSpPr>
        <p:sp>
          <p:nvSpPr>
            <p:cNvPr id="4723" name="Google Shape;4723;p129"/>
            <p:cNvSpPr/>
            <p:nvPr/>
          </p:nvSpPr>
          <p:spPr>
            <a:xfrm>
              <a:off x="7601242" y="3729267"/>
              <a:ext cx="222566" cy="380803"/>
            </a:xfrm>
            <a:custGeom>
              <a:rect b="b" l="l" r="r" t="t"/>
              <a:pathLst>
                <a:path extrusionOk="0" h="41881" w="24478">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4" name="Google Shape;4724;p129"/>
            <p:cNvSpPr/>
            <p:nvPr/>
          </p:nvSpPr>
          <p:spPr>
            <a:xfrm>
              <a:off x="7621200" y="3748625"/>
              <a:ext cx="182696" cy="177276"/>
            </a:xfrm>
            <a:custGeom>
              <a:rect b="b" l="l" r="r" t="t"/>
              <a:pathLst>
                <a:path extrusionOk="0" h="19497" w="20093">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25" name="Google Shape;4725;p129"/>
          <p:cNvSpPr/>
          <p:nvPr/>
        </p:nvSpPr>
        <p:spPr>
          <a:xfrm>
            <a:off x="7820139" y="3059838"/>
            <a:ext cx="230844" cy="296575"/>
          </a:xfrm>
          <a:custGeom>
            <a:rect b="b" l="l" r="r" t="t"/>
            <a:pathLst>
              <a:path extrusionOk="0" h="37553" w="2923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726" name="Google Shape;4726;p129"/>
          <p:cNvGrpSpPr/>
          <p:nvPr/>
        </p:nvGrpSpPr>
        <p:grpSpPr>
          <a:xfrm>
            <a:off x="7343758" y="3448622"/>
            <a:ext cx="193543" cy="275990"/>
            <a:chOff x="8304647" y="3738687"/>
            <a:chExt cx="225076" cy="320956"/>
          </a:xfrm>
        </p:grpSpPr>
        <p:sp>
          <p:nvSpPr>
            <p:cNvPr id="4727" name="Google Shape;4727;p129"/>
            <p:cNvSpPr/>
            <p:nvPr/>
          </p:nvSpPr>
          <p:spPr>
            <a:xfrm>
              <a:off x="8341164" y="3738692"/>
              <a:ext cx="2209" cy="309245"/>
            </a:xfrm>
            <a:custGeom>
              <a:rect b="b" l="l" r="r" t="t"/>
              <a:pathLst>
                <a:path extrusionOk="0" h="34011" w="1347">
                  <a:moveTo>
                    <a:pt x="0" y="0"/>
                  </a:moveTo>
                  <a:lnTo>
                    <a:pt x="0" y="34010"/>
                  </a:lnTo>
                  <a:lnTo>
                    <a:pt x="1347" y="34010"/>
                  </a:lnTo>
                  <a:lnTo>
                    <a:pt x="1347"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8" name="Google Shape;4728;p129"/>
            <p:cNvSpPr/>
            <p:nvPr/>
          </p:nvSpPr>
          <p:spPr>
            <a:xfrm>
              <a:off x="8337943" y="3738687"/>
              <a:ext cx="191779" cy="86151"/>
            </a:xfrm>
            <a:custGeom>
              <a:rect b="b" l="l" r="r" t="t"/>
              <a:pathLst>
                <a:path extrusionOk="0" h="9475" w="21092">
                  <a:moveTo>
                    <a:pt x="1" y="0"/>
                  </a:moveTo>
                  <a:lnTo>
                    <a:pt x="432" y="9475"/>
                  </a:lnTo>
                  <a:lnTo>
                    <a:pt x="21092" y="9475"/>
                  </a:lnTo>
                  <a:lnTo>
                    <a:pt x="17648" y="4524"/>
                  </a:lnTo>
                  <a:lnTo>
                    <a:pt x="21092"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9" name="Google Shape;4729;p129"/>
            <p:cNvSpPr/>
            <p:nvPr/>
          </p:nvSpPr>
          <p:spPr>
            <a:xfrm>
              <a:off x="8304647" y="4044004"/>
              <a:ext cx="76341" cy="15639"/>
            </a:xfrm>
            <a:custGeom>
              <a:rect b="b" l="l" r="r" t="t"/>
              <a:pathLst>
                <a:path extrusionOk="0" h="1720" w="8396">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30" name="Google Shape;4730;p129"/>
          <p:cNvGrpSpPr/>
          <p:nvPr/>
        </p:nvGrpSpPr>
        <p:grpSpPr>
          <a:xfrm>
            <a:off x="7616251" y="3448622"/>
            <a:ext cx="178492" cy="275990"/>
            <a:chOff x="8615101" y="3738687"/>
            <a:chExt cx="207573" cy="320956"/>
          </a:xfrm>
        </p:grpSpPr>
        <p:sp>
          <p:nvSpPr>
            <p:cNvPr id="4731" name="Google Shape;4731;p129"/>
            <p:cNvSpPr/>
            <p:nvPr/>
          </p:nvSpPr>
          <p:spPr>
            <a:xfrm>
              <a:off x="8651571" y="3738692"/>
              <a:ext cx="3896" cy="309245"/>
            </a:xfrm>
            <a:custGeom>
              <a:rect b="b" l="l" r="r" t="t"/>
              <a:pathLst>
                <a:path extrusionOk="0" h="34011" w="1347">
                  <a:moveTo>
                    <a:pt x="0" y="0"/>
                  </a:moveTo>
                  <a:lnTo>
                    <a:pt x="0" y="34010"/>
                  </a:lnTo>
                  <a:lnTo>
                    <a:pt x="1347" y="34010"/>
                  </a:lnTo>
                  <a:lnTo>
                    <a:pt x="1347"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2" name="Google Shape;4732;p129"/>
            <p:cNvSpPr/>
            <p:nvPr/>
          </p:nvSpPr>
          <p:spPr>
            <a:xfrm>
              <a:off x="8615101" y="4044004"/>
              <a:ext cx="76332" cy="15639"/>
            </a:xfrm>
            <a:custGeom>
              <a:rect b="b" l="l" r="r" t="t"/>
              <a:pathLst>
                <a:path extrusionOk="0" h="1720" w="8395">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3" name="Google Shape;4733;p129"/>
            <p:cNvSpPr/>
            <p:nvPr/>
          </p:nvSpPr>
          <p:spPr>
            <a:xfrm>
              <a:off x="8651953" y="3738687"/>
              <a:ext cx="170721" cy="99808"/>
            </a:xfrm>
            <a:custGeom>
              <a:rect b="b" l="l" r="r" t="t"/>
              <a:pathLst>
                <a:path extrusionOk="0" h="10977" w="18776">
                  <a:moveTo>
                    <a:pt x="707" y="0"/>
                  </a:moveTo>
                  <a:lnTo>
                    <a:pt x="0" y="10977"/>
                  </a:lnTo>
                  <a:lnTo>
                    <a:pt x="18776" y="4360"/>
                  </a:lnTo>
                  <a:lnTo>
                    <a:pt x="707"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34" name="Google Shape;4734;p129"/>
          <p:cNvSpPr/>
          <p:nvPr/>
        </p:nvSpPr>
        <p:spPr>
          <a:xfrm>
            <a:off x="8112690" y="3038505"/>
            <a:ext cx="222397" cy="288694"/>
          </a:xfrm>
          <a:custGeom>
            <a:rect b="b" l="l" r="r" t="t"/>
            <a:pathLst>
              <a:path extrusionOk="0" h="3648" w="281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735" name="Google Shape;4735;p129"/>
          <p:cNvGrpSpPr/>
          <p:nvPr/>
        </p:nvGrpSpPr>
        <p:grpSpPr>
          <a:xfrm>
            <a:off x="7841782" y="3851282"/>
            <a:ext cx="187557" cy="187557"/>
            <a:chOff x="8565775" y="671075"/>
            <a:chExt cx="441000" cy="441000"/>
          </a:xfrm>
        </p:grpSpPr>
        <p:sp>
          <p:nvSpPr>
            <p:cNvPr id="4736" name="Google Shape;4736;p129"/>
            <p:cNvSpPr/>
            <p:nvPr/>
          </p:nvSpPr>
          <p:spPr>
            <a:xfrm>
              <a:off x="8565775" y="671075"/>
              <a:ext cx="441000" cy="4410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7" name="Google Shape;4737;p129"/>
            <p:cNvSpPr/>
            <p:nvPr/>
          </p:nvSpPr>
          <p:spPr>
            <a:xfrm>
              <a:off x="8706625" y="811925"/>
              <a:ext cx="159300" cy="1593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38" name="Google Shape;4738;p129"/>
          <p:cNvSpPr/>
          <p:nvPr/>
        </p:nvSpPr>
        <p:spPr>
          <a:xfrm>
            <a:off x="8127048" y="3847203"/>
            <a:ext cx="193683" cy="195716"/>
          </a:xfrm>
          <a:custGeom>
            <a:rect b="b" l="l" r="r" t="t"/>
            <a:pathLst>
              <a:path extrusionOk="0" h="196207" w="194168">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9" name="Google Shape;4739;p129"/>
          <p:cNvSpPr/>
          <p:nvPr/>
        </p:nvSpPr>
        <p:spPr>
          <a:xfrm flipH="1">
            <a:off x="7351235" y="3813658"/>
            <a:ext cx="178589" cy="262805"/>
          </a:xfrm>
          <a:custGeom>
            <a:rect b="b" l="l" r="r" t="t"/>
            <a:pathLst>
              <a:path extrusionOk="0" h="195758" w="133027">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740" name="Google Shape;4740;p129"/>
          <p:cNvGrpSpPr/>
          <p:nvPr/>
        </p:nvGrpSpPr>
        <p:grpSpPr>
          <a:xfrm>
            <a:off x="5996254" y="2923808"/>
            <a:ext cx="587865" cy="517731"/>
            <a:chOff x="6000718" y="3070557"/>
            <a:chExt cx="587865" cy="517731"/>
          </a:xfrm>
        </p:grpSpPr>
        <p:sp>
          <p:nvSpPr>
            <p:cNvPr id="4741" name="Google Shape;4741;p129"/>
            <p:cNvSpPr/>
            <p:nvPr/>
          </p:nvSpPr>
          <p:spPr>
            <a:xfrm>
              <a:off x="6161116" y="3104229"/>
              <a:ext cx="410235" cy="449911"/>
            </a:xfrm>
            <a:custGeom>
              <a:rect b="b" l="l" r="r" t="t"/>
              <a:pathLst>
                <a:path extrusionOk="0" h="78008" w="71098">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2" name="Google Shape;4742;p129"/>
            <p:cNvSpPr/>
            <p:nvPr/>
          </p:nvSpPr>
          <p:spPr>
            <a:xfrm>
              <a:off x="6032245" y="3317811"/>
              <a:ext cx="62149" cy="151155"/>
            </a:xfrm>
            <a:custGeom>
              <a:rect b="b" l="l" r="r" t="t"/>
              <a:pathLst>
                <a:path extrusionOk="0" h="26208" w="10771">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3" name="Google Shape;4743;p129"/>
            <p:cNvSpPr/>
            <p:nvPr/>
          </p:nvSpPr>
          <p:spPr>
            <a:xfrm>
              <a:off x="6189159" y="3073176"/>
              <a:ext cx="117131" cy="35868"/>
            </a:xfrm>
            <a:custGeom>
              <a:rect b="b" l="l" r="r" t="t"/>
              <a:pathLst>
                <a:path extrusionOk="0" h="6219" w="2030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4" name="Google Shape;4744;p129"/>
            <p:cNvSpPr/>
            <p:nvPr/>
          </p:nvSpPr>
          <p:spPr>
            <a:xfrm>
              <a:off x="6123036" y="3116815"/>
              <a:ext cx="22734" cy="17095"/>
            </a:xfrm>
            <a:custGeom>
              <a:rect b="b" l="l" r="r" t="t"/>
              <a:pathLst>
                <a:path extrusionOk="0" h="2964" w="394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5" name="Google Shape;4745;p129"/>
            <p:cNvSpPr/>
            <p:nvPr/>
          </p:nvSpPr>
          <p:spPr>
            <a:xfrm>
              <a:off x="6099493" y="3152223"/>
              <a:ext cx="3999" cy="4205"/>
            </a:xfrm>
            <a:custGeom>
              <a:rect b="b" l="l" r="r" t="t"/>
              <a:pathLst>
                <a:path extrusionOk="0" h="729" w="693">
                  <a:moveTo>
                    <a:pt x="693" y="1"/>
                  </a:moveTo>
                  <a:cubicBezTo>
                    <a:pt x="462" y="231"/>
                    <a:pt x="231" y="480"/>
                    <a:pt x="1" y="728"/>
                  </a:cubicBezTo>
                  <a:cubicBezTo>
                    <a:pt x="284" y="533"/>
                    <a:pt x="533" y="285"/>
                    <a:pt x="693"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6" name="Google Shape;4746;p129"/>
            <p:cNvSpPr/>
            <p:nvPr/>
          </p:nvSpPr>
          <p:spPr>
            <a:xfrm>
              <a:off x="6350890" y="3500386"/>
              <a:ext cx="45156" cy="42581"/>
            </a:xfrm>
            <a:custGeom>
              <a:rect b="b" l="l" r="r" t="t"/>
              <a:pathLst>
                <a:path extrusionOk="0" h="7383" w="7826">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7" name="Google Shape;4747;p129"/>
            <p:cNvSpPr/>
            <p:nvPr/>
          </p:nvSpPr>
          <p:spPr>
            <a:xfrm>
              <a:off x="6263064" y="3138409"/>
              <a:ext cx="28469" cy="38688"/>
            </a:xfrm>
            <a:custGeom>
              <a:rect b="b" l="l" r="r" t="t"/>
              <a:pathLst>
                <a:path extrusionOk="0" h="6708" w="4934">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8" name="Google Shape;4748;p129"/>
            <p:cNvSpPr/>
            <p:nvPr/>
          </p:nvSpPr>
          <p:spPr>
            <a:xfrm>
              <a:off x="6251907" y="3097504"/>
              <a:ext cx="26011" cy="13686"/>
            </a:xfrm>
            <a:custGeom>
              <a:rect b="b" l="l" r="r" t="t"/>
              <a:pathLst>
                <a:path extrusionOk="0" h="2373" w="4508">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9" name="Google Shape;4749;p129"/>
            <p:cNvSpPr/>
            <p:nvPr/>
          </p:nvSpPr>
          <p:spPr>
            <a:xfrm>
              <a:off x="6251498" y="3152108"/>
              <a:ext cx="21609" cy="17008"/>
            </a:xfrm>
            <a:custGeom>
              <a:rect b="b" l="l" r="r" t="t"/>
              <a:pathLst>
                <a:path extrusionOk="0" h="2949" w="3745">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0" name="Google Shape;4750;p129"/>
            <p:cNvSpPr/>
            <p:nvPr/>
          </p:nvSpPr>
          <p:spPr>
            <a:xfrm>
              <a:off x="6000718" y="3070557"/>
              <a:ext cx="587865" cy="517731"/>
            </a:xfrm>
            <a:custGeom>
              <a:rect b="b" l="l" r="r" t="t"/>
              <a:pathLst>
                <a:path extrusionOk="0" h="89767" w="101883">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51" name="Google Shape;4751;p129"/>
          <p:cNvGrpSpPr/>
          <p:nvPr/>
        </p:nvGrpSpPr>
        <p:grpSpPr>
          <a:xfrm>
            <a:off x="6011059" y="3567468"/>
            <a:ext cx="557665" cy="516387"/>
            <a:chOff x="6015523" y="3714217"/>
            <a:chExt cx="557665" cy="516387"/>
          </a:xfrm>
        </p:grpSpPr>
        <p:grpSp>
          <p:nvGrpSpPr>
            <p:cNvPr id="4752" name="Google Shape;4752;p129"/>
            <p:cNvGrpSpPr/>
            <p:nvPr/>
          </p:nvGrpSpPr>
          <p:grpSpPr>
            <a:xfrm>
              <a:off x="6036094" y="3716980"/>
              <a:ext cx="529822" cy="510480"/>
              <a:chOff x="3148311" y="-545634"/>
              <a:chExt cx="1006118" cy="969572"/>
            </a:xfrm>
          </p:grpSpPr>
          <p:sp>
            <p:nvSpPr>
              <p:cNvPr id="4753" name="Google Shape;4753;p129"/>
              <p:cNvSpPr/>
              <p:nvPr/>
            </p:nvSpPr>
            <p:spPr>
              <a:xfrm>
                <a:off x="3497808" y="-545634"/>
                <a:ext cx="152012" cy="122083"/>
              </a:xfrm>
              <a:custGeom>
                <a:rect b="b" l="l" r="r" t="t"/>
                <a:pathLst>
                  <a:path extrusionOk="0" h="11144" w="13876">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4" name="Google Shape;4754;p129"/>
              <p:cNvSpPr/>
              <p:nvPr/>
            </p:nvSpPr>
            <p:spPr>
              <a:xfrm>
                <a:off x="3779659" y="-441254"/>
                <a:ext cx="74264" cy="69794"/>
              </a:xfrm>
              <a:custGeom>
                <a:rect b="b" l="l" r="r" t="t"/>
                <a:pathLst>
                  <a:path extrusionOk="0" h="6371" w="6779">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5" name="Google Shape;4755;p129"/>
              <p:cNvSpPr/>
              <p:nvPr/>
            </p:nvSpPr>
            <p:spPr>
              <a:xfrm>
                <a:off x="3658562" y="-488295"/>
                <a:ext cx="47632" cy="25284"/>
              </a:xfrm>
              <a:custGeom>
                <a:rect b="b" l="l" r="r" t="t"/>
                <a:pathLst>
                  <a:path extrusionOk="0" h="2308" w="4348">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6" name="Google Shape;4756;p129"/>
              <p:cNvSpPr/>
              <p:nvPr/>
            </p:nvSpPr>
            <p:spPr>
              <a:xfrm>
                <a:off x="3773239" y="-411709"/>
                <a:ext cx="34223" cy="31496"/>
              </a:xfrm>
              <a:custGeom>
                <a:rect b="b" l="l" r="r" t="t"/>
                <a:pathLst>
                  <a:path extrusionOk="0" h="2875" w="3124">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7" name="Google Shape;4757;p129"/>
              <p:cNvSpPr/>
              <p:nvPr/>
            </p:nvSpPr>
            <p:spPr>
              <a:xfrm>
                <a:off x="3776942" y="-526397"/>
                <a:ext cx="377487" cy="831956"/>
              </a:xfrm>
              <a:custGeom>
                <a:rect b="b" l="l" r="r" t="t"/>
                <a:pathLst>
                  <a:path extrusionOk="0" h="75943" w="34458">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8" name="Google Shape;4758;p129"/>
              <p:cNvSpPr/>
              <p:nvPr/>
            </p:nvSpPr>
            <p:spPr>
              <a:xfrm>
                <a:off x="3352414" y="12491"/>
                <a:ext cx="353584" cy="411448"/>
              </a:xfrm>
              <a:custGeom>
                <a:rect b="b" l="l" r="r" t="t"/>
                <a:pathLst>
                  <a:path extrusionOk="0" h="37558" w="32276">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9" name="Google Shape;4759;p129"/>
              <p:cNvSpPr/>
              <p:nvPr/>
            </p:nvSpPr>
            <p:spPr>
              <a:xfrm>
                <a:off x="3289631" y="-66747"/>
                <a:ext cx="64547" cy="26511"/>
              </a:xfrm>
              <a:custGeom>
                <a:rect b="b" l="l" r="r" t="t"/>
                <a:pathLst>
                  <a:path extrusionOk="0" h="2420" w="5892">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0" name="Google Shape;4760;p129"/>
              <p:cNvSpPr/>
              <p:nvPr/>
            </p:nvSpPr>
            <p:spPr>
              <a:xfrm>
                <a:off x="3368156" y="-47247"/>
                <a:ext cx="67855" cy="22556"/>
              </a:xfrm>
              <a:custGeom>
                <a:rect b="b" l="l" r="r" t="t"/>
                <a:pathLst>
                  <a:path extrusionOk="0" h="2059" w="6194">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1" name="Google Shape;4761;p129"/>
              <p:cNvSpPr/>
              <p:nvPr/>
            </p:nvSpPr>
            <p:spPr>
              <a:xfrm>
                <a:off x="3466707" y="-328516"/>
                <a:ext cx="37532" cy="23334"/>
              </a:xfrm>
              <a:custGeom>
                <a:rect b="b" l="l" r="r" t="t"/>
                <a:pathLst>
                  <a:path extrusionOk="0" h="2130" w="3426">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2" name="Google Shape;4762;p129"/>
              <p:cNvSpPr/>
              <p:nvPr/>
            </p:nvSpPr>
            <p:spPr>
              <a:xfrm>
                <a:off x="3148311" y="-512013"/>
                <a:ext cx="344841" cy="575576"/>
              </a:xfrm>
              <a:custGeom>
                <a:rect b="b" l="l" r="r" t="t"/>
                <a:pathLst>
                  <a:path extrusionOk="0" h="52540" w="31478">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63" name="Google Shape;4763;p129"/>
            <p:cNvSpPr/>
            <p:nvPr/>
          </p:nvSpPr>
          <p:spPr>
            <a:xfrm>
              <a:off x="6015523" y="3714217"/>
              <a:ext cx="557665" cy="516387"/>
            </a:xfrm>
            <a:custGeom>
              <a:rect b="b" l="l" r="r" t="t"/>
              <a:pathLst>
                <a:path extrusionOk="0" h="89534" w="96649">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64" name="Google Shape;4764;p129"/>
          <p:cNvGrpSpPr/>
          <p:nvPr/>
        </p:nvGrpSpPr>
        <p:grpSpPr>
          <a:xfrm>
            <a:off x="6639841" y="2926879"/>
            <a:ext cx="576302" cy="511871"/>
            <a:chOff x="6644304" y="3073628"/>
            <a:chExt cx="576302" cy="511871"/>
          </a:xfrm>
        </p:grpSpPr>
        <p:grpSp>
          <p:nvGrpSpPr>
            <p:cNvPr id="4765" name="Google Shape;4765;p129"/>
            <p:cNvGrpSpPr/>
            <p:nvPr/>
          </p:nvGrpSpPr>
          <p:grpSpPr>
            <a:xfrm>
              <a:off x="6712169" y="3073651"/>
              <a:ext cx="481611" cy="506713"/>
              <a:chOff x="1833536" y="-546641"/>
              <a:chExt cx="914567" cy="962419"/>
            </a:xfrm>
          </p:grpSpPr>
          <p:grpSp>
            <p:nvGrpSpPr>
              <p:cNvPr id="4766" name="Google Shape;4766;p129"/>
              <p:cNvGrpSpPr/>
              <p:nvPr/>
            </p:nvGrpSpPr>
            <p:grpSpPr>
              <a:xfrm>
                <a:off x="1833536" y="-524249"/>
                <a:ext cx="914567" cy="940027"/>
                <a:chOff x="1833536" y="-524249"/>
                <a:chExt cx="914567" cy="940027"/>
              </a:xfrm>
            </p:grpSpPr>
            <p:sp>
              <p:nvSpPr>
                <p:cNvPr id="4767" name="Google Shape;4767;p129"/>
                <p:cNvSpPr/>
                <p:nvPr/>
              </p:nvSpPr>
              <p:spPr>
                <a:xfrm>
                  <a:off x="1833536" y="-524249"/>
                  <a:ext cx="453307" cy="599490"/>
                </a:xfrm>
                <a:custGeom>
                  <a:rect b="b" l="l" r="r" t="t"/>
                  <a:pathLst>
                    <a:path extrusionOk="0" h="54723" w="41379">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8" name="Google Shape;4768;p129"/>
                <p:cNvSpPr/>
                <p:nvPr/>
              </p:nvSpPr>
              <p:spPr>
                <a:xfrm>
                  <a:off x="2215098" y="11844"/>
                  <a:ext cx="361756" cy="403933"/>
                </a:xfrm>
                <a:custGeom>
                  <a:rect b="b" l="l" r="r" t="t"/>
                  <a:pathLst>
                    <a:path extrusionOk="0" h="36872" w="33022">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9" name="Google Shape;4769;p129"/>
                <p:cNvSpPr/>
                <p:nvPr/>
              </p:nvSpPr>
              <p:spPr>
                <a:xfrm>
                  <a:off x="2637874" y="-333183"/>
                  <a:ext cx="110229" cy="289442"/>
                </a:xfrm>
                <a:custGeom>
                  <a:rect b="b" l="l" r="r" t="t"/>
                  <a:pathLst>
                    <a:path extrusionOk="0" h="26421" w="10062">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0" name="Google Shape;4770;p129"/>
                <p:cNvSpPr/>
                <p:nvPr/>
              </p:nvSpPr>
              <p:spPr>
                <a:xfrm>
                  <a:off x="2134042" y="-54389"/>
                  <a:ext cx="90203" cy="22195"/>
                </a:xfrm>
                <a:custGeom>
                  <a:rect b="b" l="l" r="r" t="t"/>
                  <a:pathLst>
                    <a:path extrusionOk="0" h="2026" w="8234">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1" name="Google Shape;4771;p129"/>
                <p:cNvSpPr/>
                <p:nvPr/>
              </p:nvSpPr>
              <p:spPr>
                <a:xfrm>
                  <a:off x="2238816" y="-47827"/>
                  <a:ext cx="72325" cy="27026"/>
                </a:xfrm>
                <a:custGeom>
                  <a:rect b="b" l="l" r="r" t="t"/>
                  <a:pathLst>
                    <a:path extrusionOk="0" h="2467" w="6602">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72" name="Google Shape;4772;p129"/>
              <p:cNvSpPr/>
              <p:nvPr/>
            </p:nvSpPr>
            <p:spPr>
              <a:xfrm>
                <a:off x="2128411" y="-546641"/>
                <a:ext cx="194386" cy="108115"/>
              </a:xfrm>
              <a:custGeom>
                <a:rect b="b" l="l" r="r" t="t"/>
                <a:pathLst>
                  <a:path extrusionOk="0" h="9869" w="17744">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3" name="Google Shape;4773;p129"/>
              <p:cNvSpPr/>
              <p:nvPr/>
            </p:nvSpPr>
            <p:spPr>
              <a:xfrm>
                <a:off x="2511333" y="-459604"/>
                <a:ext cx="149109" cy="146063"/>
              </a:xfrm>
              <a:custGeom>
                <a:rect b="b" l="l" r="r" t="t"/>
                <a:pathLst>
                  <a:path extrusionOk="0" h="13333" w="13611">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4" name="Google Shape;4774;p129"/>
              <p:cNvSpPr/>
              <p:nvPr/>
            </p:nvSpPr>
            <p:spPr>
              <a:xfrm>
                <a:off x="2278079" y="-341148"/>
                <a:ext cx="40051" cy="28001"/>
              </a:xfrm>
              <a:custGeom>
                <a:rect b="b" l="l" r="r" t="t"/>
                <a:pathLst>
                  <a:path extrusionOk="0" h="2556" w="3656">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5" name="Google Shape;4775;p129"/>
              <p:cNvSpPr/>
              <p:nvPr/>
            </p:nvSpPr>
            <p:spPr>
              <a:xfrm>
                <a:off x="2357973" y="-515102"/>
                <a:ext cx="46077" cy="20902"/>
              </a:xfrm>
              <a:custGeom>
                <a:rect b="b" l="l" r="r" t="t"/>
                <a:pathLst>
                  <a:path extrusionOk="0" h="1908" w="4206">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76" name="Google Shape;4776;p129"/>
            <p:cNvSpPr/>
            <p:nvPr/>
          </p:nvSpPr>
          <p:spPr>
            <a:xfrm>
              <a:off x="6644304" y="3073628"/>
              <a:ext cx="576302" cy="511871"/>
            </a:xfrm>
            <a:custGeom>
              <a:rect b="b" l="l" r="r" t="t"/>
              <a:pathLst>
                <a:path extrusionOk="0" h="88751" w="99879">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77" name="Google Shape;4777;p129"/>
          <p:cNvGrpSpPr/>
          <p:nvPr/>
        </p:nvGrpSpPr>
        <p:grpSpPr>
          <a:xfrm>
            <a:off x="5904877" y="1016248"/>
            <a:ext cx="2435960" cy="1297725"/>
            <a:chOff x="233350" y="949250"/>
            <a:chExt cx="7137300" cy="3802300"/>
          </a:xfrm>
        </p:grpSpPr>
        <p:sp>
          <p:nvSpPr>
            <p:cNvPr id="4778" name="Google Shape;4778;p129"/>
            <p:cNvSpPr/>
            <p:nvPr/>
          </p:nvSpPr>
          <p:spPr>
            <a:xfrm>
              <a:off x="4428450" y="2808675"/>
              <a:ext cx="1478900" cy="330100"/>
            </a:xfrm>
            <a:custGeom>
              <a:rect b="b" l="l" r="r" t="t"/>
              <a:pathLst>
                <a:path extrusionOk="0" h="13204" w="59156">
                  <a:moveTo>
                    <a:pt x="1" y="0"/>
                  </a:moveTo>
                  <a:lnTo>
                    <a:pt x="1" y="0"/>
                  </a:lnTo>
                  <a:close/>
                  <a:moveTo>
                    <a:pt x="59155" y="13203"/>
                  </a:move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9" name="Google Shape;4779;p129"/>
            <p:cNvSpPr/>
            <p:nvPr/>
          </p:nvSpPr>
          <p:spPr>
            <a:xfrm>
              <a:off x="2909400" y="1076125"/>
              <a:ext cx="4118650" cy="3109225"/>
            </a:xfrm>
            <a:custGeom>
              <a:rect b="b" l="l" r="r" t="t"/>
              <a:pathLst>
                <a:path extrusionOk="0" h="124369" w="164746">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0" name="Google Shape;4780;p129"/>
            <p:cNvSpPr/>
            <p:nvPr/>
          </p:nvSpPr>
          <p:spPr>
            <a:xfrm>
              <a:off x="5913800" y="3523050"/>
              <a:ext cx="1109075" cy="813875"/>
            </a:xfrm>
            <a:custGeom>
              <a:rect b="b" l="l" r="r" t="t"/>
              <a:pathLst>
                <a:path extrusionOk="0" h="32555" w="44363">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1" name="Google Shape;4781;p129"/>
            <p:cNvSpPr/>
            <p:nvPr/>
          </p:nvSpPr>
          <p:spPr>
            <a:xfrm>
              <a:off x="6442175" y="3238700"/>
              <a:ext cx="571625" cy="311800"/>
            </a:xfrm>
            <a:custGeom>
              <a:rect b="b" l="l" r="r" t="t"/>
              <a:pathLst>
                <a:path extrusionOk="0" h="12472" w="22865">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2" name="Google Shape;4782;p129"/>
            <p:cNvSpPr/>
            <p:nvPr/>
          </p:nvSpPr>
          <p:spPr>
            <a:xfrm>
              <a:off x="5898675" y="3029225"/>
              <a:ext cx="282150" cy="318450"/>
            </a:xfrm>
            <a:custGeom>
              <a:rect b="b" l="l" r="r" t="t"/>
              <a:pathLst>
                <a:path extrusionOk="0" h="12738" w="11286">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3" name="Google Shape;4783;p129"/>
            <p:cNvSpPr/>
            <p:nvPr/>
          </p:nvSpPr>
          <p:spPr>
            <a:xfrm>
              <a:off x="5544400" y="3065225"/>
              <a:ext cx="541800" cy="430700"/>
            </a:xfrm>
            <a:custGeom>
              <a:rect b="b" l="l" r="r" t="t"/>
              <a:pathLst>
                <a:path extrusionOk="0" h="17228" w="21672">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4" name="Google Shape;4784;p129"/>
            <p:cNvSpPr/>
            <p:nvPr/>
          </p:nvSpPr>
          <p:spPr>
            <a:xfrm>
              <a:off x="4388700" y="3530600"/>
              <a:ext cx="227275" cy="395425"/>
            </a:xfrm>
            <a:custGeom>
              <a:rect b="b" l="l" r="r" t="t"/>
              <a:pathLst>
                <a:path extrusionOk="0" h="15817" w="9091">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5" name="Google Shape;4785;p129"/>
            <p:cNvSpPr/>
            <p:nvPr/>
          </p:nvSpPr>
          <p:spPr>
            <a:xfrm>
              <a:off x="6438300" y="1893850"/>
              <a:ext cx="267450" cy="418275"/>
            </a:xfrm>
            <a:custGeom>
              <a:rect b="b" l="l" r="r" t="t"/>
              <a:pathLst>
                <a:path extrusionOk="0" h="16731" w="10698">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6" name="Google Shape;4786;p129"/>
            <p:cNvSpPr/>
            <p:nvPr/>
          </p:nvSpPr>
          <p:spPr>
            <a:xfrm>
              <a:off x="6901875" y="4220725"/>
              <a:ext cx="468775" cy="354550"/>
            </a:xfrm>
            <a:custGeom>
              <a:rect b="b" l="l" r="r" t="t"/>
              <a:pathLst>
                <a:path extrusionOk="0" h="14182" w="18751">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7" name="Google Shape;4787;p129"/>
            <p:cNvSpPr/>
            <p:nvPr/>
          </p:nvSpPr>
          <p:spPr>
            <a:xfrm>
              <a:off x="6306100" y="2654825"/>
              <a:ext cx="232875" cy="385425"/>
            </a:xfrm>
            <a:custGeom>
              <a:rect b="b" l="l" r="r" t="t"/>
              <a:pathLst>
                <a:path extrusionOk="0" h="15417" w="9315">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8" name="Google Shape;4788;p129"/>
            <p:cNvSpPr/>
            <p:nvPr/>
          </p:nvSpPr>
          <p:spPr>
            <a:xfrm>
              <a:off x="6139750" y="3178550"/>
              <a:ext cx="185375" cy="227425"/>
            </a:xfrm>
            <a:custGeom>
              <a:rect b="b" l="l" r="r" t="t"/>
              <a:pathLst>
                <a:path extrusionOk="0" h="9097" w="7415">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9" name="Google Shape;4789;p129"/>
            <p:cNvSpPr/>
            <p:nvPr/>
          </p:nvSpPr>
          <p:spPr>
            <a:xfrm>
              <a:off x="4320000" y="1079225"/>
              <a:ext cx="260125" cy="163000"/>
            </a:xfrm>
            <a:custGeom>
              <a:rect b="b" l="l" r="r" t="t"/>
              <a:pathLst>
                <a:path extrusionOk="0" h="6520" w="10405">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0" name="Google Shape;4790;p129"/>
            <p:cNvSpPr/>
            <p:nvPr/>
          </p:nvSpPr>
          <p:spPr>
            <a:xfrm>
              <a:off x="3605850" y="1017225"/>
              <a:ext cx="246275" cy="88775"/>
            </a:xfrm>
            <a:custGeom>
              <a:rect b="b" l="l" r="r" t="t"/>
              <a:pathLst>
                <a:path extrusionOk="0" h="3551" w="9851">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1" name="Google Shape;4791;p129"/>
            <p:cNvSpPr/>
            <p:nvPr/>
          </p:nvSpPr>
          <p:spPr>
            <a:xfrm>
              <a:off x="3161275" y="1612775"/>
              <a:ext cx="115825" cy="115825"/>
            </a:xfrm>
            <a:custGeom>
              <a:rect b="b" l="l" r="r" t="t"/>
              <a:pathLst>
                <a:path extrusionOk="0" h="4633" w="4633">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2" name="Google Shape;4792;p129"/>
            <p:cNvSpPr/>
            <p:nvPr/>
          </p:nvSpPr>
          <p:spPr>
            <a:xfrm>
              <a:off x="6082850" y="3458350"/>
              <a:ext cx="215350" cy="82375"/>
            </a:xfrm>
            <a:custGeom>
              <a:rect b="b" l="l" r="r" t="t"/>
              <a:pathLst>
                <a:path extrusionOk="0" h="3295" w="8614">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3" name="Google Shape;4793;p129"/>
            <p:cNvSpPr/>
            <p:nvPr/>
          </p:nvSpPr>
          <p:spPr>
            <a:xfrm>
              <a:off x="5726825" y="1103850"/>
              <a:ext cx="262175" cy="54825"/>
            </a:xfrm>
            <a:custGeom>
              <a:rect b="b" l="l" r="r" t="t"/>
              <a:pathLst>
                <a:path extrusionOk="0" h="2193" w="10487">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4" name="Google Shape;4794;p129"/>
            <p:cNvSpPr/>
            <p:nvPr/>
          </p:nvSpPr>
          <p:spPr>
            <a:xfrm>
              <a:off x="6497925" y="4391525"/>
              <a:ext cx="125725" cy="97375"/>
            </a:xfrm>
            <a:custGeom>
              <a:rect b="b" l="l" r="r" t="t"/>
              <a:pathLst>
                <a:path extrusionOk="0" h="3895" w="5029">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5" name="Google Shape;4795;p129"/>
            <p:cNvSpPr/>
            <p:nvPr/>
          </p:nvSpPr>
          <p:spPr>
            <a:xfrm>
              <a:off x="5334875" y="2906300"/>
              <a:ext cx="82100" cy="128050"/>
            </a:xfrm>
            <a:custGeom>
              <a:rect b="b" l="l" r="r" t="t"/>
              <a:pathLst>
                <a:path extrusionOk="0" h="5122" w="3284">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6" name="Google Shape;4796;p129"/>
            <p:cNvSpPr/>
            <p:nvPr/>
          </p:nvSpPr>
          <p:spPr>
            <a:xfrm>
              <a:off x="4869125" y="997550"/>
              <a:ext cx="160750" cy="66150"/>
            </a:xfrm>
            <a:custGeom>
              <a:rect b="b" l="l" r="r" t="t"/>
              <a:pathLst>
                <a:path extrusionOk="0" h="2646" w="643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7" name="Google Shape;4797;p129"/>
            <p:cNvSpPr/>
            <p:nvPr/>
          </p:nvSpPr>
          <p:spPr>
            <a:xfrm>
              <a:off x="3763550" y="998475"/>
              <a:ext cx="117975" cy="55725"/>
            </a:xfrm>
            <a:custGeom>
              <a:rect b="b" l="l" r="r" t="t"/>
              <a:pathLst>
                <a:path extrusionOk="0" h="2229" w="4719">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8" name="Google Shape;4798;p129"/>
            <p:cNvSpPr/>
            <p:nvPr/>
          </p:nvSpPr>
          <p:spPr>
            <a:xfrm>
              <a:off x="6244750" y="3463175"/>
              <a:ext cx="127900" cy="76650"/>
            </a:xfrm>
            <a:custGeom>
              <a:rect b="b" l="l" r="r" t="t"/>
              <a:pathLst>
                <a:path extrusionOk="0" h="3066" w="5116">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9" name="Google Shape;4799;p129"/>
            <p:cNvSpPr/>
            <p:nvPr/>
          </p:nvSpPr>
          <p:spPr>
            <a:xfrm>
              <a:off x="6286725" y="2464325"/>
              <a:ext cx="67775" cy="93850"/>
            </a:xfrm>
            <a:custGeom>
              <a:rect b="b" l="l" r="r" t="t"/>
              <a:pathLst>
                <a:path extrusionOk="0" h="3754" w="2711">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0" name="Google Shape;4800;p129"/>
            <p:cNvSpPr/>
            <p:nvPr/>
          </p:nvSpPr>
          <p:spPr>
            <a:xfrm>
              <a:off x="6279300" y="2861375"/>
              <a:ext cx="75625" cy="97275"/>
            </a:xfrm>
            <a:custGeom>
              <a:rect b="b" l="l" r="r" t="t"/>
              <a:pathLst>
                <a:path extrusionOk="0" h="3891" w="3025">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1" name="Google Shape;4801;p129"/>
            <p:cNvSpPr/>
            <p:nvPr/>
          </p:nvSpPr>
          <p:spPr>
            <a:xfrm>
              <a:off x="4145025" y="994975"/>
              <a:ext cx="111500" cy="47325"/>
            </a:xfrm>
            <a:custGeom>
              <a:rect b="b" l="l" r="r" t="t"/>
              <a:pathLst>
                <a:path extrusionOk="0" h="1893" w="446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2" name="Google Shape;4802;p129"/>
            <p:cNvSpPr/>
            <p:nvPr/>
          </p:nvSpPr>
          <p:spPr>
            <a:xfrm>
              <a:off x="7213625" y="3803350"/>
              <a:ext cx="74075" cy="80050"/>
            </a:xfrm>
            <a:custGeom>
              <a:rect b="b" l="l" r="r" t="t"/>
              <a:pathLst>
                <a:path extrusionOk="0" h="3202" w="2963">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3" name="Google Shape;4803;p129"/>
            <p:cNvSpPr/>
            <p:nvPr/>
          </p:nvSpPr>
          <p:spPr>
            <a:xfrm>
              <a:off x="6542025" y="3118350"/>
              <a:ext cx="66075" cy="79800"/>
            </a:xfrm>
            <a:custGeom>
              <a:rect b="b" l="l" r="r" t="t"/>
              <a:pathLst>
                <a:path extrusionOk="0" h="3192" w="2643">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4" name="Google Shape;4804;p129"/>
            <p:cNvSpPr/>
            <p:nvPr/>
          </p:nvSpPr>
          <p:spPr>
            <a:xfrm>
              <a:off x="4278100" y="987200"/>
              <a:ext cx="87225" cy="50150"/>
            </a:xfrm>
            <a:custGeom>
              <a:rect b="b" l="l" r="r" t="t"/>
              <a:pathLst>
                <a:path extrusionOk="0" h="2006" w="3489">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5" name="Google Shape;4805;p129"/>
            <p:cNvSpPr/>
            <p:nvPr/>
          </p:nvSpPr>
          <p:spPr>
            <a:xfrm>
              <a:off x="6595650" y="1204100"/>
              <a:ext cx="81075" cy="41800"/>
            </a:xfrm>
            <a:custGeom>
              <a:rect b="b" l="l" r="r" t="t"/>
              <a:pathLst>
                <a:path extrusionOk="0" h="1672" w="3243">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6" name="Google Shape;4806;p129"/>
            <p:cNvSpPr/>
            <p:nvPr/>
          </p:nvSpPr>
          <p:spPr>
            <a:xfrm>
              <a:off x="5040350" y="1034625"/>
              <a:ext cx="81550" cy="46975"/>
            </a:xfrm>
            <a:custGeom>
              <a:rect b="b" l="l" r="r" t="t"/>
              <a:pathLst>
                <a:path extrusionOk="0" h="1879" w="3262">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7" name="Google Shape;4807;p129"/>
            <p:cNvSpPr/>
            <p:nvPr/>
          </p:nvSpPr>
          <p:spPr>
            <a:xfrm>
              <a:off x="6380950" y="3302475"/>
              <a:ext cx="77800" cy="40225"/>
            </a:xfrm>
            <a:custGeom>
              <a:rect b="b" l="l" r="r" t="t"/>
              <a:pathLst>
                <a:path extrusionOk="0" h="1609" w="3112">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8" name="Google Shape;4808;p129"/>
            <p:cNvSpPr/>
            <p:nvPr/>
          </p:nvSpPr>
          <p:spPr>
            <a:xfrm>
              <a:off x="4384825" y="996700"/>
              <a:ext cx="62025" cy="39775"/>
            </a:xfrm>
            <a:custGeom>
              <a:rect b="b" l="l" r="r" t="t"/>
              <a:pathLst>
                <a:path extrusionOk="0" h="1591" w="2481">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9" name="Google Shape;4809;p129"/>
            <p:cNvSpPr/>
            <p:nvPr/>
          </p:nvSpPr>
          <p:spPr>
            <a:xfrm>
              <a:off x="2100625" y="1004500"/>
              <a:ext cx="520200" cy="95050"/>
            </a:xfrm>
            <a:custGeom>
              <a:rect b="b" l="l" r="r" t="t"/>
              <a:pathLst>
                <a:path extrusionOk="0" h="3802" w="20808">
                  <a:moveTo>
                    <a:pt x="20756" y="0"/>
                  </a:moveTo>
                  <a:lnTo>
                    <a:pt x="20738" y="17"/>
                  </a:lnTo>
                  <a:lnTo>
                    <a:pt x="20773" y="17"/>
                  </a:lnTo>
                  <a:lnTo>
                    <a:pt x="20808" y="0"/>
                  </a:lnTo>
                  <a:close/>
                  <a:moveTo>
                    <a:pt x="1" y="3785"/>
                  </a:moveTo>
                  <a:lnTo>
                    <a:pt x="1" y="3802"/>
                  </a:lnTo>
                  <a:lnTo>
                    <a:pt x="18" y="3802"/>
                  </a:lnTo>
                  <a:lnTo>
                    <a:pt x="18" y="3785"/>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0" name="Google Shape;4810;p129"/>
            <p:cNvSpPr/>
            <p:nvPr/>
          </p:nvSpPr>
          <p:spPr>
            <a:xfrm>
              <a:off x="233350" y="949250"/>
              <a:ext cx="3232550" cy="3802300"/>
            </a:xfrm>
            <a:custGeom>
              <a:rect b="b" l="l" r="r" t="t"/>
              <a:pathLst>
                <a:path extrusionOk="0" h="152092" w="129302">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1" name="Google Shape;4811;p129"/>
            <p:cNvSpPr/>
            <p:nvPr/>
          </p:nvSpPr>
          <p:spPr>
            <a:xfrm>
              <a:off x="1581325" y="1051125"/>
              <a:ext cx="283000" cy="91675"/>
            </a:xfrm>
            <a:custGeom>
              <a:rect b="b" l="l" r="r" t="t"/>
              <a:pathLst>
                <a:path extrusionOk="0" h="3667" w="1132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2" name="Google Shape;4812;p129"/>
            <p:cNvSpPr/>
            <p:nvPr/>
          </p:nvSpPr>
          <p:spPr>
            <a:xfrm>
              <a:off x="3144425" y="1319375"/>
              <a:ext cx="213450" cy="95575"/>
            </a:xfrm>
            <a:custGeom>
              <a:rect b="b" l="l" r="r" t="t"/>
              <a:pathLst>
                <a:path extrusionOk="0" h="3823" w="8538">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3" name="Google Shape;4813;p129"/>
            <p:cNvSpPr/>
            <p:nvPr/>
          </p:nvSpPr>
          <p:spPr>
            <a:xfrm>
              <a:off x="1453000" y="2509000"/>
              <a:ext cx="263575" cy="113100"/>
            </a:xfrm>
            <a:custGeom>
              <a:rect b="b" l="l" r="r" t="t"/>
              <a:pathLst>
                <a:path extrusionOk="0" h="4524" w="10543">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4" name="Google Shape;4814;p129"/>
            <p:cNvSpPr/>
            <p:nvPr/>
          </p:nvSpPr>
          <p:spPr>
            <a:xfrm>
              <a:off x="1880725" y="1020350"/>
              <a:ext cx="162025" cy="112025"/>
            </a:xfrm>
            <a:custGeom>
              <a:rect b="b" l="l" r="r" t="t"/>
              <a:pathLst>
                <a:path extrusionOk="0" h="4481" w="6481">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5" name="Google Shape;4815;p129"/>
            <p:cNvSpPr/>
            <p:nvPr/>
          </p:nvSpPr>
          <p:spPr>
            <a:xfrm>
              <a:off x="1688900" y="2603450"/>
              <a:ext cx="165050" cy="73950"/>
            </a:xfrm>
            <a:custGeom>
              <a:rect b="b" l="l" r="r" t="t"/>
              <a:pathLst>
                <a:path extrusionOk="0" h="2958" w="6602">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6" name="Google Shape;4816;p129"/>
            <p:cNvSpPr/>
            <p:nvPr/>
          </p:nvSpPr>
          <p:spPr>
            <a:xfrm>
              <a:off x="1922200" y="1344925"/>
              <a:ext cx="129625" cy="64525"/>
            </a:xfrm>
            <a:custGeom>
              <a:rect b="b" l="l" r="r" t="t"/>
              <a:pathLst>
                <a:path extrusionOk="0" h="2581" w="5185">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7" name="Google Shape;4817;p129"/>
            <p:cNvSpPr/>
            <p:nvPr/>
          </p:nvSpPr>
          <p:spPr>
            <a:xfrm>
              <a:off x="1787825" y="1030550"/>
              <a:ext cx="94250" cy="44825"/>
            </a:xfrm>
            <a:custGeom>
              <a:rect b="b" l="l" r="r" t="t"/>
              <a:pathLst>
                <a:path extrusionOk="0" h="1793" w="377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8" name="Google Shape;4818;p129"/>
            <p:cNvSpPr/>
            <p:nvPr/>
          </p:nvSpPr>
          <p:spPr>
            <a:xfrm>
              <a:off x="1870350" y="2639275"/>
              <a:ext cx="59225" cy="44325"/>
            </a:xfrm>
            <a:custGeom>
              <a:rect b="b" l="l" r="r" t="t"/>
              <a:pathLst>
                <a:path extrusionOk="0" h="1773" w="2369">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9" name="Google Shape;4819;p129"/>
            <p:cNvSpPr/>
            <p:nvPr/>
          </p:nvSpPr>
          <p:spPr>
            <a:xfrm>
              <a:off x="2264800" y="4630125"/>
              <a:ext cx="62675" cy="39225"/>
            </a:xfrm>
            <a:custGeom>
              <a:rect b="b" l="l" r="r" t="t"/>
              <a:pathLst>
                <a:path extrusionOk="0" h="1569" w="2507">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0" name="Google Shape;4820;p129"/>
            <p:cNvSpPr/>
            <p:nvPr/>
          </p:nvSpPr>
          <p:spPr>
            <a:xfrm>
              <a:off x="1604225" y="2645350"/>
              <a:ext cx="56175" cy="38275"/>
            </a:xfrm>
            <a:custGeom>
              <a:rect b="b" l="l" r="r" t="t"/>
              <a:pathLst>
                <a:path extrusionOk="0" h="1531" w="2247">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1" name="Google Shape;4821;p129"/>
            <p:cNvSpPr/>
            <p:nvPr/>
          </p:nvSpPr>
          <p:spPr>
            <a:xfrm>
              <a:off x="7045475" y="3384250"/>
              <a:ext cx="47375" cy="53550"/>
            </a:xfrm>
            <a:custGeom>
              <a:rect b="b" l="l" r="r" t="t"/>
              <a:pathLst>
                <a:path extrusionOk="0" h="2142" w="1895">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2" name="Google Shape;4822;p129"/>
            <p:cNvSpPr/>
            <p:nvPr/>
          </p:nvSpPr>
          <p:spPr>
            <a:xfrm>
              <a:off x="4291500" y="1250400"/>
              <a:ext cx="54900" cy="37900"/>
            </a:xfrm>
            <a:custGeom>
              <a:rect b="b" l="l" r="r" t="t"/>
              <a:pathLst>
                <a:path extrusionOk="0" h="1516" w="2196">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3" name="Google Shape;4823;p129"/>
            <p:cNvSpPr/>
            <p:nvPr/>
          </p:nvSpPr>
          <p:spPr>
            <a:xfrm>
              <a:off x="6323375" y="3314875"/>
              <a:ext cx="50125" cy="37325"/>
            </a:xfrm>
            <a:custGeom>
              <a:rect b="b" l="l" r="r" t="t"/>
              <a:pathLst>
                <a:path extrusionOk="0" h="1493" w="2005">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4" name="Google Shape;4824;p129"/>
            <p:cNvSpPr/>
            <p:nvPr/>
          </p:nvSpPr>
          <p:spPr>
            <a:xfrm>
              <a:off x="6680225" y="1890750"/>
              <a:ext cx="46075" cy="42200"/>
            </a:xfrm>
            <a:custGeom>
              <a:rect b="b" l="l" r="r" t="t"/>
              <a:pathLst>
                <a:path extrusionOk="0" h="1688" w="1843">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5" name="Google Shape;4825;p129"/>
            <p:cNvSpPr/>
            <p:nvPr/>
          </p:nvSpPr>
          <p:spPr>
            <a:xfrm>
              <a:off x="3550975" y="1955400"/>
              <a:ext cx="53600" cy="126175"/>
            </a:xfrm>
            <a:custGeom>
              <a:rect b="b" l="l" r="r" t="t"/>
              <a:pathLst>
                <a:path extrusionOk="0" h="5047" w="2144">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6" name="Google Shape;4826;p129"/>
            <p:cNvSpPr/>
            <p:nvPr/>
          </p:nvSpPr>
          <p:spPr>
            <a:xfrm>
              <a:off x="3910000" y="2161475"/>
              <a:ext cx="93775" cy="45400"/>
            </a:xfrm>
            <a:custGeom>
              <a:rect b="b" l="l" r="r" t="t"/>
              <a:pathLst>
                <a:path extrusionOk="0" h="1816" w="3751">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7" name="Google Shape;4827;p129"/>
            <p:cNvSpPr/>
            <p:nvPr/>
          </p:nvSpPr>
          <p:spPr>
            <a:xfrm>
              <a:off x="4125600" y="2173875"/>
              <a:ext cx="50575" cy="37600"/>
            </a:xfrm>
            <a:custGeom>
              <a:rect b="b" l="l" r="r" t="t"/>
              <a:pathLst>
                <a:path extrusionOk="0" h="1504" w="2023">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8" name="Google Shape;4828;p129"/>
            <p:cNvSpPr/>
            <p:nvPr/>
          </p:nvSpPr>
          <p:spPr>
            <a:xfrm>
              <a:off x="3415775" y="2038325"/>
              <a:ext cx="44925" cy="38175"/>
            </a:xfrm>
            <a:custGeom>
              <a:rect b="b" l="l" r="r" t="t"/>
              <a:pathLst>
                <a:path extrusionOk="0" h="1527" w="1797">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829" name="Google Shape;4829;p129"/>
          <p:cNvGrpSpPr/>
          <p:nvPr/>
        </p:nvGrpSpPr>
        <p:grpSpPr>
          <a:xfrm>
            <a:off x="3530626" y="1013128"/>
            <a:ext cx="2078182" cy="1366558"/>
            <a:chOff x="235800" y="830650"/>
            <a:chExt cx="6978450" cy="4588844"/>
          </a:xfrm>
        </p:grpSpPr>
        <p:sp>
          <p:nvSpPr>
            <p:cNvPr id="4830" name="Google Shape;4830;p129"/>
            <p:cNvSpPr/>
            <p:nvPr/>
          </p:nvSpPr>
          <p:spPr>
            <a:xfrm>
              <a:off x="235800" y="1224769"/>
              <a:ext cx="2592225" cy="4194725"/>
            </a:xfrm>
            <a:custGeom>
              <a:rect b="b" l="l" r="r" t="t"/>
              <a:pathLst>
                <a:path extrusionOk="0" h="167789" w="103689">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noFill/>
            <a:ln cap="flat" cmpd="sng" w="9525">
              <a:solidFill>
                <a:srgbClr val="E1E7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1" name="Google Shape;4831;p129"/>
            <p:cNvSpPr/>
            <p:nvPr/>
          </p:nvSpPr>
          <p:spPr>
            <a:xfrm>
              <a:off x="2370225" y="830650"/>
              <a:ext cx="1016975" cy="1158500"/>
            </a:xfrm>
            <a:custGeom>
              <a:rect b="b" l="l" r="r" t="t"/>
              <a:pathLst>
                <a:path extrusionOk="0" h="46340" w="40679">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noFill/>
            <a:ln cap="flat" cmpd="sng" w="9525">
              <a:solidFill>
                <a:srgbClr val="E1E7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2" name="Google Shape;4832;p129"/>
            <p:cNvSpPr/>
            <p:nvPr/>
          </p:nvSpPr>
          <p:spPr>
            <a:xfrm>
              <a:off x="3143325" y="1089650"/>
              <a:ext cx="4064350" cy="3503975"/>
            </a:xfrm>
            <a:custGeom>
              <a:rect b="b" l="l" r="r" t="t"/>
              <a:pathLst>
                <a:path extrusionOk="0" h="140159" w="162574">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noFill/>
            <a:ln cap="flat" cmpd="sng" w="9525">
              <a:solidFill>
                <a:srgbClr val="E1E7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3" name="Google Shape;4833;p129"/>
            <p:cNvSpPr/>
            <p:nvPr/>
          </p:nvSpPr>
          <p:spPr>
            <a:xfrm>
              <a:off x="6146600" y="3671525"/>
              <a:ext cx="342925" cy="189500"/>
            </a:xfrm>
            <a:custGeom>
              <a:rect b="b" l="l" r="r" t="t"/>
              <a:pathLst>
                <a:path extrusionOk="0" h="7580" w="13717">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noFill/>
            <a:ln cap="flat" cmpd="sng" w="9525">
              <a:solidFill>
                <a:srgbClr val="E1E7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4" name="Google Shape;4834;p129"/>
            <p:cNvSpPr/>
            <p:nvPr/>
          </p:nvSpPr>
          <p:spPr>
            <a:xfrm>
              <a:off x="5901600" y="3652500"/>
              <a:ext cx="558700" cy="402875"/>
            </a:xfrm>
            <a:custGeom>
              <a:rect b="b" l="l" r="r" t="t"/>
              <a:pathLst>
                <a:path extrusionOk="0" h="16115" w="22348">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noFill/>
            <a:ln cap="flat" cmpd="sng" w="9525">
              <a:solidFill>
                <a:srgbClr val="E1E7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5" name="Google Shape;4835;p129"/>
            <p:cNvSpPr/>
            <p:nvPr/>
          </p:nvSpPr>
          <p:spPr>
            <a:xfrm>
              <a:off x="6249675" y="4061675"/>
              <a:ext cx="964575" cy="811125"/>
            </a:xfrm>
            <a:custGeom>
              <a:rect b="b" l="l" r="r" t="t"/>
              <a:pathLst>
                <a:path extrusionOk="0" h="32445" w="38583">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noFill/>
            <a:ln cap="flat" cmpd="sng" w="9525">
              <a:solidFill>
                <a:srgbClr val="E1E7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836" name="Google Shape;4836;p129"/>
          <p:cNvGrpSpPr/>
          <p:nvPr/>
        </p:nvGrpSpPr>
        <p:grpSpPr>
          <a:xfrm>
            <a:off x="698034" y="977939"/>
            <a:ext cx="2665073" cy="1317140"/>
            <a:chOff x="793334" y="1192826"/>
            <a:chExt cx="2665073" cy="1317140"/>
          </a:xfrm>
        </p:grpSpPr>
        <p:sp>
          <p:nvSpPr>
            <p:cNvPr id="4837" name="Google Shape;4837;p129"/>
            <p:cNvSpPr/>
            <p:nvPr/>
          </p:nvSpPr>
          <p:spPr>
            <a:xfrm>
              <a:off x="2759899" y="2034536"/>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8" name="Google Shape;4838;p129"/>
            <p:cNvSpPr/>
            <p:nvPr/>
          </p:nvSpPr>
          <p:spPr>
            <a:xfrm>
              <a:off x="2622291" y="1667631"/>
              <a:ext cx="12573" cy="1765"/>
            </a:xfrm>
            <a:custGeom>
              <a:rect b="b" l="l" r="r" t="t"/>
              <a:pathLst>
                <a:path extrusionOk="0" h="130" w="926">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9" name="Google Shape;4839;p129"/>
            <p:cNvSpPr/>
            <p:nvPr/>
          </p:nvSpPr>
          <p:spPr>
            <a:xfrm>
              <a:off x="2265040" y="1528449"/>
              <a:ext cx="1344" cy="109"/>
            </a:xfrm>
            <a:custGeom>
              <a:rect b="b" l="l" r="r" t="t"/>
              <a:pathLst>
                <a:path extrusionOk="0" h="8" w="99">
                  <a:moveTo>
                    <a:pt x="1" y="1"/>
                  </a:moveTo>
                  <a:cubicBezTo>
                    <a:pt x="32" y="4"/>
                    <a:pt x="67" y="8"/>
                    <a:pt x="99" y="8"/>
                  </a:cubicBezTo>
                  <a:cubicBezTo>
                    <a:pt x="67" y="1"/>
                    <a:pt x="32"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0" name="Google Shape;4840;p129"/>
            <p:cNvSpPr/>
            <p:nvPr/>
          </p:nvSpPr>
          <p:spPr>
            <a:xfrm>
              <a:off x="2494622" y="1668433"/>
              <a:ext cx="8147" cy="2118"/>
            </a:xfrm>
            <a:custGeom>
              <a:rect b="b" l="l" r="r" t="t"/>
              <a:pathLst>
                <a:path extrusionOk="0" h="156" w="60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1" name="Google Shape;4841;p129"/>
            <p:cNvSpPr/>
            <p:nvPr/>
          </p:nvSpPr>
          <p:spPr>
            <a:xfrm>
              <a:off x="2304347" y="1661671"/>
              <a:ext cx="30291" cy="17094"/>
            </a:xfrm>
            <a:custGeom>
              <a:rect b="b" l="l" r="r" t="t"/>
              <a:pathLst>
                <a:path extrusionOk="0" h="1259" w="2231">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2" name="Google Shape;4842;p129"/>
            <p:cNvSpPr/>
            <p:nvPr/>
          </p:nvSpPr>
          <p:spPr>
            <a:xfrm>
              <a:off x="2596779" y="1667903"/>
              <a:ext cx="20869" cy="13808"/>
            </a:xfrm>
            <a:custGeom>
              <a:rect b="b" l="l" r="r" t="t"/>
              <a:pathLst>
                <a:path extrusionOk="0" h="1017" w="1537">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3" name="Google Shape;4843;p129"/>
            <p:cNvSpPr/>
            <p:nvPr/>
          </p:nvSpPr>
          <p:spPr>
            <a:xfrm>
              <a:off x="1460410" y="1905428"/>
              <a:ext cx="14" cy="14"/>
            </a:xfrm>
            <a:custGeom>
              <a:rect b="b" l="l" r="r" t="t"/>
              <a:pathLst>
                <a:path extrusionOk="0" h="1" w="1">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4" name="Google Shape;4844;p129"/>
            <p:cNvSpPr/>
            <p:nvPr/>
          </p:nvSpPr>
          <p:spPr>
            <a:xfrm>
              <a:off x="2393809" y="1664875"/>
              <a:ext cx="58709" cy="92123"/>
            </a:xfrm>
            <a:custGeom>
              <a:rect b="b" l="l" r="r" t="t"/>
              <a:pathLst>
                <a:path extrusionOk="0" h="6785" w="4324">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5" name="Google Shape;4845;p129"/>
            <p:cNvSpPr/>
            <p:nvPr/>
          </p:nvSpPr>
          <p:spPr>
            <a:xfrm>
              <a:off x="3030608" y="2063280"/>
              <a:ext cx="2525" cy="733"/>
            </a:xfrm>
            <a:custGeom>
              <a:rect b="b" l="l" r="r" t="t"/>
              <a:pathLst>
                <a:path extrusionOk="0" h="54" w="186">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6" name="Google Shape;4846;p129"/>
            <p:cNvSpPr/>
            <p:nvPr/>
          </p:nvSpPr>
          <p:spPr>
            <a:xfrm>
              <a:off x="2090841" y="1529304"/>
              <a:ext cx="1765" cy="2390"/>
            </a:xfrm>
            <a:custGeom>
              <a:rect b="b" l="l" r="r" t="t"/>
              <a:pathLst>
                <a:path extrusionOk="0" h="176" w="13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7" name="Google Shape;4847;p129"/>
            <p:cNvSpPr/>
            <p:nvPr/>
          </p:nvSpPr>
          <p:spPr>
            <a:xfrm>
              <a:off x="2245597" y="1718058"/>
              <a:ext cx="14229" cy="4386"/>
            </a:xfrm>
            <a:custGeom>
              <a:rect b="b" l="l" r="r" t="t"/>
              <a:pathLst>
                <a:path extrusionOk="0" h="323" w="1048">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8" name="Google Shape;4848;p129"/>
            <p:cNvSpPr/>
            <p:nvPr/>
          </p:nvSpPr>
          <p:spPr>
            <a:xfrm>
              <a:off x="2812146" y="1578590"/>
              <a:ext cx="42742" cy="41805"/>
            </a:xfrm>
            <a:custGeom>
              <a:rect b="b" l="l" r="r" t="t"/>
              <a:pathLst>
                <a:path extrusionOk="0" h="3079" w="3148">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9" name="Google Shape;4849;p129"/>
            <p:cNvSpPr/>
            <p:nvPr/>
          </p:nvSpPr>
          <p:spPr>
            <a:xfrm>
              <a:off x="2563691" y="1451016"/>
              <a:ext cx="3055" cy="2593"/>
            </a:xfrm>
            <a:custGeom>
              <a:rect b="b" l="l" r="r" t="t"/>
              <a:pathLst>
                <a:path extrusionOk="0" h="191" w="225">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0" name="Google Shape;4850;p129"/>
            <p:cNvSpPr/>
            <p:nvPr/>
          </p:nvSpPr>
          <p:spPr>
            <a:xfrm>
              <a:off x="2480977" y="1673361"/>
              <a:ext cx="16510" cy="18180"/>
            </a:xfrm>
            <a:custGeom>
              <a:rect b="b" l="l" r="r" t="t"/>
              <a:pathLst>
                <a:path extrusionOk="0" h="1339" w="1216">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1" name="Google Shape;4851;p129"/>
            <p:cNvSpPr/>
            <p:nvPr/>
          </p:nvSpPr>
          <p:spPr>
            <a:xfrm>
              <a:off x="2278156" y="2042506"/>
              <a:ext cx="20651" cy="18846"/>
            </a:xfrm>
            <a:custGeom>
              <a:rect b="b" l="l" r="r" t="t"/>
              <a:pathLst>
                <a:path extrusionOk="0" h="1388" w="1521">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2" name="Google Shape;4852;p129"/>
            <p:cNvSpPr/>
            <p:nvPr/>
          </p:nvSpPr>
          <p:spPr>
            <a:xfrm>
              <a:off x="2095159" y="1526222"/>
              <a:ext cx="2009" cy="1344"/>
            </a:xfrm>
            <a:custGeom>
              <a:rect b="b" l="l" r="r" t="t"/>
              <a:pathLst>
                <a:path extrusionOk="0" h="99" w="148">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3" name="Google Shape;4853;p129"/>
            <p:cNvSpPr/>
            <p:nvPr/>
          </p:nvSpPr>
          <p:spPr>
            <a:xfrm>
              <a:off x="2217030" y="1745010"/>
              <a:ext cx="1874" cy="394"/>
            </a:xfrm>
            <a:custGeom>
              <a:rect b="b" l="l" r="r" t="t"/>
              <a:pathLst>
                <a:path extrusionOk="0" h="29" w="138">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4" name="Google Shape;4854;p129"/>
            <p:cNvSpPr/>
            <p:nvPr/>
          </p:nvSpPr>
          <p:spPr>
            <a:xfrm>
              <a:off x="2294517" y="2116096"/>
              <a:ext cx="8377" cy="33360"/>
            </a:xfrm>
            <a:custGeom>
              <a:rect b="b" l="l" r="r" t="t"/>
              <a:pathLst>
                <a:path extrusionOk="0" h="2457" w="617">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5" name="Google Shape;4855;p129"/>
            <p:cNvSpPr/>
            <p:nvPr/>
          </p:nvSpPr>
          <p:spPr>
            <a:xfrm>
              <a:off x="2250119" y="1665337"/>
              <a:ext cx="104438" cy="51540"/>
            </a:xfrm>
            <a:custGeom>
              <a:rect b="b" l="l" r="r" t="t"/>
              <a:pathLst>
                <a:path extrusionOk="0" h="3796" w="7692">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6" name="Google Shape;4856;p129"/>
            <p:cNvSpPr/>
            <p:nvPr/>
          </p:nvSpPr>
          <p:spPr>
            <a:xfrm>
              <a:off x="2259243" y="2070557"/>
              <a:ext cx="13034" cy="35342"/>
            </a:xfrm>
            <a:custGeom>
              <a:rect b="b" l="l" r="r" t="t"/>
              <a:pathLst>
                <a:path extrusionOk="0" h="2603" w="96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7" name="Google Shape;4857;p129"/>
            <p:cNvSpPr/>
            <p:nvPr/>
          </p:nvSpPr>
          <p:spPr>
            <a:xfrm>
              <a:off x="1664562" y="2045086"/>
              <a:ext cx="3435" cy="4711"/>
            </a:xfrm>
            <a:custGeom>
              <a:rect b="b" l="l" r="r" t="t"/>
              <a:pathLst>
                <a:path extrusionOk="0" h="347" w="253">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8" name="Google Shape;4858;p129"/>
            <p:cNvSpPr/>
            <p:nvPr/>
          </p:nvSpPr>
          <p:spPr>
            <a:xfrm>
              <a:off x="1423480" y="1702037"/>
              <a:ext cx="30142" cy="11880"/>
            </a:xfrm>
            <a:custGeom>
              <a:rect b="b" l="l" r="r" t="t"/>
              <a:pathLst>
                <a:path extrusionOk="0" h="875" w="222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9" name="Google Shape;4859;p129"/>
            <p:cNvSpPr/>
            <p:nvPr/>
          </p:nvSpPr>
          <p:spPr>
            <a:xfrm>
              <a:off x="1110233" y="1631597"/>
              <a:ext cx="22498" cy="29097"/>
            </a:xfrm>
            <a:custGeom>
              <a:rect b="b" l="l" r="r" t="t"/>
              <a:pathLst>
                <a:path extrusionOk="0" h="2143" w="1657">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0" name="Google Shape;4860;p129"/>
            <p:cNvSpPr/>
            <p:nvPr/>
          </p:nvSpPr>
          <p:spPr>
            <a:xfrm>
              <a:off x="1475522" y="1731935"/>
              <a:ext cx="1059" cy="1914"/>
            </a:xfrm>
            <a:custGeom>
              <a:rect b="b" l="l" r="r" t="t"/>
              <a:pathLst>
                <a:path extrusionOk="0" h="141" w="78">
                  <a:moveTo>
                    <a:pt x="78" y="1"/>
                  </a:moveTo>
                  <a:cubicBezTo>
                    <a:pt x="50" y="11"/>
                    <a:pt x="29" y="32"/>
                    <a:pt x="15" y="60"/>
                  </a:cubicBezTo>
                  <a:cubicBezTo>
                    <a:pt x="8" y="85"/>
                    <a:pt x="1" y="113"/>
                    <a:pt x="1" y="141"/>
                  </a:cubicBezTo>
                  <a:cubicBezTo>
                    <a:pt x="25" y="92"/>
                    <a:pt x="50" y="46"/>
                    <a:pt x="7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1" name="Google Shape;4861;p129"/>
            <p:cNvSpPr/>
            <p:nvPr/>
          </p:nvSpPr>
          <p:spPr>
            <a:xfrm>
              <a:off x="1389726" y="1671094"/>
              <a:ext cx="58858" cy="39483"/>
            </a:xfrm>
            <a:custGeom>
              <a:rect b="b" l="l" r="r" t="t"/>
              <a:pathLst>
                <a:path extrusionOk="0" h="2908" w="4335">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2" name="Google Shape;4862;p129"/>
            <p:cNvSpPr/>
            <p:nvPr/>
          </p:nvSpPr>
          <p:spPr>
            <a:xfrm>
              <a:off x="1309917" y="1312268"/>
              <a:ext cx="14" cy="14"/>
            </a:xfrm>
            <a:custGeom>
              <a:rect b="b" l="l" r="r" t="t"/>
              <a:pathLst>
                <a:path extrusionOk="0" h="1" w="1">
                  <a:moveTo>
                    <a:pt x="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3" name="Google Shape;4863;p129"/>
            <p:cNvSpPr/>
            <p:nvPr/>
          </p:nvSpPr>
          <p:spPr>
            <a:xfrm>
              <a:off x="1507986" y="1447255"/>
              <a:ext cx="18601" cy="10482"/>
            </a:xfrm>
            <a:custGeom>
              <a:rect b="b" l="l" r="r" t="t"/>
              <a:pathLst>
                <a:path extrusionOk="0" h="772" w="137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4" name="Google Shape;4864;p129"/>
            <p:cNvSpPr/>
            <p:nvPr/>
          </p:nvSpPr>
          <p:spPr>
            <a:xfrm>
              <a:off x="1328559" y="1417113"/>
              <a:ext cx="4236" cy="937"/>
            </a:xfrm>
            <a:custGeom>
              <a:rect b="b" l="l" r="r" t="t"/>
              <a:pathLst>
                <a:path extrusionOk="0" h="69" w="312">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5" name="Google Shape;4865;p129"/>
            <p:cNvSpPr/>
            <p:nvPr/>
          </p:nvSpPr>
          <p:spPr>
            <a:xfrm>
              <a:off x="1359407" y="1645812"/>
              <a:ext cx="55247" cy="22335"/>
            </a:xfrm>
            <a:custGeom>
              <a:rect b="b" l="l" r="r" t="t"/>
              <a:pathLst>
                <a:path extrusionOk="0" h="1645" w="4069">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6" name="Google Shape;4866;p129"/>
            <p:cNvSpPr/>
            <p:nvPr/>
          </p:nvSpPr>
          <p:spPr>
            <a:xfrm>
              <a:off x="1451571" y="1689858"/>
              <a:ext cx="24589" cy="7454"/>
            </a:xfrm>
            <a:custGeom>
              <a:rect b="b" l="l" r="r" t="t"/>
              <a:pathLst>
                <a:path extrusionOk="0" h="549" w="1811">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7" name="Google Shape;4867;p129"/>
            <p:cNvSpPr/>
            <p:nvPr/>
          </p:nvSpPr>
          <p:spPr>
            <a:xfrm>
              <a:off x="1051157" y="1420222"/>
              <a:ext cx="5241" cy="3965"/>
            </a:xfrm>
            <a:custGeom>
              <a:rect b="b" l="l" r="r" t="t"/>
              <a:pathLst>
                <a:path extrusionOk="0" h="292" w="386">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8" name="Google Shape;4868;p129"/>
            <p:cNvSpPr/>
            <p:nvPr/>
          </p:nvSpPr>
          <p:spPr>
            <a:xfrm>
              <a:off x="1513458" y="2479960"/>
              <a:ext cx="11663" cy="15465"/>
            </a:xfrm>
            <a:custGeom>
              <a:rect b="b" l="l" r="r" t="t"/>
              <a:pathLst>
                <a:path extrusionOk="0" h="1139" w="859">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9" name="Google Shape;4869;p129"/>
            <p:cNvSpPr/>
            <p:nvPr/>
          </p:nvSpPr>
          <p:spPr>
            <a:xfrm>
              <a:off x="1506995" y="2482186"/>
              <a:ext cx="4956" cy="2743"/>
            </a:xfrm>
            <a:custGeom>
              <a:rect b="b" l="l" r="r" t="t"/>
              <a:pathLst>
                <a:path extrusionOk="0" h="202" w="365">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0" name="Google Shape;4870;p129"/>
            <p:cNvSpPr/>
            <p:nvPr/>
          </p:nvSpPr>
          <p:spPr>
            <a:xfrm>
              <a:off x="1039073" y="1557966"/>
              <a:ext cx="1344" cy="4155"/>
            </a:xfrm>
            <a:custGeom>
              <a:rect b="b" l="l" r="r" t="t"/>
              <a:pathLst>
                <a:path extrusionOk="0" h="306" w="99">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1" name="Google Shape;4871;p129"/>
            <p:cNvSpPr/>
            <p:nvPr/>
          </p:nvSpPr>
          <p:spPr>
            <a:xfrm>
              <a:off x="1493960" y="2432982"/>
              <a:ext cx="1589" cy="1168"/>
            </a:xfrm>
            <a:custGeom>
              <a:rect b="b" l="l" r="r" t="t"/>
              <a:pathLst>
                <a:path extrusionOk="0" h="86" w="117">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2" name="Google Shape;4872;p129"/>
            <p:cNvSpPr/>
            <p:nvPr/>
          </p:nvSpPr>
          <p:spPr>
            <a:xfrm>
              <a:off x="1496866" y="2484630"/>
              <a:ext cx="7006" cy="4331"/>
            </a:xfrm>
            <a:custGeom>
              <a:rect b="b" l="l" r="r" t="t"/>
              <a:pathLst>
                <a:path extrusionOk="0" h="319" w="516">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3" name="Google Shape;4873;p129"/>
            <p:cNvSpPr/>
            <p:nvPr/>
          </p:nvSpPr>
          <p:spPr>
            <a:xfrm>
              <a:off x="1412930" y="1447825"/>
              <a:ext cx="2200" cy="1643"/>
            </a:xfrm>
            <a:custGeom>
              <a:rect b="b" l="l" r="r" t="t"/>
              <a:pathLst>
                <a:path extrusionOk="0" h="121" w="162">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4" name="Google Shape;4874;p129"/>
            <p:cNvSpPr/>
            <p:nvPr/>
          </p:nvSpPr>
          <p:spPr>
            <a:xfrm>
              <a:off x="1375700" y="1460860"/>
              <a:ext cx="14419" cy="6721"/>
            </a:xfrm>
            <a:custGeom>
              <a:rect b="b" l="l" r="r" t="t"/>
              <a:pathLst>
                <a:path extrusionOk="0" h="495" w="1062">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5" name="Google Shape;4875;p129"/>
            <p:cNvSpPr/>
            <p:nvPr/>
          </p:nvSpPr>
          <p:spPr>
            <a:xfrm>
              <a:off x="1518536" y="1659444"/>
              <a:ext cx="3150" cy="2729"/>
            </a:xfrm>
            <a:custGeom>
              <a:rect b="b" l="l" r="r" t="t"/>
              <a:pathLst>
                <a:path extrusionOk="0" h="201" w="232">
                  <a:moveTo>
                    <a:pt x="232" y="1"/>
                  </a:moveTo>
                  <a:lnTo>
                    <a:pt x="186" y="36"/>
                  </a:lnTo>
                  <a:cubicBezTo>
                    <a:pt x="130" y="85"/>
                    <a:pt x="57" y="148"/>
                    <a:pt x="1" y="200"/>
                  </a:cubicBezTo>
                  <a:cubicBezTo>
                    <a:pt x="85" y="141"/>
                    <a:pt x="162" y="74"/>
                    <a:pt x="2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6" name="Google Shape;4876;p129"/>
            <p:cNvSpPr/>
            <p:nvPr/>
          </p:nvSpPr>
          <p:spPr>
            <a:xfrm>
              <a:off x="2136230" y="2173135"/>
              <a:ext cx="92123" cy="91879"/>
            </a:xfrm>
            <a:custGeom>
              <a:rect b="b" l="l" r="r" t="t"/>
              <a:pathLst>
                <a:path extrusionOk="0" h="6767" w="6785">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7" name="Google Shape;4877;p129"/>
            <p:cNvSpPr/>
            <p:nvPr/>
          </p:nvSpPr>
          <p:spPr>
            <a:xfrm>
              <a:off x="2231110" y="2162816"/>
              <a:ext cx="55953" cy="49734"/>
            </a:xfrm>
            <a:custGeom>
              <a:rect b="b" l="l" r="r" t="t"/>
              <a:pathLst>
                <a:path extrusionOk="0" h="3663" w="4121">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8" name="Google Shape;4878;p129"/>
            <p:cNvSpPr/>
            <p:nvPr/>
          </p:nvSpPr>
          <p:spPr>
            <a:xfrm>
              <a:off x="2193500" y="2179503"/>
              <a:ext cx="64425" cy="69177"/>
            </a:xfrm>
            <a:custGeom>
              <a:rect b="b" l="l" r="r" t="t"/>
              <a:pathLst>
                <a:path extrusionOk="0" h="5095" w="4745">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9" name="Google Shape;4879;p129"/>
            <p:cNvSpPr/>
            <p:nvPr/>
          </p:nvSpPr>
          <p:spPr>
            <a:xfrm>
              <a:off x="2229155" y="2179503"/>
              <a:ext cx="54" cy="14"/>
            </a:xfrm>
            <a:custGeom>
              <a:rect b="b" l="l" r="r" t="t"/>
              <a:pathLst>
                <a:path extrusionOk="0" h="1" w="4">
                  <a:moveTo>
                    <a:pt x="4" y="1"/>
                  </a:moveTo>
                  <a:lnTo>
                    <a:pt x="1" y="1"/>
                  </a:ln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0" name="Google Shape;4880;p129"/>
            <p:cNvSpPr/>
            <p:nvPr/>
          </p:nvSpPr>
          <p:spPr>
            <a:xfrm>
              <a:off x="2229209" y="2179503"/>
              <a:ext cx="54" cy="109"/>
            </a:xfrm>
            <a:custGeom>
              <a:rect b="b" l="l" r="r" t="t"/>
              <a:pathLst>
                <a:path extrusionOk="0" h="8" w="4">
                  <a:moveTo>
                    <a:pt x="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1" name="Google Shape;4881;p129"/>
            <p:cNvSpPr/>
            <p:nvPr/>
          </p:nvSpPr>
          <p:spPr>
            <a:xfrm>
              <a:off x="2257776" y="2210066"/>
              <a:ext cx="54" cy="163"/>
            </a:xfrm>
            <a:custGeom>
              <a:rect b="b" l="l" r="r" t="t"/>
              <a:pathLst>
                <a:path extrusionOk="0" h="12" w="4">
                  <a:moveTo>
                    <a:pt x="0" y="1"/>
                  </a:moveTo>
                  <a:cubicBezTo>
                    <a:pt x="0" y="4"/>
                    <a:pt x="4" y="8"/>
                    <a:pt x="4" y="11"/>
                  </a:cubicBezTo>
                  <a:cubicBezTo>
                    <a:pt x="4" y="8"/>
                    <a:pt x="4"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2" name="Google Shape;4882;p129"/>
            <p:cNvSpPr/>
            <p:nvPr/>
          </p:nvSpPr>
          <p:spPr>
            <a:xfrm>
              <a:off x="2257491" y="2209455"/>
              <a:ext cx="95" cy="149"/>
            </a:xfrm>
            <a:custGeom>
              <a:rect b="b" l="l" r="r" t="t"/>
              <a:pathLst>
                <a:path extrusionOk="0" h="11" w="7">
                  <a:moveTo>
                    <a:pt x="7" y="11"/>
                  </a:moveTo>
                  <a:cubicBezTo>
                    <a:pt x="4" y="7"/>
                    <a:pt x="0" y="4"/>
                    <a:pt x="0" y="0"/>
                  </a:cubicBezTo>
                  <a:cubicBezTo>
                    <a:pt x="0" y="4"/>
                    <a:pt x="4" y="7"/>
                    <a:pt x="7"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3" name="Google Shape;4883;p129"/>
            <p:cNvSpPr/>
            <p:nvPr/>
          </p:nvSpPr>
          <p:spPr>
            <a:xfrm>
              <a:off x="2233106" y="2183400"/>
              <a:ext cx="109" cy="68"/>
            </a:xfrm>
            <a:custGeom>
              <a:rect b="b" l="l" r="r" t="t"/>
              <a:pathLst>
                <a:path extrusionOk="0" h="5" w="8">
                  <a:moveTo>
                    <a:pt x="7"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4" name="Google Shape;4884;p129"/>
            <p:cNvSpPr/>
            <p:nvPr/>
          </p:nvSpPr>
          <p:spPr>
            <a:xfrm>
              <a:off x="2257871" y="2210406"/>
              <a:ext cx="0" cy="149"/>
            </a:xfrm>
            <a:custGeom>
              <a:rect b="b" l="l" r="r" t="t"/>
              <a:pathLst>
                <a:path extrusionOk="0" h="11" w="0">
                  <a:moveTo>
                    <a:pt x="0" y="11"/>
                  </a:moveTo>
                  <a:lnTo>
                    <a:pt x="0" y="11"/>
                  </a:lnTo>
                  <a:lnTo>
                    <a:pt x="0" y="4"/>
                  </a:lnTo>
                  <a:cubicBezTo>
                    <a:pt x="0" y="0"/>
                    <a:pt x="0" y="7"/>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5" name="Google Shape;4885;p129"/>
            <p:cNvSpPr/>
            <p:nvPr/>
          </p:nvSpPr>
          <p:spPr>
            <a:xfrm>
              <a:off x="2249589" y="2206645"/>
              <a:ext cx="3965" cy="1874"/>
            </a:xfrm>
            <a:custGeom>
              <a:rect b="b" l="l" r="r" t="t"/>
              <a:pathLst>
                <a:path extrusionOk="0" h="138" w="292">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6" name="Google Shape;4886;p129"/>
            <p:cNvSpPr/>
            <p:nvPr/>
          </p:nvSpPr>
          <p:spPr>
            <a:xfrm>
              <a:off x="2257681" y="2209740"/>
              <a:ext cx="54" cy="149"/>
            </a:xfrm>
            <a:custGeom>
              <a:rect b="b" l="l" r="r" t="t"/>
              <a:pathLst>
                <a:path extrusionOk="0" h="11" w="4">
                  <a:moveTo>
                    <a:pt x="4" y="11"/>
                  </a:moveTo>
                  <a:cubicBezTo>
                    <a:pt x="4" y="7"/>
                    <a:pt x="0" y="4"/>
                    <a:pt x="0" y="0"/>
                  </a:cubicBezTo>
                  <a:cubicBezTo>
                    <a:pt x="0" y="4"/>
                    <a:pt x="4" y="7"/>
                    <a:pt x="4"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7" name="Google Shape;4887;p129"/>
            <p:cNvSpPr/>
            <p:nvPr/>
          </p:nvSpPr>
          <p:spPr>
            <a:xfrm>
              <a:off x="2229915" y="2180508"/>
              <a:ext cx="163" cy="149"/>
            </a:xfrm>
            <a:custGeom>
              <a:rect b="b" l="l" r="r" t="t"/>
              <a:pathLst>
                <a:path extrusionOk="0" h="11" w="12">
                  <a:moveTo>
                    <a:pt x="11"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8" name="Google Shape;4888;p129"/>
            <p:cNvSpPr/>
            <p:nvPr/>
          </p:nvSpPr>
          <p:spPr>
            <a:xfrm>
              <a:off x="2230200" y="2180834"/>
              <a:ext cx="163" cy="163"/>
            </a:xfrm>
            <a:custGeom>
              <a:rect b="b" l="l" r="r" t="t"/>
              <a:pathLst>
                <a:path extrusionOk="0" h="12" w="12">
                  <a:moveTo>
                    <a:pt x="1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9" name="Google Shape;4889;p129"/>
            <p:cNvSpPr/>
            <p:nvPr/>
          </p:nvSpPr>
          <p:spPr>
            <a:xfrm>
              <a:off x="2229399" y="2179843"/>
              <a:ext cx="149" cy="149"/>
            </a:xfrm>
            <a:custGeom>
              <a:rect b="b" l="l" r="r" t="t"/>
              <a:pathLst>
                <a:path extrusionOk="0" h="11" w="11">
                  <a:moveTo>
                    <a:pt x="11"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0" name="Google Shape;4890;p129"/>
            <p:cNvSpPr/>
            <p:nvPr/>
          </p:nvSpPr>
          <p:spPr>
            <a:xfrm>
              <a:off x="2229684" y="2180169"/>
              <a:ext cx="109" cy="163"/>
            </a:xfrm>
            <a:custGeom>
              <a:rect b="b" l="l" r="r" t="t"/>
              <a:pathLst>
                <a:path extrusionOk="0" h="12" w="8">
                  <a:moveTo>
                    <a:pt x="7"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1" name="Google Shape;4891;p129"/>
            <p:cNvSpPr/>
            <p:nvPr/>
          </p:nvSpPr>
          <p:spPr>
            <a:xfrm>
              <a:off x="2230485" y="2181173"/>
              <a:ext cx="163" cy="204"/>
            </a:xfrm>
            <a:custGeom>
              <a:rect b="b" l="l" r="r" t="t"/>
              <a:pathLst>
                <a:path extrusionOk="0" h="15" w="12">
                  <a:moveTo>
                    <a:pt x="11"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2" name="Google Shape;4892;p129"/>
            <p:cNvSpPr/>
            <p:nvPr/>
          </p:nvSpPr>
          <p:spPr>
            <a:xfrm>
              <a:off x="2232156" y="2182830"/>
              <a:ext cx="149" cy="109"/>
            </a:xfrm>
            <a:custGeom>
              <a:rect b="b" l="l" r="r" t="t"/>
              <a:pathLst>
                <a:path extrusionOk="0" h="8" w="11">
                  <a:moveTo>
                    <a:pt x="11"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3" name="Google Shape;4893;p129"/>
            <p:cNvSpPr/>
            <p:nvPr/>
          </p:nvSpPr>
          <p:spPr>
            <a:xfrm>
              <a:off x="2231870" y="2182545"/>
              <a:ext cx="109" cy="163"/>
            </a:xfrm>
            <a:custGeom>
              <a:rect b="b" l="l" r="r" t="t"/>
              <a:pathLst>
                <a:path extrusionOk="0" h="12" w="8">
                  <a:moveTo>
                    <a:pt x="7"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4" name="Google Shape;4894;p129"/>
            <p:cNvSpPr/>
            <p:nvPr/>
          </p:nvSpPr>
          <p:spPr>
            <a:xfrm>
              <a:off x="2232821" y="2183264"/>
              <a:ext cx="109" cy="54"/>
            </a:xfrm>
            <a:custGeom>
              <a:rect b="b" l="l" r="r" t="t"/>
              <a:pathLst>
                <a:path extrusionOk="0" h="4" w="8">
                  <a:moveTo>
                    <a:pt x="7"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5" name="Google Shape;4895;p129"/>
            <p:cNvSpPr/>
            <p:nvPr/>
          </p:nvSpPr>
          <p:spPr>
            <a:xfrm>
              <a:off x="2231205" y="2181974"/>
              <a:ext cx="149" cy="109"/>
            </a:xfrm>
            <a:custGeom>
              <a:rect b="b" l="l" r="r" t="t"/>
              <a:pathLst>
                <a:path extrusionOk="0" h="8" w="11">
                  <a:moveTo>
                    <a:pt x="11"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6" name="Google Shape;4896;p129"/>
            <p:cNvSpPr/>
            <p:nvPr/>
          </p:nvSpPr>
          <p:spPr>
            <a:xfrm>
              <a:off x="2231531" y="2182259"/>
              <a:ext cx="163" cy="163"/>
            </a:xfrm>
            <a:custGeom>
              <a:rect b="b" l="l" r="r" t="t"/>
              <a:pathLst>
                <a:path extrusionOk="0" h="12" w="12">
                  <a:moveTo>
                    <a:pt x="1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7" name="Google Shape;4897;p129"/>
            <p:cNvSpPr/>
            <p:nvPr/>
          </p:nvSpPr>
          <p:spPr>
            <a:xfrm>
              <a:off x="2230771" y="2181553"/>
              <a:ext cx="163" cy="109"/>
            </a:xfrm>
            <a:custGeom>
              <a:rect b="b" l="l" r="r" t="t"/>
              <a:pathLst>
                <a:path extrusionOk="0" h="8" w="12">
                  <a:moveTo>
                    <a:pt x="1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8" name="Google Shape;4898;p129"/>
            <p:cNvSpPr/>
            <p:nvPr/>
          </p:nvSpPr>
          <p:spPr>
            <a:xfrm>
              <a:off x="2232481" y="2183074"/>
              <a:ext cx="163" cy="54"/>
            </a:xfrm>
            <a:custGeom>
              <a:rect b="b" l="l" r="r" t="t"/>
              <a:pathLst>
                <a:path extrusionOk="0" h="4" w="12">
                  <a:moveTo>
                    <a:pt x="1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9" name="Google Shape;4899;p129"/>
            <p:cNvSpPr/>
            <p:nvPr/>
          </p:nvSpPr>
          <p:spPr>
            <a:xfrm>
              <a:off x="2271462" y="2241294"/>
              <a:ext cx="8133" cy="10523"/>
            </a:xfrm>
            <a:custGeom>
              <a:rect b="b" l="l" r="r" t="t"/>
              <a:pathLst>
                <a:path extrusionOk="0" h="775" w="599">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0" name="Google Shape;4900;p129"/>
            <p:cNvSpPr/>
            <p:nvPr/>
          </p:nvSpPr>
          <p:spPr>
            <a:xfrm>
              <a:off x="2244837" y="2263697"/>
              <a:ext cx="14704" cy="14922"/>
            </a:xfrm>
            <a:custGeom>
              <a:rect b="b" l="l" r="r" t="t"/>
              <a:pathLst>
                <a:path extrusionOk="0" h="1099" w="1083">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1" name="Google Shape;4901;p129"/>
            <p:cNvSpPr/>
            <p:nvPr/>
          </p:nvSpPr>
          <p:spPr>
            <a:xfrm>
              <a:off x="2168694" y="2212021"/>
              <a:ext cx="116509" cy="102252"/>
            </a:xfrm>
            <a:custGeom>
              <a:rect b="b" l="l" r="r" t="t"/>
              <a:pathLst>
                <a:path extrusionOk="0" h="7531" w="8581">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2" name="Google Shape;4902;p129"/>
            <p:cNvSpPr/>
            <p:nvPr/>
          </p:nvSpPr>
          <p:spPr>
            <a:xfrm>
              <a:off x="2185707" y="2266820"/>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3" name="Google Shape;4903;p129"/>
            <p:cNvSpPr/>
            <p:nvPr/>
          </p:nvSpPr>
          <p:spPr>
            <a:xfrm>
              <a:off x="2169780" y="2264023"/>
              <a:ext cx="299" cy="109"/>
            </a:xfrm>
            <a:custGeom>
              <a:rect b="b" l="l" r="r" t="t"/>
              <a:pathLst>
                <a:path extrusionOk="0" h="8" w="22">
                  <a:moveTo>
                    <a:pt x="1" y="7"/>
                  </a:moveTo>
                  <a:cubicBezTo>
                    <a:pt x="8" y="7"/>
                    <a:pt x="15" y="4"/>
                    <a:pt x="22" y="0"/>
                  </a:cubicBezTo>
                  <a:cubicBezTo>
                    <a:pt x="15" y="4"/>
                    <a:pt x="8" y="7"/>
                    <a:pt x="1"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4" name="Google Shape;4904;p129"/>
            <p:cNvSpPr/>
            <p:nvPr/>
          </p:nvSpPr>
          <p:spPr>
            <a:xfrm>
              <a:off x="2182435" y="2266725"/>
              <a:ext cx="149" cy="14"/>
            </a:xfrm>
            <a:custGeom>
              <a:rect b="b" l="l" r="r" t="t"/>
              <a:pathLst>
                <a:path extrusionOk="0" h="1" w="11">
                  <a:moveTo>
                    <a:pt x="0"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5" name="Google Shape;4905;p129"/>
            <p:cNvSpPr/>
            <p:nvPr/>
          </p:nvSpPr>
          <p:spPr>
            <a:xfrm>
              <a:off x="2184336" y="2266820"/>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6" name="Google Shape;4906;p129"/>
            <p:cNvSpPr/>
            <p:nvPr/>
          </p:nvSpPr>
          <p:spPr>
            <a:xfrm>
              <a:off x="2186236" y="2266779"/>
              <a:ext cx="149" cy="14"/>
            </a:xfrm>
            <a:custGeom>
              <a:rect b="b" l="l" r="r" t="t"/>
              <a:pathLst>
                <a:path extrusionOk="0" h="1" w="11">
                  <a:moveTo>
                    <a:pt x="0"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7" name="Google Shape;4907;p129"/>
            <p:cNvSpPr/>
            <p:nvPr/>
          </p:nvSpPr>
          <p:spPr>
            <a:xfrm>
              <a:off x="2169265" y="2264159"/>
              <a:ext cx="394" cy="68"/>
            </a:xfrm>
            <a:custGeom>
              <a:rect b="b" l="l" r="r" t="t"/>
              <a:pathLst>
                <a:path extrusionOk="0" h="5" w="29">
                  <a:moveTo>
                    <a:pt x="0" y="4"/>
                  </a:moveTo>
                  <a:cubicBezTo>
                    <a:pt x="11" y="4"/>
                    <a:pt x="18" y="1"/>
                    <a:pt x="28" y="1"/>
                  </a:cubicBezTo>
                  <a:cubicBezTo>
                    <a:pt x="18" y="1"/>
                    <a:pt x="11" y="4"/>
                    <a:pt x="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8" name="Google Shape;4908;p129"/>
            <p:cNvSpPr/>
            <p:nvPr/>
          </p:nvSpPr>
          <p:spPr>
            <a:xfrm>
              <a:off x="2168640" y="2264213"/>
              <a:ext cx="543" cy="41"/>
            </a:xfrm>
            <a:custGeom>
              <a:rect b="b" l="l" r="r" t="t"/>
              <a:pathLst>
                <a:path extrusionOk="0" h="3" w="40">
                  <a:moveTo>
                    <a:pt x="1" y="0"/>
                  </a:moveTo>
                  <a:cubicBezTo>
                    <a:pt x="10" y="2"/>
                    <a:pt x="17" y="3"/>
                    <a:pt x="23" y="3"/>
                  </a:cubicBezTo>
                  <a:cubicBezTo>
                    <a:pt x="29" y="3"/>
                    <a:pt x="34" y="2"/>
                    <a:pt x="3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9" name="Google Shape;4909;p129"/>
            <p:cNvSpPr/>
            <p:nvPr/>
          </p:nvSpPr>
          <p:spPr>
            <a:xfrm>
              <a:off x="2170161" y="2262883"/>
              <a:ext cx="869" cy="1100"/>
            </a:xfrm>
            <a:custGeom>
              <a:rect b="b" l="l" r="r" t="t"/>
              <a:pathLst>
                <a:path extrusionOk="0" h="81" w="64">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0" name="Google Shape;4910;p129"/>
            <p:cNvSpPr/>
            <p:nvPr/>
          </p:nvSpPr>
          <p:spPr>
            <a:xfrm>
              <a:off x="2188178" y="2266019"/>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1" name="Google Shape;4911;p129"/>
            <p:cNvSpPr/>
            <p:nvPr/>
          </p:nvSpPr>
          <p:spPr>
            <a:xfrm>
              <a:off x="2187893" y="2266250"/>
              <a:ext cx="109" cy="68"/>
            </a:xfrm>
            <a:custGeom>
              <a:rect b="b" l="l" r="r" t="t"/>
              <a:pathLst>
                <a:path extrusionOk="0" h="5" w="8">
                  <a:moveTo>
                    <a:pt x="1" y="4"/>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2" name="Google Shape;4912;p129"/>
            <p:cNvSpPr/>
            <p:nvPr/>
          </p:nvSpPr>
          <p:spPr>
            <a:xfrm>
              <a:off x="2187608" y="2266440"/>
              <a:ext cx="109" cy="68"/>
            </a:xfrm>
            <a:custGeom>
              <a:rect b="b" l="l" r="r" t="t"/>
              <a:pathLst>
                <a:path extrusionOk="0" h="5" w="8">
                  <a:moveTo>
                    <a:pt x="1" y="4"/>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3" name="Google Shape;4913;p129"/>
            <p:cNvSpPr/>
            <p:nvPr/>
          </p:nvSpPr>
          <p:spPr>
            <a:xfrm>
              <a:off x="2186712" y="2266725"/>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4" name="Google Shape;4914;p129"/>
            <p:cNvSpPr/>
            <p:nvPr/>
          </p:nvSpPr>
          <p:spPr>
            <a:xfrm>
              <a:off x="2259012" y="2212062"/>
              <a:ext cx="14840" cy="2349"/>
            </a:xfrm>
            <a:custGeom>
              <a:rect b="b" l="l" r="r" t="t"/>
              <a:pathLst>
                <a:path extrusionOk="0" h="173" w="1093">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5" name="Google Shape;4915;p129"/>
            <p:cNvSpPr/>
            <p:nvPr/>
          </p:nvSpPr>
          <p:spPr>
            <a:xfrm>
              <a:off x="2201728" y="225032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6" name="Google Shape;4916;p129"/>
            <p:cNvSpPr/>
            <p:nvPr/>
          </p:nvSpPr>
          <p:spPr>
            <a:xfrm>
              <a:off x="2193881" y="2234886"/>
              <a:ext cx="109" cy="54"/>
            </a:xfrm>
            <a:custGeom>
              <a:rect b="b" l="l" r="r" t="t"/>
              <a:pathLst>
                <a:path extrusionOk="0" h="4" w="8">
                  <a:moveTo>
                    <a:pt x="8"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7" name="Google Shape;4917;p129"/>
            <p:cNvSpPr/>
            <p:nvPr/>
          </p:nvSpPr>
          <p:spPr>
            <a:xfrm>
              <a:off x="2203113" y="225041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8" name="Google Shape;4918;p129"/>
            <p:cNvSpPr/>
            <p:nvPr/>
          </p:nvSpPr>
          <p:spPr>
            <a:xfrm>
              <a:off x="2195021" y="223568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9" name="Google Shape;4919;p129"/>
            <p:cNvSpPr/>
            <p:nvPr/>
          </p:nvSpPr>
          <p:spPr>
            <a:xfrm>
              <a:off x="2195211" y="2235931"/>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0" name="Google Shape;4920;p129"/>
            <p:cNvSpPr/>
            <p:nvPr/>
          </p:nvSpPr>
          <p:spPr>
            <a:xfrm>
              <a:off x="2200927" y="2250228"/>
              <a:ext cx="95" cy="14"/>
            </a:xfrm>
            <a:custGeom>
              <a:rect b="b" l="l" r="r" t="t"/>
              <a:pathLst>
                <a:path extrusionOk="0" h="1" w="7">
                  <a:moveTo>
                    <a:pt x="7"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1" name="Google Shape;4921;p129"/>
            <p:cNvSpPr/>
            <p:nvPr/>
          </p:nvSpPr>
          <p:spPr>
            <a:xfrm>
              <a:off x="2194600" y="2235361"/>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2" name="Google Shape;4922;p129"/>
            <p:cNvSpPr/>
            <p:nvPr/>
          </p:nvSpPr>
          <p:spPr>
            <a:xfrm>
              <a:off x="2194315" y="2235117"/>
              <a:ext cx="54" cy="68"/>
            </a:xfrm>
            <a:custGeom>
              <a:rect b="b" l="l" r="r" t="t"/>
              <a:pathLst>
                <a:path extrusionOk="0" h="5" w="4">
                  <a:moveTo>
                    <a:pt x="4"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3" name="Google Shape;4923;p129"/>
            <p:cNvSpPr/>
            <p:nvPr/>
          </p:nvSpPr>
          <p:spPr>
            <a:xfrm>
              <a:off x="2203588" y="225041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4" name="Google Shape;4924;p129"/>
            <p:cNvSpPr/>
            <p:nvPr/>
          </p:nvSpPr>
          <p:spPr>
            <a:xfrm>
              <a:off x="2195116" y="223583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5" name="Google Shape;4925;p129"/>
            <p:cNvSpPr/>
            <p:nvPr/>
          </p:nvSpPr>
          <p:spPr>
            <a:xfrm>
              <a:off x="2194831" y="2235497"/>
              <a:ext cx="68" cy="68"/>
            </a:xfrm>
            <a:custGeom>
              <a:rect b="b" l="l" r="r" t="t"/>
              <a:pathLst>
                <a:path extrusionOk="0" h="5" w="5">
                  <a:moveTo>
                    <a:pt x="4"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6" name="Google Shape;4926;p129"/>
            <p:cNvSpPr/>
            <p:nvPr/>
          </p:nvSpPr>
          <p:spPr>
            <a:xfrm>
              <a:off x="2206005" y="2249468"/>
              <a:ext cx="109" cy="109"/>
            </a:xfrm>
            <a:custGeom>
              <a:rect b="b" l="l" r="r" t="t"/>
              <a:pathLst>
                <a:path extrusionOk="0" h="8" w="8">
                  <a:moveTo>
                    <a:pt x="8"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7" name="Google Shape;4927;p129"/>
            <p:cNvSpPr/>
            <p:nvPr/>
          </p:nvSpPr>
          <p:spPr>
            <a:xfrm>
              <a:off x="2205625" y="2249753"/>
              <a:ext cx="163" cy="109"/>
            </a:xfrm>
            <a:custGeom>
              <a:rect b="b" l="l" r="r" t="t"/>
              <a:pathLst>
                <a:path extrusionOk="0" h="8" w="12">
                  <a:moveTo>
                    <a:pt x="1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8" name="Google Shape;4928;p129"/>
            <p:cNvSpPr/>
            <p:nvPr/>
          </p:nvSpPr>
          <p:spPr>
            <a:xfrm>
              <a:off x="2258102" y="2213298"/>
              <a:ext cx="68" cy="68"/>
            </a:xfrm>
            <a:custGeom>
              <a:rect b="b" l="l" r="r" t="t"/>
              <a:pathLst>
                <a:path extrusionOk="0" h="5" w="5">
                  <a:moveTo>
                    <a:pt x="4"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9" name="Google Shape;4929;p129"/>
            <p:cNvSpPr/>
            <p:nvPr/>
          </p:nvSpPr>
          <p:spPr>
            <a:xfrm>
              <a:off x="2257722" y="2213732"/>
              <a:ext cx="109" cy="149"/>
            </a:xfrm>
            <a:custGeom>
              <a:rect b="b" l="l" r="r" t="t"/>
              <a:pathLst>
                <a:path extrusionOk="0" h="11" w="8">
                  <a:moveTo>
                    <a:pt x="8"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0" name="Google Shape;4930;p129"/>
            <p:cNvSpPr/>
            <p:nvPr/>
          </p:nvSpPr>
          <p:spPr>
            <a:xfrm>
              <a:off x="2257152" y="2214533"/>
              <a:ext cx="54" cy="109"/>
            </a:xfrm>
            <a:custGeom>
              <a:rect b="b" l="l" r="r" t="t"/>
              <a:pathLst>
                <a:path extrusionOk="0" h="8" w="4">
                  <a:moveTo>
                    <a:pt x="4"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1" name="Google Shape;4931;p129"/>
            <p:cNvSpPr/>
            <p:nvPr/>
          </p:nvSpPr>
          <p:spPr>
            <a:xfrm>
              <a:off x="2257437" y="2214153"/>
              <a:ext cx="109" cy="163"/>
            </a:xfrm>
            <a:custGeom>
              <a:rect b="b" l="l" r="r" t="t"/>
              <a:pathLst>
                <a:path extrusionOk="0" h="12" w="8">
                  <a:moveTo>
                    <a:pt x="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2" name="Google Shape;4932;p129"/>
            <p:cNvSpPr/>
            <p:nvPr/>
          </p:nvSpPr>
          <p:spPr>
            <a:xfrm>
              <a:off x="2258482" y="2212687"/>
              <a:ext cx="109" cy="149"/>
            </a:xfrm>
            <a:custGeom>
              <a:rect b="b" l="l" r="r" t="t"/>
              <a:pathLst>
                <a:path extrusionOk="0" h="11" w="8">
                  <a:moveTo>
                    <a:pt x="8"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3" name="Google Shape;4933;p129"/>
            <p:cNvSpPr/>
            <p:nvPr/>
          </p:nvSpPr>
          <p:spPr>
            <a:xfrm>
              <a:off x="2204865" y="2250133"/>
              <a:ext cx="163" cy="68"/>
            </a:xfrm>
            <a:custGeom>
              <a:rect b="b" l="l" r="r" t="t"/>
              <a:pathLst>
                <a:path extrusionOk="0" h="5" w="12">
                  <a:moveTo>
                    <a:pt x="1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4" name="Google Shape;4934;p129"/>
            <p:cNvSpPr/>
            <p:nvPr/>
          </p:nvSpPr>
          <p:spPr>
            <a:xfrm>
              <a:off x="2258822" y="2212211"/>
              <a:ext cx="109" cy="149"/>
            </a:xfrm>
            <a:custGeom>
              <a:rect b="b" l="l" r="r" t="t"/>
              <a:pathLst>
                <a:path extrusionOk="0" h="11" w="8">
                  <a:moveTo>
                    <a:pt x="7"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5" name="Google Shape;4935;p129"/>
            <p:cNvSpPr/>
            <p:nvPr/>
          </p:nvSpPr>
          <p:spPr>
            <a:xfrm>
              <a:off x="2193460" y="2234696"/>
              <a:ext cx="14" cy="14"/>
            </a:xfrm>
            <a:custGeom>
              <a:rect b="b" l="l" r="r" t="t"/>
              <a:pathLst>
                <a:path extrusionOk="0" h="1" w="1">
                  <a:moveTo>
                    <a:pt x="0" y="0"/>
                  </a:moveTo>
                  <a:lnTo>
                    <a:pt x="0" y="0"/>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6" name="Google Shape;4936;p129"/>
            <p:cNvSpPr/>
            <p:nvPr/>
          </p:nvSpPr>
          <p:spPr>
            <a:xfrm>
              <a:off x="2205245" y="2249943"/>
              <a:ext cx="163" cy="109"/>
            </a:xfrm>
            <a:custGeom>
              <a:rect b="b" l="l" r="r" t="t"/>
              <a:pathLst>
                <a:path extrusionOk="0" h="8" w="12">
                  <a:moveTo>
                    <a:pt x="1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7" name="Google Shape;4937;p129"/>
            <p:cNvSpPr/>
            <p:nvPr/>
          </p:nvSpPr>
          <p:spPr>
            <a:xfrm>
              <a:off x="2204485" y="2250283"/>
              <a:ext cx="109" cy="14"/>
            </a:xfrm>
            <a:custGeom>
              <a:rect b="b" l="l" r="r" t="t"/>
              <a:pathLst>
                <a:path extrusionOk="0" h="1" w="8">
                  <a:moveTo>
                    <a:pt x="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8" name="Google Shape;4938;p129"/>
            <p:cNvSpPr/>
            <p:nvPr/>
          </p:nvSpPr>
          <p:spPr>
            <a:xfrm>
              <a:off x="2278916" y="2252890"/>
              <a:ext cx="258" cy="163"/>
            </a:xfrm>
            <a:custGeom>
              <a:rect b="b" l="l" r="r" t="t"/>
              <a:pathLst>
                <a:path extrusionOk="0" h="12" w="19">
                  <a:moveTo>
                    <a:pt x="1" y="1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9" name="Google Shape;4939;p129"/>
            <p:cNvSpPr/>
            <p:nvPr/>
          </p:nvSpPr>
          <p:spPr>
            <a:xfrm>
              <a:off x="2279256" y="2252659"/>
              <a:ext cx="204" cy="204"/>
            </a:xfrm>
            <a:custGeom>
              <a:rect b="b" l="l" r="r" t="t"/>
              <a:pathLst>
                <a:path extrusionOk="0" h="15" w="15">
                  <a:moveTo>
                    <a:pt x="0" y="14"/>
                  </a:moveTo>
                  <a:cubicBezTo>
                    <a:pt x="4" y="11"/>
                    <a:pt x="11" y="7"/>
                    <a:pt x="14" y="0"/>
                  </a:cubicBezTo>
                  <a:cubicBezTo>
                    <a:pt x="11" y="7"/>
                    <a:pt x="4" y="11"/>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0" name="Google Shape;4940;p129"/>
            <p:cNvSpPr/>
            <p:nvPr/>
          </p:nvSpPr>
          <p:spPr>
            <a:xfrm>
              <a:off x="2279772" y="2251994"/>
              <a:ext cx="163" cy="299"/>
            </a:xfrm>
            <a:custGeom>
              <a:rect b="b" l="l" r="r" t="t"/>
              <a:pathLst>
                <a:path extrusionOk="0" h="22" w="12">
                  <a:moveTo>
                    <a:pt x="1" y="21"/>
                  </a:moveTo>
                  <a:cubicBezTo>
                    <a:pt x="4" y="14"/>
                    <a:pt x="8" y="7"/>
                    <a:pt x="11" y="0"/>
                  </a:cubicBezTo>
                  <a:cubicBezTo>
                    <a:pt x="8" y="7"/>
                    <a:pt x="4" y="14"/>
                    <a:pt x="1"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1" name="Google Shape;4941;p129"/>
            <p:cNvSpPr/>
            <p:nvPr/>
          </p:nvSpPr>
          <p:spPr>
            <a:xfrm>
              <a:off x="2279541" y="2252319"/>
              <a:ext cx="244" cy="299"/>
            </a:xfrm>
            <a:custGeom>
              <a:rect b="b" l="l" r="r" t="t"/>
              <a:pathLst>
                <a:path extrusionOk="0" h="22" w="18">
                  <a:moveTo>
                    <a:pt x="18" y="1"/>
                  </a:moveTo>
                  <a:cubicBezTo>
                    <a:pt x="11" y="8"/>
                    <a:pt x="4" y="15"/>
                    <a:pt x="0" y="22"/>
                  </a:cubicBezTo>
                  <a:cubicBezTo>
                    <a:pt x="4" y="15"/>
                    <a:pt x="11" y="8"/>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2" name="Google Shape;4942;p129"/>
            <p:cNvSpPr/>
            <p:nvPr/>
          </p:nvSpPr>
          <p:spPr>
            <a:xfrm>
              <a:off x="2276445" y="2253609"/>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3" name="Google Shape;4943;p129"/>
            <p:cNvSpPr/>
            <p:nvPr/>
          </p:nvSpPr>
          <p:spPr>
            <a:xfrm>
              <a:off x="2280301" y="2250704"/>
              <a:ext cx="14" cy="14"/>
            </a:xfrm>
            <a:custGeom>
              <a:rect b="b" l="l" r="r" t="t"/>
              <a:pathLst>
                <a:path extrusionOk="0" h="1" w="1">
                  <a:moveTo>
                    <a:pt x="0" y="1"/>
                  </a:moveTo>
                  <a:lnTo>
                    <a:pt x="0" y="1"/>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4" name="Google Shape;4944;p129"/>
            <p:cNvSpPr/>
            <p:nvPr/>
          </p:nvSpPr>
          <p:spPr>
            <a:xfrm>
              <a:off x="2280111" y="2251043"/>
              <a:ext cx="109" cy="434"/>
            </a:xfrm>
            <a:custGeom>
              <a:rect b="b" l="l" r="r" t="t"/>
              <a:pathLst>
                <a:path extrusionOk="0" h="32" w="8">
                  <a:moveTo>
                    <a:pt x="0" y="32"/>
                  </a:moveTo>
                  <a:cubicBezTo>
                    <a:pt x="4" y="21"/>
                    <a:pt x="7" y="11"/>
                    <a:pt x="7" y="0"/>
                  </a:cubicBezTo>
                  <a:cubicBezTo>
                    <a:pt x="7" y="11"/>
                    <a:pt x="4" y="21"/>
                    <a:pt x="0"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5" name="Google Shape;4945;p129"/>
            <p:cNvSpPr/>
            <p:nvPr/>
          </p:nvSpPr>
          <p:spPr>
            <a:xfrm>
              <a:off x="2279962" y="2251613"/>
              <a:ext cx="109" cy="299"/>
            </a:xfrm>
            <a:custGeom>
              <a:rect b="b" l="l" r="r" t="t"/>
              <a:pathLst>
                <a:path extrusionOk="0" h="22" w="8">
                  <a:moveTo>
                    <a:pt x="1" y="21"/>
                  </a:moveTo>
                  <a:cubicBezTo>
                    <a:pt x="4" y="14"/>
                    <a:pt x="4" y="7"/>
                    <a:pt x="8" y="0"/>
                  </a:cubicBezTo>
                  <a:cubicBezTo>
                    <a:pt x="4" y="7"/>
                    <a:pt x="4" y="14"/>
                    <a:pt x="1"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6" name="Google Shape;4946;p129"/>
            <p:cNvSpPr/>
            <p:nvPr/>
          </p:nvSpPr>
          <p:spPr>
            <a:xfrm>
              <a:off x="2278536" y="2253134"/>
              <a:ext cx="353" cy="149"/>
            </a:xfrm>
            <a:custGeom>
              <a:rect b="b" l="l" r="r" t="t"/>
              <a:pathLst>
                <a:path extrusionOk="0" h="11" w="26">
                  <a:moveTo>
                    <a:pt x="1" y="11"/>
                  </a:moveTo>
                  <a:cubicBezTo>
                    <a:pt x="8" y="7"/>
                    <a:pt x="15" y="4"/>
                    <a:pt x="25" y="0"/>
                  </a:cubicBezTo>
                  <a:cubicBezTo>
                    <a:pt x="15" y="4"/>
                    <a:pt x="8" y="7"/>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7" name="Google Shape;4947;p129"/>
            <p:cNvSpPr/>
            <p:nvPr/>
          </p:nvSpPr>
          <p:spPr>
            <a:xfrm>
              <a:off x="2276119" y="2239584"/>
              <a:ext cx="149" cy="14"/>
            </a:xfrm>
            <a:custGeom>
              <a:rect b="b" l="l" r="r" t="t"/>
              <a:pathLst>
                <a:path extrusionOk="0" h="1" w="11">
                  <a:moveTo>
                    <a:pt x="11"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8" name="Google Shape;4948;p129"/>
            <p:cNvSpPr/>
            <p:nvPr/>
          </p:nvSpPr>
          <p:spPr>
            <a:xfrm>
              <a:off x="2277111" y="2239869"/>
              <a:ext cx="109" cy="68"/>
            </a:xfrm>
            <a:custGeom>
              <a:rect b="b" l="l" r="r" t="t"/>
              <a:pathLst>
                <a:path extrusionOk="0" h="5" w="8">
                  <a:moveTo>
                    <a:pt x="8"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9" name="Google Shape;4949;p129"/>
            <p:cNvSpPr/>
            <p:nvPr/>
          </p:nvSpPr>
          <p:spPr>
            <a:xfrm>
              <a:off x="2276595" y="2239679"/>
              <a:ext cx="149" cy="68"/>
            </a:xfrm>
            <a:custGeom>
              <a:rect b="b" l="l" r="r" t="t"/>
              <a:pathLst>
                <a:path extrusionOk="0" h="5" w="11">
                  <a:moveTo>
                    <a:pt x="1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0" name="Google Shape;4950;p129"/>
            <p:cNvSpPr/>
            <p:nvPr/>
          </p:nvSpPr>
          <p:spPr>
            <a:xfrm>
              <a:off x="2277735" y="2240154"/>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1" name="Google Shape;4951;p129"/>
            <p:cNvSpPr/>
            <p:nvPr/>
          </p:nvSpPr>
          <p:spPr>
            <a:xfrm>
              <a:off x="2278210" y="2240439"/>
              <a:ext cx="149" cy="109"/>
            </a:xfrm>
            <a:custGeom>
              <a:rect b="b" l="l" r="r" t="t"/>
              <a:pathLst>
                <a:path extrusionOk="0" h="8" w="11">
                  <a:moveTo>
                    <a:pt x="11"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2" name="Google Shape;4952;p129"/>
            <p:cNvSpPr/>
            <p:nvPr/>
          </p:nvSpPr>
          <p:spPr>
            <a:xfrm>
              <a:off x="2278726" y="2240779"/>
              <a:ext cx="163" cy="54"/>
            </a:xfrm>
            <a:custGeom>
              <a:rect b="b" l="l" r="r" t="t"/>
              <a:pathLst>
                <a:path extrusionOk="0" h="4" w="12">
                  <a:moveTo>
                    <a:pt x="1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3" name="Google Shape;4953;p129"/>
            <p:cNvSpPr/>
            <p:nvPr/>
          </p:nvSpPr>
          <p:spPr>
            <a:xfrm>
              <a:off x="2278210" y="2253270"/>
              <a:ext cx="339" cy="109"/>
            </a:xfrm>
            <a:custGeom>
              <a:rect b="b" l="l" r="r" t="t"/>
              <a:pathLst>
                <a:path extrusionOk="0" h="8" w="25">
                  <a:moveTo>
                    <a:pt x="25" y="1"/>
                  </a:moveTo>
                  <a:cubicBezTo>
                    <a:pt x="14" y="4"/>
                    <a:pt x="7" y="4"/>
                    <a:pt x="0" y="8"/>
                  </a:cubicBezTo>
                  <a:cubicBezTo>
                    <a:pt x="7" y="4"/>
                    <a:pt x="18" y="4"/>
                    <a:pt x="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4" name="Google Shape;4954;p129"/>
            <p:cNvSpPr/>
            <p:nvPr/>
          </p:nvSpPr>
          <p:spPr>
            <a:xfrm>
              <a:off x="2277396" y="2253460"/>
              <a:ext cx="299" cy="68"/>
            </a:xfrm>
            <a:custGeom>
              <a:rect b="b" l="l" r="r" t="t"/>
              <a:pathLst>
                <a:path extrusionOk="0" h="5" w="22">
                  <a:moveTo>
                    <a:pt x="1" y="4"/>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5" name="Google Shape;4955;p129"/>
            <p:cNvSpPr/>
            <p:nvPr/>
          </p:nvSpPr>
          <p:spPr>
            <a:xfrm>
              <a:off x="2276921" y="2253514"/>
              <a:ext cx="394" cy="54"/>
            </a:xfrm>
            <a:custGeom>
              <a:rect b="b" l="l" r="r" t="t"/>
              <a:pathLst>
                <a:path extrusionOk="0" h="4" w="29">
                  <a:moveTo>
                    <a:pt x="1" y="4"/>
                  </a:moveTo>
                  <a:lnTo>
                    <a:pt x="2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6" name="Google Shape;4956;p129"/>
            <p:cNvSpPr/>
            <p:nvPr/>
          </p:nvSpPr>
          <p:spPr>
            <a:xfrm>
              <a:off x="2277776" y="2253419"/>
              <a:ext cx="299" cy="54"/>
            </a:xfrm>
            <a:custGeom>
              <a:rect b="b" l="l" r="r" t="t"/>
              <a:pathLst>
                <a:path extrusionOk="0" h="4" w="22">
                  <a:moveTo>
                    <a:pt x="1" y="4"/>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7" name="Google Shape;4957;p129"/>
            <p:cNvSpPr/>
            <p:nvPr/>
          </p:nvSpPr>
          <p:spPr>
            <a:xfrm>
              <a:off x="2276595" y="2253609"/>
              <a:ext cx="299" cy="14"/>
            </a:xfrm>
            <a:custGeom>
              <a:rect b="b" l="l" r="r" t="t"/>
              <a:pathLst>
                <a:path extrusionOk="0" h="1" w="22">
                  <a:moveTo>
                    <a:pt x="0" y="0"/>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8" name="Google Shape;4958;p129"/>
            <p:cNvSpPr/>
            <p:nvPr/>
          </p:nvSpPr>
          <p:spPr>
            <a:xfrm>
              <a:off x="2275644" y="225355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9" name="Google Shape;4959;p129"/>
            <p:cNvSpPr/>
            <p:nvPr/>
          </p:nvSpPr>
          <p:spPr>
            <a:xfrm>
              <a:off x="2252019" y="2279556"/>
              <a:ext cx="149" cy="353"/>
            </a:xfrm>
            <a:custGeom>
              <a:rect b="b" l="l" r="r" t="t"/>
              <a:pathLst>
                <a:path extrusionOk="0" h="26" w="11">
                  <a:moveTo>
                    <a:pt x="11" y="1"/>
                  </a:move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0" name="Google Shape;4960;p129"/>
            <p:cNvSpPr/>
            <p:nvPr/>
          </p:nvSpPr>
          <p:spPr>
            <a:xfrm>
              <a:off x="2252155" y="2275999"/>
              <a:ext cx="1589" cy="3476"/>
            </a:xfrm>
            <a:custGeom>
              <a:rect b="b" l="l" r="r" t="t"/>
              <a:pathLst>
                <a:path extrusionOk="0" h="256" w="117">
                  <a:moveTo>
                    <a:pt x="116" y="0"/>
                  </a:moveTo>
                  <a:lnTo>
                    <a:pt x="116" y="0"/>
                  </a:lnTo>
                  <a:cubicBezTo>
                    <a:pt x="71" y="95"/>
                    <a:pt x="25" y="203"/>
                    <a:pt x="1" y="256"/>
                  </a:cubicBezTo>
                  <a:cubicBezTo>
                    <a:pt x="25" y="203"/>
                    <a:pt x="74" y="95"/>
                    <a:pt x="11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1" name="Google Shape;4961;p129"/>
            <p:cNvSpPr/>
            <p:nvPr/>
          </p:nvSpPr>
          <p:spPr>
            <a:xfrm>
              <a:off x="2256867" y="2263589"/>
              <a:ext cx="1589" cy="1494"/>
            </a:xfrm>
            <a:custGeom>
              <a:rect b="b" l="l" r="r" t="t"/>
              <a:pathLst>
                <a:path extrusionOk="0" h="110" w="117">
                  <a:moveTo>
                    <a:pt x="116" y="109"/>
                  </a:moveTo>
                  <a:cubicBezTo>
                    <a:pt x="74" y="74"/>
                    <a:pt x="36" y="39"/>
                    <a:pt x="0" y="1"/>
                  </a:cubicBezTo>
                  <a:cubicBezTo>
                    <a:pt x="36" y="39"/>
                    <a:pt x="74" y="74"/>
                    <a:pt x="116" y="10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2" name="Google Shape;4962;p129"/>
            <p:cNvSpPr/>
            <p:nvPr/>
          </p:nvSpPr>
          <p:spPr>
            <a:xfrm>
              <a:off x="2136461" y="2088588"/>
              <a:ext cx="84819" cy="89883"/>
            </a:xfrm>
            <a:custGeom>
              <a:rect b="b" l="l" r="r" t="t"/>
              <a:pathLst>
                <a:path extrusionOk="0" h="6620" w="6247">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3" name="Google Shape;4963;p129"/>
            <p:cNvSpPr/>
            <p:nvPr/>
          </p:nvSpPr>
          <p:spPr>
            <a:xfrm>
              <a:off x="2193595" y="2177277"/>
              <a:ext cx="353" cy="14"/>
            </a:xfrm>
            <a:custGeom>
              <a:rect b="b" l="l" r="r" t="t"/>
              <a:pathLst>
                <a:path extrusionOk="0" h="1" w="26">
                  <a:moveTo>
                    <a:pt x="2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4" name="Google Shape;4964;p129"/>
            <p:cNvSpPr/>
            <p:nvPr/>
          </p:nvSpPr>
          <p:spPr>
            <a:xfrm>
              <a:off x="2185897" y="2177697"/>
              <a:ext cx="394" cy="14"/>
            </a:xfrm>
            <a:custGeom>
              <a:rect b="b" l="l" r="r" t="t"/>
              <a:pathLst>
                <a:path extrusionOk="0" h="1" w="29">
                  <a:moveTo>
                    <a:pt x="29"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5" name="Google Shape;4965;p129"/>
            <p:cNvSpPr/>
            <p:nvPr/>
          </p:nvSpPr>
          <p:spPr>
            <a:xfrm>
              <a:off x="2200113" y="2177372"/>
              <a:ext cx="625" cy="109"/>
            </a:xfrm>
            <a:custGeom>
              <a:rect b="b" l="l" r="r" t="t"/>
              <a:pathLst>
                <a:path extrusionOk="0" h="8" w="46">
                  <a:moveTo>
                    <a:pt x="46"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6" name="Google Shape;4966;p129"/>
            <p:cNvSpPr/>
            <p:nvPr/>
          </p:nvSpPr>
          <p:spPr>
            <a:xfrm>
              <a:off x="2192889" y="2177317"/>
              <a:ext cx="394" cy="14"/>
            </a:xfrm>
            <a:custGeom>
              <a:rect b="b" l="l" r="r" t="t"/>
              <a:pathLst>
                <a:path extrusionOk="0" h="1" w="29">
                  <a:moveTo>
                    <a:pt x="2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7" name="Google Shape;4967;p129"/>
            <p:cNvSpPr/>
            <p:nvPr/>
          </p:nvSpPr>
          <p:spPr>
            <a:xfrm>
              <a:off x="2197492" y="2177277"/>
              <a:ext cx="774" cy="14"/>
            </a:xfrm>
            <a:custGeom>
              <a:rect b="b" l="l" r="r" t="t"/>
              <a:pathLst>
                <a:path extrusionOk="0" h="1" w="57">
                  <a:moveTo>
                    <a:pt x="57"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8" name="Google Shape;4968;p129"/>
            <p:cNvSpPr/>
            <p:nvPr/>
          </p:nvSpPr>
          <p:spPr>
            <a:xfrm>
              <a:off x="2198497" y="2177277"/>
              <a:ext cx="679" cy="54"/>
            </a:xfrm>
            <a:custGeom>
              <a:rect b="b" l="l" r="r" t="t"/>
              <a:pathLst>
                <a:path extrusionOk="0" h="4" w="50">
                  <a:moveTo>
                    <a:pt x="49"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9" name="Google Shape;4969;p129"/>
            <p:cNvSpPr/>
            <p:nvPr/>
          </p:nvSpPr>
          <p:spPr>
            <a:xfrm>
              <a:off x="2197261" y="217722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0" name="Google Shape;4970;p129"/>
            <p:cNvSpPr/>
            <p:nvPr/>
          </p:nvSpPr>
          <p:spPr>
            <a:xfrm>
              <a:off x="2195401" y="217727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1" name="Google Shape;4971;p129"/>
            <p:cNvSpPr/>
            <p:nvPr/>
          </p:nvSpPr>
          <p:spPr>
            <a:xfrm>
              <a:off x="2136421" y="2173421"/>
              <a:ext cx="679" cy="149"/>
            </a:xfrm>
            <a:custGeom>
              <a:rect b="b" l="l" r="r" t="t"/>
              <a:pathLst>
                <a:path extrusionOk="0" h="11" w="50">
                  <a:moveTo>
                    <a:pt x="0" y="11"/>
                  </a:moveTo>
                  <a:lnTo>
                    <a:pt x="4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2" name="Google Shape;4972;p129"/>
            <p:cNvSpPr/>
            <p:nvPr/>
          </p:nvSpPr>
          <p:spPr>
            <a:xfrm>
              <a:off x="2199257" y="2177317"/>
              <a:ext cx="679" cy="68"/>
            </a:xfrm>
            <a:custGeom>
              <a:rect b="b" l="l" r="r" t="t"/>
              <a:pathLst>
                <a:path extrusionOk="0" h="5" w="50">
                  <a:moveTo>
                    <a:pt x="49"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3" name="Google Shape;4973;p129"/>
            <p:cNvSpPr/>
            <p:nvPr/>
          </p:nvSpPr>
          <p:spPr>
            <a:xfrm>
              <a:off x="2187852" y="2177562"/>
              <a:ext cx="394" cy="14"/>
            </a:xfrm>
            <a:custGeom>
              <a:rect b="b" l="l" r="r" t="t"/>
              <a:pathLst>
                <a:path extrusionOk="0" h="1" w="29">
                  <a:moveTo>
                    <a:pt x="28"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4" name="Google Shape;4974;p129"/>
            <p:cNvSpPr/>
            <p:nvPr/>
          </p:nvSpPr>
          <p:spPr>
            <a:xfrm>
              <a:off x="2187323" y="2177602"/>
              <a:ext cx="299" cy="14"/>
            </a:xfrm>
            <a:custGeom>
              <a:rect b="b" l="l" r="r" t="t"/>
              <a:pathLst>
                <a:path extrusionOk="0" h="1" w="22">
                  <a:moveTo>
                    <a:pt x="22"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5" name="Google Shape;4975;p129"/>
            <p:cNvSpPr/>
            <p:nvPr/>
          </p:nvSpPr>
          <p:spPr>
            <a:xfrm>
              <a:off x="2186847" y="2177602"/>
              <a:ext cx="258" cy="14"/>
            </a:xfrm>
            <a:custGeom>
              <a:rect b="b" l="l" r="r" t="t"/>
              <a:pathLst>
                <a:path extrusionOk="0" h="1" w="19">
                  <a:moveTo>
                    <a:pt x="1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6" name="Google Shape;4976;p129"/>
            <p:cNvSpPr/>
            <p:nvPr/>
          </p:nvSpPr>
          <p:spPr>
            <a:xfrm>
              <a:off x="2200832" y="2177467"/>
              <a:ext cx="475" cy="109"/>
            </a:xfrm>
            <a:custGeom>
              <a:rect b="b" l="l" r="r" t="t"/>
              <a:pathLst>
                <a:path extrusionOk="0" h="8" w="35">
                  <a:moveTo>
                    <a:pt x="35"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7" name="Google Shape;4977;p129"/>
            <p:cNvSpPr/>
            <p:nvPr/>
          </p:nvSpPr>
          <p:spPr>
            <a:xfrm>
              <a:off x="2186372" y="2177657"/>
              <a:ext cx="353" cy="14"/>
            </a:xfrm>
            <a:custGeom>
              <a:rect b="b" l="l" r="r" t="t"/>
              <a:pathLst>
                <a:path extrusionOk="0" h="1" w="26">
                  <a:moveTo>
                    <a:pt x="2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8" name="Google Shape;4978;p129"/>
            <p:cNvSpPr/>
            <p:nvPr/>
          </p:nvSpPr>
          <p:spPr>
            <a:xfrm>
              <a:off x="2192075" y="2177317"/>
              <a:ext cx="489" cy="14"/>
            </a:xfrm>
            <a:custGeom>
              <a:rect b="b" l="l" r="r" t="t"/>
              <a:pathLst>
                <a:path extrusionOk="0" h="1" w="36">
                  <a:moveTo>
                    <a:pt x="36"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9" name="Google Shape;4979;p129"/>
            <p:cNvSpPr/>
            <p:nvPr/>
          </p:nvSpPr>
          <p:spPr>
            <a:xfrm>
              <a:off x="2191219" y="2177372"/>
              <a:ext cx="394" cy="14"/>
            </a:xfrm>
            <a:custGeom>
              <a:rect b="b" l="l" r="r" t="t"/>
              <a:pathLst>
                <a:path extrusionOk="0" h="1" w="29">
                  <a:moveTo>
                    <a:pt x="29"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0" name="Google Shape;4980;p129"/>
            <p:cNvSpPr/>
            <p:nvPr/>
          </p:nvSpPr>
          <p:spPr>
            <a:xfrm>
              <a:off x="2190513" y="2177412"/>
              <a:ext cx="394" cy="14"/>
            </a:xfrm>
            <a:custGeom>
              <a:rect b="b" l="l" r="r" t="t"/>
              <a:pathLst>
                <a:path extrusionOk="0" h="1" w="29">
                  <a:moveTo>
                    <a:pt x="2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1" name="Google Shape;4981;p129"/>
            <p:cNvSpPr/>
            <p:nvPr/>
          </p:nvSpPr>
          <p:spPr>
            <a:xfrm>
              <a:off x="2189223" y="2177467"/>
              <a:ext cx="353" cy="14"/>
            </a:xfrm>
            <a:custGeom>
              <a:rect b="b" l="l" r="r" t="t"/>
              <a:pathLst>
                <a:path extrusionOk="0" h="1" w="26">
                  <a:moveTo>
                    <a:pt x="2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2" name="Google Shape;4982;p129"/>
            <p:cNvSpPr/>
            <p:nvPr/>
          </p:nvSpPr>
          <p:spPr>
            <a:xfrm>
              <a:off x="2188558" y="2177507"/>
              <a:ext cx="394" cy="14"/>
            </a:xfrm>
            <a:custGeom>
              <a:rect b="b" l="l" r="r" t="t"/>
              <a:pathLst>
                <a:path extrusionOk="0" h="1" w="29">
                  <a:moveTo>
                    <a:pt x="29"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3" name="Google Shape;4983;p129"/>
            <p:cNvSpPr/>
            <p:nvPr/>
          </p:nvSpPr>
          <p:spPr>
            <a:xfrm>
              <a:off x="2189889" y="2177412"/>
              <a:ext cx="394" cy="14"/>
            </a:xfrm>
            <a:custGeom>
              <a:rect b="b" l="l" r="r" t="t"/>
              <a:pathLst>
                <a:path extrusionOk="0" h="1" w="29">
                  <a:moveTo>
                    <a:pt x="29"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4" name="Google Shape;4984;p129"/>
            <p:cNvSpPr/>
            <p:nvPr/>
          </p:nvSpPr>
          <p:spPr>
            <a:xfrm>
              <a:off x="2194695" y="217727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5" name="Google Shape;4985;p129"/>
            <p:cNvSpPr/>
            <p:nvPr/>
          </p:nvSpPr>
          <p:spPr>
            <a:xfrm>
              <a:off x="2195971" y="217722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6" name="Google Shape;4986;p129"/>
            <p:cNvSpPr/>
            <p:nvPr/>
          </p:nvSpPr>
          <p:spPr>
            <a:xfrm>
              <a:off x="2201973" y="2177697"/>
              <a:ext cx="339" cy="163"/>
            </a:xfrm>
            <a:custGeom>
              <a:rect b="b" l="l" r="r" t="t"/>
              <a:pathLst>
                <a:path extrusionOk="0" h="12" w="25">
                  <a:moveTo>
                    <a:pt x="25" y="11"/>
                  </a:moveTo>
                  <a:cubicBezTo>
                    <a:pt x="18" y="8"/>
                    <a:pt x="7" y="4"/>
                    <a:pt x="0" y="1"/>
                  </a:cubicBezTo>
                  <a:cubicBezTo>
                    <a:pt x="7" y="4"/>
                    <a:pt x="18" y="8"/>
                    <a:pt x="25"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7" name="Google Shape;4987;p129"/>
            <p:cNvSpPr/>
            <p:nvPr/>
          </p:nvSpPr>
          <p:spPr>
            <a:xfrm>
              <a:off x="2201402" y="2177562"/>
              <a:ext cx="489" cy="109"/>
            </a:xfrm>
            <a:custGeom>
              <a:rect b="b" l="l" r="r" t="t"/>
              <a:pathLst>
                <a:path extrusionOk="0" h="8" w="36">
                  <a:moveTo>
                    <a:pt x="35" y="7"/>
                  </a:moveTo>
                  <a:cubicBezTo>
                    <a:pt x="25" y="7"/>
                    <a:pt x="14" y="4"/>
                    <a:pt x="0" y="0"/>
                  </a:cubicBezTo>
                  <a:cubicBezTo>
                    <a:pt x="14" y="4"/>
                    <a:pt x="25" y="7"/>
                    <a:pt x="35"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8" name="Google Shape;4988;p129"/>
            <p:cNvSpPr/>
            <p:nvPr/>
          </p:nvSpPr>
          <p:spPr>
            <a:xfrm>
              <a:off x="2207865" y="2106307"/>
              <a:ext cx="83624" cy="72463"/>
            </a:xfrm>
            <a:custGeom>
              <a:rect b="b" l="l" r="r" t="t"/>
              <a:pathLst>
                <a:path extrusionOk="0" h="5337" w="6159">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9" name="Google Shape;4989;p129"/>
            <p:cNvSpPr/>
            <p:nvPr/>
          </p:nvSpPr>
          <p:spPr>
            <a:xfrm>
              <a:off x="2229915" y="2176991"/>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0" name="Google Shape;4990;p129"/>
            <p:cNvSpPr/>
            <p:nvPr/>
          </p:nvSpPr>
          <p:spPr>
            <a:xfrm>
              <a:off x="2229250" y="2175661"/>
              <a:ext cx="109" cy="109"/>
            </a:xfrm>
            <a:custGeom>
              <a:rect b="b" l="l" r="r" t="t"/>
              <a:pathLst>
                <a:path extrusionOk="0" h="8" w="8">
                  <a:moveTo>
                    <a:pt x="1" y="0"/>
                  </a:moveTo>
                  <a:lnTo>
                    <a:pt x="8" y="7"/>
                  </a:lnTo>
                  <a:lnTo>
                    <a:pt x="8"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1" name="Google Shape;4991;p129"/>
            <p:cNvSpPr/>
            <p:nvPr/>
          </p:nvSpPr>
          <p:spPr>
            <a:xfrm>
              <a:off x="2230065" y="2177412"/>
              <a:ext cx="14" cy="68"/>
            </a:xfrm>
            <a:custGeom>
              <a:rect b="b" l="l" r="r" t="t"/>
              <a:pathLst>
                <a:path extrusionOk="0" h="5" w="1">
                  <a:moveTo>
                    <a:pt x="0" y="1"/>
                  </a:moveTo>
                  <a:lnTo>
                    <a:pt x="0" y="4"/>
                  </a:ln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2" name="Google Shape;4992;p129"/>
            <p:cNvSpPr/>
            <p:nvPr/>
          </p:nvSpPr>
          <p:spPr>
            <a:xfrm>
              <a:off x="2229494" y="2175892"/>
              <a:ext cx="95" cy="109"/>
            </a:xfrm>
            <a:custGeom>
              <a:rect b="b" l="l" r="r" t="t"/>
              <a:pathLst>
                <a:path extrusionOk="0" h="8" w="7">
                  <a:moveTo>
                    <a:pt x="0" y="1"/>
                  </a:moveTo>
                  <a:lnTo>
                    <a:pt x="7"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3" name="Google Shape;4993;p129"/>
            <p:cNvSpPr/>
            <p:nvPr/>
          </p:nvSpPr>
          <p:spPr>
            <a:xfrm>
              <a:off x="2228965" y="2175566"/>
              <a:ext cx="244" cy="54"/>
            </a:xfrm>
            <a:custGeom>
              <a:rect b="b" l="l" r="r" t="t"/>
              <a:pathLst>
                <a:path extrusionOk="0" h="4" w="18">
                  <a:moveTo>
                    <a:pt x="18"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4" name="Google Shape;4994;p129"/>
            <p:cNvSpPr/>
            <p:nvPr/>
          </p:nvSpPr>
          <p:spPr>
            <a:xfrm>
              <a:off x="2230010" y="2177181"/>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5" name="Google Shape;4995;p129"/>
            <p:cNvSpPr/>
            <p:nvPr/>
          </p:nvSpPr>
          <p:spPr>
            <a:xfrm>
              <a:off x="2229915" y="217689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6" name="Google Shape;4996;p129"/>
            <p:cNvSpPr/>
            <p:nvPr/>
          </p:nvSpPr>
          <p:spPr>
            <a:xfrm>
              <a:off x="2229793" y="2176353"/>
              <a:ext cx="95" cy="177"/>
            </a:xfrm>
            <a:custGeom>
              <a:rect b="b" l="l" r="r" t="t"/>
              <a:pathLst>
                <a:path extrusionOk="0" h="13" w="7">
                  <a:moveTo>
                    <a:pt x="2" y="1"/>
                  </a:moveTo>
                  <a:cubicBezTo>
                    <a:pt x="1" y="1"/>
                    <a:pt x="6" y="9"/>
                    <a:pt x="6" y="12"/>
                  </a:cubicBezTo>
                  <a:cubicBezTo>
                    <a:pt x="6" y="9"/>
                    <a:pt x="6" y="5"/>
                    <a:pt x="3" y="2"/>
                  </a:cubicBezTo>
                  <a:cubicBezTo>
                    <a:pt x="2" y="1"/>
                    <a:pt x="2" y="1"/>
                    <a:pt x="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7" name="Google Shape;4997;p129"/>
            <p:cNvSpPr/>
            <p:nvPr/>
          </p:nvSpPr>
          <p:spPr>
            <a:xfrm>
              <a:off x="2229684" y="2176082"/>
              <a:ext cx="109" cy="163"/>
            </a:xfrm>
            <a:custGeom>
              <a:rect b="b" l="l" r="r" t="t"/>
              <a:pathLst>
                <a:path extrusionOk="0" h="12" w="8">
                  <a:moveTo>
                    <a:pt x="7" y="11"/>
                  </a:moveTo>
                  <a:cubicBezTo>
                    <a:pt x="4" y="8"/>
                    <a:pt x="4" y="4"/>
                    <a:pt x="0" y="1"/>
                  </a:cubicBezTo>
                  <a:cubicBezTo>
                    <a:pt x="4" y="4"/>
                    <a:pt x="4" y="8"/>
                    <a:pt x="7"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8" name="Google Shape;4998;p129"/>
            <p:cNvSpPr/>
            <p:nvPr/>
          </p:nvSpPr>
          <p:spPr>
            <a:xfrm>
              <a:off x="2218836" y="2175172"/>
              <a:ext cx="10142" cy="733"/>
            </a:xfrm>
            <a:custGeom>
              <a:rect b="b" l="l" r="r" t="t"/>
              <a:pathLst>
                <a:path extrusionOk="0" h="54" w="747">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9" name="Google Shape;4999;p129"/>
            <p:cNvSpPr/>
            <p:nvPr/>
          </p:nvSpPr>
          <p:spPr>
            <a:xfrm>
              <a:off x="2261483" y="2161065"/>
              <a:ext cx="5051" cy="149"/>
            </a:xfrm>
            <a:custGeom>
              <a:rect b="b" l="l" r="r" t="t"/>
              <a:pathLst>
                <a:path extrusionOk="0" h="11" w="372">
                  <a:moveTo>
                    <a:pt x="0" y="11"/>
                  </a:moveTo>
                  <a:lnTo>
                    <a:pt x="371" y="0"/>
                  </a:lnTo>
                  <a:lnTo>
                    <a:pt x="37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0" name="Google Shape;5000;p129"/>
            <p:cNvSpPr/>
            <p:nvPr/>
          </p:nvSpPr>
          <p:spPr>
            <a:xfrm>
              <a:off x="2231816" y="2177032"/>
              <a:ext cx="584" cy="109"/>
            </a:xfrm>
            <a:custGeom>
              <a:rect b="b" l="l" r="r" t="t"/>
              <a:pathLst>
                <a:path extrusionOk="0" h="8" w="43">
                  <a:moveTo>
                    <a:pt x="1" y="8"/>
                  </a:moveTo>
                  <a:cubicBezTo>
                    <a:pt x="15" y="4"/>
                    <a:pt x="32" y="4"/>
                    <a:pt x="43" y="1"/>
                  </a:cubicBezTo>
                  <a:cubicBezTo>
                    <a:pt x="32" y="4"/>
                    <a:pt x="15" y="4"/>
                    <a:pt x="1"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1" name="Google Shape;5001;p129"/>
            <p:cNvSpPr/>
            <p:nvPr/>
          </p:nvSpPr>
          <p:spPr>
            <a:xfrm>
              <a:off x="2231056" y="2177127"/>
              <a:ext cx="638" cy="109"/>
            </a:xfrm>
            <a:custGeom>
              <a:rect b="b" l="l" r="r" t="t"/>
              <a:pathLst>
                <a:path extrusionOk="0" h="8" w="47">
                  <a:moveTo>
                    <a:pt x="1" y="8"/>
                  </a:moveTo>
                  <a:lnTo>
                    <a:pt x="46"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2" name="Google Shape;5002;p129"/>
            <p:cNvSpPr/>
            <p:nvPr/>
          </p:nvSpPr>
          <p:spPr>
            <a:xfrm>
              <a:off x="2230105" y="2177277"/>
              <a:ext cx="774" cy="204"/>
            </a:xfrm>
            <a:custGeom>
              <a:rect b="b" l="l" r="r" t="t"/>
              <a:pathLst>
                <a:path extrusionOk="0" h="15" w="57">
                  <a:moveTo>
                    <a:pt x="57" y="0"/>
                  </a:moveTo>
                  <a:lnTo>
                    <a:pt x="1" y="14"/>
                  </a:ln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3" name="Google Shape;5003;p129"/>
            <p:cNvSpPr/>
            <p:nvPr/>
          </p:nvSpPr>
          <p:spPr>
            <a:xfrm>
              <a:off x="2232536" y="2177032"/>
              <a:ext cx="489" cy="14"/>
            </a:xfrm>
            <a:custGeom>
              <a:rect b="b" l="l" r="r" t="t"/>
              <a:pathLst>
                <a:path extrusionOk="0" h="1" w="36">
                  <a:moveTo>
                    <a:pt x="0" y="1"/>
                  </a:moveTo>
                  <a:lnTo>
                    <a:pt x="3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4" name="Google Shape;5004;p129"/>
            <p:cNvSpPr/>
            <p:nvPr/>
          </p:nvSpPr>
          <p:spPr>
            <a:xfrm>
              <a:off x="2233106" y="2176991"/>
              <a:ext cx="434" cy="14"/>
            </a:xfrm>
            <a:custGeom>
              <a:rect b="b" l="l" r="r" t="t"/>
              <a:pathLst>
                <a:path extrusionOk="0" h="1" w="32">
                  <a:moveTo>
                    <a:pt x="0" y="0"/>
                  </a:moveTo>
                  <a:cubicBezTo>
                    <a:pt x="11" y="0"/>
                    <a:pt x="21" y="0"/>
                    <a:pt x="32" y="0"/>
                  </a:cubicBezTo>
                  <a:cubicBezTo>
                    <a:pt x="21" y="0"/>
                    <a:pt x="11"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5" name="Google Shape;5005;p129"/>
            <p:cNvSpPr/>
            <p:nvPr/>
          </p:nvSpPr>
          <p:spPr>
            <a:xfrm>
              <a:off x="2258672" y="2052499"/>
              <a:ext cx="12464" cy="10170"/>
            </a:xfrm>
            <a:custGeom>
              <a:rect b="b" l="l" r="r" t="t"/>
              <a:pathLst>
                <a:path extrusionOk="0" h="749" w="918">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129"/>
            <p:cNvSpPr/>
            <p:nvPr/>
          </p:nvSpPr>
          <p:spPr>
            <a:xfrm>
              <a:off x="2348080" y="1953764"/>
              <a:ext cx="75016" cy="100080"/>
            </a:xfrm>
            <a:custGeom>
              <a:rect b="b" l="l" r="r" t="t"/>
              <a:pathLst>
                <a:path extrusionOk="0" h="7371" w="5525">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7" name="Google Shape;5007;p129"/>
            <p:cNvSpPr/>
            <p:nvPr/>
          </p:nvSpPr>
          <p:spPr>
            <a:xfrm>
              <a:off x="1953274" y="1764276"/>
              <a:ext cx="85620" cy="66543"/>
            </a:xfrm>
            <a:custGeom>
              <a:rect b="b" l="l" r="r" t="t"/>
              <a:pathLst>
                <a:path extrusionOk="0" h="4901" w="6306">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8" name="Google Shape;5008;p129"/>
            <p:cNvSpPr/>
            <p:nvPr/>
          </p:nvSpPr>
          <p:spPr>
            <a:xfrm>
              <a:off x="2104473" y="1751839"/>
              <a:ext cx="29151" cy="57216"/>
            </a:xfrm>
            <a:custGeom>
              <a:rect b="b" l="l" r="r" t="t"/>
              <a:pathLst>
                <a:path extrusionOk="0" h="4214" w="2147">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9" name="Google Shape;5009;p129"/>
            <p:cNvSpPr/>
            <p:nvPr/>
          </p:nvSpPr>
          <p:spPr>
            <a:xfrm>
              <a:off x="1983932" y="1753020"/>
              <a:ext cx="152883" cy="146433"/>
            </a:xfrm>
            <a:custGeom>
              <a:rect b="b" l="l" r="r" t="t"/>
              <a:pathLst>
                <a:path extrusionOk="0" h="10785" w="1126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0" name="Google Shape;5010;p129"/>
            <p:cNvSpPr/>
            <p:nvPr/>
          </p:nvSpPr>
          <p:spPr>
            <a:xfrm>
              <a:off x="2000849" y="1814649"/>
              <a:ext cx="14" cy="109"/>
            </a:xfrm>
            <a:custGeom>
              <a:rect b="b" l="l" r="r" t="t"/>
              <a:pathLst>
                <a:path extrusionOk="0" h="8" w="1">
                  <a:moveTo>
                    <a:pt x="1" y="7"/>
                  </a:moveTo>
                  <a:cubicBezTo>
                    <a:pt x="1" y="4"/>
                    <a:pt x="1" y="4"/>
                    <a:pt x="1" y="0"/>
                  </a:cubicBezTo>
                  <a:cubicBezTo>
                    <a:pt x="1" y="4"/>
                    <a:pt x="1" y="4"/>
                    <a:pt x="1"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1" name="Google Shape;5011;p129"/>
            <p:cNvSpPr/>
            <p:nvPr/>
          </p:nvSpPr>
          <p:spPr>
            <a:xfrm>
              <a:off x="2021202" y="1799102"/>
              <a:ext cx="149" cy="869"/>
            </a:xfrm>
            <a:custGeom>
              <a:rect b="b" l="l" r="r" t="t"/>
              <a:pathLst>
                <a:path extrusionOk="0" h="64" w="11">
                  <a:moveTo>
                    <a:pt x="11" y="0"/>
                  </a:moveTo>
                  <a:cubicBezTo>
                    <a:pt x="7" y="14"/>
                    <a:pt x="4" y="39"/>
                    <a:pt x="0" y="63"/>
                  </a:cubicBezTo>
                  <a:cubicBezTo>
                    <a:pt x="4" y="39"/>
                    <a:pt x="7" y="14"/>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2" name="Google Shape;5012;p129"/>
            <p:cNvSpPr/>
            <p:nvPr/>
          </p:nvSpPr>
          <p:spPr>
            <a:xfrm>
              <a:off x="2034372" y="1771296"/>
              <a:ext cx="244" cy="434"/>
            </a:xfrm>
            <a:custGeom>
              <a:rect b="b" l="l" r="r" t="t"/>
              <a:pathLst>
                <a:path extrusionOk="0" h="32" w="18">
                  <a:moveTo>
                    <a:pt x="18" y="32"/>
                  </a:moveTo>
                  <a:cubicBezTo>
                    <a:pt x="11" y="21"/>
                    <a:pt x="4" y="11"/>
                    <a:pt x="0" y="0"/>
                  </a:cubicBezTo>
                  <a:cubicBezTo>
                    <a:pt x="4" y="11"/>
                    <a:pt x="11" y="21"/>
                    <a:pt x="18"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3" name="Google Shape;5013;p129"/>
            <p:cNvSpPr/>
            <p:nvPr/>
          </p:nvSpPr>
          <p:spPr>
            <a:xfrm>
              <a:off x="1995581" y="1816645"/>
              <a:ext cx="1534" cy="299"/>
            </a:xfrm>
            <a:custGeom>
              <a:rect b="b" l="l" r="r" t="t"/>
              <a:pathLst>
                <a:path extrusionOk="0" h="22" w="113">
                  <a:moveTo>
                    <a:pt x="0" y="21"/>
                  </a:moveTo>
                  <a:cubicBezTo>
                    <a:pt x="35" y="7"/>
                    <a:pt x="74" y="0"/>
                    <a:pt x="112" y="4"/>
                  </a:cubicBezTo>
                  <a:cubicBezTo>
                    <a:pt x="74" y="0"/>
                    <a:pt x="35" y="7"/>
                    <a:pt x="0"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4" name="Google Shape;5014;p129"/>
            <p:cNvSpPr/>
            <p:nvPr/>
          </p:nvSpPr>
          <p:spPr>
            <a:xfrm>
              <a:off x="2034603" y="1771771"/>
              <a:ext cx="204" cy="299"/>
            </a:xfrm>
            <a:custGeom>
              <a:rect b="b" l="l" r="r" t="t"/>
              <a:pathLst>
                <a:path extrusionOk="0" h="22" w="15">
                  <a:moveTo>
                    <a:pt x="1" y="0"/>
                  </a:moveTo>
                  <a:cubicBezTo>
                    <a:pt x="4" y="7"/>
                    <a:pt x="11" y="18"/>
                    <a:pt x="15" y="21"/>
                  </a:cubicBezTo>
                  <a:cubicBezTo>
                    <a:pt x="11" y="18"/>
                    <a:pt x="8"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5" name="Google Shape;5015;p129"/>
            <p:cNvSpPr/>
            <p:nvPr/>
          </p:nvSpPr>
          <p:spPr>
            <a:xfrm>
              <a:off x="2034182" y="1771051"/>
              <a:ext cx="109" cy="163"/>
            </a:xfrm>
            <a:custGeom>
              <a:rect b="b" l="l" r="r" t="t"/>
              <a:pathLst>
                <a:path extrusionOk="0" h="12" w="8">
                  <a:moveTo>
                    <a:pt x="0" y="1"/>
                  </a:moveTo>
                  <a:lnTo>
                    <a:pt x="7"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6" name="Google Shape;5016;p129"/>
            <p:cNvSpPr/>
            <p:nvPr/>
          </p:nvSpPr>
          <p:spPr>
            <a:xfrm>
              <a:off x="1997672" y="1816115"/>
              <a:ext cx="2675" cy="611"/>
            </a:xfrm>
            <a:custGeom>
              <a:rect b="b" l="l" r="r" t="t"/>
              <a:pathLst>
                <a:path extrusionOk="0" h="45" w="197">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7" name="Google Shape;5017;p129"/>
            <p:cNvSpPr/>
            <p:nvPr/>
          </p:nvSpPr>
          <p:spPr>
            <a:xfrm>
              <a:off x="2027950" y="1795491"/>
              <a:ext cx="8282" cy="434"/>
            </a:xfrm>
            <a:custGeom>
              <a:rect b="b" l="l" r="r" t="t"/>
              <a:pathLst>
                <a:path extrusionOk="0" h="32" w="610">
                  <a:moveTo>
                    <a:pt x="610" y="32"/>
                  </a:moveTo>
                  <a:cubicBezTo>
                    <a:pt x="477" y="25"/>
                    <a:pt x="91" y="0"/>
                    <a:pt x="0" y="32"/>
                  </a:cubicBezTo>
                  <a:cubicBezTo>
                    <a:pt x="91" y="0"/>
                    <a:pt x="477" y="25"/>
                    <a:pt x="610"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8" name="Google Shape;5018;p129"/>
            <p:cNvSpPr/>
            <p:nvPr/>
          </p:nvSpPr>
          <p:spPr>
            <a:xfrm>
              <a:off x="2110135" y="1764018"/>
              <a:ext cx="54" cy="258"/>
            </a:xfrm>
            <a:custGeom>
              <a:rect b="b" l="l" r="r" t="t"/>
              <a:pathLst>
                <a:path extrusionOk="0" h="19" w="4">
                  <a:moveTo>
                    <a:pt x="0" y="1"/>
                  </a:moveTo>
                  <a:cubicBezTo>
                    <a:pt x="0" y="8"/>
                    <a:pt x="0" y="11"/>
                    <a:pt x="4" y="18"/>
                  </a:cubicBezTo>
                  <a:cubicBezTo>
                    <a:pt x="4" y="11"/>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9" name="Google Shape;5019;p129"/>
            <p:cNvSpPr/>
            <p:nvPr/>
          </p:nvSpPr>
          <p:spPr>
            <a:xfrm>
              <a:off x="2110270" y="1764493"/>
              <a:ext cx="68" cy="258"/>
            </a:xfrm>
            <a:custGeom>
              <a:rect b="b" l="l" r="r" t="t"/>
              <a:pathLst>
                <a:path extrusionOk="0" h="19" w="5">
                  <a:moveTo>
                    <a:pt x="1" y="1"/>
                  </a:moveTo>
                  <a:cubicBezTo>
                    <a:pt x="1" y="8"/>
                    <a:pt x="1" y="11"/>
                    <a:pt x="4" y="18"/>
                  </a:cubicBezTo>
                  <a:cubicBezTo>
                    <a:pt x="1" y="11"/>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0" name="Google Shape;5020;p129"/>
            <p:cNvSpPr/>
            <p:nvPr/>
          </p:nvSpPr>
          <p:spPr>
            <a:xfrm>
              <a:off x="2110080" y="1763448"/>
              <a:ext cx="68" cy="299"/>
            </a:xfrm>
            <a:custGeom>
              <a:rect b="b" l="l" r="r" t="t"/>
              <a:pathLst>
                <a:path extrusionOk="0" h="22" w="5">
                  <a:moveTo>
                    <a:pt x="1" y="1"/>
                  </a:moveTo>
                  <a:cubicBezTo>
                    <a:pt x="1" y="8"/>
                    <a:pt x="1" y="15"/>
                    <a:pt x="4" y="22"/>
                  </a:cubicBezTo>
                  <a:cubicBezTo>
                    <a:pt x="1" y="15"/>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1" name="Google Shape;5021;p129"/>
            <p:cNvSpPr/>
            <p:nvPr/>
          </p:nvSpPr>
          <p:spPr>
            <a:xfrm>
              <a:off x="2110039" y="1759836"/>
              <a:ext cx="14" cy="448"/>
            </a:xfrm>
            <a:custGeom>
              <a:rect b="b" l="l" r="r" t="t"/>
              <a:pathLst>
                <a:path extrusionOk="0" h="33" w="1">
                  <a:moveTo>
                    <a:pt x="0" y="1"/>
                  </a:moveTo>
                  <a:lnTo>
                    <a:pt x="0"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2" name="Google Shape;5022;p129"/>
            <p:cNvSpPr/>
            <p:nvPr/>
          </p:nvSpPr>
          <p:spPr>
            <a:xfrm>
              <a:off x="2110039" y="1762878"/>
              <a:ext cx="14" cy="299"/>
            </a:xfrm>
            <a:custGeom>
              <a:rect b="b" l="l" r="r" t="t"/>
              <a:pathLst>
                <a:path extrusionOk="0" h="22" w="1">
                  <a:moveTo>
                    <a:pt x="0" y="1"/>
                  </a:moveTo>
                  <a:lnTo>
                    <a:pt x="0"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3" name="Google Shape;5023;p129"/>
            <p:cNvSpPr/>
            <p:nvPr/>
          </p:nvSpPr>
          <p:spPr>
            <a:xfrm>
              <a:off x="2119218" y="1809706"/>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4" name="Google Shape;5024;p129"/>
            <p:cNvSpPr/>
            <p:nvPr/>
          </p:nvSpPr>
          <p:spPr>
            <a:xfrm>
              <a:off x="2110555" y="1765349"/>
              <a:ext cx="68" cy="204"/>
            </a:xfrm>
            <a:custGeom>
              <a:rect b="b" l="l" r="r" t="t"/>
              <a:pathLst>
                <a:path extrusionOk="0" h="15" w="5">
                  <a:moveTo>
                    <a:pt x="1" y="1"/>
                  </a:moveTo>
                  <a:lnTo>
                    <a:pt x="1" y="1"/>
                  </a:lnTo>
                  <a:cubicBezTo>
                    <a:pt x="1" y="4"/>
                    <a:pt x="4" y="11"/>
                    <a:pt x="4" y="15"/>
                  </a:cubicBezTo>
                  <a:cubicBezTo>
                    <a:pt x="4" y="8"/>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5" name="Google Shape;5025;p129"/>
            <p:cNvSpPr/>
            <p:nvPr/>
          </p:nvSpPr>
          <p:spPr>
            <a:xfrm>
              <a:off x="2119028" y="1808987"/>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6" name="Google Shape;5026;p129"/>
            <p:cNvSpPr/>
            <p:nvPr/>
          </p:nvSpPr>
          <p:spPr>
            <a:xfrm>
              <a:off x="2110365" y="1764969"/>
              <a:ext cx="109" cy="204"/>
            </a:xfrm>
            <a:custGeom>
              <a:rect b="b" l="l" r="r" t="t"/>
              <a:pathLst>
                <a:path extrusionOk="0" h="15" w="8">
                  <a:moveTo>
                    <a:pt x="1" y="1"/>
                  </a:moveTo>
                  <a:lnTo>
                    <a:pt x="1" y="1"/>
                  </a:lnTo>
                  <a:cubicBezTo>
                    <a:pt x="1" y="4"/>
                    <a:pt x="4" y="11"/>
                    <a:pt x="8" y="15"/>
                  </a:cubicBezTo>
                  <a:cubicBezTo>
                    <a:pt x="4" y="11"/>
                    <a:pt x="4"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7" name="Google Shape;5027;p129"/>
            <p:cNvSpPr/>
            <p:nvPr/>
          </p:nvSpPr>
          <p:spPr>
            <a:xfrm>
              <a:off x="2110080" y="1758981"/>
              <a:ext cx="14" cy="448"/>
            </a:xfrm>
            <a:custGeom>
              <a:rect b="b" l="l" r="r" t="t"/>
              <a:pathLst>
                <a:path extrusionOk="0" h="33" w="1">
                  <a:moveTo>
                    <a:pt x="1" y="1"/>
                  </a:moveTo>
                  <a:cubicBezTo>
                    <a:pt x="1" y="11"/>
                    <a:pt x="1" y="22"/>
                    <a:pt x="1" y="32"/>
                  </a:cubicBezTo>
                  <a:cubicBezTo>
                    <a:pt x="1" y="22"/>
                    <a:pt x="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8" name="Google Shape;5028;p129"/>
            <p:cNvSpPr/>
            <p:nvPr/>
          </p:nvSpPr>
          <p:spPr>
            <a:xfrm>
              <a:off x="2109985" y="1762212"/>
              <a:ext cx="14" cy="299"/>
            </a:xfrm>
            <a:custGeom>
              <a:rect b="b" l="l" r="r" t="t"/>
              <a:pathLst>
                <a:path extrusionOk="0" h="22" w="1">
                  <a:moveTo>
                    <a:pt x="1" y="1"/>
                  </a:moveTo>
                  <a:lnTo>
                    <a:pt x="1" y="22"/>
                  </a:lnTo>
                  <a:cubicBezTo>
                    <a:pt x="1" y="15"/>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9" name="Google Shape;5029;p129"/>
            <p:cNvSpPr/>
            <p:nvPr/>
          </p:nvSpPr>
          <p:spPr>
            <a:xfrm>
              <a:off x="2109985" y="1760692"/>
              <a:ext cx="14" cy="394"/>
            </a:xfrm>
            <a:custGeom>
              <a:rect b="b" l="l" r="r" t="t"/>
              <a:pathLst>
                <a:path extrusionOk="0" h="29" w="1">
                  <a:moveTo>
                    <a:pt x="1" y="1"/>
                  </a:moveTo>
                  <a:lnTo>
                    <a:pt x="1" y="29"/>
                  </a:lnTo>
                  <a:cubicBezTo>
                    <a:pt x="1" y="22"/>
                    <a:pt x="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0" name="Google Shape;5030;p129"/>
            <p:cNvSpPr/>
            <p:nvPr/>
          </p:nvSpPr>
          <p:spPr>
            <a:xfrm>
              <a:off x="2109985" y="1761452"/>
              <a:ext cx="14" cy="394"/>
            </a:xfrm>
            <a:custGeom>
              <a:rect b="b" l="l" r="r" t="t"/>
              <a:pathLst>
                <a:path extrusionOk="0" h="29" w="1">
                  <a:moveTo>
                    <a:pt x="1" y="29"/>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129"/>
            <p:cNvSpPr/>
            <p:nvPr/>
          </p:nvSpPr>
          <p:spPr>
            <a:xfrm>
              <a:off x="2110705" y="1765688"/>
              <a:ext cx="109" cy="149"/>
            </a:xfrm>
            <a:custGeom>
              <a:rect b="b" l="l" r="r" t="t"/>
              <a:pathLst>
                <a:path extrusionOk="0" h="11" w="8">
                  <a:moveTo>
                    <a:pt x="0" y="0"/>
                  </a:moveTo>
                  <a:cubicBezTo>
                    <a:pt x="0" y="4"/>
                    <a:pt x="4" y="7"/>
                    <a:pt x="7" y="11"/>
                  </a:cubicBez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2" name="Google Shape;5032;p129"/>
            <p:cNvSpPr/>
            <p:nvPr/>
          </p:nvSpPr>
          <p:spPr>
            <a:xfrm>
              <a:off x="2110135" y="1757990"/>
              <a:ext cx="54" cy="489"/>
            </a:xfrm>
            <a:custGeom>
              <a:rect b="b" l="l" r="r" t="t"/>
              <a:pathLst>
                <a:path extrusionOk="0" h="36" w="4">
                  <a:moveTo>
                    <a:pt x="4" y="0"/>
                  </a:moveTo>
                  <a:cubicBezTo>
                    <a:pt x="4" y="14"/>
                    <a:pt x="0" y="25"/>
                    <a:pt x="0" y="35"/>
                  </a:cubicBezTo>
                  <a:cubicBezTo>
                    <a:pt x="0" y="25"/>
                    <a:pt x="4" y="1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3" name="Google Shape;5033;p129"/>
            <p:cNvSpPr/>
            <p:nvPr/>
          </p:nvSpPr>
          <p:spPr>
            <a:xfrm>
              <a:off x="2110230" y="1756985"/>
              <a:ext cx="54" cy="489"/>
            </a:xfrm>
            <a:custGeom>
              <a:rect b="b" l="l" r="r" t="t"/>
              <a:pathLst>
                <a:path extrusionOk="0" h="36" w="4">
                  <a:moveTo>
                    <a:pt x="4" y="1"/>
                  </a:moveTo>
                  <a:cubicBezTo>
                    <a:pt x="4" y="11"/>
                    <a:pt x="0" y="25"/>
                    <a:pt x="0" y="36"/>
                  </a:cubicBezTo>
                  <a:cubicBezTo>
                    <a:pt x="0" y="25"/>
                    <a:pt x="4" y="11"/>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4" name="Google Shape;5034;p129"/>
            <p:cNvSpPr/>
            <p:nvPr/>
          </p:nvSpPr>
          <p:spPr>
            <a:xfrm>
              <a:off x="2110365" y="1755899"/>
              <a:ext cx="68" cy="530"/>
            </a:xfrm>
            <a:custGeom>
              <a:rect b="b" l="l" r="r" t="t"/>
              <a:pathLst>
                <a:path extrusionOk="0" h="39" w="5">
                  <a:moveTo>
                    <a:pt x="4" y="0"/>
                  </a:moveTo>
                  <a:cubicBezTo>
                    <a:pt x="4" y="14"/>
                    <a:pt x="1" y="25"/>
                    <a:pt x="1" y="39"/>
                  </a:cubicBezTo>
                  <a:cubicBezTo>
                    <a:pt x="1" y="25"/>
                    <a:pt x="4" y="1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5" name="Google Shape;5035;p129"/>
            <p:cNvSpPr/>
            <p:nvPr/>
          </p:nvSpPr>
          <p:spPr>
            <a:xfrm>
              <a:off x="2110515" y="1754704"/>
              <a:ext cx="54" cy="638"/>
            </a:xfrm>
            <a:custGeom>
              <a:rect b="b" l="l" r="r" t="t"/>
              <a:pathLst>
                <a:path extrusionOk="0" h="47" w="4">
                  <a:moveTo>
                    <a:pt x="4" y="1"/>
                  </a:moveTo>
                  <a:lnTo>
                    <a:pt x="4" y="1"/>
                  </a:lnTo>
                  <a:cubicBezTo>
                    <a:pt x="4" y="15"/>
                    <a:pt x="0" y="32"/>
                    <a:pt x="0" y="46"/>
                  </a:cubicBezTo>
                  <a:cubicBezTo>
                    <a:pt x="0" y="32"/>
                    <a:pt x="4" y="1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6" name="Google Shape;5036;p129"/>
            <p:cNvSpPr/>
            <p:nvPr/>
          </p:nvSpPr>
          <p:spPr>
            <a:xfrm>
              <a:off x="2119734" y="1788268"/>
              <a:ext cx="110385" cy="105294"/>
            </a:xfrm>
            <a:custGeom>
              <a:rect b="b" l="l" r="r" t="t"/>
              <a:pathLst>
                <a:path extrusionOk="0" h="7755" w="813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7" name="Google Shape;5037;p129"/>
            <p:cNvSpPr/>
            <p:nvPr/>
          </p:nvSpPr>
          <p:spPr>
            <a:xfrm>
              <a:off x="2135375" y="1790168"/>
              <a:ext cx="14" cy="109"/>
            </a:xfrm>
            <a:custGeom>
              <a:rect b="b" l="l" r="r" t="t"/>
              <a:pathLst>
                <a:path extrusionOk="0" h="8" w="1">
                  <a:moveTo>
                    <a:pt x="0"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8" name="Google Shape;5038;p129"/>
            <p:cNvSpPr/>
            <p:nvPr/>
          </p:nvSpPr>
          <p:spPr>
            <a:xfrm>
              <a:off x="2127962" y="1796916"/>
              <a:ext cx="434" cy="434"/>
            </a:xfrm>
            <a:custGeom>
              <a:rect b="b" l="l" r="r" t="t"/>
              <a:pathLst>
                <a:path extrusionOk="0" h="32" w="32">
                  <a:moveTo>
                    <a:pt x="0" y="32"/>
                  </a:moveTo>
                  <a:lnTo>
                    <a:pt x="3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9" name="Google Shape;5039;p129"/>
            <p:cNvSpPr/>
            <p:nvPr/>
          </p:nvSpPr>
          <p:spPr>
            <a:xfrm>
              <a:off x="2128573" y="1796577"/>
              <a:ext cx="109" cy="163"/>
            </a:xfrm>
            <a:custGeom>
              <a:rect b="b" l="l" r="r" t="t"/>
              <a:pathLst>
                <a:path extrusionOk="0" h="12" w="8">
                  <a:moveTo>
                    <a:pt x="1" y="1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0" name="Google Shape;5040;p129"/>
            <p:cNvSpPr/>
            <p:nvPr/>
          </p:nvSpPr>
          <p:spPr>
            <a:xfrm>
              <a:off x="2135416" y="178902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1" name="Google Shape;5041;p129"/>
            <p:cNvSpPr/>
            <p:nvPr/>
          </p:nvSpPr>
          <p:spPr>
            <a:xfrm>
              <a:off x="2131668" y="1793821"/>
              <a:ext cx="54" cy="14"/>
            </a:xfrm>
            <a:custGeom>
              <a:rect b="b" l="l" r="r" t="t"/>
              <a:pathLst>
                <a:path extrusionOk="0" h="1" w="4">
                  <a:moveTo>
                    <a:pt x="0" y="1"/>
                  </a:moveTo>
                  <a:lnTo>
                    <a:pt x="0" y="1"/>
                  </a:ln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2" name="Google Shape;5042;p129"/>
            <p:cNvSpPr/>
            <p:nvPr/>
          </p:nvSpPr>
          <p:spPr>
            <a:xfrm>
              <a:off x="2131899" y="1793726"/>
              <a:ext cx="299" cy="68"/>
            </a:xfrm>
            <a:custGeom>
              <a:rect b="b" l="l" r="r" t="t"/>
              <a:pathLst>
                <a:path extrusionOk="0" h="5" w="22">
                  <a:moveTo>
                    <a:pt x="1" y="4"/>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3" name="Google Shape;5043;p129"/>
            <p:cNvSpPr/>
            <p:nvPr/>
          </p:nvSpPr>
          <p:spPr>
            <a:xfrm>
              <a:off x="2131763" y="1793821"/>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4" name="Google Shape;5044;p129"/>
            <p:cNvSpPr/>
            <p:nvPr/>
          </p:nvSpPr>
          <p:spPr>
            <a:xfrm>
              <a:off x="2121825" y="1808036"/>
              <a:ext cx="2580" cy="2485"/>
            </a:xfrm>
            <a:custGeom>
              <a:rect b="b" l="l" r="r" t="t"/>
              <a:pathLst>
                <a:path extrusionOk="0" h="183" w="190">
                  <a:moveTo>
                    <a:pt x="190" y="1"/>
                  </a:moveTo>
                  <a:cubicBezTo>
                    <a:pt x="141" y="74"/>
                    <a:pt x="78" y="137"/>
                    <a:pt x="1" y="183"/>
                  </a:cubicBezTo>
                  <a:lnTo>
                    <a:pt x="1" y="183"/>
                  </a:lnTo>
                  <a:cubicBezTo>
                    <a:pt x="78" y="137"/>
                    <a:pt x="141" y="74"/>
                    <a:pt x="19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5" name="Google Shape;5045;p129"/>
            <p:cNvSpPr/>
            <p:nvPr/>
          </p:nvSpPr>
          <p:spPr>
            <a:xfrm>
              <a:off x="2120929" y="1810847"/>
              <a:ext cx="448" cy="299"/>
            </a:xfrm>
            <a:custGeom>
              <a:rect b="b" l="l" r="r" t="t"/>
              <a:pathLst>
                <a:path extrusionOk="0" h="22" w="33">
                  <a:moveTo>
                    <a:pt x="33" y="0"/>
                  </a:moveTo>
                  <a:lnTo>
                    <a:pt x="28" y="4"/>
                  </a:lnTo>
                  <a:lnTo>
                    <a:pt x="0" y="21"/>
                  </a:lnTo>
                  <a:lnTo>
                    <a:pt x="7" y="18"/>
                  </a:lnTo>
                  <a:lnTo>
                    <a:pt x="33"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6" name="Google Shape;5046;p129"/>
            <p:cNvSpPr/>
            <p:nvPr/>
          </p:nvSpPr>
          <p:spPr>
            <a:xfrm>
              <a:off x="2135375" y="1789639"/>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7" name="Google Shape;5047;p129"/>
            <p:cNvSpPr/>
            <p:nvPr/>
          </p:nvSpPr>
          <p:spPr>
            <a:xfrm>
              <a:off x="2135470" y="178830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8" name="Google Shape;5048;p129"/>
            <p:cNvSpPr/>
            <p:nvPr/>
          </p:nvSpPr>
          <p:spPr>
            <a:xfrm>
              <a:off x="2120114" y="1812884"/>
              <a:ext cx="964" cy="1684"/>
            </a:xfrm>
            <a:custGeom>
              <a:rect b="b" l="l" r="r" t="t"/>
              <a:pathLst>
                <a:path extrusionOk="0" h="124" w="71">
                  <a:moveTo>
                    <a:pt x="1" y="1"/>
                  </a:moveTo>
                  <a:cubicBezTo>
                    <a:pt x="18" y="39"/>
                    <a:pt x="46" y="85"/>
                    <a:pt x="71" y="123"/>
                  </a:cubicBezTo>
                  <a:cubicBezTo>
                    <a:pt x="46" y="85"/>
                    <a:pt x="18" y="39"/>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9" name="Google Shape;5049;p129"/>
            <p:cNvSpPr/>
            <p:nvPr/>
          </p:nvSpPr>
          <p:spPr>
            <a:xfrm>
              <a:off x="2137222" y="1859943"/>
              <a:ext cx="163" cy="244"/>
            </a:xfrm>
            <a:custGeom>
              <a:rect b="b" l="l" r="r" t="t"/>
              <a:pathLst>
                <a:path extrusionOk="0" h="18" w="12">
                  <a:moveTo>
                    <a:pt x="1" y="0"/>
                  </a:moveTo>
                  <a:lnTo>
                    <a:pt x="1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0" name="Google Shape;5050;p129"/>
            <p:cNvSpPr/>
            <p:nvPr/>
          </p:nvSpPr>
          <p:spPr>
            <a:xfrm>
              <a:off x="2134615" y="1857418"/>
              <a:ext cx="149" cy="68"/>
            </a:xfrm>
            <a:custGeom>
              <a:rect b="b" l="l" r="r" t="t"/>
              <a:pathLst>
                <a:path extrusionOk="0" h="5" w="11">
                  <a:moveTo>
                    <a:pt x="0" y="1"/>
                  </a:move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1" name="Google Shape;5051;p129"/>
            <p:cNvSpPr/>
            <p:nvPr/>
          </p:nvSpPr>
          <p:spPr>
            <a:xfrm>
              <a:off x="2136706" y="1859034"/>
              <a:ext cx="149" cy="204"/>
            </a:xfrm>
            <a:custGeom>
              <a:rect b="b" l="l" r="r" t="t"/>
              <a:pathLst>
                <a:path extrusionOk="0" h="15" w="11">
                  <a:moveTo>
                    <a:pt x="0" y="1"/>
                  </a:moveTo>
                  <a:lnTo>
                    <a:pt x="1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2" name="Google Shape;5052;p129"/>
            <p:cNvSpPr/>
            <p:nvPr/>
          </p:nvSpPr>
          <p:spPr>
            <a:xfrm>
              <a:off x="2137466" y="1860459"/>
              <a:ext cx="149" cy="258"/>
            </a:xfrm>
            <a:custGeom>
              <a:rect b="b" l="l" r="r" t="t"/>
              <a:pathLst>
                <a:path extrusionOk="0" h="19" w="11">
                  <a:moveTo>
                    <a:pt x="0" y="1"/>
                  </a:moveTo>
                  <a:lnTo>
                    <a:pt x="1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3" name="Google Shape;5053;p129"/>
            <p:cNvSpPr/>
            <p:nvPr/>
          </p:nvSpPr>
          <p:spPr>
            <a:xfrm>
              <a:off x="2119788" y="1811132"/>
              <a:ext cx="1195" cy="964"/>
            </a:xfrm>
            <a:custGeom>
              <a:rect b="b" l="l" r="r" t="t"/>
              <a:pathLst>
                <a:path extrusionOk="0" h="71" w="88">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4" name="Google Shape;5054;p129"/>
            <p:cNvSpPr/>
            <p:nvPr/>
          </p:nvSpPr>
          <p:spPr>
            <a:xfrm>
              <a:off x="2137697" y="1861029"/>
              <a:ext cx="109" cy="258"/>
            </a:xfrm>
            <a:custGeom>
              <a:rect b="b" l="l" r="r" t="t"/>
              <a:pathLst>
                <a:path extrusionOk="0" h="19" w="8">
                  <a:moveTo>
                    <a:pt x="1" y="1"/>
                  </a:moveTo>
                  <a:lnTo>
                    <a:pt x="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5" name="Google Shape;5055;p129"/>
            <p:cNvSpPr/>
            <p:nvPr/>
          </p:nvSpPr>
          <p:spPr>
            <a:xfrm>
              <a:off x="2135036" y="1857567"/>
              <a:ext cx="163" cy="54"/>
            </a:xfrm>
            <a:custGeom>
              <a:rect b="b" l="l" r="r" t="t"/>
              <a:pathLst>
                <a:path extrusionOk="0" h="4" w="12">
                  <a:moveTo>
                    <a:pt x="1" y="0"/>
                  </a:move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6" name="Google Shape;5056;p129"/>
            <p:cNvSpPr/>
            <p:nvPr/>
          </p:nvSpPr>
          <p:spPr>
            <a:xfrm>
              <a:off x="2137982" y="1861654"/>
              <a:ext cx="68" cy="204"/>
            </a:xfrm>
            <a:custGeom>
              <a:rect b="b" l="l" r="r" t="t"/>
              <a:pathLst>
                <a:path extrusionOk="0" h="15" w="5">
                  <a:moveTo>
                    <a:pt x="1" y="0"/>
                  </a:moveTo>
                  <a:lnTo>
                    <a:pt x="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7" name="Google Shape;5057;p129"/>
            <p:cNvSpPr/>
            <p:nvPr/>
          </p:nvSpPr>
          <p:spPr>
            <a:xfrm>
              <a:off x="2138172" y="1862265"/>
              <a:ext cx="68" cy="204"/>
            </a:xfrm>
            <a:custGeom>
              <a:rect b="b" l="l" r="r" t="t"/>
              <a:pathLst>
                <a:path extrusionOk="0" h="15" w="5">
                  <a:moveTo>
                    <a:pt x="1" y="1"/>
                  </a:moveTo>
                  <a:lnTo>
                    <a:pt x="4"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8" name="Google Shape;5058;p129"/>
            <p:cNvSpPr/>
            <p:nvPr/>
          </p:nvSpPr>
          <p:spPr>
            <a:xfrm>
              <a:off x="2136081" y="1858273"/>
              <a:ext cx="163" cy="163"/>
            </a:xfrm>
            <a:custGeom>
              <a:rect b="b" l="l" r="r" t="t"/>
              <a:pathLst>
                <a:path extrusionOk="0" h="12" w="12">
                  <a:moveTo>
                    <a:pt x="1" y="1"/>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9" name="Google Shape;5059;p129"/>
            <p:cNvSpPr/>
            <p:nvPr/>
          </p:nvSpPr>
          <p:spPr>
            <a:xfrm>
              <a:off x="2136421" y="1858613"/>
              <a:ext cx="149" cy="204"/>
            </a:xfrm>
            <a:custGeom>
              <a:rect b="b" l="l" r="r" t="t"/>
              <a:pathLst>
                <a:path extrusionOk="0" h="15" w="11">
                  <a:moveTo>
                    <a:pt x="0" y="0"/>
                  </a:moveTo>
                  <a:lnTo>
                    <a:pt x="1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0" name="Google Shape;5060;p129"/>
            <p:cNvSpPr/>
            <p:nvPr/>
          </p:nvSpPr>
          <p:spPr>
            <a:xfrm>
              <a:off x="2135755" y="1857947"/>
              <a:ext cx="149" cy="149"/>
            </a:xfrm>
            <a:custGeom>
              <a:rect b="b" l="l" r="r" t="t"/>
              <a:pathLst>
                <a:path extrusionOk="0" h="11" w="11">
                  <a:moveTo>
                    <a:pt x="0" y="0"/>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1" name="Google Shape;5061;p129"/>
            <p:cNvSpPr/>
            <p:nvPr/>
          </p:nvSpPr>
          <p:spPr>
            <a:xfrm>
              <a:off x="2119883" y="1812408"/>
              <a:ext cx="54" cy="109"/>
            </a:xfrm>
            <a:custGeom>
              <a:rect b="b" l="l" r="r" t="t"/>
              <a:pathLst>
                <a:path extrusionOk="0" h="8" w="4">
                  <a:moveTo>
                    <a:pt x="0" y="1"/>
                  </a:moveTo>
                  <a:lnTo>
                    <a:pt x="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2" name="Google Shape;5062;p129"/>
            <p:cNvSpPr/>
            <p:nvPr/>
          </p:nvSpPr>
          <p:spPr>
            <a:xfrm>
              <a:off x="2119788" y="1812218"/>
              <a:ext cx="14" cy="109"/>
            </a:xfrm>
            <a:custGeom>
              <a:rect b="b" l="l" r="r" t="t"/>
              <a:pathLst>
                <a:path extrusionOk="0" h="8" w="1">
                  <a:moveTo>
                    <a:pt x="0" y="1"/>
                  </a:moveTo>
                  <a:lnTo>
                    <a:pt x="0" y="4"/>
                  </a:lnTo>
                  <a:cubicBezTo>
                    <a:pt x="0" y="8"/>
                    <a:pt x="0"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3" name="Google Shape;5063;p129"/>
            <p:cNvSpPr/>
            <p:nvPr/>
          </p:nvSpPr>
          <p:spPr>
            <a:xfrm>
              <a:off x="2135416" y="1857703"/>
              <a:ext cx="163" cy="163"/>
            </a:xfrm>
            <a:custGeom>
              <a:rect b="b" l="l" r="r" t="t"/>
              <a:pathLst>
                <a:path extrusionOk="0" h="12" w="12">
                  <a:moveTo>
                    <a:pt x="1" y="1"/>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4" name="Google Shape;5064;p129"/>
            <p:cNvSpPr/>
            <p:nvPr/>
          </p:nvSpPr>
          <p:spPr>
            <a:xfrm>
              <a:off x="2119978" y="1812653"/>
              <a:ext cx="109" cy="204"/>
            </a:xfrm>
            <a:custGeom>
              <a:rect b="b" l="l" r="r" t="t"/>
              <a:pathLst>
                <a:path extrusionOk="0" h="15" w="8">
                  <a:moveTo>
                    <a:pt x="0" y="0"/>
                  </a:moveTo>
                  <a:lnTo>
                    <a:pt x="7"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5" name="Google Shape;5065;p129"/>
            <p:cNvSpPr/>
            <p:nvPr/>
          </p:nvSpPr>
          <p:spPr>
            <a:xfrm>
              <a:off x="2136991" y="1859468"/>
              <a:ext cx="109" cy="204"/>
            </a:xfrm>
            <a:custGeom>
              <a:rect b="b" l="l" r="r" t="t"/>
              <a:pathLst>
                <a:path extrusionOk="0" h="15" w="8">
                  <a:moveTo>
                    <a:pt x="0" y="0"/>
                  </a:moveTo>
                  <a:lnTo>
                    <a:pt x="7"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6" name="Google Shape;5066;p129"/>
            <p:cNvSpPr/>
            <p:nvPr/>
          </p:nvSpPr>
          <p:spPr>
            <a:xfrm>
              <a:off x="2122449" y="1836183"/>
              <a:ext cx="584" cy="1534"/>
            </a:xfrm>
            <a:custGeom>
              <a:rect b="b" l="l" r="r" t="t"/>
              <a:pathLst>
                <a:path extrusionOk="0" h="113" w="43">
                  <a:moveTo>
                    <a:pt x="0" y="0"/>
                  </a:moveTo>
                  <a:cubicBezTo>
                    <a:pt x="7" y="39"/>
                    <a:pt x="21" y="77"/>
                    <a:pt x="42" y="112"/>
                  </a:cubicBezTo>
                  <a:cubicBezTo>
                    <a:pt x="21" y="77"/>
                    <a:pt x="7" y="39"/>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7" name="Google Shape;5067;p129"/>
            <p:cNvSpPr/>
            <p:nvPr/>
          </p:nvSpPr>
          <p:spPr>
            <a:xfrm>
              <a:off x="2121730" y="1810562"/>
              <a:ext cx="109" cy="54"/>
            </a:xfrm>
            <a:custGeom>
              <a:rect b="b" l="l" r="r" t="t"/>
              <a:pathLst>
                <a:path extrusionOk="0" h="4" w="8">
                  <a:moveTo>
                    <a:pt x="8"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8" name="Google Shape;5068;p129"/>
            <p:cNvSpPr/>
            <p:nvPr/>
          </p:nvSpPr>
          <p:spPr>
            <a:xfrm>
              <a:off x="2138362" y="1862985"/>
              <a:ext cx="68" cy="109"/>
            </a:xfrm>
            <a:custGeom>
              <a:rect b="b" l="l" r="r" t="t"/>
              <a:pathLst>
                <a:path extrusionOk="0" h="8" w="5">
                  <a:moveTo>
                    <a:pt x="1" y="1"/>
                  </a:moveTo>
                  <a:lnTo>
                    <a:pt x="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9" name="Google Shape;5069;p129"/>
            <p:cNvSpPr/>
            <p:nvPr/>
          </p:nvSpPr>
          <p:spPr>
            <a:xfrm>
              <a:off x="2120779" y="1810562"/>
              <a:ext cx="1059" cy="720"/>
            </a:xfrm>
            <a:custGeom>
              <a:rect b="b" l="l" r="r" t="t"/>
              <a:pathLst>
                <a:path extrusionOk="0" h="53" w="78">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0" name="Google Shape;5070;p129"/>
            <p:cNvSpPr/>
            <p:nvPr/>
          </p:nvSpPr>
          <p:spPr>
            <a:xfrm>
              <a:off x="1925087" y="1940173"/>
              <a:ext cx="16741" cy="4195"/>
            </a:xfrm>
            <a:custGeom>
              <a:rect b="b" l="l" r="r" t="t"/>
              <a:pathLst>
                <a:path extrusionOk="0" h="309" w="1233">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1" name="Google Shape;5071;p129"/>
            <p:cNvSpPr/>
            <p:nvPr/>
          </p:nvSpPr>
          <p:spPr>
            <a:xfrm>
              <a:off x="1920484" y="1919467"/>
              <a:ext cx="41887" cy="31391"/>
            </a:xfrm>
            <a:custGeom>
              <a:rect b="b" l="l" r="r" t="t"/>
              <a:pathLst>
                <a:path extrusionOk="0" h="2312" w="3085">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2" name="Google Shape;5072;p129"/>
            <p:cNvSpPr/>
            <p:nvPr/>
          </p:nvSpPr>
          <p:spPr>
            <a:xfrm>
              <a:off x="1924802" y="1946215"/>
              <a:ext cx="163" cy="54"/>
            </a:xfrm>
            <a:custGeom>
              <a:rect b="b" l="l" r="r" t="t"/>
              <a:pathLst>
                <a:path extrusionOk="0" h="4" w="12">
                  <a:moveTo>
                    <a:pt x="1" y="4"/>
                  </a:moveTo>
                  <a:lnTo>
                    <a:pt x="1" y="4"/>
                  </a:ln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3" name="Google Shape;5073;p129"/>
            <p:cNvSpPr/>
            <p:nvPr/>
          </p:nvSpPr>
          <p:spPr>
            <a:xfrm>
              <a:off x="1925752" y="1946065"/>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4" name="Google Shape;5074;p129"/>
            <p:cNvSpPr/>
            <p:nvPr/>
          </p:nvSpPr>
          <p:spPr>
            <a:xfrm>
              <a:off x="1928943" y="1940268"/>
              <a:ext cx="109" cy="14"/>
            </a:xfrm>
            <a:custGeom>
              <a:rect b="b" l="l" r="r" t="t"/>
              <a:pathLst>
                <a:path extrusionOk="0" h="1" w="8">
                  <a:moveTo>
                    <a:pt x="7"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5" name="Google Shape;5075;p129"/>
            <p:cNvSpPr/>
            <p:nvPr/>
          </p:nvSpPr>
          <p:spPr>
            <a:xfrm>
              <a:off x="1925752" y="1940268"/>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6" name="Google Shape;5076;p129"/>
            <p:cNvSpPr/>
            <p:nvPr/>
          </p:nvSpPr>
          <p:spPr>
            <a:xfrm>
              <a:off x="1932880" y="1939181"/>
              <a:ext cx="68" cy="54"/>
            </a:xfrm>
            <a:custGeom>
              <a:rect b="b" l="l" r="r" t="t"/>
              <a:pathLst>
                <a:path extrusionOk="0" h="4" w="5">
                  <a:moveTo>
                    <a:pt x="4"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7" name="Google Shape;5077;p129"/>
            <p:cNvSpPr/>
            <p:nvPr/>
          </p:nvSpPr>
          <p:spPr>
            <a:xfrm>
              <a:off x="1931835" y="1939562"/>
              <a:ext cx="109" cy="54"/>
            </a:xfrm>
            <a:custGeom>
              <a:rect b="b" l="l" r="r" t="t"/>
              <a:pathLst>
                <a:path extrusionOk="0" h="4" w="8">
                  <a:moveTo>
                    <a:pt x="8"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8" name="Google Shape;5078;p129"/>
            <p:cNvSpPr/>
            <p:nvPr/>
          </p:nvSpPr>
          <p:spPr>
            <a:xfrm>
              <a:off x="1925901" y="1946025"/>
              <a:ext cx="109" cy="14"/>
            </a:xfrm>
            <a:custGeom>
              <a:rect b="b" l="l" r="r" t="t"/>
              <a:pathLst>
                <a:path extrusionOk="0" h="1" w="8">
                  <a:moveTo>
                    <a:pt x="0" y="0"/>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9" name="Google Shape;5079;p129"/>
            <p:cNvSpPr/>
            <p:nvPr/>
          </p:nvSpPr>
          <p:spPr>
            <a:xfrm>
              <a:off x="1925521" y="1946120"/>
              <a:ext cx="109" cy="14"/>
            </a:xfrm>
            <a:custGeom>
              <a:rect b="b" l="l" r="r" t="t"/>
              <a:pathLst>
                <a:path extrusionOk="0" h="1" w="8">
                  <a:moveTo>
                    <a:pt x="0" y="0"/>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0" name="Google Shape;5080;p129"/>
            <p:cNvSpPr/>
            <p:nvPr/>
          </p:nvSpPr>
          <p:spPr>
            <a:xfrm>
              <a:off x="1926947" y="194032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1" name="Google Shape;5081;p129"/>
            <p:cNvSpPr/>
            <p:nvPr/>
          </p:nvSpPr>
          <p:spPr>
            <a:xfrm>
              <a:off x="1925087" y="1946160"/>
              <a:ext cx="258" cy="68"/>
            </a:xfrm>
            <a:custGeom>
              <a:rect b="b" l="l" r="r" t="t"/>
              <a:pathLst>
                <a:path extrusionOk="0" h="5" w="19">
                  <a:moveTo>
                    <a:pt x="1" y="4"/>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2" name="Google Shape;5082;p129"/>
            <p:cNvSpPr/>
            <p:nvPr/>
          </p:nvSpPr>
          <p:spPr>
            <a:xfrm>
              <a:off x="1928033" y="194032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3" name="Google Shape;5083;p129"/>
            <p:cNvSpPr/>
            <p:nvPr/>
          </p:nvSpPr>
          <p:spPr>
            <a:xfrm>
              <a:off x="1926037" y="194602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4" name="Google Shape;5084;p129"/>
            <p:cNvSpPr/>
            <p:nvPr/>
          </p:nvSpPr>
          <p:spPr>
            <a:xfrm>
              <a:off x="1929893" y="1940132"/>
              <a:ext cx="149" cy="14"/>
            </a:xfrm>
            <a:custGeom>
              <a:rect b="b" l="l" r="r" t="t"/>
              <a:pathLst>
                <a:path extrusionOk="0" h="1" w="11">
                  <a:moveTo>
                    <a:pt x="11"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5" name="Google Shape;5085;p129"/>
            <p:cNvSpPr/>
            <p:nvPr/>
          </p:nvSpPr>
          <p:spPr>
            <a:xfrm>
              <a:off x="1930884" y="1939888"/>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6" name="Google Shape;5086;p129"/>
            <p:cNvSpPr/>
            <p:nvPr/>
          </p:nvSpPr>
          <p:spPr>
            <a:xfrm>
              <a:off x="1926132" y="1945970"/>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7" name="Google Shape;5087;p129"/>
            <p:cNvSpPr/>
            <p:nvPr/>
          </p:nvSpPr>
          <p:spPr>
            <a:xfrm>
              <a:off x="1928318" y="1943404"/>
              <a:ext cx="6911" cy="2349"/>
            </a:xfrm>
            <a:custGeom>
              <a:rect b="b" l="l" r="r" t="t"/>
              <a:pathLst>
                <a:path extrusionOk="0" h="173" w="509">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8" name="Google Shape;5088;p129"/>
            <p:cNvSpPr/>
            <p:nvPr/>
          </p:nvSpPr>
          <p:spPr>
            <a:xfrm>
              <a:off x="1926607" y="1945834"/>
              <a:ext cx="1018" cy="149"/>
            </a:xfrm>
            <a:custGeom>
              <a:rect b="b" l="l" r="r" t="t"/>
              <a:pathLst>
                <a:path extrusionOk="0" h="11" w="75">
                  <a:moveTo>
                    <a:pt x="74" y="0"/>
                  </a:moveTo>
                  <a:lnTo>
                    <a:pt x="74" y="0"/>
                  </a:lnTo>
                  <a:cubicBezTo>
                    <a:pt x="46" y="4"/>
                    <a:pt x="22" y="7"/>
                    <a:pt x="1" y="11"/>
                  </a:cubicBezTo>
                  <a:cubicBezTo>
                    <a:pt x="22" y="11"/>
                    <a:pt x="46" y="4"/>
                    <a:pt x="7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9" name="Google Shape;5089;p129"/>
            <p:cNvSpPr/>
            <p:nvPr/>
          </p:nvSpPr>
          <p:spPr>
            <a:xfrm>
              <a:off x="1927273" y="1949405"/>
              <a:ext cx="17936" cy="10224"/>
            </a:xfrm>
            <a:custGeom>
              <a:rect b="b" l="l" r="r" t="t"/>
              <a:pathLst>
                <a:path extrusionOk="0" h="753" w="1321">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0" name="Google Shape;5090;p129"/>
            <p:cNvSpPr/>
            <p:nvPr/>
          </p:nvSpPr>
          <p:spPr>
            <a:xfrm>
              <a:off x="1944856" y="1949405"/>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1" name="Google Shape;5091;p129"/>
            <p:cNvSpPr/>
            <p:nvPr/>
          </p:nvSpPr>
          <p:spPr>
            <a:xfrm>
              <a:off x="1945141" y="1949500"/>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2" name="Google Shape;5092;p129"/>
            <p:cNvSpPr/>
            <p:nvPr/>
          </p:nvSpPr>
          <p:spPr>
            <a:xfrm>
              <a:off x="1927938" y="1950967"/>
              <a:ext cx="1018" cy="828"/>
            </a:xfrm>
            <a:custGeom>
              <a:rect b="b" l="l" r="r" t="t"/>
              <a:pathLst>
                <a:path extrusionOk="0" h="61" w="75">
                  <a:moveTo>
                    <a:pt x="74" y="60"/>
                  </a:moveTo>
                  <a:cubicBezTo>
                    <a:pt x="43" y="50"/>
                    <a:pt x="15" y="29"/>
                    <a:pt x="1" y="1"/>
                  </a:cubicBezTo>
                  <a:cubicBezTo>
                    <a:pt x="15" y="29"/>
                    <a:pt x="43" y="50"/>
                    <a:pt x="74" y="6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3" name="Google Shape;5093;p129"/>
            <p:cNvSpPr/>
            <p:nvPr/>
          </p:nvSpPr>
          <p:spPr>
            <a:xfrm>
              <a:off x="1927612" y="195058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4" name="Google Shape;5094;p129"/>
            <p:cNvSpPr/>
            <p:nvPr/>
          </p:nvSpPr>
          <p:spPr>
            <a:xfrm>
              <a:off x="1927843" y="195077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5" name="Google Shape;5095;p129"/>
            <p:cNvSpPr/>
            <p:nvPr/>
          </p:nvSpPr>
          <p:spPr>
            <a:xfrm>
              <a:off x="1944666" y="194935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6" name="Google Shape;5096;p129"/>
            <p:cNvSpPr/>
            <p:nvPr/>
          </p:nvSpPr>
          <p:spPr>
            <a:xfrm>
              <a:off x="1927802" y="1950736"/>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7" name="Google Shape;5097;p129"/>
            <p:cNvSpPr/>
            <p:nvPr/>
          </p:nvSpPr>
          <p:spPr>
            <a:xfrm>
              <a:off x="1927748" y="195068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8" name="Google Shape;5098;p129"/>
            <p:cNvSpPr/>
            <p:nvPr/>
          </p:nvSpPr>
          <p:spPr>
            <a:xfrm>
              <a:off x="1927137" y="1950546"/>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9" name="Google Shape;5099;p129"/>
            <p:cNvSpPr/>
            <p:nvPr/>
          </p:nvSpPr>
          <p:spPr>
            <a:xfrm>
              <a:off x="1944475" y="194931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0" name="Google Shape;5100;p129"/>
            <p:cNvSpPr/>
            <p:nvPr/>
          </p:nvSpPr>
          <p:spPr>
            <a:xfrm>
              <a:off x="2156244" y="1961014"/>
              <a:ext cx="88987" cy="61547"/>
            </a:xfrm>
            <a:custGeom>
              <a:rect b="b" l="l" r="r" t="t"/>
              <a:pathLst>
                <a:path extrusionOk="0" h="4533" w="6554">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1" name="Google Shape;5101;p129"/>
            <p:cNvSpPr/>
            <p:nvPr/>
          </p:nvSpPr>
          <p:spPr>
            <a:xfrm>
              <a:off x="2069728" y="1940363"/>
              <a:ext cx="85810" cy="69734"/>
            </a:xfrm>
            <a:custGeom>
              <a:rect b="b" l="l" r="r" t="t"/>
              <a:pathLst>
                <a:path extrusionOk="0" h="5136" w="632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129"/>
            <p:cNvSpPr/>
            <p:nvPr/>
          </p:nvSpPr>
          <p:spPr>
            <a:xfrm>
              <a:off x="2055186" y="1951225"/>
              <a:ext cx="19973" cy="43584"/>
            </a:xfrm>
            <a:custGeom>
              <a:rect b="b" l="l" r="r" t="t"/>
              <a:pathLst>
                <a:path extrusionOk="0" h="3210" w="1471">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3" name="Google Shape;5103;p129"/>
            <p:cNvSpPr/>
            <p:nvPr/>
          </p:nvSpPr>
          <p:spPr>
            <a:xfrm>
              <a:off x="2074819" y="195847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4" name="Google Shape;5104;p129"/>
            <p:cNvSpPr/>
            <p:nvPr/>
          </p:nvSpPr>
          <p:spPr>
            <a:xfrm>
              <a:off x="2069972" y="1992704"/>
              <a:ext cx="109" cy="109"/>
            </a:xfrm>
            <a:custGeom>
              <a:rect b="b" l="l" r="r" t="t"/>
              <a:pathLst>
                <a:path extrusionOk="0" h="8" w="8">
                  <a:moveTo>
                    <a:pt x="7"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5" name="Google Shape;5105;p129"/>
            <p:cNvSpPr/>
            <p:nvPr/>
          </p:nvSpPr>
          <p:spPr>
            <a:xfrm>
              <a:off x="2074860" y="1958855"/>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129"/>
            <p:cNvSpPr/>
            <p:nvPr/>
          </p:nvSpPr>
          <p:spPr>
            <a:xfrm>
              <a:off x="2074670" y="1957525"/>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7" name="Google Shape;5107;p129"/>
            <p:cNvSpPr/>
            <p:nvPr/>
          </p:nvSpPr>
          <p:spPr>
            <a:xfrm>
              <a:off x="2074385" y="1955678"/>
              <a:ext cx="68" cy="204"/>
            </a:xfrm>
            <a:custGeom>
              <a:rect b="b" l="l" r="r" t="t"/>
              <a:pathLst>
                <a:path extrusionOk="0" h="15" w="5">
                  <a:moveTo>
                    <a:pt x="1" y="0"/>
                  </a:moveTo>
                  <a:lnTo>
                    <a:pt x="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8" name="Google Shape;5108;p129"/>
            <p:cNvSpPr/>
            <p:nvPr/>
          </p:nvSpPr>
          <p:spPr>
            <a:xfrm>
              <a:off x="2074480" y="195638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9" name="Google Shape;5109;p129"/>
            <p:cNvSpPr/>
            <p:nvPr/>
          </p:nvSpPr>
          <p:spPr>
            <a:xfrm>
              <a:off x="2074344" y="1955244"/>
              <a:ext cx="54" cy="258"/>
            </a:xfrm>
            <a:custGeom>
              <a:rect b="b" l="l" r="r" t="t"/>
              <a:pathLst>
                <a:path extrusionOk="0" h="19" w="4">
                  <a:moveTo>
                    <a:pt x="4" y="18"/>
                  </a:moveTo>
                  <a:lnTo>
                    <a:pt x="0" y="1"/>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0" name="Google Shape;5110;p129"/>
            <p:cNvSpPr/>
            <p:nvPr/>
          </p:nvSpPr>
          <p:spPr>
            <a:xfrm>
              <a:off x="2048669" y="1961041"/>
              <a:ext cx="11704" cy="36279"/>
            </a:xfrm>
            <a:custGeom>
              <a:rect b="b" l="l" r="r" t="t"/>
              <a:pathLst>
                <a:path extrusionOk="0" h="2672" w="862">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1" name="Google Shape;5111;p129"/>
            <p:cNvSpPr/>
            <p:nvPr/>
          </p:nvSpPr>
          <p:spPr>
            <a:xfrm>
              <a:off x="2054141" y="1965983"/>
              <a:ext cx="109" cy="204"/>
            </a:xfrm>
            <a:custGeom>
              <a:rect b="b" l="l" r="r" t="t"/>
              <a:pathLst>
                <a:path extrusionOk="0" h="15" w="8">
                  <a:moveTo>
                    <a:pt x="0" y="1"/>
                  </a:moveTo>
                  <a:lnTo>
                    <a:pt x="7"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2" name="Google Shape;5112;p129"/>
            <p:cNvSpPr/>
            <p:nvPr/>
          </p:nvSpPr>
          <p:spPr>
            <a:xfrm>
              <a:off x="2054331" y="1966323"/>
              <a:ext cx="109" cy="204"/>
            </a:xfrm>
            <a:custGeom>
              <a:rect b="b" l="l" r="r" t="t"/>
              <a:pathLst>
                <a:path extrusionOk="0" h="15" w="8">
                  <a:moveTo>
                    <a:pt x="0" y="0"/>
                  </a:moveTo>
                  <a:lnTo>
                    <a:pt x="7"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3" name="Google Shape;5113;p129"/>
            <p:cNvSpPr/>
            <p:nvPr/>
          </p:nvSpPr>
          <p:spPr>
            <a:xfrm>
              <a:off x="2053476" y="1963417"/>
              <a:ext cx="54" cy="299"/>
            </a:xfrm>
            <a:custGeom>
              <a:rect b="b" l="l" r="r" t="t"/>
              <a:pathLst>
                <a:path extrusionOk="0" h="22" w="4">
                  <a:moveTo>
                    <a:pt x="0" y="1"/>
                  </a:moveTo>
                  <a:cubicBezTo>
                    <a:pt x="0" y="8"/>
                    <a:pt x="0" y="15"/>
                    <a:pt x="4" y="22"/>
                  </a:cubicBezTo>
                  <a:cubicBezTo>
                    <a:pt x="0" y="15"/>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4" name="Google Shape;5114;p129"/>
            <p:cNvSpPr/>
            <p:nvPr/>
          </p:nvSpPr>
          <p:spPr>
            <a:xfrm>
              <a:off x="2053326" y="1961897"/>
              <a:ext cx="14" cy="394"/>
            </a:xfrm>
            <a:custGeom>
              <a:rect b="b" l="l" r="r" t="t"/>
              <a:pathLst>
                <a:path extrusionOk="0" h="29" w="1">
                  <a:moveTo>
                    <a:pt x="1" y="1"/>
                  </a:moveTo>
                  <a:lnTo>
                    <a:pt x="1" y="29"/>
                  </a:lnTo>
                  <a:cubicBezTo>
                    <a:pt x="1" y="22"/>
                    <a:pt x="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5" name="Google Shape;5115;p129"/>
            <p:cNvSpPr/>
            <p:nvPr/>
          </p:nvSpPr>
          <p:spPr>
            <a:xfrm>
              <a:off x="2060414" y="1992514"/>
              <a:ext cx="14" cy="774"/>
            </a:xfrm>
            <a:custGeom>
              <a:rect b="b" l="l" r="r" t="t"/>
              <a:pathLst>
                <a:path extrusionOk="0" h="57" w="1">
                  <a:moveTo>
                    <a:pt x="1" y="0"/>
                  </a:moveTo>
                  <a:lnTo>
                    <a:pt x="1" y="5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6" name="Google Shape;5116;p129"/>
            <p:cNvSpPr/>
            <p:nvPr/>
          </p:nvSpPr>
          <p:spPr>
            <a:xfrm>
              <a:off x="2053666" y="1964653"/>
              <a:ext cx="54" cy="258"/>
            </a:xfrm>
            <a:custGeom>
              <a:rect b="b" l="l" r="r" t="t"/>
              <a:pathLst>
                <a:path extrusionOk="0" h="19" w="4">
                  <a:moveTo>
                    <a:pt x="0" y="1"/>
                  </a:moveTo>
                  <a:lnTo>
                    <a:pt x="0" y="1"/>
                  </a:lnTo>
                  <a:cubicBezTo>
                    <a:pt x="0" y="4"/>
                    <a:pt x="4" y="11"/>
                    <a:pt x="4" y="18"/>
                  </a:cubicBezTo>
                  <a:cubicBezTo>
                    <a:pt x="4" y="11"/>
                    <a:pt x="4"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7" name="Google Shape;5117;p129"/>
            <p:cNvSpPr/>
            <p:nvPr/>
          </p:nvSpPr>
          <p:spPr>
            <a:xfrm>
              <a:off x="2053571" y="1964083"/>
              <a:ext cx="54" cy="258"/>
            </a:xfrm>
            <a:custGeom>
              <a:rect b="b" l="l" r="r" t="t"/>
              <a:pathLst>
                <a:path extrusionOk="0" h="19" w="4">
                  <a:moveTo>
                    <a:pt x="0" y="1"/>
                  </a:moveTo>
                  <a:lnTo>
                    <a:pt x="0" y="1"/>
                  </a:lnTo>
                  <a:cubicBezTo>
                    <a:pt x="0" y="8"/>
                    <a:pt x="4" y="11"/>
                    <a:pt x="4" y="18"/>
                  </a:cubicBezTo>
                  <a:cubicBezTo>
                    <a:pt x="4" y="11"/>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8" name="Google Shape;5118;p129"/>
            <p:cNvSpPr/>
            <p:nvPr/>
          </p:nvSpPr>
          <p:spPr>
            <a:xfrm>
              <a:off x="2053381" y="1962711"/>
              <a:ext cx="54" cy="339"/>
            </a:xfrm>
            <a:custGeom>
              <a:rect b="b" l="l" r="r" t="t"/>
              <a:pathLst>
                <a:path extrusionOk="0" h="25" w="4">
                  <a:moveTo>
                    <a:pt x="0" y="0"/>
                  </a:moveTo>
                  <a:cubicBezTo>
                    <a:pt x="0" y="11"/>
                    <a:pt x="0" y="18"/>
                    <a:pt x="4" y="25"/>
                  </a:cubicBezTo>
                  <a:cubicBezTo>
                    <a:pt x="0" y="18"/>
                    <a:pt x="0"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9" name="Google Shape;5119;p129"/>
            <p:cNvSpPr/>
            <p:nvPr/>
          </p:nvSpPr>
          <p:spPr>
            <a:xfrm>
              <a:off x="2060319" y="1990369"/>
              <a:ext cx="14" cy="638"/>
            </a:xfrm>
            <a:custGeom>
              <a:rect b="b" l="l" r="r" t="t"/>
              <a:pathLst>
                <a:path extrusionOk="0" h="47" w="1">
                  <a:moveTo>
                    <a:pt x="1" y="1"/>
                  </a:moveTo>
                  <a:lnTo>
                    <a:pt x="1" y="4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0" name="Google Shape;5120;p129"/>
            <p:cNvSpPr/>
            <p:nvPr/>
          </p:nvSpPr>
          <p:spPr>
            <a:xfrm>
              <a:off x="2060319" y="1989378"/>
              <a:ext cx="14" cy="584"/>
            </a:xfrm>
            <a:custGeom>
              <a:rect b="b" l="l" r="r" t="t"/>
              <a:pathLst>
                <a:path extrusionOk="0" h="43" w="1">
                  <a:moveTo>
                    <a:pt x="1" y="0"/>
                  </a:moveTo>
                  <a:lnTo>
                    <a:pt x="1" y="4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129"/>
            <p:cNvSpPr/>
            <p:nvPr/>
          </p:nvSpPr>
          <p:spPr>
            <a:xfrm>
              <a:off x="2058459" y="1972786"/>
              <a:ext cx="584" cy="1439"/>
            </a:xfrm>
            <a:custGeom>
              <a:rect b="b" l="l" r="r" t="t"/>
              <a:pathLst>
                <a:path extrusionOk="0" h="106" w="43">
                  <a:moveTo>
                    <a:pt x="43" y="105"/>
                  </a:moveTo>
                  <a:cubicBezTo>
                    <a:pt x="15" y="77"/>
                    <a:pt x="1" y="42"/>
                    <a:pt x="1" y="0"/>
                  </a:cubicBezTo>
                  <a:cubicBezTo>
                    <a:pt x="1" y="42"/>
                    <a:pt x="15" y="77"/>
                    <a:pt x="43" y="10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2" name="Google Shape;5122;p129"/>
            <p:cNvSpPr/>
            <p:nvPr/>
          </p:nvSpPr>
          <p:spPr>
            <a:xfrm>
              <a:off x="2054806" y="1966934"/>
              <a:ext cx="149" cy="163"/>
            </a:xfrm>
            <a:custGeom>
              <a:rect b="b" l="l" r="r" t="t"/>
              <a:pathLst>
                <a:path extrusionOk="0" h="12" w="11">
                  <a:moveTo>
                    <a:pt x="11"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3" name="Google Shape;5123;p129"/>
            <p:cNvSpPr/>
            <p:nvPr/>
          </p:nvSpPr>
          <p:spPr>
            <a:xfrm>
              <a:off x="2053951" y="1965603"/>
              <a:ext cx="109" cy="204"/>
            </a:xfrm>
            <a:custGeom>
              <a:rect b="b" l="l" r="r" t="t"/>
              <a:pathLst>
                <a:path extrusionOk="0" h="15" w="8">
                  <a:moveTo>
                    <a:pt x="0" y="1"/>
                  </a:moveTo>
                  <a:lnTo>
                    <a:pt x="7"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4" name="Google Shape;5124;p129"/>
            <p:cNvSpPr/>
            <p:nvPr/>
          </p:nvSpPr>
          <p:spPr>
            <a:xfrm>
              <a:off x="2060373" y="1991414"/>
              <a:ext cx="0" cy="679"/>
            </a:xfrm>
            <a:custGeom>
              <a:rect b="b" l="l" r="r" t="t"/>
              <a:pathLst>
                <a:path extrusionOk="0" h="50" w="0">
                  <a:moveTo>
                    <a:pt x="0" y="1"/>
                  </a:moveTo>
                  <a:lnTo>
                    <a:pt x="0" y="5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5" name="Google Shape;5125;p129"/>
            <p:cNvSpPr/>
            <p:nvPr/>
          </p:nvSpPr>
          <p:spPr>
            <a:xfrm>
              <a:off x="2053801" y="1965128"/>
              <a:ext cx="109" cy="258"/>
            </a:xfrm>
            <a:custGeom>
              <a:rect b="b" l="l" r="r" t="t"/>
              <a:pathLst>
                <a:path extrusionOk="0" h="19" w="8">
                  <a:moveTo>
                    <a:pt x="1" y="1"/>
                  </a:moveTo>
                  <a:lnTo>
                    <a:pt x="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6" name="Google Shape;5126;p129"/>
            <p:cNvSpPr/>
            <p:nvPr/>
          </p:nvSpPr>
          <p:spPr>
            <a:xfrm>
              <a:off x="2060224" y="1987477"/>
              <a:ext cx="14" cy="584"/>
            </a:xfrm>
            <a:custGeom>
              <a:rect b="b" l="l" r="r" t="t"/>
              <a:pathLst>
                <a:path extrusionOk="0" h="43" w="1">
                  <a:moveTo>
                    <a:pt x="1" y="0"/>
                  </a:moveTo>
                  <a:lnTo>
                    <a:pt x="1" y="4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7" name="Google Shape;5127;p129"/>
            <p:cNvSpPr/>
            <p:nvPr/>
          </p:nvSpPr>
          <p:spPr>
            <a:xfrm>
              <a:off x="2060034" y="1983865"/>
              <a:ext cx="14" cy="489"/>
            </a:xfrm>
            <a:custGeom>
              <a:rect b="b" l="l" r="r" t="t"/>
              <a:pathLst>
                <a:path extrusionOk="0" h="36" w="1">
                  <a:moveTo>
                    <a:pt x="1" y="0"/>
                  </a:moveTo>
                  <a:lnTo>
                    <a:pt x="1" y="35"/>
                  </a:lnTo>
                  <a:cubicBezTo>
                    <a:pt x="1" y="21"/>
                    <a:pt x="1"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8" name="Google Shape;5128;p129"/>
            <p:cNvSpPr/>
            <p:nvPr/>
          </p:nvSpPr>
          <p:spPr>
            <a:xfrm>
              <a:off x="2059939" y="1982820"/>
              <a:ext cx="14" cy="434"/>
            </a:xfrm>
            <a:custGeom>
              <a:rect b="b" l="l" r="r" t="t"/>
              <a:pathLst>
                <a:path extrusionOk="0" h="32" w="1">
                  <a:moveTo>
                    <a:pt x="1" y="0"/>
                  </a:moveTo>
                  <a:lnTo>
                    <a:pt x="1"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9" name="Google Shape;5129;p129"/>
            <p:cNvSpPr/>
            <p:nvPr/>
          </p:nvSpPr>
          <p:spPr>
            <a:xfrm>
              <a:off x="2060088" y="1984435"/>
              <a:ext cx="0" cy="530"/>
            </a:xfrm>
            <a:custGeom>
              <a:rect b="b" l="l" r="r" t="t"/>
              <a:pathLst>
                <a:path extrusionOk="0" h="39" w="0">
                  <a:moveTo>
                    <a:pt x="0" y="0"/>
                  </a:moveTo>
                  <a:lnTo>
                    <a:pt x="0" y="3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0" name="Google Shape;5130;p129"/>
            <p:cNvSpPr/>
            <p:nvPr/>
          </p:nvSpPr>
          <p:spPr>
            <a:xfrm>
              <a:off x="2059993" y="1983295"/>
              <a:ext cx="54" cy="434"/>
            </a:xfrm>
            <a:custGeom>
              <a:rect b="b" l="l" r="r" t="t"/>
              <a:pathLst>
                <a:path extrusionOk="0" h="32" w="4">
                  <a:moveTo>
                    <a:pt x="0" y="0"/>
                  </a:moveTo>
                  <a:lnTo>
                    <a:pt x="0" y="32"/>
                  </a:lnTo>
                  <a:cubicBezTo>
                    <a:pt x="4" y="21"/>
                    <a:pt x="0"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1" name="Google Shape;5131;p129"/>
            <p:cNvSpPr/>
            <p:nvPr/>
          </p:nvSpPr>
          <p:spPr>
            <a:xfrm>
              <a:off x="2060468" y="1993695"/>
              <a:ext cx="54" cy="923"/>
            </a:xfrm>
            <a:custGeom>
              <a:rect b="b" l="l" r="r" t="t"/>
              <a:pathLst>
                <a:path extrusionOk="0" h="68" w="4">
                  <a:moveTo>
                    <a:pt x="0" y="1"/>
                  </a:moveTo>
                  <a:lnTo>
                    <a:pt x="4" y="6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2" name="Google Shape;5132;p129"/>
            <p:cNvSpPr/>
            <p:nvPr/>
          </p:nvSpPr>
          <p:spPr>
            <a:xfrm>
              <a:off x="2060183" y="1986621"/>
              <a:ext cx="0" cy="584"/>
            </a:xfrm>
            <a:custGeom>
              <a:rect b="b" l="l" r="r" t="t"/>
              <a:pathLst>
                <a:path extrusionOk="0" h="43" w="0">
                  <a:moveTo>
                    <a:pt x="0" y="0"/>
                  </a:moveTo>
                  <a:lnTo>
                    <a:pt x="0" y="4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3" name="Google Shape;5133;p129"/>
            <p:cNvSpPr/>
            <p:nvPr/>
          </p:nvSpPr>
          <p:spPr>
            <a:xfrm>
              <a:off x="2060129" y="1985807"/>
              <a:ext cx="14" cy="638"/>
            </a:xfrm>
            <a:custGeom>
              <a:rect b="b" l="l" r="r" t="t"/>
              <a:pathLst>
                <a:path extrusionOk="0" h="47" w="1">
                  <a:moveTo>
                    <a:pt x="1" y="1"/>
                  </a:moveTo>
                  <a:lnTo>
                    <a:pt x="1" y="4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4" name="Google Shape;5134;p129"/>
            <p:cNvSpPr/>
            <p:nvPr/>
          </p:nvSpPr>
          <p:spPr>
            <a:xfrm>
              <a:off x="2060088" y="1985101"/>
              <a:ext cx="0" cy="530"/>
            </a:xfrm>
            <a:custGeom>
              <a:rect b="b" l="l" r="r" t="t"/>
              <a:pathLst>
                <a:path extrusionOk="0" h="39" w="0">
                  <a:moveTo>
                    <a:pt x="0" y="0"/>
                  </a:moveTo>
                  <a:lnTo>
                    <a:pt x="0" y="3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5" name="Google Shape;5135;p129"/>
            <p:cNvSpPr/>
            <p:nvPr/>
          </p:nvSpPr>
          <p:spPr>
            <a:xfrm>
              <a:off x="2054562" y="1966649"/>
              <a:ext cx="109" cy="163"/>
            </a:xfrm>
            <a:custGeom>
              <a:rect b="b" l="l" r="r" t="t"/>
              <a:pathLst>
                <a:path extrusionOk="0" h="12" w="8">
                  <a:moveTo>
                    <a:pt x="1" y="1"/>
                  </a:moveTo>
                  <a:lnTo>
                    <a:pt x="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6" name="Google Shape;5136;p129"/>
            <p:cNvSpPr/>
            <p:nvPr/>
          </p:nvSpPr>
          <p:spPr>
            <a:xfrm>
              <a:off x="2060509" y="1994795"/>
              <a:ext cx="14" cy="530"/>
            </a:xfrm>
            <a:custGeom>
              <a:rect b="b" l="l" r="r" t="t"/>
              <a:pathLst>
                <a:path extrusionOk="0" h="39" w="1">
                  <a:moveTo>
                    <a:pt x="1" y="39"/>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7" name="Google Shape;5137;p129"/>
            <p:cNvSpPr/>
            <p:nvPr/>
          </p:nvSpPr>
          <p:spPr>
            <a:xfrm>
              <a:off x="2055091" y="1967178"/>
              <a:ext cx="149" cy="149"/>
            </a:xfrm>
            <a:custGeom>
              <a:rect b="b" l="l" r="r" t="t"/>
              <a:pathLst>
                <a:path extrusionOk="0" h="11" w="11">
                  <a:moveTo>
                    <a:pt x="0" y="0"/>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8" name="Google Shape;5138;p129"/>
            <p:cNvSpPr/>
            <p:nvPr/>
          </p:nvSpPr>
          <p:spPr>
            <a:xfrm>
              <a:off x="2055376" y="1967463"/>
              <a:ext cx="149" cy="109"/>
            </a:xfrm>
            <a:custGeom>
              <a:rect b="b" l="l" r="r" t="t"/>
              <a:pathLst>
                <a:path extrusionOk="0" h="8" w="11">
                  <a:moveTo>
                    <a:pt x="0" y="0"/>
                  </a:moveTo>
                  <a:lnTo>
                    <a:pt x="1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9" name="Google Shape;5139;p129"/>
            <p:cNvSpPr/>
            <p:nvPr/>
          </p:nvSpPr>
          <p:spPr>
            <a:xfrm>
              <a:off x="2059939" y="1982385"/>
              <a:ext cx="14" cy="448"/>
            </a:xfrm>
            <a:custGeom>
              <a:rect b="b" l="l" r="r" t="t"/>
              <a:pathLst>
                <a:path extrusionOk="0" h="33" w="1">
                  <a:moveTo>
                    <a:pt x="1" y="1"/>
                  </a:moveTo>
                  <a:lnTo>
                    <a:pt x="1" y="32"/>
                  </a:lnTo>
                  <a:cubicBezTo>
                    <a:pt x="1" y="22"/>
                    <a:pt x="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0" name="Google Shape;5140;p129"/>
            <p:cNvSpPr/>
            <p:nvPr/>
          </p:nvSpPr>
          <p:spPr>
            <a:xfrm>
              <a:off x="2060278" y="1988427"/>
              <a:ext cx="0" cy="530"/>
            </a:xfrm>
            <a:custGeom>
              <a:rect b="b" l="l" r="r" t="t"/>
              <a:pathLst>
                <a:path extrusionOk="0" h="39" w="0">
                  <a:moveTo>
                    <a:pt x="0" y="0"/>
                  </a:moveTo>
                  <a:lnTo>
                    <a:pt x="0" y="3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1" name="Google Shape;5141;p129"/>
            <p:cNvSpPr/>
            <p:nvPr/>
          </p:nvSpPr>
          <p:spPr>
            <a:xfrm>
              <a:off x="2056137" y="1967884"/>
              <a:ext cx="149" cy="109"/>
            </a:xfrm>
            <a:custGeom>
              <a:rect b="b" l="l" r="r" t="t"/>
              <a:pathLst>
                <a:path extrusionOk="0" h="8" w="11">
                  <a:moveTo>
                    <a:pt x="0"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2" name="Google Shape;5142;p129"/>
            <p:cNvSpPr/>
            <p:nvPr/>
          </p:nvSpPr>
          <p:spPr>
            <a:xfrm>
              <a:off x="2055757" y="1967654"/>
              <a:ext cx="149" cy="109"/>
            </a:xfrm>
            <a:custGeom>
              <a:rect b="b" l="l" r="r" t="t"/>
              <a:pathLst>
                <a:path extrusionOk="0" h="8" w="11">
                  <a:moveTo>
                    <a:pt x="0" y="0"/>
                  </a:moveTo>
                  <a:lnTo>
                    <a:pt x="1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3" name="Google Shape;5143;p129"/>
            <p:cNvSpPr/>
            <p:nvPr/>
          </p:nvSpPr>
          <p:spPr>
            <a:xfrm>
              <a:off x="2153623" y="1945930"/>
              <a:ext cx="3720" cy="6381"/>
            </a:xfrm>
            <a:custGeom>
              <a:rect b="b" l="l" r="r" t="t"/>
              <a:pathLst>
                <a:path extrusionOk="0" h="470" w="274">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4" name="Google Shape;5144;p129"/>
            <p:cNvSpPr/>
            <p:nvPr/>
          </p:nvSpPr>
          <p:spPr>
            <a:xfrm>
              <a:off x="2113366" y="1953723"/>
              <a:ext cx="52776" cy="75260"/>
            </a:xfrm>
            <a:custGeom>
              <a:rect b="b" l="l" r="r" t="t"/>
              <a:pathLst>
                <a:path extrusionOk="0" h="5543" w="3887">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5" name="Google Shape;5145;p129"/>
            <p:cNvSpPr/>
            <p:nvPr/>
          </p:nvSpPr>
          <p:spPr>
            <a:xfrm>
              <a:off x="2165368" y="2023172"/>
              <a:ext cx="149" cy="244"/>
            </a:xfrm>
            <a:custGeom>
              <a:rect b="b" l="l" r="r" t="t"/>
              <a:pathLst>
                <a:path extrusionOk="0" h="18" w="11">
                  <a:moveTo>
                    <a:pt x="11" y="18"/>
                  </a:moveTo>
                  <a:cubicBezTo>
                    <a:pt x="7" y="11"/>
                    <a:pt x="4" y="7"/>
                    <a:pt x="0" y="0"/>
                  </a:cubicBezTo>
                  <a:cubicBezTo>
                    <a:pt x="4" y="7"/>
                    <a:pt x="7" y="11"/>
                    <a:pt x="1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6" name="Google Shape;5146;p129"/>
            <p:cNvSpPr/>
            <p:nvPr/>
          </p:nvSpPr>
          <p:spPr>
            <a:xfrm>
              <a:off x="2165178" y="2022792"/>
              <a:ext cx="149" cy="339"/>
            </a:xfrm>
            <a:custGeom>
              <a:rect b="b" l="l" r="r" t="t"/>
              <a:pathLst>
                <a:path extrusionOk="0" h="25" w="11">
                  <a:moveTo>
                    <a:pt x="11" y="25"/>
                  </a:moveTo>
                  <a:cubicBezTo>
                    <a:pt x="4" y="14"/>
                    <a:pt x="4" y="7"/>
                    <a:pt x="0" y="0"/>
                  </a:cubicBezTo>
                  <a:cubicBezTo>
                    <a:pt x="4" y="7"/>
                    <a:pt x="4" y="14"/>
                    <a:pt x="1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7" name="Google Shape;5147;p129"/>
            <p:cNvSpPr/>
            <p:nvPr/>
          </p:nvSpPr>
          <p:spPr>
            <a:xfrm>
              <a:off x="2159136" y="1988902"/>
              <a:ext cx="204" cy="299"/>
            </a:xfrm>
            <a:custGeom>
              <a:rect b="b" l="l" r="r" t="t"/>
              <a:pathLst>
                <a:path extrusionOk="0" h="22" w="15">
                  <a:moveTo>
                    <a:pt x="1" y="21"/>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8" name="Google Shape;5148;p129"/>
            <p:cNvSpPr/>
            <p:nvPr/>
          </p:nvSpPr>
          <p:spPr>
            <a:xfrm>
              <a:off x="2158715" y="1989568"/>
              <a:ext cx="204" cy="244"/>
            </a:xfrm>
            <a:custGeom>
              <a:rect b="b" l="l" r="r" t="t"/>
              <a:pathLst>
                <a:path extrusionOk="0" h="18" w="15">
                  <a:moveTo>
                    <a:pt x="0" y="18"/>
                  </a:moveTo>
                  <a:cubicBezTo>
                    <a:pt x="4" y="11"/>
                    <a:pt x="11" y="4"/>
                    <a:pt x="14" y="0"/>
                  </a:cubicBezTo>
                  <a:cubicBezTo>
                    <a:pt x="11" y="4"/>
                    <a:pt x="4" y="11"/>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9" name="Google Shape;5149;p129"/>
            <p:cNvSpPr/>
            <p:nvPr/>
          </p:nvSpPr>
          <p:spPr>
            <a:xfrm>
              <a:off x="2158375" y="1990179"/>
              <a:ext cx="109" cy="258"/>
            </a:xfrm>
            <a:custGeom>
              <a:rect b="b" l="l" r="r" t="t"/>
              <a:pathLst>
                <a:path extrusionOk="0" h="19" w="8">
                  <a:moveTo>
                    <a:pt x="1" y="18"/>
                  </a:moveTo>
                  <a:cubicBezTo>
                    <a:pt x="4" y="15"/>
                    <a:pt x="8" y="8"/>
                    <a:pt x="8" y="1"/>
                  </a:cubicBezTo>
                  <a:cubicBezTo>
                    <a:pt x="8" y="8"/>
                    <a:pt x="4" y="15"/>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0" name="Google Shape;5150;p129"/>
            <p:cNvSpPr/>
            <p:nvPr/>
          </p:nvSpPr>
          <p:spPr>
            <a:xfrm>
              <a:off x="2159611" y="1988332"/>
              <a:ext cx="204" cy="299"/>
            </a:xfrm>
            <a:custGeom>
              <a:rect b="b" l="l" r="r" t="t"/>
              <a:pathLst>
                <a:path extrusionOk="0" h="22" w="15">
                  <a:moveTo>
                    <a:pt x="1" y="21"/>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129"/>
            <p:cNvSpPr/>
            <p:nvPr/>
          </p:nvSpPr>
          <p:spPr>
            <a:xfrm>
              <a:off x="2161132" y="1986757"/>
              <a:ext cx="258" cy="258"/>
            </a:xfrm>
            <a:custGeom>
              <a:rect b="b" l="l" r="r" t="t"/>
              <a:pathLst>
                <a:path extrusionOk="0" h="19" w="19">
                  <a:moveTo>
                    <a:pt x="1" y="18"/>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2" name="Google Shape;5152;p129"/>
            <p:cNvSpPr/>
            <p:nvPr/>
          </p:nvSpPr>
          <p:spPr>
            <a:xfrm>
              <a:off x="2160086" y="1987803"/>
              <a:ext cx="258" cy="258"/>
            </a:xfrm>
            <a:custGeom>
              <a:rect b="b" l="l" r="r" t="t"/>
              <a:pathLst>
                <a:path extrusionOk="0" h="19" w="19">
                  <a:moveTo>
                    <a:pt x="1" y="18"/>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3" name="Google Shape;5153;p129"/>
            <p:cNvSpPr/>
            <p:nvPr/>
          </p:nvSpPr>
          <p:spPr>
            <a:xfrm>
              <a:off x="2165884" y="2023837"/>
              <a:ext cx="258" cy="204"/>
            </a:xfrm>
            <a:custGeom>
              <a:rect b="b" l="l" r="r" t="t"/>
              <a:pathLst>
                <a:path extrusionOk="0" h="15" w="19">
                  <a:moveTo>
                    <a:pt x="18" y="14"/>
                  </a:moveTo>
                  <a:cubicBezTo>
                    <a:pt x="11" y="11"/>
                    <a:pt x="4" y="4"/>
                    <a:pt x="1" y="0"/>
                  </a:cubicBezTo>
                  <a:cubicBezTo>
                    <a:pt x="4" y="4"/>
                    <a:pt x="11" y="11"/>
                    <a:pt x="18"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4" name="Google Shape;5154;p129"/>
            <p:cNvSpPr/>
            <p:nvPr/>
          </p:nvSpPr>
          <p:spPr>
            <a:xfrm>
              <a:off x="2160616" y="1987287"/>
              <a:ext cx="244" cy="244"/>
            </a:xfrm>
            <a:custGeom>
              <a:rect b="b" l="l" r="r" t="t"/>
              <a:pathLst>
                <a:path extrusionOk="0" h="18" w="18">
                  <a:moveTo>
                    <a:pt x="0" y="18"/>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5" name="Google Shape;5155;p129"/>
            <p:cNvSpPr/>
            <p:nvPr/>
          </p:nvSpPr>
          <p:spPr>
            <a:xfrm>
              <a:off x="2165558" y="2023457"/>
              <a:ext cx="244" cy="299"/>
            </a:xfrm>
            <a:custGeom>
              <a:rect b="b" l="l" r="r" t="t"/>
              <a:pathLst>
                <a:path extrusionOk="0" h="22" w="18">
                  <a:moveTo>
                    <a:pt x="18" y="21"/>
                  </a:moveTo>
                  <a:cubicBezTo>
                    <a:pt x="11" y="14"/>
                    <a:pt x="4" y="7"/>
                    <a:pt x="0" y="0"/>
                  </a:cubicBezTo>
                  <a:cubicBezTo>
                    <a:pt x="4" y="7"/>
                    <a:pt x="11" y="14"/>
                    <a:pt x="18"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6" name="Google Shape;5156;p129"/>
            <p:cNvSpPr/>
            <p:nvPr/>
          </p:nvSpPr>
          <p:spPr>
            <a:xfrm>
              <a:off x="2157289" y="1953832"/>
              <a:ext cx="54" cy="855"/>
            </a:xfrm>
            <a:custGeom>
              <a:rect b="b" l="l" r="r" t="t"/>
              <a:pathLst>
                <a:path extrusionOk="0" h="63" w="4">
                  <a:moveTo>
                    <a:pt x="4" y="1"/>
                  </a:moveTo>
                  <a:cubicBezTo>
                    <a:pt x="4" y="18"/>
                    <a:pt x="4" y="42"/>
                    <a:pt x="0" y="63"/>
                  </a:cubicBezTo>
                  <a:cubicBezTo>
                    <a:pt x="4" y="42"/>
                    <a:pt x="4" y="21"/>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7" name="Google Shape;5157;p129"/>
            <p:cNvSpPr/>
            <p:nvPr/>
          </p:nvSpPr>
          <p:spPr>
            <a:xfrm>
              <a:off x="2157140" y="1954728"/>
              <a:ext cx="163" cy="869"/>
            </a:xfrm>
            <a:custGeom>
              <a:rect b="b" l="l" r="r" t="t"/>
              <a:pathLst>
                <a:path extrusionOk="0" h="64" w="12">
                  <a:moveTo>
                    <a:pt x="1" y="63"/>
                  </a:moveTo>
                  <a:cubicBezTo>
                    <a:pt x="4" y="42"/>
                    <a:pt x="8" y="21"/>
                    <a:pt x="11" y="0"/>
                  </a:cubicBezTo>
                  <a:cubicBezTo>
                    <a:pt x="8" y="21"/>
                    <a:pt x="4" y="42"/>
                    <a:pt x="1" y="6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8" name="Google Shape;5158;p129"/>
            <p:cNvSpPr/>
            <p:nvPr/>
          </p:nvSpPr>
          <p:spPr>
            <a:xfrm>
              <a:off x="2157004" y="1951971"/>
              <a:ext cx="149" cy="339"/>
            </a:xfrm>
            <a:custGeom>
              <a:rect b="b" l="l" r="r" t="t"/>
              <a:pathLst>
                <a:path extrusionOk="0" h="25" w="11">
                  <a:moveTo>
                    <a:pt x="11" y="25"/>
                  </a:moveTo>
                  <a:cubicBezTo>
                    <a:pt x="7" y="14"/>
                    <a:pt x="4" y="7"/>
                    <a:pt x="0" y="0"/>
                  </a:cubicBezTo>
                  <a:cubicBezTo>
                    <a:pt x="4" y="7"/>
                    <a:pt x="7" y="14"/>
                    <a:pt x="1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9" name="Google Shape;5159;p129"/>
            <p:cNvSpPr/>
            <p:nvPr/>
          </p:nvSpPr>
          <p:spPr>
            <a:xfrm>
              <a:off x="2115213" y="2000688"/>
              <a:ext cx="14" cy="109"/>
            </a:xfrm>
            <a:custGeom>
              <a:rect b="b" l="l" r="r" t="t"/>
              <a:pathLst>
                <a:path extrusionOk="0" h="8" w="1">
                  <a:moveTo>
                    <a:pt x="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0" name="Google Shape;5160;p129"/>
            <p:cNvSpPr/>
            <p:nvPr/>
          </p:nvSpPr>
          <p:spPr>
            <a:xfrm>
              <a:off x="2124011" y="1992826"/>
              <a:ext cx="923" cy="27"/>
            </a:xfrm>
            <a:custGeom>
              <a:rect b="b" l="l" r="r" t="t"/>
              <a:pathLst>
                <a:path extrusionOk="0" h="2" w="68">
                  <a:moveTo>
                    <a:pt x="23" y="0"/>
                  </a:moveTo>
                  <a:cubicBezTo>
                    <a:pt x="15" y="0"/>
                    <a:pt x="8" y="1"/>
                    <a:pt x="1" y="2"/>
                  </a:cubicBezTo>
                  <a:lnTo>
                    <a:pt x="67" y="2"/>
                  </a:lnTo>
                  <a:cubicBezTo>
                    <a:pt x="53" y="2"/>
                    <a:pt x="38" y="0"/>
                    <a:pt x="2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1" name="Google Shape;5161;p129"/>
            <p:cNvSpPr/>
            <p:nvPr/>
          </p:nvSpPr>
          <p:spPr>
            <a:xfrm>
              <a:off x="2153528" y="1947885"/>
              <a:ext cx="14" cy="244"/>
            </a:xfrm>
            <a:custGeom>
              <a:rect b="b" l="l" r="r" t="t"/>
              <a:pathLst>
                <a:path extrusionOk="0" h="18" w="1">
                  <a:moveTo>
                    <a:pt x="1" y="18"/>
                  </a:moveTo>
                  <a:lnTo>
                    <a:pt x="1" y="0"/>
                  </a:lnTo>
                  <a:cubicBezTo>
                    <a:pt x="1" y="7"/>
                    <a:pt x="1" y="14"/>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2" name="Google Shape;5162;p129"/>
            <p:cNvSpPr/>
            <p:nvPr/>
          </p:nvSpPr>
          <p:spPr>
            <a:xfrm>
              <a:off x="2153528" y="1947409"/>
              <a:ext cx="68" cy="339"/>
            </a:xfrm>
            <a:custGeom>
              <a:rect b="b" l="l" r="r" t="t"/>
              <a:pathLst>
                <a:path extrusionOk="0" h="25" w="5">
                  <a:moveTo>
                    <a:pt x="1" y="0"/>
                  </a:moveTo>
                  <a:lnTo>
                    <a:pt x="1" y="25"/>
                  </a:lnTo>
                  <a:cubicBezTo>
                    <a:pt x="1" y="18"/>
                    <a:pt x="4"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3" name="Google Shape;5163;p129"/>
            <p:cNvSpPr/>
            <p:nvPr/>
          </p:nvSpPr>
          <p:spPr>
            <a:xfrm>
              <a:off x="2153487" y="1948306"/>
              <a:ext cx="14" cy="258"/>
            </a:xfrm>
            <a:custGeom>
              <a:rect b="b" l="l" r="r" t="t"/>
              <a:pathLst>
                <a:path extrusionOk="0" h="19" w="1">
                  <a:moveTo>
                    <a:pt x="0" y="18"/>
                  </a:moveTo>
                  <a:lnTo>
                    <a:pt x="0" y="1"/>
                  </a:lnTo>
                  <a:cubicBezTo>
                    <a:pt x="0" y="4"/>
                    <a:pt x="0" y="11"/>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4" name="Google Shape;5164;p129"/>
            <p:cNvSpPr/>
            <p:nvPr/>
          </p:nvSpPr>
          <p:spPr>
            <a:xfrm>
              <a:off x="2153678" y="1946255"/>
              <a:ext cx="54" cy="394"/>
            </a:xfrm>
            <a:custGeom>
              <a:rect b="b" l="l" r="r" t="t"/>
              <a:pathLst>
                <a:path extrusionOk="0" h="29" w="4">
                  <a:moveTo>
                    <a:pt x="0" y="29"/>
                  </a:moveTo>
                  <a:cubicBezTo>
                    <a:pt x="0" y="18"/>
                    <a:pt x="0" y="11"/>
                    <a:pt x="4" y="1"/>
                  </a:cubicBezTo>
                  <a:cubicBezTo>
                    <a:pt x="0" y="11"/>
                    <a:pt x="0" y="18"/>
                    <a:pt x="0"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5" name="Google Shape;5165;p129"/>
            <p:cNvSpPr/>
            <p:nvPr/>
          </p:nvSpPr>
          <p:spPr>
            <a:xfrm>
              <a:off x="2153583" y="1946785"/>
              <a:ext cx="54" cy="489"/>
            </a:xfrm>
            <a:custGeom>
              <a:rect b="b" l="l" r="r" t="t"/>
              <a:pathLst>
                <a:path extrusionOk="0" h="36" w="4">
                  <a:moveTo>
                    <a:pt x="4" y="0"/>
                  </a:moveTo>
                  <a:cubicBezTo>
                    <a:pt x="0" y="11"/>
                    <a:pt x="0" y="25"/>
                    <a:pt x="0" y="35"/>
                  </a:cubicBezTo>
                  <a:cubicBezTo>
                    <a:pt x="0" y="25"/>
                    <a:pt x="4" y="1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6" name="Google Shape;5166;p129"/>
            <p:cNvSpPr/>
            <p:nvPr/>
          </p:nvSpPr>
          <p:spPr>
            <a:xfrm>
              <a:off x="2153718" y="1945875"/>
              <a:ext cx="68" cy="204"/>
            </a:xfrm>
            <a:custGeom>
              <a:rect b="b" l="l" r="r" t="t"/>
              <a:pathLst>
                <a:path extrusionOk="0" h="15" w="5">
                  <a:moveTo>
                    <a:pt x="4"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7" name="Google Shape;5167;p129"/>
            <p:cNvSpPr/>
            <p:nvPr/>
          </p:nvSpPr>
          <p:spPr>
            <a:xfrm>
              <a:off x="2155959" y="1951116"/>
              <a:ext cx="394" cy="204"/>
            </a:xfrm>
            <a:custGeom>
              <a:rect b="b" l="l" r="r" t="t"/>
              <a:pathLst>
                <a:path extrusionOk="0" h="15" w="29">
                  <a:moveTo>
                    <a:pt x="28" y="14"/>
                  </a:moveTo>
                  <a:cubicBezTo>
                    <a:pt x="21" y="11"/>
                    <a:pt x="11" y="4"/>
                    <a:pt x="0" y="0"/>
                  </a:cubicBezTo>
                  <a:cubicBezTo>
                    <a:pt x="11" y="4"/>
                    <a:pt x="21" y="11"/>
                    <a:pt x="28"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8" name="Google Shape;5168;p129"/>
            <p:cNvSpPr/>
            <p:nvPr/>
          </p:nvSpPr>
          <p:spPr>
            <a:xfrm>
              <a:off x="2156760" y="1951591"/>
              <a:ext cx="204" cy="339"/>
            </a:xfrm>
            <a:custGeom>
              <a:rect b="b" l="l" r="r" t="t"/>
              <a:pathLst>
                <a:path extrusionOk="0" h="25" w="15">
                  <a:moveTo>
                    <a:pt x="1" y="0"/>
                  </a:moveTo>
                  <a:cubicBezTo>
                    <a:pt x="4" y="7"/>
                    <a:pt x="11" y="14"/>
                    <a:pt x="15" y="25"/>
                  </a:cubicBezTo>
                  <a:cubicBezTo>
                    <a:pt x="11" y="14"/>
                    <a:pt x="4"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9" name="Google Shape;5169;p129"/>
            <p:cNvSpPr/>
            <p:nvPr/>
          </p:nvSpPr>
          <p:spPr>
            <a:xfrm>
              <a:off x="2115172" y="2000918"/>
              <a:ext cx="14" cy="109"/>
            </a:xfrm>
            <a:custGeom>
              <a:rect b="b" l="l" r="r" t="t"/>
              <a:pathLst>
                <a:path extrusionOk="0" h="8" w="1">
                  <a:moveTo>
                    <a:pt x="0"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0" name="Google Shape;5170;p129"/>
            <p:cNvSpPr/>
            <p:nvPr/>
          </p:nvSpPr>
          <p:spPr>
            <a:xfrm>
              <a:off x="2153487" y="1948645"/>
              <a:ext cx="14" cy="299"/>
            </a:xfrm>
            <a:custGeom>
              <a:rect b="b" l="l" r="r" t="t"/>
              <a:pathLst>
                <a:path extrusionOk="0" h="22" w="1">
                  <a:moveTo>
                    <a:pt x="0" y="2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1" name="Google Shape;5171;p129"/>
            <p:cNvSpPr/>
            <p:nvPr/>
          </p:nvSpPr>
          <p:spPr>
            <a:xfrm>
              <a:off x="2156434" y="1951347"/>
              <a:ext cx="299" cy="258"/>
            </a:xfrm>
            <a:custGeom>
              <a:rect b="b" l="l" r="r" t="t"/>
              <a:pathLst>
                <a:path extrusionOk="0" h="19" w="22">
                  <a:moveTo>
                    <a:pt x="21" y="18"/>
                  </a:moveTo>
                  <a:cubicBezTo>
                    <a:pt x="14" y="11"/>
                    <a:pt x="7" y="8"/>
                    <a:pt x="0" y="1"/>
                  </a:cubicBezTo>
                  <a:cubicBezTo>
                    <a:pt x="7" y="8"/>
                    <a:pt x="14" y="11"/>
                    <a:pt x="2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2" name="Google Shape;5172;p129"/>
            <p:cNvSpPr/>
            <p:nvPr/>
          </p:nvSpPr>
          <p:spPr>
            <a:xfrm>
              <a:off x="2113597" y="2006825"/>
              <a:ext cx="109" cy="204"/>
            </a:xfrm>
            <a:custGeom>
              <a:rect b="b" l="l" r="r" t="t"/>
              <a:pathLst>
                <a:path extrusionOk="0" h="15" w="8">
                  <a:moveTo>
                    <a:pt x="1" y="1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3" name="Google Shape;5173;p129"/>
            <p:cNvSpPr/>
            <p:nvPr/>
          </p:nvSpPr>
          <p:spPr>
            <a:xfrm>
              <a:off x="2114506" y="2003824"/>
              <a:ext cx="54" cy="244"/>
            </a:xfrm>
            <a:custGeom>
              <a:rect b="b" l="l" r="r" t="t"/>
              <a:pathLst>
                <a:path extrusionOk="0" h="18" w="4">
                  <a:moveTo>
                    <a:pt x="0"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4" name="Google Shape;5174;p129"/>
            <p:cNvSpPr/>
            <p:nvPr/>
          </p:nvSpPr>
          <p:spPr>
            <a:xfrm>
              <a:off x="2115117" y="2001204"/>
              <a:ext cx="14" cy="163"/>
            </a:xfrm>
            <a:custGeom>
              <a:rect b="b" l="l" r="r" t="t"/>
              <a:pathLst>
                <a:path extrusionOk="0" h="12" w="1">
                  <a:moveTo>
                    <a:pt x="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5" name="Google Shape;5175;p129"/>
            <p:cNvSpPr/>
            <p:nvPr/>
          </p:nvSpPr>
          <p:spPr>
            <a:xfrm>
              <a:off x="2113977" y="2005535"/>
              <a:ext cx="109" cy="258"/>
            </a:xfrm>
            <a:custGeom>
              <a:rect b="b" l="l" r="r" t="t"/>
              <a:pathLst>
                <a:path extrusionOk="0" h="19" w="8">
                  <a:moveTo>
                    <a:pt x="1" y="1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6" name="Google Shape;5176;p129"/>
            <p:cNvSpPr/>
            <p:nvPr/>
          </p:nvSpPr>
          <p:spPr>
            <a:xfrm>
              <a:off x="2114602" y="2003254"/>
              <a:ext cx="109" cy="244"/>
            </a:xfrm>
            <a:custGeom>
              <a:rect b="b" l="l" r="r" t="t"/>
              <a:pathLst>
                <a:path extrusionOk="0" h="18" w="8">
                  <a:moveTo>
                    <a:pt x="0" y="18"/>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7" name="Google Shape;5177;p129"/>
            <p:cNvSpPr/>
            <p:nvPr/>
          </p:nvSpPr>
          <p:spPr>
            <a:xfrm>
              <a:off x="2114221" y="2004924"/>
              <a:ext cx="54" cy="299"/>
            </a:xfrm>
            <a:custGeom>
              <a:rect b="b" l="l" r="r" t="t"/>
              <a:pathLst>
                <a:path extrusionOk="0" h="22" w="4">
                  <a:moveTo>
                    <a:pt x="0" y="21"/>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8" name="Google Shape;5178;p129"/>
            <p:cNvSpPr/>
            <p:nvPr/>
          </p:nvSpPr>
          <p:spPr>
            <a:xfrm>
              <a:off x="2113787" y="2006159"/>
              <a:ext cx="109" cy="244"/>
            </a:xfrm>
            <a:custGeom>
              <a:rect b="b" l="l" r="r" t="t"/>
              <a:pathLst>
                <a:path extrusionOk="0" h="18" w="8">
                  <a:moveTo>
                    <a:pt x="1" y="18"/>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9" name="Google Shape;5179;p129"/>
            <p:cNvSpPr/>
            <p:nvPr/>
          </p:nvSpPr>
          <p:spPr>
            <a:xfrm>
              <a:off x="2114316" y="2004353"/>
              <a:ext cx="109" cy="244"/>
            </a:xfrm>
            <a:custGeom>
              <a:rect b="b" l="l" r="r" t="t"/>
              <a:pathLst>
                <a:path extrusionOk="0" h="18" w="8">
                  <a:moveTo>
                    <a:pt x="0" y="18"/>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0" name="Google Shape;5180;p129"/>
            <p:cNvSpPr/>
            <p:nvPr/>
          </p:nvSpPr>
          <p:spPr>
            <a:xfrm>
              <a:off x="2114982" y="2001923"/>
              <a:ext cx="14" cy="204"/>
            </a:xfrm>
            <a:custGeom>
              <a:rect b="b" l="l" r="r" t="t"/>
              <a:pathLst>
                <a:path extrusionOk="0" h="15" w="1">
                  <a:moveTo>
                    <a:pt x="0"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1" name="Google Shape;5181;p129"/>
            <p:cNvSpPr/>
            <p:nvPr/>
          </p:nvSpPr>
          <p:spPr>
            <a:xfrm>
              <a:off x="2114737" y="2002779"/>
              <a:ext cx="68" cy="244"/>
            </a:xfrm>
            <a:custGeom>
              <a:rect b="b" l="l" r="r" t="t"/>
              <a:pathLst>
                <a:path extrusionOk="0" h="18" w="5">
                  <a:moveTo>
                    <a:pt x="1" y="18"/>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2" name="Google Shape;5182;p129"/>
            <p:cNvSpPr/>
            <p:nvPr/>
          </p:nvSpPr>
          <p:spPr>
            <a:xfrm>
              <a:off x="2114832" y="2002344"/>
              <a:ext cx="68" cy="204"/>
            </a:xfrm>
            <a:custGeom>
              <a:rect b="b" l="l" r="r" t="t"/>
              <a:pathLst>
                <a:path extrusionOk="0" h="15" w="5">
                  <a:moveTo>
                    <a:pt x="1" y="15"/>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3" name="Google Shape;5183;p129"/>
            <p:cNvSpPr/>
            <p:nvPr/>
          </p:nvSpPr>
          <p:spPr>
            <a:xfrm>
              <a:off x="2113366" y="2007490"/>
              <a:ext cx="54" cy="204"/>
            </a:xfrm>
            <a:custGeom>
              <a:rect b="b" l="l" r="r" t="t"/>
              <a:pathLst>
                <a:path extrusionOk="0" h="15" w="4">
                  <a:moveTo>
                    <a:pt x="0" y="14"/>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4" name="Google Shape;5184;p129"/>
            <p:cNvSpPr/>
            <p:nvPr/>
          </p:nvSpPr>
          <p:spPr>
            <a:xfrm>
              <a:off x="2115022" y="2001543"/>
              <a:ext cx="68" cy="204"/>
            </a:xfrm>
            <a:custGeom>
              <a:rect b="b" l="l" r="r" t="t"/>
              <a:pathLst>
                <a:path extrusionOk="0" h="15" w="5">
                  <a:moveTo>
                    <a:pt x="1" y="14"/>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5" name="Google Shape;5185;p129"/>
            <p:cNvSpPr/>
            <p:nvPr/>
          </p:nvSpPr>
          <p:spPr>
            <a:xfrm>
              <a:off x="1985928" y="1964599"/>
              <a:ext cx="43217" cy="44466"/>
            </a:xfrm>
            <a:custGeom>
              <a:rect b="b" l="l" r="r" t="t"/>
              <a:pathLst>
                <a:path extrusionOk="0" h="3275" w="3183">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6" name="Google Shape;5186;p129"/>
            <p:cNvSpPr/>
            <p:nvPr/>
          </p:nvSpPr>
          <p:spPr>
            <a:xfrm>
              <a:off x="2025044" y="1961747"/>
              <a:ext cx="29585" cy="45417"/>
            </a:xfrm>
            <a:custGeom>
              <a:rect b="b" l="l" r="r" t="t"/>
              <a:pathLst>
                <a:path extrusionOk="0" h="3345" w="2179">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7" name="Google Shape;5187;p129"/>
            <p:cNvSpPr/>
            <p:nvPr/>
          </p:nvSpPr>
          <p:spPr>
            <a:xfrm>
              <a:off x="2053761" y="1996316"/>
              <a:ext cx="109" cy="244"/>
            </a:xfrm>
            <a:custGeom>
              <a:rect b="b" l="l" r="r" t="t"/>
              <a:pathLst>
                <a:path extrusionOk="0" h="18" w="8">
                  <a:moveTo>
                    <a:pt x="0" y="0"/>
                  </a:moveTo>
                  <a:lnTo>
                    <a:pt x="7"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8" name="Google Shape;5188;p129"/>
            <p:cNvSpPr/>
            <p:nvPr/>
          </p:nvSpPr>
          <p:spPr>
            <a:xfrm>
              <a:off x="2053516" y="1995786"/>
              <a:ext cx="109" cy="258"/>
            </a:xfrm>
            <a:custGeom>
              <a:rect b="b" l="l" r="r" t="t"/>
              <a:pathLst>
                <a:path extrusionOk="0" h="19" w="8">
                  <a:moveTo>
                    <a:pt x="1" y="1"/>
                  </a:moveTo>
                  <a:lnTo>
                    <a:pt x="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9" name="Google Shape;5189;p129"/>
            <p:cNvSpPr/>
            <p:nvPr/>
          </p:nvSpPr>
          <p:spPr>
            <a:xfrm>
              <a:off x="2052905" y="1993980"/>
              <a:ext cx="54" cy="204"/>
            </a:xfrm>
            <a:custGeom>
              <a:rect b="b" l="l" r="r" t="t"/>
              <a:pathLst>
                <a:path extrusionOk="0" h="15" w="4">
                  <a:moveTo>
                    <a:pt x="0" y="1"/>
                  </a:moveTo>
                  <a:lnTo>
                    <a:pt x="4"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0" name="Google Shape;5190;p129"/>
            <p:cNvSpPr/>
            <p:nvPr/>
          </p:nvSpPr>
          <p:spPr>
            <a:xfrm>
              <a:off x="2053326" y="1995175"/>
              <a:ext cx="68" cy="244"/>
            </a:xfrm>
            <a:custGeom>
              <a:rect b="b" l="l" r="r" t="t"/>
              <a:pathLst>
                <a:path extrusionOk="0" h="18" w="5">
                  <a:moveTo>
                    <a:pt x="1" y="0"/>
                  </a:moveTo>
                  <a:lnTo>
                    <a:pt x="4"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1" name="Google Shape;5191;p129"/>
            <p:cNvSpPr/>
            <p:nvPr/>
          </p:nvSpPr>
          <p:spPr>
            <a:xfrm>
              <a:off x="2053095" y="1994605"/>
              <a:ext cx="109" cy="244"/>
            </a:xfrm>
            <a:custGeom>
              <a:rect b="b" l="l" r="r" t="t"/>
              <a:pathLst>
                <a:path extrusionOk="0" h="18" w="8">
                  <a:moveTo>
                    <a:pt x="0" y="0"/>
                  </a:moveTo>
                  <a:lnTo>
                    <a:pt x="7"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2" name="Google Shape;5192;p129"/>
            <p:cNvSpPr/>
            <p:nvPr/>
          </p:nvSpPr>
          <p:spPr>
            <a:xfrm>
              <a:off x="2054277" y="1997497"/>
              <a:ext cx="109" cy="258"/>
            </a:xfrm>
            <a:custGeom>
              <a:rect b="b" l="l" r="r" t="t"/>
              <a:pathLst>
                <a:path extrusionOk="0" h="19" w="8">
                  <a:moveTo>
                    <a:pt x="1" y="1"/>
                  </a:moveTo>
                  <a:lnTo>
                    <a:pt x="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3" name="Google Shape;5193;p129"/>
            <p:cNvSpPr/>
            <p:nvPr/>
          </p:nvSpPr>
          <p:spPr>
            <a:xfrm>
              <a:off x="2053992" y="1996927"/>
              <a:ext cx="163" cy="299"/>
            </a:xfrm>
            <a:custGeom>
              <a:rect b="b" l="l" r="r" t="t"/>
              <a:pathLst>
                <a:path extrusionOk="0" h="22" w="12">
                  <a:moveTo>
                    <a:pt x="1" y="1"/>
                  </a:moveTo>
                  <a:lnTo>
                    <a:pt x="1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4" name="Google Shape;5194;p129"/>
            <p:cNvSpPr/>
            <p:nvPr/>
          </p:nvSpPr>
          <p:spPr>
            <a:xfrm>
              <a:off x="2054467" y="1997931"/>
              <a:ext cx="109" cy="204"/>
            </a:xfrm>
            <a:custGeom>
              <a:rect b="b" l="l" r="r" t="t"/>
              <a:pathLst>
                <a:path extrusionOk="0" h="15" w="8">
                  <a:moveTo>
                    <a:pt x="1" y="0"/>
                  </a:moveTo>
                  <a:lnTo>
                    <a:pt x="8"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5" name="Google Shape;5195;p129"/>
            <p:cNvSpPr/>
            <p:nvPr/>
          </p:nvSpPr>
          <p:spPr>
            <a:xfrm>
              <a:off x="2048004" y="1965087"/>
              <a:ext cx="14" cy="54"/>
            </a:xfrm>
            <a:custGeom>
              <a:rect b="b" l="l" r="r" t="t"/>
              <a:pathLst>
                <a:path extrusionOk="0" h="4" w="1">
                  <a:moveTo>
                    <a:pt x="1"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6" name="Google Shape;5196;p129"/>
            <p:cNvSpPr/>
            <p:nvPr/>
          </p:nvSpPr>
          <p:spPr>
            <a:xfrm>
              <a:off x="2047909" y="1964897"/>
              <a:ext cx="14" cy="54"/>
            </a:xfrm>
            <a:custGeom>
              <a:rect b="b" l="l" r="r" t="t"/>
              <a:pathLst>
                <a:path extrusionOk="0" h="4" w="1">
                  <a:moveTo>
                    <a:pt x="1"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7" name="Google Shape;5197;p129"/>
            <p:cNvSpPr/>
            <p:nvPr/>
          </p:nvSpPr>
          <p:spPr>
            <a:xfrm>
              <a:off x="2048343" y="1965563"/>
              <a:ext cx="54" cy="54"/>
            </a:xfrm>
            <a:custGeom>
              <a:rect b="b" l="l" r="r" t="t"/>
              <a:pathLst>
                <a:path extrusionOk="0" h="4" w="4">
                  <a:moveTo>
                    <a:pt x="4"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8" name="Google Shape;5198;p129"/>
            <p:cNvSpPr/>
            <p:nvPr/>
          </p:nvSpPr>
          <p:spPr>
            <a:xfrm>
              <a:off x="2049620" y="1975691"/>
              <a:ext cx="679" cy="4521"/>
            </a:xfrm>
            <a:custGeom>
              <a:rect b="b" l="l" r="r" t="t"/>
              <a:pathLst>
                <a:path extrusionOk="0" h="333" w="50">
                  <a:moveTo>
                    <a:pt x="50" y="333"/>
                  </a:moveTo>
                  <a:lnTo>
                    <a:pt x="50" y="333"/>
                  </a:lnTo>
                  <a:cubicBezTo>
                    <a:pt x="15" y="224"/>
                    <a:pt x="1" y="112"/>
                    <a:pt x="4" y="0"/>
                  </a:cubicBezTo>
                  <a:cubicBezTo>
                    <a:pt x="1" y="112"/>
                    <a:pt x="15" y="224"/>
                    <a:pt x="50" y="33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9" name="Google Shape;5199;p129"/>
            <p:cNvSpPr/>
            <p:nvPr/>
          </p:nvSpPr>
          <p:spPr>
            <a:xfrm>
              <a:off x="2052376" y="1991849"/>
              <a:ext cx="68" cy="244"/>
            </a:xfrm>
            <a:custGeom>
              <a:rect b="b" l="l" r="r" t="t"/>
              <a:pathLst>
                <a:path extrusionOk="0" h="18" w="5">
                  <a:moveTo>
                    <a:pt x="1" y="0"/>
                  </a:moveTo>
                  <a:lnTo>
                    <a:pt x="4"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0" name="Google Shape;5200;p129"/>
            <p:cNvSpPr/>
            <p:nvPr/>
          </p:nvSpPr>
          <p:spPr>
            <a:xfrm>
              <a:off x="2047393" y="1963472"/>
              <a:ext cx="14" cy="109"/>
            </a:xfrm>
            <a:custGeom>
              <a:rect b="b" l="l" r="r" t="t"/>
              <a:pathLst>
                <a:path extrusionOk="0" h="8"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1" name="Google Shape;5201;p129"/>
            <p:cNvSpPr/>
            <p:nvPr/>
          </p:nvSpPr>
          <p:spPr>
            <a:xfrm>
              <a:off x="2047773" y="1964612"/>
              <a:ext cx="54" cy="109"/>
            </a:xfrm>
            <a:custGeom>
              <a:rect b="b" l="l" r="r" t="t"/>
              <a:pathLst>
                <a:path extrusionOk="0" h="8" w="4">
                  <a:moveTo>
                    <a:pt x="0" y="0"/>
                  </a:moveTo>
                  <a:lnTo>
                    <a:pt x="4"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2" name="Google Shape;5202;p129"/>
            <p:cNvSpPr/>
            <p:nvPr/>
          </p:nvSpPr>
          <p:spPr>
            <a:xfrm>
              <a:off x="2047529" y="1963947"/>
              <a:ext cx="14" cy="109"/>
            </a:xfrm>
            <a:custGeom>
              <a:rect b="b" l="l" r="r" t="t"/>
              <a:pathLst>
                <a:path extrusionOk="0" h="8" w="1">
                  <a:moveTo>
                    <a:pt x="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3" name="Google Shape;5203;p129"/>
            <p:cNvSpPr/>
            <p:nvPr/>
          </p:nvSpPr>
          <p:spPr>
            <a:xfrm>
              <a:off x="2047678" y="1964273"/>
              <a:ext cx="14" cy="109"/>
            </a:xfrm>
            <a:custGeom>
              <a:rect b="b" l="l" r="r" t="t"/>
              <a:pathLst>
                <a:path extrusionOk="0" h="8" w="1">
                  <a:moveTo>
                    <a:pt x="0"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4" name="Google Shape;5204;p129"/>
            <p:cNvSpPr/>
            <p:nvPr/>
          </p:nvSpPr>
          <p:spPr>
            <a:xfrm>
              <a:off x="2052281" y="1991224"/>
              <a:ext cx="68" cy="258"/>
            </a:xfrm>
            <a:custGeom>
              <a:rect b="b" l="l" r="r" t="t"/>
              <a:pathLst>
                <a:path extrusionOk="0" h="19" w="5">
                  <a:moveTo>
                    <a:pt x="1" y="1"/>
                  </a:moveTo>
                  <a:cubicBezTo>
                    <a:pt x="1" y="8"/>
                    <a:pt x="1" y="15"/>
                    <a:pt x="4" y="18"/>
                  </a:cubicBezTo>
                  <a:cubicBezTo>
                    <a:pt x="1" y="15"/>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5" name="Google Shape;5205;p129"/>
            <p:cNvSpPr/>
            <p:nvPr/>
          </p:nvSpPr>
          <p:spPr>
            <a:xfrm>
              <a:off x="2048153" y="196531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6" name="Google Shape;5206;p129"/>
            <p:cNvSpPr/>
            <p:nvPr/>
          </p:nvSpPr>
          <p:spPr>
            <a:xfrm>
              <a:off x="2048438" y="1965658"/>
              <a:ext cx="54" cy="54"/>
            </a:xfrm>
            <a:custGeom>
              <a:rect b="b" l="l" r="r" t="t"/>
              <a:pathLst>
                <a:path extrusionOk="0" h="4" w="4">
                  <a:moveTo>
                    <a:pt x="0" y="0"/>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7" name="Google Shape;5207;p129"/>
            <p:cNvSpPr/>
            <p:nvPr/>
          </p:nvSpPr>
          <p:spPr>
            <a:xfrm>
              <a:off x="2047298" y="1962942"/>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8" name="Google Shape;5208;p129"/>
            <p:cNvSpPr/>
            <p:nvPr/>
          </p:nvSpPr>
          <p:spPr>
            <a:xfrm>
              <a:off x="2052661" y="1993179"/>
              <a:ext cx="68" cy="204"/>
            </a:xfrm>
            <a:custGeom>
              <a:rect b="b" l="l" r="r" t="t"/>
              <a:pathLst>
                <a:path extrusionOk="0" h="15" w="5">
                  <a:moveTo>
                    <a:pt x="1" y="0"/>
                  </a:moveTo>
                  <a:lnTo>
                    <a:pt x="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9" name="Google Shape;5209;p129"/>
            <p:cNvSpPr/>
            <p:nvPr/>
          </p:nvSpPr>
          <p:spPr>
            <a:xfrm>
              <a:off x="2048574" y="1965753"/>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0" name="Google Shape;5210;p129"/>
            <p:cNvSpPr/>
            <p:nvPr/>
          </p:nvSpPr>
          <p:spPr>
            <a:xfrm>
              <a:off x="2052525" y="1992514"/>
              <a:ext cx="54" cy="204"/>
            </a:xfrm>
            <a:custGeom>
              <a:rect b="b" l="l" r="r" t="t"/>
              <a:pathLst>
                <a:path extrusionOk="0" h="15" w="4">
                  <a:moveTo>
                    <a:pt x="0" y="0"/>
                  </a:moveTo>
                  <a:lnTo>
                    <a:pt x="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1" name="Google Shape;5211;p129"/>
            <p:cNvSpPr/>
            <p:nvPr/>
          </p:nvSpPr>
          <p:spPr>
            <a:xfrm>
              <a:off x="2047149" y="1962426"/>
              <a:ext cx="68" cy="204"/>
            </a:xfrm>
            <a:custGeom>
              <a:rect b="b" l="l" r="r" t="t"/>
              <a:pathLst>
                <a:path extrusionOk="0" h="15" w="5">
                  <a:moveTo>
                    <a:pt x="1" y="0"/>
                  </a:moveTo>
                  <a:lnTo>
                    <a:pt x="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2" name="Google Shape;5212;p129"/>
            <p:cNvSpPr/>
            <p:nvPr/>
          </p:nvSpPr>
          <p:spPr>
            <a:xfrm>
              <a:off x="2052186" y="1990654"/>
              <a:ext cx="68" cy="204"/>
            </a:xfrm>
            <a:custGeom>
              <a:rect b="b" l="l" r="r" t="t"/>
              <a:pathLst>
                <a:path extrusionOk="0" h="15" w="5">
                  <a:moveTo>
                    <a:pt x="1" y="1"/>
                  </a:moveTo>
                  <a:lnTo>
                    <a:pt x="1" y="15"/>
                  </a:lnTo>
                  <a:cubicBezTo>
                    <a:pt x="4" y="8"/>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3" name="Google Shape;5213;p129"/>
            <p:cNvSpPr/>
            <p:nvPr/>
          </p:nvSpPr>
          <p:spPr>
            <a:xfrm>
              <a:off x="2048248" y="1965468"/>
              <a:ext cx="54" cy="54"/>
            </a:xfrm>
            <a:custGeom>
              <a:rect b="b" l="l" r="r" t="t"/>
              <a:pathLst>
                <a:path extrusionOk="0" h="4" w="4">
                  <a:moveTo>
                    <a:pt x="0" y="0"/>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4" name="Google Shape;5214;p129"/>
            <p:cNvSpPr/>
            <p:nvPr/>
          </p:nvSpPr>
          <p:spPr>
            <a:xfrm>
              <a:off x="2030082" y="1976927"/>
              <a:ext cx="68" cy="339"/>
            </a:xfrm>
            <a:custGeom>
              <a:rect b="b" l="l" r="r" t="t"/>
              <a:pathLst>
                <a:path extrusionOk="0" h="25" w="5">
                  <a:moveTo>
                    <a:pt x="4"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5" name="Google Shape;5215;p129"/>
            <p:cNvSpPr/>
            <p:nvPr/>
          </p:nvSpPr>
          <p:spPr>
            <a:xfrm>
              <a:off x="2028520" y="2004014"/>
              <a:ext cx="14" cy="204"/>
            </a:xfrm>
            <a:custGeom>
              <a:rect b="b" l="l" r="r" t="t"/>
              <a:pathLst>
                <a:path extrusionOk="0" h="15" w="1">
                  <a:moveTo>
                    <a:pt x="0" y="15"/>
                  </a:moveTo>
                  <a:lnTo>
                    <a:pt x="0" y="1"/>
                  </a:lnTo>
                  <a:cubicBezTo>
                    <a:pt x="0" y="8"/>
                    <a:pt x="0" y="11"/>
                    <a:pt x="0"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6" name="Google Shape;5216;p129"/>
            <p:cNvSpPr/>
            <p:nvPr/>
          </p:nvSpPr>
          <p:spPr>
            <a:xfrm>
              <a:off x="2029756" y="1975203"/>
              <a:ext cx="109" cy="394"/>
            </a:xfrm>
            <a:custGeom>
              <a:rect b="b" l="l" r="r" t="t"/>
              <a:pathLst>
                <a:path extrusionOk="0" h="29" w="8">
                  <a:moveTo>
                    <a:pt x="7" y="29"/>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7" name="Google Shape;5217;p129"/>
            <p:cNvSpPr/>
            <p:nvPr/>
          </p:nvSpPr>
          <p:spPr>
            <a:xfrm>
              <a:off x="2028520" y="2002969"/>
              <a:ext cx="14" cy="204"/>
            </a:xfrm>
            <a:custGeom>
              <a:rect b="b" l="l" r="r" t="t"/>
              <a:pathLst>
                <a:path extrusionOk="0" h="15" w="1">
                  <a:moveTo>
                    <a:pt x="0" y="14"/>
                  </a:moveTo>
                  <a:lnTo>
                    <a:pt x="0" y="0"/>
                  </a:lnTo>
                  <a:cubicBezTo>
                    <a:pt x="0" y="4"/>
                    <a:pt x="0" y="11"/>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8" name="Google Shape;5218;p129"/>
            <p:cNvSpPr/>
            <p:nvPr/>
          </p:nvSpPr>
          <p:spPr>
            <a:xfrm>
              <a:off x="2028561" y="2003444"/>
              <a:ext cx="14" cy="204"/>
            </a:xfrm>
            <a:custGeom>
              <a:rect b="b" l="l" r="r" t="t"/>
              <a:pathLst>
                <a:path extrusionOk="0" h="15" w="1">
                  <a:moveTo>
                    <a:pt x="1"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9" name="Google Shape;5219;p129"/>
            <p:cNvSpPr/>
            <p:nvPr/>
          </p:nvSpPr>
          <p:spPr>
            <a:xfrm>
              <a:off x="2028262" y="2002195"/>
              <a:ext cx="81" cy="122"/>
            </a:xfrm>
            <a:custGeom>
              <a:rect b="b" l="l" r="r" t="t"/>
              <a:pathLst>
                <a:path extrusionOk="0" h="9" w="6">
                  <a:moveTo>
                    <a:pt x="1" y="1"/>
                  </a:moveTo>
                  <a:cubicBezTo>
                    <a:pt x="1" y="1"/>
                    <a:pt x="5" y="6"/>
                    <a:pt x="5" y="8"/>
                  </a:cubicBezTo>
                  <a:cubicBezTo>
                    <a:pt x="5" y="5"/>
                    <a:pt x="5" y="1"/>
                    <a:pt x="2" y="1"/>
                  </a:cubicBezTo>
                  <a:cubicBezTo>
                    <a:pt x="1" y="1"/>
                    <a:pt x="1"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0" name="Google Shape;5220;p129"/>
            <p:cNvSpPr/>
            <p:nvPr/>
          </p:nvSpPr>
          <p:spPr>
            <a:xfrm>
              <a:off x="2028425" y="2002534"/>
              <a:ext cx="54" cy="204"/>
            </a:xfrm>
            <a:custGeom>
              <a:rect b="b" l="l" r="r" t="t"/>
              <a:pathLst>
                <a:path extrusionOk="0" h="15" w="4">
                  <a:moveTo>
                    <a:pt x="0" y="1"/>
                  </a:moveTo>
                  <a:cubicBezTo>
                    <a:pt x="0" y="4"/>
                    <a:pt x="4" y="11"/>
                    <a:pt x="4" y="15"/>
                  </a:cubicBezTo>
                  <a:cubicBezTo>
                    <a:pt x="4" y="11"/>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1" name="Google Shape;5221;p129"/>
            <p:cNvSpPr/>
            <p:nvPr/>
          </p:nvSpPr>
          <p:spPr>
            <a:xfrm>
              <a:off x="2030231" y="1977728"/>
              <a:ext cx="54" cy="353"/>
            </a:xfrm>
            <a:custGeom>
              <a:rect b="b" l="l" r="r" t="t"/>
              <a:pathLst>
                <a:path extrusionOk="0" h="26" w="4">
                  <a:moveTo>
                    <a:pt x="4"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2" name="Google Shape;5222;p129"/>
            <p:cNvSpPr/>
            <p:nvPr/>
          </p:nvSpPr>
          <p:spPr>
            <a:xfrm>
              <a:off x="2030747" y="1981530"/>
              <a:ext cx="14" cy="163"/>
            </a:xfrm>
            <a:custGeom>
              <a:rect b="b" l="l" r="r" t="t"/>
              <a:pathLst>
                <a:path extrusionOk="0" h="12" w="1">
                  <a:moveTo>
                    <a:pt x="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3" name="Google Shape;5223;p129"/>
            <p:cNvSpPr/>
            <p:nvPr/>
          </p:nvSpPr>
          <p:spPr>
            <a:xfrm>
              <a:off x="2030652" y="1980539"/>
              <a:ext cx="14" cy="244"/>
            </a:xfrm>
            <a:custGeom>
              <a:rect b="b" l="l" r="r" t="t"/>
              <a:pathLst>
                <a:path extrusionOk="0" h="18" w="1">
                  <a:moveTo>
                    <a:pt x="1" y="18"/>
                  </a:moveTo>
                  <a:lnTo>
                    <a:pt x="1" y="0"/>
                  </a:lnTo>
                  <a:cubicBezTo>
                    <a:pt x="1" y="7"/>
                    <a:pt x="1" y="14"/>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4" name="Google Shape;5224;p129"/>
            <p:cNvSpPr/>
            <p:nvPr/>
          </p:nvSpPr>
          <p:spPr>
            <a:xfrm>
              <a:off x="2030557" y="1979914"/>
              <a:ext cx="68" cy="299"/>
            </a:xfrm>
            <a:custGeom>
              <a:rect b="b" l="l" r="r" t="t"/>
              <a:pathLst>
                <a:path extrusionOk="0" h="22" w="5">
                  <a:moveTo>
                    <a:pt x="4"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5" name="Google Shape;5225;p129"/>
            <p:cNvSpPr/>
            <p:nvPr/>
          </p:nvSpPr>
          <p:spPr>
            <a:xfrm>
              <a:off x="2029281" y="1973397"/>
              <a:ext cx="109" cy="394"/>
            </a:xfrm>
            <a:custGeom>
              <a:rect b="b" l="l" r="r" t="t"/>
              <a:pathLst>
                <a:path extrusionOk="0" h="29" w="8">
                  <a:moveTo>
                    <a:pt x="7" y="29"/>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6" name="Google Shape;5226;p129"/>
            <p:cNvSpPr/>
            <p:nvPr/>
          </p:nvSpPr>
          <p:spPr>
            <a:xfrm>
              <a:off x="2030367" y="1978488"/>
              <a:ext cx="68" cy="353"/>
            </a:xfrm>
            <a:custGeom>
              <a:rect b="b" l="l" r="r" t="t"/>
              <a:pathLst>
                <a:path extrusionOk="0" h="26" w="5">
                  <a:moveTo>
                    <a:pt x="4" y="2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7" name="Google Shape;5227;p129"/>
            <p:cNvSpPr/>
            <p:nvPr/>
          </p:nvSpPr>
          <p:spPr>
            <a:xfrm>
              <a:off x="2029511" y="1974306"/>
              <a:ext cx="109" cy="394"/>
            </a:xfrm>
            <a:custGeom>
              <a:rect b="b" l="l" r="r" t="t"/>
              <a:pathLst>
                <a:path extrusionOk="0" h="29" w="8">
                  <a:moveTo>
                    <a:pt x="8" y="2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8" name="Google Shape;5228;p129"/>
            <p:cNvSpPr/>
            <p:nvPr/>
          </p:nvSpPr>
          <p:spPr>
            <a:xfrm>
              <a:off x="2030706" y="1981109"/>
              <a:ext cx="14" cy="204"/>
            </a:xfrm>
            <a:custGeom>
              <a:rect b="b" l="l" r="r" t="t"/>
              <a:pathLst>
                <a:path extrusionOk="0" h="15" w="1">
                  <a:moveTo>
                    <a:pt x="0" y="14"/>
                  </a:moveTo>
                  <a:lnTo>
                    <a:pt x="0" y="0"/>
                  </a:lnTo>
                  <a:cubicBezTo>
                    <a:pt x="0" y="4"/>
                    <a:pt x="0" y="7"/>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9" name="Google Shape;5229;p129"/>
            <p:cNvSpPr/>
            <p:nvPr/>
          </p:nvSpPr>
          <p:spPr>
            <a:xfrm>
              <a:off x="2030462" y="1979249"/>
              <a:ext cx="68" cy="299"/>
            </a:xfrm>
            <a:custGeom>
              <a:rect b="b" l="l" r="r" t="t"/>
              <a:pathLst>
                <a:path extrusionOk="0" h="22" w="5">
                  <a:moveTo>
                    <a:pt x="4"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0" name="Google Shape;5230;p129"/>
            <p:cNvSpPr/>
            <p:nvPr/>
          </p:nvSpPr>
          <p:spPr>
            <a:xfrm>
              <a:off x="2028425" y="2004666"/>
              <a:ext cx="54" cy="177"/>
            </a:xfrm>
            <a:custGeom>
              <a:rect b="b" l="l" r="r" t="t"/>
              <a:pathLst>
                <a:path extrusionOk="0" h="13" w="4">
                  <a:moveTo>
                    <a:pt x="1" y="1"/>
                  </a:moveTo>
                  <a:cubicBezTo>
                    <a:pt x="1" y="1"/>
                    <a:pt x="0" y="1"/>
                    <a:pt x="0" y="2"/>
                  </a:cubicBezTo>
                  <a:lnTo>
                    <a:pt x="0" y="12"/>
                  </a:lnTo>
                  <a:cubicBezTo>
                    <a:pt x="3" y="9"/>
                    <a:pt x="1"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1" name="Google Shape;5231;p129"/>
            <p:cNvSpPr/>
            <p:nvPr/>
          </p:nvSpPr>
          <p:spPr>
            <a:xfrm>
              <a:off x="2028995" y="1972541"/>
              <a:ext cx="109" cy="394"/>
            </a:xfrm>
            <a:custGeom>
              <a:rect b="b" l="l" r="r" t="t"/>
              <a:pathLst>
                <a:path extrusionOk="0" h="29" w="8">
                  <a:moveTo>
                    <a:pt x="7" y="29"/>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2" name="Google Shape;5232;p129"/>
            <p:cNvSpPr/>
            <p:nvPr/>
          </p:nvSpPr>
          <p:spPr>
            <a:xfrm>
              <a:off x="2029892" y="1976072"/>
              <a:ext cx="109" cy="339"/>
            </a:xfrm>
            <a:custGeom>
              <a:rect b="b" l="l" r="r" t="t"/>
              <a:pathLst>
                <a:path extrusionOk="0" h="25" w="8">
                  <a:moveTo>
                    <a:pt x="8"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3" name="Google Shape;5233;p129"/>
            <p:cNvSpPr/>
            <p:nvPr/>
          </p:nvSpPr>
          <p:spPr>
            <a:xfrm>
              <a:off x="2028425" y="1970885"/>
              <a:ext cx="54" cy="204"/>
            </a:xfrm>
            <a:custGeom>
              <a:rect b="b" l="l" r="r" t="t"/>
              <a:pathLst>
                <a:path extrusionOk="0" h="15" w="4">
                  <a:moveTo>
                    <a:pt x="4"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4" name="Google Shape;5234;p129"/>
            <p:cNvSpPr/>
            <p:nvPr/>
          </p:nvSpPr>
          <p:spPr>
            <a:xfrm>
              <a:off x="2025044" y="1994320"/>
              <a:ext cx="3055" cy="7563"/>
            </a:xfrm>
            <a:custGeom>
              <a:rect b="b" l="l" r="r" t="t"/>
              <a:pathLst>
                <a:path extrusionOk="0" h="557" w="225">
                  <a:moveTo>
                    <a:pt x="225" y="557"/>
                  </a:moveTo>
                  <a:cubicBezTo>
                    <a:pt x="151" y="459"/>
                    <a:pt x="1" y="67"/>
                    <a:pt x="8" y="0"/>
                  </a:cubicBezTo>
                  <a:cubicBezTo>
                    <a:pt x="1" y="67"/>
                    <a:pt x="151" y="459"/>
                    <a:pt x="225" y="55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5" name="Google Shape;5235;p129"/>
            <p:cNvSpPr/>
            <p:nvPr/>
          </p:nvSpPr>
          <p:spPr>
            <a:xfrm>
              <a:off x="2028710" y="1971686"/>
              <a:ext cx="109" cy="353"/>
            </a:xfrm>
            <a:custGeom>
              <a:rect b="b" l="l" r="r" t="t"/>
              <a:pathLst>
                <a:path extrusionOk="0" h="26" w="8">
                  <a:moveTo>
                    <a:pt x="7"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6" name="Google Shape;5236;p129"/>
            <p:cNvSpPr/>
            <p:nvPr/>
          </p:nvSpPr>
          <p:spPr>
            <a:xfrm>
              <a:off x="1936777" y="1949351"/>
              <a:ext cx="53305" cy="39619"/>
            </a:xfrm>
            <a:custGeom>
              <a:rect b="b" l="l" r="r" t="t"/>
              <a:pathLst>
                <a:path extrusionOk="0" h="2918" w="3926">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7" name="Google Shape;5237;p129"/>
            <p:cNvSpPr/>
            <p:nvPr/>
          </p:nvSpPr>
          <p:spPr>
            <a:xfrm>
              <a:off x="1956464" y="1952582"/>
              <a:ext cx="244" cy="14"/>
            </a:xfrm>
            <a:custGeom>
              <a:rect b="b" l="l" r="r" t="t"/>
              <a:pathLst>
                <a:path extrusionOk="0" h="1" w="18">
                  <a:moveTo>
                    <a:pt x="1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8" name="Google Shape;5238;p129"/>
            <p:cNvSpPr/>
            <p:nvPr/>
          </p:nvSpPr>
          <p:spPr>
            <a:xfrm>
              <a:off x="1957510" y="195258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9" name="Google Shape;5239;p129"/>
            <p:cNvSpPr/>
            <p:nvPr/>
          </p:nvSpPr>
          <p:spPr>
            <a:xfrm>
              <a:off x="1953898" y="1952352"/>
              <a:ext cx="149" cy="14"/>
            </a:xfrm>
            <a:custGeom>
              <a:rect b="b" l="l" r="r" t="t"/>
              <a:pathLst>
                <a:path extrusionOk="0" h="1" w="11">
                  <a:moveTo>
                    <a:pt x="11"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0" name="Google Shape;5240;p129"/>
            <p:cNvSpPr/>
            <p:nvPr/>
          </p:nvSpPr>
          <p:spPr>
            <a:xfrm>
              <a:off x="1953138" y="1952162"/>
              <a:ext cx="244" cy="54"/>
            </a:xfrm>
            <a:custGeom>
              <a:rect b="b" l="l" r="r" t="t"/>
              <a:pathLst>
                <a:path extrusionOk="0" h="4" w="18">
                  <a:moveTo>
                    <a:pt x="18"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1" name="Google Shape;5241;p129"/>
            <p:cNvSpPr/>
            <p:nvPr/>
          </p:nvSpPr>
          <p:spPr>
            <a:xfrm>
              <a:off x="1951997" y="1951822"/>
              <a:ext cx="149" cy="68"/>
            </a:xfrm>
            <a:custGeom>
              <a:rect b="b" l="l" r="r" t="t"/>
              <a:pathLst>
                <a:path extrusionOk="0" h="5" w="11">
                  <a:moveTo>
                    <a:pt x="1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2" name="Google Shape;5242;p129"/>
            <p:cNvSpPr/>
            <p:nvPr/>
          </p:nvSpPr>
          <p:spPr>
            <a:xfrm>
              <a:off x="1952513" y="1952012"/>
              <a:ext cx="204" cy="68"/>
            </a:xfrm>
            <a:custGeom>
              <a:rect b="b" l="l" r="r" t="t"/>
              <a:pathLst>
                <a:path extrusionOk="0" h="5" w="15">
                  <a:moveTo>
                    <a:pt x="15"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3" name="Google Shape;5243;p129"/>
            <p:cNvSpPr/>
            <p:nvPr/>
          </p:nvSpPr>
          <p:spPr>
            <a:xfrm>
              <a:off x="1955650" y="1952542"/>
              <a:ext cx="204" cy="14"/>
            </a:xfrm>
            <a:custGeom>
              <a:rect b="b" l="l" r="r" t="t"/>
              <a:pathLst>
                <a:path extrusionOk="0" h="1" w="15">
                  <a:moveTo>
                    <a:pt x="1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4" name="Google Shape;5244;p129"/>
            <p:cNvSpPr/>
            <p:nvPr/>
          </p:nvSpPr>
          <p:spPr>
            <a:xfrm>
              <a:off x="1958026" y="1952582"/>
              <a:ext cx="353" cy="14"/>
            </a:xfrm>
            <a:custGeom>
              <a:rect b="b" l="l" r="r" t="t"/>
              <a:pathLst>
                <a:path extrusionOk="0" h="1" w="26">
                  <a:moveTo>
                    <a:pt x="25"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5" name="Google Shape;5245;p129"/>
            <p:cNvSpPr/>
            <p:nvPr/>
          </p:nvSpPr>
          <p:spPr>
            <a:xfrm>
              <a:off x="1958745" y="1952542"/>
              <a:ext cx="339" cy="14"/>
            </a:xfrm>
            <a:custGeom>
              <a:rect b="b" l="l" r="r" t="t"/>
              <a:pathLst>
                <a:path extrusionOk="0" h="1" w="25">
                  <a:moveTo>
                    <a:pt x="25"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6" name="Google Shape;5246;p129"/>
            <p:cNvSpPr/>
            <p:nvPr/>
          </p:nvSpPr>
          <p:spPr>
            <a:xfrm>
              <a:off x="1960972" y="1952202"/>
              <a:ext cx="543" cy="109"/>
            </a:xfrm>
            <a:custGeom>
              <a:rect b="b" l="l" r="r" t="t"/>
              <a:pathLst>
                <a:path extrusionOk="0" h="8" w="40">
                  <a:moveTo>
                    <a:pt x="39"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7" name="Google Shape;5247;p129"/>
            <p:cNvSpPr/>
            <p:nvPr/>
          </p:nvSpPr>
          <p:spPr>
            <a:xfrm>
              <a:off x="1959451" y="1952487"/>
              <a:ext cx="353" cy="68"/>
            </a:xfrm>
            <a:custGeom>
              <a:rect b="b" l="l" r="r" t="t"/>
              <a:pathLst>
                <a:path extrusionOk="0" h="5" w="26">
                  <a:moveTo>
                    <a:pt x="25"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8" name="Google Shape;5248;p129"/>
            <p:cNvSpPr/>
            <p:nvPr/>
          </p:nvSpPr>
          <p:spPr>
            <a:xfrm>
              <a:off x="1960171" y="1952392"/>
              <a:ext cx="394" cy="68"/>
            </a:xfrm>
            <a:custGeom>
              <a:rect b="b" l="l" r="r" t="t"/>
              <a:pathLst>
                <a:path extrusionOk="0" h="5" w="29">
                  <a:moveTo>
                    <a:pt x="28"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9" name="Google Shape;5249;p129"/>
            <p:cNvSpPr/>
            <p:nvPr/>
          </p:nvSpPr>
          <p:spPr>
            <a:xfrm>
              <a:off x="1961732" y="1952067"/>
              <a:ext cx="448" cy="109"/>
            </a:xfrm>
            <a:custGeom>
              <a:rect b="b" l="l" r="r" t="t"/>
              <a:pathLst>
                <a:path extrusionOk="0" h="8" w="33">
                  <a:moveTo>
                    <a:pt x="32"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0" name="Google Shape;5250;p129"/>
            <p:cNvSpPr/>
            <p:nvPr/>
          </p:nvSpPr>
          <p:spPr>
            <a:xfrm>
              <a:off x="1946865" y="1949351"/>
              <a:ext cx="190" cy="964"/>
            </a:xfrm>
            <a:custGeom>
              <a:rect b="b" l="l" r="r" t="t"/>
              <a:pathLst>
                <a:path extrusionOk="0" h="71" w="14">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1" name="Google Shape;5251;p129"/>
            <p:cNvSpPr/>
            <p:nvPr/>
          </p:nvSpPr>
          <p:spPr>
            <a:xfrm>
              <a:off x="1946756" y="1950261"/>
              <a:ext cx="109" cy="204"/>
            </a:xfrm>
            <a:custGeom>
              <a:rect b="b" l="l" r="r" t="t"/>
              <a:pathLst>
                <a:path extrusionOk="0" h="15" w="8">
                  <a:moveTo>
                    <a:pt x="8" y="0"/>
                  </a:moveTo>
                  <a:lnTo>
                    <a:pt x="8" y="0"/>
                  </a:lnTo>
                  <a:cubicBezTo>
                    <a:pt x="5" y="4"/>
                    <a:pt x="1" y="11"/>
                    <a:pt x="1" y="14"/>
                  </a:cubicBezTo>
                  <a:cubicBezTo>
                    <a:pt x="5" y="11"/>
                    <a:pt x="8" y="4"/>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2" name="Google Shape;5252;p129"/>
            <p:cNvSpPr/>
            <p:nvPr/>
          </p:nvSpPr>
          <p:spPr>
            <a:xfrm>
              <a:off x="1946281" y="1951211"/>
              <a:ext cx="163" cy="244"/>
            </a:xfrm>
            <a:custGeom>
              <a:rect b="b" l="l" r="r" t="t"/>
              <a:pathLst>
                <a:path extrusionOk="0" h="18" w="12">
                  <a:moveTo>
                    <a:pt x="1" y="18"/>
                  </a:moveTo>
                  <a:cubicBezTo>
                    <a:pt x="4" y="11"/>
                    <a:pt x="8" y="7"/>
                    <a:pt x="11" y="0"/>
                  </a:cubicBezTo>
                  <a:cubicBezTo>
                    <a:pt x="8" y="7"/>
                    <a:pt x="4" y="11"/>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3" name="Google Shape;5253;p129"/>
            <p:cNvSpPr/>
            <p:nvPr/>
          </p:nvSpPr>
          <p:spPr>
            <a:xfrm>
              <a:off x="1936831" y="1960661"/>
              <a:ext cx="54" cy="14"/>
            </a:xfrm>
            <a:custGeom>
              <a:rect b="b" l="l" r="r" t="t"/>
              <a:pathLst>
                <a:path extrusionOk="0" h="1" w="4">
                  <a:moveTo>
                    <a:pt x="0" y="1"/>
                  </a:moveTo>
                  <a:lnTo>
                    <a:pt x="0" y="1"/>
                  </a:lnTo>
                  <a:lnTo>
                    <a:pt x="0" y="1"/>
                  </a:ln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4" name="Google Shape;5254;p129"/>
            <p:cNvSpPr/>
            <p:nvPr/>
          </p:nvSpPr>
          <p:spPr>
            <a:xfrm>
              <a:off x="1945521" y="1952012"/>
              <a:ext cx="258" cy="204"/>
            </a:xfrm>
            <a:custGeom>
              <a:rect b="b" l="l" r="r" t="t"/>
              <a:pathLst>
                <a:path extrusionOk="0" h="15" w="19">
                  <a:moveTo>
                    <a:pt x="1" y="15"/>
                  </a:moveTo>
                  <a:cubicBezTo>
                    <a:pt x="8" y="8"/>
                    <a:pt x="11" y="4"/>
                    <a:pt x="18" y="1"/>
                  </a:cubicBezTo>
                  <a:cubicBezTo>
                    <a:pt x="11" y="4"/>
                    <a:pt x="8" y="8"/>
                    <a:pt x="1"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5" name="Google Shape;5255;p129"/>
            <p:cNvSpPr/>
            <p:nvPr/>
          </p:nvSpPr>
          <p:spPr>
            <a:xfrm>
              <a:off x="1944856" y="1952297"/>
              <a:ext cx="489" cy="258"/>
            </a:xfrm>
            <a:custGeom>
              <a:rect b="b" l="l" r="r" t="t"/>
              <a:pathLst>
                <a:path extrusionOk="0" h="19" w="36">
                  <a:moveTo>
                    <a:pt x="1" y="18"/>
                  </a:moveTo>
                  <a:cubicBezTo>
                    <a:pt x="15" y="15"/>
                    <a:pt x="25" y="8"/>
                    <a:pt x="36" y="1"/>
                  </a:cubicBezTo>
                  <a:cubicBezTo>
                    <a:pt x="25" y="8"/>
                    <a:pt x="15" y="15"/>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6" name="Google Shape;5256;p129"/>
            <p:cNvSpPr/>
            <p:nvPr/>
          </p:nvSpPr>
          <p:spPr>
            <a:xfrm>
              <a:off x="1936967" y="1959616"/>
              <a:ext cx="1249" cy="964"/>
            </a:xfrm>
            <a:custGeom>
              <a:rect b="b" l="l" r="r" t="t"/>
              <a:pathLst>
                <a:path extrusionOk="0" h="71" w="92">
                  <a:moveTo>
                    <a:pt x="92" y="1"/>
                  </a:moveTo>
                  <a:cubicBezTo>
                    <a:pt x="60" y="25"/>
                    <a:pt x="29" y="50"/>
                    <a:pt x="1" y="71"/>
                  </a:cubicBezTo>
                  <a:cubicBezTo>
                    <a:pt x="29" y="50"/>
                    <a:pt x="60" y="29"/>
                    <a:pt x="9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7" name="Google Shape;5257;p129"/>
            <p:cNvSpPr/>
            <p:nvPr/>
          </p:nvSpPr>
          <p:spPr>
            <a:xfrm>
              <a:off x="1945955" y="1951632"/>
              <a:ext cx="204" cy="204"/>
            </a:xfrm>
            <a:custGeom>
              <a:rect b="b" l="l" r="r" t="t"/>
              <a:pathLst>
                <a:path extrusionOk="0" h="15" w="15">
                  <a:moveTo>
                    <a:pt x="14" y="1"/>
                  </a:moveTo>
                  <a:cubicBezTo>
                    <a:pt x="7" y="4"/>
                    <a:pt x="4" y="11"/>
                    <a:pt x="0" y="15"/>
                  </a:cubicBezTo>
                  <a:cubicBezTo>
                    <a:pt x="4" y="11"/>
                    <a:pt x="11" y="4"/>
                    <a:pt x="1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8" name="Google Shape;5258;p129"/>
            <p:cNvSpPr/>
            <p:nvPr/>
          </p:nvSpPr>
          <p:spPr>
            <a:xfrm>
              <a:off x="1946526" y="1950736"/>
              <a:ext cx="149" cy="244"/>
            </a:xfrm>
            <a:custGeom>
              <a:rect b="b" l="l" r="r" t="t"/>
              <a:pathLst>
                <a:path extrusionOk="0" h="18" w="11">
                  <a:moveTo>
                    <a:pt x="11" y="0"/>
                  </a:moveTo>
                  <a:lnTo>
                    <a:pt x="11" y="0"/>
                  </a:lnTo>
                  <a:cubicBezTo>
                    <a:pt x="7" y="7"/>
                    <a:pt x="4" y="11"/>
                    <a:pt x="0" y="18"/>
                  </a:cubicBezTo>
                  <a:cubicBezTo>
                    <a:pt x="4" y="11"/>
                    <a:pt x="11" y="7"/>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9" name="Google Shape;5259;p129"/>
            <p:cNvSpPr/>
            <p:nvPr/>
          </p:nvSpPr>
          <p:spPr>
            <a:xfrm>
              <a:off x="1946865" y="1950206"/>
              <a:ext cx="0" cy="68"/>
            </a:xfrm>
            <a:custGeom>
              <a:rect b="b" l="l" r="r" t="t"/>
              <a:pathLst>
                <a:path extrusionOk="0" h="5" w="0">
                  <a:moveTo>
                    <a:pt x="0" y="1"/>
                  </a:moveTo>
                  <a:lnTo>
                    <a:pt x="0" y="4"/>
                  </a:ln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0" name="Google Shape;5260;p129"/>
            <p:cNvSpPr/>
            <p:nvPr/>
          </p:nvSpPr>
          <p:spPr>
            <a:xfrm>
              <a:off x="1946960" y="1949595"/>
              <a:ext cx="0" cy="109"/>
            </a:xfrm>
            <a:custGeom>
              <a:rect b="b" l="l" r="r" t="t"/>
              <a:pathLst>
                <a:path extrusionOk="0" h="8" w="0">
                  <a:moveTo>
                    <a:pt x="0"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1" name="Google Shape;5261;p129"/>
            <p:cNvSpPr/>
            <p:nvPr/>
          </p:nvSpPr>
          <p:spPr>
            <a:xfrm>
              <a:off x="1987217" y="1973261"/>
              <a:ext cx="109" cy="109"/>
            </a:xfrm>
            <a:custGeom>
              <a:rect b="b" l="l" r="r" t="t"/>
              <a:pathLst>
                <a:path extrusionOk="0" h="8" w="8">
                  <a:moveTo>
                    <a:pt x="7"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2" name="Google Shape;5262;p129"/>
            <p:cNvSpPr/>
            <p:nvPr/>
          </p:nvSpPr>
          <p:spPr>
            <a:xfrm>
              <a:off x="1986498" y="1969839"/>
              <a:ext cx="68" cy="204"/>
            </a:xfrm>
            <a:custGeom>
              <a:rect b="b" l="l" r="r" t="t"/>
              <a:pathLst>
                <a:path extrusionOk="0" h="15" w="5">
                  <a:moveTo>
                    <a:pt x="1" y="0"/>
                  </a:moveTo>
                  <a:lnTo>
                    <a:pt x="1" y="14"/>
                  </a:lnTo>
                  <a:cubicBezTo>
                    <a:pt x="4" y="11"/>
                    <a:pt x="4"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3" name="Google Shape;5263;p129"/>
            <p:cNvSpPr/>
            <p:nvPr/>
          </p:nvSpPr>
          <p:spPr>
            <a:xfrm>
              <a:off x="1986783" y="1972677"/>
              <a:ext cx="109" cy="163"/>
            </a:xfrm>
            <a:custGeom>
              <a:rect b="b" l="l" r="r" t="t"/>
              <a:pathLst>
                <a:path extrusionOk="0" h="12" w="8">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4" name="Google Shape;5264;p129"/>
            <p:cNvSpPr/>
            <p:nvPr/>
          </p:nvSpPr>
          <p:spPr>
            <a:xfrm>
              <a:off x="1986457" y="1970315"/>
              <a:ext cx="54" cy="204"/>
            </a:xfrm>
            <a:custGeom>
              <a:rect b="b" l="l" r="r" t="t"/>
              <a:pathLst>
                <a:path extrusionOk="0" h="15" w="4">
                  <a:moveTo>
                    <a:pt x="0" y="0"/>
                  </a:moveTo>
                  <a:lnTo>
                    <a:pt x="0" y="14"/>
                  </a:lnTo>
                  <a:cubicBezTo>
                    <a:pt x="4" y="11"/>
                    <a:pt x="4"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5" name="Google Shape;5265;p129"/>
            <p:cNvSpPr/>
            <p:nvPr/>
          </p:nvSpPr>
          <p:spPr>
            <a:xfrm>
              <a:off x="1985547" y="1985236"/>
              <a:ext cx="1629" cy="1629"/>
            </a:xfrm>
            <a:custGeom>
              <a:rect b="b" l="l" r="r" t="t"/>
              <a:pathLst>
                <a:path extrusionOk="0" h="120" w="12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6" name="Google Shape;5266;p129"/>
            <p:cNvSpPr/>
            <p:nvPr/>
          </p:nvSpPr>
          <p:spPr>
            <a:xfrm>
              <a:off x="1986878" y="1967789"/>
              <a:ext cx="68" cy="258"/>
            </a:xfrm>
            <a:custGeom>
              <a:rect b="b" l="l" r="r" t="t"/>
              <a:pathLst>
                <a:path extrusionOk="0" h="19" w="5">
                  <a:moveTo>
                    <a:pt x="1"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7" name="Google Shape;5267;p129"/>
            <p:cNvSpPr/>
            <p:nvPr/>
          </p:nvSpPr>
          <p:spPr>
            <a:xfrm>
              <a:off x="1986742" y="1968319"/>
              <a:ext cx="54" cy="244"/>
            </a:xfrm>
            <a:custGeom>
              <a:rect b="b" l="l" r="r" t="t"/>
              <a:pathLst>
                <a:path extrusionOk="0" h="18" w="4">
                  <a:moveTo>
                    <a:pt x="0" y="18"/>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8" name="Google Shape;5268;p129"/>
            <p:cNvSpPr/>
            <p:nvPr/>
          </p:nvSpPr>
          <p:spPr>
            <a:xfrm>
              <a:off x="1986457" y="1971211"/>
              <a:ext cx="14" cy="204"/>
            </a:xfrm>
            <a:custGeom>
              <a:rect b="b" l="l" r="r" t="t"/>
              <a:pathLst>
                <a:path extrusionOk="0" h="15" w="1">
                  <a:moveTo>
                    <a:pt x="0"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9" name="Google Shape;5269;p129"/>
            <p:cNvSpPr/>
            <p:nvPr/>
          </p:nvSpPr>
          <p:spPr>
            <a:xfrm>
              <a:off x="1986688" y="1968835"/>
              <a:ext cx="14" cy="258"/>
            </a:xfrm>
            <a:custGeom>
              <a:rect b="b" l="l" r="r" t="t"/>
              <a:pathLst>
                <a:path extrusionOk="0" h="19" w="1">
                  <a:moveTo>
                    <a:pt x="1" y="1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0" name="Google Shape;5270;p129"/>
            <p:cNvSpPr/>
            <p:nvPr/>
          </p:nvSpPr>
          <p:spPr>
            <a:xfrm>
              <a:off x="1986457" y="1970736"/>
              <a:ext cx="14" cy="258"/>
            </a:xfrm>
            <a:custGeom>
              <a:rect b="b" l="l" r="r" t="t"/>
              <a:pathLst>
                <a:path extrusionOk="0" h="19" w="1">
                  <a:moveTo>
                    <a:pt x="0"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1" name="Google Shape;5271;p129"/>
            <p:cNvSpPr/>
            <p:nvPr/>
          </p:nvSpPr>
          <p:spPr>
            <a:xfrm>
              <a:off x="1986973" y="1967273"/>
              <a:ext cx="68" cy="244"/>
            </a:xfrm>
            <a:custGeom>
              <a:rect b="b" l="l" r="r" t="t"/>
              <a:pathLst>
                <a:path extrusionOk="0" h="18" w="5">
                  <a:moveTo>
                    <a:pt x="1" y="18"/>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2" name="Google Shape;5272;p129"/>
            <p:cNvSpPr/>
            <p:nvPr/>
          </p:nvSpPr>
          <p:spPr>
            <a:xfrm>
              <a:off x="1986959" y="1973017"/>
              <a:ext cx="122" cy="109"/>
            </a:xfrm>
            <a:custGeom>
              <a:rect b="b" l="l" r="r" t="t"/>
              <a:pathLst>
                <a:path extrusionOk="0" h="8" w="9">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3" name="Google Shape;5273;p129"/>
            <p:cNvSpPr/>
            <p:nvPr/>
          </p:nvSpPr>
          <p:spPr>
            <a:xfrm>
              <a:off x="1986498" y="1971591"/>
              <a:ext cx="14" cy="204"/>
            </a:xfrm>
            <a:custGeom>
              <a:rect b="b" l="l" r="r" t="t"/>
              <a:pathLst>
                <a:path extrusionOk="0" h="15" w="1">
                  <a:moveTo>
                    <a:pt x="1" y="15"/>
                  </a:moveTo>
                  <a:lnTo>
                    <a:pt x="1" y="1"/>
                  </a:lnTo>
                  <a:cubicBezTo>
                    <a:pt x="1" y="8"/>
                    <a:pt x="1" y="11"/>
                    <a:pt x="1"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4" name="Google Shape;5274;p129"/>
            <p:cNvSpPr/>
            <p:nvPr/>
          </p:nvSpPr>
          <p:spPr>
            <a:xfrm>
              <a:off x="1986647" y="1972351"/>
              <a:ext cx="54" cy="163"/>
            </a:xfrm>
            <a:custGeom>
              <a:rect b="b" l="l" r="r" t="t"/>
              <a:pathLst>
                <a:path extrusionOk="0" h="12" w="4">
                  <a:moveTo>
                    <a:pt x="4" y="11"/>
                  </a:moveTo>
                  <a:cubicBezTo>
                    <a:pt x="4" y="8"/>
                    <a:pt x="4" y="4"/>
                    <a:pt x="0" y="1"/>
                  </a:cubicBezTo>
                  <a:cubicBezTo>
                    <a:pt x="4" y="4"/>
                    <a:pt x="4" y="8"/>
                    <a:pt x="4"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5" name="Google Shape;5275;p129"/>
            <p:cNvSpPr/>
            <p:nvPr/>
          </p:nvSpPr>
          <p:spPr>
            <a:xfrm>
              <a:off x="1986552" y="1971971"/>
              <a:ext cx="54" cy="204"/>
            </a:xfrm>
            <a:custGeom>
              <a:rect b="b" l="l" r="r" t="t"/>
              <a:pathLst>
                <a:path extrusionOk="0" h="15" w="4">
                  <a:moveTo>
                    <a:pt x="0" y="1"/>
                  </a:moveTo>
                  <a:lnTo>
                    <a:pt x="0" y="1"/>
                  </a:lnTo>
                  <a:cubicBezTo>
                    <a:pt x="0" y="8"/>
                    <a:pt x="4" y="11"/>
                    <a:pt x="4" y="15"/>
                  </a:cubicBezTo>
                  <a:cubicBezTo>
                    <a:pt x="4" y="11"/>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6" name="Google Shape;5276;p129"/>
            <p:cNvSpPr/>
            <p:nvPr/>
          </p:nvSpPr>
          <p:spPr>
            <a:xfrm>
              <a:off x="1986593" y="1969310"/>
              <a:ext cx="68" cy="258"/>
            </a:xfrm>
            <a:custGeom>
              <a:rect b="b" l="l" r="r" t="t"/>
              <a:pathLst>
                <a:path extrusionOk="0" h="19" w="5">
                  <a:moveTo>
                    <a:pt x="1"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7" name="Google Shape;5277;p129"/>
            <p:cNvSpPr/>
            <p:nvPr/>
          </p:nvSpPr>
          <p:spPr>
            <a:xfrm>
              <a:off x="1963443" y="1981204"/>
              <a:ext cx="29110" cy="27820"/>
            </a:xfrm>
            <a:custGeom>
              <a:rect b="b" l="l" r="r" t="t"/>
              <a:pathLst>
                <a:path extrusionOk="0" h="2049" w="2144">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8" name="Google Shape;5278;p129"/>
            <p:cNvSpPr/>
            <p:nvPr/>
          </p:nvSpPr>
          <p:spPr>
            <a:xfrm>
              <a:off x="1984787" y="1988522"/>
              <a:ext cx="68" cy="1534"/>
            </a:xfrm>
            <a:custGeom>
              <a:rect b="b" l="l" r="r" t="t"/>
              <a:pathLst>
                <a:path extrusionOk="0" h="113" w="5">
                  <a:moveTo>
                    <a:pt x="4" y="112"/>
                  </a:moveTo>
                  <a:cubicBezTo>
                    <a:pt x="1" y="74"/>
                    <a:pt x="1" y="35"/>
                    <a:pt x="4" y="0"/>
                  </a:cubicBezTo>
                  <a:lnTo>
                    <a:pt x="4" y="0"/>
                  </a:lnTo>
                  <a:cubicBezTo>
                    <a:pt x="1" y="35"/>
                    <a:pt x="1" y="74"/>
                    <a:pt x="4" y="11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9" name="Google Shape;5279;p129"/>
            <p:cNvSpPr/>
            <p:nvPr/>
          </p:nvSpPr>
          <p:spPr>
            <a:xfrm>
              <a:off x="1991345" y="2005630"/>
              <a:ext cx="68" cy="163"/>
            </a:xfrm>
            <a:custGeom>
              <a:rect b="b" l="l" r="r" t="t"/>
              <a:pathLst>
                <a:path extrusionOk="0" h="12" w="5">
                  <a:moveTo>
                    <a:pt x="4"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0" name="Google Shape;5280;p129"/>
            <p:cNvSpPr/>
            <p:nvPr/>
          </p:nvSpPr>
          <p:spPr>
            <a:xfrm>
              <a:off x="1990259" y="2008766"/>
              <a:ext cx="54" cy="299"/>
            </a:xfrm>
            <a:custGeom>
              <a:rect b="b" l="l" r="r" t="t"/>
              <a:pathLst>
                <a:path extrusionOk="0" h="22" w="4">
                  <a:moveTo>
                    <a:pt x="4" y="1"/>
                  </a:moveTo>
                  <a:lnTo>
                    <a:pt x="0"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1" name="Google Shape;5281;p129"/>
            <p:cNvSpPr/>
            <p:nvPr/>
          </p:nvSpPr>
          <p:spPr>
            <a:xfrm>
              <a:off x="1990639" y="2007490"/>
              <a:ext cx="54" cy="244"/>
            </a:xfrm>
            <a:custGeom>
              <a:rect b="b" l="l" r="r" t="t"/>
              <a:pathLst>
                <a:path extrusionOk="0" h="18" w="4">
                  <a:moveTo>
                    <a:pt x="4"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2" name="Google Shape;5282;p129"/>
            <p:cNvSpPr/>
            <p:nvPr/>
          </p:nvSpPr>
          <p:spPr>
            <a:xfrm>
              <a:off x="1991155" y="2006064"/>
              <a:ext cx="68" cy="149"/>
            </a:xfrm>
            <a:custGeom>
              <a:rect b="b" l="l" r="r" t="t"/>
              <a:pathLst>
                <a:path extrusionOk="0" h="11" w="5">
                  <a:moveTo>
                    <a:pt x="4"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3" name="Google Shape;5283;p129"/>
            <p:cNvSpPr/>
            <p:nvPr/>
          </p:nvSpPr>
          <p:spPr>
            <a:xfrm>
              <a:off x="1990449" y="2008101"/>
              <a:ext cx="54" cy="258"/>
            </a:xfrm>
            <a:custGeom>
              <a:rect b="b" l="l" r="r" t="t"/>
              <a:pathLst>
                <a:path extrusionOk="0" h="19" w="4">
                  <a:moveTo>
                    <a:pt x="4"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4" name="Google Shape;5284;p129"/>
            <p:cNvSpPr/>
            <p:nvPr/>
          </p:nvSpPr>
          <p:spPr>
            <a:xfrm>
              <a:off x="1990965" y="2006485"/>
              <a:ext cx="109" cy="204"/>
            </a:xfrm>
            <a:custGeom>
              <a:rect b="b" l="l" r="r" t="t"/>
              <a:pathLst>
                <a:path extrusionOk="0" h="15" w="8">
                  <a:moveTo>
                    <a:pt x="8"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5" name="Google Shape;5285;p129"/>
            <p:cNvSpPr/>
            <p:nvPr/>
          </p:nvSpPr>
          <p:spPr>
            <a:xfrm>
              <a:off x="1990775" y="2006960"/>
              <a:ext cx="109" cy="204"/>
            </a:xfrm>
            <a:custGeom>
              <a:rect b="b" l="l" r="r" t="t"/>
              <a:pathLst>
                <a:path extrusionOk="0" h="15" w="8">
                  <a:moveTo>
                    <a:pt x="8"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6" name="Google Shape;5286;p129"/>
            <p:cNvSpPr/>
            <p:nvPr/>
          </p:nvSpPr>
          <p:spPr>
            <a:xfrm>
              <a:off x="1985547" y="1997456"/>
              <a:ext cx="1344" cy="774"/>
            </a:xfrm>
            <a:custGeom>
              <a:rect b="b" l="l" r="r" t="t"/>
              <a:pathLst>
                <a:path extrusionOk="0" h="57" w="99">
                  <a:moveTo>
                    <a:pt x="99" y="56"/>
                  </a:moveTo>
                  <a:cubicBezTo>
                    <a:pt x="64" y="32"/>
                    <a:pt x="29" y="14"/>
                    <a:pt x="1" y="0"/>
                  </a:cubicBezTo>
                  <a:cubicBezTo>
                    <a:pt x="29" y="14"/>
                    <a:pt x="64" y="32"/>
                    <a:pt x="99" y="5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7" name="Google Shape;5287;p129"/>
            <p:cNvSpPr/>
            <p:nvPr/>
          </p:nvSpPr>
          <p:spPr>
            <a:xfrm>
              <a:off x="1980795" y="1990654"/>
              <a:ext cx="163" cy="14"/>
            </a:xfrm>
            <a:custGeom>
              <a:rect b="b" l="l" r="r" t="t"/>
              <a:pathLst>
                <a:path extrusionOk="0" h="1" w="12">
                  <a:moveTo>
                    <a:pt x="1"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8" name="Google Shape;5288;p129"/>
            <p:cNvSpPr/>
            <p:nvPr/>
          </p:nvSpPr>
          <p:spPr>
            <a:xfrm>
              <a:off x="1979845" y="1990654"/>
              <a:ext cx="163" cy="14"/>
            </a:xfrm>
            <a:custGeom>
              <a:rect b="b" l="l" r="r" t="t"/>
              <a:pathLst>
                <a:path extrusionOk="0" h="1" w="12">
                  <a:moveTo>
                    <a:pt x="1"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9" name="Google Shape;5289;p129"/>
            <p:cNvSpPr/>
            <p:nvPr/>
          </p:nvSpPr>
          <p:spPr>
            <a:xfrm>
              <a:off x="1971481" y="1981910"/>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0" name="Google Shape;5290;p129"/>
            <p:cNvSpPr/>
            <p:nvPr/>
          </p:nvSpPr>
          <p:spPr>
            <a:xfrm>
              <a:off x="1983796" y="1987612"/>
              <a:ext cx="204" cy="299"/>
            </a:xfrm>
            <a:custGeom>
              <a:rect b="b" l="l" r="r" t="t"/>
              <a:pathLst>
                <a:path extrusionOk="0" h="22" w="15">
                  <a:moveTo>
                    <a:pt x="14" y="22"/>
                  </a:moveTo>
                  <a:cubicBezTo>
                    <a:pt x="11" y="15"/>
                    <a:pt x="4" y="8"/>
                    <a:pt x="0" y="1"/>
                  </a:cubicBezTo>
                  <a:cubicBezTo>
                    <a:pt x="4" y="8"/>
                    <a:pt x="11" y="15"/>
                    <a:pt x="14"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1" name="Google Shape;5291;p129"/>
            <p:cNvSpPr/>
            <p:nvPr/>
          </p:nvSpPr>
          <p:spPr>
            <a:xfrm>
              <a:off x="1981800" y="1990084"/>
              <a:ext cx="109" cy="109"/>
            </a:xfrm>
            <a:custGeom>
              <a:rect b="b" l="l" r="r" t="t"/>
              <a:pathLst>
                <a:path extrusionOk="0" h="8" w="8">
                  <a:moveTo>
                    <a:pt x="7"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2" name="Google Shape;5292;p129"/>
            <p:cNvSpPr/>
            <p:nvPr/>
          </p:nvSpPr>
          <p:spPr>
            <a:xfrm>
              <a:off x="1974468" y="1981299"/>
              <a:ext cx="353" cy="54"/>
            </a:xfrm>
            <a:custGeom>
              <a:rect b="b" l="l" r="r" t="t"/>
              <a:pathLst>
                <a:path extrusionOk="0" h="4" w="26">
                  <a:moveTo>
                    <a:pt x="1" y="4"/>
                  </a:move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3" name="Google Shape;5293;p129"/>
            <p:cNvSpPr/>
            <p:nvPr/>
          </p:nvSpPr>
          <p:spPr>
            <a:xfrm>
              <a:off x="1972567" y="1981584"/>
              <a:ext cx="448" cy="109"/>
            </a:xfrm>
            <a:custGeom>
              <a:rect b="b" l="l" r="r" t="t"/>
              <a:pathLst>
                <a:path extrusionOk="0" h="8" w="33">
                  <a:moveTo>
                    <a:pt x="1" y="7"/>
                  </a:moveTo>
                  <a:lnTo>
                    <a:pt x="3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4" name="Google Shape;5294;p129"/>
            <p:cNvSpPr/>
            <p:nvPr/>
          </p:nvSpPr>
          <p:spPr>
            <a:xfrm>
              <a:off x="1984597" y="1988373"/>
              <a:ext cx="258" cy="163"/>
            </a:xfrm>
            <a:custGeom>
              <a:rect b="b" l="l" r="r" t="t"/>
              <a:pathLst>
                <a:path extrusionOk="0" h="12" w="19">
                  <a:moveTo>
                    <a:pt x="1" y="1"/>
                  </a:moveTo>
                  <a:lnTo>
                    <a:pt x="1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5" name="Google Shape;5295;p129"/>
            <p:cNvSpPr/>
            <p:nvPr/>
          </p:nvSpPr>
          <p:spPr>
            <a:xfrm>
              <a:off x="1980374" y="1990708"/>
              <a:ext cx="109" cy="14"/>
            </a:xfrm>
            <a:custGeom>
              <a:rect b="b" l="l" r="r" t="t"/>
              <a:pathLst>
                <a:path extrusionOk="0" h="1" w="8">
                  <a:moveTo>
                    <a:pt x="7"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6" name="Google Shape;5296;p129"/>
            <p:cNvSpPr/>
            <p:nvPr/>
          </p:nvSpPr>
          <p:spPr>
            <a:xfrm>
              <a:off x="1984081" y="1987952"/>
              <a:ext cx="149" cy="149"/>
            </a:xfrm>
            <a:custGeom>
              <a:rect b="b" l="l" r="r" t="t"/>
              <a:pathLst>
                <a:path extrusionOk="0" h="11" w="11">
                  <a:moveTo>
                    <a:pt x="0" y="0"/>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7" name="Google Shape;5297;p129"/>
            <p:cNvSpPr/>
            <p:nvPr/>
          </p:nvSpPr>
          <p:spPr>
            <a:xfrm>
              <a:off x="1984312" y="1988183"/>
              <a:ext cx="204" cy="109"/>
            </a:xfrm>
            <a:custGeom>
              <a:rect b="b" l="l" r="r" t="t"/>
              <a:pathLst>
                <a:path extrusionOk="0" h="8" w="15">
                  <a:moveTo>
                    <a:pt x="1" y="1"/>
                  </a:moveTo>
                  <a:lnTo>
                    <a:pt x="15"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8" name="Google Shape;5298;p129"/>
            <p:cNvSpPr/>
            <p:nvPr/>
          </p:nvSpPr>
          <p:spPr>
            <a:xfrm>
              <a:off x="1981366" y="1990369"/>
              <a:ext cx="163" cy="109"/>
            </a:xfrm>
            <a:custGeom>
              <a:rect b="b" l="l" r="r" t="t"/>
              <a:pathLst>
                <a:path extrusionOk="0" h="8" w="12">
                  <a:moveTo>
                    <a:pt x="1" y="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9" name="Google Shape;5299;p129"/>
            <p:cNvSpPr/>
            <p:nvPr/>
          </p:nvSpPr>
          <p:spPr>
            <a:xfrm>
              <a:off x="1973898" y="1981340"/>
              <a:ext cx="394" cy="109"/>
            </a:xfrm>
            <a:custGeom>
              <a:rect b="b" l="l" r="r" t="t"/>
              <a:pathLst>
                <a:path extrusionOk="0" h="8" w="29">
                  <a:moveTo>
                    <a:pt x="1" y="8"/>
                  </a:move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0" name="Google Shape;5300;p129"/>
            <p:cNvSpPr/>
            <p:nvPr/>
          </p:nvSpPr>
          <p:spPr>
            <a:xfrm>
              <a:off x="1973233" y="1981435"/>
              <a:ext cx="448" cy="109"/>
            </a:xfrm>
            <a:custGeom>
              <a:rect b="b" l="l" r="r" t="t"/>
              <a:pathLst>
                <a:path extrusionOk="0" h="8" w="33">
                  <a:moveTo>
                    <a:pt x="1" y="8"/>
                  </a:moveTo>
                  <a:lnTo>
                    <a:pt x="3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1" name="Google Shape;5301;p129"/>
            <p:cNvSpPr/>
            <p:nvPr/>
          </p:nvSpPr>
          <p:spPr>
            <a:xfrm>
              <a:off x="1971766" y="1981720"/>
              <a:ext cx="530" cy="109"/>
            </a:xfrm>
            <a:custGeom>
              <a:rect b="b" l="l" r="r" t="t"/>
              <a:pathLst>
                <a:path extrusionOk="0" h="8" w="39">
                  <a:moveTo>
                    <a:pt x="0" y="8"/>
                  </a:moveTo>
                  <a:lnTo>
                    <a:pt x="3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2" name="Google Shape;5302;p129"/>
            <p:cNvSpPr/>
            <p:nvPr/>
          </p:nvSpPr>
          <p:spPr>
            <a:xfrm>
              <a:off x="1975378" y="1981150"/>
              <a:ext cx="299" cy="68"/>
            </a:xfrm>
            <a:custGeom>
              <a:rect b="b" l="l" r="r" t="t"/>
              <a:pathLst>
                <a:path extrusionOk="0" h="5" w="22">
                  <a:moveTo>
                    <a:pt x="1" y="4"/>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3" name="Google Shape;5303;p129"/>
            <p:cNvSpPr/>
            <p:nvPr/>
          </p:nvSpPr>
          <p:spPr>
            <a:xfrm>
              <a:off x="1974943" y="1981204"/>
              <a:ext cx="299" cy="54"/>
            </a:xfrm>
            <a:custGeom>
              <a:rect b="b" l="l" r="r" t="t"/>
              <a:pathLst>
                <a:path extrusionOk="0" h="4" w="22">
                  <a:moveTo>
                    <a:pt x="1" y="4"/>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4" name="Google Shape;5304;p129"/>
            <p:cNvSpPr/>
            <p:nvPr/>
          </p:nvSpPr>
          <p:spPr>
            <a:xfrm>
              <a:off x="1950327" y="1969744"/>
              <a:ext cx="19362" cy="21398"/>
            </a:xfrm>
            <a:custGeom>
              <a:rect b="b" l="l" r="r" t="t"/>
              <a:pathLst>
                <a:path extrusionOk="0" h="1576" w="1426">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5" name="Google Shape;5305;p129"/>
            <p:cNvSpPr/>
            <p:nvPr/>
          </p:nvSpPr>
          <p:spPr>
            <a:xfrm>
              <a:off x="1953749" y="1973166"/>
              <a:ext cx="163" cy="204"/>
            </a:xfrm>
            <a:custGeom>
              <a:rect b="b" l="l" r="r" t="t"/>
              <a:pathLst>
                <a:path extrusionOk="0" h="15" w="12">
                  <a:moveTo>
                    <a:pt x="1" y="1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6" name="Google Shape;5306;p129"/>
            <p:cNvSpPr/>
            <p:nvPr/>
          </p:nvSpPr>
          <p:spPr>
            <a:xfrm>
              <a:off x="1954754" y="1971876"/>
              <a:ext cx="54" cy="163"/>
            </a:xfrm>
            <a:custGeom>
              <a:rect b="b" l="l" r="r" t="t"/>
              <a:pathLst>
                <a:path extrusionOk="0" h="12" w="4">
                  <a:moveTo>
                    <a:pt x="0" y="1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7" name="Google Shape;5307;p129"/>
            <p:cNvSpPr/>
            <p:nvPr/>
          </p:nvSpPr>
          <p:spPr>
            <a:xfrm>
              <a:off x="1951563" y="1975257"/>
              <a:ext cx="258" cy="204"/>
            </a:xfrm>
            <a:custGeom>
              <a:rect b="b" l="l" r="r" t="t"/>
              <a:pathLst>
                <a:path extrusionOk="0" h="15" w="19">
                  <a:moveTo>
                    <a:pt x="1" y="1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8" name="Google Shape;5308;p129"/>
            <p:cNvSpPr/>
            <p:nvPr/>
          </p:nvSpPr>
          <p:spPr>
            <a:xfrm>
              <a:off x="1954564" y="1972161"/>
              <a:ext cx="109" cy="163"/>
            </a:xfrm>
            <a:custGeom>
              <a:rect b="b" l="l" r="r" t="t"/>
              <a:pathLst>
                <a:path extrusionOk="0" h="12" w="8">
                  <a:moveTo>
                    <a:pt x="0" y="1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9" name="Google Shape;5309;p129"/>
            <p:cNvSpPr/>
            <p:nvPr/>
          </p:nvSpPr>
          <p:spPr>
            <a:xfrm>
              <a:off x="1950382" y="1976357"/>
              <a:ext cx="204" cy="149"/>
            </a:xfrm>
            <a:custGeom>
              <a:rect b="b" l="l" r="r" t="t"/>
              <a:pathLst>
                <a:path extrusionOk="0" h="11" w="15">
                  <a:moveTo>
                    <a:pt x="0" y="11"/>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0" name="Google Shape;5310;p129"/>
            <p:cNvSpPr/>
            <p:nvPr/>
          </p:nvSpPr>
          <p:spPr>
            <a:xfrm>
              <a:off x="1954319" y="1972501"/>
              <a:ext cx="109" cy="149"/>
            </a:xfrm>
            <a:custGeom>
              <a:rect b="b" l="l" r="r" t="t"/>
              <a:pathLst>
                <a:path extrusionOk="0" h="11" w="8">
                  <a:moveTo>
                    <a:pt x="1" y="11"/>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1" name="Google Shape;5311;p129"/>
            <p:cNvSpPr/>
            <p:nvPr/>
          </p:nvSpPr>
          <p:spPr>
            <a:xfrm>
              <a:off x="1955039" y="1971360"/>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2" name="Google Shape;5312;p129"/>
            <p:cNvSpPr/>
            <p:nvPr/>
          </p:nvSpPr>
          <p:spPr>
            <a:xfrm>
              <a:off x="1954889" y="1971591"/>
              <a:ext cx="68" cy="163"/>
            </a:xfrm>
            <a:custGeom>
              <a:rect b="b" l="l" r="r" t="t"/>
              <a:pathLst>
                <a:path extrusionOk="0" h="12" w="5">
                  <a:moveTo>
                    <a:pt x="1" y="1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3" name="Google Shape;5313;p129"/>
            <p:cNvSpPr/>
            <p:nvPr/>
          </p:nvSpPr>
          <p:spPr>
            <a:xfrm>
              <a:off x="1955134" y="1971116"/>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4" name="Google Shape;5314;p129"/>
            <p:cNvSpPr/>
            <p:nvPr/>
          </p:nvSpPr>
          <p:spPr>
            <a:xfrm>
              <a:off x="1952608" y="1974347"/>
              <a:ext cx="204" cy="204"/>
            </a:xfrm>
            <a:custGeom>
              <a:rect b="b" l="l" r="r" t="t"/>
              <a:pathLst>
                <a:path extrusionOk="0" h="15" w="15">
                  <a:moveTo>
                    <a:pt x="1" y="15"/>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5" name="Google Shape;5315;p129"/>
            <p:cNvSpPr/>
            <p:nvPr/>
          </p:nvSpPr>
          <p:spPr>
            <a:xfrm>
              <a:off x="1952092" y="1974782"/>
              <a:ext cx="244" cy="204"/>
            </a:xfrm>
            <a:custGeom>
              <a:rect b="b" l="l" r="r" t="t"/>
              <a:pathLst>
                <a:path extrusionOk="0" h="15" w="18">
                  <a:moveTo>
                    <a:pt x="0" y="1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6" name="Google Shape;5316;p129"/>
            <p:cNvSpPr/>
            <p:nvPr/>
          </p:nvSpPr>
          <p:spPr>
            <a:xfrm>
              <a:off x="1950993" y="1975786"/>
              <a:ext cx="204" cy="190"/>
            </a:xfrm>
            <a:custGeom>
              <a:rect b="b" l="l" r="r" t="t"/>
              <a:pathLst>
                <a:path extrusionOk="0" h="14" w="15">
                  <a:moveTo>
                    <a:pt x="1" y="14"/>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7" name="Google Shape;5317;p129"/>
            <p:cNvSpPr/>
            <p:nvPr/>
          </p:nvSpPr>
          <p:spPr>
            <a:xfrm>
              <a:off x="1969526" y="1981204"/>
              <a:ext cx="109" cy="299"/>
            </a:xfrm>
            <a:custGeom>
              <a:rect b="b" l="l" r="r" t="t"/>
              <a:pathLst>
                <a:path extrusionOk="0" h="22" w="8">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8" name="Google Shape;5318;p129"/>
            <p:cNvSpPr/>
            <p:nvPr/>
          </p:nvSpPr>
          <p:spPr>
            <a:xfrm>
              <a:off x="1954034" y="1972827"/>
              <a:ext cx="163" cy="163"/>
            </a:xfrm>
            <a:custGeom>
              <a:rect b="b" l="l" r="r" t="t"/>
              <a:pathLst>
                <a:path extrusionOk="0" h="12" w="12">
                  <a:moveTo>
                    <a:pt x="1" y="1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9" name="Google Shape;5319;p129"/>
            <p:cNvSpPr/>
            <p:nvPr/>
          </p:nvSpPr>
          <p:spPr>
            <a:xfrm>
              <a:off x="1953369" y="1973546"/>
              <a:ext cx="204" cy="204"/>
            </a:xfrm>
            <a:custGeom>
              <a:rect b="b" l="l" r="r" t="t"/>
              <a:pathLst>
                <a:path extrusionOk="0" h="15" w="15">
                  <a:moveTo>
                    <a:pt x="1" y="14"/>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0" name="Google Shape;5320;p129"/>
            <p:cNvSpPr/>
            <p:nvPr/>
          </p:nvSpPr>
          <p:spPr>
            <a:xfrm>
              <a:off x="1952989" y="1973926"/>
              <a:ext cx="204" cy="204"/>
            </a:xfrm>
            <a:custGeom>
              <a:rect b="b" l="l" r="r" t="t"/>
              <a:pathLst>
                <a:path extrusionOk="0" h="15" w="15">
                  <a:moveTo>
                    <a:pt x="15"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1" name="Google Shape;5321;p129"/>
            <p:cNvSpPr/>
            <p:nvPr/>
          </p:nvSpPr>
          <p:spPr>
            <a:xfrm>
              <a:off x="1962968" y="1989228"/>
              <a:ext cx="299" cy="258"/>
            </a:xfrm>
            <a:custGeom>
              <a:rect b="b" l="l" r="r" t="t"/>
              <a:pathLst>
                <a:path extrusionOk="0" h="19" w="22">
                  <a:moveTo>
                    <a:pt x="1" y="18"/>
                  </a:moveTo>
                  <a:cubicBezTo>
                    <a:pt x="8" y="11"/>
                    <a:pt x="15" y="4"/>
                    <a:pt x="22" y="1"/>
                  </a:cubicBezTo>
                  <a:cubicBezTo>
                    <a:pt x="15" y="4"/>
                    <a:pt x="8" y="11"/>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2" name="Google Shape;5322;p129"/>
            <p:cNvSpPr/>
            <p:nvPr/>
          </p:nvSpPr>
          <p:spPr>
            <a:xfrm>
              <a:off x="1961828" y="1990518"/>
              <a:ext cx="394" cy="625"/>
            </a:xfrm>
            <a:custGeom>
              <a:rect b="b" l="l" r="r" t="t"/>
              <a:pathLst>
                <a:path extrusionOk="0" h="46" w="29">
                  <a:moveTo>
                    <a:pt x="29" y="0"/>
                  </a:moveTo>
                  <a:cubicBezTo>
                    <a:pt x="18" y="14"/>
                    <a:pt x="11" y="28"/>
                    <a:pt x="1" y="46"/>
                  </a:cubicBezTo>
                  <a:cubicBezTo>
                    <a:pt x="11" y="28"/>
                    <a:pt x="22" y="14"/>
                    <a:pt x="2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3" name="Google Shape;5323;p129"/>
            <p:cNvSpPr/>
            <p:nvPr/>
          </p:nvSpPr>
          <p:spPr>
            <a:xfrm>
              <a:off x="1962262" y="1989988"/>
              <a:ext cx="339" cy="448"/>
            </a:xfrm>
            <a:custGeom>
              <a:rect b="b" l="l" r="r" t="t"/>
              <a:pathLst>
                <a:path extrusionOk="0" h="33" w="25">
                  <a:moveTo>
                    <a:pt x="25" y="1"/>
                  </a:moveTo>
                  <a:cubicBezTo>
                    <a:pt x="14" y="11"/>
                    <a:pt x="7" y="22"/>
                    <a:pt x="0" y="32"/>
                  </a:cubicBezTo>
                  <a:cubicBezTo>
                    <a:pt x="7" y="22"/>
                    <a:pt x="14" y="11"/>
                    <a:pt x="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4" name="Google Shape;5324;p129"/>
            <p:cNvSpPr/>
            <p:nvPr/>
          </p:nvSpPr>
          <p:spPr>
            <a:xfrm>
              <a:off x="1969675" y="1981720"/>
              <a:ext cx="14" cy="163"/>
            </a:xfrm>
            <a:custGeom>
              <a:rect b="b" l="l" r="r" t="t"/>
              <a:pathLst>
                <a:path extrusionOk="0" h="12" w="1">
                  <a:moveTo>
                    <a:pt x="0" y="1"/>
                  </a:moveTo>
                  <a:lnTo>
                    <a:pt x="0" y="11"/>
                  </a:lnTo>
                  <a:cubicBezTo>
                    <a:pt x="0" y="8"/>
                    <a:pt x="0"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5" name="Google Shape;5325;p129"/>
            <p:cNvSpPr/>
            <p:nvPr/>
          </p:nvSpPr>
          <p:spPr>
            <a:xfrm>
              <a:off x="1969621" y="1981530"/>
              <a:ext cx="68" cy="163"/>
            </a:xfrm>
            <a:custGeom>
              <a:rect b="b" l="l" r="r" t="t"/>
              <a:pathLst>
                <a:path extrusionOk="0" h="12" w="5">
                  <a:moveTo>
                    <a:pt x="1" y="1"/>
                  </a:moveTo>
                  <a:cubicBezTo>
                    <a:pt x="1" y="4"/>
                    <a:pt x="4" y="8"/>
                    <a:pt x="4" y="11"/>
                  </a:cubicBezTo>
                  <a:cubicBezTo>
                    <a:pt x="4" y="8"/>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6" name="Google Shape;5326;p129"/>
            <p:cNvSpPr/>
            <p:nvPr/>
          </p:nvSpPr>
          <p:spPr>
            <a:xfrm>
              <a:off x="1969675" y="1982005"/>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7" name="Google Shape;5327;p129"/>
            <p:cNvSpPr/>
            <p:nvPr/>
          </p:nvSpPr>
          <p:spPr>
            <a:xfrm>
              <a:off x="1962588" y="1989568"/>
              <a:ext cx="353" cy="394"/>
            </a:xfrm>
            <a:custGeom>
              <a:rect b="b" l="l" r="r" t="t"/>
              <a:pathLst>
                <a:path extrusionOk="0" h="29" w="26">
                  <a:moveTo>
                    <a:pt x="25" y="0"/>
                  </a:moveTo>
                  <a:lnTo>
                    <a:pt x="25" y="0"/>
                  </a:lnTo>
                  <a:cubicBezTo>
                    <a:pt x="18" y="7"/>
                    <a:pt x="8" y="18"/>
                    <a:pt x="1" y="28"/>
                  </a:cubicBezTo>
                  <a:cubicBezTo>
                    <a:pt x="11" y="18"/>
                    <a:pt x="18" y="7"/>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8" name="Google Shape;5328;p129"/>
            <p:cNvSpPr/>
            <p:nvPr/>
          </p:nvSpPr>
          <p:spPr>
            <a:xfrm>
              <a:off x="1969580" y="1981394"/>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9" name="Google Shape;5329;p129"/>
            <p:cNvSpPr/>
            <p:nvPr/>
          </p:nvSpPr>
          <p:spPr>
            <a:xfrm>
              <a:off x="1922385" y="1832082"/>
              <a:ext cx="60230" cy="48838"/>
            </a:xfrm>
            <a:custGeom>
              <a:rect b="b" l="l" r="r" t="t"/>
              <a:pathLst>
                <a:path extrusionOk="0" h="3597" w="4436">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0" name="Google Shape;5330;p129"/>
            <p:cNvSpPr/>
            <p:nvPr/>
          </p:nvSpPr>
          <p:spPr>
            <a:xfrm>
              <a:off x="1982370" y="1833793"/>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1" name="Google Shape;5331;p129"/>
            <p:cNvSpPr/>
            <p:nvPr/>
          </p:nvSpPr>
          <p:spPr>
            <a:xfrm>
              <a:off x="1982275" y="1833508"/>
              <a:ext cx="14" cy="109"/>
            </a:xfrm>
            <a:custGeom>
              <a:rect b="b" l="l" r="r" t="t"/>
              <a:pathLst>
                <a:path extrusionOk="0" h="8" w="1">
                  <a:moveTo>
                    <a:pt x="0"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2" name="Google Shape;5332;p129"/>
            <p:cNvSpPr/>
            <p:nvPr/>
          </p:nvSpPr>
          <p:spPr>
            <a:xfrm>
              <a:off x="1982465" y="1834078"/>
              <a:ext cx="54" cy="163"/>
            </a:xfrm>
            <a:custGeom>
              <a:rect b="b" l="l" r="r" t="t"/>
              <a:pathLst>
                <a:path extrusionOk="0" h="12" w="4">
                  <a:moveTo>
                    <a:pt x="0" y="1"/>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3" name="Google Shape;5333;p129"/>
            <p:cNvSpPr/>
            <p:nvPr/>
          </p:nvSpPr>
          <p:spPr>
            <a:xfrm>
              <a:off x="1922575" y="1836318"/>
              <a:ext cx="85525" cy="95653"/>
            </a:xfrm>
            <a:custGeom>
              <a:rect b="b" l="l" r="r" t="t"/>
              <a:pathLst>
                <a:path extrusionOk="0" h="7045" w="6299">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4" name="Google Shape;5334;p129"/>
            <p:cNvSpPr/>
            <p:nvPr/>
          </p:nvSpPr>
          <p:spPr>
            <a:xfrm>
              <a:off x="1984366" y="1836088"/>
              <a:ext cx="54" cy="1385"/>
            </a:xfrm>
            <a:custGeom>
              <a:rect b="b" l="l" r="r" t="t"/>
              <a:pathLst>
                <a:path extrusionOk="0" h="102" w="4">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5" name="Google Shape;5335;p129"/>
            <p:cNvSpPr/>
            <p:nvPr/>
          </p:nvSpPr>
          <p:spPr>
            <a:xfrm>
              <a:off x="1984692" y="1836278"/>
              <a:ext cx="23503" cy="15410"/>
            </a:xfrm>
            <a:custGeom>
              <a:rect b="b" l="l" r="r" t="t"/>
              <a:pathLst>
                <a:path extrusionOk="0" h="1135" w="1731">
                  <a:moveTo>
                    <a:pt x="1" y="0"/>
                  </a:moveTo>
                  <a:lnTo>
                    <a:pt x="1" y="0"/>
                  </a:lnTo>
                  <a:cubicBezTo>
                    <a:pt x="141" y="88"/>
                    <a:pt x="862" y="560"/>
                    <a:pt x="1730" y="1134"/>
                  </a:cubicBezTo>
                  <a:cubicBezTo>
                    <a:pt x="809" y="525"/>
                    <a:pt x="137" y="8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6" name="Google Shape;5336;p129"/>
            <p:cNvSpPr/>
            <p:nvPr/>
          </p:nvSpPr>
          <p:spPr>
            <a:xfrm>
              <a:off x="1984502" y="1836183"/>
              <a:ext cx="163" cy="109"/>
            </a:xfrm>
            <a:custGeom>
              <a:rect b="b" l="l" r="r" t="t"/>
              <a:pathLst>
                <a:path extrusionOk="0" h="8" w="12">
                  <a:moveTo>
                    <a:pt x="1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7" name="Google Shape;5337;p129"/>
            <p:cNvSpPr/>
            <p:nvPr/>
          </p:nvSpPr>
          <p:spPr>
            <a:xfrm>
              <a:off x="1924517" y="1921218"/>
              <a:ext cx="68" cy="54"/>
            </a:xfrm>
            <a:custGeom>
              <a:rect b="b" l="l" r="r" t="t"/>
              <a:pathLst>
                <a:path extrusionOk="0" h="4" w="5">
                  <a:moveTo>
                    <a:pt x="1" y="4"/>
                  </a:moveTo>
                  <a:lnTo>
                    <a:pt x="4" y="0"/>
                  </a:ln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8" name="Google Shape;5338;p129"/>
            <p:cNvSpPr/>
            <p:nvPr/>
          </p:nvSpPr>
          <p:spPr>
            <a:xfrm>
              <a:off x="1953369" y="1928727"/>
              <a:ext cx="3204" cy="3245"/>
            </a:xfrm>
            <a:custGeom>
              <a:rect b="b" l="l" r="r" t="t"/>
              <a:pathLst>
                <a:path extrusionOk="0" h="239" w="236">
                  <a:moveTo>
                    <a:pt x="1" y="0"/>
                  </a:moveTo>
                  <a:cubicBezTo>
                    <a:pt x="102" y="53"/>
                    <a:pt x="183" y="137"/>
                    <a:pt x="235" y="238"/>
                  </a:cubicBezTo>
                  <a:lnTo>
                    <a:pt x="235" y="238"/>
                  </a:lnTo>
                  <a:cubicBezTo>
                    <a:pt x="183" y="137"/>
                    <a:pt x="102" y="53"/>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9" name="Google Shape;5339;p129"/>
            <p:cNvSpPr/>
            <p:nvPr/>
          </p:nvSpPr>
          <p:spPr>
            <a:xfrm>
              <a:off x="1929893" y="1918544"/>
              <a:ext cx="4671" cy="258"/>
            </a:xfrm>
            <a:custGeom>
              <a:rect b="b" l="l" r="r" t="t"/>
              <a:pathLst>
                <a:path extrusionOk="0" h="19" w="344">
                  <a:moveTo>
                    <a:pt x="0" y="15"/>
                  </a:moveTo>
                  <a:cubicBezTo>
                    <a:pt x="116" y="18"/>
                    <a:pt x="231" y="15"/>
                    <a:pt x="343" y="1"/>
                  </a:cubicBezTo>
                  <a:cubicBezTo>
                    <a:pt x="231" y="15"/>
                    <a:pt x="116" y="18"/>
                    <a:pt x="0"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0" name="Google Shape;5340;p129"/>
            <p:cNvSpPr/>
            <p:nvPr/>
          </p:nvSpPr>
          <p:spPr>
            <a:xfrm>
              <a:off x="1983796" y="184544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1" name="Google Shape;5341;p129"/>
            <p:cNvSpPr/>
            <p:nvPr/>
          </p:nvSpPr>
          <p:spPr>
            <a:xfrm>
              <a:off x="1983986" y="184530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2" name="Google Shape;5342;p129"/>
            <p:cNvSpPr/>
            <p:nvPr/>
          </p:nvSpPr>
          <p:spPr>
            <a:xfrm>
              <a:off x="1984081" y="184515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3" name="Google Shape;5343;p129"/>
            <p:cNvSpPr/>
            <p:nvPr/>
          </p:nvSpPr>
          <p:spPr>
            <a:xfrm>
              <a:off x="1983891" y="184544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4" name="Google Shape;5344;p129"/>
            <p:cNvSpPr/>
            <p:nvPr/>
          </p:nvSpPr>
          <p:spPr>
            <a:xfrm>
              <a:off x="1984122" y="1845062"/>
              <a:ext cx="14" cy="14"/>
            </a:xfrm>
            <a:custGeom>
              <a:rect b="b" l="l" r="r" t="t"/>
              <a:pathLst>
                <a:path extrusionOk="0" h="1" w="1">
                  <a:moveTo>
                    <a:pt x="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5" name="Google Shape;5345;p129"/>
            <p:cNvSpPr/>
            <p:nvPr/>
          </p:nvSpPr>
          <p:spPr>
            <a:xfrm>
              <a:off x="1984366" y="184344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6" name="Google Shape;5346;p129"/>
            <p:cNvSpPr/>
            <p:nvPr/>
          </p:nvSpPr>
          <p:spPr>
            <a:xfrm>
              <a:off x="1983932" y="184540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7" name="Google Shape;5347;p129"/>
            <p:cNvSpPr/>
            <p:nvPr/>
          </p:nvSpPr>
          <p:spPr>
            <a:xfrm>
              <a:off x="1984027" y="184525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8" name="Google Shape;5348;p129"/>
            <p:cNvSpPr/>
            <p:nvPr/>
          </p:nvSpPr>
          <p:spPr>
            <a:xfrm>
              <a:off x="1984407" y="1840269"/>
              <a:ext cx="14" cy="394"/>
            </a:xfrm>
            <a:custGeom>
              <a:rect b="b" l="l" r="r" t="t"/>
              <a:pathLst>
                <a:path extrusionOk="0" h="29" w="1">
                  <a:moveTo>
                    <a:pt x="1" y="2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9" name="Google Shape;5349;p129"/>
            <p:cNvSpPr/>
            <p:nvPr/>
          </p:nvSpPr>
          <p:spPr>
            <a:xfrm>
              <a:off x="1984407" y="1841790"/>
              <a:ext cx="14" cy="244"/>
            </a:xfrm>
            <a:custGeom>
              <a:rect b="b" l="l" r="r" t="t"/>
              <a:pathLst>
                <a:path extrusionOk="0" h="18" w="1">
                  <a:moveTo>
                    <a:pt x="1" y="1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0" name="Google Shape;5350;p129"/>
            <p:cNvSpPr/>
            <p:nvPr/>
          </p:nvSpPr>
          <p:spPr>
            <a:xfrm>
              <a:off x="1984217" y="1844736"/>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1" name="Google Shape;5351;p129"/>
            <p:cNvSpPr/>
            <p:nvPr/>
          </p:nvSpPr>
          <p:spPr>
            <a:xfrm>
              <a:off x="1984271" y="184458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2" name="Google Shape;5352;p129"/>
            <p:cNvSpPr/>
            <p:nvPr/>
          </p:nvSpPr>
          <p:spPr>
            <a:xfrm>
              <a:off x="1984366" y="184373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3" name="Google Shape;5353;p129"/>
            <p:cNvSpPr/>
            <p:nvPr/>
          </p:nvSpPr>
          <p:spPr>
            <a:xfrm>
              <a:off x="1984366" y="1843976"/>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4" name="Google Shape;5354;p129"/>
            <p:cNvSpPr/>
            <p:nvPr/>
          </p:nvSpPr>
          <p:spPr>
            <a:xfrm>
              <a:off x="1984407" y="184278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5" name="Google Shape;5355;p129"/>
            <p:cNvSpPr/>
            <p:nvPr/>
          </p:nvSpPr>
          <p:spPr>
            <a:xfrm>
              <a:off x="1984312" y="184439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6" name="Google Shape;5356;p129"/>
            <p:cNvSpPr/>
            <p:nvPr/>
          </p:nvSpPr>
          <p:spPr>
            <a:xfrm>
              <a:off x="1984176" y="1844967"/>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7" name="Google Shape;5357;p129"/>
            <p:cNvSpPr/>
            <p:nvPr/>
          </p:nvSpPr>
          <p:spPr>
            <a:xfrm>
              <a:off x="1983986" y="184530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8" name="Google Shape;5358;p129"/>
            <p:cNvSpPr/>
            <p:nvPr/>
          </p:nvSpPr>
          <p:spPr>
            <a:xfrm>
              <a:off x="1984176" y="1844831"/>
              <a:ext cx="14" cy="54"/>
            </a:xfrm>
            <a:custGeom>
              <a:rect b="b" l="l" r="r" t="t"/>
              <a:pathLst>
                <a:path extrusionOk="0" h="4" w="1">
                  <a:moveTo>
                    <a:pt x="0"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9" name="Google Shape;5359;p129"/>
            <p:cNvSpPr/>
            <p:nvPr/>
          </p:nvSpPr>
          <p:spPr>
            <a:xfrm>
              <a:off x="1984407" y="1842971"/>
              <a:ext cx="14" cy="163"/>
            </a:xfrm>
            <a:custGeom>
              <a:rect b="b" l="l" r="r" t="t"/>
              <a:pathLst>
                <a:path extrusionOk="0" h="12" w="1">
                  <a:moveTo>
                    <a:pt x="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0" name="Google Shape;5360;p129"/>
            <p:cNvSpPr/>
            <p:nvPr/>
          </p:nvSpPr>
          <p:spPr>
            <a:xfrm>
              <a:off x="1984407" y="1840785"/>
              <a:ext cx="14" cy="353"/>
            </a:xfrm>
            <a:custGeom>
              <a:rect b="b" l="l" r="r" t="t"/>
              <a:pathLst>
                <a:path extrusionOk="0" h="26" w="1">
                  <a:moveTo>
                    <a:pt x="1" y="1"/>
                  </a:moveTo>
                  <a:lnTo>
                    <a:pt x="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1" name="Google Shape;5361;p129"/>
            <p:cNvSpPr/>
            <p:nvPr/>
          </p:nvSpPr>
          <p:spPr>
            <a:xfrm>
              <a:off x="1984407" y="1837459"/>
              <a:ext cx="68" cy="2729"/>
            </a:xfrm>
            <a:custGeom>
              <a:rect b="b" l="l" r="r" t="t"/>
              <a:pathLst>
                <a:path extrusionOk="0" h="201" w="5">
                  <a:moveTo>
                    <a:pt x="1" y="1"/>
                  </a:moveTo>
                  <a:cubicBezTo>
                    <a:pt x="1" y="78"/>
                    <a:pt x="1" y="144"/>
                    <a:pt x="4" y="200"/>
                  </a:cubicBezTo>
                  <a:cubicBezTo>
                    <a:pt x="4" y="144"/>
                    <a:pt x="4" y="7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2" name="Google Shape;5362;p129"/>
            <p:cNvSpPr/>
            <p:nvPr/>
          </p:nvSpPr>
          <p:spPr>
            <a:xfrm>
              <a:off x="1984407" y="1841315"/>
              <a:ext cx="14" cy="299"/>
            </a:xfrm>
            <a:custGeom>
              <a:rect b="b" l="l" r="r" t="t"/>
              <a:pathLst>
                <a:path extrusionOk="0" h="22" w="1">
                  <a:moveTo>
                    <a:pt x="1" y="2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3" name="Google Shape;5363;p129"/>
            <p:cNvSpPr/>
            <p:nvPr/>
          </p:nvSpPr>
          <p:spPr>
            <a:xfrm>
              <a:off x="1984407" y="1842211"/>
              <a:ext cx="14" cy="258"/>
            </a:xfrm>
            <a:custGeom>
              <a:rect b="b" l="l" r="r" t="t"/>
              <a:pathLst>
                <a:path extrusionOk="0" h="19" w="1">
                  <a:moveTo>
                    <a:pt x="1" y="1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4" name="Google Shape;5364;p129"/>
            <p:cNvSpPr/>
            <p:nvPr/>
          </p:nvSpPr>
          <p:spPr>
            <a:xfrm>
              <a:off x="1984366" y="1836128"/>
              <a:ext cx="14" cy="1344"/>
            </a:xfrm>
            <a:custGeom>
              <a:rect b="b" l="l" r="r" t="t"/>
              <a:pathLst>
                <a:path extrusionOk="0" h="99" w="1">
                  <a:moveTo>
                    <a:pt x="0" y="1"/>
                  </a:moveTo>
                  <a:lnTo>
                    <a:pt x="0" y="1"/>
                  </a:lnTo>
                  <a:lnTo>
                    <a:pt x="0" y="99"/>
                  </a:lnTo>
                  <a:lnTo>
                    <a:pt x="0" y="99"/>
                  </a:lnTo>
                  <a:cubicBezTo>
                    <a:pt x="0" y="67"/>
                    <a:pt x="0" y="36"/>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5" name="Google Shape;5365;p129"/>
            <p:cNvSpPr/>
            <p:nvPr/>
          </p:nvSpPr>
          <p:spPr>
            <a:xfrm>
              <a:off x="1957170" y="1853426"/>
              <a:ext cx="121505" cy="113481"/>
            </a:xfrm>
            <a:custGeom>
              <a:rect b="b" l="l" r="r" t="t"/>
              <a:pathLst>
                <a:path extrusionOk="0" h="8358" w="8949">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6" name="Google Shape;5366;p129"/>
            <p:cNvSpPr/>
            <p:nvPr/>
          </p:nvSpPr>
          <p:spPr>
            <a:xfrm>
              <a:off x="2072674" y="1899590"/>
              <a:ext cx="14" cy="204"/>
            </a:xfrm>
            <a:custGeom>
              <a:rect b="b" l="l" r="r" t="t"/>
              <a:pathLst>
                <a:path extrusionOk="0" h="15" w="1">
                  <a:moveTo>
                    <a:pt x="1" y="14"/>
                  </a:moveTo>
                  <a:lnTo>
                    <a:pt x="1" y="0"/>
                  </a:lnTo>
                  <a:cubicBezTo>
                    <a:pt x="1" y="4"/>
                    <a:pt x="1" y="11"/>
                    <a:pt x="1"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7" name="Google Shape;5367;p129"/>
            <p:cNvSpPr/>
            <p:nvPr/>
          </p:nvSpPr>
          <p:spPr>
            <a:xfrm>
              <a:off x="2072729" y="1900635"/>
              <a:ext cx="14" cy="1154"/>
            </a:xfrm>
            <a:custGeom>
              <a:rect b="b" l="l" r="r" t="t"/>
              <a:pathLst>
                <a:path extrusionOk="0" h="85" w="1">
                  <a:moveTo>
                    <a:pt x="0" y="0"/>
                  </a:moveTo>
                  <a:lnTo>
                    <a:pt x="0" y="84"/>
                  </a:lnTo>
                  <a:lnTo>
                    <a:pt x="0" y="8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8" name="Google Shape;5368;p129"/>
            <p:cNvSpPr/>
            <p:nvPr/>
          </p:nvSpPr>
          <p:spPr>
            <a:xfrm>
              <a:off x="2055607" y="1883514"/>
              <a:ext cx="299" cy="204"/>
            </a:xfrm>
            <a:custGeom>
              <a:rect b="b" l="l" r="r" t="t"/>
              <a:pathLst>
                <a:path extrusionOk="0" h="15" w="22">
                  <a:moveTo>
                    <a:pt x="22"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9" name="Google Shape;5369;p129"/>
            <p:cNvSpPr/>
            <p:nvPr/>
          </p:nvSpPr>
          <p:spPr>
            <a:xfrm>
              <a:off x="2070298" y="1894172"/>
              <a:ext cx="299" cy="244"/>
            </a:xfrm>
            <a:custGeom>
              <a:rect b="b" l="l" r="r" t="t"/>
              <a:pathLst>
                <a:path extrusionOk="0" h="18" w="22">
                  <a:moveTo>
                    <a:pt x="1" y="0"/>
                  </a:moveTo>
                  <a:cubicBezTo>
                    <a:pt x="8" y="7"/>
                    <a:pt x="15" y="11"/>
                    <a:pt x="22" y="18"/>
                  </a:cubicBezTo>
                  <a:cubicBezTo>
                    <a:pt x="15" y="11"/>
                    <a:pt x="8"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0" name="Google Shape;5370;p129"/>
            <p:cNvSpPr/>
            <p:nvPr/>
          </p:nvSpPr>
          <p:spPr>
            <a:xfrm>
              <a:off x="2072104" y="1897023"/>
              <a:ext cx="68" cy="204"/>
            </a:xfrm>
            <a:custGeom>
              <a:rect b="b" l="l" r="r" t="t"/>
              <a:pathLst>
                <a:path extrusionOk="0" h="15" w="5">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1" name="Google Shape;5371;p129"/>
            <p:cNvSpPr/>
            <p:nvPr/>
          </p:nvSpPr>
          <p:spPr>
            <a:xfrm>
              <a:off x="2056042" y="1883799"/>
              <a:ext cx="109" cy="109"/>
            </a:xfrm>
            <a:custGeom>
              <a:rect b="b" l="l" r="r" t="t"/>
              <a:pathLst>
                <a:path extrusionOk="0" h="8" w="8">
                  <a:moveTo>
                    <a:pt x="7"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2" name="Google Shape;5372;p129"/>
            <p:cNvSpPr/>
            <p:nvPr/>
          </p:nvSpPr>
          <p:spPr>
            <a:xfrm>
              <a:off x="2072443" y="1898164"/>
              <a:ext cx="54" cy="204"/>
            </a:xfrm>
            <a:custGeom>
              <a:rect b="b" l="l" r="r" t="t"/>
              <a:pathLst>
                <a:path extrusionOk="0" h="15" w="4">
                  <a:moveTo>
                    <a:pt x="4"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3" name="Google Shape;5373;p129"/>
            <p:cNvSpPr/>
            <p:nvPr/>
          </p:nvSpPr>
          <p:spPr>
            <a:xfrm>
              <a:off x="2072633" y="1899155"/>
              <a:ext cx="14" cy="204"/>
            </a:xfrm>
            <a:custGeom>
              <a:rect b="b" l="l" r="r" t="t"/>
              <a:pathLst>
                <a:path extrusionOk="0" h="15" w="1">
                  <a:moveTo>
                    <a:pt x="0" y="15"/>
                  </a:moveTo>
                  <a:lnTo>
                    <a:pt x="0" y="1"/>
                  </a:lnTo>
                  <a:cubicBezTo>
                    <a:pt x="0" y="4"/>
                    <a:pt x="0" y="11"/>
                    <a:pt x="0"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4" name="Google Shape;5374;p129"/>
            <p:cNvSpPr/>
            <p:nvPr/>
          </p:nvSpPr>
          <p:spPr>
            <a:xfrm>
              <a:off x="2071588" y="1895829"/>
              <a:ext cx="109" cy="204"/>
            </a:xfrm>
            <a:custGeom>
              <a:rect b="b" l="l" r="r" t="t"/>
              <a:pathLst>
                <a:path extrusionOk="0" h="15" w="8">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5" name="Google Shape;5375;p129"/>
            <p:cNvSpPr/>
            <p:nvPr/>
          </p:nvSpPr>
          <p:spPr>
            <a:xfrm>
              <a:off x="2071208" y="1895218"/>
              <a:ext cx="204" cy="244"/>
            </a:xfrm>
            <a:custGeom>
              <a:rect b="b" l="l" r="r" t="t"/>
              <a:pathLst>
                <a:path extrusionOk="0" h="18" w="15">
                  <a:moveTo>
                    <a:pt x="14" y="18"/>
                  </a:moveTo>
                  <a:cubicBezTo>
                    <a:pt x="11" y="11"/>
                    <a:pt x="4" y="7"/>
                    <a:pt x="0" y="0"/>
                  </a:cubicBezTo>
                  <a:cubicBezTo>
                    <a:pt x="4" y="7"/>
                    <a:pt x="11" y="11"/>
                    <a:pt x="14"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6" name="Google Shape;5376;p129"/>
            <p:cNvSpPr/>
            <p:nvPr/>
          </p:nvSpPr>
          <p:spPr>
            <a:xfrm>
              <a:off x="2072253" y="1897594"/>
              <a:ext cx="109" cy="204"/>
            </a:xfrm>
            <a:custGeom>
              <a:rect b="b" l="l" r="r" t="t"/>
              <a:pathLst>
                <a:path extrusionOk="0" h="15" w="8">
                  <a:moveTo>
                    <a:pt x="7"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7" name="Google Shape;5377;p129"/>
            <p:cNvSpPr/>
            <p:nvPr/>
          </p:nvSpPr>
          <p:spPr>
            <a:xfrm>
              <a:off x="2060848" y="1890642"/>
              <a:ext cx="679" cy="448"/>
            </a:xfrm>
            <a:custGeom>
              <a:rect b="b" l="l" r="r" t="t"/>
              <a:pathLst>
                <a:path extrusionOk="0" h="33" w="50">
                  <a:moveTo>
                    <a:pt x="0" y="1"/>
                  </a:moveTo>
                  <a:lnTo>
                    <a:pt x="18" y="29"/>
                  </a:lnTo>
                  <a:lnTo>
                    <a:pt x="49" y="33"/>
                  </a:lnTo>
                  <a:lnTo>
                    <a:pt x="18"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8" name="Google Shape;5378;p129"/>
            <p:cNvSpPr/>
            <p:nvPr/>
          </p:nvSpPr>
          <p:spPr>
            <a:xfrm>
              <a:off x="2072729" y="1899915"/>
              <a:ext cx="14" cy="204"/>
            </a:xfrm>
            <a:custGeom>
              <a:rect b="b" l="l" r="r" t="t"/>
              <a:pathLst>
                <a:path extrusionOk="0" h="15" w="1">
                  <a:moveTo>
                    <a:pt x="0" y="15"/>
                  </a:moveTo>
                  <a:lnTo>
                    <a:pt x="0" y="1"/>
                  </a:lnTo>
                  <a:cubicBezTo>
                    <a:pt x="0" y="8"/>
                    <a:pt x="0" y="11"/>
                    <a:pt x="0"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9" name="Google Shape;5379;p129"/>
            <p:cNvSpPr/>
            <p:nvPr/>
          </p:nvSpPr>
          <p:spPr>
            <a:xfrm>
              <a:off x="2073815" y="1900445"/>
              <a:ext cx="5010" cy="1100"/>
            </a:xfrm>
            <a:custGeom>
              <a:rect b="b" l="l" r="r" t="t"/>
              <a:pathLst>
                <a:path extrusionOk="0" h="81" w="369">
                  <a:moveTo>
                    <a:pt x="368" y="0"/>
                  </a:moveTo>
                  <a:cubicBezTo>
                    <a:pt x="193" y="35"/>
                    <a:pt x="4" y="81"/>
                    <a:pt x="1" y="81"/>
                  </a:cubicBezTo>
                  <a:cubicBezTo>
                    <a:pt x="4" y="81"/>
                    <a:pt x="193" y="39"/>
                    <a:pt x="36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0" name="Google Shape;5380;p129"/>
            <p:cNvSpPr/>
            <p:nvPr/>
          </p:nvSpPr>
          <p:spPr>
            <a:xfrm>
              <a:off x="2010883" y="1853426"/>
              <a:ext cx="44738" cy="30101"/>
            </a:xfrm>
            <a:custGeom>
              <a:rect b="b" l="l" r="r" t="t"/>
              <a:pathLst>
                <a:path extrusionOk="0" h="2217" w="3295">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1" name="Google Shape;5381;p129"/>
            <p:cNvSpPr/>
            <p:nvPr/>
          </p:nvSpPr>
          <p:spPr>
            <a:xfrm>
              <a:off x="2069538" y="1893602"/>
              <a:ext cx="584" cy="394"/>
            </a:xfrm>
            <a:custGeom>
              <a:rect b="b" l="l" r="r" t="t"/>
              <a:pathLst>
                <a:path extrusionOk="0" h="29" w="43">
                  <a:moveTo>
                    <a:pt x="43" y="28"/>
                  </a:moveTo>
                  <a:cubicBezTo>
                    <a:pt x="29" y="18"/>
                    <a:pt x="15" y="7"/>
                    <a:pt x="1" y="0"/>
                  </a:cubicBezTo>
                  <a:cubicBezTo>
                    <a:pt x="15" y="7"/>
                    <a:pt x="29" y="18"/>
                    <a:pt x="43"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2" name="Google Shape;5382;p129"/>
            <p:cNvSpPr/>
            <p:nvPr/>
          </p:nvSpPr>
          <p:spPr>
            <a:xfrm>
              <a:off x="2070828" y="1894647"/>
              <a:ext cx="204" cy="299"/>
            </a:xfrm>
            <a:custGeom>
              <a:rect b="b" l="l" r="r" t="t"/>
              <a:pathLst>
                <a:path extrusionOk="0" h="22" w="15">
                  <a:moveTo>
                    <a:pt x="0" y="0"/>
                  </a:moveTo>
                  <a:cubicBezTo>
                    <a:pt x="4" y="11"/>
                    <a:pt x="7" y="14"/>
                    <a:pt x="14" y="21"/>
                  </a:cubicBezTo>
                  <a:cubicBezTo>
                    <a:pt x="7" y="14"/>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3" name="Google Shape;5383;p129"/>
            <p:cNvSpPr/>
            <p:nvPr/>
          </p:nvSpPr>
          <p:spPr>
            <a:xfrm>
              <a:off x="2072729" y="1900255"/>
              <a:ext cx="14" cy="149"/>
            </a:xfrm>
            <a:custGeom>
              <a:rect b="b" l="l" r="r" t="t"/>
              <a:pathLst>
                <a:path extrusionOk="0" h="11" w="1">
                  <a:moveTo>
                    <a:pt x="0" y="11"/>
                  </a:moveTo>
                  <a:lnTo>
                    <a:pt x="0" y="0"/>
                  </a:lnTo>
                  <a:cubicBezTo>
                    <a:pt x="0" y="4"/>
                    <a:pt x="0" y="7"/>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4" name="Google Shape;5384;p129"/>
            <p:cNvSpPr/>
            <p:nvPr/>
          </p:nvSpPr>
          <p:spPr>
            <a:xfrm>
              <a:off x="2072729" y="1900486"/>
              <a:ext cx="14" cy="109"/>
            </a:xfrm>
            <a:custGeom>
              <a:rect b="b" l="l" r="r" t="t"/>
              <a:pathLst>
                <a:path extrusionOk="0" h="8" w="1">
                  <a:moveTo>
                    <a:pt x="0"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5" name="Google Shape;5385;p129"/>
            <p:cNvSpPr/>
            <p:nvPr/>
          </p:nvSpPr>
          <p:spPr>
            <a:xfrm>
              <a:off x="2079042" y="1900391"/>
              <a:ext cx="68" cy="14"/>
            </a:xfrm>
            <a:custGeom>
              <a:rect b="b" l="l" r="r" t="t"/>
              <a:pathLst>
                <a:path extrusionOk="0" h="1" w="5">
                  <a:moveTo>
                    <a:pt x="1" y="1"/>
                  </a:moveTo>
                  <a:lnTo>
                    <a:pt x="4" y="1"/>
                  </a:ln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6" name="Google Shape;5386;p129"/>
            <p:cNvSpPr/>
            <p:nvPr/>
          </p:nvSpPr>
          <p:spPr>
            <a:xfrm>
              <a:off x="2072538" y="1898680"/>
              <a:ext cx="54" cy="204"/>
            </a:xfrm>
            <a:custGeom>
              <a:rect b="b" l="l" r="r" t="t"/>
              <a:pathLst>
                <a:path extrusionOk="0" h="15" w="4">
                  <a:moveTo>
                    <a:pt x="0" y="1"/>
                  </a:moveTo>
                  <a:cubicBezTo>
                    <a:pt x="0" y="4"/>
                    <a:pt x="0" y="11"/>
                    <a:pt x="4" y="15"/>
                  </a:cubicBezTo>
                  <a:cubicBezTo>
                    <a:pt x="4" y="11"/>
                    <a:pt x="4"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7" name="Google Shape;5387;p129"/>
            <p:cNvSpPr/>
            <p:nvPr/>
          </p:nvSpPr>
          <p:spPr>
            <a:xfrm>
              <a:off x="2071873" y="1896453"/>
              <a:ext cx="109" cy="149"/>
            </a:xfrm>
            <a:custGeom>
              <a:rect b="b" l="l" r="r" t="t"/>
              <a:pathLst>
                <a:path extrusionOk="0" h="11" w="8">
                  <a:moveTo>
                    <a:pt x="7"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8" name="Google Shape;5388;p129"/>
            <p:cNvSpPr/>
            <p:nvPr/>
          </p:nvSpPr>
          <p:spPr>
            <a:xfrm>
              <a:off x="1964013" y="1946120"/>
              <a:ext cx="109" cy="1534"/>
            </a:xfrm>
            <a:custGeom>
              <a:rect b="b" l="l" r="r" t="t"/>
              <a:pathLst>
                <a:path extrusionOk="0" h="113" w="8">
                  <a:moveTo>
                    <a:pt x="1" y="0"/>
                  </a:moveTo>
                  <a:cubicBezTo>
                    <a:pt x="4" y="35"/>
                    <a:pt x="8" y="74"/>
                    <a:pt x="8" y="113"/>
                  </a:cubicBezTo>
                  <a:cubicBezTo>
                    <a:pt x="8" y="70"/>
                    <a:pt x="4" y="2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9" name="Google Shape;5389;p129"/>
            <p:cNvSpPr/>
            <p:nvPr/>
          </p:nvSpPr>
          <p:spPr>
            <a:xfrm>
              <a:off x="1964013" y="1950872"/>
              <a:ext cx="14" cy="543"/>
            </a:xfrm>
            <a:custGeom>
              <a:rect b="b" l="l" r="r" t="t"/>
              <a:pathLst>
                <a:path extrusionOk="0" h="40" w="1">
                  <a:moveTo>
                    <a:pt x="1" y="39"/>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0" name="Google Shape;5390;p129"/>
            <p:cNvSpPr/>
            <p:nvPr/>
          </p:nvSpPr>
          <p:spPr>
            <a:xfrm>
              <a:off x="1957361" y="1933683"/>
              <a:ext cx="1629" cy="2702"/>
            </a:xfrm>
            <a:custGeom>
              <a:rect b="b" l="l" r="r" t="t"/>
              <a:pathLst>
                <a:path extrusionOk="0" h="199" w="120">
                  <a:moveTo>
                    <a:pt x="1" y="0"/>
                  </a:moveTo>
                  <a:cubicBezTo>
                    <a:pt x="4" y="17"/>
                    <a:pt x="11" y="31"/>
                    <a:pt x="11" y="38"/>
                  </a:cubicBezTo>
                  <a:lnTo>
                    <a:pt x="120" y="199"/>
                  </a:lnTo>
                  <a:lnTo>
                    <a:pt x="15" y="38"/>
                  </a:lnTo>
                  <a:cubicBezTo>
                    <a:pt x="11" y="31"/>
                    <a:pt x="4" y="1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1" name="Google Shape;5391;p129"/>
            <p:cNvSpPr/>
            <p:nvPr/>
          </p:nvSpPr>
          <p:spPr>
            <a:xfrm>
              <a:off x="1992866" y="1964748"/>
              <a:ext cx="204" cy="163"/>
            </a:xfrm>
            <a:custGeom>
              <a:rect b="b" l="l" r="r" t="t"/>
              <a:pathLst>
                <a:path extrusionOk="0" h="12" w="15">
                  <a:moveTo>
                    <a:pt x="15"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2" name="Google Shape;5392;p129"/>
            <p:cNvSpPr/>
            <p:nvPr/>
          </p:nvSpPr>
          <p:spPr>
            <a:xfrm>
              <a:off x="1994631" y="1966269"/>
              <a:ext cx="109" cy="163"/>
            </a:xfrm>
            <a:custGeom>
              <a:rect b="b" l="l" r="r" t="t"/>
              <a:pathLst>
                <a:path extrusionOk="0" h="12" w="8">
                  <a:moveTo>
                    <a:pt x="7"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3" name="Google Shape;5393;p129"/>
            <p:cNvSpPr/>
            <p:nvPr/>
          </p:nvSpPr>
          <p:spPr>
            <a:xfrm>
              <a:off x="2004325" y="1964843"/>
              <a:ext cx="448" cy="258"/>
            </a:xfrm>
            <a:custGeom>
              <a:rect b="b" l="l" r="r" t="t"/>
              <a:pathLst>
                <a:path extrusionOk="0" h="19" w="33">
                  <a:moveTo>
                    <a:pt x="32" y="1"/>
                  </a:moveTo>
                  <a:cubicBezTo>
                    <a:pt x="22" y="4"/>
                    <a:pt x="11" y="11"/>
                    <a:pt x="1" y="18"/>
                  </a:cubicBezTo>
                  <a:cubicBezTo>
                    <a:pt x="11" y="11"/>
                    <a:pt x="22" y="4"/>
                    <a:pt x="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4" name="Google Shape;5394;p129"/>
            <p:cNvSpPr/>
            <p:nvPr/>
          </p:nvSpPr>
          <p:spPr>
            <a:xfrm>
              <a:off x="1988589" y="1966133"/>
              <a:ext cx="733" cy="299"/>
            </a:xfrm>
            <a:custGeom>
              <a:rect b="b" l="l" r="r" t="t"/>
              <a:pathLst>
                <a:path extrusionOk="0" h="22" w="54">
                  <a:moveTo>
                    <a:pt x="1" y="0"/>
                  </a:moveTo>
                  <a:lnTo>
                    <a:pt x="11" y="11"/>
                  </a:lnTo>
                  <a:cubicBezTo>
                    <a:pt x="22" y="18"/>
                    <a:pt x="36" y="21"/>
                    <a:pt x="50" y="21"/>
                  </a:cubicBezTo>
                  <a:lnTo>
                    <a:pt x="53" y="21"/>
                  </a:lnTo>
                  <a:cubicBezTo>
                    <a:pt x="32" y="21"/>
                    <a:pt x="15"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5" name="Google Shape;5395;p129"/>
            <p:cNvSpPr/>
            <p:nvPr/>
          </p:nvSpPr>
          <p:spPr>
            <a:xfrm>
              <a:off x="1989634" y="1964558"/>
              <a:ext cx="1494" cy="1534"/>
            </a:xfrm>
            <a:custGeom>
              <a:rect b="b" l="l" r="r" t="t"/>
              <a:pathLst>
                <a:path extrusionOk="0" h="113" w="11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6" name="Google Shape;5396;p129"/>
            <p:cNvSpPr/>
            <p:nvPr/>
          </p:nvSpPr>
          <p:spPr>
            <a:xfrm>
              <a:off x="1992390" y="1964612"/>
              <a:ext cx="204" cy="54"/>
            </a:xfrm>
            <a:custGeom>
              <a:rect b="b" l="l" r="r" t="t"/>
              <a:pathLst>
                <a:path extrusionOk="0" h="4" w="15">
                  <a:moveTo>
                    <a:pt x="15"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7" name="Google Shape;5397;p129"/>
            <p:cNvSpPr/>
            <p:nvPr/>
          </p:nvSpPr>
          <p:spPr>
            <a:xfrm>
              <a:off x="1989539" y="1966133"/>
              <a:ext cx="68" cy="109"/>
            </a:xfrm>
            <a:custGeom>
              <a:rect b="b" l="l" r="r" t="t"/>
              <a:pathLst>
                <a:path extrusionOk="0" h="8" w="5">
                  <a:moveTo>
                    <a:pt x="4"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8" name="Google Shape;5398;p129"/>
            <p:cNvSpPr/>
            <p:nvPr/>
          </p:nvSpPr>
          <p:spPr>
            <a:xfrm>
              <a:off x="1994196" y="1965848"/>
              <a:ext cx="163" cy="149"/>
            </a:xfrm>
            <a:custGeom>
              <a:rect b="b" l="l" r="r" t="t"/>
              <a:pathLst>
                <a:path extrusionOk="0" h="11" w="12">
                  <a:moveTo>
                    <a:pt x="11"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9" name="Google Shape;5399;p129"/>
            <p:cNvSpPr/>
            <p:nvPr/>
          </p:nvSpPr>
          <p:spPr>
            <a:xfrm>
              <a:off x="1993816" y="1965468"/>
              <a:ext cx="163" cy="149"/>
            </a:xfrm>
            <a:custGeom>
              <a:rect b="b" l="l" r="r" t="t"/>
              <a:pathLst>
                <a:path extrusionOk="0" h="11" w="12">
                  <a:moveTo>
                    <a:pt x="1" y="0"/>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0" name="Google Shape;5400;p129"/>
            <p:cNvSpPr/>
            <p:nvPr/>
          </p:nvSpPr>
          <p:spPr>
            <a:xfrm>
              <a:off x="1991875" y="1964517"/>
              <a:ext cx="244" cy="14"/>
            </a:xfrm>
            <a:custGeom>
              <a:rect b="b" l="l" r="r" t="t"/>
              <a:pathLst>
                <a:path extrusionOk="0" h="1" w="18">
                  <a:moveTo>
                    <a:pt x="18"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1" name="Google Shape;5401;p129"/>
            <p:cNvSpPr/>
            <p:nvPr/>
          </p:nvSpPr>
          <p:spPr>
            <a:xfrm>
              <a:off x="1989349" y="1966364"/>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2" name="Google Shape;5402;p129"/>
            <p:cNvSpPr/>
            <p:nvPr/>
          </p:nvSpPr>
          <p:spPr>
            <a:xfrm>
              <a:off x="2003035" y="1965087"/>
              <a:ext cx="1303" cy="720"/>
            </a:xfrm>
            <a:custGeom>
              <a:rect b="b" l="l" r="r" t="t"/>
              <a:pathLst>
                <a:path extrusionOk="0" h="53" w="96">
                  <a:moveTo>
                    <a:pt x="96" y="0"/>
                  </a:moveTo>
                  <a:cubicBezTo>
                    <a:pt x="68" y="21"/>
                    <a:pt x="36" y="39"/>
                    <a:pt x="1" y="53"/>
                  </a:cubicBezTo>
                  <a:cubicBezTo>
                    <a:pt x="36" y="39"/>
                    <a:pt x="68" y="21"/>
                    <a:pt x="9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3" name="Google Shape;5403;p129"/>
            <p:cNvSpPr/>
            <p:nvPr/>
          </p:nvSpPr>
          <p:spPr>
            <a:xfrm>
              <a:off x="2004800" y="1964463"/>
              <a:ext cx="1494" cy="353"/>
            </a:xfrm>
            <a:custGeom>
              <a:rect b="b" l="l" r="r" t="t"/>
              <a:pathLst>
                <a:path extrusionOk="0" h="26" w="110">
                  <a:moveTo>
                    <a:pt x="109" y="1"/>
                  </a:moveTo>
                  <a:lnTo>
                    <a:pt x="109" y="1"/>
                  </a:lnTo>
                  <a:cubicBezTo>
                    <a:pt x="71" y="1"/>
                    <a:pt x="36" y="8"/>
                    <a:pt x="1" y="25"/>
                  </a:cubicBezTo>
                  <a:cubicBezTo>
                    <a:pt x="36" y="8"/>
                    <a:pt x="71" y="1"/>
                    <a:pt x="10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4" name="Google Shape;5404;p129"/>
            <p:cNvSpPr/>
            <p:nvPr/>
          </p:nvSpPr>
          <p:spPr>
            <a:xfrm>
              <a:off x="1993341" y="1965087"/>
              <a:ext cx="204" cy="149"/>
            </a:xfrm>
            <a:custGeom>
              <a:rect b="b" l="l" r="r" t="t"/>
              <a:pathLst>
                <a:path extrusionOk="0" h="11" w="15">
                  <a:moveTo>
                    <a:pt x="15"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5" name="Google Shape;5405;p129"/>
            <p:cNvSpPr/>
            <p:nvPr/>
          </p:nvSpPr>
          <p:spPr>
            <a:xfrm>
              <a:off x="1964068" y="1949446"/>
              <a:ext cx="54" cy="1208"/>
            </a:xfrm>
            <a:custGeom>
              <a:rect b="b" l="l" r="r" t="t"/>
              <a:pathLst>
                <a:path extrusionOk="0" h="89" w="4">
                  <a:moveTo>
                    <a:pt x="4" y="1"/>
                  </a:moveTo>
                  <a:lnTo>
                    <a:pt x="0" y="88"/>
                  </a:lnTo>
                  <a:cubicBezTo>
                    <a:pt x="4" y="60"/>
                    <a:pt x="4" y="32"/>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6" name="Google Shape;5406;p129"/>
            <p:cNvSpPr/>
            <p:nvPr/>
          </p:nvSpPr>
          <p:spPr>
            <a:xfrm>
              <a:off x="1987788" y="1965318"/>
              <a:ext cx="815" cy="828"/>
            </a:xfrm>
            <a:custGeom>
              <a:rect b="b" l="l" r="r" t="t"/>
              <a:pathLst>
                <a:path extrusionOk="0" h="61" w="6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7" name="Google Shape;5407;p129"/>
            <p:cNvSpPr/>
            <p:nvPr/>
          </p:nvSpPr>
          <p:spPr>
            <a:xfrm>
              <a:off x="1964013" y="1951876"/>
              <a:ext cx="299" cy="869"/>
            </a:xfrm>
            <a:custGeom>
              <a:rect b="b" l="l" r="r" t="t"/>
              <a:pathLst>
                <a:path extrusionOk="0" h="64" w="22">
                  <a:moveTo>
                    <a:pt x="1" y="0"/>
                  </a:moveTo>
                  <a:cubicBezTo>
                    <a:pt x="4" y="21"/>
                    <a:pt x="11" y="42"/>
                    <a:pt x="22" y="63"/>
                  </a:cubicBezTo>
                  <a:cubicBezTo>
                    <a:pt x="11" y="42"/>
                    <a:pt x="4" y="2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8" name="Google Shape;5408;p129"/>
            <p:cNvSpPr/>
            <p:nvPr/>
          </p:nvSpPr>
          <p:spPr>
            <a:xfrm>
              <a:off x="1964299" y="1952732"/>
              <a:ext cx="353" cy="679"/>
            </a:xfrm>
            <a:custGeom>
              <a:rect b="b" l="l" r="r" t="t"/>
              <a:pathLst>
                <a:path extrusionOk="0" h="50" w="26">
                  <a:moveTo>
                    <a:pt x="25" y="49"/>
                  </a:moveTo>
                  <a:cubicBezTo>
                    <a:pt x="15" y="35"/>
                    <a:pt x="8" y="18"/>
                    <a:pt x="1" y="0"/>
                  </a:cubicBezTo>
                  <a:cubicBezTo>
                    <a:pt x="8" y="18"/>
                    <a:pt x="15" y="35"/>
                    <a:pt x="25" y="4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9" name="Google Shape;5409;p129"/>
            <p:cNvSpPr/>
            <p:nvPr/>
          </p:nvSpPr>
          <p:spPr>
            <a:xfrm>
              <a:off x="1988358" y="1965983"/>
              <a:ext cx="394" cy="299"/>
            </a:xfrm>
            <a:custGeom>
              <a:rect b="b" l="l" r="r" t="t"/>
              <a:pathLst>
                <a:path extrusionOk="0" h="22" w="29">
                  <a:moveTo>
                    <a:pt x="0" y="1"/>
                  </a:moveTo>
                  <a:lnTo>
                    <a:pt x="0" y="1"/>
                  </a:lnTo>
                  <a:cubicBezTo>
                    <a:pt x="11" y="8"/>
                    <a:pt x="18" y="15"/>
                    <a:pt x="28" y="22"/>
                  </a:cubicBezTo>
                  <a:lnTo>
                    <a:pt x="18" y="11"/>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0" name="Google Shape;5410;p129"/>
            <p:cNvSpPr/>
            <p:nvPr/>
          </p:nvSpPr>
          <p:spPr>
            <a:xfrm>
              <a:off x="1957415" y="1933479"/>
              <a:ext cx="720" cy="149"/>
            </a:xfrm>
            <a:custGeom>
              <a:rect b="b" l="l" r="r" t="t"/>
              <a:pathLst>
                <a:path extrusionOk="0" h="11" w="53">
                  <a:moveTo>
                    <a:pt x="53" y="0"/>
                  </a:moveTo>
                  <a:lnTo>
                    <a:pt x="53" y="0"/>
                  </a:lnTo>
                  <a:cubicBezTo>
                    <a:pt x="35" y="4"/>
                    <a:pt x="18" y="7"/>
                    <a:pt x="0" y="11"/>
                  </a:cubicBezTo>
                  <a:cubicBezTo>
                    <a:pt x="18" y="11"/>
                    <a:pt x="35" y="4"/>
                    <a:pt x="5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1" name="Google Shape;5411;p129"/>
            <p:cNvSpPr/>
            <p:nvPr/>
          </p:nvSpPr>
          <p:spPr>
            <a:xfrm>
              <a:off x="1959506" y="1932569"/>
              <a:ext cx="434" cy="353"/>
            </a:xfrm>
            <a:custGeom>
              <a:rect b="b" l="l" r="r" t="t"/>
              <a:pathLst>
                <a:path extrusionOk="0" h="26" w="32">
                  <a:moveTo>
                    <a:pt x="0" y="25"/>
                  </a:moveTo>
                  <a:cubicBezTo>
                    <a:pt x="11" y="18"/>
                    <a:pt x="21" y="11"/>
                    <a:pt x="32" y="1"/>
                  </a:cubicBezTo>
                  <a:cubicBezTo>
                    <a:pt x="21" y="11"/>
                    <a:pt x="11" y="18"/>
                    <a:pt x="0"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2" name="Google Shape;5412;p129"/>
            <p:cNvSpPr/>
            <p:nvPr/>
          </p:nvSpPr>
          <p:spPr>
            <a:xfrm>
              <a:off x="1958175" y="1933289"/>
              <a:ext cx="584" cy="204"/>
            </a:xfrm>
            <a:custGeom>
              <a:rect b="b" l="l" r="r" t="t"/>
              <a:pathLst>
                <a:path extrusionOk="0" h="15" w="43">
                  <a:moveTo>
                    <a:pt x="0" y="14"/>
                  </a:moveTo>
                  <a:cubicBezTo>
                    <a:pt x="14" y="11"/>
                    <a:pt x="28" y="4"/>
                    <a:pt x="42" y="0"/>
                  </a:cubicBezTo>
                  <a:cubicBezTo>
                    <a:pt x="28" y="4"/>
                    <a:pt x="14" y="11"/>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3" name="Google Shape;5413;p129"/>
            <p:cNvSpPr/>
            <p:nvPr/>
          </p:nvSpPr>
          <p:spPr>
            <a:xfrm>
              <a:off x="1958881" y="1932949"/>
              <a:ext cx="543" cy="299"/>
            </a:xfrm>
            <a:custGeom>
              <a:rect b="b" l="l" r="r" t="t"/>
              <a:pathLst>
                <a:path extrusionOk="0" h="22" w="40">
                  <a:moveTo>
                    <a:pt x="1" y="22"/>
                  </a:moveTo>
                  <a:cubicBezTo>
                    <a:pt x="11" y="15"/>
                    <a:pt x="25" y="8"/>
                    <a:pt x="39" y="1"/>
                  </a:cubicBezTo>
                  <a:cubicBezTo>
                    <a:pt x="25" y="8"/>
                    <a:pt x="11" y="15"/>
                    <a:pt x="1"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4" name="Google Shape;5414;p129"/>
            <p:cNvSpPr/>
            <p:nvPr/>
          </p:nvSpPr>
          <p:spPr>
            <a:xfrm>
              <a:off x="1959981" y="1932148"/>
              <a:ext cx="339" cy="394"/>
            </a:xfrm>
            <a:custGeom>
              <a:rect b="b" l="l" r="r" t="t"/>
              <a:pathLst>
                <a:path extrusionOk="0" h="29" w="25">
                  <a:moveTo>
                    <a:pt x="25" y="0"/>
                  </a:moveTo>
                  <a:cubicBezTo>
                    <a:pt x="18" y="11"/>
                    <a:pt x="7" y="21"/>
                    <a:pt x="0" y="28"/>
                  </a:cubicBezTo>
                  <a:cubicBezTo>
                    <a:pt x="7" y="21"/>
                    <a:pt x="18" y="11"/>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5" name="Google Shape;5415;p129"/>
            <p:cNvSpPr/>
            <p:nvPr/>
          </p:nvSpPr>
          <p:spPr>
            <a:xfrm>
              <a:off x="1960646" y="1931103"/>
              <a:ext cx="204" cy="530"/>
            </a:xfrm>
            <a:custGeom>
              <a:rect b="b" l="l" r="r" t="t"/>
              <a:pathLst>
                <a:path extrusionOk="0" h="39" w="15">
                  <a:moveTo>
                    <a:pt x="0" y="39"/>
                  </a:moveTo>
                  <a:cubicBezTo>
                    <a:pt x="7" y="25"/>
                    <a:pt x="11" y="14"/>
                    <a:pt x="14" y="0"/>
                  </a:cubicBezTo>
                  <a:cubicBezTo>
                    <a:pt x="11" y="14"/>
                    <a:pt x="7" y="25"/>
                    <a:pt x="0"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6" name="Google Shape;5416;p129"/>
            <p:cNvSpPr/>
            <p:nvPr/>
          </p:nvSpPr>
          <p:spPr>
            <a:xfrm>
              <a:off x="1969051" y="1928673"/>
              <a:ext cx="1398" cy="204"/>
            </a:xfrm>
            <a:custGeom>
              <a:rect b="b" l="l" r="r" t="t"/>
              <a:pathLst>
                <a:path extrusionOk="0" h="15" w="103">
                  <a:moveTo>
                    <a:pt x="102" y="15"/>
                  </a:moveTo>
                  <a:cubicBezTo>
                    <a:pt x="71" y="4"/>
                    <a:pt x="36" y="1"/>
                    <a:pt x="1" y="1"/>
                  </a:cubicBezTo>
                  <a:cubicBezTo>
                    <a:pt x="36" y="1"/>
                    <a:pt x="71" y="4"/>
                    <a:pt x="102"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7" name="Google Shape;5417;p129"/>
            <p:cNvSpPr/>
            <p:nvPr/>
          </p:nvSpPr>
          <p:spPr>
            <a:xfrm>
              <a:off x="1960836" y="1930438"/>
              <a:ext cx="54" cy="584"/>
            </a:xfrm>
            <a:custGeom>
              <a:rect b="b" l="l" r="r" t="t"/>
              <a:pathLst>
                <a:path extrusionOk="0" h="43" w="4">
                  <a:moveTo>
                    <a:pt x="0" y="42"/>
                  </a:moveTo>
                  <a:cubicBezTo>
                    <a:pt x="4" y="28"/>
                    <a:pt x="4" y="14"/>
                    <a:pt x="4" y="0"/>
                  </a:cubicBezTo>
                  <a:cubicBezTo>
                    <a:pt x="4" y="14"/>
                    <a:pt x="4" y="28"/>
                    <a:pt x="0" y="4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8" name="Google Shape;5418;p129"/>
            <p:cNvSpPr/>
            <p:nvPr/>
          </p:nvSpPr>
          <p:spPr>
            <a:xfrm>
              <a:off x="1960361" y="1931673"/>
              <a:ext cx="299" cy="434"/>
            </a:xfrm>
            <a:custGeom>
              <a:rect b="b" l="l" r="r" t="t"/>
              <a:pathLst>
                <a:path extrusionOk="0" h="32" w="22">
                  <a:moveTo>
                    <a:pt x="0" y="32"/>
                  </a:moveTo>
                  <a:cubicBezTo>
                    <a:pt x="7" y="21"/>
                    <a:pt x="14" y="11"/>
                    <a:pt x="21" y="0"/>
                  </a:cubicBezTo>
                  <a:cubicBezTo>
                    <a:pt x="14" y="11"/>
                    <a:pt x="7" y="21"/>
                    <a:pt x="0"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9" name="Google Shape;5419;p129"/>
            <p:cNvSpPr/>
            <p:nvPr/>
          </p:nvSpPr>
          <p:spPr>
            <a:xfrm>
              <a:off x="2008222" y="1930981"/>
              <a:ext cx="58533" cy="39592"/>
            </a:xfrm>
            <a:custGeom>
              <a:rect b="b" l="l" r="r" t="t"/>
              <a:pathLst>
                <a:path extrusionOk="0" h="2916" w="4311">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0" name="Google Shape;5420;p129"/>
            <p:cNvSpPr/>
            <p:nvPr/>
          </p:nvSpPr>
          <p:spPr>
            <a:xfrm>
              <a:off x="2054236" y="1960186"/>
              <a:ext cx="679" cy="14"/>
            </a:xfrm>
            <a:custGeom>
              <a:rect b="b" l="l" r="r" t="t"/>
              <a:pathLst>
                <a:path extrusionOk="0" h="1" w="50">
                  <a:moveTo>
                    <a:pt x="0" y="1"/>
                  </a:moveTo>
                  <a:lnTo>
                    <a:pt x="21" y="1"/>
                  </a:lnTo>
                  <a:cubicBezTo>
                    <a:pt x="32" y="1"/>
                    <a:pt x="39" y="1"/>
                    <a:pt x="49" y="1"/>
                  </a:cubicBezTo>
                  <a:cubicBezTo>
                    <a:pt x="32" y="1"/>
                    <a:pt x="14"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1" name="Google Shape;5421;p129"/>
            <p:cNvSpPr/>
            <p:nvPr/>
          </p:nvSpPr>
          <p:spPr>
            <a:xfrm>
              <a:off x="2066782" y="1954388"/>
              <a:ext cx="68" cy="109"/>
            </a:xfrm>
            <a:custGeom>
              <a:rect b="b" l="l" r="r" t="t"/>
              <a:pathLst>
                <a:path extrusionOk="0" h="8" w="5">
                  <a:moveTo>
                    <a:pt x="1" y="1"/>
                  </a:moveTo>
                  <a:cubicBezTo>
                    <a:pt x="4" y="1"/>
                    <a:pt x="4" y="4"/>
                    <a:pt x="1" y="8"/>
                  </a:cubicBezTo>
                  <a:cubicBezTo>
                    <a:pt x="4" y="4"/>
                    <a:pt x="4"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2" name="Google Shape;5422;p129"/>
            <p:cNvSpPr/>
            <p:nvPr/>
          </p:nvSpPr>
          <p:spPr>
            <a:xfrm>
              <a:off x="2066782" y="1954673"/>
              <a:ext cx="14" cy="68"/>
            </a:xfrm>
            <a:custGeom>
              <a:rect b="b" l="l" r="r" t="t"/>
              <a:pathLst>
                <a:path extrusionOk="0" h="5" w="1">
                  <a:moveTo>
                    <a:pt x="1" y="1"/>
                  </a:moveTo>
                  <a:lnTo>
                    <a:pt x="1" y="4"/>
                  </a:lnTo>
                  <a:cubicBezTo>
                    <a:pt x="1" y="1"/>
                    <a:pt x="1"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3" name="Google Shape;5423;p129"/>
            <p:cNvSpPr/>
            <p:nvPr/>
          </p:nvSpPr>
          <p:spPr>
            <a:xfrm>
              <a:off x="2066836" y="1954538"/>
              <a:ext cx="14" cy="109"/>
            </a:xfrm>
            <a:custGeom>
              <a:rect b="b" l="l" r="r" t="t"/>
              <a:pathLst>
                <a:path extrusionOk="0" h="8" w="1">
                  <a:moveTo>
                    <a:pt x="0" y="0"/>
                  </a:moveTo>
                  <a:cubicBezTo>
                    <a:pt x="0" y="4"/>
                    <a:pt x="0" y="4"/>
                    <a:pt x="0" y="7"/>
                  </a:cubicBezTo>
                  <a:cubicBezTo>
                    <a:pt x="0" y="4"/>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4" name="Google Shape;5424;p129"/>
            <p:cNvSpPr/>
            <p:nvPr/>
          </p:nvSpPr>
          <p:spPr>
            <a:xfrm>
              <a:off x="2066591" y="1954864"/>
              <a:ext cx="109" cy="68"/>
            </a:xfrm>
            <a:custGeom>
              <a:rect b="b" l="l" r="r" t="t"/>
              <a:pathLst>
                <a:path extrusionOk="0" h="5" w="8">
                  <a:moveTo>
                    <a:pt x="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5" name="Google Shape;5425;p129"/>
            <p:cNvSpPr/>
            <p:nvPr/>
          </p:nvSpPr>
          <p:spPr>
            <a:xfrm>
              <a:off x="2066401" y="1954959"/>
              <a:ext cx="163" cy="109"/>
            </a:xfrm>
            <a:custGeom>
              <a:rect b="b" l="l" r="r" t="t"/>
              <a:pathLst>
                <a:path extrusionOk="0" h="8" w="12">
                  <a:moveTo>
                    <a:pt x="1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6" name="Google Shape;5426;p129"/>
            <p:cNvSpPr/>
            <p:nvPr/>
          </p:nvSpPr>
          <p:spPr>
            <a:xfrm>
              <a:off x="2066687" y="1954768"/>
              <a:ext cx="68" cy="68"/>
            </a:xfrm>
            <a:custGeom>
              <a:rect b="b" l="l" r="r" t="t"/>
              <a:pathLst>
                <a:path extrusionOk="0" h="5" w="5">
                  <a:moveTo>
                    <a:pt x="4"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7" name="Google Shape;5427;p129"/>
            <p:cNvSpPr/>
            <p:nvPr/>
          </p:nvSpPr>
          <p:spPr>
            <a:xfrm>
              <a:off x="2055037" y="196014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8" name="Google Shape;5428;p129"/>
            <p:cNvSpPr/>
            <p:nvPr/>
          </p:nvSpPr>
          <p:spPr>
            <a:xfrm>
              <a:off x="2066171" y="1955108"/>
              <a:ext cx="204" cy="149"/>
            </a:xfrm>
            <a:custGeom>
              <a:rect b="b" l="l" r="r" t="t"/>
              <a:pathLst>
                <a:path extrusionOk="0" h="11" w="15">
                  <a:moveTo>
                    <a:pt x="14"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9" name="Google Shape;5429;p129"/>
            <p:cNvSpPr/>
            <p:nvPr/>
          </p:nvSpPr>
          <p:spPr>
            <a:xfrm>
              <a:off x="2051439" y="1959711"/>
              <a:ext cx="2811" cy="489"/>
            </a:xfrm>
            <a:custGeom>
              <a:rect b="b" l="l" r="r" t="t"/>
              <a:pathLst>
                <a:path extrusionOk="0" h="36" w="207">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0" name="Google Shape;5430;p129"/>
            <p:cNvSpPr/>
            <p:nvPr/>
          </p:nvSpPr>
          <p:spPr>
            <a:xfrm>
              <a:off x="2046633" y="1959575"/>
              <a:ext cx="339" cy="244"/>
            </a:xfrm>
            <a:custGeom>
              <a:rect b="b" l="l" r="r" t="t"/>
              <a:pathLst>
                <a:path extrusionOk="0" h="18" w="25">
                  <a:moveTo>
                    <a:pt x="25" y="0"/>
                  </a:moveTo>
                  <a:lnTo>
                    <a:pt x="0" y="11"/>
                  </a:lnTo>
                  <a:lnTo>
                    <a:pt x="0" y="18"/>
                  </a:lnTo>
                  <a:cubicBezTo>
                    <a:pt x="7" y="11"/>
                    <a:pt x="14" y="7"/>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1" name="Google Shape;5431;p129"/>
            <p:cNvSpPr/>
            <p:nvPr/>
          </p:nvSpPr>
          <p:spPr>
            <a:xfrm>
              <a:off x="2048343" y="195919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2" name="Google Shape;5432;p129"/>
            <p:cNvSpPr/>
            <p:nvPr/>
          </p:nvSpPr>
          <p:spPr>
            <a:xfrm>
              <a:off x="2053856" y="1960186"/>
              <a:ext cx="625" cy="14"/>
            </a:xfrm>
            <a:custGeom>
              <a:rect b="b" l="l" r="r" t="t"/>
              <a:pathLst>
                <a:path extrusionOk="0" h="1" w="46">
                  <a:moveTo>
                    <a:pt x="25" y="1"/>
                  </a:moveTo>
                  <a:lnTo>
                    <a:pt x="0" y="1"/>
                  </a:lnTo>
                  <a:cubicBezTo>
                    <a:pt x="14" y="1"/>
                    <a:pt x="32" y="1"/>
                    <a:pt x="46" y="1"/>
                  </a:cubicBez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3" name="Google Shape;5433;p129"/>
            <p:cNvSpPr/>
            <p:nvPr/>
          </p:nvSpPr>
          <p:spPr>
            <a:xfrm>
              <a:off x="2011263" y="1967273"/>
              <a:ext cx="1208" cy="1385"/>
            </a:xfrm>
            <a:custGeom>
              <a:rect b="b" l="l" r="r" t="t"/>
              <a:pathLst>
                <a:path extrusionOk="0" h="102" w="89">
                  <a:moveTo>
                    <a:pt x="88" y="102"/>
                  </a:moveTo>
                  <a:cubicBezTo>
                    <a:pt x="57" y="74"/>
                    <a:pt x="29" y="39"/>
                    <a:pt x="4" y="4"/>
                  </a:cubicBezTo>
                  <a:lnTo>
                    <a:pt x="1" y="0"/>
                  </a:lnTo>
                  <a:lnTo>
                    <a:pt x="4" y="4"/>
                  </a:lnTo>
                  <a:cubicBezTo>
                    <a:pt x="29" y="39"/>
                    <a:pt x="57" y="74"/>
                    <a:pt x="88" y="10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4" name="Google Shape;5434;p129"/>
            <p:cNvSpPr/>
            <p:nvPr/>
          </p:nvSpPr>
          <p:spPr>
            <a:xfrm>
              <a:off x="2008086" y="1964748"/>
              <a:ext cx="2770" cy="1914"/>
            </a:xfrm>
            <a:custGeom>
              <a:rect b="b" l="l" r="r" t="t"/>
              <a:pathLst>
                <a:path extrusionOk="0" h="141" w="204">
                  <a:moveTo>
                    <a:pt x="203" y="141"/>
                  </a:moveTo>
                  <a:cubicBezTo>
                    <a:pt x="147" y="78"/>
                    <a:pt x="77" y="29"/>
                    <a:pt x="0" y="1"/>
                  </a:cubicBezTo>
                  <a:lnTo>
                    <a:pt x="0" y="1"/>
                  </a:lnTo>
                  <a:cubicBezTo>
                    <a:pt x="77" y="29"/>
                    <a:pt x="147" y="78"/>
                    <a:pt x="203" y="14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5" name="Google Shape;5435;p129"/>
            <p:cNvSpPr/>
            <p:nvPr/>
          </p:nvSpPr>
          <p:spPr>
            <a:xfrm>
              <a:off x="2022818" y="1968074"/>
              <a:ext cx="3720" cy="1059"/>
            </a:xfrm>
            <a:custGeom>
              <a:rect b="b" l="l" r="r" t="t"/>
              <a:pathLst>
                <a:path extrusionOk="0" h="78" w="274">
                  <a:moveTo>
                    <a:pt x="0" y="1"/>
                  </a:moveTo>
                  <a:cubicBezTo>
                    <a:pt x="77" y="1"/>
                    <a:pt x="207" y="11"/>
                    <a:pt x="273" y="78"/>
                  </a:cubicBezTo>
                  <a:cubicBezTo>
                    <a:pt x="207" y="11"/>
                    <a:pt x="81"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6" name="Google Shape;5436;p129"/>
            <p:cNvSpPr/>
            <p:nvPr/>
          </p:nvSpPr>
          <p:spPr>
            <a:xfrm>
              <a:off x="2026524" y="1969120"/>
              <a:ext cx="679" cy="489"/>
            </a:xfrm>
            <a:custGeom>
              <a:rect b="b" l="l" r="r" t="t"/>
              <a:pathLst>
                <a:path extrusionOk="0" h="36" w="50">
                  <a:moveTo>
                    <a:pt x="0" y="1"/>
                  </a:moveTo>
                  <a:cubicBezTo>
                    <a:pt x="14" y="18"/>
                    <a:pt x="32" y="29"/>
                    <a:pt x="49" y="36"/>
                  </a:cubicBezTo>
                  <a:cubicBezTo>
                    <a:pt x="32" y="29"/>
                    <a:pt x="14"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7" name="Google Shape;5437;p129"/>
            <p:cNvSpPr/>
            <p:nvPr/>
          </p:nvSpPr>
          <p:spPr>
            <a:xfrm>
              <a:off x="2010842" y="1966703"/>
              <a:ext cx="244" cy="299"/>
            </a:xfrm>
            <a:custGeom>
              <a:rect b="b" l="l" r="r" t="t"/>
              <a:pathLst>
                <a:path extrusionOk="0" h="22" w="18">
                  <a:moveTo>
                    <a:pt x="0" y="0"/>
                  </a:moveTo>
                  <a:lnTo>
                    <a:pt x="0" y="0"/>
                  </a:lnTo>
                  <a:cubicBezTo>
                    <a:pt x="7" y="7"/>
                    <a:pt x="11" y="14"/>
                    <a:pt x="18" y="21"/>
                  </a:cubicBezTo>
                  <a:cubicBezTo>
                    <a:pt x="14" y="14"/>
                    <a:pt x="7"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8" name="Google Shape;5438;p129"/>
            <p:cNvSpPr/>
            <p:nvPr/>
          </p:nvSpPr>
          <p:spPr>
            <a:xfrm>
              <a:off x="2045397" y="1961001"/>
              <a:ext cx="149" cy="54"/>
            </a:xfrm>
            <a:custGeom>
              <a:rect b="b" l="l" r="r" t="t"/>
              <a:pathLst>
                <a:path extrusionOk="0" h="4" w="11">
                  <a:moveTo>
                    <a:pt x="1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9" name="Google Shape;5439;p129"/>
            <p:cNvSpPr/>
            <p:nvPr/>
          </p:nvSpPr>
          <p:spPr>
            <a:xfrm>
              <a:off x="2045058" y="1960905"/>
              <a:ext cx="109" cy="14"/>
            </a:xfrm>
            <a:custGeom>
              <a:rect b="b" l="l" r="r" t="t"/>
              <a:pathLst>
                <a:path extrusionOk="0" h="1" w="8">
                  <a:moveTo>
                    <a:pt x="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0" name="Google Shape;5440;p129"/>
            <p:cNvSpPr/>
            <p:nvPr/>
          </p:nvSpPr>
          <p:spPr>
            <a:xfrm>
              <a:off x="2044677" y="1960810"/>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1" name="Google Shape;5441;p129"/>
            <p:cNvSpPr/>
            <p:nvPr/>
          </p:nvSpPr>
          <p:spPr>
            <a:xfrm>
              <a:off x="2027190" y="1968984"/>
              <a:ext cx="244" cy="625"/>
            </a:xfrm>
            <a:custGeom>
              <a:rect b="b" l="l" r="r" t="t"/>
              <a:pathLst>
                <a:path extrusionOk="0" h="46" w="18">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2" name="Google Shape;5442;p129"/>
            <p:cNvSpPr/>
            <p:nvPr/>
          </p:nvSpPr>
          <p:spPr>
            <a:xfrm>
              <a:off x="2026280" y="1960023"/>
              <a:ext cx="9287" cy="1086"/>
            </a:xfrm>
            <a:custGeom>
              <a:rect b="b" l="l" r="r" t="t"/>
              <a:pathLst>
                <a:path extrusionOk="0" h="80" w="684">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3" name="Google Shape;5443;p129"/>
            <p:cNvSpPr/>
            <p:nvPr/>
          </p:nvSpPr>
          <p:spPr>
            <a:xfrm>
              <a:off x="2047583" y="1958950"/>
              <a:ext cx="774" cy="353"/>
            </a:xfrm>
            <a:custGeom>
              <a:rect b="b" l="l" r="r" t="t"/>
              <a:pathLst>
                <a:path extrusionOk="0" h="26" w="57">
                  <a:moveTo>
                    <a:pt x="56" y="1"/>
                  </a:moveTo>
                  <a:lnTo>
                    <a:pt x="0" y="25"/>
                  </a:lnTo>
                  <a:cubicBezTo>
                    <a:pt x="14" y="22"/>
                    <a:pt x="28" y="22"/>
                    <a:pt x="39" y="18"/>
                  </a:cubicBezTo>
                  <a:lnTo>
                    <a:pt x="56" y="18"/>
                  </a:lnTo>
                  <a:lnTo>
                    <a:pt x="56"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4" name="Google Shape;5444;p129"/>
            <p:cNvSpPr/>
            <p:nvPr/>
          </p:nvSpPr>
          <p:spPr>
            <a:xfrm>
              <a:off x="2044257" y="196071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5" name="Google Shape;5445;p129"/>
            <p:cNvSpPr/>
            <p:nvPr/>
          </p:nvSpPr>
          <p:spPr>
            <a:xfrm>
              <a:off x="2048153" y="195919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6" name="Google Shape;5446;p129"/>
            <p:cNvSpPr/>
            <p:nvPr/>
          </p:nvSpPr>
          <p:spPr>
            <a:xfrm>
              <a:off x="2027190" y="1969595"/>
              <a:ext cx="14" cy="14"/>
            </a:xfrm>
            <a:custGeom>
              <a:rect b="b" l="l" r="r" t="t"/>
              <a:pathLst>
                <a:path extrusionOk="0" h="1" w="1">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7" name="Google Shape;5447;p129"/>
            <p:cNvSpPr/>
            <p:nvPr/>
          </p:nvSpPr>
          <p:spPr>
            <a:xfrm>
              <a:off x="2043971" y="1930954"/>
              <a:ext cx="869" cy="258"/>
            </a:xfrm>
            <a:custGeom>
              <a:rect b="b" l="l" r="r" t="t"/>
              <a:pathLst>
                <a:path extrusionOk="0" h="19" w="64">
                  <a:moveTo>
                    <a:pt x="0" y="18"/>
                  </a:moveTo>
                  <a:cubicBezTo>
                    <a:pt x="32" y="4"/>
                    <a:pt x="53" y="1"/>
                    <a:pt x="63" y="11"/>
                  </a:cubicBezTo>
                  <a:lnTo>
                    <a:pt x="63" y="11"/>
                  </a:lnTo>
                  <a:cubicBezTo>
                    <a:pt x="53" y="1"/>
                    <a:pt x="32" y="4"/>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8" name="Google Shape;5448;p129"/>
            <p:cNvSpPr/>
            <p:nvPr/>
          </p:nvSpPr>
          <p:spPr>
            <a:xfrm>
              <a:off x="2009036" y="196189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9" name="Google Shape;5449;p129"/>
            <p:cNvSpPr/>
            <p:nvPr/>
          </p:nvSpPr>
          <p:spPr>
            <a:xfrm>
              <a:off x="2008276" y="1963947"/>
              <a:ext cx="54" cy="109"/>
            </a:xfrm>
            <a:custGeom>
              <a:rect b="b" l="l" r="r" t="t"/>
              <a:pathLst>
                <a:path extrusionOk="0" h="8" w="4">
                  <a:moveTo>
                    <a:pt x="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0" name="Google Shape;5450;p129"/>
            <p:cNvSpPr/>
            <p:nvPr/>
          </p:nvSpPr>
          <p:spPr>
            <a:xfrm>
              <a:off x="2008561" y="1963187"/>
              <a:ext cx="54" cy="109"/>
            </a:xfrm>
            <a:custGeom>
              <a:rect b="b" l="l" r="r" t="t"/>
              <a:pathLst>
                <a:path extrusionOk="0" h="8" w="4">
                  <a:moveTo>
                    <a:pt x="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1" name="Google Shape;5451;p129"/>
            <p:cNvSpPr/>
            <p:nvPr/>
          </p:nvSpPr>
          <p:spPr>
            <a:xfrm>
              <a:off x="2028805" y="1937607"/>
              <a:ext cx="964" cy="163"/>
            </a:xfrm>
            <a:custGeom>
              <a:rect b="b" l="l" r="r" t="t"/>
              <a:pathLst>
                <a:path extrusionOk="0" h="12" w="71">
                  <a:moveTo>
                    <a:pt x="0" y="11"/>
                  </a:moveTo>
                  <a:cubicBezTo>
                    <a:pt x="21" y="1"/>
                    <a:pt x="46" y="1"/>
                    <a:pt x="70" y="8"/>
                  </a:cubicBezTo>
                  <a:cubicBezTo>
                    <a:pt x="46" y="1"/>
                    <a:pt x="21" y="1"/>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2" name="Google Shape;5452;p129"/>
            <p:cNvSpPr/>
            <p:nvPr/>
          </p:nvSpPr>
          <p:spPr>
            <a:xfrm>
              <a:off x="2008846" y="1962521"/>
              <a:ext cx="14" cy="54"/>
            </a:xfrm>
            <a:custGeom>
              <a:rect b="b" l="l" r="r" t="t"/>
              <a:pathLst>
                <a:path extrusionOk="0" h="4" w="1">
                  <a:moveTo>
                    <a:pt x="0"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3" name="Google Shape;5453;p129"/>
            <p:cNvSpPr/>
            <p:nvPr/>
          </p:nvSpPr>
          <p:spPr>
            <a:xfrm>
              <a:off x="2009647" y="1960335"/>
              <a:ext cx="14" cy="54"/>
            </a:xfrm>
            <a:custGeom>
              <a:rect b="b" l="l" r="r" t="t"/>
              <a:pathLst>
                <a:path extrusionOk="0" h="4" w="1">
                  <a:moveTo>
                    <a:pt x="1"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4" name="Google Shape;5454;p129"/>
            <p:cNvSpPr/>
            <p:nvPr/>
          </p:nvSpPr>
          <p:spPr>
            <a:xfrm>
              <a:off x="2029796" y="193770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5" name="Google Shape;5455;p129"/>
            <p:cNvSpPr/>
            <p:nvPr/>
          </p:nvSpPr>
          <p:spPr>
            <a:xfrm>
              <a:off x="2009267" y="1961286"/>
              <a:ext cx="14" cy="54"/>
            </a:xfrm>
            <a:custGeom>
              <a:rect b="b" l="l" r="r" t="t"/>
              <a:pathLst>
                <a:path extrusionOk="0" h="4" w="1">
                  <a:moveTo>
                    <a:pt x="1"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6" name="Google Shape;5456;p129"/>
            <p:cNvSpPr/>
            <p:nvPr/>
          </p:nvSpPr>
          <p:spPr>
            <a:xfrm>
              <a:off x="2009457" y="1960756"/>
              <a:ext cx="68" cy="109"/>
            </a:xfrm>
            <a:custGeom>
              <a:rect b="b" l="l" r="r" t="t"/>
              <a:pathLst>
                <a:path extrusionOk="0" h="8" w="5">
                  <a:moveTo>
                    <a:pt x="4"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7" name="Google Shape;5457;p129"/>
            <p:cNvSpPr/>
            <p:nvPr/>
          </p:nvSpPr>
          <p:spPr>
            <a:xfrm>
              <a:off x="2008086" y="196474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8" name="Google Shape;5458;p129"/>
            <p:cNvSpPr/>
            <p:nvPr/>
          </p:nvSpPr>
          <p:spPr>
            <a:xfrm>
              <a:off x="2008086" y="1964748"/>
              <a:ext cx="14" cy="14"/>
            </a:xfrm>
            <a:custGeom>
              <a:rect b="b" l="l" r="r" t="t"/>
              <a:pathLst>
                <a:path extrusionOk="0" h="1" w="1">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9" name="Google Shape;5459;p129"/>
            <p:cNvSpPr/>
            <p:nvPr/>
          </p:nvSpPr>
          <p:spPr>
            <a:xfrm>
              <a:off x="2051520" y="1865551"/>
              <a:ext cx="112191" cy="87765"/>
            </a:xfrm>
            <a:custGeom>
              <a:rect b="b" l="l" r="r" t="t"/>
              <a:pathLst>
                <a:path extrusionOk="0" h="6464" w="8263">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0" name="Google Shape;5460;p129"/>
            <p:cNvSpPr/>
            <p:nvPr/>
          </p:nvSpPr>
          <p:spPr>
            <a:xfrm>
              <a:off x="2080902" y="1899970"/>
              <a:ext cx="244" cy="54"/>
            </a:xfrm>
            <a:custGeom>
              <a:rect b="b" l="l" r="r" t="t"/>
              <a:pathLst>
                <a:path extrusionOk="0" h="4" w="18">
                  <a:moveTo>
                    <a:pt x="18" y="0"/>
                  </a:moveTo>
                  <a:lnTo>
                    <a:pt x="0" y="4"/>
                  </a:lnTo>
                  <a:lnTo>
                    <a:pt x="4" y="4"/>
                  </a:ln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1" name="Google Shape;5461;p129"/>
            <p:cNvSpPr/>
            <p:nvPr/>
          </p:nvSpPr>
          <p:spPr>
            <a:xfrm>
              <a:off x="2147120" y="1866841"/>
              <a:ext cx="299" cy="109"/>
            </a:xfrm>
            <a:custGeom>
              <a:rect b="b" l="l" r="r" t="t"/>
              <a:pathLst>
                <a:path extrusionOk="0" h="8" w="22">
                  <a:moveTo>
                    <a:pt x="0" y="0"/>
                  </a:moveTo>
                  <a:lnTo>
                    <a:pt x="2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2" name="Google Shape;5462;p129"/>
            <p:cNvSpPr/>
            <p:nvPr/>
          </p:nvSpPr>
          <p:spPr>
            <a:xfrm>
              <a:off x="2138131" y="1865510"/>
              <a:ext cx="2525" cy="149"/>
            </a:xfrm>
            <a:custGeom>
              <a:rect b="b" l="l" r="r" t="t"/>
              <a:pathLst>
                <a:path extrusionOk="0" h="11" w="186">
                  <a:moveTo>
                    <a:pt x="0" y="0"/>
                  </a:moveTo>
                  <a:cubicBezTo>
                    <a:pt x="46" y="0"/>
                    <a:pt x="112" y="4"/>
                    <a:pt x="186" y="11"/>
                  </a:cubicBezTo>
                  <a:cubicBezTo>
                    <a:pt x="119" y="4"/>
                    <a:pt x="56"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3" name="Google Shape;5463;p129"/>
            <p:cNvSpPr/>
            <p:nvPr/>
          </p:nvSpPr>
          <p:spPr>
            <a:xfrm>
              <a:off x="2140888" y="1865646"/>
              <a:ext cx="339" cy="68"/>
            </a:xfrm>
            <a:custGeom>
              <a:rect b="b" l="l" r="r" t="t"/>
              <a:pathLst>
                <a:path extrusionOk="0" h="5" w="25">
                  <a:moveTo>
                    <a:pt x="0" y="1"/>
                  </a:moveTo>
                  <a:lnTo>
                    <a:pt x="2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4" name="Google Shape;5464;p129"/>
            <p:cNvSpPr/>
            <p:nvPr/>
          </p:nvSpPr>
          <p:spPr>
            <a:xfrm>
              <a:off x="2145219" y="1866311"/>
              <a:ext cx="339" cy="68"/>
            </a:xfrm>
            <a:custGeom>
              <a:rect b="b" l="l" r="r" t="t"/>
              <a:pathLst>
                <a:path extrusionOk="0" h="5" w="25">
                  <a:moveTo>
                    <a:pt x="0" y="1"/>
                  </a:moveTo>
                  <a:lnTo>
                    <a:pt x="2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5" name="Google Shape;5465;p129"/>
            <p:cNvSpPr/>
            <p:nvPr/>
          </p:nvSpPr>
          <p:spPr>
            <a:xfrm>
              <a:off x="2147690" y="1867071"/>
              <a:ext cx="204" cy="163"/>
            </a:xfrm>
            <a:custGeom>
              <a:rect b="b" l="l" r="r" t="t"/>
              <a:pathLst>
                <a:path extrusionOk="0" h="12" w="15">
                  <a:moveTo>
                    <a:pt x="0" y="1"/>
                  </a:moveTo>
                  <a:lnTo>
                    <a:pt x="1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6" name="Google Shape;5466;p129"/>
            <p:cNvSpPr/>
            <p:nvPr/>
          </p:nvSpPr>
          <p:spPr>
            <a:xfrm>
              <a:off x="2144554" y="1866175"/>
              <a:ext cx="285" cy="54"/>
            </a:xfrm>
            <a:custGeom>
              <a:rect b="b" l="l" r="r" t="t"/>
              <a:pathLst>
                <a:path extrusionOk="0" h="4" w="21">
                  <a:moveTo>
                    <a:pt x="0" y="0"/>
                  </a:moveTo>
                  <a:lnTo>
                    <a:pt x="2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7" name="Google Shape;5467;p129"/>
            <p:cNvSpPr/>
            <p:nvPr/>
          </p:nvSpPr>
          <p:spPr>
            <a:xfrm>
              <a:off x="2146495" y="1866650"/>
              <a:ext cx="353" cy="109"/>
            </a:xfrm>
            <a:custGeom>
              <a:rect b="b" l="l" r="r" t="t"/>
              <a:pathLst>
                <a:path extrusionOk="0" h="8" w="26">
                  <a:moveTo>
                    <a:pt x="1" y="0"/>
                  </a:moveTo>
                  <a:lnTo>
                    <a:pt x="25"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8" name="Google Shape;5468;p129"/>
            <p:cNvSpPr/>
            <p:nvPr/>
          </p:nvSpPr>
          <p:spPr>
            <a:xfrm>
              <a:off x="2145884" y="1866460"/>
              <a:ext cx="339" cy="109"/>
            </a:xfrm>
            <a:custGeom>
              <a:rect b="b" l="l" r="r" t="t"/>
              <a:pathLst>
                <a:path extrusionOk="0" h="8" w="25">
                  <a:moveTo>
                    <a:pt x="0" y="0"/>
                  </a:moveTo>
                  <a:lnTo>
                    <a:pt x="25"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9" name="Google Shape;5469;p129"/>
            <p:cNvSpPr/>
            <p:nvPr/>
          </p:nvSpPr>
          <p:spPr>
            <a:xfrm>
              <a:off x="2153202" y="1872014"/>
              <a:ext cx="1059" cy="584"/>
            </a:xfrm>
            <a:custGeom>
              <a:rect b="b" l="l" r="r" t="t"/>
              <a:pathLst>
                <a:path extrusionOk="0" h="43" w="78">
                  <a:moveTo>
                    <a:pt x="77" y="1"/>
                  </a:moveTo>
                  <a:lnTo>
                    <a:pt x="0" y="43"/>
                  </a:lnTo>
                  <a:lnTo>
                    <a:pt x="0" y="4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0" name="Google Shape;5470;p129"/>
            <p:cNvSpPr/>
            <p:nvPr/>
          </p:nvSpPr>
          <p:spPr>
            <a:xfrm>
              <a:off x="2143875" y="1866026"/>
              <a:ext cx="204" cy="68"/>
            </a:xfrm>
            <a:custGeom>
              <a:rect b="b" l="l" r="r" t="t"/>
              <a:pathLst>
                <a:path extrusionOk="0" h="5" w="15">
                  <a:moveTo>
                    <a:pt x="1" y="1"/>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1" name="Google Shape;5471;p129"/>
            <p:cNvSpPr/>
            <p:nvPr/>
          </p:nvSpPr>
          <p:spPr>
            <a:xfrm>
              <a:off x="2143169" y="1865931"/>
              <a:ext cx="149" cy="14"/>
            </a:xfrm>
            <a:custGeom>
              <a:rect b="b" l="l" r="r" t="t"/>
              <a:pathLst>
                <a:path extrusionOk="0" h="1" w="11">
                  <a:moveTo>
                    <a:pt x="0"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2" name="Google Shape;5472;p129"/>
            <p:cNvSpPr/>
            <p:nvPr/>
          </p:nvSpPr>
          <p:spPr>
            <a:xfrm>
              <a:off x="2141648" y="1865741"/>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3" name="Google Shape;5473;p129"/>
            <p:cNvSpPr/>
            <p:nvPr/>
          </p:nvSpPr>
          <p:spPr>
            <a:xfrm>
              <a:off x="2142449" y="1865836"/>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4" name="Google Shape;5474;p129"/>
            <p:cNvSpPr/>
            <p:nvPr/>
          </p:nvSpPr>
          <p:spPr>
            <a:xfrm>
              <a:off x="2122300" y="1942359"/>
              <a:ext cx="4481" cy="2539"/>
            </a:xfrm>
            <a:custGeom>
              <a:rect b="b" l="l" r="r" t="t"/>
              <a:pathLst>
                <a:path extrusionOk="0" h="187" w="330">
                  <a:moveTo>
                    <a:pt x="1" y="186"/>
                  </a:moveTo>
                  <a:cubicBezTo>
                    <a:pt x="95" y="99"/>
                    <a:pt x="204" y="1"/>
                    <a:pt x="330" y="11"/>
                  </a:cubicBezTo>
                  <a:cubicBezTo>
                    <a:pt x="204" y="1"/>
                    <a:pt x="95" y="99"/>
                    <a:pt x="1" y="18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5" name="Google Shape;5475;p129"/>
            <p:cNvSpPr/>
            <p:nvPr/>
          </p:nvSpPr>
          <p:spPr>
            <a:xfrm>
              <a:off x="2074860" y="1952637"/>
              <a:ext cx="14" cy="244"/>
            </a:xfrm>
            <a:custGeom>
              <a:rect b="b" l="l" r="r" t="t"/>
              <a:pathLst>
                <a:path extrusionOk="0" h="18" w="1">
                  <a:moveTo>
                    <a:pt x="1" y="0"/>
                  </a:moveTo>
                  <a:cubicBezTo>
                    <a:pt x="1" y="7"/>
                    <a:pt x="1" y="11"/>
                    <a:pt x="1" y="18"/>
                  </a:cubicBezTo>
                  <a:cubicBezTo>
                    <a:pt x="1" y="11"/>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6" name="Google Shape;5476;p129"/>
            <p:cNvSpPr/>
            <p:nvPr/>
          </p:nvSpPr>
          <p:spPr>
            <a:xfrm>
              <a:off x="2074575" y="1952868"/>
              <a:ext cx="299" cy="489"/>
            </a:xfrm>
            <a:custGeom>
              <a:rect b="b" l="l" r="r" t="t"/>
              <a:pathLst>
                <a:path extrusionOk="0" h="36" w="22">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7" name="Google Shape;5477;p129"/>
            <p:cNvSpPr/>
            <p:nvPr/>
          </p:nvSpPr>
          <p:spPr>
            <a:xfrm>
              <a:off x="2066741" y="1951822"/>
              <a:ext cx="54" cy="258"/>
            </a:xfrm>
            <a:custGeom>
              <a:rect b="b" l="l" r="r" t="t"/>
              <a:pathLst>
                <a:path extrusionOk="0" h="19" w="4">
                  <a:moveTo>
                    <a:pt x="4" y="1"/>
                  </a:moveTo>
                  <a:cubicBezTo>
                    <a:pt x="4" y="4"/>
                    <a:pt x="0" y="11"/>
                    <a:pt x="0" y="18"/>
                  </a:cubicBezTo>
                  <a:cubicBezTo>
                    <a:pt x="0" y="15"/>
                    <a:pt x="4" y="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8" name="Google Shape;5478;p129"/>
            <p:cNvSpPr/>
            <p:nvPr/>
          </p:nvSpPr>
          <p:spPr>
            <a:xfrm>
              <a:off x="2067732" y="1949881"/>
              <a:ext cx="394" cy="299"/>
            </a:xfrm>
            <a:custGeom>
              <a:rect b="b" l="l" r="r" t="t"/>
              <a:pathLst>
                <a:path extrusionOk="0" h="22" w="29">
                  <a:moveTo>
                    <a:pt x="29" y="0"/>
                  </a:moveTo>
                  <a:cubicBezTo>
                    <a:pt x="18" y="7"/>
                    <a:pt x="11" y="11"/>
                    <a:pt x="1" y="21"/>
                  </a:cubicBezTo>
                  <a:cubicBezTo>
                    <a:pt x="11" y="11"/>
                    <a:pt x="18" y="7"/>
                    <a:pt x="2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9" name="Google Shape;5479;p129"/>
            <p:cNvSpPr/>
            <p:nvPr/>
          </p:nvSpPr>
          <p:spPr>
            <a:xfrm>
              <a:off x="2067121" y="1950777"/>
              <a:ext cx="109" cy="258"/>
            </a:xfrm>
            <a:custGeom>
              <a:rect b="b" l="l" r="r" t="t"/>
              <a:pathLst>
                <a:path extrusionOk="0" h="19" w="8">
                  <a:moveTo>
                    <a:pt x="7" y="1"/>
                  </a:moveTo>
                  <a:cubicBezTo>
                    <a:pt x="4" y="8"/>
                    <a:pt x="0" y="11"/>
                    <a:pt x="0" y="18"/>
                  </a:cubicBezTo>
                  <a:cubicBezTo>
                    <a:pt x="4" y="11"/>
                    <a:pt x="7" y="8"/>
                    <a:pt x="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0" name="Google Shape;5480;p129"/>
            <p:cNvSpPr/>
            <p:nvPr/>
          </p:nvSpPr>
          <p:spPr>
            <a:xfrm>
              <a:off x="2066877" y="1951347"/>
              <a:ext cx="109" cy="163"/>
            </a:xfrm>
            <a:custGeom>
              <a:rect b="b" l="l" r="r" t="t"/>
              <a:pathLst>
                <a:path extrusionOk="0" h="12" w="8">
                  <a:moveTo>
                    <a:pt x="8" y="1"/>
                  </a:moveTo>
                  <a:lnTo>
                    <a:pt x="1" y="11"/>
                  </a:lnTo>
                  <a:cubicBezTo>
                    <a:pt x="4" y="8"/>
                    <a:pt x="8" y="4"/>
                    <a:pt x="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1" name="Google Shape;5481;p129"/>
            <p:cNvSpPr/>
            <p:nvPr/>
          </p:nvSpPr>
          <p:spPr>
            <a:xfrm>
              <a:off x="2073530" y="1953343"/>
              <a:ext cx="1059" cy="122"/>
            </a:xfrm>
            <a:custGeom>
              <a:rect b="b" l="l" r="r" t="t"/>
              <a:pathLst>
                <a:path extrusionOk="0" h="9" w="78">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2" name="Google Shape;5482;p129"/>
            <p:cNvSpPr/>
            <p:nvPr/>
          </p:nvSpPr>
          <p:spPr>
            <a:xfrm>
              <a:off x="2067352" y="1950166"/>
              <a:ext cx="394" cy="394"/>
            </a:xfrm>
            <a:custGeom>
              <a:rect b="b" l="l" r="r" t="t"/>
              <a:pathLst>
                <a:path extrusionOk="0" h="29" w="29">
                  <a:moveTo>
                    <a:pt x="1" y="28"/>
                  </a:moveTo>
                  <a:cubicBezTo>
                    <a:pt x="11" y="18"/>
                    <a:pt x="18" y="7"/>
                    <a:pt x="29" y="0"/>
                  </a:cubicBezTo>
                  <a:lnTo>
                    <a:pt x="29" y="0"/>
                  </a:lnTo>
                  <a:cubicBezTo>
                    <a:pt x="18" y="7"/>
                    <a:pt x="11" y="18"/>
                    <a:pt x="1"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3" name="Google Shape;5483;p129"/>
            <p:cNvSpPr/>
            <p:nvPr/>
          </p:nvSpPr>
          <p:spPr>
            <a:xfrm>
              <a:off x="2073054" y="1953153"/>
              <a:ext cx="489" cy="204"/>
            </a:xfrm>
            <a:custGeom>
              <a:rect b="b" l="l" r="r" t="t"/>
              <a:pathLst>
                <a:path extrusionOk="0" h="15" w="36">
                  <a:moveTo>
                    <a:pt x="36" y="15"/>
                  </a:moveTo>
                  <a:cubicBezTo>
                    <a:pt x="22" y="8"/>
                    <a:pt x="11" y="4"/>
                    <a:pt x="1" y="1"/>
                  </a:cubicBezTo>
                  <a:cubicBezTo>
                    <a:pt x="11" y="4"/>
                    <a:pt x="22" y="8"/>
                    <a:pt x="36"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4" name="Google Shape;5484;p129"/>
            <p:cNvSpPr/>
            <p:nvPr/>
          </p:nvSpPr>
          <p:spPr>
            <a:xfrm>
              <a:off x="2069633" y="1949446"/>
              <a:ext cx="353" cy="14"/>
            </a:xfrm>
            <a:custGeom>
              <a:rect b="b" l="l" r="r" t="t"/>
              <a:pathLst>
                <a:path extrusionOk="0" h="1" w="26">
                  <a:moveTo>
                    <a:pt x="1" y="1"/>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5" name="Google Shape;5485;p129"/>
            <p:cNvSpPr/>
            <p:nvPr/>
          </p:nvSpPr>
          <p:spPr>
            <a:xfrm>
              <a:off x="2069117" y="1949446"/>
              <a:ext cx="394" cy="14"/>
            </a:xfrm>
            <a:custGeom>
              <a:rect b="b" l="l" r="r" t="t"/>
              <a:pathLst>
                <a:path extrusionOk="0" h="1" w="29">
                  <a:moveTo>
                    <a:pt x="28" y="1"/>
                  </a:moveTo>
                  <a:cubicBezTo>
                    <a:pt x="18" y="1"/>
                    <a:pt x="11" y="1"/>
                    <a:pt x="0" y="1"/>
                  </a:cubicBezTo>
                  <a:cubicBezTo>
                    <a:pt x="11" y="1"/>
                    <a:pt x="18" y="1"/>
                    <a:pt x="2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6" name="Google Shape;5486;p129"/>
            <p:cNvSpPr/>
            <p:nvPr/>
          </p:nvSpPr>
          <p:spPr>
            <a:xfrm>
              <a:off x="2070067" y="1949500"/>
              <a:ext cx="2240" cy="1765"/>
            </a:xfrm>
            <a:custGeom>
              <a:rect b="b" l="l" r="r" t="t"/>
              <a:pathLst>
                <a:path extrusionOk="0" h="130" w="165">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7" name="Google Shape;5487;p129"/>
            <p:cNvSpPr/>
            <p:nvPr/>
          </p:nvSpPr>
          <p:spPr>
            <a:xfrm>
              <a:off x="2068207" y="1949636"/>
              <a:ext cx="353" cy="204"/>
            </a:xfrm>
            <a:custGeom>
              <a:rect b="b" l="l" r="r" t="t"/>
              <a:pathLst>
                <a:path extrusionOk="0" h="15" w="26">
                  <a:moveTo>
                    <a:pt x="25" y="1"/>
                  </a:moveTo>
                  <a:cubicBezTo>
                    <a:pt x="15" y="4"/>
                    <a:pt x="8" y="8"/>
                    <a:pt x="1" y="15"/>
                  </a:cubicBezTo>
                  <a:cubicBezTo>
                    <a:pt x="8" y="8"/>
                    <a:pt x="15" y="4"/>
                    <a:pt x="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8" name="Google Shape;5488;p129"/>
            <p:cNvSpPr/>
            <p:nvPr/>
          </p:nvSpPr>
          <p:spPr>
            <a:xfrm>
              <a:off x="2068587" y="1949500"/>
              <a:ext cx="489" cy="149"/>
            </a:xfrm>
            <a:custGeom>
              <a:rect b="b" l="l" r="r" t="t"/>
              <a:pathLst>
                <a:path extrusionOk="0" h="11" w="36">
                  <a:moveTo>
                    <a:pt x="36" y="0"/>
                  </a:moveTo>
                  <a:cubicBezTo>
                    <a:pt x="22" y="0"/>
                    <a:pt x="11" y="4"/>
                    <a:pt x="1" y="11"/>
                  </a:cubicBezTo>
                  <a:cubicBezTo>
                    <a:pt x="11" y="4"/>
                    <a:pt x="22" y="0"/>
                    <a:pt x="3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9" name="Google Shape;5489;p129"/>
            <p:cNvSpPr/>
            <p:nvPr/>
          </p:nvSpPr>
          <p:spPr>
            <a:xfrm>
              <a:off x="2074439" y="1953302"/>
              <a:ext cx="299" cy="149"/>
            </a:xfrm>
            <a:custGeom>
              <a:rect b="b" l="l" r="r" t="t"/>
              <a:pathLst>
                <a:path extrusionOk="0" h="11" w="22">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0" name="Google Shape;5490;p129"/>
            <p:cNvSpPr/>
            <p:nvPr/>
          </p:nvSpPr>
          <p:spPr>
            <a:xfrm>
              <a:off x="2080902" y="1902386"/>
              <a:ext cx="54" cy="584"/>
            </a:xfrm>
            <a:custGeom>
              <a:rect b="b" l="l" r="r" t="t"/>
              <a:pathLst>
                <a:path extrusionOk="0" h="43" w="4">
                  <a:moveTo>
                    <a:pt x="0" y="1"/>
                  </a:moveTo>
                  <a:lnTo>
                    <a:pt x="0" y="43"/>
                  </a:lnTo>
                  <a:cubicBezTo>
                    <a:pt x="4" y="29"/>
                    <a:pt x="4"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1" name="Google Shape;5491;p129"/>
            <p:cNvSpPr/>
            <p:nvPr/>
          </p:nvSpPr>
          <p:spPr>
            <a:xfrm>
              <a:off x="2080848" y="1900635"/>
              <a:ext cx="68" cy="679"/>
            </a:xfrm>
            <a:custGeom>
              <a:rect b="b" l="l" r="r" t="t"/>
              <a:pathLst>
                <a:path extrusionOk="0" h="50" w="5">
                  <a:moveTo>
                    <a:pt x="1" y="0"/>
                  </a:moveTo>
                  <a:lnTo>
                    <a:pt x="1" y="49"/>
                  </a:lnTo>
                  <a:cubicBezTo>
                    <a:pt x="4" y="35"/>
                    <a:pt x="4" y="1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2" name="Google Shape;5492;p129"/>
            <p:cNvSpPr/>
            <p:nvPr/>
          </p:nvSpPr>
          <p:spPr>
            <a:xfrm>
              <a:off x="2080943" y="1903961"/>
              <a:ext cx="14" cy="530"/>
            </a:xfrm>
            <a:custGeom>
              <a:rect b="b" l="l" r="r" t="t"/>
              <a:pathLst>
                <a:path extrusionOk="0" h="39" w="1">
                  <a:moveTo>
                    <a:pt x="1" y="0"/>
                  </a:moveTo>
                  <a:lnTo>
                    <a:pt x="1" y="3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3" name="Google Shape;5493;p129"/>
            <p:cNvSpPr/>
            <p:nvPr/>
          </p:nvSpPr>
          <p:spPr>
            <a:xfrm>
              <a:off x="2080753" y="1916032"/>
              <a:ext cx="68" cy="244"/>
            </a:xfrm>
            <a:custGeom>
              <a:rect b="b" l="l" r="r" t="t"/>
              <a:pathLst>
                <a:path extrusionOk="0" h="18" w="5">
                  <a:moveTo>
                    <a:pt x="4" y="0"/>
                  </a:moveTo>
                  <a:cubicBezTo>
                    <a:pt x="1" y="7"/>
                    <a:pt x="1" y="11"/>
                    <a:pt x="4" y="18"/>
                  </a:cubicBez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4" name="Google Shape;5494;p129"/>
            <p:cNvSpPr/>
            <p:nvPr/>
          </p:nvSpPr>
          <p:spPr>
            <a:xfrm>
              <a:off x="2080848" y="1914077"/>
              <a:ext cx="14" cy="258"/>
            </a:xfrm>
            <a:custGeom>
              <a:rect b="b" l="l" r="r" t="t"/>
              <a:pathLst>
                <a:path extrusionOk="0" h="19" w="1">
                  <a:moveTo>
                    <a:pt x="1" y="1"/>
                  </a:moveTo>
                  <a:lnTo>
                    <a:pt x="1" y="18"/>
                  </a:lnTo>
                  <a:cubicBezTo>
                    <a:pt x="1" y="15"/>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5" name="Google Shape;5495;p129"/>
            <p:cNvSpPr/>
            <p:nvPr/>
          </p:nvSpPr>
          <p:spPr>
            <a:xfrm>
              <a:off x="2080563" y="1918449"/>
              <a:ext cx="14" cy="109"/>
            </a:xfrm>
            <a:custGeom>
              <a:rect b="b" l="l" r="r" t="t"/>
              <a:pathLst>
                <a:path extrusionOk="0" h="8" w="1">
                  <a:moveTo>
                    <a:pt x="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6" name="Google Shape;5496;p129"/>
            <p:cNvSpPr/>
            <p:nvPr/>
          </p:nvSpPr>
          <p:spPr>
            <a:xfrm>
              <a:off x="2080617" y="1918164"/>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7" name="Google Shape;5497;p129"/>
            <p:cNvSpPr/>
            <p:nvPr/>
          </p:nvSpPr>
          <p:spPr>
            <a:xfrm>
              <a:off x="2080902" y="1913276"/>
              <a:ext cx="14" cy="299"/>
            </a:xfrm>
            <a:custGeom>
              <a:rect b="b" l="l" r="r" t="t"/>
              <a:pathLst>
                <a:path extrusionOk="0" h="22" w="1">
                  <a:moveTo>
                    <a:pt x="0"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8" name="Google Shape;5498;p129"/>
            <p:cNvSpPr/>
            <p:nvPr/>
          </p:nvSpPr>
          <p:spPr>
            <a:xfrm>
              <a:off x="2080658" y="1917838"/>
              <a:ext cx="14" cy="149"/>
            </a:xfrm>
            <a:custGeom>
              <a:rect b="b" l="l" r="r" t="t"/>
              <a:pathLst>
                <a:path extrusionOk="0" h="11" w="1">
                  <a:moveTo>
                    <a:pt x="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9" name="Google Shape;5499;p129"/>
            <p:cNvSpPr/>
            <p:nvPr/>
          </p:nvSpPr>
          <p:spPr>
            <a:xfrm>
              <a:off x="2080522" y="1918693"/>
              <a:ext cx="14" cy="109"/>
            </a:xfrm>
            <a:custGeom>
              <a:rect b="b" l="l" r="r" t="t"/>
              <a:pathLst>
                <a:path extrusionOk="0" h="8"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0" name="Google Shape;5500;p129"/>
            <p:cNvSpPr/>
            <p:nvPr/>
          </p:nvSpPr>
          <p:spPr>
            <a:xfrm>
              <a:off x="2080373" y="1919209"/>
              <a:ext cx="14" cy="109"/>
            </a:xfrm>
            <a:custGeom>
              <a:rect b="b" l="l" r="r" t="t"/>
              <a:pathLst>
                <a:path extrusionOk="0" h="8" w="1">
                  <a:moveTo>
                    <a:pt x="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1" name="Google Shape;5501;p129"/>
            <p:cNvSpPr/>
            <p:nvPr/>
          </p:nvSpPr>
          <p:spPr>
            <a:xfrm>
              <a:off x="2080468" y="1918924"/>
              <a:ext cx="14" cy="109"/>
            </a:xfrm>
            <a:custGeom>
              <a:rect b="b" l="l" r="r" t="t"/>
              <a:pathLst>
                <a:path extrusionOk="0" h="8" w="1">
                  <a:moveTo>
                    <a:pt x="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2" name="Google Shape;5502;p129"/>
            <p:cNvSpPr/>
            <p:nvPr/>
          </p:nvSpPr>
          <p:spPr>
            <a:xfrm>
              <a:off x="2080427" y="1919073"/>
              <a:ext cx="14" cy="109"/>
            </a:xfrm>
            <a:custGeom>
              <a:rect b="b" l="l" r="r" t="t"/>
              <a:pathLst>
                <a:path extrusionOk="0" h="8"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3" name="Google Shape;5503;p129"/>
            <p:cNvSpPr/>
            <p:nvPr/>
          </p:nvSpPr>
          <p:spPr>
            <a:xfrm>
              <a:off x="2080943" y="1910424"/>
              <a:ext cx="14" cy="394"/>
            </a:xfrm>
            <a:custGeom>
              <a:rect b="b" l="l" r="r" t="t"/>
              <a:pathLst>
                <a:path extrusionOk="0" h="29" w="1">
                  <a:moveTo>
                    <a:pt x="1" y="0"/>
                  </a:moveTo>
                  <a:lnTo>
                    <a:pt x="1"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4" name="Google Shape;5504;p129"/>
            <p:cNvSpPr/>
            <p:nvPr/>
          </p:nvSpPr>
          <p:spPr>
            <a:xfrm>
              <a:off x="2080943" y="191147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5" name="Google Shape;5505;p129"/>
            <p:cNvSpPr/>
            <p:nvPr/>
          </p:nvSpPr>
          <p:spPr>
            <a:xfrm>
              <a:off x="2080902" y="1912420"/>
              <a:ext cx="54" cy="339"/>
            </a:xfrm>
            <a:custGeom>
              <a:rect b="b" l="l" r="r" t="t"/>
              <a:pathLst>
                <a:path extrusionOk="0" h="25" w="4">
                  <a:moveTo>
                    <a:pt x="4" y="0"/>
                  </a:moveTo>
                  <a:cubicBezTo>
                    <a:pt x="4" y="7"/>
                    <a:pt x="0" y="14"/>
                    <a:pt x="4" y="25"/>
                  </a:cubicBez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6" name="Google Shape;5506;p129"/>
            <p:cNvSpPr/>
            <p:nvPr/>
          </p:nvSpPr>
          <p:spPr>
            <a:xfrm>
              <a:off x="2080848" y="1914796"/>
              <a:ext cx="14" cy="244"/>
            </a:xfrm>
            <a:custGeom>
              <a:rect b="b" l="l" r="r" t="t"/>
              <a:pathLst>
                <a:path extrusionOk="0" h="18" w="1">
                  <a:moveTo>
                    <a:pt x="1" y="0"/>
                  </a:moveTo>
                  <a:lnTo>
                    <a:pt x="1" y="18"/>
                  </a:lnTo>
                  <a:cubicBezTo>
                    <a:pt x="1" y="14"/>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7" name="Google Shape;5507;p129"/>
            <p:cNvSpPr/>
            <p:nvPr/>
          </p:nvSpPr>
          <p:spPr>
            <a:xfrm>
              <a:off x="2080753" y="1916548"/>
              <a:ext cx="14" cy="258"/>
            </a:xfrm>
            <a:custGeom>
              <a:rect b="b" l="l" r="r" t="t"/>
              <a:pathLst>
                <a:path extrusionOk="0" h="19" w="1">
                  <a:moveTo>
                    <a:pt x="1" y="1"/>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8" name="Google Shape;5508;p129"/>
            <p:cNvSpPr/>
            <p:nvPr/>
          </p:nvSpPr>
          <p:spPr>
            <a:xfrm>
              <a:off x="2080712" y="1917077"/>
              <a:ext cx="14" cy="149"/>
            </a:xfrm>
            <a:custGeom>
              <a:rect b="b" l="l" r="r" t="t"/>
              <a:pathLst>
                <a:path extrusionOk="0" h="11" w="1">
                  <a:moveTo>
                    <a:pt x="0" y="0"/>
                  </a:moveTo>
                  <a:lnTo>
                    <a:pt x="0" y="11"/>
                  </a:lnTo>
                  <a:cubicBezTo>
                    <a:pt x="0" y="7"/>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9" name="Google Shape;5509;p129"/>
            <p:cNvSpPr/>
            <p:nvPr/>
          </p:nvSpPr>
          <p:spPr>
            <a:xfrm>
              <a:off x="2080807" y="1915462"/>
              <a:ext cx="14" cy="244"/>
            </a:xfrm>
            <a:custGeom>
              <a:rect b="b" l="l" r="r" t="t"/>
              <a:pathLst>
                <a:path extrusionOk="0" h="18" w="1">
                  <a:moveTo>
                    <a:pt x="0" y="0"/>
                  </a:moveTo>
                  <a:lnTo>
                    <a:pt x="0" y="18"/>
                  </a:lnTo>
                  <a:cubicBezTo>
                    <a:pt x="0" y="11"/>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0" name="Google Shape;5510;p129"/>
            <p:cNvSpPr/>
            <p:nvPr/>
          </p:nvSpPr>
          <p:spPr>
            <a:xfrm>
              <a:off x="2080658" y="1917457"/>
              <a:ext cx="14" cy="204"/>
            </a:xfrm>
            <a:custGeom>
              <a:rect b="b" l="l" r="r" t="t"/>
              <a:pathLst>
                <a:path extrusionOk="0" h="15" w="1">
                  <a:moveTo>
                    <a:pt x="1"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1" name="Google Shape;5511;p129"/>
            <p:cNvSpPr/>
            <p:nvPr/>
          </p:nvSpPr>
          <p:spPr>
            <a:xfrm>
              <a:off x="2050855" y="1932094"/>
              <a:ext cx="1629" cy="68"/>
            </a:xfrm>
            <a:custGeom>
              <a:rect b="b" l="l" r="r" t="t"/>
              <a:pathLst>
                <a:path extrusionOk="0" h="5" w="120">
                  <a:moveTo>
                    <a:pt x="120" y="1"/>
                  </a:moveTo>
                  <a:cubicBezTo>
                    <a:pt x="78" y="1"/>
                    <a:pt x="39" y="4"/>
                    <a:pt x="1" y="4"/>
                  </a:cubicBezTo>
                  <a:cubicBezTo>
                    <a:pt x="39" y="4"/>
                    <a:pt x="81" y="4"/>
                    <a:pt x="12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2" name="Google Shape;5512;p129"/>
            <p:cNvSpPr/>
            <p:nvPr/>
          </p:nvSpPr>
          <p:spPr>
            <a:xfrm>
              <a:off x="2080943" y="1905482"/>
              <a:ext cx="14" cy="434"/>
            </a:xfrm>
            <a:custGeom>
              <a:rect b="b" l="l" r="r" t="t"/>
              <a:pathLst>
                <a:path extrusionOk="0" h="32" w="1">
                  <a:moveTo>
                    <a:pt x="1" y="0"/>
                  </a:moveTo>
                  <a:lnTo>
                    <a:pt x="1"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3" name="Google Shape;5513;p129"/>
            <p:cNvSpPr/>
            <p:nvPr/>
          </p:nvSpPr>
          <p:spPr>
            <a:xfrm>
              <a:off x="2080943" y="1906813"/>
              <a:ext cx="14" cy="489"/>
            </a:xfrm>
            <a:custGeom>
              <a:rect b="b" l="l" r="r" t="t"/>
              <a:pathLst>
                <a:path extrusionOk="0" h="36" w="1">
                  <a:moveTo>
                    <a:pt x="1" y="0"/>
                  </a:moveTo>
                  <a:lnTo>
                    <a:pt x="1" y="3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4" name="Google Shape;5514;p129"/>
            <p:cNvSpPr/>
            <p:nvPr/>
          </p:nvSpPr>
          <p:spPr>
            <a:xfrm>
              <a:off x="2054996" y="1931714"/>
              <a:ext cx="244" cy="109"/>
            </a:xfrm>
            <a:custGeom>
              <a:rect b="b" l="l" r="r" t="t"/>
              <a:pathLst>
                <a:path extrusionOk="0" h="8" w="18">
                  <a:moveTo>
                    <a:pt x="18"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5" name="Google Shape;5515;p129"/>
            <p:cNvSpPr/>
            <p:nvPr/>
          </p:nvSpPr>
          <p:spPr>
            <a:xfrm>
              <a:off x="2080943" y="1909325"/>
              <a:ext cx="14" cy="394"/>
            </a:xfrm>
            <a:custGeom>
              <a:rect b="b" l="l" r="r" t="t"/>
              <a:pathLst>
                <a:path extrusionOk="0" h="29" w="1">
                  <a:moveTo>
                    <a:pt x="1" y="1"/>
                  </a:moveTo>
                  <a:lnTo>
                    <a:pt x="1"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6" name="Google Shape;5516;p129"/>
            <p:cNvSpPr/>
            <p:nvPr/>
          </p:nvSpPr>
          <p:spPr>
            <a:xfrm>
              <a:off x="2080943" y="190808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7" name="Google Shape;5517;p129"/>
            <p:cNvSpPr/>
            <p:nvPr/>
          </p:nvSpPr>
          <p:spPr>
            <a:xfrm>
              <a:off x="2062124" y="1929243"/>
              <a:ext cx="5906" cy="638"/>
            </a:xfrm>
            <a:custGeom>
              <a:rect b="b" l="l" r="r" t="t"/>
              <a:pathLst>
                <a:path extrusionOk="0" h="47" w="435">
                  <a:moveTo>
                    <a:pt x="435" y="1"/>
                  </a:moveTo>
                  <a:cubicBezTo>
                    <a:pt x="291" y="25"/>
                    <a:pt x="148" y="39"/>
                    <a:pt x="1" y="46"/>
                  </a:cubicBezTo>
                  <a:cubicBezTo>
                    <a:pt x="148" y="39"/>
                    <a:pt x="291" y="25"/>
                    <a:pt x="43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8" name="Google Shape;5518;p129"/>
            <p:cNvSpPr/>
            <p:nvPr/>
          </p:nvSpPr>
          <p:spPr>
            <a:xfrm>
              <a:off x="2080237" y="1919548"/>
              <a:ext cx="14" cy="54"/>
            </a:xfrm>
            <a:custGeom>
              <a:rect b="b" l="l" r="r" t="t"/>
              <a:pathLst>
                <a:path extrusionOk="0" h="4" w="1">
                  <a:moveTo>
                    <a:pt x="0"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9" name="Google Shape;5519;p129"/>
            <p:cNvSpPr/>
            <p:nvPr/>
          </p:nvSpPr>
          <p:spPr>
            <a:xfrm>
              <a:off x="2080332" y="1919358"/>
              <a:ext cx="14" cy="54"/>
            </a:xfrm>
            <a:custGeom>
              <a:rect b="b" l="l" r="r" t="t"/>
              <a:pathLst>
                <a:path extrusionOk="0" h="4" w="1">
                  <a:moveTo>
                    <a:pt x="0"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0" name="Google Shape;5520;p129"/>
            <p:cNvSpPr/>
            <p:nvPr/>
          </p:nvSpPr>
          <p:spPr>
            <a:xfrm>
              <a:off x="2080278" y="1919453"/>
              <a:ext cx="14" cy="54"/>
            </a:xfrm>
            <a:custGeom>
              <a:rect b="b" l="l" r="r" t="t"/>
              <a:pathLst>
                <a:path extrusionOk="0" h="4" w="1">
                  <a:moveTo>
                    <a:pt x="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1" name="Google Shape;5521;p129"/>
            <p:cNvSpPr/>
            <p:nvPr/>
          </p:nvSpPr>
          <p:spPr>
            <a:xfrm>
              <a:off x="2080183" y="1919603"/>
              <a:ext cx="14" cy="54"/>
            </a:xfrm>
            <a:custGeom>
              <a:rect b="b" l="l" r="r" t="t"/>
              <a:pathLst>
                <a:path extrusionOk="0" h="4" w="1">
                  <a:moveTo>
                    <a:pt x="1"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2" name="Google Shape;5522;p129"/>
            <p:cNvSpPr/>
            <p:nvPr/>
          </p:nvSpPr>
          <p:spPr>
            <a:xfrm>
              <a:off x="2080142" y="1919643"/>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3" name="Google Shape;5523;p129"/>
            <p:cNvSpPr/>
            <p:nvPr/>
          </p:nvSpPr>
          <p:spPr>
            <a:xfrm>
              <a:off x="2079992" y="1919739"/>
              <a:ext cx="109" cy="54"/>
            </a:xfrm>
            <a:custGeom>
              <a:rect b="b" l="l" r="r" t="t"/>
              <a:pathLst>
                <a:path extrusionOk="0" h="4" w="8">
                  <a:moveTo>
                    <a:pt x="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4" name="Google Shape;5524;p129"/>
            <p:cNvSpPr/>
            <p:nvPr/>
          </p:nvSpPr>
          <p:spPr>
            <a:xfrm>
              <a:off x="2060658" y="1947735"/>
              <a:ext cx="1914" cy="407"/>
            </a:xfrm>
            <a:custGeom>
              <a:rect b="b" l="l" r="r" t="t"/>
              <a:pathLst>
                <a:path extrusionOk="0" h="30" w="141">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5" name="Google Shape;5525;p129"/>
            <p:cNvSpPr/>
            <p:nvPr/>
          </p:nvSpPr>
          <p:spPr>
            <a:xfrm>
              <a:off x="2050855" y="193214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6" name="Google Shape;5526;p129"/>
            <p:cNvSpPr/>
            <p:nvPr/>
          </p:nvSpPr>
          <p:spPr>
            <a:xfrm>
              <a:off x="2050719" y="1933900"/>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7" name="Google Shape;5527;p129"/>
            <p:cNvSpPr/>
            <p:nvPr/>
          </p:nvSpPr>
          <p:spPr>
            <a:xfrm>
              <a:off x="2066401" y="1952067"/>
              <a:ext cx="299" cy="149"/>
            </a:xfrm>
            <a:custGeom>
              <a:rect b="b" l="l" r="r" t="t"/>
              <a:pathLst>
                <a:path extrusionOk="0" h="11" w="22">
                  <a:moveTo>
                    <a:pt x="22"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8" name="Google Shape;5528;p129"/>
            <p:cNvSpPr/>
            <p:nvPr/>
          </p:nvSpPr>
          <p:spPr>
            <a:xfrm>
              <a:off x="2050760" y="193275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9" name="Google Shape;5529;p129"/>
            <p:cNvSpPr/>
            <p:nvPr/>
          </p:nvSpPr>
          <p:spPr>
            <a:xfrm>
              <a:off x="2065981" y="1951917"/>
              <a:ext cx="299" cy="109"/>
            </a:xfrm>
            <a:custGeom>
              <a:rect b="b" l="l" r="r" t="t"/>
              <a:pathLst>
                <a:path extrusionOk="0" h="8" w="22">
                  <a:moveTo>
                    <a:pt x="21"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0" name="Google Shape;5530;p129"/>
            <p:cNvSpPr/>
            <p:nvPr/>
          </p:nvSpPr>
          <p:spPr>
            <a:xfrm>
              <a:off x="2050719" y="193418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1" name="Google Shape;5531;p129"/>
            <p:cNvSpPr/>
            <p:nvPr/>
          </p:nvSpPr>
          <p:spPr>
            <a:xfrm>
              <a:off x="2050719" y="193437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2" name="Google Shape;5532;p129"/>
            <p:cNvSpPr/>
            <p:nvPr/>
          </p:nvSpPr>
          <p:spPr>
            <a:xfrm>
              <a:off x="2050719" y="1934524"/>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3" name="Google Shape;5533;p129"/>
            <p:cNvSpPr/>
            <p:nvPr/>
          </p:nvSpPr>
          <p:spPr>
            <a:xfrm>
              <a:off x="2065166" y="1951686"/>
              <a:ext cx="353" cy="109"/>
            </a:xfrm>
            <a:custGeom>
              <a:rect b="b" l="l" r="r" t="t"/>
              <a:pathLst>
                <a:path extrusionOk="0" h="8" w="26">
                  <a:moveTo>
                    <a:pt x="25"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4" name="Google Shape;5534;p129"/>
            <p:cNvSpPr/>
            <p:nvPr/>
          </p:nvSpPr>
          <p:spPr>
            <a:xfrm>
              <a:off x="2050719" y="193361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5" name="Google Shape;5535;p129"/>
            <p:cNvSpPr/>
            <p:nvPr/>
          </p:nvSpPr>
          <p:spPr>
            <a:xfrm>
              <a:off x="2065600" y="1951822"/>
              <a:ext cx="299" cy="68"/>
            </a:xfrm>
            <a:custGeom>
              <a:rect b="b" l="l" r="r" t="t"/>
              <a:pathLst>
                <a:path extrusionOk="0" h="5" w="22">
                  <a:moveTo>
                    <a:pt x="2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6" name="Google Shape;5536;p129"/>
            <p:cNvSpPr/>
            <p:nvPr/>
          </p:nvSpPr>
          <p:spPr>
            <a:xfrm>
              <a:off x="2050719" y="193323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7" name="Google Shape;5537;p129"/>
            <p:cNvSpPr/>
            <p:nvPr/>
          </p:nvSpPr>
          <p:spPr>
            <a:xfrm>
              <a:off x="2149346" y="1865605"/>
              <a:ext cx="72640" cy="121356"/>
            </a:xfrm>
            <a:custGeom>
              <a:rect b="b" l="l" r="r" t="t"/>
              <a:pathLst>
                <a:path extrusionOk="0" h="8938" w="535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8" name="Google Shape;5538;p129"/>
            <p:cNvSpPr/>
            <p:nvPr/>
          </p:nvSpPr>
          <p:spPr>
            <a:xfrm>
              <a:off x="2163888" y="1986811"/>
              <a:ext cx="394" cy="149"/>
            </a:xfrm>
            <a:custGeom>
              <a:rect b="b" l="l" r="r" t="t"/>
              <a:pathLst>
                <a:path extrusionOk="0" h="11" w="29">
                  <a:moveTo>
                    <a:pt x="29" y="11"/>
                  </a:moveTo>
                  <a:cubicBezTo>
                    <a:pt x="18" y="11"/>
                    <a:pt x="8" y="7"/>
                    <a:pt x="1" y="0"/>
                  </a:cubicBezTo>
                  <a:lnTo>
                    <a:pt x="1" y="0"/>
                  </a:lnTo>
                  <a:cubicBezTo>
                    <a:pt x="8" y="7"/>
                    <a:pt x="18" y="11"/>
                    <a:pt x="29"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9" name="Google Shape;5539;p129"/>
            <p:cNvSpPr/>
            <p:nvPr/>
          </p:nvSpPr>
          <p:spPr>
            <a:xfrm>
              <a:off x="2163467" y="1986282"/>
              <a:ext cx="339" cy="489"/>
            </a:xfrm>
            <a:custGeom>
              <a:rect b="b" l="l" r="r" t="t"/>
              <a:pathLst>
                <a:path extrusionOk="0" h="36" w="25">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0" name="Google Shape;5540;p129"/>
            <p:cNvSpPr/>
            <p:nvPr/>
          </p:nvSpPr>
          <p:spPr>
            <a:xfrm>
              <a:off x="2212943" y="1959331"/>
              <a:ext cx="258" cy="109"/>
            </a:xfrm>
            <a:custGeom>
              <a:rect b="b" l="l" r="r" t="t"/>
              <a:pathLst>
                <a:path extrusionOk="0" h="8" w="19">
                  <a:moveTo>
                    <a:pt x="1" y="1"/>
                  </a:moveTo>
                  <a:cubicBezTo>
                    <a:pt x="4" y="4"/>
                    <a:pt x="11" y="4"/>
                    <a:pt x="18" y="8"/>
                  </a:cubicBezTo>
                  <a:cubicBezTo>
                    <a:pt x="11" y="4"/>
                    <a:pt x="4"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1" name="Google Shape;5541;p129"/>
            <p:cNvSpPr/>
            <p:nvPr/>
          </p:nvSpPr>
          <p:spPr>
            <a:xfrm>
              <a:off x="2212468" y="1959235"/>
              <a:ext cx="299" cy="68"/>
            </a:xfrm>
            <a:custGeom>
              <a:rect b="b" l="l" r="r" t="t"/>
              <a:pathLst>
                <a:path extrusionOk="0" h="5" w="22">
                  <a:moveTo>
                    <a:pt x="1" y="1"/>
                  </a:moveTo>
                  <a:cubicBezTo>
                    <a:pt x="8" y="1"/>
                    <a:pt x="15" y="4"/>
                    <a:pt x="22" y="4"/>
                  </a:cubicBezTo>
                  <a:cubicBezTo>
                    <a:pt x="15" y="1"/>
                    <a:pt x="8"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2" name="Google Shape;5542;p129"/>
            <p:cNvSpPr/>
            <p:nvPr/>
          </p:nvSpPr>
          <p:spPr>
            <a:xfrm>
              <a:off x="2206195" y="1959235"/>
              <a:ext cx="5295" cy="2865"/>
            </a:xfrm>
            <a:custGeom>
              <a:rect b="b" l="l" r="r" t="t"/>
              <a:pathLst>
                <a:path extrusionOk="0" h="211" w="390">
                  <a:moveTo>
                    <a:pt x="1" y="211"/>
                  </a:moveTo>
                  <a:cubicBezTo>
                    <a:pt x="78" y="137"/>
                    <a:pt x="242" y="18"/>
                    <a:pt x="389" y="1"/>
                  </a:cubicBezTo>
                  <a:cubicBezTo>
                    <a:pt x="242" y="18"/>
                    <a:pt x="78" y="137"/>
                    <a:pt x="1" y="2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3" name="Google Shape;5543;p129"/>
            <p:cNvSpPr/>
            <p:nvPr/>
          </p:nvSpPr>
          <p:spPr>
            <a:xfrm>
              <a:off x="2211993" y="1959195"/>
              <a:ext cx="353" cy="14"/>
            </a:xfrm>
            <a:custGeom>
              <a:rect b="b" l="l" r="r" t="t"/>
              <a:pathLst>
                <a:path extrusionOk="0" h="1" w="26">
                  <a:moveTo>
                    <a:pt x="1" y="0"/>
                  </a:moveTo>
                  <a:cubicBezTo>
                    <a:pt x="8" y="0"/>
                    <a:pt x="15" y="0"/>
                    <a:pt x="25" y="0"/>
                  </a:cubicBezTo>
                  <a:cubicBezTo>
                    <a:pt x="15" y="0"/>
                    <a:pt x="8"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4" name="Google Shape;5544;p129"/>
            <p:cNvSpPr/>
            <p:nvPr/>
          </p:nvSpPr>
          <p:spPr>
            <a:xfrm>
              <a:off x="2211477" y="1959195"/>
              <a:ext cx="434" cy="54"/>
            </a:xfrm>
            <a:custGeom>
              <a:rect b="b" l="l" r="r" t="t"/>
              <a:pathLst>
                <a:path extrusionOk="0" h="4" w="32">
                  <a:moveTo>
                    <a:pt x="0" y="4"/>
                  </a:moveTo>
                  <a:cubicBezTo>
                    <a:pt x="11" y="0"/>
                    <a:pt x="21" y="0"/>
                    <a:pt x="32" y="4"/>
                  </a:cubicBezTo>
                  <a:cubicBezTo>
                    <a:pt x="21" y="0"/>
                    <a:pt x="11" y="0"/>
                    <a:pt x="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5" name="Google Shape;5545;p129"/>
            <p:cNvSpPr/>
            <p:nvPr/>
          </p:nvSpPr>
          <p:spPr>
            <a:xfrm>
              <a:off x="2154153" y="1944164"/>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6" name="Google Shape;5546;p129"/>
            <p:cNvSpPr/>
            <p:nvPr/>
          </p:nvSpPr>
          <p:spPr>
            <a:xfrm>
              <a:off x="2149536" y="1939752"/>
              <a:ext cx="1303" cy="1480"/>
            </a:xfrm>
            <a:custGeom>
              <a:rect b="b" l="l" r="r" t="t"/>
              <a:pathLst>
                <a:path extrusionOk="0" h="109" w="96">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7" name="Google Shape;5547;p129"/>
            <p:cNvSpPr/>
            <p:nvPr/>
          </p:nvSpPr>
          <p:spPr>
            <a:xfrm>
              <a:off x="2150826" y="1941218"/>
              <a:ext cx="2675" cy="2824"/>
            </a:xfrm>
            <a:custGeom>
              <a:rect b="b" l="l" r="r" t="t"/>
              <a:pathLst>
                <a:path extrusionOk="0" h="208" w="197">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8" name="Google Shape;5548;p129"/>
            <p:cNvSpPr/>
            <p:nvPr/>
          </p:nvSpPr>
          <p:spPr>
            <a:xfrm>
              <a:off x="2158905" y="1969785"/>
              <a:ext cx="1100" cy="68"/>
            </a:xfrm>
            <a:custGeom>
              <a:rect b="b" l="l" r="r" t="t"/>
              <a:pathLst>
                <a:path extrusionOk="0" h="5" w="81">
                  <a:moveTo>
                    <a:pt x="0" y="1"/>
                  </a:moveTo>
                  <a:cubicBezTo>
                    <a:pt x="21" y="4"/>
                    <a:pt x="49" y="4"/>
                    <a:pt x="81" y="4"/>
                  </a:cubicBezTo>
                  <a:cubicBezTo>
                    <a:pt x="49" y="4"/>
                    <a:pt x="21"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9" name="Google Shape;5549;p129"/>
            <p:cNvSpPr/>
            <p:nvPr/>
          </p:nvSpPr>
          <p:spPr>
            <a:xfrm>
              <a:off x="2161376" y="1981150"/>
              <a:ext cx="2105" cy="5146"/>
            </a:xfrm>
            <a:custGeom>
              <a:rect b="b" l="l" r="r" t="t"/>
              <a:pathLst>
                <a:path extrusionOk="0" h="379" w="155">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0" name="Google Shape;5550;p129"/>
            <p:cNvSpPr/>
            <p:nvPr/>
          </p:nvSpPr>
          <p:spPr>
            <a:xfrm>
              <a:off x="2163277" y="1985997"/>
              <a:ext cx="339" cy="543"/>
            </a:xfrm>
            <a:custGeom>
              <a:rect b="b" l="l" r="r" t="t"/>
              <a:pathLst>
                <a:path extrusionOk="0" h="40" w="25">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1" name="Google Shape;5551;p129"/>
            <p:cNvSpPr/>
            <p:nvPr/>
          </p:nvSpPr>
          <p:spPr>
            <a:xfrm>
              <a:off x="2152917" y="1943974"/>
              <a:ext cx="584" cy="109"/>
            </a:xfrm>
            <a:custGeom>
              <a:rect b="b" l="l" r="r" t="t"/>
              <a:pathLst>
                <a:path extrusionOk="0" h="8" w="43">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2" name="Google Shape;5552;p129"/>
            <p:cNvSpPr/>
            <p:nvPr/>
          </p:nvSpPr>
          <p:spPr>
            <a:xfrm>
              <a:off x="2160711" y="1877105"/>
              <a:ext cx="14" cy="149"/>
            </a:xfrm>
            <a:custGeom>
              <a:rect b="b" l="l" r="r" t="t"/>
              <a:pathLst>
                <a:path extrusionOk="0" h="11" w="1">
                  <a:moveTo>
                    <a:pt x="0" y="0"/>
                  </a:moveTo>
                  <a:lnTo>
                    <a:pt x="0" y="11"/>
                  </a:lnTo>
                  <a:cubicBezTo>
                    <a:pt x="0" y="7"/>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3" name="Google Shape;5553;p129"/>
            <p:cNvSpPr/>
            <p:nvPr/>
          </p:nvSpPr>
          <p:spPr>
            <a:xfrm>
              <a:off x="2160656" y="1875680"/>
              <a:ext cx="14" cy="394"/>
            </a:xfrm>
            <a:custGeom>
              <a:rect b="b" l="l" r="r" t="t"/>
              <a:pathLst>
                <a:path extrusionOk="0" h="29" w="1">
                  <a:moveTo>
                    <a:pt x="1" y="0"/>
                  </a:moveTo>
                  <a:lnTo>
                    <a:pt x="1" y="28"/>
                  </a:lnTo>
                  <a:cubicBezTo>
                    <a:pt x="1" y="18"/>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4" name="Google Shape;5554;p129"/>
            <p:cNvSpPr/>
            <p:nvPr/>
          </p:nvSpPr>
          <p:spPr>
            <a:xfrm>
              <a:off x="2160751" y="187743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5" name="Google Shape;5555;p129"/>
            <p:cNvSpPr/>
            <p:nvPr/>
          </p:nvSpPr>
          <p:spPr>
            <a:xfrm>
              <a:off x="2160656" y="1875055"/>
              <a:ext cx="14" cy="489"/>
            </a:xfrm>
            <a:custGeom>
              <a:rect b="b" l="l" r="r" t="t"/>
              <a:pathLst>
                <a:path extrusionOk="0" h="36" w="1">
                  <a:moveTo>
                    <a:pt x="1" y="1"/>
                  </a:moveTo>
                  <a:lnTo>
                    <a:pt x="1" y="3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6" name="Google Shape;5556;p129"/>
            <p:cNvSpPr/>
            <p:nvPr/>
          </p:nvSpPr>
          <p:spPr>
            <a:xfrm>
              <a:off x="2160711" y="1876671"/>
              <a:ext cx="14" cy="258"/>
            </a:xfrm>
            <a:custGeom>
              <a:rect b="b" l="l" r="r" t="t"/>
              <a:pathLst>
                <a:path extrusionOk="0" h="19" w="1">
                  <a:moveTo>
                    <a:pt x="0" y="1"/>
                  </a:moveTo>
                  <a:lnTo>
                    <a:pt x="0" y="18"/>
                  </a:lnTo>
                  <a:cubicBezTo>
                    <a:pt x="0" y="11"/>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7" name="Google Shape;5557;p129"/>
            <p:cNvSpPr/>
            <p:nvPr/>
          </p:nvSpPr>
          <p:spPr>
            <a:xfrm>
              <a:off x="2149536" y="1937946"/>
              <a:ext cx="14" cy="815"/>
            </a:xfrm>
            <a:custGeom>
              <a:rect b="b" l="l" r="r" t="t"/>
              <a:pathLst>
                <a:path extrusionOk="0" h="60" w="1">
                  <a:moveTo>
                    <a:pt x="1" y="0"/>
                  </a:moveTo>
                  <a:lnTo>
                    <a:pt x="1" y="60"/>
                  </a:lnTo>
                  <a:cubicBezTo>
                    <a:pt x="1" y="39"/>
                    <a:pt x="1" y="1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8" name="Google Shape;5558;p129"/>
            <p:cNvSpPr/>
            <p:nvPr/>
          </p:nvSpPr>
          <p:spPr>
            <a:xfrm>
              <a:off x="2149536" y="1938896"/>
              <a:ext cx="14" cy="869"/>
            </a:xfrm>
            <a:custGeom>
              <a:rect b="b" l="l" r="r" t="t"/>
              <a:pathLst>
                <a:path extrusionOk="0" h="64" w="1">
                  <a:moveTo>
                    <a:pt x="1" y="63"/>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9" name="Google Shape;5559;p129"/>
            <p:cNvSpPr/>
            <p:nvPr/>
          </p:nvSpPr>
          <p:spPr>
            <a:xfrm>
              <a:off x="2160616" y="1874444"/>
              <a:ext cx="14" cy="584"/>
            </a:xfrm>
            <a:custGeom>
              <a:rect b="b" l="l" r="r" t="t"/>
              <a:pathLst>
                <a:path extrusionOk="0" h="43" w="1">
                  <a:moveTo>
                    <a:pt x="0" y="0"/>
                  </a:moveTo>
                  <a:lnTo>
                    <a:pt x="0" y="4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0" name="Google Shape;5560;p129"/>
            <p:cNvSpPr/>
            <p:nvPr/>
          </p:nvSpPr>
          <p:spPr>
            <a:xfrm>
              <a:off x="2160711" y="1876195"/>
              <a:ext cx="14" cy="299"/>
            </a:xfrm>
            <a:custGeom>
              <a:rect b="b" l="l" r="r" t="t"/>
              <a:pathLst>
                <a:path extrusionOk="0" h="22" w="1">
                  <a:moveTo>
                    <a:pt x="0" y="1"/>
                  </a:moveTo>
                  <a:lnTo>
                    <a:pt x="0"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1" name="Google Shape;5561;p129"/>
            <p:cNvSpPr/>
            <p:nvPr/>
          </p:nvSpPr>
          <p:spPr>
            <a:xfrm>
              <a:off x="2160331" y="1868741"/>
              <a:ext cx="299" cy="5716"/>
            </a:xfrm>
            <a:custGeom>
              <a:rect b="b" l="l" r="r" t="t"/>
              <a:pathLst>
                <a:path extrusionOk="0" h="421" w="22">
                  <a:moveTo>
                    <a:pt x="0" y="1"/>
                  </a:moveTo>
                  <a:cubicBezTo>
                    <a:pt x="7" y="154"/>
                    <a:pt x="14" y="301"/>
                    <a:pt x="21" y="420"/>
                  </a:cubicBezTo>
                  <a:cubicBezTo>
                    <a:pt x="18" y="301"/>
                    <a:pt x="7" y="15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2" name="Google Shape;5562;p129"/>
            <p:cNvSpPr/>
            <p:nvPr/>
          </p:nvSpPr>
          <p:spPr>
            <a:xfrm>
              <a:off x="2149631" y="1932379"/>
              <a:ext cx="1344" cy="3910"/>
            </a:xfrm>
            <a:custGeom>
              <a:rect b="b" l="l" r="r" t="t"/>
              <a:pathLst>
                <a:path extrusionOk="0" h="288" w="99">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3" name="Google Shape;5563;p129"/>
            <p:cNvSpPr/>
            <p:nvPr/>
          </p:nvSpPr>
          <p:spPr>
            <a:xfrm>
              <a:off x="2149536" y="193975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4" name="Google Shape;5564;p129"/>
            <p:cNvSpPr/>
            <p:nvPr/>
          </p:nvSpPr>
          <p:spPr>
            <a:xfrm>
              <a:off x="2229209" y="1797813"/>
              <a:ext cx="78193" cy="78641"/>
            </a:xfrm>
            <a:custGeom>
              <a:rect b="b" l="l" r="r" t="t"/>
              <a:pathLst>
                <a:path extrusionOk="0" h="5792" w="5759">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5" name="Google Shape;5565;p129"/>
            <p:cNvSpPr/>
            <p:nvPr/>
          </p:nvSpPr>
          <p:spPr>
            <a:xfrm>
              <a:off x="2231531" y="1797813"/>
              <a:ext cx="109" cy="258"/>
            </a:xfrm>
            <a:custGeom>
              <a:rect b="b" l="l" r="r" t="t"/>
              <a:pathLst>
                <a:path extrusionOk="0" h="19" w="8">
                  <a:moveTo>
                    <a:pt x="8" y="1"/>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6" name="Google Shape;5566;p129"/>
            <p:cNvSpPr/>
            <p:nvPr/>
          </p:nvSpPr>
          <p:spPr>
            <a:xfrm>
              <a:off x="2115742" y="2027164"/>
              <a:ext cx="39035" cy="44263"/>
            </a:xfrm>
            <a:custGeom>
              <a:rect b="b" l="l" r="r" t="t"/>
              <a:pathLst>
                <a:path extrusionOk="0" h="3260" w="2875">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7" name="Google Shape;5567;p129"/>
            <p:cNvSpPr/>
            <p:nvPr/>
          </p:nvSpPr>
          <p:spPr>
            <a:xfrm>
              <a:off x="2135375" y="2027164"/>
              <a:ext cx="9952" cy="434"/>
            </a:xfrm>
            <a:custGeom>
              <a:rect b="b" l="l" r="r" t="t"/>
              <a:pathLst>
                <a:path extrusionOk="0" h="32" w="733">
                  <a:moveTo>
                    <a:pt x="0" y="0"/>
                  </a:moveTo>
                  <a:cubicBezTo>
                    <a:pt x="63" y="4"/>
                    <a:pt x="399" y="21"/>
                    <a:pt x="732" y="32"/>
                  </a:cubicBezTo>
                  <a:cubicBezTo>
                    <a:pt x="410" y="21"/>
                    <a:pt x="88"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8" name="Google Shape;5568;p129"/>
            <p:cNvSpPr/>
            <p:nvPr/>
          </p:nvSpPr>
          <p:spPr>
            <a:xfrm>
              <a:off x="2119218" y="2027924"/>
              <a:ext cx="13605" cy="8147"/>
            </a:xfrm>
            <a:custGeom>
              <a:rect b="b" l="l" r="r" t="t"/>
              <a:pathLst>
                <a:path extrusionOk="0" h="600" w="1002">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9" name="Google Shape;5569;p129"/>
            <p:cNvSpPr/>
            <p:nvPr/>
          </p:nvSpPr>
          <p:spPr>
            <a:xfrm>
              <a:off x="2132184" y="2028019"/>
              <a:ext cx="163" cy="54"/>
            </a:xfrm>
            <a:custGeom>
              <a:rect b="b" l="l" r="r" t="t"/>
              <a:pathLst>
                <a:path extrusionOk="0" h="4" w="12">
                  <a:moveTo>
                    <a:pt x="11" y="0"/>
                  </a:moveTo>
                  <a:lnTo>
                    <a:pt x="1" y="4"/>
                  </a:ln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0" name="Google Shape;5570;p129"/>
            <p:cNvSpPr/>
            <p:nvPr/>
          </p:nvSpPr>
          <p:spPr>
            <a:xfrm>
              <a:off x="2133040" y="2031576"/>
              <a:ext cx="14" cy="394"/>
            </a:xfrm>
            <a:custGeom>
              <a:rect b="b" l="l" r="r" t="t"/>
              <a:pathLst>
                <a:path extrusionOk="0" h="29" w="1">
                  <a:moveTo>
                    <a:pt x="1" y="1"/>
                  </a:moveTo>
                  <a:lnTo>
                    <a:pt x="1" y="29"/>
                  </a:lnTo>
                  <a:cubicBezTo>
                    <a:pt x="1" y="18"/>
                    <a:pt x="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1" name="Google Shape;5571;p129"/>
            <p:cNvSpPr/>
            <p:nvPr/>
          </p:nvSpPr>
          <p:spPr>
            <a:xfrm>
              <a:off x="2133040" y="2027870"/>
              <a:ext cx="14" cy="163"/>
            </a:xfrm>
            <a:custGeom>
              <a:rect b="b" l="l" r="r" t="t"/>
              <a:pathLst>
                <a:path extrusionOk="0" h="12" w="1">
                  <a:moveTo>
                    <a:pt x="1" y="1"/>
                  </a:moveTo>
                  <a:lnTo>
                    <a:pt x="1" y="1"/>
                  </a:ln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2" name="Google Shape;5572;p129"/>
            <p:cNvSpPr/>
            <p:nvPr/>
          </p:nvSpPr>
          <p:spPr>
            <a:xfrm>
              <a:off x="2133094" y="2030246"/>
              <a:ext cx="14" cy="299"/>
            </a:xfrm>
            <a:custGeom>
              <a:rect b="b" l="l" r="r" t="t"/>
              <a:pathLst>
                <a:path extrusionOk="0" h="22" w="1">
                  <a:moveTo>
                    <a:pt x="0" y="1"/>
                  </a:moveTo>
                  <a:lnTo>
                    <a:pt x="0"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3" name="Google Shape;5573;p129"/>
            <p:cNvSpPr/>
            <p:nvPr/>
          </p:nvSpPr>
          <p:spPr>
            <a:xfrm>
              <a:off x="2133094" y="2028345"/>
              <a:ext cx="14" cy="299"/>
            </a:xfrm>
            <a:custGeom>
              <a:rect b="b" l="l" r="r" t="t"/>
              <a:pathLst>
                <a:path extrusionOk="0" h="22" w="1">
                  <a:moveTo>
                    <a:pt x="0" y="1"/>
                  </a:moveTo>
                  <a:lnTo>
                    <a:pt x="0" y="22"/>
                  </a:lnTo>
                  <a:cubicBezTo>
                    <a:pt x="0" y="15"/>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4" name="Google Shape;5574;p129"/>
            <p:cNvSpPr/>
            <p:nvPr/>
          </p:nvSpPr>
          <p:spPr>
            <a:xfrm>
              <a:off x="2133094" y="2029010"/>
              <a:ext cx="14" cy="258"/>
            </a:xfrm>
            <a:custGeom>
              <a:rect b="b" l="l" r="r" t="t"/>
              <a:pathLst>
                <a:path extrusionOk="0" h="19" w="1">
                  <a:moveTo>
                    <a:pt x="0"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5" name="Google Shape;5575;p129"/>
            <p:cNvSpPr/>
            <p:nvPr/>
          </p:nvSpPr>
          <p:spPr>
            <a:xfrm>
              <a:off x="2133094" y="2030816"/>
              <a:ext cx="14" cy="584"/>
            </a:xfrm>
            <a:custGeom>
              <a:rect b="b" l="l" r="r" t="t"/>
              <a:pathLst>
                <a:path extrusionOk="0" h="43" w="1">
                  <a:moveTo>
                    <a:pt x="0" y="1"/>
                  </a:moveTo>
                  <a:lnTo>
                    <a:pt x="0" y="43"/>
                  </a:lnTo>
                  <a:cubicBezTo>
                    <a:pt x="0" y="29"/>
                    <a:pt x="0"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6" name="Google Shape;5576;p129"/>
            <p:cNvSpPr/>
            <p:nvPr/>
          </p:nvSpPr>
          <p:spPr>
            <a:xfrm>
              <a:off x="2133094" y="2029635"/>
              <a:ext cx="14" cy="299"/>
            </a:xfrm>
            <a:custGeom>
              <a:rect b="b" l="l" r="r" t="t"/>
              <a:pathLst>
                <a:path extrusionOk="0" h="22" w="1">
                  <a:moveTo>
                    <a:pt x="0" y="0"/>
                  </a:moveTo>
                  <a:lnTo>
                    <a:pt x="0" y="21"/>
                  </a:lnTo>
                  <a:cubicBezTo>
                    <a:pt x="0" y="14"/>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7" name="Google Shape;5577;p129"/>
            <p:cNvSpPr/>
            <p:nvPr/>
          </p:nvSpPr>
          <p:spPr>
            <a:xfrm>
              <a:off x="2133040" y="2032160"/>
              <a:ext cx="14" cy="339"/>
            </a:xfrm>
            <a:custGeom>
              <a:rect b="b" l="l" r="r" t="t"/>
              <a:pathLst>
                <a:path extrusionOk="0" h="25" w="1">
                  <a:moveTo>
                    <a:pt x="1" y="0"/>
                  </a:moveTo>
                  <a:lnTo>
                    <a:pt x="1" y="25"/>
                  </a:lnTo>
                  <a:cubicBezTo>
                    <a:pt x="1" y="18"/>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8" name="Google Shape;5578;p129"/>
            <p:cNvSpPr/>
            <p:nvPr/>
          </p:nvSpPr>
          <p:spPr>
            <a:xfrm>
              <a:off x="2132809" y="2034767"/>
              <a:ext cx="54" cy="353"/>
            </a:xfrm>
            <a:custGeom>
              <a:rect b="b" l="l" r="r" t="t"/>
              <a:pathLst>
                <a:path extrusionOk="0" h="26" w="4">
                  <a:moveTo>
                    <a:pt x="4" y="1"/>
                  </a:move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9" name="Google Shape;5579;p129"/>
            <p:cNvSpPr/>
            <p:nvPr/>
          </p:nvSpPr>
          <p:spPr>
            <a:xfrm>
              <a:off x="2132809" y="2035107"/>
              <a:ext cx="14" cy="299"/>
            </a:xfrm>
            <a:custGeom>
              <a:rect b="b" l="l" r="r" t="t"/>
              <a:pathLst>
                <a:path extrusionOk="0" h="22" w="1">
                  <a:moveTo>
                    <a:pt x="0"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0" name="Google Shape;5580;p129"/>
            <p:cNvSpPr/>
            <p:nvPr/>
          </p:nvSpPr>
          <p:spPr>
            <a:xfrm>
              <a:off x="2122680" y="2035867"/>
              <a:ext cx="204" cy="14"/>
            </a:xfrm>
            <a:custGeom>
              <a:rect b="b" l="l" r="r" t="t"/>
              <a:pathLst>
                <a:path extrusionOk="0" h="1" w="15">
                  <a:moveTo>
                    <a:pt x="1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1" name="Google Shape;5581;p129"/>
            <p:cNvSpPr/>
            <p:nvPr/>
          </p:nvSpPr>
          <p:spPr>
            <a:xfrm>
              <a:off x="2132904" y="2034441"/>
              <a:ext cx="14" cy="299"/>
            </a:xfrm>
            <a:custGeom>
              <a:rect b="b" l="l" r="r" t="t"/>
              <a:pathLst>
                <a:path extrusionOk="0" h="22" w="1">
                  <a:moveTo>
                    <a:pt x="0"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2" name="Google Shape;5582;p129"/>
            <p:cNvSpPr/>
            <p:nvPr/>
          </p:nvSpPr>
          <p:spPr>
            <a:xfrm>
              <a:off x="2132904" y="2034061"/>
              <a:ext cx="14" cy="299"/>
            </a:xfrm>
            <a:custGeom>
              <a:rect b="b" l="l" r="r" t="t"/>
              <a:pathLst>
                <a:path extrusionOk="0" h="22" w="1">
                  <a:moveTo>
                    <a:pt x="0"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3" name="Google Shape;5583;p129"/>
            <p:cNvSpPr/>
            <p:nvPr/>
          </p:nvSpPr>
          <p:spPr>
            <a:xfrm>
              <a:off x="2123400" y="2035813"/>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4" name="Google Shape;5584;p129"/>
            <p:cNvSpPr/>
            <p:nvPr/>
          </p:nvSpPr>
          <p:spPr>
            <a:xfrm>
              <a:off x="2123495" y="2035813"/>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5" name="Google Shape;5585;p129"/>
            <p:cNvSpPr/>
            <p:nvPr/>
          </p:nvSpPr>
          <p:spPr>
            <a:xfrm>
              <a:off x="2122925" y="2035813"/>
              <a:ext cx="204" cy="14"/>
            </a:xfrm>
            <a:custGeom>
              <a:rect b="b" l="l" r="r" t="t"/>
              <a:pathLst>
                <a:path extrusionOk="0" h="1" w="15">
                  <a:moveTo>
                    <a:pt x="1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6" name="Google Shape;5586;p129"/>
            <p:cNvSpPr/>
            <p:nvPr/>
          </p:nvSpPr>
          <p:spPr>
            <a:xfrm>
              <a:off x="2123115" y="2035813"/>
              <a:ext cx="149" cy="14"/>
            </a:xfrm>
            <a:custGeom>
              <a:rect b="b" l="l" r="r" t="t"/>
              <a:pathLst>
                <a:path extrusionOk="0" h="1" w="11">
                  <a:moveTo>
                    <a:pt x="11"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7" name="Google Shape;5587;p129"/>
            <p:cNvSpPr/>
            <p:nvPr/>
          </p:nvSpPr>
          <p:spPr>
            <a:xfrm>
              <a:off x="2132999" y="2032676"/>
              <a:ext cx="14" cy="353"/>
            </a:xfrm>
            <a:custGeom>
              <a:rect b="b" l="l" r="r" t="t"/>
              <a:pathLst>
                <a:path extrusionOk="0" h="26" w="1">
                  <a:moveTo>
                    <a:pt x="0" y="1"/>
                  </a:moveTo>
                  <a:lnTo>
                    <a:pt x="0" y="25"/>
                  </a:lnTo>
                  <a:cubicBezTo>
                    <a:pt x="0" y="18"/>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8" name="Google Shape;5588;p129"/>
            <p:cNvSpPr/>
            <p:nvPr/>
          </p:nvSpPr>
          <p:spPr>
            <a:xfrm>
              <a:off x="2121974" y="2035908"/>
              <a:ext cx="299" cy="68"/>
            </a:xfrm>
            <a:custGeom>
              <a:rect b="b" l="l" r="r" t="t"/>
              <a:pathLst>
                <a:path extrusionOk="0" h="5" w="22">
                  <a:moveTo>
                    <a:pt x="21"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9" name="Google Shape;5589;p129"/>
            <p:cNvSpPr/>
            <p:nvPr/>
          </p:nvSpPr>
          <p:spPr>
            <a:xfrm>
              <a:off x="2132945" y="2033627"/>
              <a:ext cx="14" cy="299"/>
            </a:xfrm>
            <a:custGeom>
              <a:rect b="b" l="l" r="r" t="t"/>
              <a:pathLst>
                <a:path extrusionOk="0" h="22" w="1">
                  <a:moveTo>
                    <a:pt x="1" y="1"/>
                  </a:moveTo>
                  <a:lnTo>
                    <a:pt x="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0" name="Google Shape;5590;p129"/>
            <p:cNvSpPr/>
            <p:nvPr/>
          </p:nvSpPr>
          <p:spPr>
            <a:xfrm>
              <a:off x="2121499" y="2035962"/>
              <a:ext cx="394" cy="54"/>
            </a:xfrm>
            <a:custGeom>
              <a:rect b="b" l="l" r="r" t="t"/>
              <a:pathLst>
                <a:path extrusionOk="0" h="4" w="29">
                  <a:moveTo>
                    <a:pt x="28"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1" name="Google Shape;5591;p129"/>
            <p:cNvSpPr/>
            <p:nvPr/>
          </p:nvSpPr>
          <p:spPr>
            <a:xfrm>
              <a:off x="2132945" y="2033151"/>
              <a:ext cx="68" cy="353"/>
            </a:xfrm>
            <a:custGeom>
              <a:rect b="b" l="l" r="r" t="t"/>
              <a:pathLst>
                <a:path extrusionOk="0" h="26" w="5">
                  <a:moveTo>
                    <a:pt x="4" y="1"/>
                  </a:moveTo>
                  <a:cubicBezTo>
                    <a:pt x="4" y="8"/>
                    <a:pt x="1" y="18"/>
                    <a:pt x="4" y="25"/>
                  </a:cubicBez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2" name="Google Shape;5592;p129"/>
            <p:cNvSpPr/>
            <p:nvPr/>
          </p:nvSpPr>
          <p:spPr>
            <a:xfrm>
              <a:off x="2122354" y="2035867"/>
              <a:ext cx="299" cy="54"/>
            </a:xfrm>
            <a:custGeom>
              <a:rect b="b" l="l" r="r" t="t"/>
              <a:pathLst>
                <a:path extrusionOk="0" h="4" w="22">
                  <a:moveTo>
                    <a:pt x="21"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3" name="Google Shape;5593;p129"/>
            <p:cNvSpPr/>
            <p:nvPr/>
          </p:nvSpPr>
          <p:spPr>
            <a:xfrm>
              <a:off x="2132279" y="2016560"/>
              <a:ext cx="49884" cy="63380"/>
            </a:xfrm>
            <a:custGeom>
              <a:rect b="b" l="l" r="r" t="t"/>
              <a:pathLst>
                <a:path extrusionOk="0" h="4668" w="3674">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4" name="Google Shape;5594;p129"/>
            <p:cNvSpPr/>
            <p:nvPr/>
          </p:nvSpPr>
          <p:spPr>
            <a:xfrm>
              <a:off x="2168070" y="2023593"/>
              <a:ext cx="394" cy="638"/>
            </a:xfrm>
            <a:custGeom>
              <a:rect b="b" l="l" r="r" t="t"/>
              <a:pathLst>
                <a:path extrusionOk="0" h="47" w="29">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5" name="Google Shape;5595;p129"/>
            <p:cNvSpPr/>
            <p:nvPr/>
          </p:nvSpPr>
          <p:spPr>
            <a:xfrm>
              <a:off x="2166359" y="2024217"/>
              <a:ext cx="1724" cy="6191"/>
            </a:xfrm>
            <a:custGeom>
              <a:rect b="b" l="l" r="r" t="t"/>
              <a:pathLst>
                <a:path extrusionOk="0" h="456" w="127">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6" name="Google Shape;5596;p129"/>
            <p:cNvSpPr/>
            <p:nvPr/>
          </p:nvSpPr>
          <p:spPr>
            <a:xfrm>
              <a:off x="2147065" y="2027639"/>
              <a:ext cx="1779" cy="54"/>
            </a:xfrm>
            <a:custGeom>
              <a:rect b="b" l="l" r="r" t="t"/>
              <a:pathLst>
                <a:path extrusionOk="0" h="4" w="131">
                  <a:moveTo>
                    <a:pt x="1" y="0"/>
                  </a:moveTo>
                  <a:lnTo>
                    <a:pt x="13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7" name="Google Shape;5597;p129"/>
            <p:cNvSpPr/>
            <p:nvPr/>
          </p:nvSpPr>
          <p:spPr>
            <a:xfrm>
              <a:off x="2149306" y="2027734"/>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8" name="Google Shape;5598;p129"/>
            <p:cNvSpPr/>
            <p:nvPr/>
          </p:nvSpPr>
          <p:spPr>
            <a:xfrm>
              <a:off x="2167934" y="2023837"/>
              <a:ext cx="394" cy="679"/>
            </a:xfrm>
            <a:custGeom>
              <a:rect b="b" l="l" r="r" t="t"/>
              <a:pathLst>
                <a:path extrusionOk="0" h="50" w="29">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9" name="Google Shape;5599;p129"/>
            <p:cNvSpPr/>
            <p:nvPr/>
          </p:nvSpPr>
          <p:spPr>
            <a:xfrm>
              <a:off x="2132184" y="2072553"/>
              <a:ext cx="68" cy="68"/>
            </a:xfrm>
            <a:custGeom>
              <a:rect b="b" l="l" r="r" t="t"/>
              <a:pathLst>
                <a:path extrusionOk="0" h="5" w="5">
                  <a:moveTo>
                    <a:pt x="1" y="4"/>
                  </a:moveTo>
                  <a:lnTo>
                    <a:pt x="1" y="4"/>
                  </a:ln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0" name="Google Shape;5600;p129"/>
            <p:cNvSpPr/>
            <p:nvPr/>
          </p:nvSpPr>
          <p:spPr>
            <a:xfrm>
              <a:off x="2146400" y="2033532"/>
              <a:ext cx="68" cy="489"/>
            </a:xfrm>
            <a:custGeom>
              <a:rect b="b" l="l" r="r" t="t"/>
              <a:pathLst>
                <a:path extrusionOk="0" h="36" w="5">
                  <a:moveTo>
                    <a:pt x="4" y="1"/>
                  </a:moveTo>
                  <a:lnTo>
                    <a:pt x="4" y="1"/>
                  </a:lnTo>
                  <a:cubicBezTo>
                    <a:pt x="1" y="15"/>
                    <a:pt x="1" y="25"/>
                    <a:pt x="1" y="36"/>
                  </a:cubicBezTo>
                  <a:cubicBezTo>
                    <a:pt x="4" y="25"/>
                    <a:pt x="4" y="15"/>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1" name="Google Shape;5601;p129"/>
            <p:cNvSpPr/>
            <p:nvPr/>
          </p:nvSpPr>
          <p:spPr>
            <a:xfrm>
              <a:off x="2132660" y="2071983"/>
              <a:ext cx="299" cy="204"/>
            </a:xfrm>
            <a:custGeom>
              <a:rect b="b" l="l" r="r" t="t"/>
              <a:pathLst>
                <a:path extrusionOk="0" h="15" w="22">
                  <a:moveTo>
                    <a:pt x="1" y="15"/>
                  </a:moveTo>
                  <a:cubicBezTo>
                    <a:pt x="8" y="11"/>
                    <a:pt x="15" y="4"/>
                    <a:pt x="22" y="1"/>
                  </a:cubicBezTo>
                  <a:cubicBezTo>
                    <a:pt x="15" y="4"/>
                    <a:pt x="8" y="11"/>
                    <a:pt x="1"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2" name="Google Shape;5602;p129"/>
            <p:cNvSpPr/>
            <p:nvPr/>
          </p:nvSpPr>
          <p:spPr>
            <a:xfrm>
              <a:off x="2133759" y="2071603"/>
              <a:ext cx="244" cy="68"/>
            </a:xfrm>
            <a:custGeom>
              <a:rect b="b" l="l" r="r" t="t"/>
              <a:pathLst>
                <a:path extrusionOk="0" h="5" w="18">
                  <a:moveTo>
                    <a:pt x="0" y="4"/>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3" name="Google Shape;5603;p129"/>
            <p:cNvSpPr/>
            <p:nvPr/>
          </p:nvSpPr>
          <p:spPr>
            <a:xfrm>
              <a:off x="2132334" y="2072268"/>
              <a:ext cx="244" cy="204"/>
            </a:xfrm>
            <a:custGeom>
              <a:rect b="b" l="l" r="r" t="t"/>
              <a:pathLst>
                <a:path extrusionOk="0" h="15" w="18">
                  <a:moveTo>
                    <a:pt x="0" y="15"/>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4" name="Google Shape;5604;p129"/>
            <p:cNvSpPr/>
            <p:nvPr/>
          </p:nvSpPr>
          <p:spPr>
            <a:xfrm>
              <a:off x="2133379" y="2071657"/>
              <a:ext cx="244" cy="109"/>
            </a:xfrm>
            <a:custGeom>
              <a:rect b="b" l="l" r="r" t="t"/>
              <a:pathLst>
                <a:path extrusionOk="0" h="8" w="18">
                  <a:moveTo>
                    <a:pt x="0" y="7"/>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5" name="Google Shape;5605;p129"/>
            <p:cNvSpPr/>
            <p:nvPr/>
          </p:nvSpPr>
          <p:spPr>
            <a:xfrm>
              <a:off x="2134140" y="2071562"/>
              <a:ext cx="394" cy="14"/>
            </a:xfrm>
            <a:custGeom>
              <a:rect b="b" l="l" r="r" t="t"/>
              <a:pathLst>
                <a:path extrusionOk="0" h="1" w="29">
                  <a:moveTo>
                    <a:pt x="0" y="0"/>
                  </a:moveTo>
                  <a:cubicBezTo>
                    <a:pt x="7" y="0"/>
                    <a:pt x="18" y="0"/>
                    <a:pt x="28" y="0"/>
                  </a:cubicBezTo>
                  <a:cubicBezTo>
                    <a:pt x="18" y="0"/>
                    <a:pt x="7"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6" name="Google Shape;5606;p129"/>
            <p:cNvSpPr/>
            <p:nvPr/>
          </p:nvSpPr>
          <p:spPr>
            <a:xfrm>
              <a:off x="2143359" y="2058297"/>
              <a:ext cx="1100" cy="1819"/>
            </a:xfrm>
            <a:custGeom>
              <a:rect b="b" l="l" r="r" t="t"/>
              <a:pathLst>
                <a:path extrusionOk="0" h="134" w="81">
                  <a:moveTo>
                    <a:pt x="81" y="134"/>
                  </a:moveTo>
                  <a:cubicBezTo>
                    <a:pt x="60" y="84"/>
                    <a:pt x="32" y="39"/>
                    <a:pt x="0" y="0"/>
                  </a:cubicBezTo>
                  <a:cubicBezTo>
                    <a:pt x="32" y="39"/>
                    <a:pt x="60" y="84"/>
                    <a:pt x="81" y="13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7" name="Google Shape;5607;p129"/>
            <p:cNvSpPr/>
            <p:nvPr/>
          </p:nvSpPr>
          <p:spPr>
            <a:xfrm>
              <a:off x="2146685" y="2030436"/>
              <a:ext cx="109" cy="774"/>
            </a:xfrm>
            <a:custGeom>
              <a:rect b="b" l="l" r="r" t="t"/>
              <a:pathLst>
                <a:path extrusionOk="0" h="57" w="8">
                  <a:moveTo>
                    <a:pt x="8" y="1"/>
                  </a:moveTo>
                  <a:cubicBezTo>
                    <a:pt x="4" y="18"/>
                    <a:pt x="1" y="39"/>
                    <a:pt x="1" y="57"/>
                  </a:cubicBez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8" name="Google Shape;5608;p129"/>
            <p:cNvSpPr/>
            <p:nvPr/>
          </p:nvSpPr>
          <p:spPr>
            <a:xfrm>
              <a:off x="2146780" y="2029350"/>
              <a:ext cx="109" cy="910"/>
            </a:xfrm>
            <a:custGeom>
              <a:rect b="b" l="l" r="r" t="t"/>
              <a:pathLst>
                <a:path extrusionOk="0" h="67" w="8">
                  <a:moveTo>
                    <a:pt x="1" y="67"/>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9" name="Google Shape;5609;p129"/>
            <p:cNvSpPr/>
            <p:nvPr/>
          </p:nvSpPr>
          <p:spPr>
            <a:xfrm>
              <a:off x="2132945" y="2071793"/>
              <a:ext cx="353" cy="204"/>
            </a:xfrm>
            <a:custGeom>
              <a:rect b="b" l="l" r="r" t="t"/>
              <a:pathLst>
                <a:path extrusionOk="0" h="15" w="26">
                  <a:moveTo>
                    <a:pt x="1" y="15"/>
                  </a:moveTo>
                  <a:cubicBezTo>
                    <a:pt x="8" y="8"/>
                    <a:pt x="18" y="4"/>
                    <a:pt x="25" y="1"/>
                  </a:cubicBezTo>
                  <a:cubicBezTo>
                    <a:pt x="18" y="4"/>
                    <a:pt x="8" y="8"/>
                    <a:pt x="1"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0" name="Google Shape;5610;p129"/>
            <p:cNvSpPr/>
            <p:nvPr/>
          </p:nvSpPr>
          <p:spPr>
            <a:xfrm>
              <a:off x="2146590" y="2031386"/>
              <a:ext cx="68" cy="638"/>
            </a:xfrm>
            <a:custGeom>
              <a:rect b="b" l="l" r="r" t="t"/>
              <a:pathLst>
                <a:path extrusionOk="0" h="47" w="5">
                  <a:moveTo>
                    <a:pt x="1" y="47"/>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1" name="Google Shape;5611;p129"/>
            <p:cNvSpPr/>
            <p:nvPr/>
          </p:nvSpPr>
          <p:spPr>
            <a:xfrm>
              <a:off x="2146930" y="2027639"/>
              <a:ext cx="149" cy="1575"/>
            </a:xfrm>
            <a:custGeom>
              <a:rect b="b" l="l" r="r" t="t"/>
              <a:pathLst>
                <a:path extrusionOk="0" h="116" w="11">
                  <a:moveTo>
                    <a:pt x="11" y="0"/>
                  </a:moveTo>
                  <a:cubicBezTo>
                    <a:pt x="7" y="42"/>
                    <a:pt x="4" y="81"/>
                    <a:pt x="0" y="116"/>
                  </a:cubicBezTo>
                  <a:cubicBezTo>
                    <a:pt x="4" y="81"/>
                    <a:pt x="7" y="42"/>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2" name="Google Shape;5612;p129"/>
            <p:cNvSpPr/>
            <p:nvPr/>
          </p:nvSpPr>
          <p:spPr>
            <a:xfrm>
              <a:off x="2146549" y="2032201"/>
              <a:ext cx="54" cy="584"/>
            </a:xfrm>
            <a:custGeom>
              <a:rect b="b" l="l" r="r" t="t"/>
              <a:pathLst>
                <a:path extrusionOk="0" h="43" w="4">
                  <a:moveTo>
                    <a:pt x="4" y="1"/>
                  </a:moveTo>
                  <a:cubicBezTo>
                    <a:pt x="0" y="18"/>
                    <a:pt x="0" y="29"/>
                    <a:pt x="0" y="43"/>
                  </a:cubicBezTo>
                  <a:cubicBezTo>
                    <a:pt x="0" y="32"/>
                    <a:pt x="0" y="1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3" name="Google Shape;5613;p129"/>
            <p:cNvSpPr/>
            <p:nvPr/>
          </p:nvSpPr>
          <p:spPr>
            <a:xfrm>
              <a:off x="2136135" y="2062329"/>
              <a:ext cx="3150" cy="543"/>
            </a:xfrm>
            <a:custGeom>
              <a:rect b="b" l="l" r="r" t="t"/>
              <a:pathLst>
                <a:path extrusionOk="0" h="40" w="232">
                  <a:moveTo>
                    <a:pt x="195" y="1"/>
                  </a:moveTo>
                  <a:cubicBezTo>
                    <a:pt x="118" y="1"/>
                    <a:pt x="24" y="4"/>
                    <a:pt x="0" y="40"/>
                  </a:cubicBezTo>
                  <a:cubicBezTo>
                    <a:pt x="28" y="1"/>
                    <a:pt x="151" y="1"/>
                    <a:pt x="231" y="1"/>
                  </a:cubicBezTo>
                  <a:cubicBezTo>
                    <a:pt x="220" y="1"/>
                    <a:pt x="208" y="1"/>
                    <a:pt x="19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4" name="Google Shape;5614;p129"/>
            <p:cNvSpPr/>
            <p:nvPr/>
          </p:nvSpPr>
          <p:spPr>
            <a:xfrm>
              <a:off x="2146454" y="2032921"/>
              <a:ext cx="54" cy="489"/>
            </a:xfrm>
            <a:custGeom>
              <a:rect b="b" l="l" r="r" t="t"/>
              <a:pathLst>
                <a:path extrusionOk="0" h="36" w="4">
                  <a:moveTo>
                    <a:pt x="4" y="0"/>
                  </a:moveTo>
                  <a:lnTo>
                    <a:pt x="4" y="0"/>
                  </a:lnTo>
                  <a:cubicBezTo>
                    <a:pt x="0" y="14"/>
                    <a:pt x="0" y="25"/>
                    <a:pt x="0" y="35"/>
                  </a:cubicBezTo>
                  <a:cubicBezTo>
                    <a:pt x="4" y="25"/>
                    <a:pt x="4" y="1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5" name="Google Shape;5615;p129"/>
            <p:cNvSpPr/>
            <p:nvPr/>
          </p:nvSpPr>
          <p:spPr>
            <a:xfrm>
              <a:off x="2208721" y="1867452"/>
              <a:ext cx="119645" cy="148131"/>
            </a:xfrm>
            <a:custGeom>
              <a:rect b="b" l="l" r="r" t="t"/>
              <a:pathLst>
                <a:path extrusionOk="0" h="10910" w="8812">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6" name="Google Shape;5616;p129"/>
            <p:cNvSpPr/>
            <p:nvPr/>
          </p:nvSpPr>
          <p:spPr>
            <a:xfrm>
              <a:off x="2215129" y="1960186"/>
              <a:ext cx="5295" cy="7196"/>
            </a:xfrm>
            <a:custGeom>
              <a:rect b="b" l="l" r="r" t="t"/>
              <a:pathLst>
                <a:path extrusionOk="0" h="530" w="39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7" name="Google Shape;5617;p129"/>
            <p:cNvSpPr/>
            <p:nvPr/>
          </p:nvSpPr>
          <p:spPr>
            <a:xfrm>
              <a:off x="2245217" y="1998977"/>
              <a:ext cx="394" cy="625"/>
            </a:xfrm>
            <a:custGeom>
              <a:rect b="b" l="l" r="r" t="t"/>
              <a:pathLst>
                <a:path extrusionOk="0" h="46" w="29">
                  <a:moveTo>
                    <a:pt x="29" y="46"/>
                  </a:moveTo>
                  <a:lnTo>
                    <a:pt x="15" y="4"/>
                  </a:lnTo>
                  <a:lnTo>
                    <a:pt x="1" y="0"/>
                  </a:ln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8" name="Google Shape;5618;p129"/>
            <p:cNvSpPr/>
            <p:nvPr/>
          </p:nvSpPr>
          <p:spPr>
            <a:xfrm>
              <a:off x="2212183" y="1952922"/>
              <a:ext cx="68" cy="149"/>
            </a:xfrm>
            <a:custGeom>
              <a:rect b="b" l="l" r="r" t="t"/>
              <a:pathLst>
                <a:path extrusionOk="0" h="11" w="5">
                  <a:moveTo>
                    <a:pt x="1" y="0"/>
                  </a:moveTo>
                  <a:cubicBezTo>
                    <a:pt x="1" y="4"/>
                    <a:pt x="1" y="7"/>
                    <a:pt x="4" y="11"/>
                  </a:cubicBezTo>
                  <a:cubicBezTo>
                    <a:pt x="4" y="7"/>
                    <a:pt x="4"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9" name="Google Shape;5619;p129"/>
            <p:cNvSpPr/>
            <p:nvPr/>
          </p:nvSpPr>
          <p:spPr>
            <a:xfrm>
              <a:off x="2214994" y="1959385"/>
              <a:ext cx="244" cy="720"/>
            </a:xfrm>
            <a:custGeom>
              <a:rect b="b" l="l" r="r" t="t"/>
              <a:pathLst>
                <a:path extrusionOk="0" h="53" w="18">
                  <a:moveTo>
                    <a:pt x="0" y="53"/>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0" name="Google Shape;5620;p129"/>
            <p:cNvSpPr/>
            <p:nvPr/>
          </p:nvSpPr>
          <p:spPr>
            <a:xfrm>
              <a:off x="2208761" y="1945210"/>
              <a:ext cx="14" cy="258"/>
            </a:xfrm>
            <a:custGeom>
              <a:rect b="b" l="l" r="r" t="t"/>
              <a:pathLst>
                <a:path extrusionOk="0" h="19" w="1">
                  <a:moveTo>
                    <a:pt x="1" y="18"/>
                  </a:moveTo>
                  <a:cubicBezTo>
                    <a:pt x="1" y="11"/>
                    <a:pt x="1" y="8"/>
                    <a:pt x="1" y="1"/>
                  </a:cubicBezTo>
                  <a:cubicBezTo>
                    <a:pt x="1" y="8"/>
                    <a:pt x="1" y="11"/>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1" name="Google Shape;5621;p129"/>
            <p:cNvSpPr/>
            <p:nvPr/>
          </p:nvSpPr>
          <p:spPr>
            <a:xfrm>
              <a:off x="2212563" y="1953872"/>
              <a:ext cx="964" cy="1195"/>
            </a:xfrm>
            <a:custGeom>
              <a:rect b="b" l="l" r="r" t="t"/>
              <a:pathLst>
                <a:path extrusionOk="0" h="88" w="71">
                  <a:moveTo>
                    <a:pt x="71" y="88"/>
                  </a:moveTo>
                  <a:cubicBezTo>
                    <a:pt x="43" y="60"/>
                    <a:pt x="18" y="32"/>
                    <a:pt x="1" y="0"/>
                  </a:cubicBezTo>
                  <a:cubicBezTo>
                    <a:pt x="18" y="32"/>
                    <a:pt x="43" y="60"/>
                    <a:pt x="71" y="8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2" name="Google Shape;5622;p129"/>
            <p:cNvSpPr/>
            <p:nvPr/>
          </p:nvSpPr>
          <p:spPr>
            <a:xfrm>
              <a:off x="2215279" y="1956343"/>
              <a:ext cx="54" cy="14"/>
            </a:xfrm>
            <a:custGeom>
              <a:rect b="b" l="l" r="r" t="t"/>
              <a:pathLst>
                <a:path extrusionOk="0" h="1" w="4">
                  <a:moveTo>
                    <a:pt x="4" y="0"/>
                  </a:moveTo>
                  <a:lnTo>
                    <a:pt x="4" y="0"/>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3" name="Google Shape;5623;p129"/>
            <p:cNvSpPr/>
            <p:nvPr/>
          </p:nvSpPr>
          <p:spPr>
            <a:xfrm>
              <a:off x="2212427" y="1953533"/>
              <a:ext cx="109" cy="299"/>
            </a:xfrm>
            <a:custGeom>
              <a:rect b="b" l="l" r="r" t="t"/>
              <a:pathLst>
                <a:path extrusionOk="0" h="22" w="8">
                  <a:moveTo>
                    <a:pt x="0" y="1"/>
                  </a:moveTo>
                  <a:cubicBezTo>
                    <a:pt x="4" y="8"/>
                    <a:pt x="4" y="15"/>
                    <a:pt x="7" y="22"/>
                  </a:cubicBezTo>
                  <a:cubicBezTo>
                    <a:pt x="4" y="15"/>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4" name="Google Shape;5624;p129"/>
            <p:cNvSpPr/>
            <p:nvPr/>
          </p:nvSpPr>
          <p:spPr>
            <a:xfrm>
              <a:off x="2212278" y="1953248"/>
              <a:ext cx="109" cy="258"/>
            </a:xfrm>
            <a:custGeom>
              <a:rect b="b" l="l" r="r" t="t"/>
              <a:pathLst>
                <a:path extrusionOk="0" h="19" w="8">
                  <a:moveTo>
                    <a:pt x="1" y="1"/>
                  </a:moveTo>
                  <a:cubicBezTo>
                    <a:pt x="1" y="4"/>
                    <a:pt x="4" y="11"/>
                    <a:pt x="8" y="18"/>
                  </a:cubicBezTo>
                  <a:cubicBezTo>
                    <a:pt x="4" y="11"/>
                    <a:pt x="4"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5" name="Google Shape;5625;p129"/>
            <p:cNvSpPr/>
            <p:nvPr/>
          </p:nvSpPr>
          <p:spPr>
            <a:xfrm>
              <a:off x="2216080" y="1961421"/>
              <a:ext cx="163" cy="163"/>
            </a:xfrm>
            <a:custGeom>
              <a:rect b="b" l="l" r="r" t="t"/>
              <a:pathLst>
                <a:path extrusionOk="0" h="12" w="12">
                  <a:moveTo>
                    <a:pt x="1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6" name="Google Shape;5626;p129"/>
            <p:cNvSpPr/>
            <p:nvPr/>
          </p:nvSpPr>
          <p:spPr>
            <a:xfrm>
              <a:off x="2307348" y="1867601"/>
              <a:ext cx="394" cy="489"/>
            </a:xfrm>
            <a:custGeom>
              <a:rect b="b" l="l" r="r" t="t"/>
              <a:pathLst>
                <a:path extrusionOk="0" h="36" w="29">
                  <a:moveTo>
                    <a:pt x="0" y="35"/>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7" name="Google Shape;5627;p129"/>
            <p:cNvSpPr/>
            <p:nvPr/>
          </p:nvSpPr>
          <p:spPr>
            <a:xfrm>
              <a:off x="2305583" y="1869312"/>
              <a:ext cx="353" cy="109"/>
            </a:xfrm>
            <a:custGeom>
              <a:rect b="b" l="l" r="r" t="t"/>
              <a:pathLst>
                <a:path extrusionOk="0" h="8" w="26">
                  <a:moveTo>
                    <a:pt x="1" y="7"/>
                  </a:moveTo>
                  <a:cubicBezTo>
                    <a:pt x="11" y="4"/>
                    <a:pt x="18" y="4"/>
                    <a:pt x="25" y="0"/>
                  </a:cubicBezTo>
                  <a:cubicBezTo>
                    <a:pt x="18" y="4"/>
                    <a:pt x="11" y="4"/>
                    <a:pt x="1"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8" name="Google Shape;5628;p129"/>
            <p:cNvSpPr/>
            <p:nvPr/>
          </p:nvSpPr>
          <p:spPr>
            <a:xfrm>
              <a:off x="2306302" y="1868932"/>
              <a:ext cx="299" cy="204"/>
            </a:xfrm>
            <a:custGeom>
              <a:rect b="b" l="l" r="r" t="t"/>
              <a:pathLst>
                <a:path extrusionOk="0" h="15" w="22">
                  <a:moveTo>
                    <a:pt x="0" y="14"/>
                  </a:moveTo>
                  <a:cubicBezTo>
                    <a:pt x="7" y="11"/>
                    <a:pt x="14" y="4"/>
                    <a:pt x="21" y="0"/>
                  </a:cubicBezTo>
                  <a:cubicBezTo>
                    <a:pt x="14" y="4"/>
                    <a:pt x="7" y="11"/>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9" name="Google Shape;5629;p129"/>
            <p:cNvSpPr/>
            <p:nvPr/>
          </p:nvSpPr>
          <p:spPr>
            <a:xfrm>
              <a:off x="2305963" y="1869162"/>
              <a:ext cx="353" cy="163"/>
            </a:xfrm>
            <a:custGeom>
              <a:rect b="b" l="l" r="r" t="t"/>
              <a:pathLst>
                <a:path extrusionOk="0" h="12" w="26">
                  <a:moveTo>
                    <a:pt x="1" y="11"/>
                  </a:moveTo>
                  <a:cubicBezTo>
                    <a:pt x="11" y="8"/>
                    <a:pt x="18" y="4"/>
                    <a:pt x="25" y="1"/>
                  </a:cubicBezTo>
                  <a:cubicBezTo>
                    <a:pt x="18" y="4"/>
                    <a:pt x="11" y="8"/>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0" name="Google Shape;5630;p129"/>
            <p:cNvSpPr/>
            <p:nvPr/>
          </p:nvSpPr>
          <p:spPr>
            <a:xfrm>
              <a:off x="2306628" y="1868646"/>
              <a:ext cx="299" cy="299"/>
            </a:xfrm>
            <a:custGeom>
              <a:rect b="b" l="l" r="r" t="t"/>
              <a:pathLst>
                <a:path extrusionOk="0" h="22" w="22">
                  <a:moveTo>
                    <a:pt x="22" y="0"/>
                  </a:moveTo>
                  <a:cubicBezTo>
                    <a:pt x="15" y="7"/>
                    <a:pt x="8" y="14"/>
                    <a:pt x="1" y="21"/>
                  </a:cubicBezTo>
                  <a:cubicBezTo>
                    <a:pt x="8" y="14"/>
                    <a:pt x="15" y="7"/>
                    <a:pt x="2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1" name="Google Shape;5631;p129"/>
            <p:cNvSpPr/>
            <p:nvPr/>
          </p:nvSpPr>
          <p:spPr>
            <a:xfrm>
              <a:off x="2306968" y="1868171"/>
              <a:ext cx="339" cy="394"/>
            </a:xfrm>
            <a:custGeom>
              <a:rect b="b" l="l" r="r" t="t"/>
              <a:pathLst>
                <a:path extrusionOk="0" h="29" w="25">
                  <a:moveTo>
                    <a:pt x="25" y="0"/>
                  </a:moveTo>
                  <a:lnTo>
                    <a:pt x="25" y="0"/>
                  </a:lnTo>
                  <a:cubicBezTo>
                    <a:pt x="18" y="11"/>
                    <a:pt x="7" y="18"/>
                    <a:pt x="0" y="28"/>
                  </a:cubicBezTo>
                  <a:cubicBezTo>
                    <a:pt x="11" y="21"/>
                    <a:pt x="18" y="11"/>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2" name="Google Shape;5632;p129"/>
            <p:cNvSpPr/>
            <p:nvPr/>
          </p:nvSpPr>
          <p:spPr>
            <a:xfrm>
              <a:off x="2305162" y="1869407"/>
              <a:ext cx="394" cy="54"/>
            </a:xfrm>
            <a:custGeom>
              <a:rect b="b" l="l" r="r" t="t"/>
              <a:pathLst>
                <a:path extrusionOk="0" h="4" w="29">
                  <a:moveTo>
                    <a:pt x="0" y="4"/>
                  </a:moveTo>
                  <a:cubicBezTo>
                    <a:pt x="7" y="4"/>
                    <a:pt x="18" y="0"/>
                    <a:pt x="28" y="0"/>
                  </a:cubicBezTo>
                  <a:cubicBezTo>
                    <a:pt x="18" y="0"/>
                    <a:pt x="7" y="4"/>
                    <a:pt x="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3" name="Google Shape;5633;p129"/>
            <p:cNvSpPr/>
            <p:nvPr/>
          </p:nvSpPr>
          <p:spPr>
            <a:xfrm>
              <a:off x="2305067" y="186944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4" name="Google Shape;5634;p129"/>
            <p:cNvSpPr/>
            <p:nvPr/>
          </p:nvSpPr>
          <p:spPr>
            <a:xfrm>
              <a:off x="2353593" y="1948930"/>
              <a:ext cx="11799" cy="11704"/>
            </a:xfrm>
            <a:custGeom>
              <a:rect b="b" l="l" r="r" t="t"/>
              <a:pathLst>
                <a:path extrusionOk="0" h="862" w="869">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5" name="Google Shape;5635;p129"/>
            <p:cNvSpPr/>
            <p:nvPr/>
          </p:nvSpPr>
          <p:spPr>
            <a:xfrm>
              <a:off x="2361481" y="1958570"/>
              <a:ext cx="1779" cy="2064"/>
            </a:xfrm>
            <a:custGeom>
              <a:rect b="b" l="l" r="r" t="t"/>
              <a:pathLst>
                <a:path extrusionOk="0" h="152" w="131">
                  <a:moveTo>
                    <a:pt x="130" y="1"/>
                  </a:moveTo>
                  <a:lnTo>
                    <a:pt x="130" y="1"/>
                  </a:lnTo>
                  <a:cubicBezTo>
                    <a:pt x="88" y="43"/>
                    <a:pt x="43" y="95"/>
                    <a:pt x="1" y="151"/>
                  </a:cubicBezTo>
                  <a:lnTo>
                    <a:pt x="4" y="151"/>
                  </a:lnTo>
                  <a:cubicBezTo>
                    <a:pt x="39" y="102"/>
                    <a:pt x="85" y="50"/>
                    <a:pt x="13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6" name="Google Shape;5636;p129"/>
            <p:cNvSpPr/>
            <p:nvPr/>
          </p:nvSpPr>
          <p:spPr>
            <a:xfrm>
              <a:off x="2314910" y="1908374"/>
              <a:ext cx="47019" cy="40325"/>
            </a:xfrm>
            <a:custGeom>
              <a:rect b="b" l="l" r="r" t="t"/>
              <a:pathLst>
                <a:path extrusionOk="0" h="2970" w="3463">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7" name="Google Shape;5637;p129"/>
            <p:cNvSpPr/>
            <p:nvPr/>
          </p:nvSpPr>
          <p:spPr>
            <a:xfrm>
              <a:off x="2327266" y="1910329"/>
              <a:ext cx="625" cy="679"/>
            </a:xfrm>
            <a:custGeom>
              <a:rect b="b" l="l" r="r" t="t"/>
              <a:pathLst>
                <a:path extrusionOk="0" h="50" w="46">
                  <a:moveTo>
                    <a:pt x="46" y="0"/>
                  </a:moveTo>
                  <a:cubicBezTo>
                    <a:pt x="32" y="18"/>
                    <a:pt x="14" y="32"/>
                    <a:pt x="0" y="49"/>
                  </a:cubicBezTo>
                  <a:cubicBezTo>
                    <a:pt x="14" y="35"/>
                    <a:pt x="32" y="18"/>
                    <a:pt x="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8" name="Google Shape;5638;p129"/>
            <p:cNvSpPr/>
            <p:nvPr/>
          </p:nvSpPr>
          <p:spPr>
            <a:xfrm>
              <a:off x="2324034" y="1913126"/>
              <a:ext cx="489" cy="353"/>
            </a:xfrm>
            <a:custGeom>
              <a:rect b="b" l="l" r="r" t="t"/>
              <a:pathLst>
                <a:path extrusionOk="0" h="26" w="36">
                  <a:moveTo>
                    <a:pt x="0" y="25"/>
                  </a:moveTo>
                  <a:lnTo>
                    <a:pt x="3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9" name="Google Shape;5639;p129"/>
            <p:cNvSpPr/>
            <p:nvPr/>
          </p:nvSpPr>
          <p:spPr>
            <a:xfrm>
              <a:off x="2325881" y="1911660"/>
              <a:ext cx="638" cy="489"/>
            </a:xfrm>
            <a:custGeom>
              <a:rect b="b" l="l" r="r" t="t"/>
              <a:pathLst>
                <a:path extrusionOk="0" h="36" w="47">
                  <a:moveTo>
                    <a:pt x="1" y="35"/>
                  </a:moveTo>
                  <a:cubicBezTo>
                    <a:pt x="15" y="25"/>
                    <a:pt x="32" y="11"/>
                    <a:pt x="46" y="0"/>
                  </a:cubicBezTo>
                  <a:cubicBezTo>
                    <a:pt x="32" y="11"/>
                    <a:pt x="15" y="25"/>
                    <a:pt x="1" y="3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0" name="Google Shape;5640;p129"/>
            <p:cNvSpPr/>
            <p:nvPr/>
          </p:nvSpPr>
          <p:spPr>
            <a:xfrm>
              <a:off x="2324605" y="1912705"/>
              <a:ext cx="530" cy="394"/>
            </a:xfrm>
            <a:custGeom>
              <a:rect b="b" l="l" r="r" t="t"/>
              <a:pathLst>
                <a:path extrusionOk="0" h="29" w="39">
                  <a:moveTo>
                    <a:pt x="0" y="28"/>
                  </a:moveTo>
                  <a:lnTo>
                    <a:pt x="3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1" name="Google Shape;5641;p129"/>
            <p:cNvSpPr/>
            <p:nvPr/>
          </p:nvSpPr>
          <p:spPr>
            <a:xfrm>
              <a:off x="2325216" y="1912230"/>
              <a:ext cx="584" cy="434"/>
            </a:xfrm>
            <a:custGeom>
              <a:rect b="b" l="l" r="r" t="t"/>
              <a:pathLst>
                <a:path extrusionOk="0" h="32" w="43">
                  <a:moveTo>
                    <a:pt x="1" y="32"/>
                  </a:moveTo>
                  <a:lnTo>
                    <a:pt x="43"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2" name="Google Shape;5642;p129"/>
            <p:cNvSpPr/>
            <p:nvPr/>
          </p:nvSpPr>
          <p:spPr>
            <a:xfrm>
              <a:off x="2328026" y="1909515"/>
              <a:ext cx="625" cy="733"/>
            </a:xfrm>
            <a:custGeom>
              <a:rect b="b" l="l" r="r" t="t"/>
              <a:pathLst>
                <a:path extrusionOk="0" h="54" w="46">
                  <a:moveTo>
                    <a:pt x="0" y="53"/>
                  </a:moveTo>
                  <a:cubicBezTo>
                    <a:pt x="14" y="36"/>
                    <a:pt x="32" y="18"/>
                    <a:pt x="46" y="1"/>
                  </a:cubicBezTo>
                  <a:cubicBezTo>
                    <a:pt x="32" y="18"/>
                    <a:pt x="14" y="36"/>
                    <a:pt x="0" y="5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3" name="Google Shape;5643;p129"/>
            <p:cNvSpPr/>
            <p:nvPr/>
          </p:nvSpPr>
          <p:spPr>
            <a:xfrm>
              <a:off x="2326546" y="1911035"/>
              <a:ext cx="679" cy="584"/>
            </a:xfrm>
            <a:custGeom>
              <a:rect b="b" l="l" r="r" t="t"/>
              <a:pathLst>
                <a:path extrusionOk="0" h="43" w="50">
                  <a:moveTo>
                    <a:pt x="1" y="43"/>
                  </a:moveTo>
                  <a:cubicBezTo>
                    <a:pt x="15" y="29"/>
                    <a:pt x="32" y="15"/>
                    <a:pt x="50" y="1"/>
                  </a:cubicBezTo>
                  <a:cubicBezTo>
                    <a:pt x="32" y="15"/>
                    <a:pt x="15" y="29"/>
                    <a:pt x="1"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4" name="Google Shape;5644;p129"/>
            <p:cNvSpPr/>
            <p:nvPr/>
          </p:nvSpPr>
          <p:spPr>
            <a:xfrm>
              <a:off x="2328732" y="1908619"/>
              <a:ext cx="679" cy="774"/>
            </a:xfrm>
            <a:custGeom>
              <a:rect b="b" l="l" r="r" t="t"/>
              <a:pathLst>
                <a:path extrusionOk="0" h="57" w="50">
                  <a:moveTo>
                    <a:pt x="50" y="0"/>
                  </a:moveTo>
                  <a:cubicBezTo>
                    <a:pt x="32" y="18"/>
                    <a:pt x="18" y="39"/>
                    <a:pt x="1" y="56"/>
                  </a:cubicBezTo>
                  <a:cubicBezTo>
                    <a:pt x="18" y="39"/>
                    <a:pt x="32" y="21"/>
                    <a:pt x="5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5" name="Google Shape;5645;p129"/>
            <p:cNvSpPr/>
            <p:nvPr/>
          </p:nvSpPr>
          <p:spPr>
            <a:xfrm>
              <a:off x="2315196" y="1925726"/>
              <a:ext cx="869" cy="1629"/>
            </a:xfrm>
            <a:custGeom>
              <a:rect b="b" l="l" r="r" t="t"/>
              <a:pathLst>
                <a:path extrusionOk="0" h="120" w="64">
                  <a:moveTo>
                    <a:pt x="0" y="120"/>
                  </a:moveTo>
                  <a:cubicBezTo>
                    <a:pt x="14" y="74"/>
                    <a:pt x="35" y="32"/>
                    <a:pt x="63" y="1"/>
                  </a:cubicBezTo>
                  <a:cubicBezTo>
                    <a:pt x="35" y="32"/>
                    <a:pt x="14" y="74"/>
                    <a:pt x="0" y="12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6" name="Google Shape;5646;p129"/>
            <p:cNvSpPr/>
            <p:nvPr/>
          </p:nvSpPr>
          <p:spPr>
            <a:xfrm>
              <a:off x="2315481" y="1933384"/>
              <a:ext cx="204" cy="869"/>
            </a:xfrm>
            <a:custGeom>
              <a:rect b="b" l="l" r="r" t="t"/>
              <a:pathLst>
                <a:path extrusionOk="0" h="64" w="15">
                  <a:moveTo>
                    <a:pt x="0" y="0"/>
                  </a:moveTo>
                  <a:cubicBezTo>
                    <a:pt x="7" y="21"/>
                    <a:pt x="11" y="46"/>
                    <a:pt x="14" y="63"/>
                  </a:cubicBezTo>
                  <a:cubicBezTo>
                    <a:pt x="11" y="42"/>
                    <a:pt x="7" y="18"/>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7" name="Google Shape;5647;p129"/>
            <p:cNvSpPr/>
            <p:nvPr/>
          </p:nvSpPr>
          <p:spPr>
            <a:xfrm>
              <a:off x="2315046" y="1928062"/>
              <a:ext cx="14" cy="204"/>
            </a:xfrm>
            <a:custGeom>
              <a:rect b="b" l="l" r="r" t="t"/>
              <a:pathLst>
                <a:path extrusionOk="0" h="15" w="1">
                  <a:moveTo>
                    <a:pt x="1" y="14"/>
                  </a:moveTo>
                  <a:cubicBezTo>
                    <a:pt x="1" y="7"/>
                    <a:pt x="1" y="4"/>
                    <a:pt x="1" y="0"/>
                  </a:cubicBezTo>
                  <a:cubicBezTo>
                    <a:pt x="1" y="4"/>
                    <a:pt x="1" y="7"/>
                    <a:pt x="1"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8" name="Google Shape;5648;p129"/>
            <p:cNvSpPr/>
            <p:nvPr/>
          </p:nvSpPr>
          <p:spPr>
            <a:xfrm>
              <a:off x="2315100" y="1927396"/>
              <a:ext cx="109" cy="394"/>
            </a:xfrm>
            <a:custGeom>
              <a:rect b="b" l="l" r="r" t="t"/>
              <a:pathLst>
                <a:path extrusionOk="0" h="29" w="8">
                  <a:moveTo>
                    <a:pt x="7" y="0"/>
                  </a:moveTo>
                  <a:lnTo>
                    <a:pt x="7" y="0"/>
                  </a:lnTo>
                  <a:cubicBezTo>
                    <a:pt x="4" y="7"/>
                    <a:pt x="0" y="18"/>
                    <a:pt x="0" y="28"/>
                  </a:cubicBezTo>
                  <a:cubicBezTo>
                    <a:pt x="4" y="18"/>
                    <a:pt x="4" y="7"/>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9" name="Google Shape;5649;p129"/>
            <p:cNvSpPr/>
            <p:nvPr/>
          </p:nvSpPr>
          <p:spPr>
            <a:xfrm>
              <a:off x="2361250" y="1948170"/>
              <a:ext cx="54" cy="54"/>
            </a:xfrm>
            <a:custGeom>
              <a:rect b="b" l="l" r="r" t="t"/>
              <a:pathLst>
                <a:path extrusionOk="0" h="4" w="4">
                  <a:moveTo>
                    <a:pt x="4"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0" name="Google Shape;5650;p129"/>
            <p:cNvSpPr/>
            <p:nvPr/>
          </p:nvSpPr>
          <p:spPr>
            <a:xfrm>
              <a:off x="2361861" y="1947735"/>
              <a:ext cx="109" cy="109"/>
            </a:xfrm>
            <a:custGeom>
              <a:rect b="b" l="l" r="r" t="t"/>
              <a:pathLst>
                <a:path extrusionOk="0" h="8" w="8">
                  <a:moveTo>
                    <a:pt x="8" y="1"/>
                  </a:moveTo>
                  <a:lnTo>
                    <a:pt x="8" y="1"/>
                  </a:ln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1" name="Google Shape;5651;p129"/>
            <p:cNvSpPr/>
            <p:nvPr/>
          </p:nvSpPr>
          <p:spPr>
            <a:xfrm>
              <a:off x="2360870" y="1948496"/>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2" name="Google Shape;5652;p129"/>
            <p:cNvSpPr/>
            <p:nvPr/>
          </p:nvSpPr>
          <p:spPr>
            <a:xfrm>
              <a:off x="2361481" y="1947980"/>
              <a:ext cx="109" cy="54"/>
            </a:xfrm>
            <a:custGeom>
              <a:rect b="b" l="l" r="r" t="t"/>
              <a:pathLst>
                <a:path extrusionOk="0" h="4" w="8">
                  <a:moveTo>
                    <a:pt x="8"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3" name="Google Shape;5653;p129"/>
            <p:cNvSpPr/>
            <p:nvPr/>
          </p:nvSpPr>
          <p:spPr>
            <a:xfrm>
              <a:off x="2361060" y="1948360"/>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4" name="Google Shape;5654;p129"/>
            <p:cNvSpPr/>
            <p:nvPr/>
          </p:nvSpPr>
          <p:spPr>
            <a:xfrm>
              <a:off x="2360721" y="1948645"/>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5" name="Google Shape;5655;p129"/>
            <p:cNvSpPr/>
            <p:nvPr/>
          </p:nvSpPr>
          <p:spPr>
            <a:xfrm>
              <a:off x="2289045" y="1932474"/>
              <a:ext cx="108104" cy="83909"/>
            </a:xfrm>
            <a:custGeom>
              <a:rect b="b" l="l" r="r" t="t"/>
              <a:pathLst>
                <a:path extrusionOk="0" h="6180" w="7962">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6" name="Google Shape;5656;p129"/>
            <p:cNvSpPr/>
            <p:nvPr/>
          </p:nvSpPr>
          <p:spPr>
            <a:xfrm>
              <a:off x="2360015" y="1962711"/>
              <a:ext cx="149" cy="204"/>
            </a:xfrm>
            <a:custGeom>
              <a:rect b="b" l="l" r="r" t="t"/>
              <a:pathLst>
                <a:path extrusionOk="0" h="15" w="11">
                  <a:moveTo>
                    <a:pt x="11"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7" name="Google Shape;5657;p129"/>
            <p:cNvSpPr/>
            <p:nvPr/>
          </p:nvSpPr>
          <p:spPr>
            <a:xfrm>
              <a:off x="2360965" y="1967409"/>
              <a:ext cx="3761" cy="4861"/>
            </a:xfrm>
            <a:custGeom>
              <a:rect b="b" l="l" r="r" t="t"/>
              <a:pathLst>
                <a:path extrusionOk="0" h="358" w="277">
                  <a:moveTo>
                    <a:pt x="0" y="1"/>
                  </a:moveTo>
                  <a:cubicBezTo>
                    <a:pt x="81" y="141"/>
                    <a:pt x="193" y="316"/>
                    <a:pt x="277" y="358"/>
                  </a:cubicBezTo>
                  <a:cubicBezTo>
                    <a:pt x="193" y="312"/>
                    <a:pt x="81" y="137"/>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8" name="Google Shape;5658;p129"/>
            <p:cNvSpPr/>
            <p:nvPr/>
          </p:nvSpPr>
          <p:spPr>
            <a:xfrm>
              <a:off x="2359580" y="196470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9" name="Google Shape;5659;p129"/>
            <p:cNvSpPr/>
            <p:nvPr/>
          </p:nvSpPr>
          <p:spPr>
            <a:xfrm>
              <a:off x="2360205" y="1962087"/>
              <a:ext cx="299" cy="489"/>
            </a:xfrm>
            <a:custGeom>
              <a:rect b="b" l="l" r="r" t="t"/>
              <a:pathLst>
                <a:path extrusionOk="0" h="36" w="22">
                  <a:moveTo>
                    <a:pt x="0" y="36"/>
                  </a:moveTo>
                  <a:cubicBezTo>
                    <a:pt x="7" y="25"/>
                    <a:pt x="14" y="11"/>
                    <a:pt x="21" y="1"/>
                  </a:cubicBezTo>
                  <a:lnTo>
                    <a:pt x="21" y="1"/>
                  </a:lnTo>
                  <a:cubicBezTo>
                    <a:pt x="14" y="11"/>
                    <a:pt x="7" y="25"/>
                    <a:pt x="0" y="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0" name="Google Shape;5660;p129"/>
            <p:cNvSpPr/>
            <p:nvPr/>
          </p:nvSpPr>
          <p:spPr>
            <a:xfrm>
              <a:off x="2354027" y="2011522"/>
              <a:ext cx="149" cy="14"/>
            </a:xfrm>
            <a:custGeom>
              <a:rect b="b" l="l" r="r" t="t"/>
              <a:pathLst>
                <a:path extrusionOk="0" h="1" w="11">
                  <a:moveTo>
                    <a:pt x="0" y="1"/>
                  </a:moveTo>
                  <a:lnTo>
                    <a:pt x="7" y="1"/>
                  </a:ln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1" name="Google Shape;5661;p129"/>
            <p:cNvSpPr/>
            <p:nvPr/>
          </p:nvSpPr>
          <p:spPr>
            <a:xfrm>
              <a:off x="2353647" y="2011577"/>
              <a:ext cx="299" cy="54"/>
            </a:xfrm>
            <a:custGeom>
              <a:rect b="b" l="l" r="r" t="t"/>
              <a:pathLst>
                <a:path extrusionOk="0" h="4" w="22">
                  <a:moveTo>
                    <a:pt x="0" y="4"/>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2" name="Google Shape;5662;p129"/>
            <p:cNvSpPr/>
            <p:nvPr/>
          </p:nvSpPr>
          <p:spPr>
            <a:xfrm>
              <a:off x="2356159" y="2010572"/>
              <a:ext cx="3815" cy="543"/>
            </a:xfrm>
            <a:custGeom>
              <a:rect b="b" l="l" r="r" t="t"/>
              <a:pathLst>
                <a:path extrusionOk="0" h="40" w="281">
                  <a:moveTo>
                    <a:pt x="1" y="39"/>
                  </a:moveTo>
                  <a:lnTo>
                    <a:pt x="1" y="39"/>
                  </a:lnTo>
                  <a:cubicBezTo>
                    <a:pt x="92" y="18"/>
                    <a:pt x="186" y="8"/>
                    <a:pt x="281" y="1"/>
                  </a:cubicBezTo>
                  <a:cubicBezTo>
                    <a:pt x="186" y="8"/>
                    <a:pt x="92" y="18"/>
                    <a:pt x="1"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3" name="Google Shape;5663;p129"/>
            <p:cNvSpPr/>
            <p:nvPr/>
          </p:nvSpPr>
          <p:spPr>
            <a:xfrm>
              <a:off x="2314720" y="1939562"/>
              <a:ext cx="244" cy="584"/>
            </a:xfrm>
            <a:custGeom>
              <a:rect b="b" l="l" r="r" t="t"/>
              <a:pathLst>
                <a:path extrusionOk="0" h="43" w="18">
                  <a:moveTo>
                    <a:pt x="0" y="42"/>
                  </a:moveTo>
                  <a:cubicBezTo>
                    <a:pt x="4" y="28"/>
                    <a:pt x="11" y="14"/>
                    <a:pt x="18" y="0"/>
                  </a:cubicBezTo>
                  <a:cubicBezTo>
                    <a:pt x="11" y="14"/>
                    <a:pt x="4" y="28"/>
                    <a:pt x="0" y="4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4" name="Google Shape;5664;p129"/>
            <p:cNvSpPr/>
            <p:nvPr/>
          </p:nvSpPr>
          <p:spPr>
            <a:xfrm>
              <a:off x="2314381" y="1940268"/>
              <a:ext cx="258" cy="543"/>
            </a:xfrm>
            <a:custGeom>
              <a:rect b="b" l="l" r="r" t="t"/>
              <a:pathLst>
                <a:path extrusionOk="0" h="40" w="19">
                  <a:moveTo>
                    <a:pt x="1" y="39"/>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5" name="Google Shape;5665;p129"/>
            <p:cNvSpPr/>
            <p:nvPr/>
          </p:nvSpPr>
          <p:spPr>
            <a:xfrm>
              <a:off x="2315005" y="1938896"/>
              <a:ext cx="244" cy="584"/>
            </a:xfrm>
            <a:custGeom>
              <a:rect b="b" l="l" r="r" t="t"/>
              <a:pathLst>
                <a:path extrusionOk="0" h="43" w="18">
                  <a:moveTo>
                    <a:pt x="0" y="42"/>
                  </a:moveTo>
                  <a:cubicBezTo>
                    <a:pt x="4" y="28"/>
                    <a:pt x="11" y="14"/>
                    <a:pt x="18" y="0"/>
                  </a:cubicBezTo>
                  <a:cubicBezTo>
                    <a:pt x="11" y="14"/>
                    <a:pt x="4" y="28"/>
                    <a:pt x="0" y="4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6" name="Google Shape;5666;p129"/>
            <p:cNvSpPr/>
            <p:nvPr/>
          </p:nvSpPr>
          <p:spPr>
            <a:xfrm>
              <a:off x="2315236" y="1938231"/>
              <a:ext cx="204" cy="625"/>
            </a:xfrm>
            <a:custGeom>
              <a:rect b="b" l="l" r="r" t="t"/>
              <a:pathLst>
                <a:path extrusionOk="0" h="46" w="15">
                  <a:moveTo>
                    <a:pt x="1" y="46"/>
                  </a:moveTo>
                  <a:cubicBezTo>
                    <a:pt x="8" y="28"/>
                    <a:pt x="11" y="14"/>
                    <a:pt x="15" y="0"/>
                  </a:cubicBezTo>
                  <a:cubicBezTo>
                    <a:pt x="11" y="14"/>
                    <a:pt x="8" y="28"/>
                    <a:pt x="1" y="4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7" name="Google Shape;5667;p129"/>
            <p:cNvSpPr/>
            <p:nvPr/>
          </p:nvSpPr>
          <p:spPr>
            <a:xfrm>
              <a:off x="2314055" y="1940933"/>
              <a:ext cx="244" cy="489"/>
            </a:xfrm>
            <a:custGeom>
              <a:rect b="b" l="l" r="r" t="t"/>
              <a:pathLst>
                <a:path extrusionOk="0" h="36" w="18">
                  <a:moveTo>
                    <a:pt x="0" y="36"/>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8" name="Google Shape;5668;p129"/>
            <p:cNvSpPr/>
            <p:nvPr/>
          </p:nvSpPr>
          <p:spPr>
            <a:xfrm>
              <a:off x="2315481" y="1937511"/>
              <a:ext cx="204" cy="584"/>
            </a:xfrm>
            <a:custGeom>
              <a:rect b="b" l="l" r="r" t="t"/>
              <a:pathLst>
                <a:path extrusionOk="0" h="43" w="15">
                  <a:moveTo>
                    <a:pt x="0" y="43"/>
                  </a:moveTo>
                  <a:cubicBezTo>
                    <a:pt x="4" y="29"/>
                    <a:pt x="11" y="15"/>
                    <a:pt x="14" y="1"/>
                  </a:cubicBezTo>
                  <a:cubicBezTo>
                    <a:pt x="11" y="15"/>
                    <a:pt x="4" y="29"/>
                    <a:pt x="0"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9" name="Google Shape;5669;p129"/>
            <p:cNvSpPr/>
            <p:nvPr/>
          </p:nvSpPr>
          <p:spPr>
            <a:xfrm>
              <a:off x="2296038" y="1987707"/>
              <a:ext cx="1955" cy="2444"/>
            </a:xfrm>
            <a:custGeom>
              <a:rect b="b" l="l" r="r" t="t"/>
              <a:pathLst>
                <a:path extrusionOk="0" h="180" w="144">
                  <a:moveTo>
                    <a:pt x="0" y="1"/>
                  </a:moveTo>
                  <a:cubicBezTo>
                    <a:pt x="35" y="67"/>
                    <a:pt x="84" y="130"/>
                    <a:pt x="144" y="179"/>
                  </a:cubicBezTo>
                  <a:cubicBezTo>
                    <a:pt x="84" y="130"/>
                    <a:pt x="35" y="67"/>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0" name="Google Shape;5670;p129"/>
            <p:cNvSpPr/>
            <p:nvPr/>
          </p:nvSpPr>
          <p:spPr>
            <a:xfrm>
              <a:off x="2315807" y="1936086"/>
              <a:ext cx="68" cy="584"/>
            </a:xfrm>
            <a:custGeom>
              <a:rect b="b" l="l" r="r" t="t"/>
              <a:pathLst>
                <a:path extrusionOk="0" h="43" w="5">
                  <a:moveTo>
                    <a:pt x="1" y="43"/>
                  </a:moveTo>
                  <a:cubicBezTo>
                    <a:pt x="1" y="29"/>
                    <a:pt x="4" y="15"/>
                    <a:pt x="4" y="1"/>
                  </a:cubicBezTo>
                  <a:cubicBezTo>
                    <a:pt x="4" y="15"/>
                    <a:pt x="1" y="29"/>
                    <a:pt x="1"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1" name="Google Shape;5671;p129"/>
            <p:cNvSpPr/>
            <p:nvPr/>
          </p:nvSpPr>
          <p:spPr>
            <a:xfrm>
              <a:off x="2315671" y="1936751"/>
              <a:ext cx="149" cy="638"/>
            </a:xfrm>
            <a:custGeom>
              <a:rect b="b" l="l" r="r" t="t"/>
              <a:pathLst>
                <a:path extrusionOk="0" h="47" w="11">
                  <a:moveTo>
                    <a:pt x="0" y="46"/>
                  </a:moveTo>
                  <a:cubicBezTo>
                    <a:pt x="4" y="32"/>
                    <a:pt x="7" y="15"/>
                    <a:pt x="11" y="1"/>
                  </a:cubicBezTo>
                  <a:cubicBezTo>
                    <a:pt x="7" y="15"/>
                    <a:pt x="4" y="32"/>
                    <a:pt x="0" y="4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2" name="Google Shape;5672;p129"/>
            <p:cNvSpPr/>
            <p:nvPr/>
          </p:nvSpPr>
          <p:spPr>
            <a:xfrm>
              <a:off x="2309534" y="2006390"/>
              <a:ext cx="54" cy="258"/>
            </a:xfrm>
            <a:custGeom>
              <a:rect b="b" l="l" r="r" t="t"/>
              <a:pathLst>
                <a:path extrusionOk="0" h="19" w="4">
                  <a:moveTo>
                    <a:pt x="0"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3" name="Google Shape;5673;p129"/>
            <p:cNvSpPr/>
            <p:nvPr/>
          </p:nvSpPr>
          <p:spPr>
            <a:xfrm>
              <a:off x="2308909" y="2000973"/>
              <a:ext cx="1344" cy="3775"/>
            </a:xfrm>
            <a:custGeom>
              <a:rect b="b" l="l" r="r" t="t"/>
              <a:pathLst>
                <a:path extrusionOk="0" h="278" w="99">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4" name="Google Shape;5674;p129"/>
            <p:cNvSpPr/>
            <p:nvPr/>
          </p:nvSpPr>
          <p:spPr>
            <a:xfrm>
              <a:off x="2309344" y="200777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5" name="Google Shape;5675;p129"/>
            <p:cNvSpPr/>
            <p:nvPr/>
          </p:nvSpPr>
          <p:spPr>
            <a:xfrm>
              <a:off x="2300029" y="1964042"/>
              <a:ext cx="14" cy="299"/>
            </a:xfrm>
            <a:custGeom>
              <a:rect b="b" l="l" r="r" t="t"/>
              <a:pathLst>
                <a:path extrusionOk="0" h="22" w="1">
                  <a:moveTo>
                    <a:pt x="0" y="0"/>
                  </a:moveTo>
                  <a:cubicBezTo>
                    <a:pt x="0" y="7"/>
                    <a:pt x="0" y="14"/>
                    <a:pt x="0" y="21"/>
                  </a:cubicBezTo>
                  <a:cubicBezTo>
                    <a:pt x="0" y="14"/>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6" name="Google Shape;5676;p129"/>
            <p:cNvSpPr/>
            <p:nvPr/>
          </p:nvSpPr>
          <p:spPr>
            <a:xfrm>
              <a:off x="2359064" y="1961326"/>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7" name="Google Shape;5677;p129"/>
            <p:cNvSpPr/>
            <p:nvPr/>
          </p:nvSpPr>
          <p:spPr>
            <a:xfrm>
              <a:off x="2354407" y="1952868"/>
              <a:ext cx="149" cy="204"/>
            </a:xfrm>
            <a:custGeom>
              <a:rect b="b" l="l" r="r" t="t"/>
              <a:pathLst>
                <a:path extrusionOk="0" h="15" w="11">
                  <a:moveTo>
                    <a:pt x="11"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8" name="Google Shape;5678;p129"/>
            <p:cNvSpPr/>
            <p:nvPr/>
          </p:nvSpPr>
          <p:spPr>
            <a:xfrm>
              <a:off x="2355779" y="1950967"/>
              <a:ext cx="109" cy="163"/>
            </a:xfrm>
            <a:custGeom>
              <a:rect b="b" l="l" r="r" t="t"/>
              <a:pathLst>
                <a:path extrusionOk="0" h="12" w="8">
                  <a:moveTo>
                    <a:pt x="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9" name="Google Shape;5679;p129"/>
            <p:cNvSpPr/>
            <p:nvPr/>
          </p:nvSpPr>
          <p:spPr>
            <a:xfrm>
              <a:off x="2353932" y="1953533"/>
              <a:ext cx="109" cy="163"/>
            </a:xfrm>
            <a:custGeom>
              <a:rect b="b" l="l" r="r" t="t"/>
              <a:pathLst>
                <a:path extrusionOk="0" h="12" w="8">
                  <a:moveTo>
                    <a:pt x="7"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0" name="Google Shape;5680;p129"/>
            <p:cNvSpPr/>
            <p:nvPr/>
          </p:nvSpPr>
          <p:spPr>
            <a:xfrm>
              <a:off x="2358915" y="1961326"/>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1" name="Google Shape;5681;p129"/>
            <p:cNvSpPr/>
            <p:nvPr/>
          </p:nvSpPr>
          <p:spPr>
            <a:xfrm>
              <a:off x="2354828" y="1952297"/>
              <a:ext cx="163" cy="204"/>
            </a:xfrm>
            <a:custGeom>
              <a:rect b="b" l="l" r="r" t="t"/>
              <a:pathLst>
                <a:path extrusionOk="0" h="15" w="12">
                  <a:moveTo>
                    <a:pt x="11"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2" name="Google Shape;5682;p129"/>
            <p:cNvSpPr/>
            <p:nvPr/>
          </p:nvSpPr>
          <p:spPr>
            <a:xfrm>
              <a:off x="2358779" y="196138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3" name="Google Shape;5683;p129"/>
            <p:cNvSpPr/>
            <p:nvPr/>
          </p:nvSpPr>
          <p:spPr>
            <a:xfrm>
              <a:off x="2359445" y="196138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4" name="Google Shape;5684;p129"/>
            <p:cNvSpPr/>
            <p:nvPr/>
          </p:nvSpPr>
          <p:spPr>
            <a:xfrm>
              <a:off x="2356118" y="1950451"/>
              <a:ext cx="109" cy="109"/>
            </a:xfrm>
            <a:custGeom>
              <a:rect b="b" l="l" r="r" t="t"/>
              <a:pathLst>
                <a:path extrusionOk="0" h="8" w="8">
                  <a:moveTo>
                    <a:pt x="7"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5" name="Google Shape;5685;p129"/>
            <p:cNvSpPr/>
            <p:nvPr/>
          </p:nvSpPr>
          <p:spPr>
            <a:xfrm>
              <a:off x="2360056" y="1961761"/>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6" name="Google Shape;5686;p129"/>
            <p:cNvSpPr/>
            <p:nvPr/>
          </p:nvSpPr>
          <p:spPr>
            <a:xfrm>
              <a:off x="2359730" y="1961516"/>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7" name="Google Shape;5687;p129"/>
            <p:cNvSpPr/>
            <p:nvPr/>
          </p:nvSpPr>
          <p:spPr>
            <a:xfrm>
              <a:off x="2355263" y="1951591"/>
              <a:ext cx="204" cy="244"/>
            </a:xfrm>
            <a:custGeom>
              <a:rect b="b" l="l" r="r" t="t"/>
              <a:pathLst>
                <a:path extrusionOk="0" h="18" w="15">
                  <a:moveTo>
                    <a:pt x="14"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8" name="Google Shape;5688;p129"/>
            <p:cNvSpPr/>
            <p:nvPr/>
          </p:nvSpPr>
          <p:spPr>
            <a:xfrm>
              <a:off x="2356539" y="194992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9" name="Google Shape;5689;p129"/>
            <p:cNvSpPr/>
            <p:nvPr/>
          </p:nvSpPr>
          <p:spPr>
            <a:xfrm>
              <a:off x="2360490" y="1962087"/>
              <a:ext cx="14" cy="14"/>
            </a:xfrm>
            <a:custGeom>
              <a:rect b="b" l="l" r="r" t="t"/>
              <a:pathLst>
                <a:path extrusionOk="0" h="1" w="1">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0" name="Google Shape;5690;p129"/>
            <p:cNvSpPr/>
            <p:nvPr/>
          </p:nvSpPr>
          <p:spPr>
            <a:xfrm>
              <a:off x="2319703" y="1935991"/>
              <a:ext cx="163" cy="14"/>
            </a:xfrm>
            <a:custGeom>
              <a:rect b="b" l="l" r="r" t="t"/>
              <a:pathLst>
                <a:path extrusionOk="0" h="1" w="12">
                  <a:moveTo>
                    <a:pt x="1"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1" name="Google Shape;5691;p129"/>
            <p:cNvSpPr/>
            <p:nvPr/>
          </p:nvSpPr>
          <p:spPr>
            <a:xfrm>
              <a:off x="2355113" y="1947735"/>
              <a:ext cx="1724" cy="1779"/>
            </a:xfrm>
            <a:custGeom>
              <a:rect b="b" l="l" r="r" t="t"/>
              <a:pathLst>
                <a:path extrusionOk="0" h="131" w="127">
                  <a:moveTo>
                    <a:pt x="127" y="130"/>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2" name="Google Shape;5692;p129"/>
            <p:cNvSpPr/>
            <p:nvPr/>
          </p:nvSpPr>
          <p:spPr>
            <a:xfrm>
              <a:off x="2320464" y="1936140"/>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3" name="Google Shape;5693;p129"/>
            <p:cNvSpPr/>
            <p:nvPr/>
          </p:nvSpPr>
          <p:spPr>
            <a:xfrm>
              <a:off x="2320423" y="1936140"/>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4" name="Google Shape;5694;p129"/>
            <p:cNvSpPr/>
            <p:nvPr/>
          </p:nvSpPr>
          <p:spPr>
            <a:xfrm>
              <a:off x="2320233" y="1936086"/>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5" name="Google Shape;5695;p129"/>
            <p:cNvSpPr/>
            <p:nvPr/>
          </p:nvSpPr>
          <p:spPr>
            <a:xfrm>
              <a:off x="2315861" y="1935950"/>
              <a:ext cx="1860" cy="54"/>
            </a:xfrm>
            <a:custGeom>
              <a:rect b="b" l="l" r="r" t="t"/>
              <a:pathLst>
                <a:path extrusionOk="0" h="4" w="137">
                  <a:moveTo>
                    <a:pt x="0" y="4"/>
                  </a:moveTo>
                  <a:lnTo>
                    <a:pt x="0" y="4"/>
                  </a:lnTo>
                  <a:cubicBezTo>
                    <a:pt x="53" y="0"/>
                    <a:pt x="98" y="0"/>
                    <a:pt x="137" y="0"/>
                  </a:cubicBezTo>
                  <a:cubicBezTo>
                    <a:pt x="98" y="0"/>
                    <a:pt x="53" y="0"/>
                    <a:pt x="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6" name="Google Shape;5696;p129"/>
            <p:cNvSpPr/>
            <p:nvPr/>
          </p:nvSpPr>
          <p:spPr>
            <a:xfrm>
              <a:off x="2319893" y="1936045"/>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7" name="Google Shape;5697;p129"/>
            <p:cNvSpPr/>
            <p:nvPr/>
          </p:nvSpPr>
          <p:spPr>
            <a:xfrm>
              <a:off x="2320369" y="1936086"/>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8" name="Google Shape;5698;p129"/>
            <p:cNvSpPr/>
            <p:nvPr/>
          </p:nvSpPr>
          <p:spPr>
            <a:xfrm>
              <a:off x="2320083" y="1936045"/>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9" name="Google Shape;5699;p129"/>
            <p:cNvSpPr/>
            <p:nvPr/>
          </p:nvSpPr>
          <p:spPr>
            <a:xfrm>
              <a:off x="2341998" y="1935000"/>
              <a:ext cx="12994" cy="12600"/>
            </a:xfrm>
            <a:custGeom>
              <a:rect b="b" l="l" r="r" t="t"/>
              <a:pathLst>
                <a:path extrusionOk="0" h="928" w="957">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0" name="Google Shape;5700;p129"/>
            <p:cNvSpPr/>
            <p:nvPr/>
          </p:nvSpPr>
          <p:spPr>
            <a:xfrm>
              <a:off x="2325121" y="1932284"/>
              <a:ext cx="923" cy="448"/>
            </a:xfrm>
            <a:custGeom>
              <a:rect b="b" l="l" r="r" t="t"/>
              <a:pathLst>
                <a:path extrusionOk="0" h="33" w="68">
                  <a:moveTo>
                    <a:pt x="1" y="1"/>
                  </a:moveTo>
                  <a:cubicBezTo>
                    <a:pt x="25" y="4"/>
                    <a:pt x="50" y="15"/>
                    <a:pt x="67" y="32"/>
                  </a:cubicBezTo>
                  <a:cubicBezTo>
                    <a:pt x="50" y="15"/>
                    <a:pt x="25"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1" name="Google Shape;5701;p129"/>
            <p:cNvSpPr/>
            <p:nvPr/>
          </p:nvSpPr>
          <p:spPr>
            <a:xfrm>
              <a:off x="2318753" y="193595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2" name="Google Shape;5702;p129"/>
            <p:cNvSpPr/>
            <p:nvPr/>
          </p:nvSpPr>
          <p:spPr>
            <a:xfrm>
              <a:off x="2319133" y="1935950"/>
              <a:ext cx="204" cy="14"/>
            </a:xfrm>
            <a:custGeom>
              <a:rect b="b" l="l" r="r" t="t"/>
              <a:pathLst>
                <a:path extrusionOk="0" h="1" w="15">
                  <a:moveTo>
                    <a:pt x="1" y="0"/>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3" name="Google Shape;5703;p129"/>
            <p:cNvSpPr/>
            <p:nvPr/>
          </p:nvSpPr>
          <p:spPr>
            <a:xfrm>
              <a:off x="2318332" y="1935950"/>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4" name="Google Shape;5704;p129"/>
            <p:cNvSpPr/>
            <p:nvPr/>
          </p:nvSpPr>
          <p:spPr>
            <a:xfrm>
              <a:off x="2317762" y="1935950"/>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5" name="Google Shape;5705;p129"/>
            <p:cNvSpPr/>
            <p:nvPr/>
          </p:nvSpPr>
          <p:spPr>
            <a:xfrm>
              <a:off x="2338902" y="1934945"/>
              <a:ext cx="2539" cy="109"/>
            </a:xfrm>
            <a:custGeom>
              <a:rect b="b" l="l" r="r" t="t"/>
              <a:pathLst>
                <a:path extrusionOk="0" h="8" w="187">
                  <a:moveTo>
                    <a:pt x="1" y="8"/>
                  </a:moveTo>
                  <a:cubicBezTo>
                    <a:pt x="67" y="4"/>
                    <a:pt x="134" y="1"/>
                    <a:pt x="186" y="1"/>
                  </a:cubicBezTo>
                  <a:cubicBezTo>
                    <a:pt x="134" y="1"/>
                    <a:pt x="67" y="4"/>
                    <a:pt x="1"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6" name="Google Shape;5706;p129"/>
            <p:cNvSpPr/>
            <p:nvPr/>
          </p:nvSpPr>
          <p:spPr>
            <a:xfrm>
              <a:off x="2319418" y="1935991"/>
              <a:ext cx="204" cy="14"/>
            </a:xfrm>
            <a:custGeom>
              <a:rect b="b" l="l" r="r" t="t"/>
              <a:pathLst>
                <a:path extrusionOk="0" h="1" w="15">
                  <a:moveTo>
                    <a:pt x="1"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7" name="Google Shape;5707;p129"/>
            <p:cNvSpPr/>
            <p:nvPr/>
          </p:nvSpPr>
          <p:spPr>
            <a:xfrm>
              <a:off x="2306153" y="1772952"/>
              <a:ext cx="8296" cy="11568"/>
            </a:xfrm>
            <a:custGeom>
              <a:rect b="b" l="l" r="r" t="t"/>
              <a:pathLst>
                <a:path extrusionOk="0" h="852" w="611">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8" name="Google Shape;5708;p129"/>
            <p:cNvSpPr/>
            <p:nvPr/>
          </p:nvSpPr>
          <p:spPr>
            <a:xfrm>
              <a:off x="2309669" y="1752192"/>
              <a:ext cx="47929" cy="38750"/>
            </a:xfrm>
            <a:custGeom>
              <a:rect b="b" l="l" r="r" t="t"/>
              <a:pathLst>
                <a:path extrusionOk="0" h="2854" w="353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9" name="Google Shape;5709;p129"/>
            <p:cNvSpPr/>
            <p:nvPr/>
          </p:nvSpPr>
          <p:spPr>
            <a:xfrm>
              <a:off x="2314625" y="1772192"/>
              <a:ext cx="109" cy="109"/>
            </a:xfrm>
            <a:custGeom>
              <a:rect b="b" l="l" r="r" t="t"/>
              <a:pathLst>
                <a:path extrusionOk="0" h="8" w="8">
                  <a:moveTo>
                    <a:pt x="7"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0" name="Google Shape;5710;p129"/>
            <p:cNvSpPr/>
            <p:nvPr/>
          </p:nvSpPr>
          <p:spPr>
            <a:xfrm>
              <a:off x="2313770" y="1779334"/>
              <a:ext cx="190" cy="204"/>
            </a:xfrm>
            <a:custGeom>
              <a:rect b="b" l="l" r="r" t="t"/>
              <a:pathLst>
                <a:path extrusionOk="0" h="15" w="14">
                  <a:moveTo>
                    <a:pt x="0" y="1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1" name="Google Shape;5711;p129"/>
            <p:cNvSpPr/>
            <p:nvPr/>
          </p:nvSpPr>
          <p:spPr>
            <a:xfrm>
              <a:off x="2315671" y="1773427"/>
              <a:ext cx="14" cy="109"/>
            </a:xfrm>
            <a:custGeom>
              <a:rect b="b" l="l" r="r" t="t"/>
              <a:pathLst>
                <a:path extrusionOk="0" h="8" w="1">
                  <a:moveTo>
                    <a:pt x="0"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2" name="Google Shape;5712;p129"/>
            <p:cNvSpPr/>
            <p:nvPr/>
          </p:nvSpPr>
          <p:spPr>
            <a:xfrm>
              <a:off x="2315521" y="1773237"/>
              <a:ext cx="68" cy="68"/>
            </a:xfrm>
            <a:custGeom>
              <a:rect b="b" l="l" r="r" t="t"/>
              <a:pathLst>
                <a:path extrusionOk="0" h="5" w="5">
                  <a:moveTo>
                    <a:pt x="4"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3" name="Google Shape;5713;p129"/>
            <p:cNvSpPr/>
            <p:nvPr/>
          </p:nvSpPr>
          <p:spPr>
            <a:xfrm>
              <a:off x="2313485" y="1771527"/>
              <a:ext cx="244" cy="163"/>
            </a:xfrm>
            <a:custGeom>
              <a:rect b="b" l="l" r="r" t="t"/>
              <a:pathLst>
                <a:path extrusionOk="0" h="12" w="18">
                  <a:moveTo>
                    <a:pt x="18"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4" name="Google Shape;5714;p129"/>
            <p:cNvSpPr/>
            <p:nvPr/>
          </p:nvSpPr>
          <p:spPr>
            <a:xfrm>
              <a:off x="2314055" y="1779048"/>
              <a:ext cx="149" cy="149"/>
            </a:xfrm>
            <a:custGeom>
              <a:rect b="b" l="l" r="r" t="t"/>
              <a:pathLst>
                <a:path extrusionOk="0" h="11" w="11">
                  <a:moveTo>
                    <a:pt x="0" y="11"/>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5" name="Google Shape;5715;p129"/>
            <p:cNvSpPr/>
            <p:nvPr/>
          </p:nvSpPr>
          <p:spPr>
            <a:xfrm>
              <a:off x="2314530" y="1778519"/>
              <a:ext cx="204" cy="149"/>
            </a:xfrm>
            <a:custGeom>
              <a:rect b="b" l="l" r="r" t="t"/>
              <a:pathLst>
                <a:path extrusionOk="0" h="11" w="15">
                  <a:moveTo>
                    <a:pt x="0" y="1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6" name="Google Shape;5716;p129"/>
            <p:cNvSpPr/>
            <p:nvPr/>
          </p:nvSpPr>
          <p:spPr>
            <a:xfrm>
              <a:off x="2313811" y="1771676"/>
              <a:ext cx="244" cy="149"/>
            </a:xfrm>
            <a:custGeom>
              <a:rect b="b" l="l" r="r" t="t"/>
              <a:pathLst>
                <a:path extrusionOk="0" h="11" w="18">
                  <a:moveTo>
                    <a:pt x="18"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7" name="Google Shape;5717;p129"/>
            <p:cNvSpPr/>
            <p:nvPr/>
          </p:nvSpPr>
          <p:spPr>
            <a:xfrm>
              <a:off x="2314096" y="1771866"/>
              <a:ext cx="448" cy="299"/>
            </a:xfrm>
            <a:custGeom>
              <a:rect b="b" l="l" r="r" t="t"/>
              <a:pathLst>
                <a:path extrusionOk="0" h="22" w="33">
                  <a:moveTo>
                    <a:pt x="32" y="21"/>
                  </a:moveTo>
                  <a:cubicBezTo>
                    <a:pt x="22" y="11"/>
                    <a:pt x="11" y="4"/>
                    <a:pt x="1" y="0"/>
                  </a:cubicBezTo>
                  <a:cubicBezTo>
                    <a:pt x="11" y="4"/>
                    <a:pt x="22" y="11"/>
                    <a:pt x="32"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8" name="Google Shape;5718;p129"/>
            <p:cNvSpPr/>
            <p:nvPr/>
          </p:nvSpPr>
          <p:spPr>
            <a:xfrm>
              <a:off x="2315386" y="1773006"/>
              <a:ext cx="54" cy="109"/>
            </a:xfrm>
            <a:custGeom>
              <a:rect b="b" l="l" r="r" t="t"/>
              <a:pathLst>
                <a:path extrusionOk="0" h="8" w="4">
                  <a:moveTo>
                    <a:pt x="4"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9" name="Google Shape;5719;p129"/>
            <p:cNvSpPr/>
            <p:nvPr/>
          </p:nvSpPr>
          <p:spPr>
            <a:xfrm>
              <a:off x="2315236" y="1772816"/>
              <a:ext cx="109" cy="109"/>
            </a:xfrm>
            <a:custGeom>
              <a:rect b="b" l="l" r="r" t="t"/>
              <a:pathLst>
                <a:path extrusionOk="0" h="8" w="8">
                  <a:moveTo>
                    <a:pt x="8"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0" name="Google Shape;5720;p129"/>
            <p:cNvSpPr/>
            <p:nvPr/>
          </p:nvSpPr>
          <p:spPr>
            <a:xfrm>
              <a:off x="2315046" y="1772572"/>
              <a:ext cx="109" cy="109"/>
            </a:xfrm>
            <a:custGeom>
              <a:rect b="b" l="l" r="r" t="t"/>
              <a:pathLst>
                <a:path extrusionOk="0" h="8" w="8">
                  <a:moveTo>
                    <a:pt x="8"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1" name="Google Shape;5721;p129"/>
            <p:cNvSpPr/>
            <p:nvPr/>
          </p:nvSpPr>
          <p:spPr>
            <a:xfrm>
              <a:off x="2314286" y="1778709"/>
              <a:ext cx="204" cy="204"/>
            </a:xfrm>
            <a:custGeom>
              <a:rect b="b" l="l" r="r" t="t"/>
              <a:pathLst>
                <a:path extrusionOk="0" h="15" w="15">
                  <a:moveTo>
                    <a:pt x="1" y="15"/>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2" name="Google Shape;5722;p129"/>
            <p:cNvSpPr/>
            <p:nvPr/>
          </p:nvSpPr>
          <p:spPr>
            <a:xfrm>
              <a:off x="2310769" y="1783081"/>
              <a:ext cx="339" cy="543"/>
            </a:xfrm>
            <a:custGeom>
              <a:rect b="b" l="l" r="r" t="t"/>
              <a:pathLst>
                <a:path extrusionOk="0" h="40" w="25">
                  <a:moveTo>
                    <a:pt x="0" y="39"/>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3" name="Google Shape;5723;p129"/>
            <p:cNvSpPr/>
            <p:nvPr/>
          </p:nvSpPr>
          <p:spPr>
            <a:xfrm>
              <a:off x="2310335" y="1783651"/>
              <a:ext cx="394" cy="638"/>
            </a:xfrm>
            <a:custGeom>
              <a:rect b="b" l="l" r="r" t="t"/>
              <a:pathLst>
                <a:path extrusionOk="0" h="47" w="29">
                  <a:moveTo>
                    <a:pt x="1" y="46"/>
                  </a:move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4" name="Google Shape;5724;p129"/>
            <p:cNvSpPr/>
            <p:nvPr/>
          </p:nvSpPr>
          <p:spPr>
            <a:xfrm>
              <a:off x="2309669" y="1784982"/>
              <a:ext cx="258" cy="394"/>
            </a:xfrm>
            <a:custGeom>
              <a:rect b="b" l="l" r="r" t="t"/>
              <a:pathLst>
                <a:path extrusionOk="0" h="29" w="19">
                  <a:moveTo>
                    <a:pt x="1" y="29"/>
                  </a:moveTo>
                  <a:lnTo>
                    <a:pt x="1" y="29"/>
                  </a:ln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5" name="Google Shape;5725;p129"/>
            <p:cNvSpPr/>
            <p:nvPr/>
          </p:nvSpPr>
          <p:spPr>
            <a:xfrm>
              <a:off x="2313430" y="1779659"/>
              <a:ext cx="204" cy="258"/>
            </a:xfrm>
            <a:custGeom>
              <a:rect b="b" l="l" r="r" t="t"/>
              <a:pathLst>
                <a:path extrusionOk="0" h="19" w="15">
                  <a:moveTo>
                    <a:pt x="1" y="18"/>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6" name="Google Shape;5726;p129"/>
            <p:cNvSpPr/>
            <p:nvPr/>
          </p:nvSpPr>
          <p:spPr>
            <a:xfrm>
              <a:off x="2311190" y="1782511"/>
              <a:ext cx="299" cy="394"/>
            </a:xfrm>
            <a:custGeom>
              <a:rect b="b" l="l" r="r" t="t"/>
              <a:pathLst>
                <a:path extrusionOk="0" h="29" w="22">
                  <a:moveTo>
                    <a:pt x="1" y="29"/>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7" name="Google Shape;5727;p129"/>
            <p:cNvSpPr/>
            <p:nvPr/>
          </p:nvSpPr>
          <p:spPr>
            <a:xfrm>
              <a:off x="2314856" y="1772382"/>
              <a:ext cx="109" cy="109"/>
            </a:xfrm>
            <a:custGeom>
              <a:rect b="b" l="l" r="r" t="t"/>
              <a:pathLst>
                <a:path extrusionOk="0" h="8" w="8">
                  <a:moveTo>
                    <a:pt x="1" y="1"/>
                  </a:moveTo>
                  <a:lnTo>
                    <a:pt x="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8" name="Google Shape;5728;p129"/>
            <p:cNvSpPr/>
            <p:nvPr/>
          </p:nvSpPr>
          <p:spPr>
            <a:xfrm>
              <a:off x="2313091" y="1780094"/>
              <a:ext cx="258" cy="244"/>
            </a:xfrm>
            <a:custGeom>
              <a:rect b="b" l="l" r="r" t="t"/>
              <a:pathLst>
                <a:path extrusionOk="0" h="18" w="19">
                  <a:moveTo>
                    <a:pt x="1" y="18"/>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9" name="Google Shape;5729;p129"/>
            <p:cNvSpPr/>
            <p:nvPr/>
          </p:nvSpPr>
          <p:spPr>
            <a:xfrm>
              <a:off x="2312765" y="1780515"/>
              <a:ext cx="244" cy="299"/>
            </a:xfrm>
            <a:custGeom>
              <a:rect b="b" l="l" r="r" t="t"/>
              <a:pathLst>
                <a:path extrusionOk="0" h="22" w="18">
                  <a:moveTo>
                    <a:pt x="0" y="22"/>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0" name="Google Shape;5730;p129"/>
            <p:cNvSpPr/>
            <p:nvPr/>
          </p:nvSpPr>
          <p:spPr>
            <a:xfrm>
              <a:off x="2312385" y="1780990"/>
              <a:ext cx="244" cy="299"/>
            </a:xfrm>
            <a:custGeom>
              <a:rect b="b" l="l" r="r" t="t"/>
              <a:pathLst>
                <a:path extrusionOk="0" h="22" w="18">
                  <a:moveTo>
                    <a:pt x="0" y="22"/>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1" name="Google Shape;5731;p129"/>
            <p:cNvSpPr/>
            <p:nvPr/>
          </p:nvSpPr>
          <p:spPr>
            <a:xfrm>
              <a:off x="2312005" y="1781465"/>
              <a:ext cx="244" cy="353"/>
            </a:xfrm>
            <a:custGeom>
              <a:rect b="b" l="l" r="r" t="t"/>
              <a:pathLst>
                <a:path extrusionOk="0" h="26" w="18">
                  <a:moveTo>
                    <a:pt x="0" y="25"/>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2" name="Google Shape;5732;p129"/>
            <p:cNvSpPr/>
            <p:nvPr/>
          </p:nvSpPr>
          <p:spPr>
            <a:xfrm>
              <a:off x="2311625" y="1781995"/>
              <a:ext cx="244" cy="339"/>
            </a:xfrm>
            <a:custGeom>
              <a:rect b="b" l="l" r="r" t="t"/>
              <a:pathLst>
                <a:path extrusionOk="0" h="25" w="18">
                  <a:moveTo>
                    <a:pt x="0" y="25"/>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3" name="Google Shape;5733;p129"/>
            <p:cNvSpPr/>
            <p:nvPr/>
          </p:nvSpPr>
          <p:spPr>
            <a:xfrm>
              <a:off x="2309955" y="1784276"/>
              <a:ext cx="394" cy="584"/>
            </a:xfrm>
            <a:custGeom>
              <a:rect b="b" l="l" r="r" t="t"/>
              <a:pathLst>
                <a:path extrusionOk="0" h="43" w="29">
                  <a:moveTo>
                    <a:pt x="1" y="42"/>
                  </a:moveTo>
                  <a:lnTo>
                    <a:pt x="2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4" name="Google Shape;5734;p129"/>
            <p:cNvSpPr/>
            <p:nvPr/>
          </p:nvSpPr>
          <p:spPr>
            <a:xfrm>
              <a:off x="2312141" y="1771241"/>
              <a:ext cx="394" cy="68"/>
            </a:xfrm>
            <a:custGeom>
              <a:rect b="b" l="l" r="r" t="t"/>
              <a:pathLst>
                <a:path extrusionOk="0" h="5" w="29">
                  <a:moveTo>
                    <a:pt x="29"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5" name="Google Shape;5735;p129"/>
            <p:cNvSpPr/>
            <p:nvPr/>
          </p:nvSpPr>
          <p:spPr>
            <a:xfrm>
              <a:off x="2312616" y="1771296"/>
              <a:ext cx="353" cy="109"/>
            </a:xfrm>
            <a:custGeom>
              <a:rect b="b" l="l" r="r" t="t"/>
              <a:pathLst>
                <a:path extrusionOk="0" h="8" w="26">
                  <a:moveTo>
                    <a:pt x="25"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6" name="Google Shape;5736;p129"/>
            <p:cNvSpPr/>
            <p:nvPr/>
          </p:nvSpPr>
          <p:spPr>
            <a:xfrm>
              <a:off x="2311665" y="1771146"/>
              <a:ext cx="394" cy="68"/>
            </a:xfrm>
            <a:custGeom>
              <a:rect b="b" l="l" r="r" t="t"/>
              <a:pathLst>
                <a:path extrusionOk="0" h="5" w="29">
                  <a:moveTo>
                    <a:pt x="29"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7" name="Google Shape;5737;p129"/>
            <p:cNvSpPr/>
            <p:nvPr/>
          </p:nvSpPr>
          <p:spPr>
            <a:xfrm>
              <a:off x="2313050" y="1771431"/>
              <a:ext cx="299" cy="109"/>
            </a:xfrm>
            <a:custGeom>
              <a:rect b="b" l="l" r="r" t="t"/>
              <a:pathLst>
                <a:path extrusionOk="0" h="8" w="22">
                  <a:moveTo>
                    <a:pt x="21"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8" name="Google Shape;5738;p129"/>
            <p:cNvSpPr/>
            <p:nvPr/>
          </p:nvSpPr>
          <p:spPr>
            <a:xfrm>
              <a:off x="2978891" y="1743340"/>
              <a:ext cx="24684" cy="32355"/>
            </a:xfrm>
            <a:custGeom>
              <a:rect b="b" l="l" r="r" t="t"/>
              <a:pathLst>
                <a:path extrusionOk="0" h="2383" w="1818">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9" name="Google Shape;5739;p129"/>
            <p:cNvSpPr/>
            <p:nvPr/>
          </p:nvSpPr>
          <p:spPr>
            <a:xfrm>
              <a:off x="2700253" y="1844234"/>
              <a:ext cx="29287" cy="39198"/>
            </a:xfrm>
            <a:custGeom>
              <a:rect b="b" l="l" r="r" t="t"/>
              <a:pathLst>
                <a:path extrusionOk="0" h="2887" w="2157">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0" name="Google Shape;5740;p129"/>
            <p:cNvSpPr/>
            <p:nvPr/>
          </p:nvSpPr>
          <p:spPr>
            <a:xfrm>
              <a:off x="2556128" y="1768064"/>
              <a:ext cx="203975" cy="215624"/>
            </a:xfrm>
            <a:custGeom>
              <a:rect b="b" l="l" r="r" t="t"/>
              <a:pathLst>
                <a:path extrusionOk="0" h="15881" w="15023">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1" name="Google Shape;5741;p129"/>
            <p:cNvSpPr/>
            <p:nvPr/>
          </p:nvSpPr>
          <p:spPr>
            <a:xfrm>
              <a:off x="2702915" y="1869217"/>
              <a:ext cx="109" cy="394"/>
            </a:xfrm>
            <a:custGeom>
              <a:rect b="b" l="l" r="r" t="t"/>
              <a:pathLst>
                <a:path extrusionOk="0" h="29" w="8">
                  <a:moveTo>
                    <a:pt x="0" y="0"/>
                  </a:moveTo>
                  <a:lnTo>
                    <a:pt x="7"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2" name="Google Shape;5742;p129"/>
            <p:cNvSpPr/>
            <p:nvPr/>
          </p:nvSpPr>
          <p:spPr>
            <a:xfrm>
              <a:off x="2730382" y="1871783"/>
              <a:ext cx="204" cy="1290"/>
            </a:xfrm>
            <a:custGeom>
              <a:rect b="b" l="l" r="r" t="t"/>
              <a:pathLst>
                <a:path extrusionOk="0" h="95" w="15">
                  <a:moveTo>
                    <a:pt x="15" y="9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3" name="Google Shape;5743;p129"/>
            <p:cNvSpPr/>
            <p:nvPr/>
          </p:nvSpPr>
          <p:spPr>
            <a:xfrm>
              <a:off x="2703105" y="1870018"/>
              <a:ext cx="109" cy="448"/>
            </a:xfrm>
            <a:custGeom>
              <a:rect b="b" l="l" r="r" t="t"/>
              <a:pathLst>
                <a:path extrusionOk="0" h="33" w="8">
                  <a:moveTo>
                    <a:pt x="0" y="1"/>
                  </a:moveTo>
                  <a:lnTo>
                    <a:pt x="7"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4" name="Google Shape;5744;p129"/>
            <p:cNvSpPr/>
            <p:nvPr/>
          </p:nvSpPr>
          <p:spPr>
            <a:xfrm>
              <a:off x="2702480" y="1867737"/>
              <a:ext cx="109" cy="394"/>
            </a:xfrm>
            <a:custGeom>
              <a:rect b="b" l="l" r="r" t="t"/>
              <a:pathLst>
                <a:path extrusionOk="0" h="29" w="8">
                  <a:moveTo>
                    <a:pt x="1" y="1"/>
                  </a:moveTo>
                  <a:lnTo>
                    <a:pt x="8"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5" name="Google Shape;5745;p129"/>
            <p:cNvSpPr/>
            <p:nvPr/>
          </p:nvSpPr>
          <p:spPr>
            <a:xfrm>
              <a:off x="2701774" y="1865795"/>
              <a:ext cx="204" cy="489"/>
            </a:xfrm>
            <a:custGeom>
              <a:rect b="b" l="l" r="r" t="t"/>
              <a:pathLst>
                <a:path extrusionOk="0" h="36" w="15">
                  <a:moveTo>
                    <a:pt x="0" y="0"/>
                  </a:moveTo>
                  <a:cubicBezTo>
                    <a:pt x="4" y="11"/>
                    <a:pt x="11" y="21"/>
                    <a:pt x="14" y="35"/>
                  </a:cubicBezTo>
                  <a:cubicBezTo>
                    <a:pt x="11" y="21"/>
                    <a:pt x="7"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6" name="Google Shape;5746;p129"/>
            <p:cNvSpPr/>
            <p:nvPr/>
          </p:nvSpPr>
          <p:spPr>
            <a:xfrm>
              <a:off x="2730667" y="1873439"/>
              <a:ext cx="163" cy="964"/>
            </a:xfrm>
            <a:custGeom>
              <a:rect b="b" l="l" r="r" t="t"/>
              <a:pathLst>
                <a:path extrusionOk="0" h="71" w="12">
                  <a:moveTo>
                    <a:pt x="11" y="7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7" name="Google Shape;5747;p129"/>
            <p:cNvSpPr/>
            <p:nvPr/>
          </p:nvSpPr>
          <p:spPr>
            <a:xfrm>
              <a:off x="2730911" y="1874919"/>
              <a:ext cx="149" cy="1005"/>
            </a:xfrm>
            <a:custGeom>
              <a:rect b="b" l="l" r="r" t="t"/>
              <a:pathLst>
                <a:path extrusionOk="0" h="74" w="11">
                  <a:moveTo>
                    <a:pt x="11" y="7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8" name="Google Shape;5748;p129"/>
            <p:cNvSpPr/>
            <p:nvPr/>
          </p:nvSpPr>
          <p:spPr>
            <a:xfrm>
              <a:off x="2702290" y="1867071"/>
              <a:ext cx="109" cy="353"/>
            </a:xfrm>
            <a:custGeom>
              <a:rect b="b" l="l" r="r" t="t"/>
              <a:pathLst>
                <a:path extrusionOk="0" h="26" w="8">
                  <a:moveTo>
                    <a:pt x="1" y="1"/>
                  </a:moveTo>
                  <a:lnTo>
                    <a:pt x="8"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9" name="Google Shape;5749;p129"/>
            <p:cNvSpPr/>
            <p:nvPr/>
          </p:nvSpPr>
          <p:spPr>
            <a:xfrm>
              <a:off x="2703675" y="1872638"/>
              <a:ext cx="54" cy="434"/>
            </a:xfrm>
            <a:custGeom>
              <a:rect b="b" l="l" r="r" t="t"/>
              <a:pathLst>
                <a:path extrusionOk="0" h="32" w="4">
                  <a:moveTo>
                    <a:pt x="0" y="0"/>
                  </a:moveTo>
                  <a:lnTo>
                    <a:pt x="4"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0" name="Google Shape;5750;p129"/>
            <p:cNvSpPr/>
            <p:nvPr/>
          </p:nvSpPr>
          <p:spPr>
            <a:xfrm>
              <a:off x="2703485" y="1871728"/>
              <a:ext cx="109" cy="448"/>
            </a:xfrm>
            <a:custGeom>
              <a:rect b="b" l="l" r="r" t="t"/>
              <a:pathLst>
                <a:path extrusionOk="0" h="33" w="8">
                  <a:moveTo>
                    <a:pt x="0" y="1"/>
                  </a:moveTo>
                  <a:lnTo>
                    <a:pt x="7"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1" name="Google Shape;5751;p129"/>
            <p:cNvSpPr/>
            <p:nvPr/>
          </p:nvSpPr>
          <p:spPr>
            <a:xfrm>
              <a:off x="2702670" y="1868497"/>
              <a:ext cx="163" cy="353"/>
            </a:xfrm>
            <a:custGeom>
              <a:rect b="b" l="l" r="r" t="t"/>
              <a:pathLst>
                <a:path extrusionOk="0" h="26" w="12">
                  <a:moveTo>
                    <a:pt x="1" y="1"/>
                  </a:moveTo>
                  <a:lnTo>
                    <a:pt x="1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2" name="Google Shape;5752;p129"/>
            <p:cNvSpPr/>
            <p:nvPr/>
          </p:nvSpPr>
          <p:spPr>
            <a:xfrm>
              <a:off x="2731142" y="1876345"/>
              <a:ext cx="14" cy="109"/>
            </a:xfrm>
            <a:custGeom>
              <a:rect b="b" l="l" r="r" t="t"/>
              <a:pathLst>
                <a:path extrusionOk="0" h="8" w="1">
                  <a:moveTo>
                    <a:pt x="1" y="7"/>
                  </a:moveTo>
                  <a:lnTo>
                    <a:pt x="1" y="7"/>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3" name="Google Shape;5753;p129"/>
            <p:cNvSpPr/>
            <p:nvPr/>
          </p:nvSpPr>
          <p:spPr>
            <a:xfrm>
              <a:off x="2699819" y="1855802"/>
              <a:ext cx="1969" cy="10007"/>
            </a:xfrm>
            <a:custGeom>
              <a:rect b="b" l="l" r="r" t="t"/>
              <a:pathLst>
                <a:path extrusionOk="0" h="737" w="145">
                  <a:moveTo>
                    <a:pt x="144" y="736"/>
                  </a:moveTo>
                  <a:cubicBezTo>
                    <a:pt x="57" y="501"/>
                    <a:pt x="8" y="253"/>
                    <a:pt x="1" y="1"/>
                  </a:cubicBezTo>
                  <a:cubicBezTo>
                    <a:pt x="8" y="253"/>
                    <a:pt x="57" y="501"/>
                    <a:pt x="144" y="7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4" name="Google Shape;5754;p129"/>
            <p:cNvSpPr/>
            <p:nvPr/>
          </p:nvSpPr>
          <p:spPr>
            <a:xfrm>
              <a:off x="2704191" y="1876345"/>
              <a:ext cx="68" cy="530"/>
            </a:xfrm>
            <a:custGeom>
              <a:rect b="b" l="l" r="r" t="t"/>
              <a:pathLst>
                <a:path extrusionOk="0" h="39" w="5">
                  <a:moveTo>
                    <a:pt x="1" y="0"/>
                  </a:moveTo>
                  <a:cubicBezTo>
                    <a:pt x="1" y="11"/>
                    <a:pt x="1" y="25"/>
                    <a:pt x="4" y="39"/>
                  </a:cubicBezTo>
                  <a:cubicBezTo>
                    <a:pt x="4" y="25"/>
                    <a:pt x="1"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5" name="Google Shape;5755;p129"/>
            <p:cNvSpPr/>
            <p:nvPr/>
          </p:nvSpPr>
          <p:spPr>
            <a:xfrm>
              <a:off x="2698543" y="1845022"/>
              <a:ext cx="299" cy="1195"/>
            </a:xfrm>
            <a:custGeom>
              <a:rect b="b" l="l" r="r" t="t"/>
              <a:pathLst>
                <a:path extrusionOk="0" h="88" w="22">
                  <a:moveTo>
                    <a:pt x="0" y="88"/>
                  </a:moveTo>
                  <a:cubicBezTo>
                    <a:pt x="0" y="56"/>
                    <a:pt x="7" y="28"/>
                    <a:pt x="21" y="0"/>
                  </a:cubicBezTo>
                  <a:cubicBezTo>
                    <a:pt x="7" y="28"/>
                    <a:pt x="0" y="56"/>
                    <a:pt x="0" y="8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6" name="Google Shape;5756;p129"/>
            <p:cNvSpPr/>
            <p:nvPr/>
          </p:nvSpPr>
          <p:spPr>
            <a:xfrm>
              <a:off x="2703295" y="1870873"/>
              <a:ext cx="109" cy="448"/>
            </a:xfrm>
            <a:custGeom>
              <a:rect b="b" l="l" r="r" t="t"/>
              <a:pathLst>
                <a:path extrusionOk="0" h="33" w="8">
                  <a:moveTo>
                    <a:pt x="0" y="1"/>
                  </a:moveTo>
                  <a:lnTo>
                    <a:pt x="7"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7" name="Google Shape;5757;p129"/>
            <p:cNvSpPr/>
            <p:nvPr/>
          </p:nvSpPr>
          <p:spPr>
            <a:xfrm>
              <a:off x="2703960" y="1874485"/>
              <a:ext cx="54" cy="489"/>
            </a:xfrm>
            <a:custGeom>
              <a:rect b="b" l="l" r="r" t="t"/>
              <a:pathLst>
                <a:path extrusionOk="0" h="36" w="4">
                  <a:moveTo>
                    <a:pt x="0" y="1"/>
                  </a:moveTo>
                  <a:cubicBezTo>
                    <a:pt x="0" y="11"/>
                    <a:pt x="4" y="22"/>
                    <a:pt x="4" y="36"/>
                  </a:cubicBezTo>
                  <a:cubicBezTo>
                    <a:pt x="4" y="22"/>
                    <a:pt x="0" y="1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8" name="Google Shape;5758;p129"/>
            <p:cNvSpPr/>
            <p:nvPr/>
          </p:nvSpPr>
          <p:spPr>
            <a:xfrm>
              <a:off x="2704245" y="1877241"/>
              <a:ext cx="54" cy="543"/>
            </a:xfrm>
            <a:custGeom>
              <a:rect b="b" l="l" r="r" t="t"/>
              <a:pathLst>
                <a:path extrusionOk="0" h="40" w="4">
                  <a:moveTo>
                    <a:pt x="0" y="1"/>
                  </a:moveTo>
                  <a:cubicBezTo>
                    <a:pt x="0" y="15"/>
                    <a:pt x="0" y="29"/>
                    <a:pt x="4" y="39"/>
                  </a:cubicBezTo>
                  <a:cubicBezTo>
                    <a:pt x="4" y="29"/>
                    <a:pt x="4"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9" name="Google Shape;5759;p129"/>
            <p:cNvSpPr/>
            <p:nvPr/>
          </p:nvSpPr>
          <p:spPr>
            <a:xfrm>
              <a:off x="2704055" y="1875394"/>
              <a:ext cx="109" cy="489"/>
            </a:xfrm>
            <a:custGeom>
              <a:rect b="b" l="l" r="r" t="t"/>
              <a:pathLst>
                <a:path extrusionOk="0" h="36" w="8">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0" name="Google Shape;5760;p129"/>
            <p:cNvSpPr/>
            <p:nvPr/>
          </p:nvSpPr>
          <p:spPr>
            <a:xfrm>
              <a:off x="2704286" y="1878151"/>
              <a:ext cx="14" cy="109"/>
            </a:xfrm>
            <a:custGeom>
              <a:rect b="b" l="l" r="r" t="t"/>
              <a:pathLst>
                <a:path extrusionOk="0" h="8" w="1">
                  <a:moveTo>
                    <a:pt x="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1" name="Google Shape;5761;p129"/>
            <p:cNvSpPr/>
            <p:nvPr/>
          </p:nvSpPr>
          <p:spPr>
            <a:xfrm>
              <a:off x="2703811" y="1873534"/>
              <a:ext cx="68" cy="489"/>
            </a:xfrm>
            <a:custGeom>
              <a:rect b="b" l="l" r="r" t="t"/>
              <a:pathLst>
                <a:path extrusionOk="0" h="36" w="5">
                  <a:moveTo>
                    <a:pt x="1" y="1"/>
                  </a:moveTo>
                  <a:cubicBezTo>
                    <a:pt x="1" y="11"/>
                    <a:pt x="4" y="25"/>
                    <a:pt x="4" y="36"/>
                  </a:cubicBezTo>
                  <a:cubicBezTo>
                    <a:pt x="4" y="25"/>
                    <a:pt x="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2" name="Google Shape;5762;p129"/>
            <p:cNvSpPr/>
            <p:nvPr/>
          </p:nvSpPr>
          <p:spPr>
            <a:xfrm>
              <a:off x="2702059" y="1866460"/>
              <a:ext cx="149" cy="339"/>
            </a:xfrm>
            <a:custGeom>
              <a:rect b="b" l="l" r="r" t="t"/>
              <a:pathLst>
                <a:path extrusionOk="0" h="25" w="11">
                  <a:moveTo>
                    <a:pt x="0" y="0"/>
                  </a:moveTo>
                  <a:lnTo>
                    <a:pt x="1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3" name="Google Shape;5763;p129"/>
            <p:cNvSpPr/>
            <p:nvPr/>
          </p:nvSpPr>
          <p:spPr>
            <a:xfrm>
              <a:off x="2698923" y="1616037"/>
              <a:ext cx="231211" cy="97731"/>
            </a:xfrm>
            <a:custGeom>
              <a:rect b="b" l="l" r="r" t="t"/>
              <a:pathLst>
                <a:path extrusionOk="0" h="7198" w="17029">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4" name="Google Shape;5764;p129"/>
            <p:cNvSpPr/>
            <p:nvPr/>
          </p:nvSpPr>
          <p:spPr>
            <a:xfrm>
              <a:off x="2305162" y="1791540"/>
              <a:ext cx="1914" cy="7047"/>
            </a:xfrm>
            <a:custGeom>
              <a:rect b="b" l="l" r="r" t="t"/>
              <a:pathLst>
                <a:path extrusionOk="0" h="519" w="141">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5" name="Google Shape;5765;p129"/>
            <p:cNvSpPr/>
            <p:nvPr/>
          </p:nvSpPr>
          <p:spPr>
            <a:xfrm>
              <a:off x="2298930" y="1785457"/>
              <a:ext cx="8853" cy="26449"/>
            </a:xfrm>
            <a:custGeom>
              <a:rect b="b" l="l" r="r" t="t"/>
              <a:pathLst>
                <a:path extrusionOk="0" h="1948" w="652">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6" name="Google Shape;5766;p129"/>
            <p:cNvSpPr/>
            <p:nvPr/>
          </p:nvSpPr>
          <p:spPr>
            <a:xfrm>
              <a:off x="2298889" y="1800908"/>
              <a:ext cx="4426" cy="10848"/>
            </a:xfrm>
            <a:custGeom>
              <a:rect b="b" l="l" r="r" t="t"/>
              <a:pathLst>
                <a:path extrusionOk="0" h="799" w="326">
                  <a:moveTo>
                    <a:pt x="0" y="0"/>
                  </a:moveTo>
                  <a:lnTo>
                    <a:pt x="326" y="799"/>
                  </a:lnTo>
                  <a:lnTo>
                    <a:pt x="326" y="79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7" name="Google Shape;5767;p129"/>
            <p:cNvSpPr/>
            <p:nvPr/>
          </p:nvSpPr>
          <p:spPr>
            <a:xfrm>
              <a:off x="2303397" y="1796441"/>
              <a:ext cx="163" cy="434"/>
            </a:xfrm>
            <a:custGeom>
              <a:rect b="b" l="l" r="r" t="t"/>
              <a:pathLst>
                <a:path extrusionOk="0" h="32" w="12">
                  <a:moveTo>
                    <a:pt x="11" y="32"/>
                  </a:moveTo>
                  <a:cubicBezTo>
                    <a:pt x="8" y="21"/>
                    <a:pt x="4" y="11"/>
                    <a:pt x="1" y="0"/>
                  </a:cubicBezTo>
                  <a:cubicBezTo>
                    <a:pt x="4" y="11"/>
                    <a:pt x="8" y="21"/>
                    <a:pt x="11"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8" name="Google Shape;5768;p129"/>
            <p:cNvSpPr/>
            <p:nvPr/>
          </p:nvSpPr>
          <p:spPr>
            <a:xfrm>
              <a:off x="2307063" y="1789734"/>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9" name="Google Shape;5769;p129"/>
            <p:cNvSpPr/>
            <p:nvPr/>
          </p:nvSpPr>
          <p:spPr>
            <a:xfrm>
              <a:off x="2305542" y="1789924"/>
              <a:ext cx="54" cy="14"/>
            </a:xfrm>
            <a:custGeom>
              <a:rect b="b" l="l" r="r" t="t"/>
              <a:pathLst>
                <a:path extrusionOk="0" h="1" w="4">
                  <a:moveTo>
                    <a:pt x="0" y="1"/>
                  </a:moveTo>
                  <a:lnTo>
                    <a:pt x="0" y="1"/>
                  </a:ln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0" name="Google Shape;5770;p129"/>
            <p:cNvSpPr/>
            <p:nvPr/>
          </p:nvSpPr>
          <p:spPr>
            <a:xfrm>
              <a:off x="2305827" y="1789829"/>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1" name="Google Shape;5771;p129"/>
            <p:cNvSpPr/>
            <p:nvPr/>
          </p:nvSpPr>
          <p:spPr>
            <a:xfrm>
              <a:off x="2304021" y="1798193"/>
              <a:ext cx="339" cy="584"/>
            </a:xfrm>
            <a:custGeom>
              <a:rect b="b" l="l" r="r" t="t"/>
              <a:pathLst>
                <a:path extrusionOk="0" h="43" w="25">
                  <a:moveTo>
                    <a:pt x="25" y="43"/>
                  </a:moveTo>
                  <a:cubicBezTo>
                    <a:pt x="18" y="29"/>
                    <a:pt x="7" y="11"/>
                    <a:pt x="0" y="1"/>
                  </a:cubicBezTo>
                  <a:cubicBezTo>
                    <a:pt x="7" y="11"/>
                    <a:pt x="18" y="29"/>
                    <a:pt x="25"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2" name="Google Shape;5772;p129"/>
            <p:cNvSpPr/>
            <p:nvPr/>
          </p:nvSpPr>
          <p:spPr>
            <a:xfrm>
              <a:off x="2303546" y="1796916"/>
              <a:ext cx="204" cy="530"/>
            </a:xfrm>
            <a:custGeom>
              <a:rect b="b" l="l" r="r" t="t"/>
              <a:pathLst>
                <a:path extrusionOk="0" h="39" w="15">
                  <a:moveTo>
                    <a:pt x="0" y="0"/>
                  </a:moveTo>
                  <a:cubicBezTo>
                    <a:pt x="4" y="14"/>
                    <a:pt x="7" y="25"/>
                    <a:pt x="14" y="39"/>
                  </a:cubicBezTo>
                  <a:cubicBezTo>
                    <a:pt x="11" y="25"/>
                    <a:pt x="4" y="1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3" name="Google Shape;5773;p129"/>
            <p:cNvSpPr/>
            <p:nvPr/>
          </p:nvSpPr>
          <p:spPr>
            <a:xfrm>
              <a:off x="2304877" y="1799618"/>
              <a:ext cx="530" cy="679"/>
            </a:xfrm>
            <a:custGeom>
              <a:rect b="b" l="l" r="r" t="t"/>
              <a:pathLst>
                <a:path extrusionOk="0" h="50" w="39">
                  <a:moveTo>
                    <a:pt x="0" y="1"/>
                  </a:moveTo>
                  <a:lnTo>
                    <a:pt x="0" y="1"/>
                  </a:lnTo>
                  <a:cubicBezTo>
                    <a:pt x="11" y="18"/>
                    <a:pt x="25" y="36"/>
                    <a:pt x="39" y="50"/>
                  </a:cubicBezTo>
                  <a:cubicBezTo>
                    <a:pt x="25" y="32"/>
                    <a:pt x="14"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4" name="Google Shape;5774;p129"/>
            <p:cNvSpPr/>
            <p:nvPr/>
          </p:nvSpPr>
          <p:spPr>
            <a:xfrm>
              <a:off x="2305447" y="1800379"/>
              <a:ext cx="625" cy="733"/>
            </a:xfrm>
            <a:custGeom>
              <a:rect b="b" l="l" r="r" t="t"/>
              <a:pathLst>
                <a:path extrusionOk="0" h="54" w="46">
                  <a:moveTo>
                    <a:pt x="0" y="1"/>
                  </a:moveTo>
                  <a:cubicBezTo>
                    <a:pt x="14" y="18"/>
                    <a:pt x="28" y="39"/>
                    <a:pt x="46" y="53"/>
                  </a:cubicBezTo>
                  <a:cubicBezTo>
                    <a:pt x="28" y="36"/>
                    <a:pt x="14" y="1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5" name="Google Shape;5775;p129"/>
            <p:cNvSpPr/>
            <p:nvPr/>
          </p:nvSpPr>
          <p:spPr>
            <a:xfrm>
              <a:off x="2304401" y="1798858"/>
              <a:ext cx="434" cy="679"/>
            </a:xfrm>
            <a:custGeom>
              <a:rect b="b" l="l" r="r" t="t"/>
              <a:pathLst>
                <a:path extrusionOk="0" h="50" w="32">
                  <a:moveTo>
                    <a:pt x="32" y="50"/>
                  </a:moveTo>
                  <a:cubicBezTo>
                    <a:pt x="21" y="32"/>
                    <a:pt x="11" y="18"/>
                    <a:pt x="0" y="1"/>
                  </a:cubicBezTo>
                  <a:cubicBezTo>
                    <a:pt x="11" y="18"/>
                    <a:pt x="21" y="32"/>
                    <a:pt x="32" y="5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6" name="Google Shape;5776;p129"/>
            <p:cNvSpPr/>
            <p:nvPr/>
          </p:nvSpPr>
          <p:spPr>
            <a:xfrm>
              <a:off x="2305637" y="1789883"/>
              <a:ext cx="109" cy="14"/>
            </a:xfrm>
            <a:custGeom>
              <a:rect b="b" l="l" r="r" t="t"/>
              <a:pathLst>
                <a:path extrusionOk="0" h="1" w="8">
                  <a:moveTo>
                    <a:pt x="0" y="0"/>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7" name="Google Shape;5777;p129"/>
            <p:cNvSpPr/>
            <p:nvPr/>
          </p:nvSpPr>
          <p:spPr>
            <a:xfrm>
              <a:off x="2306017" y="178978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8" name="Google Shape;5778;p129"/>
            <p:cNvSpPr/>
            <p:nvPr/>
          </p:nvSpPr>
          <p:spPr>
            <a:xfrm>
              <a:off x="2303397" y="1796102"/>
              <a:ext cx="14" cy="353"/>
            </a:xfrm>
            <a:custGeom>
              <a:rect b="b" l="l" r="r" t="t"/>
              <a:pathLst>
                <a:path extrusionOk="0" h="26" w="1">
                  <a:moveTo>
                    <a:pt x="1" y="25"/>
                  </a:moveTo>
                  <a:cubicBezTo>
                    <a:pt x="1" y="18"/>
                    <a:pt x="1" y="8"/>
                    <a:pt x="1" y="1"/>
                  </a:cubicBezTo>
                  <a:cubicBezTo>
                    <a:pt x="1" y="8"/>
                    <a:pt x="1" y="18"/>
                    <a:pt x="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9" name="Google Shape;5779;p129"/>
            <p:cNvSpPr/>
            <p:nvPr/>
          </p:nvSpPr>
          <p:spPr>
            <a:xfrm>
              <a:off x="2303736" y="1797487"/>
              <a:ext cx="299" cy="584"/>
            </a:xfrm>
            <a:custGeom>
              <a:rect b="b" l="l" r="r" t="t"/>
              <a:pathLst>
                <a:path extrusionOk="0" h="43" w="22">
                  <a:moveTo>
                    <a:pt x="21" y="42"/>
                  </a:moveTo>
                  <a:cubicBezTo>
                    <a:pt x="14" y="28"/>
                    <a:pt x="7" y="14"/>
                    <a:pt x="0" y="0"/>
                  </a:cubicBezTo>
                  <a:cubicBezTo>
                    <a:pt x="7" y="14"/>
                    <a:pt x="14" y="28"/>
                    <a:pt x="21" y="4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0" name="Google Shape;5780;p129"/>
            <p:cNvSpPr/>
            <p:nvPr/>
          </p:nvSpPr>
          <p:spPr>
            <a:xfrm>
              <a:off x="2304917" y="1785036"/>
              <a:ext cx="29300" cy="32097"/>
            </a:xfrm>
            <a:custGeom>
              <a:rect b="b" l="l" r="r" t="t"/>
              <a:pathLst>
                <a:path extrusionOk="0" h="2364" w="2158">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1" name="Google Shape;5781;p129"/>
            <p:cNvSpPr/>
            <p:nvPr/>
          </p:nvSpPr>
          <p:spPr>
            <a:xfrm>
              <a:off x="2328977" y="1785036"/>
              <a:ext cx="3001" cy="1534"/>
            </a:xfrm>
            <a:custGeom>
              <a:rect b="b" l="l" r="r" t="t"/>
              <a:pathLst>
                <a:path extrusionOk="0" h="113" w="221">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2" name="Google Shape;5782;p129"/>
            <p:cNvSpPr/>
            <p:nvPr/>
          </p:nvSpPr>
          <p:spPr>
            <a:xfrm>
              <a:off x="2317422" y="1791784"/>
              <a:ext cx="584" cy="394"/>
            </a:xfrm>
            <a:custGeom>
              <a:rect b="b" l="l" r="r" t="t"/>
              <a:pathLst>
                <a:path extrusionOk="0" h="29" w="43">
                  <a:moveTo>
                    <a:pt x="1" y="28"/>
                  </a:moveTo>
                  <a:lnTo>
                    <a:pt x="43"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3" name="Google Shape;5783;p129"/>
            <p:cNvSpPr/>
            <p:nvPr/>
          </p:nvSpPr>
          <p:spPr>
            <a:xfrm>
              <a:off x="2308773" y="1792069"/>
              <a:ext cx="14" cy="54"/>
            </a:xfrm>
            <a:custGeom>
              <a:rect b="b" l="l" r="r" t="t"/>
              <a:pathLst>
                <a:path extrusionOk="0" h="4" w="1">
                  <a:moveTo>
                    <a:pt x="0"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4" name="Google Shape;5784;p129"/>
            <p:cNvSpPr/>
            <p:nvPr/>
          </p:nvSpPr>
          <p:spPr>
            <a:xfrm>
              <a:off x="2308013" y="1799293"/>
              <a:ext cx="54" cy="625"/>
            </a:xfrm>
            <a:custGeom>
              <a:rect b="b" l="l" r="r" t="t"/>
              <a:pathLst>
                <a:path extrusionOk="0" h="46" w="4">
                  <a:moveTo>
                    <a:pt x="4" y="0"/>
                  </a:moveTo>
                  <a:cubicBezTo>
                    <a:pt x="4" y="18"/>
                    <a:pt x="4" y="32"/>
                    <a:pt x="0" y="46"/>
                  </a:cubicBezTo>
                  <a:cubicBezTo>
                    <a:pt x="4" y="32"/>
                    <a:pt x="4" y="18"/>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5" name="Google Shape;5785;p129"/>
            <p:cNvSpPr/>
            <p:nvPr/>
          </p:nvSpPr>
          <p:spPr>
            <a:xfrm>
              <a:off x="2309058" y="1789829"/>
              <a:ext cx="54" cy="394"/>
            </a:xfrm>
            <a:custGeom>
              <a:rect b="b" l="l" r="r" t="t"/>
              <a:pathLst>
                <a:path extrusionOk="0" h="29" w="4">
                  <a:moveTo>
                    <a:pt x="4" y="1"/>
                  </a:moveTo>
                  <a:lnTo>
                    <a:pt x="4" y="1"/>
                  </a:lnTo>
                  <a:lnTo>
                    <a:pt x="0"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6" name="Google Shape;5786;p129"/>
            <p:cNvSpPr/>
            <p:nvPr/>
          </p:nvSpPr>
          <p:spPr>
            <a:xfrm>
              <a:off x="2308339" y="1792300"/>
              <a:ext cx="353" cy="3815"/>
            </a:xfrm>
            <a:custGeom>
              <a:rect b="b" l="l" r="r" t="t"/>
              <a:pathLst>
                <a:path extrusionOk="0" h="281" w="26">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7" name="Google Shape;5787;p129"/>
            <p:cNvSpPr/>
            <p:nvPr/>
          </p:nvSpPr>
          <p:spPr>
            <a:xfrm>
              <a:off x="2307633" y="1800949"/>
              <a:ext cx="299" cy="1819"/>
            </a:xfrm>
            <a:custGeom>
              <a:rect b="b" l="l" r="r" t="t"/>
              <a:pathLst>
                <a:path extrusionOk="0" h="134" w="22">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8" name="Google Shape;5788;p129"/>
            <p:cNvSpPr/>
            <p:nvPr/>
          </p:nvSpPr>
          <p:spPr>
            <a:xfrm>
              <a:off x="2308244" y="1796767"/>
              <a:ext cx="68" cy="638"/>
            </a:xfrm>
            <a:custGeom>
              <a:rect b="b" l="l" r="r" t="t"/>
              <a:pathLst>
                <a:path extrusionOk="0" h="47" w="5">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9" name="Google Shape;5789;p129"/>
            <p:cNvSpPr/>
            <p:nvPr/>
          </p:nvSpPr>
          <p:spPr>
            <a:xfrm>
              <a:off x="2308108" y="1797772"/>
              <a:ext cx="109" cy="1005"/>
            </a:xfrm>
            <a:custGeom>
              <a:rect b="b" l="l" r="r" t="t"/>
              <a:pathLst>
                <a:path extrusionOk="0" h="74" w="8">
                  <a:moveTo>
                    <a:pt x="7" y="0"/>
                  </a:moveTo>
                  <a:cubicBezTo>
                    <a:pt x="7" y="25"/>
                    <a:pt x="4" y="49"/>
                    <a:pt x="0" y="74"/>
                  </a:cubicBezTo>
                  <a:cubicBezTo>
                    <a:pt x="4" y="49"/>
                    <a:pt x="7" y="25"/>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0" name="Google Shape;5790;p129"/>
            <p:cNvSpPr/>
            <p:nvPr/>
          </p:nvSpPr>
          <p:spPr>
            <a:xfrm>
              <a:off x="2306397" y="1805701"/>
              <a:ext cx="54" cy="258"/>
            </a:xfrm>
            <a:custGeom>
              <a:rect b="b" l="l" r="r" t="t"/>
              <a:pathLst>
                <a:path extrusionOk="0" h="19" w="4">
                  <a:moveTo>
                    <a:pt x="0"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1" name="Google Shape;5791;p129"/>
            <p:cNvSpPr/>
            <p:nvPr/>
          </p:nvSpPr>
          <p:spPr>
            <a:xfrm>
              <a:off x="2307918" y="1800528"/>
              <a:ext cx="54" cy="434"/>
            </a:xfrm>
            <a:custGeom>
              <a:rect b="b" l="l" r="r" t="t"/>
              <a:pathLst>
                <a:path extrusionOk="0" h="32" w="4">
                  <a:moveTo>
                    <a:pt x="4" y="0"/>
                  </a:moveTo>
                  <a:lnTo>
                    <a:pt x="0" y="18"/>
                  </a:lnTo>
                  <a:lnTo>
                    <a:pt x="0" y="32"/>
                  </a:ln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2" name="Google Shape;5792;p129"/>
            <p:cNvSpPr/>
            <p:nvPr/>
          </p:nvSpPr>
          <p:spPr>
            <a:xfrm>
              <a:off x="2307388" y="1803284"/>
              <a:ext cx="109" cy="299"/>
            </a:xfrm>
            <a:custGeom>
              <a:rect b="b" l="l" r="r" t="t"/>
              <a:pathLst>
                <a:path extrusionOk="0" h="22" w="8">
                  <a:moveTo>
                    <a:pt x="8" y="0"/>
                  </a:moveTo>
                  <a:lnTo>
                    <a:pt x="8" y="0"/>
                  </a:lnTo>
                  <a:cubicBezTo>
                    <a:pt x="4" y="7"/>
                    <a:pt x="1" y="14"/>
                    <a:pt x="1" y="21"/>
                  </a:cubicBezTo>
                  <a:cubicBezTo>
                    <a:pt x="4" y="14"/>
                    <a:pt x="4" y="7"/>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3" name="Google Shape;5793;p129"/>
            <p:cNvSpPr/>
            <p:nvPr/>
          </p:nvSpPr>
          <p:spPr>
            <a:xfrm>
              <a:off x="2306587" y="1805131"/>
              <a:ext cx="109" cy="204"/>
            </a:xfrm>
            <a:custGeom>
              <a:rect b="b" l="l" r="r" t="t"/>
              <a:pathLst>
                <a:path extrusionOk="0" h="15" w="8">
                  <a:moveTo>
                    <a:pt x="0" y="15"/>
                  </a:moveTo>
                  <a:cubicBezTo>
                    <a:pt x="4" y="8"/>
                    <a:pt x="7" y="4"/>
                    <a:pt x="7" y="1"/>
                  </a:cubicBezTo>
                  <a:cubicBezTo>
                    <a:pt x="7" y="4"/>
                    <a:pt x="4" y="8"/>
                    <a:pt x="0"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4" name="Google Shape;5794;p129"/>
            <p:cNvSpPr/>
            <p:nvPr/>
          </p:nvSpPr>
          <p:spPr>
            <a:xfrm>
              <a:off x="2308868" y="1791404"/>
              <a:ext cx="14" cy="244"/>
            </a:xfrm>
            <a:custGeom>
              <a:rect b="b" l="l" r="r" t="t"/>
              <a:pathLst>
                <a:path extrusionOk="0" h="18" w="1">
                  <a:moveTo>
                    <a:pt x="0" y="1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5" name="Google Shape;5795;p129"/>
            <p:cNvSpPr/>
            <p:nvPr/>
          </p:nvSpPr>
          <p:spPr>
            <a:xfrm>
              <a:off x="2307538" y="1802809"/>
              <a:ext cx="54" cy="299"/>
            </a:xfrm>
            <a:custGeom>
              <a:rect b="b" l="l" r="r" t="t"/>
              <a:pathLst>
                <a:path extrusionOk="0" h="22" w="4">
                  <a:moveTo>
                    <a:pt x="0" y="21"/>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6" name="Google Shape;5796;p129"/>
            <p:cNvSpPr/>
            <p:nvPr/>
          </p:nvSpPr>
          <p:spPr>
            <a:xfrm>
              <a:off x="2307253" y="1803705"/>
              <a:ext cx="109" cy="353"/>
            </a:xfrm>
            <a:custGeom>
              <a:rect b="b" l="l" r="r" t="t"/>
              <a:pathLst>
                <a:path extrusionOk="0" h="26" w="8">
                  <a:moveTo>
                    <a:pt x="7" y="1"/>
                  </a:moveTo>
                  <a:cubicBezTo>
                    <a:pt x="4" y="8"/>
                    <a:pt x="4" y="15"/>
                    <a:pt x="0" y="25"/>
                  </a:cubicBezTo>
                  <a:cubicBezTo>
                    <a:pt x="4" y="18"/>
                    <a:pt x="7" y="8"/>
                    <a:pt x="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7" name="Google Shape;5797;p129"/>
            <p:cNvSpPr/>
            <p:nvPr/>
          </p:nvSpPr>
          <p:spPr>
            <a:xfrm>
              <a:off x="2307103" y="1804045"/>
              <a:ext cx="163" cy="339"/>
            </a:xfrm>
            <a:custGeom>
              <a:rect b="b" l="l" r="r" t="t"/>
              <a:pathLst>
                <a:path extrusionOk="0" h="25" w="12">
                  <a:moveTo>
                    <a:pt x="1" y="25"/>
                  </a:moveTo>
                  <a:cubicBezTo>
                    <a:pt x="4" y="18"/>
                    <a:pt x="8" y="11"/>
                    <a:pt x="11" y="0"/>
                  </a:cubicBezTo>
                  <a:cubicBezTo>
                    <a:pt x="8" y="11"/>
                    <a:pt x="4" y="18"/>
                    <a:pt x="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8" name="Google Shape;5798;p129"/>
            <p:cNvSpPr/>
            <p:nvPr/>
          </p:nvSpPr>
          <p:spPr>
            <a:xfrm>
              <a:off x="2306248" y="1806041"/>
              <a:ext cx="109" cy="299"/>
            </a:xfrm>
            <a:custGeom>
              <a:rect b="b" l="l" r="r" t="t"/>
              <a:pathLst>
                <a:path extrusionOk="0" h="22" w="8">
                  <a:moveTo>
                    <a:pt x="1" y="21"/>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9" name="Google Shape;5799;p129"/>
            <p:cNvSpPr/>
            <p:nvPr/>
          </p:nvSpPr>
          <p:spPr>
            <a:xfrm>
              <a:off x="2306492" y="1805375"/>
              <a:ext cx="109" cy="244"/>
            </a:xfrm>
            <a:custGeom>
              <a:rect b="b" l="l" r="r" t="t"/>
              <a:pathLst>
                <a:path extrusionOk="0" h="18" w="8">
                  <a:moveTo>
                    <a:pt x="0" y="18"/>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0" name="Google Shape;5800;p129"/>
            <p:cNvSpPr/>
            <p:nvPr/>
          </p:nvSpPr>
          <p:spPr>
            <a:xfrm>
              <a:off x="2305393" y="1809652"/>
              <a:ext cx="109" cy="489"/>
            </a:xfrm>
            <a:custGeom>
              <a:rect b="b" l="l" r="r" t="t"/>
              <a:pathLst>
                <a:path extrusionOk="0" h="36" w="8">
                  <a:moveTo>
                    <a:pt x="1" y="36"/>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1" name="Google Shape;5801;p129"/>
            <p:cNvSpPr/>
            <p:nvPr/>
          </p:nvSpPr>
          <p:spPr>
            <a:xfrm>
              <a:off x="2304687" y="1814404"/>
              <a:ext cx="14" cy="299"/>
            </a:xfrm>
            <a:custGeom>
              <a:rect b="b" l="l" r="r" t="t"/>
              <a:pathLst>
                <a:path extrusionOk="0" h="22" w="1">
                  <a:moveTo>
                    <a:pt x="0" y="22"/>
                  </a:moveTo>
                  <a:lnTo>
                    <a:pt x="0" y="22"/>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2" name="Google Shape;5802;p129"/>
            <p:cNvSpPr/>
            <p:nvPr/>
          </p:nvSpPr>
          <p:spPr>
            <a:xfrm>
              <a:off x="2304917" y="1812313"/>
              <a:ext cx="109" cy="584"/>
            </a:xfrm>
            <a:custGeom>
              <a:rect b="b" l="l" r="r" t="t"/>
              <a:pathLst>
                <a:path extrusionOk="0" h="43" w="8">
                  <a:moveTo>
                    <a:pt x="1" y="43"/>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3" name="Google Shape;5803;p129"/>
            <p:cNvSpPr/>
            <p:nvPr/>
          </p:nvSpPr>
          <p:spPr>
            <a:xfrm>
              <a:off x="2305868" y="1807561"/>
              <a:ext cx="109" cy="394"/>
            </a:xfrm>
            <a:custGeom>
              <a:rect b="b" l="l" r="r" t="t"/>
              <a:pathLst>
                <a:path extrusionOk="0" h="29" w="8">
                  <a:moveTo>
                    <a:pt x="1" y="29"/>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4" name="Google Shape;5804;p129"/>
            <p:cNvSpPr/>
            <p:nvPr/>
          </p:nvSpPr>
          <p:spPr>
            <a:xfrm>
              <a:off x="2305732" y="1808186"/>
              <a:ext cx="109" cy="434"/>
            </a:xfrm>
            <a:custGeom>
              <a:rect b="b" l="l" r="r" t="t"/>
              <a:pathLst>
                <a:path extrusionOk="0" h="32" w="8">
                  <a:moveTo>
                    <a:pt x="0" y="32"/>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5" name="Google Shape;5805;p129"/>
            <p:cNvSpPr/>
            <p:nvPr/>
          </p:nvSpPr>
          <p:spPr>
            <a:xfrm>
              <a:off x="2305107" y="1811363"/>
              <a:ext cx="109" cy="584"/>
            </a:xfrm>
            <a:custGeom>
              <a:rect b="b" l="l" r="r" t="t"/>
              <a:pathLst>
                <a:path extrusionOk="0" h="43" w="8">
                  <a:moveTo>
                    <a:pt x="1" y="43"/>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6" name="Google Shape;5806;p129"/>
            <p:cNvSpPr/>
            <p:nvPr/>
          </p:nvSpPr>
          <p:spPr>
            <a:xfrm>
              <a:off x="2304782" y="1813359"/>
              <a:ext cx="109" cy="638"/>
            </a:xfrm>
            <a:custGeom>
              <a:rect b="b" l="l" r="r" t="t"/>
              <a:pathLst>
                <a:path extrusionOk="0" h="47" w="8">
                  <a:moveTo>
                    <a:pt x="0" y="46"/>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7" name="Google Shape;5807;p129"/>
            <p:cNvSpPr/>
            <p:nvPr/>
          </p:nvSpPr>
          <p:spPr>
            <a:xfrm>
              <a:off x="2305257" y="1810467"/>
              <a:ext cx="109" cy="530"/>
            </a:xfrm>
            <a:custGeom>
              <a:rect b="b" l="l" r="r" t="t"/>
              <a:pathLst>
                <a:path extrusionOk="0" h="39" w="8">
                  <a:moveTo>
                    <a:pt x="0" y="39"/>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8" name="Google Shape;5808;p129"/>
            <p:cNvSpPr/>
            <p:nvPr/>
          </p:nvSpPr>
          <p:spPr>
            <a:xfrm>
              <a:off x="2305542" y="1808892"/>
              <a:ext cx="109" cy="489"/>
            </a:xfrm>
            <a:custGeom>
              <a:rect b="b" l="l" r="r" t="t"/>
              <a:pathLst>
                <a:path extrusionOk="0" h="36" w="8">
                  <a:moveTo>
                    <a:pt x="0" y="36"/>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9" name="Google Shape;5809;p129"/>
            <p:cNvSpPr/>
            <p:nvPr/>
          </p:nvSpPr>
          <p:spPr>
            <a:xfrm>
              <a:off x="2306112" y="1806516"/>
              <a:ext cx="109" cy="339"/>
            </a:xfrm>
            <a:custGeom>
              <a:rect b="b" l="l" r="r" t="t"/>
              <a:pathLst>
                <a:path extrusionOk="0" h="25" w="8">
                  <a:moveTo>
                    <a:pt x="0" y="25"/>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0" name="Google Shape;5810;p129"/>
            <p:cNvSpPr/>
            <p:nvPr/>
          </p:nvSpPr>
          <p:spPr>
            <a:xfrm>
              <a:off x="2306017" y="1806991"/>
              <a:ext cx="54" cy="394"/>
            </a:xfrm>
            <a:custGeom>
              <a:rect b="b" l="l" r="r" t="t"/>
              <a:pathLst>
                <a:path extrusionOk="0" h="29" w="4">
                  <a:moveTo>
                    <a:pt x="0" y="29"/>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1" name="Google Shape;5811;p129"/>
            <p:cNvSpPr/>
            <p:nvPr/>
          </p:nvSpPr>
          <p:spPr>
            <a:xfrm>
              <a:off x="2306682" y="1804370"/>
              <a:ext cx="434" cy="774"/>
            </a:xfrm>
            <a:custGeom>
              <a:rect b="b" l="l" r="r" t="t"/>
              <a:pathLst>
                <a:path extrusionOk="0" h="57" w="32">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2" name="Google Shape;5812;p129"/>
            <p:cNvSpPr/>
            <p:nvPr/>
          </p:nvSpPr>
          <p:spPr>
            <a:xfrm>
              <a:off x="2307633" y="1802280"/>
              <a:ext cx="54" cy="258"/>
            </a:xfrm>
            <a:custGeom>
              <a:rect b="b" l="l" r="r" t="t"/>
              <a:pathLst>
                <a:path extrusionOk="0" h="19" w="4">
                  <a:moveTo>
                    <a:pt x="0"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3" name="Google Shape;5813;p129"/>
            <p:cNvSpPr/>
            <p:nvPr/>
          </p:nvSpPr>
          <p:spPr>
            <a:xfrm>
              <a:off x="2307769" y="1801614"/>
              <a:ext cx="68" cy="258"/>
            </a:xfrm>
            <a:custGeom>
              <a:rect b="b" l="l" r="r" t="t"/>
              <a:pathLst>
                <a:path extrusionOk="0" h="19" w="5">
                  <a:moveTo>
                    <a:pt x="1"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4" name="Google Shape;5814;p129"/>
            <p:cNvSpPr/>
            <p:nvPr/>
          </p:nvSpPr>
          <p:spPr>
            <a:xfrm>
              <a:off x="2307823" y="1800759"/>
              <a:ext cx="109" cy="448"/>
            </a:xfrm>
            <a:custGeom>
              <a:rect b="b" l="l" r="r" t="t"/>
              <a:pathLst>
                <a:path extrusionOk="0" h="33" w="8">
                  <a:moveTo>
                    <a:pt x="7" y="1"/>
                  </a:moveTo>
                  <a:lnTo>
                    <a:pt x="4" y="15"/>
                  </a:lnTo>
                  <a:cubicBezTo>
                    <a:pt x="0" y="22"/>
                    <a:pt x="0" y="25"/>
                    <a:pt x="0" y="32"/>
                  </a:cubicBezTo>
                  <a:cubicBezTo>
                    <a:pt x="4" y="22"/>
                    <a:pt x="7" y="11"/>
                    <a:pt x="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5" name="Google Shape;5815;p129"/>
            <p:cNvSpPr/>
            <p:nvPr/>
          </p:nvSpPr>
          <p:spPr>
            <a:xfrm>
              <a:off x="2564356" y="1700353"/>
              <a:ext cx="79157" cy="32179"/>
            </a:xfrm>
            <a:custGeom>
              <a:rect b="b" l="l" r="r" t="t"/>
              <a:pathLst>
                <a:path extrusionOk="0" h="2370" w="583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6" name="Google Shape;5816;p129"/>
            <p:cNvSpPr/>
            <p:nvPr/>
          </p:nvSpPr>
          <p:spPr>
            <a:xfrm>
              <a:off x="2342432" y="1695723"/>
              <a:ext cx="47874" cy="20841"/>
            </a:xfrm>
            <a:custGeom>
              <a:rect b="b" l="l" r="r" t="t"/>
              <a:pathLst>
                <a:path extrusionOk="0" h="1535" w="3526">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7" name="Google Shape;5817;p129"/>
            <p:cNvSpPr/>
            <p:nvPr/>
          </p:nvSpPr>
          <p:spPr>
            <a:xfrm>
              <a:off x="2240180" y="1709559"/>
              <a:ext cx="19076" cy="11745"/>
            </a:xfrm>
            <a:custGeom>
              <a:rect b="b" l="l" r="r" t="t"/>
              <a:pathLst>
                <a:path extrusionOk="0" h="865" w="1405">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8" name="Google Shape;5818;p129"/>
            <p:cNvSpPr/>
            <p:nvPr/>
          </p:nvSpPr>
          <p:spPr>
            <a:xfrm>
              <a:off x="2239949" y="1709871"/>
              <a:ext cx="136291" cy="51934"/>
            </a:xfrm>
            <a:custGeom>
              <a:rect b="b" l="l" r="r" t="t"/>
              <a:pathLst>
                <a:path extrusionOk="0" h="3825" w="10038">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9" name="Google Shape;5819;p129"/>
            <p:cNvSpPr/>
            <p:nvPr/>
          </p:nvSpPr>
          <p:spPr>
            <a:xfrm>
              <a:off x="2314381" y="1759456"/>
              <a:ext cx="68" cy="204"/>
            </a:xfrm>
            <a:custGeom>
              <a:rect b="b" l="l" r="r" t="t"/>
              <a:pathLst>
                <a:path extrusionOk="0" h="15" w="5">
                  <a:moveTo>
                    <a:pt x="4" y="1"/>
                  </a:moveTo>
                  <a:cubicBezTo>
                    <a:pt x="4" y="4"/>
                    <a:pt x="1" y="8"/>
                    <a:pt x="1" y="15"/>
                  </a:cubicBezTo>
                  <a:cubicBezTo>
                    <a:pt x="1" y="8"/>
                    <a:pt x="4" y="4"/>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0" name="Google Shape;5820;p129"/>
            <p:cNvSpPr/>
            <p:nvPr/>
          </p:nvSpPr>
          <p:spPr>
            <a:xfrm>
              <a:off x="2314530" y="1758886"/>
              <a:ext cx="14" cy="204"/>
            </a:xfrm>
            <a:custGeom>
              <a:rect b="b" l="l" r="r" t="t"/>
              <a:pathLst>
                <a:path extrusionOk="0" h="15" w="1">
                  <a:moveTo>
                    <a:pt x="0"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1" name="Google Shape;5821;p129"/>
            <p:cNvSpPr/>
            <p:nvPr/>
          </p:nvSpPr>
          <p:spPr>
            <a:xfrm>
              <a:off x="2314625" y="1758275"/>
              <a:ext cx="14" cy="244"/>
            </a:xfrm>
            <a:custGeom>
              <a:rect b="b" l="l" r="r" t="t"/>
              <a:pathLst>
                <a:path extrusionOk="0" h="18" w="1">
                  <a:moveTo>
                    <a:pt x="0"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2" name="Google Shape;5822;p129"/>
            <p:cNvSpPr/>
            <p:nvPr/>
          </p:nvSpPr>
          <p:spPr>
            <a:xfrm>
              <a:off x="2314571" y="1758601"/>
              <a:ext cx="14" cy="204"/>
            </a:xfrm>
            <a:custGeom>
              <a:rect b="b" l="l" r="r" t="t"/>
              <a:pathLst>
                <a:path extrusionOk="0" h="15" w="1">
                  <a:moveTo>
                    <a:pt x="1"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3" name="Google Shape;5823;p129"/>
            <p:cNvSpPr/>
            <p:nvPr/>
          </p:nvSpPr>
          <p:spPr>
            <a:xfrm>
              <a:off x="2314435" y="1759171"/>
              <a:ext cx="54" cy="204"/>
            </a:xfrm>
            <a:custGeom>
              <a:rect b="b" l="l" r="r" t="t"/>
              <a:pathLst>
                <a:path extrusionOk="0" h="15" w="4">
                  <a:moveTo>
                    <a:pt x="4"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4" name="Google Shape;5824;p129"/>
            <p:cNvSpPr/>
            <p:nvPr/>
          </p:nvSpPr>
          <p:spPr>
            <a:xfrm>
              <a:off x="2314150" y="1759701"/>
              <a:ext cx="204" cy="530"/>
            </a:xfrm>
            <a:custGeom>
              <a:rect b="b" l="l" r="r" t="t"/>
              <a:pathLst>
                <a:path extrusionOk="0" h="39" w="15">
                  <a:moveTo>
                    <a:pt x="14" y="0"/>
                  </a:moveTo>
                  <a:cubicBezTo>
                    <a:pt x="11" y="14"/>
                    <a:pt x="7" y="28"/>
                    <a:pt x="0" y="39"/>
                  </a:cubicBezTo>
                  <a:cubicBezTo>
                    <a:pt x="7" y="28"/>
                    <a:pt x="11" y="14"/>
                    <a:pt x="1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5" name="Google Shape;5825;p129"/>
            <p:cNvSpPr/>
            <p:nvPr/>
          </p:nvSpPr>
          <p:spPr>
            <a:xfrm>
              <a:off x="2312575" y="1761411"/>
              <a:ext cx="394" cy="149"/>
            </a:xfrm>
            <a:custGeom>
              <a:rect b="b" l="l" r="r" t="t"/>
              <a:pathLst>
                <a:path extrusionOk="0" h="11" w="29">
                  <a:moveTo>
                    <a:pt x="28" y="0"/>
                  </a:moveTo>
                  <a:cubicBezTo>
                    <a:pt x="18" y="4"/>
                    <a:pt x="11" y="7"/>
                    <a:pt x="0" y="11"/>
                  </a:cubicBezTo>
                  <a:cubicBezTo>
                    <a:pt x="11" y="7"/>
                    <a:pt x="18" y="4"/>
                    <a:pt x="2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6" name="Google Shape;5826;p129"/>
            <p:cNvSpPr/>
            <p:nvPr/>
          </p:nvSpPr>
          <p:spPr>
            <a:xfrm>
              <a:off x="2313811" y="1760556"/>
              <a:ext cx="149" cy="149"/>
            </a:xfrm>
            <a:custGeom>
              <a:rect b="b" l="l" r="r" t="t"/>
              <a:pathLst>
                <a:path extrusionOk="0" h="11" w="11">
                  <a:moveTo>
                    <a:pt x="1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7" name="Google Shape;5827;p129"/>
            <p:cNvSpPr/>
            <p:nvPr/>
          </p:nvSpPr>
          <p:spPr>
            <a:xfrm>
              <a:off x="2313580" y="1760787"/>
              <a:ext cx="149" cy="163"/>
            </a:xfrm>
            <a:custGeom>
              <a:rect b="b" l="l" r="r" t="t"/>
              <a:pathLst>
                <a:path extrusionOk="0" h="12" w="11">
                  <a:moveTo>
                    <a:pt x="11"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8" name="Google Shape;5828;p129"/>
            <p:cNvSpPr/>
            <p:nvPr/>
          </p:nvSpPr>
          <p:spPr>
            <a:xfrm>
              <a:off x="2338427" y="1752993"/>
              <a:ext cx="4630" cy="1439"/>
            </a:xfrm>
            <a:custGeom>
              <a:rect b="b" l="l" r="r" t="t"/>
              <a:pathLst>
                <a:path extrusionOk="0" h="106" w="341">
                  <a:moveTo>
                    <a:pt x="341" y="1"/>
                  </a:moveTo>
                  <a:cubicBezTo>
                    <a:pt x="243" y="67"/>
                    <a:pt x="123" y="106"/>
                    <a:pt x="1" y="106"/>
                  </a:cubicBezTo>
                  <a:cubicBezTo>
                    <a:pt x="123" y="106"/>
                    <a:pt x="243" y="67"/>
                    <a:pt x="34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9" name="Google Shape;5829;p129"/>
            <p:cNvSpPr/>
            <p:nvPr/>
          </p:nvSpPr>
          <p:spPr>
            <a:xfrm>
              <a:off x="2312236" y="1761601"/>
              <a:ext cx="258" cy="109"/>
            </a:xfrm>
            <a:custGeom>
              <a:rect b="b" l="l" r="r" t="t"/>
              <a:pathLst>
                <a:path extrusionOk="0" h="8" w="19">
                  <a:moveTo>
                    <a:pt x="1" y="7"/>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0" name="Google Shape;5830;p129"/>
            <p:cNvSpPr/>
            <p:nvPr/>
          </p:nvSpPr>
          <p:spPr>
            <a:xfrm>
              <a:off x="2314001" y="1760312"/>
              <a:ext cx="109" cy="163"/>
            </a:xfrm>
            <a:custGeom>
              <a:rect b="b" l="l" r="r" t="t"/>
              <a:pathLst>
                <a:path extrusionOk="0" h="12" w="8">
                  <a:moveTo>
                    <a:pt x="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1" name="Google Shape;5831;p129"/>
            <p:cNvSpPr/>
            <p:nvPr/>
          </p:nvSpPr>
          <p:spPr>
            <a:xfrm>
              <a:off x="2312955" y="1761221"/>
              <a:ext cx="299" cy="149"/>
            </a:xfrm>
            <a:custGeom>
              <a:rect b="b" l="l" r="r" t="t"/>
              <a:pathLst>
                <a:path extrusionOk="0" h="11" w="22">
                  <a:moveTo>
                    <a:pt x="21" y="0"/>
                  </a:moveTo>
                  <a:cubicBezTo>
                    <a:pt x="14" y="4"/>
                    <a:pt x="7" y="7"/>
                    <a:pt x="0" y="11"/>
                  </a:cubicBezTo>
                  <a:cubicBezTo>
                    <a:pt x="7" y="7"/>
                    <a:pt x="14" y="4"/>
                    <a:pt x="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2" name="Google Shape;5832;p129"/>
            <p:cNvSpPr/>
            <p:nvPr/>
          </p:nvSpPr>
          <p:spPr>
            <a:xfrm>
              <a:off x="2356254" y="1750291"/>
              <a:ext cx="1344" cy="285"/>
            </a:xfrm>
            <a:custGeom>
              <a:rect b="b" l="l" r="r" t="t"/>
              <a:pathLst>
                <a:path extrusionOk="0" h="21" w="99">
                  <a:moveTo>
                    <a:pt x="4" y="7"/>
                  </a:moveTo>
                  <a:lnTo>
                    <a:pt x="1" y="7"/>
                  </a:lnTo>
                  <a:lnTo>
                    <a:pt x="4" y="7"/>
                  </a:lnTo>
                  <a:lnTo>
                    <a:pt x="25" y="0"/>
                  </a:lnTo>
                  <a:lnTo>
                    <a:pt x="99" y="21"/>
                  </a:ln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3" name="Google Shape;5833;p129"/>
            <p:cNvSpPr/>
            <p:nvPr/>
          </p:nvSpPr>
          <p:spPr>
            <a:xfrm>
              <a:off x="2314720" y="1754758"/>
              <a:ext cx="2009" cy="2770"/>
            </a:xfrm>
            <a:custGeom>
              <a:rect b="b" l="l" r="r" t="t"/>
              <a:pathLst>
                <a:path extrusionOk="0" h="204" w="148">
                  <a:moveTo>
                    <a:pt x="147" y="0"/>
                  </a:moveTo>
                  <a:cubicBezTo>
                    <a:pt x="63" y="28"/>
                    <a:pt x="14" y="123"/>
                    <a:pt x="0" y="203"/>
                  </a:cubicBezTo>
                  <a:cubicBezTo>
                    <a:pt x="14" y="126"/>
                    <a:pt x="63" y="32"/>
                    <a:pt x="14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4" name="Google Shape;5834;p129"/>
            <p:cNvSpPr/>
            <p:nvPr/>
          </p:nvSpPr>
          <p:spPr>
            <a:xfrm>
              <a:off x="2313335" y="1761031"/>
              <a:ext cx="204" cy="109"/>
            </a:xfrm>
            <a:custGeom>
              <a:rect b="b" l="l" r="r" t="t"/>
              <a:pathLst>
                <a:path extrusionOk="0" h="8" w="15">
                  <a:moveTo>
                    <a:pt x="15"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5" name="Google Shape;5835;p129"/>
            <p:cNvSpPr/>
            <p:nvPr/>
          </p:nvSpPr>
          <p:spPr>
            <a:xfrm>
              <a:off x="2360911" y="1713591"/>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6" name="Google Shape;5836;p129"/>
            <p:cNvSpPr/>
            <p:nvPr/>
          </p:nvSpPr>
          <p:spPr>
            <a:xfrm>
              <a:off x="2360531" y="1713686"/>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7" name="Google Shape;5837;p129"/>
            <p:cNvSpPr/>
            <p:nvPr/>
          </p:nvSpPr>
          <p:spPr>
            <a:xfrm>
              <a:off x="2361291" y="1713442"/>
              <a:ext cx="68" cy="14"/>
            </a:xfrm>
            <a:custGeom>
              <a:rect b="b" l="l" r="r" t="t"/>
              <a:pathLst>
                <a:path extrusionOk="0" h="1" w="5">
                  <a:moveTo>
                    <a:pt x="4"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8" name="Google Shape;5838;p129"/>
            <p:cNvSpPr/>
            <p:nvPr/>
          </p:nvSpPr>
          <p:spPr>
            <a:xfrm>
              <a:off x="2364332" y="1715628"/>
              <a:ext cx="1208" cy="1724"/>
            </a:xfrm>
            <a:custGeom>
              <a:rect b="b" l="l" r="r" t="t"/>
              <a:pathLst>
                <a:path extrusionOk="0" h="127" w="89">
                  <a:moveTo>
                    <a:pt x="1" y="1"/>
                  </a:moveTo>
                  <a:cubicBezTo>
                    <a:pt x="25" y="39"/>
                    <a:pt x="53" y="81"/>
                    <a:pt x="88" y="127"/>
                  </a:cubicBezTo>
                  <a:cubicBezTo>
                    <a:pt x="57" y="81"/>
                    <a:pt x="29" y="39"/>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9" name="Google Shape;5839;p129"/>
            <p:cNvSpPr/>
            <p:nvPr/>
          </p:nvSpPr>
          <p:spPr>
            <a:xfrm>
              <a:off x="2358725" y="1713917"/>
              <a:ext cx="204" cy="14"/>
            </a:xfrm>
            <a:custGeom>
              <a:rect b="b" l="l" r="r" t="t"/>
              <a:pathLst>
                <a:path extrusionOk="0" h="1" w="15">
                  <a:moveTo>
                    <a:pt x="1"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0" name="Google Shape;5840;p129"/>
            <p:cNvSpPr/>
            <p:nvPr/>
          </p:nvSpPr>
          <p:spPr>
            <a:xfrm>
              <a:off x="2354163" y="1713822"/>
              <a:ext cx="258" cy="14"/>
            </a:xfrm>
            <a:custGeom>
              <a:rect b="b" l="l" r="r" t="t"/>
              <a:pathLst>
                <a:path extrusionOk="0" h="1" w="19">
                  <a:moveTo>
                    <a:pt x="1" y="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1" name="Google Shape;5841;p129"/>
            <p:cNvSpPr/>
            <p:nvPr/>
          </p:nvSpPr>
          <p:spPr>
            <a:xfrm>
              <a:off x="2353552" y="1713781"/>
              <a:ext cx="394" cy="14"/>
            </a:xfrm>
            <a:custGeom>
              <a:rect b="b" l="l" r="r" t="t"/>
              <a:pathLst>
                <a:path extrusionOk="0" h="1" w="29">
                  <a:moveTo>
                    <a:pt x="0" y="0"/>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2" name="Google Shape;5842;p129"/>
            <p:cNvSpPr/>
            <p:nvPr/>
          </p:nvSpPr>
          <p:spPr>
            <a:xfrm>
              <a:off x="2359200" y="1713876"/>
              <a:ext cx="258" cy="14"/>
            </a:xfrm>
            <a:custGeom>
              <a:rect b="b" l="l" r="r" t="t"/>
              <a:pathLst>
                <a:path extrusionOk="0" h="1" w="19">
                  <a:moveTo>
                    <a:pt x="1" y="0"/>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3" name="Google Shape;5843;p129"/>
            <p:cNvSpPr/>
            <p:nvPr/>
          </p:nvSpPr>
          <p:spPr>
            <a:xfrm>
              <a:off x="2365812" y="1717814"/>
              <a:ext cx="14" cy="14"/>
            </a:xfrm>
            <a:custGeom>
              <a:rect b="b" l="l" r="r" t="t"/>
              <a:pathLst>
                <a:path extrusionOk="0" h="1" w="1">
                  <a:moveTo>
                    <a:pt x="0" y="1"/>
                  </a:moveTo>
                  <a:lnTo>
                    <a:pt x="0" y="1"/>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4" name="Google Shape;5844;p129"/>
            <p:cNvSpPr/>
            <p:nvPr/>
          </p:nvSpPr>
          <p:spPr>
            <a:xfrm>
              <a:off x="2354788" y="1713876"/>
              <a:ext cx="204" cy="14"/>
            </a:xfrm>
            <a:custGeom>
              <a:rect b="b" l="l" r="r" t="t"/>
              <a:pathLst>
                <a:path extrusionOk="0" h="1" w="15">
                  <a:moveTo>
                    <a:pt x="0" y="0"/>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5" name="Google Shape;5845;p129"/>
            <p:cNvSpPr/>
            <p:nvPr/>
          </p:nvSpPr>
          <p:spPr>
            <a:xfrm>
              <a:off x="2355358" y="171391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6" name="Google Shape;5846;p129"/>
            <p:cNvSpPr/>
            <p:nvPr/>
          </p:nvSpPr>
          <p:spPr>
            <a:xfrm>
              <a:off x="2357680" y="171397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7" name="Google Shape;5847;p129"/>
            <p:cNvSpPr/>
            <p:nvPr/>
          </p:nvSpPr>
          <p:spPr>
            <a:xfrm>
              <a:off x="2359675" y="1713822"/>
              <a:ext cx="204" cy="14"/>
            </a:xfrm>
            <a:custGeom>
              <a:rect b="b" l="l" r="r" t="t"/>
              <a:pathLst>
                <a:path extrusionOk="0" h="1" w="15">
                  <a:moveTo>
                    <a:pt x="1"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8" name="Google Shape;5848;p129"/>
            <p:cNvSpPr/>
            <p:nvPr/>
          </p:nvSpPr>
          <p:spPr>
            <a:xfrm>
              <a:off x="2358209" y="171391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9" name="Google Shape;5849;p129"/>
            <p:cNvSpPr/>
            <p:nvPr/>
          </p:nvSpPr>
          <p:spPr>
            <a:xfrm>
              <a:off x="2356539" y="171391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0" name="Google Shape;5850;p129"/>
            <p:cNvSpPr/>
            <p:nvPr/>
          </p:nvSpPr>
          <p:spPr>
            <a:xfrm>
              <a:off x="2360110" y="1713781"/>
              <a:ext cx="204" cy="14"/>
            </a:xfrm>
            <a:custGeom>
              <a:rect b="b" l="l" r="r" t="t"/>
              <a:pathLst>
                <a:path extrusionOk="0" h="1" w="15">
                  <a:moveTo>
                    <a:pt x="0" y="0"/>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1" name="Google Shape;5851;p129"/>
            <p:cNvSpPr/>
            <p:nvPr/>
          </p:nvSpPr>
          <p:spPr>
            <a:xfrm>
              <a:off x="2357299" y="171397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2" name="Google Shape;5852;p129"/>
            <p:cNvSpPr/>
            <p:nvPr/>
          </p:nvSpPr>
          <p:spPr>
            <a:xfrm>
              <a:off x="2355969" y="171391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3" name="Google Shape;5853;p129"/>
            <p:cNvSpPr/>
            <p:nvPr/>
          </p:nvSpPr>
          <p:spPr>
            <a:xfrm>
              <a:off x="2628523" y="1764588"/>
              <a:ext cx="15085" cy="14419"/>
            </a:xfrm>
            <a:custGeom>
              <a:rect b="b" l="l" r="r" t="t"/>
              <a:pathLst>
                <a:path extrusionOk="0" h="1062" w="1111">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4" name="Google Shape;5854;p129"/>
            <p:cNvSpPr/>
            <p:nvPr/>
          </p:nvSpPr>
          <p:spPr>
            <a:xfrm>
              <a:off x="2634090" y="1775192"/>
              <a:ext cx="964" cy="2620"/>
            </a:xfrm>
            <a:custGeom>
              <a:rect b="b" l="l" r="r" t="t"/>
              <a:pathLst>
                <a:path extrusionOk="0" h="193" w="71">
                  <a:moveTo>
                    <a:pt x="0" y="0"/>
                  </a:moveTo>
                  <a:cubicBezTo>
                    <a:pt x="46" y="53"/>
                    <a:pt x="70" y="123"/>
                    <a:pt x="67" y="193"/>
                  </a:cubicBezTo>
                  <a:cubicBezTo>
                    <a:pt x="70" y="123"/>
                    <a:pt x="46" y="53"/>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5" name="Google Shape;5855;p129"/>
            <p:cNvSpPr/>
            <p:nvPr/>
          </p:nvSpPr>
          <p:spPr>
            <a:xfrm>
              <a:off x="2633846" y="1775002"/>
              <a:ext cx="163" cy="109"/>
            </a:xfrm>
            <a:custGeom>
              <a:rect b="b" l="l" r="r" t="t"/>
              <a:pathLst>
                <a:path extrusionOk="0" h="8" w="12">
                  <a:moveTo>
                    <a:pt x="1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6" name="Google Shape;5856;p129"/>
            <p:cNvSpPr/>
            <p:nvPr/>
          </p:nvSpPr>
          <p:spPr>
            <a:xfrm>
              <a:off x="2628483" y="1768349"/>
              <a:ext cx="339" cy="489"/>
            </a:xfrm>
            <a:custGeom>
              <a:rect b="b" l="l" r="r" t="t"/>
              <a:pathLst>
                <a:path extrusionOk="0" h="36" w="25">
                  <a:moveTo>
                    <a:pt x="0" y="0"/>
                  </a:moveTo>
                  <a:cubicBezTo>
                    <a:pt x="11" y="11"/>
                    <a:pt x="18" y="21"/>
                    <a:pt x="25" y="35"/>
                  </a:cubicBezTo>
                  <a:cubicBezTo>
                    <a:pt x="21" y="21"/>
                    <a:pt x="11"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7" name="Google Shape;5857;p129"/>
            <p:cNvSpPr/>
            <p:nvPr/>
          </p:nvSpPr>
          <p:spPr>
            <a:xfrm>
              <a:off x="2634891" y="1778858"/>
              <a:ext cx="14" cy="95"/>
            </a:xfrm>
            <a:custGeom>
              <a:rect b="b" l="l" r="r" t="t"/>
              <a:pathLst>
                <a:path extrusionOk="0" h="7" w="1">
                  <a:moveTo>
                    <a:pt x="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8" name="Google Shape;5858;p129"/>
            <p:cNvSpPr/>
            <p:nvPr/>
          </p:nvSpPr>
          <p:spPr>
            <a:xfrm>
              <a:off x="2629148" y="1769341"/>
              <a:ext cx="204" cy="394"/>
            </a:xfrm>
            <a:custGeom>
              <a:rect b="b" l="l" r="r" t="t"/>
              <a:pathLst>
                <a:path extrusionOk="0" h="29" w="15">
                  <a:moveTo>
                    <a:pt x="0" y="1"/>
                  </a:moveTo>
                  <a:lnTo>
                    <a:pt x="0" y="1"/>
                  </a:lnTo>
                  <a:cubicBezTo>
                    <a:pt x="7" y="11"/>
                    <a:pt x="11" y="22"/>
                    <a:pt x="14" y="29"/>
                  </a:cubicBezTo>
                  <a:cubicBezTo>
                    <a:pt x="11" y="18"/>
                    <a:pt x="7" y="1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9" name="Google Shape;5859;p129"/>
            <p:cNvSpPr/>
            <p:nvPr/>
          </p:nvSpPr>
          <p:spPr>
            <a:xfrm>
              <a:off x="2634986" y="1777894"/>
              <a:ext cx="14" cy="204"/>
            </a:xfrm>
            <a:custGeom>
              <a:rect b="b" l="l" r="r" t="t"/>
              <a:pathLst>
                <a:path extrusionOk="0" h="15" w="1">
                  <a:moveTo>
                    <a:pt x="1" y="1"/>
                  </a:moveTo>
                  <a:lnTo>
                    <a:pt x="1" y="15"/>
                  </a:lnTo>
                  <a:cubicBezTo>
                    <a:pt x="1" y="8"/>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0" name="Google Shape;5860;p129"/>
            <p:cNvSpPr/>
            <p:nvPr/>
          </p:nvSpPr>
          <p:spPr>
            <a:xfrm>
              <a:off x="2628904" y="1768865"/>
              <a:ext cx="204" cy="394"/>
            </a:xfrm>
            <a:custGeom>
              <a:rect b="b" l="l" r="r" t="t"/>
              <a:pathLst>
                <a:path extrusionOk="0" h="29" w="15">
                  <a:moveTo>
                    <a:pt x="15" y="29"/>
                  </a:moveTo>
                  <a:cubicBezTo>
                    <a:pt x="11" y="18"/>
                    <a:pt x="4" y="11"/>
                    <a:pt x="1" y="1"/>
                  </a:cubicBezTo>
                  <a:cubicBezTo>
                    <a:pt x="4" y="11"/>
                    <a:pt x="11" y="18"/>
                    <a:pt x="15"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1" name="Google Shape;5861;p129"/>
            <p:cNvSpPr/>
            <p:nvPr/>
          </p:nvSpPr>
          <p:spPr>
            <a:xfrm>
              <a:off x="2629379" y="1769816"/>
              <a:ext cx="204" cy="489"/>
            </a:xfrm>
            <a:custGeom>
              <a:rect b="b" l="l" r="r" t="t"/>
              <a:pathLst>
                <a:path extrusionOk="0" h="36" w="15">
                  <a:moveTo>
                    <a:pt x="15" y="36"/>
                  </a:moveTo>
                  <a:cubicBezTo>
                    <a:pt x="11" y="25"/>
                    <a:pt x="4" y="15"/>
                    <a:pt x="1" y="1"/>
                  </a:cubicBezTo>
                  <a:cubicBezTo>
                    <a:pt x="4" y="15"/>
                    <a:pt x="11" y="25"/>
                    <a:pt x="15" y="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2" name="Google Shape;5862;p129"/>
            <p:cNvSpPr/>
            <p:nvPr/>
          </p:nvSpPr>
          <p:spPr>
            <a:xfrm>
              <a:off x="2964159" y="1702797"/>
              <a:ext cx="47345" cy="45539"/>
            </a:xfrm>
            <a:custGeom>
              <a:rect b="b" l="l" r="r" t="t"/>
              <a:pathLst>
                <a:path extrusionOk="0" h="3354" w="3487">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3" name="Google Shape;5863;p129"/>
            <p:cNvSpPr/>
            <p:nvPr/>
          </p:nvSpPr>
          <p:spPr>
            <a:xfrm>
              <a:off x="2991817" y="1742539"/>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4" name="Google Shape;5864;p129"/>
            <p:cNvSpPr/>
            <p:nvPr/>
          </p:nvSpPr>
          <p:spPr>
            <a:xfrm>
              <a:off x="2987920" y="1742769"/>
              <a:ext cx="625" cy="68"/>
            </a:xfrm>
            <a:custGeom>
              <a:rect b="b" l="l" r="r" t="t"/>
              <a:pathLst>
                <a:path extrusionOk="0" h="5" w="46">
                  <a:moveTo>
                    <a:pt x="46"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5" name="Google Shape;5865;p129"/>
            <p:cNvSpPr/>
            <p:nvPr/>
          </p:nvSpPr>
          <p:spPr>
            <a:xfrm>
              <a:off x="2992387" y="1742294"/>
              <a:ext cx="163" cy="68"/>
            </a:xfrm>
            <a:custGeom>
              <a:rect b="b" l="l" r="r" t="t"/>
              <a:pathLst>
                <a:path extrusionOk="0" h="5" w="12">
                  <a:moveTo>
                    <a:pt x="1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6" name="Google Shape;5866;p129"/>
            <p:cNvSpPr/>
            <p:nvPr/>
          </p:nvSpPr>
          <p:spPr>
            <a:xfrm>
              <a:off x="2980547" y="1745770"/>
              <a:ext cx="774" cy="584"/>
            </a:xfrm>
            <a:custGeom>
              <a:rect b="b" l="l" r="r" t="t"/>
              <a:pathLst>
                <a:path extrusionOk="0" h="43" w="57">
                  <a:moveTo>
                    <a:pt x="57" y="0"/>
                  </a:moveTo>
                  <a:lnTo>
                    <a:pt x="1" y="4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7" name="Google Shape;5867;p129"/>
            <p:cNvSpPr/>
            <p:nvPr/>
          </p:nvSpPr>
          <p:spPr>
            <a:xfrm>
              <a:off x="2979556" y="1746476"/>
              <a:ext cx="815" cy="584"/>
            </a:xfrm>
            <a:custGeom>
              <a:rect b="b" l="l" r="r" t="t"/>
              <a:pathLst>
                <a:path extrusionOk="0" h="43" w="60">
                  <a:moveTo>
                    <a:pt x="60" y="1"/>
                  </a:moveTo>
                  <a:lnTo>
                    <a:pt x="0" y="4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8" name="Google Shape;5868;p129"/>
            <p:cNvSpPr/>
            <p:nvPr/>
          </p:nvSpPr>
          <p:spPr>
            <a:xfrm>
              <a:off x="2982312" y="1744100"/>
              <a:ext cx="1154" cy="964"/>
            </a:xfrm>
            <a:custGeom>
              <a:rect b="b" l="l" r="r" t="t"/>
              <a:pathLst>
                <a:path extrusionOk="0" h="71" w="85">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9" name="Google Shape;5869;p129"/>
            <p:cNvSpPr/>
            <p:nvPr/>
          </p:nvSpPr>
          <p:spPr>
            <a:xfrm>
              <a:off x="2989101" y="1742674"/>
              <a:ext cx="1398" cy="14"/>
            </a:xfrm>
            <a:custGeom>
              <a:rect b="b" l="l" r="r" t="t"/>
              <a:pathLst>
                <a:path extrusionOk="0" h="1" w="103">
                  <a:moveTo>
                    <a:pt x="103"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0" name="Google Shape;5870;p129"/>
            <p:cNvSpPr/>
            <p:nvPr/>
          </p:nvSpPr>
          <p:spPr>
            <a:xfrm>
              <a:off x="2993052" y="174196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1" name="Google Shape;5871;p129"/>
            <p:cNvSpPr/>
            <p:nvPr/>
          </p:nvSpPr>
          <p:spPr>
            <a:xfrm>
              <a:off x="2991111" y="1742674"/>
              <a:ext cx="149" cy="14"/>
            </a:xfrm>
            <a:custGeom>
              <a:rect b="b" l="l" r="r" t="t"/>
              <a:pathLst>
                <a:path extrusionOk="0" h="1" w="11">
                  <a:moveTo>
                    <a:pt x="11"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2" name="Google Shape;5872;p129"/>
            <p:cNvSpPr/>
            <p:nvPr/>
          </p:nvSpPr>
          <p:spPr>
            <a:xfrm>
              <a:off x="2643975" y="1811444"/>
              <a:ext cx="54487" cy="30006"/>
            </a:xfrm>
            <a:custGeom>
              <a:rect b="b" l="l" r="r" t="t"/>
              <a:pathLst>
                <a:path extrusionOk="0" h="2210" w="4013">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3" name="Google Shape;5873;p129"/>
            <p:cNvSpPr/>
            <p:nvPr/>
          </p:nvSpPr>
          <p:spPr>
            <a:xfrm>
              <a:off x="2645115" y="1813508"/>
              <a:ext cx="3001" cy="3381"/>
            </a:xfrm>
            <a:custGeom>
              <a:rect b="b" l="l" r="r" t="t"/>
              <a:pathLst>
                <a:path extrusionOk="0" h="249" w="221">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4" name="Google Shape;5874;p129"/>
            <p:cNvSpPr/>
            <p:nvPr/>
          </p:nvSpPr>
          <p:spPr>
            <a:xfrm>
              <a:off x="2697592" y="1832327"/>
              <a:ext cx="14" cy="394"/>
            </a:xfrm>
            <a:custGeom>
              <a:rect b="b" l="l" r="r" t="t"/>
              <a:pathLst>
                <a:path extrusionOk="0" h="29" w="1">
                  <a:moveTo>
                    <a:pt x="0" y="0"/>
                  </a:moveTo>
                  <a:lnTo>
                    <a:pt x="0" y="28"/>
                  </a:lnTo>
                  <a:cubicBezTo>
                    <a:pt x="0" y="18"/>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5" name="Google Shape;5875;p129"/>
            <p:cNvSpPr/>
            <p:nvPr/>
          </p:nvSpPr>
          <p:spPr>
            <a:xfrm>
              <a:off x="2650763" y="1826149"/>
              <a:ext cx="2878" cy="1955"/>
            </a:xfrm>
            <a:custGeom>
              <a:rect b="b" l="l" r="r" t="t"/>
              <a:pathLst>
                <a:path extrusionOk="0" h="144" w="212">
                  <a:moveTo>
                    <a:pt x="1" y="0"/>
                  </a:moveTo>
                  <a:cubicBezTo>
                    <a:pt x="110" y="39"/>
                    <a:pt x="194" y="74"/>
                    <a:pt x="211" y="144"/>
                  </a:cubicBezTo>
                  <a:cubicBezTo>
                    <a:pt x="194" y="74"/>
                    <a:pt x="110" y="39"/>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6" name="Google Shape;5876;p129"/>
            <p:cNvSpPr/>
            <p:nvPr/>
          </p:nvSpPr>
          <p:spPr>
            <a:xfrm>
              <a:off x="2697633" y="1831892"/>
              <a:ext cx="68" cy="353"/>
            </a:xfrm>
            <a:custGeom>
              <a:rect b="b" l="l" r="r" t="t"/>
              <a:pathLst>
                <a:path extrusionOk="0" h="26" w="5">
                  <a:moveTo>
                    <a:pt x="4" y="1"/>
                  </a:moveTo>
                  <a:cubicBezTo>
                    <a:pt x="4" y="8"/>
                    <a:pt x="1" y="15"/>
                    <a:pt x="1" y="25"/>
                  </a:cubicBezTo>
                  <a:cubicBezTo>
                    <a:pt x="4" y="15"/>
                    <a:pt x="4" y="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7" name="Google Shape;5877;p129"/>
            <p:cNvSpPr/>
            <p:nvPr/>
          </p:nvSpPr>
          <p:spPr>
            <a:xfrm>
              <a:off x="2658856" y="1830426"/>
              <a:ext cx="5811" cy="3381"/>
            </a:xfrm>
            <a:custGeom>
              <a:rect b="b" l="l" r="r" t="t"/>
              <a:pathLst>
                <a:path extrusionOk="0" h="249" w="428">
                  <a:moveTo>
                    <a:pt x="427" y="249"/>
                  </a:moveTo>
                  <a:cubicBezTo>
                    <a:pt x="326" y="172"/>
                    <a:pt x="147" y="35"/>
                    <a:pt x="0" y="0"/>
                  </a:cubicBezTo>
                  <a:cubicBezTo>
                    <a:pt x="147" y="35"/>
                    <a:pt x="326" y="172"/>
                    <a:pt x="427" y="24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8" name="Google Shape;5878;p129"/>
            <p:cNvSpPr/>
            <p:nvPr/>
          </p:nvSpPr>
          <p:spPr>
            <a:xfrm>
              <a:off x="2726960" y="1826773"/>
              <a:ext cx="59904" cy="135897"/>
            </a:xfrm>
            <a:custGeom>
              <a:rect b="b" l="l" r="r" t="t"/>
              <a:pathLst>
                <a:path extrusionOk="0" h="10009" w="4412">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9" name="Google Shape;5879;p129"/>
            <p:cNvSpPr/>
            <p:nvPr/>
          </p:nvSpPr>
          <p:spPr>
            <a:xfrm>
              <a:off x="2728671" y="1883663"/>
              <a:ext cx="109" cy="109"/>
            </a:xfrm>
            <a:custGeom>
              <a:rect b="b" l="l" r="r" t="t"/>
              <a:pathLst>
                <a:path extrusionOk="0" h="8" w="8">
                  <a:moveTo>
                    <a:pt x="1" y="7"/>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0" name="Google Shape;5880;p129"/>
            <p:cNvSpPr/>
            <p:nvPr/>
          </p:nvSpPr>
          <p:spPr>
            <a:xfrm>
              <a:off x="2729241" y="1883039"/>
              <a:ext cx="14" cy="68"/>
            </a:xfrm>
            <a:custGeom>
              <a:rect b="b" l="l" r="r" t="t"/>
              <a:pathLst>
                <a:path extrusionOk="0" h="5" w="1">
                  <a:moveTo>
                    <a:pt x="1" y="1"/>
                  </a:moveTo>
                  <a:lnTo>
                    <a:pt x="1" y="4"/>
                  </a:ln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1" name="Google Shape;5881;p129"/>
            <p:cNvSpPr/>
            <p:nvPr/>
          </p:nvSpPr>
          <p:spPr>
            <a:xfrm>
              <a:off x="2728155" y="1883989"/>
              <a:ext cx="149" cy="163"/>
            </a:xfrm>
            <a:custGeom>
              <a:rect b="b" l="l" r="r" t="t"/>
              <a:pathLst>
                <a:path extrusionOk="0" h="12" w="11">
                  <a:moveTo>
                    <a:pt x="0" y="1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2" name="Google Shape;5882;p129"/>
            <p:cNvSpPr/>
            <p:nvPr/>
          </p:nvSpPr>
          <p:spPr>
            <a:xfrm>
              <a:off x="2728820" y="1883568"/>
              <a:ext cx="54" cy="54"/>
            </a:xfrm>
            <a:custGeom>
              <a:rect b="b" l="l" r="r" t="t"/>
              <a:pathLst>
                <a:path extrusionOk="0" h="4" w="4">
                  <a:moveTo>
                    <a:pt x="0" y="4"/>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3" name="Google Shape;5883;p129"/>
            <p:cNvSpPr/>
            <p:nvPr/>
          </p:nvSpPr>
          <p:spPr>
            <a:xfrm>
              <a:off x="2728440" y="1883799"/>
              <a:ext cx="149" cy="109"/>
            </a:xfrm>
            <a:custGeom>
              <a:rect b="b" l="l" r="r" t="t"/>
              <a:pathLst>
                <a:path extrusionOk="0" h="8" w="11">
                  <a:moveTo>
                    <a:pt x="0" y="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4" name="Google Shape;5884;p129"/>
            <p:cNvSpPr/>
            <p:nvPr/>
          </p:nvSpPr>
          <p:spPr>
            <a:xfrm>
              <a:off x="2727341" y="1884518"/>
              <a:ext cx="299" cy="244"/>
            </a:xfrm>
            <a:custGeom>
              <a:rect b="b" l="l" r="r" t="t"/>
              <a:pathLst>
                <a:path extrusionOk="0" h="18" w="22">
                  <a:moveTo>
                    <a:pt x="1" y="18"/>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5" name="Google Shape;5885;p129"/>
            <p:cNvSpPr/>
            <p:nvPr/>
          </p:nvSpPr>
          <p:spPr>
            <a:xfrm>
              <a:off x="2727775" y="1884233"/>
              <a:ext cx="204" cy="204"/>
            </a:xfrm>
            <a:custGeom>
              <a:rect b="b" l="l" r="r" t="t"/>
              <a:pathLst>
                <a:path extrusionOk="0" h="15" w="15">
                  <a:moveTo>
                    <a:pt x="0" y="1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6" name="Google Shape;5886;p129"/>
            <p:cNvSpPr/>
            <p:nvPr/>
          </p:nvSpPr>
          <p:spPr>
            <a:xfrm>
              <a:off x="2726825" y="1884844"/>
              <a:ext cx="394" cy="394"/>
            </a:xfrm>
            <a:custGeom>
              <a:rect b="b" l="l" r="r" t="t"/>
              <a:pathLst>
                <a:path extrusionOk="0" h="29" w="29">
                  <a:moveTo>
                    <a:pt x="0" y="29"/>
                  </a:moveTo>
                  <a:lnTo>
                    <a:pt x="0" y="29"/>
                  </a:lnTo>
                  <a:lnTo>
                    <a:pt x="2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7" name="Google Shape;5887;p129"/>
            <p:cNvSpPr/>
            <p:nvPr/>
          </p:nvSpPr>
          <p:spPr>
            <a:xfrm>
              <a:off x="2729296" y="1878531"/>
              <a:ext cx="1914" cy="4331"/>
            </a:xfrm>
            <a:custGeom>
              <a:rect b="b" l="l" r="r" t="t"/>
              <a:pathLst>
                <a:path extrusionOk="0" h="319" w="141">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8" name="Google Shape;5888;p129"/>
            <p:cNvSpPr/>
            <p:nvPr/>
          </p:nvSpPr>
          <p:spPr>
            <a:xfrm>
              <a:off x="2733668" y="187467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9" name="Google Shape;5889;p129"/>
            <p:cNvSpPr/>
            <p:nvPr/>
          </p:nvSpPr>
          <p:spPr>
            <a:xfrm>
              <a:off x="2760334" y="1831037"/>
              <a:ext cx="109" cy="68"/>
            </a:xfrm>
            <a:custGeom>
              <a:rect b="b" l="l" r="r" t="t"/>
              <a:pathLst>
                <a:path extrusionOk="0" h="5" w="8">
                  <a:moveTo>
                    <a:pt x="7"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0" name="Google Shape;5890;p129"/>
            <p:cNvSpPr/>
            <p:nvPr/>
          </p:nvSpPr>
          <p:spPr>
            <a:xfrm>
              <a:off x="2760565" y="1830806"/>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1" name="Google Shape;5891;p129"/>
            <p:cNvSpPr/>
            <p:nvPr/>
          </p:nvSpPr>
          <p:spPr>
            <a:xfrm>
              <a:off x="2760945" y="1830236"/>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2" name="Google Shape;5892;p129"/>
            <p:cNvSpPr/>
            <p:nvPr/>
          </p:nvSpPr>
          <p:spPr>
            <a:xfrm>
              <a:off x="2760089" y="1831227"/>
              <a:ext cx="109" cy="109"/>
            </a:xfrm>
            <a:custGeom>
              <a:rect b="b" l="l" r="r" t="t"/>
              <a:pathLst>
                <a:path extrusionOk="0" h="8" w="8">
                  <a:moveTo>
                    <a:pt x="8"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3" name="Google Shape;5893;p129"/>
            <p:cNvSpPr/>
            <p:nvPr/>
          </p:nvSpPr>
          <p:spPr>
            <a:xfrm>
              <a:off x="2760755" y="1830521"/>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4" name="Google Shape;5894;p129"/>
            <p:cNvSpPr/>
            <p:nvPr/>
          </p:nvSpPr>
          <p:spPr>
            <a:xfrm>
              <a:off x="2761135" y="1829951"/>
              <a:ext cx="68" cy="109"/>
            </a:xfrm>
            <a:custGeom>
              <a:rect b="b" l="l" r="r" t="t"/>
              <a:pathLst>
                <a:path extrusionOk="0" h="8" w="5">
                  <a:moveTo>
                    <a:pt x="4"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5" name="Google Shape;5895;p129"/>
            <p:cNvSpPr/>
            <p:nvPr/>
          </p:nvSpPr>
          <p:spPr>
            <a:xfrm>
              <a:off x="2755297" y="183627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6" name="Google Shape;5896;p129"/>
            <p:cNvSpPr/>
            <p:nvPr/>
          </p:nvSpPr>
          <p:spPr>
            <a:xfrm>
              <a:off x="2734374" y="1864885"/>
              <a:ext cx="1059" cy="5010"/>
            </a:xfrm>
            <a:custGeom>
              <a:rect b="b" l="l" r="r" t="t"/>
              <a:pathLst>
                <a:path extrusionOk="0" h="369" w="78">
                  <a:moveTo>
                    <a:pt x="78" y="1"/>
                  </a:moveTo>
                  <a:cubicBezTo>
                    <a:pt x="67" y="134"/>
                    <a:pt x="57" y="284"/>
                    <a:pt x="1" y="368"/>
                  </a:cubicBezTo>
                  <a:cubicBezTo>
                    <a:pt x="57" y="284"/>
                    <a:pt x="67" y="134"/>
                    <a:pt x="7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7" name="Google Shape;5897;p129"/>
            <p:cNvSpPr/>
            <p:nvPr/>
          </p:nvSpPr>
          <p:spPr>
            <a:xfrm>
              <a:off x="2731903" y="1878151"/>
              <a:ext cx="109" cy="14"/>
            </a:xfrm>
            <a:custGeom>
              <a:rect b="b" l="l" r="r" t="t"/>
              <a:pathLst>
                <a:path extrusionOk="0" h="1" w="8">
                  <a:moveTo>
                    <a:pt x="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8" name="Google Shape;5898;p129"/>
            <p:cNvSpPr/>
            <p:nvPr/>
          </p:nvSpPr>
          <p:spPr>
            <a:xfrm>
              <a:off x="2761135" y="1836658"/>
              <a:ext cx="204" cy="720"/>
            </a:xfrm>
            <a:custGeom>
              <a:rect b="b" l="l" r="r" t="t"/>
              <a:pathLst>
                <a:path extrusionOk="0" h="53" w="15">
                  <a:moveTo>
                    <a:pt x="15" y="0"/>
                  </a:moveTo>
                  <a:cubicBezTo>
                    <a:pt x="15" y="18"/>
                    <a:pt x="11" y="39"/>
                    <a:pt x="1" y="53"/>
                  </a:cubicBezTo>
                  <a:cubicBezTo>
                    <a:pt x="11" y="39"/>
                    <a:pt x="15" y="18"/>
                    <a:pt x="1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9" name="Google Shape;5899;p129"/>
            <p:cNvSpPr/>
            <p:nvPr/>
          </p:nvSpPr>
          <p:spPr>
            <a:xfrm>
              <a:off x="2755527" y="1836128"/>
              <a:ext cx="204" cy="68"/>
            </a:xfrm>
            <a:custGeom>
              <a:rect b="b" l="l" r="r" t="t"/>
              <a:pathLst>
                <a:path extrusionOk="0" h="5" w="15">
                  <a:moveTo>
                    <a:pt x="15"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0" name="Google Shape;5900;p129"/>
            <p:cNvSpPr/>
            <p:nvPr/>
          </p:nvSpPr>
          <p:spPr>
            <a:xfrm>
              <a:off x="2761990" y="1827805"/>
              <a:ext cx="14" cy="109"/>
            </a:xfrm>
            <a:custGeom>
              <a:rect b="b" l="l" r="r" t="t"/>
              <a:pathLst>
                <a:path extrusionOk="0" h="8" w="1">
                  <a:moveTo>
                    <a:pt x="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1" name="Google Shape;5901;p129"/>
            <p:cNvSpPr/>
            <p:nvPr/>
          </p:nvSpPr>
          <p:spPr>
            <a:xfrm>
              <a:off x="2762045" y="182761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2" name="Google Shape;5902;p129"/>
            <p:cNvSpPr/>
            <p:nvPr/>
          </p:nvSpPr>
          <p:spPr>
            <a:xfrm>
              <a:off x="2732717" y="1877716"/>
              <a:ext cx="14" cy="68"/>
            </a:xfrm>
            <a:custGeom>
              <a:rect b="b" l="l" r="r" t="t"/>
              <a:pathLst>
                <a:path extrusionOk="0" h="5" w="1">
                  <a:moveTo>
                    <a:pt x="0"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3" name="Google Shape;5903;p129"/>
            <p:cNvSpPr/>
            <p:nvPr/>
          </p:nvSpPr>
          <p:spPr>
            <a:xfrm>
              <a:off x="2761895" y="1828050"/>
              <a:ext cx="14" cy="109"/>
            </a:xfrm>
            <a:custGeom>
              <a:rect b="b" l="l" r="r" t="t"/>
              <a:pathLst>
                <a:path extrusionOk="0" h="8" w="1">
                  <a:moveTo>
                    <a:pt x="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4" name="Google Shape;5904;p129"/>
            <p:cNvSpPr/>
            <p:nvPr/>
          </p:nvSpPr>
          <p:spPr>
            <a:xfrm>
              <a:off x="2761325" y="1829665"/>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5" name="Google Shape;5905;p129"/>
            <p:cNvSpPr/>
            <p:nvPr/>
          </p:nvSpPr>
          <p:spPr>
            <a:xfrm>
              <a:off x="2732188" y="1878056"/>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6" name="Google Shape;5906;p129"/>
            <p:cNvSpPr/>
            <p:nvPr/>
          </p:nvSpPr>
          <p:spPr>
            <a:xfrm>
              <a:off x="2761855" y="1828335"/>
              <a:ext cx="14" cy="109"/>
            </a:xfrm>
            <a:custGeom>
              <a:rect b="b" l="l" r="r" t="t"/>
              <a:pathLst>
                <a:path extrusionOk="0" h="8"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7" name="Google Shape;5907;p129"/>
            <p:cNvSpPr/>
            <p:nvPr/>
          </p:nvSpPr>
          <p:spPr>
            <a:xfrm>
              <a:off x="2761474" y="1829231"/>
              <a:ext cx="54" cy="109"/>
            </a:xfrm>
            <a:custGeom>
              <a:rect b="b" l="l" r="r" t="t"/>
              <a:pathLst>
                <a:path extrusionOk="0" h="8" w="4">
                  <a:moveTo>
                    <a:pt x="4"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8" name="Google Shape;5908;p129"/>
            <p:cNvSpPr/>
            <p:nvPr/>
          </p:nvSpPr>
          <p:spPr>
            <a:xfrm>
              <a:off x="2761610" y="1828905"/>
              <a:ext cx="68" cy="109"/>
            </a:xfrm>
            <a:custGeom>
              <a:rect b="b" l="l" r="r" t="t"/>
              <a:pathLst>
                <a:path extrusionOk="0" h="8" w="5">
                  <a:moveTo>
                    <a:pt x="4"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9" name="Google Shape;5909;p129"/>
            <p:cNvSpPr/>
            <p:nvPr/>
          </p:nvSpPr>
          <p:spPr>
            <a:xfrm>
              <a:off x="2761705" y="1828620"/>
              <a:ext cx="68" cy="109"/>
            </a:xfrm>
            <a:custGeom>
              <a:rect b="b" l="l" r="r" t="t"/>
              <a:pathLst>
                <a:path extrusionOk="0" h="8" w="5">
                  <a:moveTo>
                    <a:pt x="4"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0" name="Google Shape;5910;p129"/>
            <p:cNvSpPr/>
            <p:nvPr/>
          </p:nvSpPr>
          <p:spPr>
            <a:xfrm>
              <a:off x="2732473" y="1877906"/>
              <a:ext cx="68" cy="14"/>
            </a:xfrm>
            <a:custGeom>
              <a:rect b="b" l="l" r="r" t="t"/>
              <a:pathLst>
                <a:path extrusionOk="0" h="1" w="5">
                  <a:moveTo>
                    <a:pt x="4"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1" name="Google Shape;5911;p129"/>
            <p:cNvSpPr/>
            <p:nvPr/>
          </p:nvSpPr>
          <p:spPr>
            <a:xfrm>
              <a:off x="2731197" y="1878151"/>
              <a:ext cx="434" cy="394"/>
            </a:xfrm>
            <a:custGeom>
              <a:rect b="b" l="l" r="r" t="t"/>
              <a:pathLst>
                <a:path extrusionOk="0" h="29" w="32">
                  <a:moveTo>
                    <a:pt x="32" y="0"/>
                  </a:moveTo>
                  <a:cubicBezTo>
                    <a:pt x="25" y="4"/>
                    <a:pt x="21" y="4"/>
                    <a:pt x="21" y="7"/>
                  </a:cubicBezTo>
                  <a:lnTo>
                    <a:pt x="0" y="28"/>
                  </a:lnTo>
                  <a:cubicBezTo>
                    <a:pt x="11" y="18"/>
                    <a:pt x="18" y="11"/>
                    <a:pt x="3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2" name="Google Shape;5912;p129"/>
            <p:cNvSpPr/>
            <p:nvPr/>
          </p:nvSpPr>
          <p:spPr>
            <a:xfrm>
              <a:off x="2755867" y="1836088"/>
              <a:ext cx="204" cy="14"/>
            </a:xfrm>
            <a:custGeom>
              <a:rect b="b" l="l" r="r" t="t"/>
              <a:pathLst>
                <a:path extrusionOk="0" h="1" w="15">
                  <a:moveTo>
                    <a:pt x="0" y="0"/>
                  </a:moveTo>
                  <a:cubicBezTo>
                    <a:pt x="4" y="0"/>
                    <a:pt x="7" y="0"/>
                    <a:pt x="14" y="0"/>
                  </a:cubicBezTo>
                  <a:lnTo>
                    <a:pt x="14" y="0"/>
                  </a:lnTo>
                  <a:cubicBezTo>
                    <a:pt x="7" y="0"/>
                    <a:pt x="4"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3" name="Google Shape;5913;p129"/>
            <p:cNvSpPr/>
            <p:nvPr/>
          </p:nvSpPr>
          <p:spPr>
            <a:xfrm>
              <a:off x="2730911" y="1878246"/>
              <a:ext cx="584" cy="625"/>
            </a:xfrm>
            <a:custGeom>
              <a:rect b="b" l="l" r="r" t="t"/>
              <a:pathLst>
                <a:path extrusionOk="0" h="46" w="43">
                  <a:moveTo>
                    <a:pt x="42" y="0"/>
                  </a:moveTo>
                  <a:lnTo>
                    <a:pt x="42" y="0"/>
                  </a:lnTo>
                  <a:cubicBezTo>
                    <a:pt x="25" y="14"/>
                    <a:pt x="11" y="28"/>
                    <a:pt x="0" y="46"/>
                  </a:cubicBezTo>
                  <a:lnTo>
                    <a:pt x="21" y="25"/>
                  </a:lnTo>
                  <a:lnTo>
                    <a:pt x="21" y="21"/>
                  </a:lnTo>
                  <a:lnTo>
                    <a:pt x="4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4" name="Google Shape;5914;p129"/>
            <p:cNvSpPr/>
            <p:nvPr/>
          </p:nvSpPr>
          <p:spPr>
            <a:xfrm>
              <a:off x="2705196" y="1828905"/>
              <a:ext cx="20163" cy="10197"/>
            </a:xfrm>
            <a:custGeom>
              <a:rect b="b" l="l" r="r" t="t"/>
              <a:pathLst>
                <a:path extrusionOk="0" h="751" w="1485">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5" name="Google Shape;5915;p129"/>
            <p:cNvSpPr/>
            <p:nvPr/>
          </p:nvSpPr>
          <p:spPr>
            <a:xfrm>
              <a:off x="2713179" y="1838314"/>
              <a:ext cx="489" cy="163"/>
            </a:xfrm>
            <a:custGeom>
              <a:rect b="b" l="l" r="r" t="t"/>
              <a:pathLst>
                <a:path extrusionOk="0" h="12" w="36">
                  <a:moveTo>
                    <a:pt x="36"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6" name="Google Shape;5916;p129"/>
            <p:cNvSpPr/>
            <p:nvPr/>
          </p:nvSpPr>
          <p:spPr>
            <a:xfrm>
              <a:off x="2712039" y="1838178"/>
              <a:ext cx="489" cy="54"/>
            </a:xfrm>
            <a:custGeom>
              <a:rect b="b" l="l" r="r" t="t"/>
              <a:pathLst>
                <a:path extrusionOk="0" h="4" w="36">
                  <a:moveTo>
                    <a:pt x="1" y="0"/>
                  </a:moveTo>
                  <a:cubicBezTo>
                    <a:pt x="11" y="0"/>
                    <a:pt x="25" y="4"/>
                    <a:pt x="36" y="4"/>
                  </a:cubicBezTo>
                  <a:cubicBezTo>
                    <a:pt x="25" y="0"/>
                    <a:pt x="11"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7" name="Google Shape;5917;p129"/>
            <p:cNvSpPr/>
            <p:nvPr/>
          </p:nvSpPr>
          <p:spPr>
            <a:xfrm>
              <a:off x="2713804" y="1838504"/>
              <a:ext cx="489" cy="163"/>
            </a:xfrm>
            <a:custGeom>
              <a:rect b="b" l="l" r="r" t="t"/>
              <a:pathLst>
                <a:path extrusionOk="0" h="12" w="36">
                  <a:moveTo>
                    <a:pt x="35"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8" name="Google Shape;5918;p129"/>
            <p:cNvSpPr/>
            <p:nvPr/>
          </p:nvSpPr>
          <p:spPr>
            <a:xfrm>
              <a:off x="2711523" y="1838178"/>
              <a:ext cx="394" cy="14"/>
            </a:xfrm>
            <a:custGeom>
              <a:rect b="b" l="l" r="r" t="t"/>
              <a:pathLst>
                <a:path extrusionOk="0" h="1" w="29">
                  <a:moveTo>
                    <a:pt x="0" y="0"/>
                  </a:moveTo>
                  <a:lnTo>
                    <a:pt x="28" y="0"/>
                  </a:lnTo>
                  <a:cubicBezTo>
                    <a:pt x="18" y="0"/>
                    <a:pt x="11"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9" name="Google Shape;5919;p129"/>
            <p:cNvSpPr/>
            <p:nvPr/>
          </p:nvSpPr>
          <p:spPr>
            <a:xfrm>
              <a:off x="2723403" y="1831851"/>
              <a:ext cx="394" cy="679"/>
            </a:xfrm>
            <a:custGeom>
              <a:rect b="b" l="l" r="r" t="t"/>
              <a:pathLst>
                <a:path extrusionOk="0" h="50" w="29">
                  <a:moveTo>
                    <a:pt x="18" y="49"/>
                  </a:moveTo>
                  <a:lnTo>
                    <a:pt x="0" y="11"/>
                  </a:lnTo>
                  <a:lnTo>
                    <a:pt x="28" y="0"/>
                  </a:ln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0" name="Google Shape;5920;p129"/>
            <p:cNvSpPr/>
            <p:nvPr/>
          </p:nvSpPr>
          <p:spPr>
            <a:xfrm>
              <a:off x="2706051" y="1837079"/>
              <a:ext cx="2105" cy="638"/>
            </a:xfrm>
            <a:custGeom>
              <a:rect b="b" l="l" r="r" t="t"/>
              <a:pathLst>
                <a:path extrusionOk="0" h="47" w="155">
                  <a:moveTo>
                    <a:pt x="0" y="1"/>
                  </a:moveTo>
                  <a:cubicBezTo>
                    <a:pt x="56" y="1"/>
                    <a:pt x="109" y="15"/>
                    <a:pt x="154" y="46"/>
                  </a:cubicBezTo>
                  <a:cubicBezTo>
                    <a:pt x="109" y="15"/>
                    <a:pt x="56"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1" name="Google Shape;5921;p129"/>
            <p:cNvSpPr/>
            <p:nvPr/>
          </p:nvSpPr>
          <p:spPr>
            <a:xfrm>
              <a:off x="2710857" y="1838219"/>
              <a:ext cx="530" cy="109"/>
            </a:xfrm>
            <a:custGeom>
              <a:rect b="b" l="l" r="r" t="t"/>
              <a:pathLst>
                <a:path extrusionOk="0" h="8" w="39">
                  <a:moveTo>
                    <a:pt x="39" y="1"/>
                  </a:moveTo>
                  <a:cubicBezTo>
                    <a:pt x="28" y="1"/>
                    <a:pt x="14" y="4"/>
                    <a:pt x="0" y="8"/>
                  </a:cubicBezTo>
                  <a:cubicBezTo>
                    <a:pt x="14" y="4"/>
                    <a:pt x="28" y="1"/>
                    <a:pt x="3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2" name="Google Shape;5922;p129"/>
            <p:cNvSpPr/>
            <p:nvPr/>
          </p:nvSpPr>
          <p:spPr>
            <a:xfrm>
              <a:off x="2712568" y="1838219"/>
              <a:ext cx="584" cy="109"/>
            </a:xfrm>
            <a:custGeom>
              <a:rect b="b" l="l" r="r" t="t"/>
              <a:pathLst>
                <a:path extrusionOk="0" h="8" w="43">
                  <a:moveTo>
                    <a:pt x="42" y="8"/>
                  </a:moveTo>
                  <a:cubicBezTo>
                    <a:pt x="28" y="4"/>
                    <a:pt x="14" y="1"/>
                    <a:pt x="0" y="1"/>
                  </a:cubicBezTo>
                  <a:cubicBezTo>
                    <a:pt x="14" y="1"/>
                    <a:pt x="28" y="4"/>
                    <a:pt x="42"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3" name="Google Shape;5923;p129"/>
            <p:cNvSpPr/>
            <p:nvPr/>
          </p:nvSpPr>
          <p:spPr>
            <a:xfrm>
              <a:off x="2798745" y="1868022"/>
              <a:ext cx="52056" cy="110847"/>
            </a:xfrm>
            <a:custGeom>
              <a:rect b="b" l="l" r="r" t="t"/>
              <a:pathLst>
                <a:path extrusionOk="0" h="8164" w="3834">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4" name="Google Shape;5924;p129"/>
            <p:cNvSpPr/>
            <p:nvPr/>
          </p:nvSpPr>
          <p:spPr>
            <a:xfrm>
              <a:off x="2799356" y="1936670"/>
              <a:ext cx="40800" cy="29477"/>
            </a:xfrm>
            <a:custGeom>
              <a:rect b="b" l="l" r="r" t="t"/>
              <a:pathLst>
                <a:path extrusionOk="0" h="2171" w="3005">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5" name="Google Shape;5925;p129"/>
            <p:cNvSpPr/>
            <p:nvPr/>
          </p:nvSpPr>
          <p:spPr>
            <a:xfrm>
              <a:off x="2816708" y="1965033"/>
              <a:ext cx="204" cy="163"/>
            </a:xfrm>
            <a:custGeom>
              <a:rect b="b" l="l" r="r" t="t"/>
              <a:pathLst>
                <a:path extrusionOk="0" h="12" w="15">
                  <a:moveTo>
                    <a:pt x="14"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6" name="Google Shape;5926;p129"/>
            <p:cNvSpPr/>
            <p:nvPr/>
          </p:nvSpPr>
          <p:spPr>
            <a:xfrm>
              <a:off x="2815798" y="1965563"/>
              <a:ext cx="299" cy="149"/>
            </a:xfrm>
            <a:custGeom>
              <a:rect b="b" l="l" r="r" t="t"/>
              <a:pathLst>
                <a:path extrusionOk="0" h="11" w="22">
                  <a:moveTo>
                    <a:pt x="22"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7" name="Google Shape;5927;p129"/>
            <p:cNvSpPr/>
            <p:nvPr/>
          </p:nvSpPr>
          <p:spPr>
            <a:xfrm>
              <a:off x="2817033" y="1964802"/>
              <a:ext cx="204" cy="149"/>
            </a:xfrm>
            <a:custGeom>
              <a:rect b="b" l="l" r="r" t="t"/>
              <a:pathLst>
                <a:path extrusionOk="0" h="11" w="15">
                  <a:moveTo>
                    <a:pt x="15"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8" name="Google Shape;5928;p129"/>
            <p:cNvSpPr/>
            <p:nvPr/>
          </p:nvSpPr>
          <p:spPr>
            <a:xfrm>
              <a:off x="2815133" y="1965848"/>
              <a:ext cx="448" cy="204"/>
            </a:xfrm>
            <a:custGeom>
              <a:rect b="b" l="l" r="r" t="t"/>
              <a:pathLst>
                <a:path extrusionOk="0" h="15" w="33">
                  <a:moveTo>
                    <a:pt x="32"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9" name="Google Shape;5929;p129"/>
            <p:cNvSpPr/>
            <p:nvPr/>
          </p:nvSpPr>
          <p:spPr>
            <a:xfrm>
              <a:off x="2816273" y="1965277"/>
              <a:ext cx="258" cy="149"/>
            </a:xfrm>
            <a:custGeom>
              <a:rect b="b" l="l" r="r" t="t"/>
              <a:pathLst>
                <a:path extrusionOk="0" h="11" w="19">
                  <a:moveTo>
                    <a:pt x="18"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0" name="Google Shape;5930;p129"/>
            <p:cNvSpPr/>
            <p:nvPr/>
          </p:nvSpPr>
          <p:spPr>
            <a:xfrm>
              <a:off x="2818364" y="196370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1" name="Google Shape;5931;p129"/>
            <p:cNvSpPr/>
            <p:nvPr/>
          </p:nvSpPr>
          <p:spPr>
            <a:xfrm>
              <a:off x="2838147" y="1943839"/>
              <a:ext cx="625" cy="1059"/>
            </a:xfrm>
            <a:custGeom>
              <a:rect b="b" l="l" r="r" t="t"/>
              <a:pathLst>
                <a:path extrusionOk="0" h="78" w="46">
                  <a:moveTo>
                    <a:pt x="0" y="0"/>
                  </a:moveTo>
                  <a:cubicBezTo>
                    <a:pt x="14" y="28"/>
                    <a:pt x="28" y="53"/>
                    <a:pt x="46" y="77"/>
                  </a:cubicBezTo>
                  <a:cubicBezTo>
                    <a:pt x="28" y="53"/>
                    <a:pt x="14" y="28"/>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2" name="Google Shape;5932;p129"/>
            <p:cNvSpPr/>
            <p:nvPr/>
          </p:nvSpPr>
          <p:spPr>
            <a:xfrm>
              <a:off x="2818364" y="1963702"/>
              <a:ext cx="14" cy="68"/>
            </a:xfrm>
            <a:custGeom>
              <a:rect b="b" l="l" r="r" t="t"/>
              <a:pathLst>
                <a:path extrusionOk="0" h="5" w="1">
                  <a:moveTo>
                    <a:pt x="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3" name="Google Shape;5933;p129"/>
            <p:cNvSpPr/>
            <p:nvPr/>
          </p:nvSpPr>
          <p:spPr>
            <a:xfrm>
              <a:off x="2818364" y="196370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4" name="Google Shape;5934;p129"/>
            <p:cNvSpPr/>
            <p:nvPr/>
          </p:nvSpPr>
          <p:spPr>
            <a:xfrm>
              <a:off x="2836096" y="1936710"/>
              <a:ext cx="2064" cy="7142"/>
            </a:xfrm>
            <a:custGeom>
              <a:rect b="b" l="l" r="r" t="t"/>
              <a:pathLst>
                <a:path extrusionOk="0" h="526" w="152">
                  <a:moveTo>
                    <a:pt x="1" y="0"/>
                  </a:moveTo>
                  <a:lnTo>
                    <a:pt x="1" y="0"/>
                  </a:lnTo>
                  <a:cubicBezTo>
                    <a:pt x="11" y="186"/>
                    <a:pt x="64" y="364"/>
                    <a:pt x="151" y="525"/>
                  </a:cubicBezTo>
                  <a:cubicBezTo>
                    <a:pt x="64" y="364"/>
                    <a:pt x="11" y="186"/>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5" name="Google Shape;5935;p129"/>
            <p:cNvSpPr/>
            <p:nvPr/>
          </p:nvSpPr>
          <p:spPr>
            <a:xfrm>
              <a:off x="2817373" y="1964612"/>
              <a:ext cx="149" cy="109"/>
            </a:xfrm>
            <a:custGeom>
              <a:rect b="b" l="l" r="r" t="t"/>
              <a:pathLst>
                <a:path extrusionOk="0" h="8" w="11">
                  <a:moveTo>
                    <a:pt x="11"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6" name="Google Shape;5936;p129"/>
            <p:cNvSpPr/>
            <p:nvPr/>
          </p:nvSpPr>
          <p:spPr>
            <a:xfrm>
              <a:off x="2818364" y="1962616"/>
              <a:ext cx="543" cy="1005"/>
            </a:xfrm>
            <a:custGeom>
              <a:rect b="b" l="l" r="r" t="t"/>
              <a:pathLst>
                <a:path extrusionOk="0" h="74" w="40">
                  <a:moveTo>
                    <a:pt x="1" y="74"/>
                  </a:moveTo>
                  <a:cubicBezTo>
                    <a:pt x="4" y="46"/>
                    <a:pt x="15" y="18"/>
                    <a:pt x="39" y="0"/>
                  </a:cubicBezTo>
                  <a:cubicBezTo>
                    <a:pt x="15" y="18"/>
                    <a:pt x="4" y="46"/>
                    <a:pt x="1" y="7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7" name="Google Shape;5937;p129"/>
            <p:cNvSpPr/>
            <p:nvPr/>
          </p:nvSpPr>
          <p:spPr>
            <a:xfrm>
              <a:off x="2818133" y="1963947"/>
              <a:ext cx="109" cy="109"/>
            </a:xfrm>
            <a:custGeom>
              <a:rect b="b" l="l" r="r" t="t"/>
              <a:pathLst>
                <a:path extrusionOk="0" h="8" w="8">
                  <a:moveTo>
                    <a:pt x="7"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8" name="Google Shape;5938;p129"/>
            <p:cNvSpPr/>
            <p:nvPr/>
          </p:nvSpPr>
          <p:spPr>
            <a:xfrm>
              <a:off x="2817848" y="1964273"/>
              <a:ext cx="109" cy="109"/>
            </a:xfrm>
            <a:custGeom>
              <a:rect b="b" l="l" r="r" t="t"/>
              <a:pathLst>
                <a:path extrusionOk="0" h="8" w="8">
                  <a:moveTo>
                    <a:pt x="7"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9" name="Google Shape;5939;p129"/>
            <p:cNvSpPr/>
            <p:nvPr/>
          </p:nvSpPr>
          <p:spPr>
            <a:xfrm>
              <a:off x="2817604" y="1964422"/>
              <a:ext cx="163" cy="109"/>
            </a:xfrm>
            <a:custGeom>
              <a:rect b="b" l="l" r="r" t="t"/>
              <a:pathLst>
                <a:path extrusionOk="0" h="8" w="12">
                  <a:moveTo>
                    <a:pt x="1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0" name="Google Shape;5940;p129"/>
            <p:cNvSpPr/>
            <p:nvPr/>
          </p:nvSpPr>
          <p:spPr>
            <a:xfrm>
              <a:off x="2817984" y="1964083"/>
              <a:ext cx="109" cy="109"/>
            </a:xfrm>
            <a:custGeom>
              <a:rect b="b" l="l" r="r" t="t"/>
              <a:pathLst>
                <a:path extrusionOk="0" h="8" w="8">
                  <a:moveTo>
                    <a:pt x="8"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1" name="Google Shape;5941;p129"/>
            <p:cNvSpPr/>
            <p:nvPr/>
          </p:nvSpPr>
          <p:spPr>
            <a:xfrm>
              <a:off x="2818228" y="1963852"/>
              <a:ext cx="54" cy="109"/>
            </a:xfrm>
            <a:custGeom>
              <a:rect b="b" l="l" r="r" t="t"/>
              <a:pathLst>
                <a:path extrusionOk="0" h="8" w="4">
                  <a:moveTo>
                    <a:pt x="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2" name="Google Shape;5942;p129"/>
            <p:cNvSpPr/>
            <p:nvPr/>
          </p:nvSpPr>
          <p:spPr>
            <a:xfrm>
              <a:off x="2818323" y="1963757"/>
              <a:ext cx="14" cy="109"/>
            </a:xfrm>
            <a:custGeom>
              <a:rect b="b" l="l" r="r" t="t"/>
              <a:pathLst>
                <a:path extrusionOk="0" h="8"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3" name="Google Shape;5943;p129"/>
            <p:cNvSpPr/>
            <p:nvPr/>
          </p:nvSpPr>
          <p:spPr>
            <a:xfrm>
              <a:off x="2784244" y="1875299"/>
              <a:ext cx="52436" cy="63936"/>
            </a:xfrm>
            <a:custGeom>
              <a:rect b="b" l="l" r="r" t="t"/>
              <a:pathLst>
                <a:path extrusionOk="0" h="4709" w="3862">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4" name="Google Shape;5944;p129"/>
            <p:cNvSpPr/>
            <p:nvPr/>
          </p:nvSpPr>
          <p:spPr>
            <a:xfrm>
              <a:off x="2786525" y="1885469"/>
              <a:ext cx="54" cy="204"/>
            </a:xfrm>
            <a:custGeom>
              <a:rect b="b" l="l" r="r" t="t"/>
              <a:pathLst>
                <a:path extrusionOk="0" h="15" w="4">
                  <a:moveTo>
                    <a:pt x="4"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5" name="Google Shape;5945;p129"/>
            <p:cNvSpPr/>
            <p:nvPr/>
          </p:nvSpPr>
          <p:spPr>
            <a:xfrm>
              <a:off x="2788086" y="1882998"/>
              <a:ext cx="163" cy="204"/>
            </a:xfrm>
            <a:custGeom>
              <a:rect b="b" l="l" r="r" t="t"/>
              <a:pathLst>
                <a:path extrusionOk="0" h="15" w="12">
                  <a:moveTo>
                    <a:pt x="11"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6" name="Google Shape;5946;p129"/>
            <p:cNvSpPr/>
            <p:nvPr/>
          </p:nvSpPr>
          <p:spPr>
            <a:xfrm>
              <a:off x="2785615" y="1887981"/>
              <a:ext cx="109" cy="163"/>
            </a:xfrm>
            <a:custGeom>
              <a:rect b="b" l="l" r="r" t="t"/>
              <a:pathLst>
                <a:path extrusionOk="0" h="12" w="8">
                  <a:moveTo>
                    <a:pt x="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7" name="Google Shape;5947;p129"/>
            <p:cNvSpPr/>
            <p:nvPr/>
          </p:nvSpPr>
          <p:spPr>
            <a:xfrm>
              <a:off x="2788996" y="1881857"/>
              <a:ext cx="109" cy="149"/>
            </a:xfrm>
            <a:custGeom>
              <a:rect b="b" l="l" r="r" t="t"/>
              <a:pathLst>
                <a:path extrusionOk="0" h="11" w="8">
                  <a:moveTo>
                    <a:pt x="7"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8" name="Google Shape;5948;p129"/>
            <p:cNvSpPr/>
            <p:nvPr/>
          </p:nvSpPr>
          <p:spPr>
            <a:xfrm>
              <a:off x="2788371" y="1882618"/>
              <a:ext cx="163" cy="149"/>
            </a:xfrm>
            <a:custGeom>
              <a:rect b="b" l="l" r="r" t="t"/>
              <a:pathLst>
                <a:path extrusionOk="0" h="11" w="12">
                  <a:moveTo>
                    <a:pt x="1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9" name="Google Shape;5949;p129"/>
            <p:cNvSpPr/>
            <p:nvPr/>
          </p:nvSpPr>
          <p:spPr>
            <a:xfrm>
              <a:off x="2786185" y="1886514"/>
              <a:ext cx="14" cy="149"/>
            </a:xfrm>
            <a:custGeom>
              <a:rect b="b" l="l" r="r" t="t"/>
              <a:pathLst>
                <a:path extrusionOk="0" h="11" w="1">
                  <a:moveTo>
                    <a:pt x="1" y="0"/>
                  </a:moveTo>
                  <a:cubicBezTo>
                    <a:pt x="1" y="4"/>
                    <a:pt x="1" y="7"/>
                    <a:pt x="1" y="11"/>
                  </a:cubicBezTo>
                  <a:cubicBezTo>
                    <a:pt x="1" y="7"/>
                    <a:pt x="1"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0" name="Google Shape;5950;p129"/>
            <p:cNvSpPr/>
            <p:nvPr/>
          </p:nvSpPr>
          <p:spPr>
            <a:xfrm>
              <a:off x="2786376" y="1885795"/>
              <a:ext cx="68" cy="163"/>
            </a:xfrm>
            <a:custGeom>
              <a:rect b="b" l="l" r="r" t="t"/>
              <a:pathLst>
                <a:path extrusionOk="0" h="12" w="5">
                  <a:moveTo>
                    <a:pt x="4"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1" name="Google Shape;5951;p129"/>
            <p:cNvSpPr/>
            <p:nvPr/>
          </p:nvSpPr>
          <p:spPr>
            <a:xfrm>
              <a:off x="2786280" y="1886039"/>
              <a:ext cx="68" cy="149"/>
            </a:xfrm>
            <a:custGeom>
              <a:rect b="b" l="l" r="r" t="t"/>
              <a:pathLst>
                <a:path extrusionOk="0" h="11" w="5">
                  <a:moveTo>
                    <a:pt x="4"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2" name="Google Shape;5952;p129"/>
            <p:cNvSpPr/>
            <p:nvPr/>
          </p:nvSpPr>
          <p:spPr>
            <a:xfrm>
              <a:off x="2787801" y="1883378"/>
              <a:ext cx="163" cy="204"/>
            </a:xfrm>
            <a:custGeom>
              <a:rect b="b" l="l" r="r" t="t"/>
              <a:pathLst>
                <a:path extrusionOk="0" h="15" w="12">
                  <a:moveTo>
                    <a:pt x="11"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3" name="Google Shape;5953;p129"/>
            <p:cNvSpPr/>
            <p:nvPr/>
          </p:nvSpPr>
          <p:spPr>
            <a:xfrm>
              <a:off x="2788657" y="1882237"/>
              <a:ext cx="163" cy="149"/>
            </a:xfrm>
            <a:custGeom>
              <a:rect b="b" l="l" r="r" t="t"/>
              <a:pathLst>
                <a:path extrusionOk="0" h="11" w="12">
                  <a:moveTo>
                    <a:pt x="1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4" name="Google Shape;5954;p129"/>
            <p:cNvSpPr/>
            <p:nvPr/>
          </p:nvSpPr>
          <p:spPr>
            <a:xfrm>
              <a:off x="2786185" y="1886270"/>
              <a:ext cx="68" cy="163"/>
            </a:xfrm>
            <a:custGeom>
              <a:rect b="b" l="l" r="r" t="t"/>
              <a:pathLst>
                <a:path extrusionOk="0" h="12" w="5">
                  <a:moveTo>
                    <a:pt x="4" y="1"/>
                  </a:moveTo>
                  <a:cubicBezTo>
                    <a:pt x="1" y="4"/>
                    <a:pt x="1" y="8"/>
                    <a:pt x="1" y="11"/>
                  </a:cubicBezTo>
                  <a:cubicBezTo>
                    <a:pt x="4" y="8"/>
                    <a:pt x="4" y="4"/>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5" name="Google Shape;5955;p129"/>
            <p:cNvSpPr/>
            <p:nvPr/>
          </p:nvSpPr>
          <p:spPr>
            <a:xfrm>
              <a:off x="2785289" y="1888320"/>
              <a:ext cx="109" cy="109"/>
            </a:xfrm>
            <a:custGeom>
              <a:rect b="b" l="l" r="r" t="t"/>
              <a:pathLst>
                <a:path extrusionOk="0" h="8" w="8">
                  <a:moveTo>
                    <a:pt x="7"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6" name="Google Shape;5956;p129"/>
            <p:cNvSpPr/>
            <p:nvPr/>
          </p:nvSpPr>
          <p:spPr>
            <a:xfrm>
              <a:off x="2786050" y="1887180"/>
              <a:ext cx="54" cy="149"/>
            </a:xfrm>
            <a:custGeom>
              <a:rect b="b" l="l" r="r" t="t"/>
              <a:pathLst>
                <a:path extrusionOk="0" h="11" w="4">
                  <a:moveTo>
                    <a:pt x="4" y="0"/>
                  </a:moveTo>
                  <a:cubicBezTo>
                    <a:pt x="4" y="4"/>
                    <a:pt x="0" y="7"/>
                    <a:pt x="0" y="11"/>
                  </a:cubicBezTo>
                  <a:cubicBezTo>
                    <a:pt x="0" y="7"/>
                    <a:pt x="4" y="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7" name="Google Shape;5957;p129"/>
            <p:cNvSpPr/>
            <p:nvPr/>
          </p:nvSpPr>
          <p:spPr>
            <a:xfrm>
              <a:off x="2785860" y="1887601"/>
              <a:ext cx="109" cy="163"/>
            </a:xfrm>
            <a:custGeom>
              <a:rect b="b" l="l" r="r" t="t"/>
              <a:pathLst>
                <a:path extrusionOk="0" h="12" w="8">
                  <a:moveTo>
                    <a:pt x="7"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8" name="Google Shape;5958;p129"/>
            <p:cNvSpPr/>
            <p:nvPr/>
          </p:nvSpPr>
          <p:spPr>
            <a:xfrm>
              <a:off x="2787570" y="1883758"/>
              <a:ext cx="109" cy="204"/>
            </a:xfrm>
            <a:custGeom>
              <a:rect b="b" l="l" r="r" t="t"/>
              <a:pathLst>
                <a:path extrusionOk="0" h="15" w="8">
                  <a:moveTo>
                    <a:pt x="7"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9" name="Google Shape;5959;p129"/>
            <p:cNvSpPr/>
            <p:nvPr/>
          </p:nvSpPr>
          <p:spPr>
            <a:xfrm>
              <a:off x="2789281" y="1881572"/>
              <a:ext cx="54" cy="109"/>
            </a:xfrm>
            <a:custGeom>
              <a:rect b="b" l="l" r="r" t="t"/>
              <a:pathLst>
                <a:path extrusionOk="0" h="8" w="4">
                  <a:moveTo>
                    <a:pt x="0" y="7"/>
                  </a:moveTo>
                  <a:lnTo>
                    <a:pt x="4" y="0"/>
                  </a:ln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0" name="Google Shape;5960;p129"/>
            <p:cNvSpPr/>
            <p:nvPr/>
          </p:nvSpPr>
          <p:spPr>
            <a:xfrm>
              <a:off x="2787285" y="1884138"/>
              <a:ext cx="149" cy="149"/>
            </a:xfrm>
            <a:custGeom>
              <a:rect b="b" l="l" r="r" t="t"/>
              <a:pathLst>
                <a:path extrusionOk="0" h="11" w="11">
                  <a:moveTo>
                    <a:pt x="11"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1" name="Google Shape;5961;p129"/>
            <p:cNvSpPr/>
            <p:nvPr/>
          </p:nvSpPr>
          <p:spPr>
            <a:xfrm>
              <a:off x="2787041" y="1884464"/>
              <a:ext cx="163" cy="204"/>
            </a:xfrm>
            <a:custGeom>
              <a:rect b="b" l="l" r="r" t="t"/>
              <a:pathLst>
                <a:path extrusionOk="0" h="15" w="12">
                  <a:moveTo>
                    <a:pt x="11"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2" name="Google Shape;5962;p129"/>
            <p:cNvSpPr/>
            <p:nvPr/>
          </p:nvSpPr>
          <p:spPr>
            <a:xfrm>
              <a:off x="2786851" y="1884844"/>
              <a:ext cx="109" cy="163"/>
            </a:xfrm>
            <a:custGeom>
              <a:rect b="b" l="l" r="r" t="t"/>
              <a:pathLst>
                <a:path extrusionOk="0" h="12" w="8">
                  <a:moveTo>
                    <a:pt x="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3" name="Google Shape;5963;p129"/>
            <p:cNvSpPr/>
            <p:nvPr/>
          </p:nvSpPr>
          <p:spPr>
            <a:xfrm>
              <a:off x="2786715" y="1885184"/>
              <a:ext cx="109" cy="149"/>
            </a:xfrm>
            <a:custGeom>
              <a:rect b="b" l="l" r="r" t="t"/>
              <a:pathLst>
                <a:path extrusionOk="0" h="11" w="8">
                  <a:moveTo>
                    <a:pt x="7"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4" name="Google Shape;5964;p129"/>
            <p:cNvSpPr/>
            <p:nvPr/>
          </p:nvSpPr>
          <p:spPr>
            <a:xfrm>
              <a:off x="2836191" y="1932053"/>
              <a:ext cx="109" cy="530"/>
            </a:xfrm>
            <a:custGeom>
              <a:rect b="b" l="l" r="r" t="t"/>
              <a:pathLst>
                <a:path extrusionOk="0" h="39" w="8">
                  <a:moveTo>
                    <a:pt x="8" y="0"/>
                  </a:moveTo>
                  <a:cubicBezTo>
                    <a:pt x="4" y="11"/>
                    <a:pt x="1" y="25"/>
                    <a:pt x="1" y="39"/>
                  </a:cubicBezTo>
                  <a:cubicBezTo>
                    <a:pt x="1" y="25"/>
                    <a:pt x="8" y="11"/>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5" name="Google Shape;5965;p129"/>
            <p:cNvSpPr/>
            <p:nvPr/>
          </p:nvSpPr>
          <p:spPr>
            <a:xfrm>
              <a:off x="2836056" y="1932664"/>
              <a:ext cx="149" cy="2064"/>
            </a:xfrm>
            <a:custGeom>
              <a:rect b="b" l="l" r="r" t="t"/>
              <a:pathLst>
                <a:path extrusionOk="0" h="152" w="11">
                  <a:moveTo>
                    <a:pt x="11" y="1"/>
                  </a:moveTo>
                  <a:cubicBezTo>
                    <a:pt x="4" y="46"/>
                    <a:pt x="0" y="99"/>
                    <a:pt x="0" y="151"/>
                  </a:cubicBezTo>
                  <a:cubicBezTo>
                    <a:pt x="0" y="102"/>
                    <a:pt x="4" y="50"/>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6" name="Google Shape;5966;p129"/>
            <p:cNvSpPr/>
            <p:nvPr/>
          </p:nvSpPr>
          <p:spPr>
            <a:xfrm>
              <a:off x="2797075" y="1875245"/>
              <a:ext cx="14" cy="14"/>
            </a:xfrm>
            <a:custGeom>
              <a:rect b="b" l="l" r="r" t="t"/>
              <a:pathLst>
                <a:path extrusionOk="0" h="1" w="1">
                  <a:moveTo>
                    <a:pt x="1" y="1"/>
                  </a:moveTo>
                  <a:lnTo>
                    <a:pt x="1" y="1"/>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7" name="Google Shape;5967;p129"/>
            <p:cNvSpPr/>
            <p:nvPr/>
          </p:nvSpPr>
          <p:spPr>
            <a:xfrm>
              <a:off x="2825316" y="1938231"/>
              <a:ext cx="339" cy="815"/>
            </a:xfrm>
            <a:custGeom>
              <a:rect b="b" l="l" r="r" t="t"/>
              <a:pathLst>
                <a:path extrusionOk="0" h="60" w="25">
                  <a:moveTo>
                    <a:pt x="25" y="0"/>
                  </a:moveTo>
                  <a:cubicBezTo>
                    <a:pt x="21" y="21"/>
                    <a:pt x="14" y="42"/>
                    <a:pt x="0" y="60"/>
                  </a:cubicBezTo>
                  <a:cubicBezTo>
                    <a:pt x="14" y="42"/>
                    <a:pt x="21" y="21"/>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8" name="Google Shape;5968;p129"/>
            <p:cNvSpPr/>
            <p:nvPr/>
          </p:nvSpPr>
          <p:spPr>
            <a:xfrm>
              <a:off x="2832009" y="1935380"/>
              <a:ext cx="353" cy="149"/>
            </a:xfrm>
            <a:custGeom>
              <a:rect b="b" l="l" r="r" t="t"/>
              <a:pathLst>
                <a:path extrusionOk="0" h="11" w="26">
                  <a:moveTo>
                    <a:pt x="25" y="11"/>
                  </a:moveTo>
                  <a:cubicBezTo>
                    <a:pt x="15" y="7"/>
                    <a:pt x="8" y="4"/>
                    <a:pt x="1" y="0"/>
                  </a:cubicBezTo>
                  <a:cubicBezTo>
                    <a:pt x="8" y="4"/>
                    <a:pt x="15" y="7"/>
                    <a:pt x="25"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9" name="Google Shape;5969;p129"/>
            <p:cNvSpPr/>
            <p:nvPr/>
          </p:nvSpPr>
          <p:spPr>
            <a:xfrm>
              <a:off x="2832960" y="1935570"/>
              <a:ext cx="353" cy="14"/>
            </a:xfrm>
            <a:custGeom>
              <a:rect b="b" l="l" r="r" t="t"/>
              <a:pathLst>
                <a:path extrusionOk="0" h="1" w="26">
                  <a:moveTo>
                    <a:pt x="2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0" name="Google Shape;5970;p129"/>
            <p:cNvSpPr/>
            <p:nvPr/>
          </p:nvSpPr>
          <p:spPr>
            <a:xfrm>
              <a:off x="2824881" y="1938516"/>
              <a:ext cx="394" cy="625"/>
            </a:xfrm>
            <a:custGeom>
              <a:rect b="b" l="l" r="r" t="t"/>
              <a:pathLst>
                <a:path extrusionOk="0" h="46" w="29">
                  <a:moveTo>
                    <a:pt x="1" y="0"/>
                  </a:moveTo>
                  <a:cubicBezTo>
                    <a:pt x="15" y="14"/>
                    <a:pt x="22" y="28"/>
                    <a:pt x="29" y="46"/>
                  </a:cubicBezTo>
                  <a:lnTo>
                    <a:pt x="29" y="46"/>
                  </a:lnTo>
                  <a:cubicBezTo>
                    <a:pt x="22" y="28"/>
                    <a:pt x="15"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1" name="Google Shape;5971;p129"/>
            <p:cNvSpPr/>
            <p:nvPr/>
          </p:nvSpPr>
          <p:spPr>
            <a:xfrm>
              <a:off x="2835865" y="1934714"/>
              <a:ext cx="149" cy="109"/>
            </a:xfrm>
            <a:custGeom>
              <a:rect b="b" l="l" r="r" t="t"/>
              <a:pathLst>
                <a:path extrusionOk="0" h="8" w="11">
                  <a:moveTo>
                    <a:pt x="0" y="7"/>
                  </a:moveTo>
                  <a:lnTo>
                    <a:pt x="11" y="0"/>
                  </a:ln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2" name="Google Shape;5972;p129"/>
            <p:cNvSpPr/>
            <p:nvPr/>
          </p:nvSpPr>
          <p:spPr>
            <a:xfrm>
              <a:off x="2833489" y="1935570"/>
              <a:ext cx="339" cy="14"/>
            </a:xfrm>
            <a:custGeom>
              <a:rect b="b" l="l" r="r" t="t"/>
              <a:pathLst>
                <a:path extrusionOk="0" h="1" w="25">
                  <a:moveTo>
                    <a:pt x="25"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3" name="Google Shape;5973;p129"/>
            <p:cNvSpPr/>
            <p:nvPr/>
          </p:nvSpPr>
          <p:spPr>
            <a:xfrm>
              <a:off x="2832444" y="1935516"/>
              <a:ext cx="339" cy="68"/>
            </a:xfrm>
            <a:custGeom>
              <a:rect b="b" l="l" r="r" t="t"/>
              <a:pathLst>
                <a:path extrusionOk="0" h="5" w="25">
                  <a:moveTo>
                    <a:pt x="0" y="1"/>
                  </a:moveTo>
                  <a:cubicBezTo>
                    <a:pt x="7" y="1"/>
                    <a:pt x="18" y="4"/>
                    <a:pt x="25" y="4"/>
                  </a:cubicBezTo>
                  <a:cubicBezTo>
                    <a:pt x="18" y="4"/>
                    <a:pt x="11"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4" name="Google Shape;5974;p129"/>
            <p:cNvSpPr/>
            <p:nvPr/>
          </p:nvSpPr>
          <p:spPr>
            <a:xfrm>
              <a:off x="2834671" y="1935230"/>
              <a:ext cx="353" cy="163"/>
            </a:xfrm>
            <a:custGeom>
              <a:rect b="b" l="l" r="r" t="t"/>
              <a:pathLst>
                <a:path extrusionOk="0" h="12" w="26">
                  <a:moveTo>
                    <a:pt x="25"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5" name="Google Shape;5975;p129"/>
            <p:cNvSpPr/>
            <p:nvPr/>
          </p:nvSpPr>
          <p:spPr>
            <a:xfrm>
              <a:off x="2834060" y="1935421"/>
              <a:ext cx="339" cy="109"/>
            </a:xfrm>
            <a:custGeom>
              <a:rect b="b" l="l" r="r" t="t"/>
              <a:pathLst>
                <a:path extrusionOk="0" h="8" w="25">
                  <a:moveTo>
                    <a:pt x="25"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6" name="Google Shape;5976;p129"/>
            <p:cNvSpPr/>
            <p:nvPr/>
          </p:nvSpPr>
          <p:spPr>
            <a:xfrm>
              <a:off x="2835241" y="1934945"/>
              <a:ext cx="353" cy="204"/>
            </a:xfrm>
            <a:custGeom>
              <a:rect b="b" l="l" r="r" t="t"/>
              <a:pathLst>
                <a:path extrusionOk="0" h="15" w="26">
                  <a:moveTo>
                    <a:pt x="25"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7" name="Google Shape;5977;p129"/>
            <p:cNvSpPr/>
            <p:nvPr/>
          </p:nvSpPr>
          <p:spPr>
            <a:xfrm>
              <a:off x="2836056" y="1934714"/>
              <a:ext cx="14" cy="14"/>
            </a:xfrm>
            <a:custGeom>
              <a:rect b="b" l="l" r="r" t="t"/>
              <a:pathLst>
                <a:path extrusionOk="0" h="1" w="1">
                  <a:moveTo>
                    <a:pt x="0"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8" name="Google Shape;5978;p129"/>
            <p:cNvSpPr/>
            <p:nvPr/>
          </p:nvSpPr>
          <p:spPr>
            <a:xfrm>
              <a:off x="2764461" y="1889977"/>
              <a:ext cx="57148" cy="110439"/>
            </a:xfrm>
            <a:custGeom>
              <a:rect b="b" l="l" r="r" t="t"/>
              <a:pathLst>
                <a:path extrusionOk="0" h="8134" w="4209">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9" name="Google Shape;5979;p129"/>
            <p:cNvSpPr/>
            <p:nvPr/>
          </p:nvSpPr>
          <p:spPr>
            <a:xfrm>
              <a:off x="2774359" y="1962182"/>
              <a:ext cx="149" cy="258"/>
            </a:xfrm>
            <a:custGeom>
              <a:rect b="b" l="l" r="r" t="t"/>
              <a:pathLst>
                <a:path extrusionOk="0" h="19" w="11">
                  <a:moveTo>
                    <a:pt x="0" y="1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0" name="Google Shape;5980;p129"/>
            <p:cNvSpPr/>
            <p:nvPr/>
          </p:nvSpPr>
          <p:spPr>
            <a:xfrm>
              <a:off x="2774115" y="1962657"/>
              <a:ext cx="109" cy="204"/>
            </a:xfrm>
            <a:custGeom>
              <a:rect b="b" l="l" r="r" t="t"/>
              <a:pathLst>
                <a:path extrusionOk="0" h="15" w="8">
                  <a:moveTo>
                    <a:pt x="1" y="15"/>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1" name="Google Shape;5981;p129"/>
            <p:cNvSpPr/>
            <p:nvPr/>
          </p:nvSpPr>
          <p:spPr>
            <a:xfrm>
              <a:off x="2774590" y="1961761"/>
              <a:ext cx="163" cy="204"/>
            </a:xfrm>
            <a:custGeom>
              <a:rect b="b" l="l" r="r" t="t"/>
              <a:pathLst>
                <a:path extrusionOk="0" h="15" w="12">
                  <a:moveTo>
                    <a:pt x="1" y="1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2" name="Google Shape;5982;p129"/>
            <p:cNvSpPr/>
            <p:nvPr/>
          </p:nvSpPr>
          <p:spPr>
            <a:xfrm>
              <a:off x="2775595" y="1959521"/>
              <a:ext cx="109" cy="258"/>
            </a:xfrm>
            <a:custGeom>
              <a:rect b="b" l="l" r="r" t="t"/>
              <a:pathLst>
                <a:path extrusionOk="0" h="19" w="8">
                  <a:moveTo>
                    <a:pt x="0" y="18"/>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3" name="Google Shape;5983;p129"/>
            <p:cNvSpPr/>
            <p:nvPr/>
          </p:nvSpPr>
          <p:spPr>
            <a:xfrm>
              <a:off x="2775310" y="1960145"/>
              <a:ext cx="149" cy="394"/>
            </a:xfrm>
            <a:custGeom>
              <a:rect b="b" l="l" r="r" t="t"/>
              <a:pathLst>
                <a:path extrusionOk="0" h="29" w="11">
                  <a:moveTo>
                    <a:pt x="0" y="28"/>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4" name="Google Shape;5984;p129"/>
            <p:cNvSpPr/>
            <p:nvPr/>
          </p:nvSpPr>
          <p:spPr>
            <a:xfrm>
              <a:off x="2775065" y="1960756"/>
              <a:ext cx="109" cy="258"/>
            </a:xfrm>
            <a:custGeom>
              <a:rect b="b" l="l" r="r" t="t"/>
              <a:pathLst>
                <a:path extrusionOk="0" h="19" w="8">
                  <a:moveTo>
                    <a:pt x="1" y="1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5" name="Google Shape;5985;p129"/>
            <p:cNvSpPr/>
            <p:nvPr/>
          </p:nvSpPr>
          <p:spPr>
            <a:xfrm>
              <a:off x="2774835" y="1961286"/>
              <a:ext cx="149" cy="244"/>
            </a:xfrm>
            <a:custGeom>
              <a:rect b="b" l="l" r="r" t="t"/>
              <a:pathLst>
                <a:path extrusionOk="0" h="18" w="11">
                  <a:moveTo>
                    <a:pt x="0" y="18"/>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6" name="Google Shape;5986;p129"/>
            <p:cNvSpPr/>
            <p:nvPr/>
          </p:nvSpPr>
          <p:spPr>
            <a:xfrm>
              <a:off x="2773884" y="1963091"/>
              <a:ext cx="109" cy="204"/>
            </a:xfrm>
            <a:custGeom>
              <a:rect b="b" l="l" r="r" t="t"/>
              <a:pathLst>
                <a:path extrusionOk="0" h="15" w="8">
                  <a:moveTo>
                    <a:pt x="0" y="14"/>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7" name="Google Shape;5987;p129"/>
            <p:cNvSpPr/>
            <p:nvPr/>
          </p:nvSpPr>
          <p:spPr>
            <a:xfrm>
              <a:off x="2772268" y="1965087"/>
              <a:ext cx="149" cy="109"/>
            </a:xfrm>
            <a:custGeom>
              <a:rect b="b" l="l" r="r" t="t"/>
              <a:pathLst>
                <a:path extrusionOk="0" h="8" w="11">
                  <a:moveTo>
                    <a:pt x="0" y="7"/>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8" name="Google Shape;5988;p129"/>
            <p:cNvSpPr/>
            <p:nvPr/>
          </p:nvSpPr>
          <p:spPr>
            <a:xfrm>
              <a:off x="2772839" y="1964517"/>
              <a:ext cx="109" cy="149"/>
            </a:xfrm>
            <a:custGeom>
              <a:rect b="b" l="l" r="r" t="t"/>
              <a:pathLst>
                <a:path extrusionOk="0" h="11" w="8">
                  <a:moveTo>
                    <a:pt x="0" y="11"/>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9" name="Google Shape;5989;p129"/>
            <p:cNvSpPr/>
            <p:nvPr/>
          </p:nvSpPr>
          <p:spPr>
            <a:xfrm>
              <a:off x="2771983" y="1965318"/>
              <a:ext cx="149" cy="68"/>
            </a:xfrm>
            <a:custGeom>
              <a:rect b="b" l="l" r="r" t="t"/>
              <a:pathLst>
                <a:path extrusionOk="0" h="5" w="11">
                  <a:moveTo>
                    <a:pt x="0" y="4"/>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0" name="Google Shape;5990;p129"/>
            <p:cNvSpPr/>
            <p:nvPr/>
          </p:nvSpPr>
          <p:spPr>
            <a:xfrm>
              <a:off x="2773599" y="1963512"/>
              <a:ext cx="149" cy="204"/>
            </a:xfrm>
            <a:custGeom>
              <a:rect b="b" l="l" r="r" t="t"/>
              <a:pathLst>
                <a:path extrusionOk="0" h="15" w="11">
                  <a:moveTo>
                    <a:pt x="0" y="15"/>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1" name="Google Shape;5991;p129"/>
            <p:cNvSpPr/>
            <p:nvPr/>
          </p:nvSpPr>
          <p:spPr>
            <a:xfrm>
              <a:off x="2773070" y="1964178"/>
              <a:ext cx="163" cy="204"/>
            </a:xfrm>
            <a:custGeom>
              <a:rect b="b" l="l" r="r" t="t"/>
              <a:pathLst>
                <a:path extrusionOk="0" h="15" w="12">
                  <a:moveTo>
                    <a:pt x="1" y="15"/>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2" name="Google Shape;5992;p129"/>
            <p:cNvSpPr/>
            <p:nvPr/>
          </p:nvSpPr>
          <p:spPr>
            <a:xfrm>
              <a:off x="2773355" y="1963852"/>
              <a:ext cx="109" cy="204"/>
            </a:xfrm>
            <a:custGeom>
              <a:rect b="b" l="l" r="r" t="t"/>
              <a:pathLst>
                <a:path extrusionOk="0" h="15" w="8">
                  <a:moveTo>
                    <a:pt x="1" y="1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3" name="Google Shape;5993;p129"/>
            <p:cNvSpPr/>
            <p:nvPr/>
          </p:nvSpPr>
          <p:spPr>
            <a:xfrm>
              <a:off x="2776776" y="1956384"/>
              <a:ext cx="68" cy="299"/>
            </a:xfrm>
            <a:custGeom>
              <a:rect b="b" l="l" r="r" t="t"/>
              <a:pathLst>
                <a:path extrusionOk="0" h="22" w="5">
                  <a:moveTo>
                    <a:pt x="1" y="22"/>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4" name="Google Shape;5994;p129"/>
            <p:cNvSpPr/>
            <p:nvPr/>
          </p:nvSpPr>
          <p:spPr>
            <a:xfrm>
              <a:off x="2777496" y="1954062"/>
              <a:ext cx="109" cy="204"/>
            </a:xfrm>
            <a:custGeom>
              <a:rect b="b" l="l" r="r" t="t"/>
              <a:pathLst>
                <a:path extrusionOk="0" h="15" w="8">
                  <a:moveTo>
                    <a:pt x="0" y="14"/>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5" name="Google Shape;5995;p129"/>
            <p:cNvSpPr/>
            <p:nvPr/>
          </p:nvSpPr>
          <p:spPr>
            <a:xfrm>
              <a:off x="2777632" y="1953628"/>
              <a:ext cx="68" cy="204"/>
            </a:xfrm>
            <a:custGeom>
              <a:rect b="b" l="l" r="r" t="t"/>
              <a:pathLst>
                <a:path extrusionOk="0" h="15" w="5">
                  <a:moveTo>
                    <a:pt x="1" y="15"/>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6" name="Google Shape;5996;p129"/>
            <p:cNvSpPr/>
            <p:nvPr/>
          </p:nvSpPr>
          <p:spPr>
            <a:xfrm>
              <a:off x="2776926" y="1955909"/>
              <a:ext cx="109" cy="258"/>
            </a:xfrm>
            <a:custGeom>
              <a:rect b="b" l="l" r="r" t="t"/>
              <a:pathLst>
                <a:path extrusionOk="0" h="19" w="8">
                  <a:moveTo>
                    <a:pt x="0" y="18"/>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7" name="Google Shape;5997;p129"/>
            <p:cNvSpPr/>
            <p:nvPr/>
          </p:nvSpPr>
          <p:spPr>
            <a:xfrm>
              <a:off x="2777251" y="1954959"/>
              <a:ext cx="68" cy="204"/>
            </a:xfrm>
            <a:custGeom>
              <a:rect b="b" l="l" r="r" t="t"/>
              <a:pathLst>
                <a:path extrusionOk="0" h="15" w="5">
                  <a:moveTo>
                    <a:pt x="1" y="15"/>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8" name="Google Shape;5998;p129"/>
            <p:cNvSpPr/>
            <p:nvPr/>
          </p:nvSpPr>
          <p:spPr>
            <a:xfrm>
              <a:off x="2777781" y="1953248"/>
              <a:ext cx="14" cy="109"/>
            </a:xfrm>
            <a:custGeom>
              <a:rect b="b" l="l" r="r" t="t"/>
              <a:pathLst>
                <a:path extrusionOk="0" h="8" w="1">
                  <a:moveTo>
                    <a:pt x="0"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9" name="Google Shape;5999;p129"/>
            <p:cNvSpPr/>
            <p:nvPr/>
          </p:nvSpPr>
          <p:spPr>
            <a:xfrm>
              <a:off x="2777061" y="1955434"/>
              <a:ext cx="109" cy="258"/>
            </a:xfrm>
            <a:custGeom>
              <a:rect b="b" l="l" r="r" t="t"/>
              <a:pathLst>
                <a:path extrusionOk="0" h="19" w="8">
                  <a:moveTo>
                    <a:pt x="1" y="1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0" name="Google Shape;6000;p129"/>
            <p:cNvSpPr/>
            <p:nvPr/>
          </p:nvSpPr>
          <p:spPr>
            <a:xfrm>
              <a:off x="2776586" y="1956914"/>
              <a:ext cx="109" cy="244"/>
            </a:xfrm>
            <a:custGeom>
              <a:rect b="b" l="l" r="r" t="t"/>
              <a:pathLst>
                <a:path extrusionOk="0" h="18" w="8">
                  <a:moveTo>
                    <a:pt x="1" y="18"/>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1" name="Google Shape;6001;p129"/>
            <p:cNvSpPr/>
            <p:nvPr/>
          </p:nvSpPr>
          <p:spPr>
            <a:xfrm>
              <a:off x="2776206" y="1957959"/>
              <a:ext cx="109" cy="244"/>
            </a:xfrm>
            <a:custGeom>
              <a:rect b="b" l="l" r="r" t="t"/>
              <a:pathLst>
                <a:path extrusionOk="0" h="18" w="8">
                  <a:moveTo>
                    <a:pt x="1" y="18"/>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2" name="Google Shape;6002;p129"/>
            <p:cNvSpPr/>
            <p:nvPr/>
          </p:nvSpPr>
          <p:spPr>
            <a:xfrm>
              <a:off x="2776016" y="1958475"/>
              <a:ext cx="109" cy="258"/>
            </a:xfrm>
            <a:custGeom>
              <a:rect b="b" l="l" r="r" t="t"/>
              <a:pathLst>
                <a:path extrusionOk="0" h="19" w="8">
                  <a:moveTo>
                    <a:pt x="1" y="1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3" name="Google Shape;6003;p129"/>
            <p:cNvSpPr/>
            <p:nvPr/>
          </p:nvSpPr>
          <p:spPr>
            <a:xfrm>
              <a:off x="2776396" y="1957430"/>
              <a:ext cx="109" cy="258"/>
            </a:xfrm>
            <a:custGeom>
              <a:rect b="b" l="l" r="r" t="t"/>
              <a:pathLst>
                <a:path extrusionOk="0" h="19" w="8">
                  <a:moveTo>
                    <a:pt x="1" y="1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4" name="Google Shape;6004;p129"/>
            <p:cNvSpPr/>
            <p:nvPr/>
          </p:nvSpPr>
          <p:spPr>
            <a:xfrm>
              <a:off x="2777401" y="1954483"/>
              <a:ext cx="54" cy="258"/>
            </a:xfrm>
            <a:custGeom>
              <a:rect b="b" l="l" r="r" t="t"/>
              <a:pathLst>
                <a:path extrusionOk="0" h="19" w="4">
                  <a:moveTo>
                    <a:pt x="0"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5" name="Google Shape;6005;p129"/>
            <p:cNvSpPr/>
            <p:nvPr/>
          </p:nvSpPr>
          <p:spPr>
            <a:xfrm>
              <a:off x="2772554" y="1964802"/>
              <a:ext cx="149" cy="149"/>
            </a:xfrm>
            <a:custGeom>
              <a:rect b="b" l="l" r="r" t="t"/>
              <a:pathLst>
                <a:path extrusionOk="0" h="11" w="11">
                  <a:moveTo>
                    <a:pt x="11"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6" name="Google Shape;6006;p129"/>
            <p:cNvSpPr/>
            <p:nvPr/>
          </p:nvSpPr>
          <p:spPr>
            <a:xfrm>
              <a:off x="2775826" y="1959005"/>
              <a:ext cx="109" cy="244"/>
            </a:xfrm>
            <a:custGeom>
              <a:rect b="b" l="l" r="r" t="t"/>
              <a:pathLst>
                <a:path extrusionOk="0" h="18" w="8">
                  <a:moveTo>
                    <a:pt x="1" y="18"/>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7" name="Google Shape;6007;p129"/>
            <p:cNvSpPr/>
            <p:nvPr/>
          </p:nvSpPr>
          <p:spPr>
            <a:xfrm>
              <a:off x="2771698" y="1965508"/>
              <a:ext cx="109" cy="68"/>
            </a:xfrm>
            <a:custGeom>
              <a:rect b="b" l="l" r="r" t="t"/>
              <a:pathLst>
                <a:path extrusionOk="0" h="5"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8" name="Google Shape;6008;p129"/>
            <p:cNvSpPr/>
            <p:nvPr/>
          </p:nvSpPr>
          <p:spPr>
            <a:xfrm>
              <a:off x="2800401" y="1951917"/>
              <a:ext cx="68" cy="68"/>
            </a:xfrm>
            <a:custGeom>
              <a:rect b="b" l="l" r="r" t="t"/>
              <a:pathLst>
                <a:path extrusionOk="0" h="5" w="5">
                  <a:moveTo>
                    <a:pt x="1" y="1"/>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9" name="Google Shape;6009;p129"/>
            <p:cNvSpPr/>
            <p:nvPr/>
          </p:nvSpPr>
          <p:spPr>
            <a:xfrm>
              <a:off x="2800591" y="1952582"/>
              <a:ext cx="14" cy="109"/>
            </a:xfrm>
            <a:custGeom>
              <a:rect b="b" l="l" r="r" t="t"/>
              <a:pathLst>
                <a:path extrusionOk="0" h="8" w="1">
                  <a:moveTo>
                    <a:pt x="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0" name="Google Shape;6010;p129"/>
            <p:cNvSpPr/>
            <p:nvPr/>
          </p:nvSpPr>
          <p:spPr>
            <a:xfrm>
              <a:off x="2800591" y="195301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1" name="Google Shape;6011;p129"/>
            <p:cNvSpPr/>
            <p:nvPr/>
          </p:nvSpPr>
          <p:spPr>
            <a:xfrm>
              <a:off x="2820930" y="1936276"/>
              <a:ext cx="109" cy="109"/>
            </a:xfrm>
            <a:custGeom>
              <a:rect b="b" l="l" r="r" t="t"/>
              <a:pathLst>
                <a:path extrusionOk="0" h="8" w="8">
                  <a:moveTo>
                    <a:pt x="1" y="1"/>
                  </a:moveTo>
                  <a:lnTo>
                    <a:pt x="8" y="8"/>
                  </a:lnTo>
                  <a:lnTo>
                    <a:pt x="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2" name="Google Shape;6012;p129"/>
            <p:cNvSpPr/>
            <p:nvPr/>
          </p:nvSpPr>
          <p:spPr>
            <a:xfrm>
              <a:off x="2800550" y="195229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3" name="Google Shape;6013;p129"/>
            <p:cNvSpPr/>
            <p:nvPr/>
          </p:nvSpPr>
          <p:spPr>
            <a:xfrm>
              <a:off x="2783293" y="1890642"/>
              <a:ext cx="54" cy="68"/>
            </a:xfrm>
            <a:custGeom>
              <a:rect b="b" l="l" r="r" t="t"/>
              <a:pathLst>
                <a:path extrusionOk="0" h="5" w="4">
                  <a:moveTo>
                    <a:pt x="4"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4" name="Google Shape;6014;p129"/>
            <p:cNvSpPr/>
            <p:nvPr/>
          </p:nvSpPr>
          <p:spPr>
            <a:xfrm>
              <a:off x="2821609" y="1933425"/>
              <a:ext cx="0" cy="109"/>
            </a:xfrm>
            <a:custGeom>
              <a:rect b="b" l="l" r="r" t="t"/>
              <a:pathLst>
                <a:path extrusionOk="0" h="8" w="0">
                  <a:moveTo>
                    <a:pt x="0"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5" name="Google Shape;6015;p129"/>
            <p:cNvSpPr/>
            <p:nvPr/>
          </p:nvSpPr>
          <p:spPr>
            <a:xfrm>
              <a:off x="2821555" y="1932854"/>
              <a:ext cx="14" cy="163"/>
            </a:xfrm>
            <a:custGeom>
              <a:rect b="b" l="l" r="r" t="t"/>
              <a:pathLst>
                <a:path extrusionOk="0" h="12" w="1">
                  <a:moveTo>
                    <a:pt x="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6" name="Google Shape;6016;p129"/>
            <p:cNvSpPr/>
            <p:nvPr/>
          </p:nvSpPr>
          <p:spPr>
            <a:xfrm>
              <a:off x="2787380" y="1905767"/>
              <a:ext cx="964" cy="2390"/>
            </a:xfrm>
            <a:custGeom>
              <a:rect b="b" l="l" r="r" t="t"/>
              <a:pathLst>
                <a:path extrusionOk="0" h="176" w="71">
                  <a:moveTo>
                    <a:pt x="0" y="175"/>
                  </a:moveTo>
                  <a:cubicBezTo>
                    <a:pt x="46" y="130"/>
                    <a:pt x="70" y="67"/>
                    <a:pt x="70" y="0"/>
                  </a:cubicBezTo>
                  <a:cubicBezTo>
                    <a:pt x="70" y="67"/>
                    <a:pt x="46" y="130"/>
                    <a:pt x="0" y="17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7" name="Google Shape;6017;p129"/>
            <p:cNvSpPr/>
            <p:nvPr/>
          </p:nvSpPr>
          <p:spPr>
            <a:xfrm>
              <a:off x="2782913" y="1890262"/>
              <a:ext cx="204" cy="163"/>
            </a:xfrm>
            <a:custGeom>
              <a:rect b="b" l="l" r="r" t="t"/>
              <a:pathLst>
                <a:path extrusionOk="0" h="12" w="15">
                  <a:moveTo>
                    <a:pt x="0" y="1"/>
                  </a:moveTo>
                  <a:lnTo>
                    <a:pt x="1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8" name="Google Shape;6018;p129"/>
            <p:cNvSpPr/>
            <p:nvPr/>
          </p:nvSpPr>
          <p:spPr>
            <a:xfrm>
              <a:off x="2783198" y="1890547"/>
              <a:ext cx="109" cy="109"/>
            </a:xfrm>
            <a:custGeom>
              <a:rect b="b" l="l" r="r" t="t"/>
              <a:pathLst>
                <a:path extrusionOk="0" h="8" w="8">
                  <a:moveTo>
                    <a:pt x="7"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9" name="Google Shape;6019;p129"/>
            <p:cNvSpPr/>
            <p:nvPr/>
          </p:nvSpPr>
          <p:spPr>
            <a:xfrm>
              <a:off x="2815988" y="1913221"/>
              <a:ext cx="299" cy="1018"/>
            </a:xfrm>
            <a:custGeom>
              <a:rect b="b" l="l" r="r" t="t"/>
              <a:pathLst>
                <a:path extrusionOk="0" h="75" w="22">
                  <a:moveTo>
                    <a:pt x="1" y="1"/>
                  </a:moveTo>
                  <a:cubicBezTo>
                    <a:pt x="18" y="8"/>
                    <a:pt x="22" y="36"/>
                    <a:pt x="22" y="74"/>
                  </a:cubicBezTo>
                  <a:cubicBezTo>
                    <a:pt x="22" y="36"/>
                    <a:pt x="18"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0" name="Google Shape;6020;p129"/>
            <p:cNvSpPr/>
            <p:nvPr/>
          </p:nvSpPr>
          <p:spPr>
            <a:xfrm>
              <a:off x="2821650" y="1933995"/>
              <a:ext cx="14" cy="68"/>
            </a:xfrm>
            <a:custGeom>
              <a:rect b="b" l="l" r="r" t="t"/>
              <a:pathLst>
                <a:path extrusionOk="0" h="5" w="1">
                  <a:moveTo>
                    <a:pt x="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1" name="Google Shape;6021;p129"/>
            <p:cNvSpPr/>
            <p:nvPr/>
          </p:nvSpPr>
          <p:spPr>
            <a:xfrm>
              <a:off x="2782574" y="1889936"/>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2" name="Google Shape;6022;p129"/>
            <p:cNvSpPr/>
            <p:nvPr/>
          </p:nvSpPr>
          <p:spPr>
            <a:xfrm>
              <a:off x="2782723" y="1890072"/>
              <a:ext cx="149" cy="109"/>
            </a:xfrm>
            <a:custGeom>
              <a:rect b="b" l="l" r="r" t="t"/>
              <a:pathLst>
                <a:path extrusionOk="0" h="8" w="11">
                  <a:moveTo>
                    <a:pt x="11"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3" name="Google Shape;6023;p129"/>
            <p:cNvSpPr/>
            <p:nvPr/>
          </p:nvSpPr>
          <p:spPr>
            <a:xfrm>
              <a:off x="2783103" y="1890411"/>
              <a:ext cx="149" cy="149"/>
            </a:xfrm>
            <a:custGeom>
              <a:rect b="b" l="l" r="r" t="t"/>
              <a:pathLst>
                <a:path extrusionOk="0" h="11" w="11">
                  <a:moveTo>
                    <a:pt x="11"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4" name="Google Shape;6024;p129"/>
            <p:cNvSpPr/>
            <p:nvPr/>
          </p:nvSpPr>
          <p:spPr>
            <a:xfrm>
              <a:off x="2783334" y="1890696"/>
              <a:ext cx="68" cy="54"/>
            </a:xfrm>
            <a:custGeom>
              <a:rect b="b" l="l" r="r" t="t"/>
              <a:pathLst>
                <a:path extrusionOk="0" h="4" w="5">
                  <a:moveTo>
                    <a:pt x="4"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5" name="Google Shape;6025;p129"/>
            <p:cNvSpPr/>
            <p:nvPr/>
          </p:nvSpPr>
          <p:spPr>
            <a:xfrm>
              <a:off x="2821324" y="1935950"/>
              <a:ext cx="0" cy="14"/>
            </a:xfrm>
            <a:custGeom>
              <a:rect b="b" l="l" r="r" t="t"/>
              <a:pathLst>
                <a:path extrusionOk="0" h="1" w="0">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6" name="Google Shape;6026;p129"/>
            <p:cNvSpPr/>
            <p:nvPr/>
          </p:nvSpPr>
          <p:spPr>
            <a:xfrm>
              <a:off x="2821609" y="1934945"/>
              <a:ext cx="0" cy="68"/>
            </a:xfrm>
            <a:custGeom>
              <a:rect b="b" l="l" r="r" t="t"/>
              <a:pathLst>
                <a:path extrusionOk="0" h="5" w="0">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7" name="Google Shape;6027;p129"/>
            <p:cNvSpPr/>
            <p:nvPr/>
          </p:nvSpPr>
          <p:spPr>
            <a:xfrm>
              <a:off x="2821650" y="1934429"/>
              <a:ext cx="14" cy="109"/>
            </a:xfrm>
            <a:custGeom>
              <a:rect b="b" l="l" r="r" t="t"/>
              <a:pathLst>
                <a:path extrusionOk="0" h="8" w="1">
                  <a:moveTo>
                    <a:pt x="1" y="7"/>
                  </a:moveTo>
                  <a:lnTo>
                    <a:pt x="1" y="4"/>
                  </a:lnTo>
                  <a:cubicBezTo>
                    <a:pt x="1" y="0"/>
                    <a:pt x="1" y="7"/>
                    <a:pt x="1"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8" name="Google Shape;6028;p129"/>
            <p:cNvSpPr/>
            <p:nvPr/>
          </p:nvSpPr>
          <p:spPr>
            <a:xfrm>
              <a:off x="2821039" y="1936330"/>
              <a:ext cx="0" cy="54"/>
            </a:xfrm>
            <a:custGeom>
              <a:rect b="b" l="l" r="r" t="t"/>
              <a:pathLst>
                <a:path extrusionOk="0" h="4" w="0">
                  <a:moveTo>
                    <a:pt x="0" y="4"/>
                  </a:moveTo>
                  <a:lnTo>
                    <a:pt x="0" y="4"/>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9" name="Google Shape;6029;p129"/>
            <p:cNvSpPr/>
            <p:nvPr/>
          </p:nvSpPr>
          <p:spPr>
            <a:xfrm>
              <a:off x="2821460" y="1935421"/>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0" name="Google Shape;6030;p129"/>
            <p:cNvSpPr/>
            <p:nvPr/>
          </p:nvSpPr>
          <p:spPr>
            <a:xfrm>
              <a:off x="2154289" y="1586085"/>
              <a:ext cx="69123" cy="54935"/>
            </a:xfrm>
            <a:custGeom>
              <a:rect b="b" l="l" r="r" t="t"/>
              <a:pathLst>
                <a:path extrusionOk="0" h="4046" w="5091">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1" name="Google Shape;6031;p129"/>
            <p:cNvSpPr/>
            <p:nvPr/>
          </p:nvSpPr>
          <p:spPr>
            <a:xfrm>
              <a:off x="2164512" y="1680435"/>
              <a:ext cx="24820" cy="22661"/>
            </a:xfrm>
            <a:custGeom>
              <a:rect b="b" l="l" r="r" t="t"/>
              <a:pathLst>
                <a:path extrusionOk="0" h="1669" w="1828">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2" name="Google Shape;6032;p129"/>
            <p:cNvSpPr/>
            <p:nvPr/>
          </p:nvSpPr>
          <p:spPr>
            <a:xfrm>
              <a:off x="2151397" y="1668202"/>
              <a:ext cx="37270" cy="31337"/>
            </a:xfrm>
            <a:custGeom>
              <a:rect b="b" l="l" r="r" t="t"/>
              <a:pathLst>
                <a:path extrusionOk="0" h="2308" w="2745">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3" name="Google Shape;6033;p129"/>
            <p:cNvSpPr/>
            <p:nvPr/>
          </p:nvSpPr>
          <p:spPr>
            <a:xfrm>
              <a:off x="2186141" y="1680883"/>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4" name="Google Shape;6034;p129"/>
            <p:cNvSpPr/>
            <p:nvPr/>
          </p:nvSpPr>
          <p:spPr>
            <a:xfrm>
              <a:off x="2187187" y="1681358"/>
              <a:ext cx="204" cy="109"/>
            </a:xfrm>
            <a:custGeom>
              <a:rect b="b" l="l" r="r" t="t"/>
              <a:pathLst>
                <a:path extrusionOk="0" h="8" w="15">
                  <a:moveTo>
                    <a:pt x="1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5" name="Google Shape;6035;p129"/>
            <p:cNvSpPr/>
            <p:nvPr/>
          </p:nvSpPr>
          <p:spPr>
            <a:xfrm>
              <a:off x="2188327" y="1682024"/>
              <a:ext cx="204" cy="109"/>
            </a:xfrm>
            <a:custGeom>
              <a:rect b="b" l="l" r="r" t="t"/>
              <a:pathLst>
                <a:path extrusionOk="0" h="8" w="15">
                  <a:moveTo>
                    <a:pt x="1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6" name="Google Shape;6036;p129"/>
            <p:cNvSpPr/>
            <p:nvPr/>
          </p:nvSpPr>
          <p:spPr>
            <a:xfrm>
              <a:off x="2185571" y="1680652"/>
              <a:ext cx="149" cy="54"/>
            </a:xfrm>
            <a:custGeom>
              <a:rect b="b" l="l" r="r" t="t"/>
              <a:pathLst>
                <a:path extrusionOk="0" h="4" w="11">
                  <a:moveTo>
                    <a:pt x="1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7" name="Google Shape;6037;p129"/>
            <p:cNvSpPr/>
            <p:nvPr/>
          </p:nvSpPr>
          <p:spPr>
            <a:xfrm>
              <a:off x="2186657" y="1681128"/>
              <a:ext cx="109" cy="54"/>
            </a:xfrm>
            <a:custGeom>
              <a:rect b="b" l="l" r="r" t="t"/>
              <a:pathLst>
                <a:path extrusionOk="0" h="4" w="8">
                  <a:moveTo>
                    <a:pt x="8"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8" name="Google Shape;6038;p129"/>
            <p:cNvSpPr/>
            <p:nvPr/>
          </p:nvSpPr>
          <p:spPr>
            <a:xfrm>
              <a:off x="2184756" y="1680313"/>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9" name="Google Shape;6039;p129"/>
            <p:cNvSpPr/>
            <p:nvPr/>
          </p:nvSpPr>
          <p:spPr>
            <a:xfrm>
              <a:off x="2185137" y="1680462"/>
              <a:ext cx="163" cy="54"/>
            </a:xfrm>
            <a:custGeom>
              <a:rect b="b" l="l" r="r" t="t"/>
              <a:pathLst>
                <a:path extrusionOk="0" h="4" w="12">
                  <a:moveTo>
                    <a:pt x="1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0" name="Google Shape;6040;p129"/>
            <p:cNvSpPr/>
            <p:nvPr/>
          </p:nvSpPr>
          <p:spPr>
            <a:xfrm>
              <a:off x="2183616" y="167989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1" name="Google Shape;6041;p129"/>
            <p:cNvSpPr/>
            <p:nvPr/>
          </p:nvSpPr>
          <p:spPr>
            <a:xfrm>
              <a:off x="2175347" y="1698615"/>
              <a:ext cx="163" cy="163"/>
            </a:xfrm>
            <a:custGeom>
              <a:rect b="b" l="l" r="r" t="t"/>
              <a:pathLst>
                <a:path extrusionOk="0" h="12" w="12">
                  <a:moveTo>
                    <a:pt x="1" y="1"/>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2" name="Google Shape;6042;p129"/>
            <p:cNvSpPr/>
            <p:nvPr/>
          </p:nvSpPr>
          <p:spPr>
            <a:xfrm>
              <a:off x="2176257" y="1699525"/>
              <a:ext cx="54" cy="54"/>
            </a:xfrm>
            <a:custGeom>
              <a:rect b="b" l="l" r="r" t="t"/>
              <a:pathLst>
                <a:path extrusionOk="0" h="4" w="4">
                  <a:moveTo>
                    <a:pt x="4" y="4"/>
                  </a:moveTo>
                  <a:lnTo>
                    <a:pt x="0" y="0"/>
                  </a:ln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3" name="Google Shape;6043;p129"/>
            <p:cNvSpPr/>
            <p:nvPr/>
          </p:nvSpPr>
          <p:spPr>
            <a:xfrm>
              <a:off x="2187703" y="1681698"/>
              <a:ext cx="258" cy="109"/>
            </a:xfrm>
            <a:custGeom>
              <a:rect b="b" l="l" r="r" t="t"/>
              <a:pathLst>
                <a:path extrusionOk="0" h="8" w="19">
                  <a:moveTo>
                    <a:pt x="18"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4" name="Google Shape;6044;p129"/>
            <p:cNvSpPr/>
            <p:nvPr/>
          </p:nvSpPr>
          <p:spPr>
            <a:xfrm>
              <a:off x="2167595" y="1679838"/>
              <a:ext cx="489" cy="163"/>
            </a:xfrm>
            <a:custGeom>
              <a:rect b="b" l="l" r="r" t="t"/>
              <a:pathLst>
                <a:path extrusionOk="0" h="12" w="36">
                  <a:moveTo>
                    <a:pt x="1" y="1"/>
                  </a:moveTo>
                  <a:cubicBezTo>
                    <a:pt x="11" y="8"/>
                    <a:pt x="25" y="11"/>
                    <a:pt x="36" y="4"/>
                  </a:cubicBezTo>
                  <a:cubicBezTo>
                    <a:pt x="25" y="11"/>
                    <a:pt x="1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5" name="Google Shape;6045;p129"/>
            <p:cNvSpPr/>
            <p:nvPr/>
          </p:nvSpPr>
          <p:spPr>
            <a:xfrm>
              <a:off x="2183711" y="167993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6" name="Google Shape;6046;p129"/>
            <p:cNvSpPr/>
            <p:nvPr/>
          </p:nvSpPr>
          <p:spPr>
            <a:xfrm>
              <a:off x="2184145" y="168008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7" name="Google Shape;6047;p129"/>
            <p:cNvSpPr/>
            <p:nvPr/>
          </p:nvSpPr>
          <p:spPr>
            <a:xfrm>
              <a:off x="2183860" y="1679987"/>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8" name="Google Shape;6048;p129"/>
            <p:cNvSpPr/>
            <p:nvPr/>
          </p:nvSpPr>
          <p:spPr>
            <a:xfrm>
              <a:off x="2189794" y="1704318"/>
              <a:ext cx="11324" cy="24833"/>
            </a:xfrm>
            <a:custGeom>
              <a:rect b="b" l="l" r="r" t="t"/>
              <a:pathLst>
                <a:path extrusionOk="0" h="1829" w="834">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9" name="Google Shape;6049;p129"/>
            <p:cNvSpPr/>
            <p:nvPr/>
          </p:nvSpPr>
          <p:spPr>
            <a:xfrm>
              <a:off x="2121119" y="1644237"/>
              <a:ext cx="52626" cy="23163"/>
            </a:xfrm>
            <a:custGeom>
              <a:rect b="b" l="l" r="r" t="t"/>
              <a:pathLst>
                <a:path extrusionOk="0" h="1706" w="3876">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0" name="Google Shape;6050;p129"/>
            <p:cNvSpPr/>
            <p:nvPr/>
          </p:nvSpPr>
          <p:spPr>
            <a:xfrm>
              <a:off x="2168545" y="1647618"/>
              <a:ext cx="45838" cy="25064"/>
            </a:xfrm>
            <a:custGeom>
              <a:rect b="b" l="l" r="r" t="t"/>
              <a:pathLst>
                <a:path extrusionOk="0" h="1846" w="3376">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1" name="Google Shape;6051;p129"/>
            <p:cNvSpPr/>
            <p:nvPr/>
          </p:nvSpPr>
          <p:spPr>
            <a:xfrm>
              <a:off x="2170215" y="1666817"/>
              <a:ext cx="54" cy="68"/>
            </a:xfrm>
            <a:custGeom>
              <a:rect b="b" l="l" r="r" t="t"/>
              <a:pathLst>
                <a:path extrusionOk="0" h="5" w="4">
                  <a:moveTo>
                    <a:pt x="4"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2" name="Google Shape;6052;p129"/>
            <p:cNvSpPr/>
            <p:nvPr/>
          </p:nvSpPr>
          <p:spPr>
            <a:xfrm>
              <a:off x="2170636" y="1667061"/>
              <a:ext cx="68" cy="54"/>
            </a:xfrm>
            <a:custGeom>
              <a:rect b="b" l="l" r="r" t="t"/>
              <a:pathLst>
                <a:path extrusionOk="0" h="4" w="5">
                  <a:moveTo>
                    <a:pt x="4"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3" name="Google Shape;6053;p129"/>
            <p:cNvSpPr/>
            <p:nvPr/>
          </p:nvSpPr>
          <p:spPr>
            <a:xfrm>
              <a:off x="2175252" y="1670524"/>
              <a:ext cx="163" cy="109"/>
            </a:xfrm>
            <a:custGeom>
              <a:rect b="b" l="l" r="r" t="t"/>
              <a:pathLst>
                <a:path extrusionOk="0" h="8" w="12">
                  <a:moveTo>
                    <a:pt x="1"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4" name="Google Shape;6054;p129"/>
            <p:cNvSpPr/>
            <p:nvPr/>
          </p:nvSpPr>
          <p:spPr>
            <a:xfrm>
              <a:off x="2182571" y="1671854"/>
              <a:ext cx="2539" cy="733"/>
            </a:xfrm>
            <a:custGeom>
              <a:rect b="b" l="l" r="r" t="t"/>
              <a:pathLst>
                <a:path extrusionOk="0" h="54" w="187">
                  <a:moveTo>
                    <a:pt x="186" y="1"/>
                  </a:moveTo>
                  <a:cubicBezTo>
                    <a:pt x="95" y="29"/>
                    <a:pt x="32" y="43"/>
                    <a:pt x="1" y="53"/>
                  </a:cubicBezTo>
                  <a:cubicBezTo>
                    <a:pt x="29" y="46"/>
                    <a:pt x="78" y="36"/>
                    <a:pt x="134" y="18"/>
                  </a:cubicBezTo>
                  <a:lnTo>
                    <a:pt x="186"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5" name="Google Shape;6055;p129"/>
            <p:cNvSpPr/>
            <p:nvPr/>
          </p:nvSpPr>
          <p:spPr>
            <a:xfrm>
              <a:off x="2175592" y="1670809"/>
              <a:ext cx="109" cy="109"/>
            </a:xfrm>
            <a:custGeom>
              <a:rect b="b" l="l" r="r" t="t"/>
              <a:pathLst>
                <a:path extrusionOk="0" h="8" w="8">
                  <a:moveTo>
                    <a:pt x="7"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6" name="Google Shape;6056;p129"/>
            <p:cNvSpPr/>
            <p:nvPr/>
          </p:nvSpPr>
          <p:spPr>
            <a:xfrm>
              <a:off x="2174587" y="1669858"/>
              <a:ext cx="163" cy="163"/>
            </a:xfrm>
            <a:custGeom>
              <a:rect b="b" l="l" r="r" t="t"/>
              <a:pathLst>
                <a:path extrusionOk="0" h="12" w="12">
                  <a:moveTo>
                    <a:pt x="1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7" name="Google Shape;6057;p129"/>
            <p:cNvSpPr/>
            <p:nvPr/>
          </p:nvSpPr>
          <p:spPr>
            <a:xfrm>
              <a:off x="2174207" y="1669573"/>
              <a:ext cx="109" cy="109"/>
            </a:xfrm>
            <a:custGeom>
              <a:rect b="b" l="l" r="r" t="t"/>
              <a:pathLst>
                <a:path extrusionOk="0" h="8" w="8">
                  <a:moveTo>
                    <a:pt x="8"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8" name="Google Shape;6058;p129"/>
            <p:cNvSpPr/>
            <p:nvPr/>
          </p:nvSpPr>
          <p:spPr>
            <a:xfrm>
              <a:off x="2171070" y="1667346"/>
              <a:ext cx="54" cy="54"/>
            </a:xfrm>
            <a:custGeom>
              <a:rect b="b" l="l" r="r" t="t"/>
              <a:pathLst>
                <a:path extrusionOk="0" h="4" w="4">
                  <a:moveTo>
                    <a:pt x="4"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9" name="Google Shape;6059;p129"/>
            <p:cNvSpPr/>
            <p:nvPr/>
          </p:nvSpPr>
          <p:spPr>
            <a:xfrm>
              <a:off x="2173786" y="1669247"/>
              <a:ext cx="149" cy="109"/>
            </a:xfrm>
            <a:custGeom>
              <a:rect b="b" l="l" r="r" t="t"/>
              <a:pathLst>
                <a:path extrusionOk="0" h="8" w="11">
                  <a:moveTo>
                    <a:pt x="11"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0" name="Google Shape;6060;p129"/>
            <p:cNvSpPr/>
            <p:nvPr/>
          </p:nvSpPr>
          <p:spPr>
            <a:xfrm>
              <a:off x="2174926" y="1670198"/>
              <a:ext cx="149" cy="109"/>
            </a:xfrm>
            <a:custGeom>
              <a:rect b="b" l="l" r="r" t="t"/>
              <a:pathLst>
                <a:path extrusionOk="0" h="8" w="11">
                  <a:moveTo>
                    <a:pt x="11"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1" name="Google Shape;6061;p129"/>
            <p:cNvSpPr/>
            <p:nvPr/>
          </p:nvSpPr>
          <p:spPr>
            <a:xfrm>
              <a:off x="2171546" y="166767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2" name="Google Shape;6062;p129"/>
            <p:cNvSpPr/>
            <p:nvPr/>
          </p:nvSpPr>
          <p:spPr>
            <a:xfrm>
              <a:off x="2172971" y="1668623"/>
              <a:ext cx="54" cy="68"/>
            </a:xfrm>
            <a:custGeom>
              <a:rect b="b" l="l" r="r" t="t"/>
              <a:pathLst>
                <a:path extrusionOk="0" h="5" w="4">
                  <a:moveTo>
                    <a:pt x="4"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3" name="Google Shape;6063;p129"/>
            <p:cNvSpPr/>
            <p:nvPr/>
          </p:nvSpPr>
          <p:spPr>
            <a:xfrm>
              <a:off x="2173351" y="1668908"/>
              <a:ext cx="163" cy="109"/>
            </a:xfrm>
            <a:custGeom>
              <a:rect b="b" l="l" r="r" t="t"/>
              <a:pathLst>
                <a:path extrusionOk="0" h="8" w="12">
                  <a:moveTo>
                    <a:pt x="11"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4" name="Google Shape;6064;p129"/>
            <p:cNvSpPr/>
            <p:nvPr/>
          </p:nvSpPr>
          <p:spPr>
            <a:xfrm>
              <a:off x="2174831" y="1654081"/>
              <a:ext cx="54" cy="299"/>
            </a:xfrm>
            <a:custGeom>
              <a:rect b="b" l="l" r="r" t="t"/>
              <a:pathLst>
                <a:path extrusionOk="0" h="22" w="4">
                  <a:moveTo>
                    <a:pt x="4" y="0"/>
                  </a:moveTo>
                  <a:cubicBezTo>
                    <a:pt x="0" y="7"/>
                    <a:pt x="0" y="14"/>
                    <a:pt x="0" y="21"/>
                  </a:cubicBezTo>
                  <a:cubicBezTo>
                    <a:pt x="0" y="14"/>
                    <a:pt x="0"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5" name="Google Shape;6065;p129"/>
            <p:cNvSpPr/>
            <p:nvPr/>
          </p:nvSpPr>
          <p:spPr>
            <a:xfrm>
              <a:off x="2168599" y="1663436"/>
              <a:ext cx="54" cy="68"/>
            </a:xfrm>
            <a:custGeom>
              <a:rect b="b" l="l" r="r" t="t"/>
              <a:pathLst>
                <a:path extrusionOk="0" h="5" w="4">
                  <a:moveTo>
                    <a:pt x="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6" name="Google Shape;6066;p129"/>
            <p:cNvSpPr/>
            <p:nvPr/>
          </p:nvSpPr>
          <p:spPr>
            <a:xfrm>
              <a:off x="2168409" y="1663871"/>
              <a:ext cx="14" cy="54"/>
            </a:xfrm>
            <a:custGeom>
              <a:rect b="b" l="l" r="r" t="t"/>
              <a:pathLst>
                <a:path extrusionOk="0" h="4" w="1">
                  <a:moveTo>
                    <a:pt x="0"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7" name="Google Shape;6067;p129"/>
            <p:cNvSpPr/>
            <p:nvPr/>
          </p:nvSpPr>
          <p:spPr>
            <a:xfrm>
              <a:off x="2168450" y="1663680"/>
              <a:ext cx="68" cy="149"/>
            </a:xfrm>
            <a:custGeom>
              <a:rect b="b" l="l" r="r" t="t"/>
              <a:pathLst>
                <a:path extrusionOk="0" h="11" w="5">
                  <a:moveTo>
                    <a:pt x="4"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8" name="Google Shape;6068;p129"/>
            <p:cNvSpPr/>
            <p:nvPr/>
          </p:nvSpPr>
          <p:spPr>
            <a:xfrm>
              <a:off x="2168735" y="166334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9" name="Google Shape;6069;p129"/>
            <p:cNvSpPr/>
            <p:nvPr/>
          </p:nvSpPr>
          <p:spPr>
            <a:xfrm>
              <a:off x="2168694" y="1663341"/>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0" name="Google Shape;6070;p129"/>
            <p:cNvSpPr/>
            <p:nvPr/>
          </p:nvSpPr>
          <p:spPr>
            <a:xfrm>
              <a:off x="2168640" y="1663395"/>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1" name="Google Shape;6071;p129"/>
            <p:cNvSpPr/>
            <p:nvPr/>
          </p:nvSpPr>
          <p:spPr>
            <a:xfrm>
              <a:off x="2168504" y="1663531"/>
              <a:ext cx="54" cy="109"/>
            </a:xfrm>
            <a:custGeom>
              <a:rect b="b" l="l" r="r" t="t"/>
              <a:pathLst>
                <a:path extrusionOk="0" h="8" w="4">
                  <a:moveTo>
                    <a:pt x="4"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2" name="Google Shape;6072;p129"/>
            <p:cNvSpPr/>
            <p:nvPr/>
          </p:nvSpPr>
          <p:spPr>
            <a:xfrm>
              <a:off x="2174872" y="1653891"/>
              <a:ext cx="68" cy="109"/>
            </a:xfrm>
            <a:custGeom>
              <a:rect b="b" l="l" r="r" t="t"/>
              <a:pathLst>
                <a:path extrusionOk="0" h="8" w="5">
                  <a:moveTo>
                    <a:pt x="4" y="0"/>
                  </a:moveTo>
                  <a:lnTo>
                    <a:pt x="4" y="0"/>
                  </a:lnTo>
                  <a:cubicBezTo>
                    <a:pt x="4" y="0"/>
                    <a:pt x="1" y="4"/>
                    <a:pt x="1" y="7"/>
                  </a:cubicBezTo>
                  <a:cubicBezTo>
                    <a:pt x="4" y="4"/>
                    <a:pt x="4" y="0"/>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3" name="Google Shape;6073;p129"/>
            <p:cNvSpPr/>
            <p:nvPr/>
          </p:nvSpPr>
          <p:spPr>
            <a:xfrm>
              <a:off x="2141078" y="1625270"/>
              <a:ext cx="43597" cy="21317"/>
            </a:xfrm>
            <a:custGeom>
              <a:rect b="b" l="l" r="r" t="t"/>
              <a:pathLst>
                <a:path extrusionOk="0" h="1570" w="3211">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4" name="Google Shape;6074;p129"/>
            <p:cNvSpPr/>
            <p:nvPr/>
          </p:nvSpPr>
          <p:spPr>
            <a:xfrm>
              <a:off x="2183195" y="1635589"/>
              <a:ext cx="1534" cy="2390"/>
            </a:xfrm>
            <a:custGeom>
              <a:rect b="b" l="l" r="r" t="t"/>
              <a:pathLst>
                <a:path extrusionOk="0" h="176" w="113">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5" name="Google Shape;6075;p129"/>
            <p:cNvSpPr/>
            <p:nvPr/>
          </p:nvSpPr>
          <p:spPr>
            <a:xfrm>
              <a:off x="2161756" y="1626465"/>
              <a:ext cx="774" cy="394"/>
            </a:xfrm>
            <a:custGeom>
              <a:rect b="b" l="l" r="r" t="t"/>
              <a:pathLst>
                <a:path extrusionOk="0" h="29" w="57">
                  <a:moveTo>
                    <a:pt x="0" y="0"/>
                  </a:moveTo>
                  <a:cubicBezTo>
                    <a:pt x="18" y="11"/>
                    <a:pt x="35" y="18"/>
                    <a:pt x="56" y="28"/>
                  </a:cubicBezTo>
                  <a:cubicBezTo>
                    <a:pt x="35" y="18"/>
                    <a:pt x="18"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6" name="Google Shape;6076;p129"/>
            <p:cNvSpPr/>
            <p:nvPr/>
          </p:nvSpPr>
          <p:spPr>
            <a:xfrm>
              <a:off x="2162612" y="1626885"/>
              <a:ext cx="720" cy="299"/>
            </a:xfrm>
            <a:custGeom>
              <a:rect b="b" l="l" r="r" t="t"/>
              <a:pathLst>
                <a:path extrusionOk="0" h="22" w="53">
                  <a:moveTo>
                    <a:pt x="0" y="1"/>
                  </a:moveTo>
                  <a:lnTo>
                    <a:pt x="0" y="1"/>
                  </a:lnTo>
                  <a:cubicBezTo>
                    <a:pt x="18" y="11"/>
                    <a:pt x="39" y="18"/>
                    <a:pt x="53" y="22"/>
                  </a:cubicBezTo>
                  <a:cubicBezTo>
                    <a:pt x="39" y="18"/>
                    <a:pt x="18"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7" name="Google Shape;6077;p129"/>
            <p:cNvSpPr/>
            <p:nvPr/>
          </p:nvSpPr>
          <p:spPr>
            <a:xfrm>
              <a:off x="2183046" y="1635439"/>
              <a:ext cx="68" cy="68"/>
            </a:xfrm>
            <a:custGeom>
              <a:rect b="b" l="l" r="r" t="t"/>
              <a:pathLst>
                <a:path extrusionOk="0" h="5" w="5">
                  <a:moveTo>
                    <a:pt x="1" y="1"/>
                  </a:moveTo>
                  <a:lnTo>
                    <a:pt x="1" y="1"/>
                  </a:ln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8" name="Google Shape;6078;p129"/>
            <p:cNvSpPr/>
            <p:nvPr/>
          </p:nvSpPr>
          <p:spPr>
            <a:xfrm>
              <a:off x="2160711" y="1625894"/>
              <a:ext cx="815" cy="489"/>
            </a:xfrm>
            <a:custGeom>
              <a:rect b="b" l="l" r="r" t="t"/>
              <a:pathLst>
                <a:path extrusionOk="0" h="36" w="60">
                  <a:moveTo>
                    <a:pt x="0" y="0"/>
                  </a:moveTo>
                  <a:cubicBezTo>
                    <a:pt x="21" y="11"/>
                    <a:pt x="42" y="25"/>
                    <a:pt x="60" y="35"/>
                  </a:cubicBezTo>
                  <a:cubicBezTo>
                    <a:pt x="42" y="25"/>
                    <a:pt x="21"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9" name="Google Shape;6079;p129"/>
            <p:cNvSpPr/>
            <p:nvPr/>
          </p:nvSpPr>
          <p:spPr>
            <a:xfrm>
              <a:off x="2159801" y="1625270"/>
              <a:ext cx="869" cy="584"/>
            </a:xfrm>
            <a:custGeom>
              <a:rect b="b" l="l" r="r" t="t"/>
              <a:pathLst>
                <a:path extrusionOk="0" h="43" w="64">
                  <a:moveTo>
                    <a:pt x="1" y="1"/>
                  </a:moveTo>
                  <a:cubicBezTo>
                    <a:pt x="22" y="15"/>
                    <a:pt x="43" y="29"/>
                    <a:pt x="64" y="43"/>
                  </a:cubicBezTo>
                  <a:cubicBezTo>
                    <a:pt x="43" y="29"/>
                    <a:pt x="22" y="1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0" name="Google Shape;6080;p129"/>
            <p:cNvSpPr/>
            <p:nvPr/>
          </p:nvSpPr>
          <p:spPr>
            <a:xfrm>
              <a:off x="2166359" y="1644333"/>
              <a:ext cx="204" cy="163"/>
            </a:xfrm>
            <a:custGeom>
              <a:rect b="b" l="l" r="r" t="t"/>
              <a:pathLst>
                <a:path extrusionOk="0" h="12" w="15">
                  <a:moveTo>
                    <a:pt x="1" y="1"/>
                  </a:moveTo>
                  <a:cubicBezTo>
                    <a:pt x="8" y="4"/>
                    <a:pt x="11" y="8"/>
                    <a:pt x="15" y="11"/>
                  </a:cubicBezTo>
                  <a:cubicBezTo>
                    <a:pt x="11" y="8"/>
                    <a:pt x="8"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1" name="Google Shape;6081;p129"/>
            <p:cNvSpPr/>
            <p:nvPr/>
          </p:nvSpPr>
          <p:spPr>
            <a:xfrm>
              <a:off x="2156855" y="1646478"/>
              <a:ext cx="163" cy="54"/>
            </a:xfrm>
            <a:custGeom>
              <a:rect b="b" l="l" r="r" t="t"/>
              <a:pathLst>
                <a:path extrusionOk="0" h="4" w="12">
                  <a:moveTo>
                    <a:pt x="1"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2" name="Google Shape;6082;p129"/>
            <p:cNvSpPr/>
            <p:nvPr/>
          </p:nvSpPr>
          <p:spPr>
            <a:xfrm>
              <a:off x="2157045" y="1646423"/>
              <a:ext cx="163" cy="68"/>
            </a:xfrm>
            <a:custGeom>
              <a:rect b="b" l="l" r="r" t="t"/>
              <a:pathLst>
                <a:path extrusionOk="0" h="5" w="12">
                  <a:moveTo>
                    <a:pt x="1" y="4"/>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3" name="Google Shape;6083;p129"/>
            <p:cNvSpPr/>
            <p:nvPr/>
          </p:nvSpPr>
          <p:spPr>
            <a:xfrm>
              <a:off x="2156570" y="1646518"/>
              <a:ext cx="204" cy="68"/>
            </a:xfrm>
            <a:custGeom>
              <a:rect b="b" l="l" r="r" t="t"/>
              <a:pathLst>
                <a:path extrusionOk="0" h="5" w="15">
                  <a:moveTo>
                    <a:pt x="1" y="4"/>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4" name="Google Shape;6084;p129"/>
            <p:cNvSpPr/>
            <p:nvPr/>
          </p:nvSpPr>
          <p:spPr>
            <a:xfrm>
              <a:off x="2157384" y="1646233"/>
              <a:ext cx="149" cy="109"/>
            </a:xfrm>
            <a:custGeom>
              <a:rect b="b" l="l" r="r" t="t"/>
              <a:pathLst>
                <a:path extrusionOk="0" h="8" w="11">
                  <a:moveTo>
                    <a:pt x="0" y="8"/>
                  </a:moveTo>
                  <a:cubicBezTo>
                    <a:pt x="4" y="4"/>
                    <a:pt x="7" y="4"/>
                    <a:pt x="11" y="1"/>
                  </a:cubicBezTo>
                  <a:cubicBezTo>
                    <a:pt x="7" y="4"/>
                    <a:pt x="4" y="4"/>
                    <a:pt x="0"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5" name="Google Shape;6085;p129"/>
            <p:cNvSpPr/>
            <p:nvPr/>
          </p:nvSpPr>
          <p:spPr>
            <a:xfrm>
              <a:off x="2165028" y="1643531"/>
              <a:ext cx="1059" cy="584"/>
            </a:xfrm>
            <a:custGeom>
              <a:rect b="b" l="l" r="r" t="t"/>
              <a:pathLst>
                <a:path extrusionOk="0" h="43" w="78">
                  <a:moveTo>
                    <a:pt x="1" y="0"/>
                  </a:moveTo>
                  <a:cubicBezTo>
                    <a:pt x="29" y="11"/>
                    <a:pt x="53" y="25"/>
                    <a:pt x="78" y="42"/>
                  </a:cubicBezTo>
                  <a:cubicBezTo>
                    <a:pt x="53" y="25"/>
                    <a:pt x="29"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6" name="Google Shape;6086;p129"/>
            <p:cNvSpPr/>
            <p:nvPr/>
          </p:nvSpPr>
          <p:spPr>
            <a:xfrm>
              <a:off x="2157235" y="1646383"/>
              <a:ext cx="163" cy="54"/>
            </a:xfrm>
            <a:custGeom>
              <a:rect b="b" l="l" r="r" t="t"/>
              <a:pathLst>
                <a:path extrusionOk="0" h="4" w="12">
                  <a:moveTo>
                    <a:pt x="1"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7" name="Google Shape;6087;p129"/>
            <p:cNvSpPr/>
            <p:nvPr/>
          </p:nvSpPr>
          <p:spPr>
            <a:xfrm>
              <a:off x="2160561" y="1642432"/>
              <a:ext cx="1303" cy="204"/>
            </a:xfrm>
            <a:custGeom>
              <a:rect b="b" l="l" r="r" t="t"/>
              <a:pathLst>
                <a:path extrusionOk="0" h="15" w="96">
                  <a:moveTo>
                    <a:pt x="1" y="1"/>
                  </a:moveTo>
                  <a:cubicBezTo>
                    <a:pt x="25" y="4"/>
                    <a:pt x="60" y="8"/>
                    <a:pt x="95" y="15"/>
                  </a:cubicBezTo>
                  <a:cubicBezTo>
                    <a:pt x="60" y="8"/>
                    <a:pt x="29"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8" name="Google Shape;6088;p129"/>
            <p:cNvSpPr/>
            <p:nvPr/>
          </p:nvSpPr>
          <p:spPr>
            <a:xfrm>
              <a:off x="2164458" y="1643287"/>
              <a:ext cx="489" cy="204"/>
            </a:xfrm>
            <a:custGeom>
              <a:rect b="b" l="l" r="r" t="t"/>
              <a:pathLst>
                <a:path extrusionOk="0" h="15" w="36">
                  <a:moveTo>
                    <a:pt x="1" y="1"/>
                  </a:moveTo>
                  <a:cubicBezTo>
                    <a:pt x="15" y="4"/>
                    <a:pt x="25" y="8"/>
                    <a:pt x="36" y="15"/>
                  </a:cubicBezTo>
                  <a:cubicBezTo>
                    <a:pt x="25" y="8"/>
                    <a:pt x="15"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9" name="Google Shape;6089;p129"/>
            <p:cNvSpPr/>
            <p:nvPr/>
          </p:nvSpPr>
          <p:spPr>
            <a:xfrm>
              <a:off x="2162136" y="1642676"/>
              <a:ext cx="2200" cy="584"/>
            </a:xfrm>
            <a:custGeom>
              <a:rect b="b" l="l" r="r" t="t"/>
              <a:pathLst>
                <a:path extrusionOk="0" h="43" w="162">
                  <a:moveTo>
                    <a:pt x="0" y="0"/>
                  </a:moveTo>
                  <a:cubicBezTo>
                    <a:pt x="56" y="7"/>
                    <a:pt x="109" y="21"/>
                    <a:pt x="161" y="42"/>
                  </a:cubicBezTo>
                  <a:cubicBezTo>
                    <a:pt x="109" y="21"/>
                    <a:pt x="56"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0" name="Google Shape;6090;p129"/>
            <p:cNvSpPr/>
            <p:nvPr/>
          </p:nvSpPr>
          <p:spPr>
            <a:xfrm>
              <a:off x="2156244" y="1646614"/>
              <a:ext cx="244" cy="14"/>
            </a:xfrm>
            <a:custGeom>
              <a:rect b="b" l="l" r="r" t="t"/>
              <a:pathLst>
                <a:path extrusionOk="0" h="1" w="18">
                  <a:moveTo>
                    <a:pt x="0" y="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1" name="Google Shape;6091;p129"/>
            <p:cNvSpPr/>
            <p:nvPr/>
          </p:nvSpPr>
          <p:spPr>
            <a:xfrm>
              <a:off x="2154628" y="1646614"/>
              <a:ext cx="1195" cy="54"/>
            </a:xfrm>
            <a:custGeom>
              <a:rect b="b" l="l" r="r" t="t"/>
              <a:pathLst>
                <a:path extrusionOk="0" h="4" w="88">
                  <a:moveTo>
                    <a:pt x="0" y="1"/>
                  </a:moveTo>
                  <a:cubicBezTo>
                    <a:pt x="16" y="2"/>
                    <a:pt x="32" y="3"/>
                    <a:pt x="47" y="3"/>
                  </a:cubicBezTo>
                  <a:cubicBezTo>
                    <a:pt x="61" y="3"/>
                    <a:pt x="75" y="2"/>
                    <a:pt x="8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2" name="Google Shape;6092;p129"/>
            <p:cNvSpPr/>
            <p:nvPr/>
          </p:nvSpPr>
          <p:spPr>
            <a:xfrm>
              <a:off x="2166984" y="1644903"/>
              <a:ext cx="2906" cy="1113"/>
            </a:xfrm>
            <a:custGeom>
              <a:rect b="b" l="l" r="r" t="t"/>
              <a:pathLst>
                <a:path extrusionOk="0" h="82" w="214">
                  <a:moveTo>
                    <a:pt x="214" y="67"/>
                  </a:moveTo>
                  <a:cubicBezTo>
                    <a:pt x="137" y="81"/>
                    <a:pt x="60" y="57"/>
                    <a:pt x="4" y="1"/>
                  </a:cubicBezTo>
                  <a:lnTo>
                    <a:pt x="0" y="1"/>
                  </a:lnTo>
                  <a:lnTo>
                    <a:pt x="4" y="1"/>
                  </a:lnTo>
                  <a:cubicBezTo>
                    <a:pt x="60" y="57"/>
                    <a:pt x="137" y="81"/>
                    <a:pt x="214" y="6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3" name="Google Shape;6093;p129"/>
            <p:cNvSpPr/>
            <p:nvPr/>
          </p:nvSpPr>
          <p:spPr>
            <a:xfrm>
              <a:off x="2154248" y="1646614"/>
              <a:ext cx="394" cy="14"/>
            </a:xfrm>
            <a:custGeom>
              <a:rect b="b" l="l" r="r" t="t"/>
              <a:pathLst>
                <a:path extrusionOk="0" h="1" w="29">
                  <a:moveTo>
                    <a:pt x="0" y="1"/>
                  </a:moveTo>
                  <a:lnTo>
                    <a:pt x="2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4" name="Google Shape;6094;p129"/>
            <p:cNvSpPr/>
            <p:nvPr/>
          </p:nvSpPr>
          <p:spPr>
            <a:xfrm>
              <a:off x="2153813" y="1646573"/>
              <a:ext cx="353" cy="54"/>
            </a:xfrm>
            <a:custGeom>
              <a:rect b="b" l="l" r="r" t="t"/>
              <a:pathLst>
                <a:path extrusionOk="0" h="4" w="26">
                  <a:moveTo>
                    <a:pt x="1" y="0"/>
                  </a:moveTo>
                  <a:lnTo>
                    <a:pt x="2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5" name="Google Shape;6095;p129"/>
            <p:cNvSpPr/>
            <p:nvPr/>
          </p:nvSpPr>
          <p:spPr>
            <a:xfrm>
              <a:off x="2153433" y="1646518"/>
              <a:ext cx="299" cy="68"/>
            </a:xfrm>
            <a:custGeom>
              <a:rect b="b" l="l" r="r" t="t"/>
              <a:pathLst>
                <a:path extrusionOk="0" h="5" w="22">
                  <a:moveTo>
                    <a:pt x="1" y="1"/>
                  </a:moveTo>
                  <a:lnTo>
                    <a:pt x="2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6" name="Google Shape;6096;p129"/>
            <p:cNvSpPr/>
            <p:nvPr/>
          </p:nvSpPr>
          <p:spPr>
            <a:xfrm>
              <a:off x="2171641" y="1645052"/>
              <a:ext cx="1100" cy="530"/>
            </a:xfrm>
            <a:custGeom>
              <a:rect b="b" l="l" r="r" t="t"/>
              <a:pathLst>
                <a:path extrusionOk="0" h="39" w="81">
                  <a:moveTo>
                    <a:pt x="81" y="39"/>
                  </a:moveTo>
                  <a:lnTo>
                    <a:pt x="81" y="39"/>
                  </a:lnTo>
                  <a:lnTo>
                    <a:pt x="67" y="0"/>
                  </a:lnTo>
                  <a:lnTo>
                    <a:pt x="0" y="25"/>
                  </a:lnTo>
                  <a:lnTo>
                    <a:pt x="6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7" name="Google Shape;6097;p129"/>
            <p:cNvSpPr/>
            <p:nvPr/>
          </p:nvSpPr>
          <p:spPr>
            <a:xfrm>
              <a:off x="2152958" y="1646478"/>
              <a:ext cx="353" cy="54"/>
            </a:xfrm>
            <a:custGeom>
              <a:rect b="b" l="l" r="r" t="t"/>
              <a:pathLst>
                <a:path extrusionOk="0" h="4" w="26">
                  <a:moveTo>
                    <a:pt x="1" y="0"/>
                  </a:moveTo>
                  <a:lnTo>
                    <a:pt x="2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8" name="Google Shape;6098;p129"/>
            <p:cNvSpPr/>
            <p:nvPr/>
          </p:nvSpPr>
          <p:spPr>
            <a:xfrm>
              <a:off x="2155864" y="1646614"/>
              <a:ext cx="299" cy="14"/>
            </a:xfrm>
            <a:custGeom>
              <a:rect b="b" l="l" r="r" t="t"/>
              <a:pathLst>
                <a:path extrusionOk="0" h="1" w="22">
                  <a:moveTo>
                    <a:pt x="0" y="1"/>
                  </a:moveTo>
                  <a:lnTo>
                    <a:pt x="2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9" name="Google Shape;6099;p129"/>
            <p:cNvSpPr/>
            <p:nvPr/>
          </p:nvSpPr>
          <p:spPr>
            <a:xfrm>
              <a:off x="2152768" y="1646423"/>
              <a:ext cx="109" cy="14"/>
            </a:xfrm>
            <a:custGeom>
              <a:rect b="b" l="l" r="r" t="t"/>
              <a:pathLst>
                <a:path extrusionOk="0" h="1" w="8">
                  <a:moveTo>
                    <a:pt x="1" y="1"/>
                  </a:moveTo>
                  <a:lnTo>
                    <a:pt x="1" y="1"/>
                  </a:ln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0" name="Google Shape;6100;p129"/>
            <p:cNvSpPr/>
            <p:nvPr/>
          </p:nvSpPr>
          <p:spPr>
            <a:xfrm>
              <a:off x="2173637" y="1639417"/>
              <a:ext cx="38709" cy="14569"/>
            </a:xfrm>
            <a:custGeom>
              <a:rect b="b" l="l" r="r" t="t"/>
              <a:pathLst>
                <a:path extrusionOk="0" h="1073" w="2851">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1" name="Google Shape;6101;p129"/>
            <p:cNvSpPr/>
            <p:nvPr/>
          </p:nvSpPr>
          <p:spPr>
            <a:xfrm>
              <a:off x="2211667" y="1642866"/>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2" name="Google Shape;6102;p129"/>
            <p:cNvSpPr/>
            <p:nvPr/>
          </p:nvSpPr>
          <p:spPr>
            <a:xfrm>
              <a:off x="2209332" y="1642147"/>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3" name="Google Shape;6103;p129"/>
            <p:cNvSpPr/>
            <p:nvPr/>
          </p:nvSpPr>
          <p:spPr>
            <a:xfrm>
              <a:off x="2200343" y="1640341"/>
              <a:ext cx="3014" cy="489"/>
            </a:xfrm>
            <a:custGeom>
              <a:rect b="b" l="l" r="r" t="t"/>
              <a:pathLst>
                <a:path extrusionOk="0" h="36" w="222">
                  <a:moveTo>
                    <a:pt x="222" y="32"/>
                  </a:moveTo>
                  <a:cubicBezTo>
                    <a:pt x="145" y="36"/>
                    <a:pt x="71" y="25"/>
                    <a:pt x="1" y="1"/>
                  </a:cubicBezTo>
                  <a:cubicBezTo>
                    <a:pt x="71" y="25"/>
                    <a:pt x="145" y="36"/>
                    <a:pt x="222"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4" name="Google Shape;6104;p129"/>
            <p:cNvSpPr/>
            <p:nvPr/>
          </p:nvSpPr>
          <p:spPr>
            <a:xfrm>
              <a:off x="2212088" y="1642961"/>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5" name="Google Shape;6105;p129"/>
            <p:cNvSpPr/>
            <p:nvPr/>
          </p:nvSpPr>
          <p:spPr>
            <a:xfrm>
              <a:off x="2209807" y="1642337"/>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6" name="Google Shape;6106;p129"/>
            <p:cNvSpPr/>
            <p:nvPr/>
          </p:nvSpPr>
          <p:spPr>
            <a:xfrm>
              <a:off x="2209481" y="1642201"/>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7" name="Google Shape;6107;p129"/>
            <p:cNvSpPr/>
            <p:nvPr/>
          </p:nvSpPr>
          <p:spPr>
            <a:xfrm>
              <a:off x="2209576" y="1642242"/>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8" name="Google Shape;6108;p129"/>
            <p:cNvSpPr/>
            <p:nvPr/>
          </p:nvSpPr>
          <p:spPr>
            <a:xfrm>
              <a:off x="2209291" y="1642051"/>
              <a:ext cx="14" cy="14"/>
            </a:xfrm>
            <a:custGeom>
              <a:rect b="b" l="l" r="r" t="t"/>
              <a:pathLst>
                <a:path extrusionOk="0" h="1" w="1">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9" name="Google Shape;6109;p129"/>
            <p:cNvSpPr/>
            <p:nvPr/>
          </p:nvSpPr>
          <p:spPr>
            <a:xfrm>
              <a:off x="2209956" y="1642432"/>
              <a:ext cx="109" cy="68"/>
            </a:xfrm>
            <a:custGeom>
              <a:rect b="b" l="l" r="r" t="t"/>
              <a:pathLst>
                <a:path extrusionOk="0" h="5" w="8">
                  <a:moveTo>
                    <a:pt x="0" y="1"/>
                  </a:moveTo>
                  <a:lnTo>
                    <a:pt x="7"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0" name="Google Shape;6110;p129"/>
            <p:cNvSpPr/>
            <p:nvPr/>
          </p:nvSpPr>
          <p:spPr>
            <a:xfrm>
              <a:off x="2185802" y="1639390"/>
              <a:ext cx="353" cy="258"/>
            </a:xfrm>
            <a:custGeom>
              <a:rect b="b" l="l" r="r" t="t"/>
              <a:pathLst>
                <a:path extrusionOk="0" h="19" w="26">
                  <a:moveTo>
                    <a:pt x="25" y="18"/>
                  </a:moveTo>
                  <a:cubicBezTo>
                    <a:pt x="18" y="11"/>
                    <a:pt x="8" y="8"/>
                    <a:pt x="1" y="1"/>
                  </a:cubicBezTo>
                  <a:lnTo>
                    <a:pt x="1" y="1"/>
                  </a:lnTo>
                  <a:cubicBezTo>
                    <a:pt x="8" y="8"/>
                    <a:pt x="18" y="11"/>
                    <a:pt x="25"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1" name="Google Shape;6111;p129"/>
            <p:cNvSpPr/>
            <p:nvPr/>
          </p:nvSpPr>
          <p:spPr>
            <a:xfrm>
              <a:off x="2209196" y="164201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2" name="Google Shape;6112;p129"/>
            <p:cNvSpPr/>
            <p:nvPr/>
          </p:nvSpPr>
          <p:spPr>
            <a:xfrm>
              <a:off x="2210187" y="1642486"/>
              <a:ext cx="109" cy="54"/>
            </a:xfrm>
            <a:custGeom>
              <a:rect b="b" l="l" r="r" t="t"/>
              <a:pathLst>
                <a:path extrusionOk="0" h="4" w="8">
                  <a:moveTo>
                    <a:pt x="1" y="0"/>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3" name="Google Shape;6113;p129"/>
            <p:cNvSpPr/>
            <p:nvPr/>
          </p:nvSpPr>
          <p:spPr>
            <a:xfrm>
              <a:off x="2210472" y="1642581"/>
              <a:ext cx="109" cy="54"/>
            </a:xfrm>
            <a:custGeom>
              <a:rect b="b" l="l" r="r" t="t"/>
              <a:pathLst>
                <a:path extrusionOk="0" h="4" w="8">
                  <a:moveTo>
                    <a:pt x="1" y="0"/>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4" name="Google Shape;6114;p129"/>
            <p:cNvSpPr/>
            <p:nvPr/>
          </p:nvSpPr>
          <p:spPr>
            <a:xfrm>
              <a:off x="2198062" y="1640056"/>
              <a:ext cx="2295" cy="299"/>
            </a:xfrm>
            <a:custGeom>
              <a:rect b="b" l="l" r="r" t="t"/>
              <a:pathLst>
                <a:path extrusionOk="0" h="22" w="169">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5" name="Google Shape;6115;p129"/>
            <p:cNvSpPr/>
            <p:nvPr/>
          </p:nvSpPr>
          <p:spPr>
            <a:xfrm>
              <a:off x="2210757" y="1642676"/>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6" name="Google Shape;6116;p129"/>
            <p:cNvSpPr/>
            <p:nvPr/>
          </p:nvSpPr>
          <p:spPr>
            <a:xfrm>
              <a:off x="2173501" y="1647713"/>
              <a:ext cx="2145" cy="4195"/>
            </a:xfrm>
            <a:custGeom>
              <a:rect b="b" l="l" r="r" t="t"/>
              <a:pathLst>
                <a:path extrusionOk="0" h="309" w="158">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7" name="Google Shape;6117;p129"/>
            <p:cNvSpPr/>
            <p:nvPr/>
          </p:nvSpPr>
          <p:spPr>
            <a:xfrm>
              <a:off x="2208286" y="1648379"/>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8" name="Google Shape;6118;p129"/>
            <p:cNvSpPr/>
            <p:nvPr/>
          </p:nvSpPr>
          <p:spPr>
            <a:xfrm>
              <a:off x="2208191" y="164832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9" name="Google Shape;6119;p129"/>
            <p:cNvSpPr/>
            <p:nvPr/>
          </p:nvSpPr>
          <p:spPr>
            <a:xfrm>
              <a:off x="2209956" y="1649085"/>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0" name="Google Shape;6120;p129"/>
            <p:cNvSpPr/>
            <p:nvPr/>
          </p:nvSpPr>
          <p:spPr>
            <a:xfrm>
              <a:off x="2209427" y="1648895"/>
              <a:ext cx="109" cy="68"/>
            </a:xfrm>
            <a:custGeom>
              <a:rect b="b" l="l" r="r" t="t"/>
              <a:pathLst>
                <a:path extrusionOk="0" h="5" w="8">
                  <a:moveTo>
                    <a:pt x="1" y="1"/>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1" name="Google Shape;6121;p129"/>
            <p:cNvSpPr/>
            <p:nvPr/>
          </p:nvSpPr>
          <p:spPr>
            <a:xfrm>
              <a:off x="2208381" y="1648474"/>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2" name="Google Shape;6122;p129"/>
            <p:cNvSpPr/>
            <p:nvPr/>
          </p:nvSpPr>
          <p:spPr>
            <a:xfrm>
              <a:off x="2175632" y="1651895"/>
              <a:ext cx="638" cy="774"/>
            </a:xfrm>
            <a:custGeom>
              <a:rect b="b" l="l" r="r" t="t"/>
              <a:pathLst>
                <a:path extrusionOk="0" h="57" w="47">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3" name="Google Shape;6123;p129"/>
            <p:cNvSpPr/>
            <p:nvPr/>
          </p:nvSpPr>
          <p:spPr>
            <a:xfrm>
              <a:off x="2208531" y="1648514"/>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4" name="Google Shape;6124;p129"/>
            <p:cNvSpPr/>
            <p:nvPr/>
          </p:nvSpPr>
          <p:spPr>
            <a:xfrm>
              <a:off x="2208816" y="1648664"/>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5" name="Google Shape;6125;p129"/>
            <p:cNvSpPr/>
            <p:nvPr/>
          </p:nvSpPr>
          <p:spPr>
            <a:xfrm>
              <a:off x="2209047" y="1648800"/>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6" name="Google Shape;6126;p129"/>
            <p:cNvSpPr/>
            <p:nvPr/>
          </p:nvSpPr>
          <p:spPr>
            <a:xfrm>
              <a:off x="2175402" y="1651515"/>
              <a:ext cx="530" cy="720"/>
            </a:xfrm>
            <a:custGeom>
              <a:rect b="b" l="l" r="r" t="t"/>
              <a:pathLst>
                <a:path extrusionOk="0" h="53" w="39">
                  <a:moveTo>
                    <a:pt x="0" y="0"/>
                  </a:moveTo>
                  <a:lnTo>
                    <a:pt x="0" y="0"/>
                  </a:lnTo>
                  <a:cubicBezTo>
                    <a:pt x="14" y="21"/>
                    <a:pt x="25" y="35"/>
                    <a:pt x="39" y="53"/>
                  </a:cubicBezTo>
                  <a:lnTo>
                    <a:pt x="21" y="28"/>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7" name="Google Shape;6127;p129"/>
            <p:cNvSpPr/>
            <p:nvPr/>
          </p:nvSpPr>
          <p:spPr>
            <a:xfrm>
              <a:off x="2174492" y="1646328"/>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8" name="Google Shape;6128;p129"/>
            <p:cNvSpPr/>
            <p:nvPr/>
          </p:nvSpPr>
          <p:spPr>
            <a:xfrm>
              <a:off x="2174356" y="164647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9" name="Google Shape;6129;p129"/>
            <p:cNvSpPr/>
            <p:nvPr/>
          </p:nvSpPr>
          <p:spPr>
            <a:xfrm>
              <a:off x="2174166" y="164666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0" name="Google Shape;6130;p129"/>
            <p:cNvSpPr/>
            <p:nvPr/>
          </p:nvSpPr>
          <p:spPr>
            <a:xfrm>
              <a:off x="2174587" y="164623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1" name="Google Shape;6131;p129"/>
            <p:cNvSpPr/>
            <p:nvPr/>
          </p:nvSpPr>
          <p:spPr>
            <a:xfrm>
              <a:off x="2173732" y="164727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2" name="Google Shape;6132;p129"/>
            <p:cNvSpPr/>
            <p:nvPr/>
          </p:nvSpPr>
          <p:spPr>
            <a:xfrm>
              <a:off x="2173976" y="1646899"/>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3" name="Google Shape;6133;p129"/>
            <p:cNvSpPr/>
            <p:nvPr/>
          </p:nvSpPr>
          <p:spPr>
            <a:xfrm>
              <a:off x="2182910" y="1641345"/>
              <a:ext cx="339" cy="339"/>
            </a:xfrm>
            <a:custGeom>
              <a:rect b="b" l="l" r="r" t="t"/>
              <a:pathLst>
                <a:path extrusionOk="0" h="25" w="25">
                  <a:moveTo>
                    <a:pt x="25" y="0"/>
                  </a:moveTo>
                  <a:cubicBezTo>
                    <a:pt x="14" y="7"/>
                    <a:pt x="7" y="14"/>
                    <a:pt x="0" y="25"/>
                  </a:cubicBezTo>
                  <a:cubicBezTo>
                    <a:pt x="7" y="14"/>
                    <a:pt x="18" y="7"/>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4" name="Google Shape;6134;p129"/>
            <p:cNvSpPr/>
            <p:nvPr/>
          </p:nvSpPr>
          <p:spPr>
            <a:xfrm>
              <a:off x="2174682" y="164623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5" name="Google Shape;6135;p129"/>
            <p:cNvSpPr/>
            <p:nvPr/>
          </p:nvSpPr>
          <p:spPr>
            <a:xfrm>
              <a:off x="2185517" y="1639390"/>
              <a:ext cx="299" cy="163"/>
            </a:xfrm>
            <a:custGeom>
              <a:rect b="b" l="l" r="r" t="t"/>
              <a:pathLst>
                <a:path extrusionOk="0" h="12" w="22">
                  <a:moveTo>
                    <a:pt x="22" y="1"/>
                  </a:moveTo>
                  <a:lnTo>
                    <a:pt x="1" y="11"/>
                  </a:ln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6" name="Google Shape;6136;p129"/>
            <p:cNvSpPr/>
            <p:nvPr/>
          </p:nvSpPr>
          <p:spPr>
            <a:xfrm>
              <a:off x="2184906" y="1639635"/>
              <a:ext cx="489" cy="339"/>
            </a:xfrm>
            <a:custGeom>
              <a:rect b="b" l="l" r="r" t="t"/>
              <a:pathLst>
                <a:path extrusionOk="0" h="25" w="36">
                  <a:moveTo>
                    <a:pt x="0" y="25"/>
                  </a:moveTo>
                  <a:lnTo>
                    <a:pt x="3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7" name="Google Shape;6137;p129"/>
            <p:cNvSpPr/>
            <p:nvPr/>
          </p:nvSpPr>
          <p:spPr>
            <a:xfrm>
              <a:off x="2173501" y="1647713"/>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8" name="Google Shape;6138;p129"/>
            <p:cNvSpPr/>
            <p:nvPr/>
          </p:nvSpPr>
          <p:spPr>
            <a:xfrm>
              <a:off x="2184376" y="1640056"/>
              <a:ext cx="353" cy="299"/>
            </a:xfrm>
            <a:custGeom>
              <a:rect b="b" l="l" r="r" t="t"/>
              <a:pathLst>
                <a:path extrusionOk="0" h="22" w="26">
                  <a:moveTo>
                    <a:pt x="1" y="22"/>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9" name="Google Shape;6139;p129"/>
            <p:cNvSpPr/>
            <p:nvPr/>
          </p:nvSpPr>
          <p:spPr>
            <a:xfrm>
              <a:off x="2182380" y="1641821"/>
              <a:ext cx="394" cy="489"/>
            </a:xfrm>
            <a:custGeom>
              <a:rect b="b" l="l" r="r" t="t"/>
              <a:pathLst>
                <a:path extrusionOk="0" h="36" w="29">
                  <a:moveTo>
                    <a:pt x="1" y="35"/>
                  </a:moveTo>
                  <a:cubicBezTo>
                    <a:pt x="11" y="25"/>
                    <a:pt x="22" y="11"/>
                    <a:pt x="29" y="0"/>
                  </a:cubicBezTo>
                  <a:cubicBezTo>
                    <a:pt x="22" y="11"/>
                    <a:pt x="11" y="25"/>
                    <a:pt x="1" y="3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0" name="Google Shape;6140;p129"/>
            <p:cNvSpPr/>
            <p:nvPr/>
          </p:nvSpPr>
          <p:spPr>
            <a:xfrm>
              <a:off x="2183860" y="1640490"/>
              <a:ext cx="339" cy="244"/>
            </a:xfrm>
            <a:custGeom>
              <a:rect b="b" l="l" r="r" t="t"/>
              <a:pathLst>
                <a:path extrusionOk="0" h="18" w="25">
                  <a:moveTo>
                    <a:pt x="0" y="18"/>
                  </a:move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1" name="Google Shape;6141;p129"/>
            <p:cNvSpPr/>
            <p:nvPr/>
          </p:nvSpPr>
          <p:spPr>
            <a:xfrm>
              <a:off x="2183385" y="1640911"/>
              <a:ext cx="339" cy="258"/>
            </a:xfrm>
            <a:custGeom>
              <a:rect b="b" l="l" r="r" t="t"/>
              <a:pathLst>
                <a:path extrusionOk="0" h="19" w="25">
                  <a:moveTo>
                    <a:pt x="0" y="18"/>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2" name="Google Shape;6142;p129"/>
            <p:cNvSpPr/>
            <p:nvPr/>
          </p:nvSpPr>
          <p:spPr>
            <a:xfrm>
              <a:off x="2173501" y="1647754"/>
              <a:ext cx="14" cy="14"/>
            </a:xfrm>
            <a:custGeom>
              <a:rect b="b" l="l" r="r" t="t"/>
              <a:pathLst>
                <a:path extrusionOk="0" h="1" w="1">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3" name="Google Shape;6143;p129"/>
            <p:cNvSpPr/>
            <p:nvPr/>
          </p:nvSpPr>
          <p:spPr>
            <a:xfrm>
              <a:off x="1977808" y="1708880"/>
              <a:ext cx="22865" cy="43584"/>
            </a:xfrm>
            <a:custGeom>
              <a:rect b="b" l="l" r="r" t="t"/>
              <a:pathLst>
                <a:path extrusionOk="0" h="3210" w="1684">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4" name="Google Shape;6144;p129"/>
            <p:cNvSpPr/>
            <p:nvPr/>
          </p:nvSpPr>
          <p:spPr>
            <a:xfrm>
              <a:off x="2073964" y="1600939"/>
              <a:ext cx="27440" cy="23163"/>
            </a:xfrm>
            <a:custGeom>
              <a:rect b="b" l="l" r="r" t="t"/>
              <a:pathLst>
                <a:path extrusionOk="0" h="1706" w="2021">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5" name="Google Shape;6145;p129"/>
            <p:cNvSpPr/>
            <p:nvPr/>
          </p:nvSpPr>
          <p:spPr>
            <a:xfrm>
              <a:off x="2092647" y="1634489"/>
              <a:ext cx="2865" cy="4114"/>
            </a:xfrm>
            <a:custGeom>
              <a:rect b="b" l="l" r="r" t="t"/>
              <a:pathLst>
                <a:path extrusionOk="0" h="303" w="211">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6" name="Google Shape;6146;p129"/>
            <p:cNvSpPr/>
            <p:nvPr/>
          </p:nvSpPr>
          <p:spPr>
            <a:xfrm>
              <a:off x="2068873" y="1620273"/>
              <a:ext cx="26014" cy="18194"/>
            </a:xfrm>
            <a:custGeom>
              <a:rect b="b" l="l" r="r" t="t"/>
              <a:pathLst>
                <a:path extrusionOk="0" h="1340" w="1916">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7" name="Google Shape;6147;p129"/>
            <p:cNvSpPr/>
            <p:nvPr/>
          </p:nvSpPr>
          <p:spPr>
            <a:xfrm>
              <a:off x="2073244" y="1623043"/>
              <a:ext cx="258" cy="54"/>
            </a:xfrm>
            <a:custGeom>
              <a:rect b="b" l="l" r="r" t="t"/>
              <a:pathLst>
                <a:path extrusionOk="0" h="4" w="19">
                  <a:moveTo>
                    <a:pt x="1" y="0"/>
                  </a:moveTo>
                  <a:lnTo>
                    <a:pt x="1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8" name="Google Shape;6148;p129"/>
            <p:cNvSpPr/>
            <p:nvPr/>
          </p:nvSpPr>
          <p:spPr>
            <a:xfrm>
              <a:off x="2091547" y="1625134"/>
              <a:ext cx="543" cy="530"/>
            </a:xfrm>
            <a:custGeom>
              <a:rect b="b" l="l" r="r" t="t"/>
              <a:pathLst>
                <a:path extrusionOk="0" h="39" w="40">
                  <a:moveTo>
                    <a:pt x="1" y="0"/>
                  </a:moveTo>
                  <a:cubicBezTo>
                    <a:pt x="11" y="14"/>
                    <a:pt x="25" y="25"/>
                    <a:pt x="39" y="39"/>
                  </a:cubicBezTo>
                  <a:cubicBezTo>
                    <a:pt x="25" y="25"/>
                    <a:pt x="11"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9" name="Google Shape;6149;p129"/>
            <p:cNvSpPr/>
            <p:nvPr/>
          </p:nvSpPr>
          <p:spPr>
            <a:xfrm>
              <a:off x="2074480" y="162336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0" name="Google Shape;6150;p129"/>
            <p:cNvSpPr/>
            <p:nvPr/>
          </p:nvSpPr>
          <p:spPr>
            <a:xfrm>
              <a:off x="2072769" y="1622853"/>
              <a:ext cx="258" cy="109"/>
            </a:xfrm>
            <a:custGeom>
              <a:rect b="b" l="l" r="r" t="t"/>
              <a:pathLst>
                <a:path extrusionOk="0" h="8" w="19">
                  <a:moveTo>
                    <a:pt x="1" y="0"/>
                  </a:moveTo>
                  <a:lnTo>
                    <a:pt x="18"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1" name="Google Shape;6151;p129"/>
            <p:cNvSpPr/>
            <p:nvPr/>
          </p:nvSpPr>
          <p:spPr>
            <a:xfrm>
              <a:off x="2072253" y="1622609"/>
              <a:ext cx="299" cy="109"/>
            </a:xfrm>
            <a:custGeom>
              <a:rect b="b" l="l" r="r" t="t"/>
              <a:pathLst>
                <a:path extrusionOk="0" h="8" w="22">
                  <a:moveTo>
                    <a:pt x="0" y="1"/>
                  </a:moveTo>
                  <a:lnTo>
                    <a:pt x="2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2" name="Google Shape;6152;p129"/>
            <p:cNvSpPr/>
            <p:nvPr/>
          </p:nvSpPr>
          <p:spPr>
            <a:xfrm>
              <a:off x="2074005" y="1623274"/>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3" name="Google Shape;6153;p129"/>
            <p:cNvSpPr/>
            <p:nvPr/>
          </p:nvSpPr>
          <p:spPr>
            <a:xfrm>
              <a:off x="2073679" y="1623179"/>
              <a:ext cx="149" cy="68"/>
            </a:xfrm>
            <a:custGeom>
              <a:rect b="b" l="l" r="r" t="t"/>
              <a:pathLst>
                <a:path extrusionOk="0" h="5" w="11">
                  <a:moveTo>
                    <a:pt x="0" y="1"/>
                  </a:move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4" name="Google Shape;6154;p129"/>
            <p:cNvSpPr/>
            <p:nvPr/>
          </p:nvSpPr>
          <p:spPr>
            <a:xfrm>
              <a:off x="2074249" y="1623328"/>
              <a:ext cx="109" cy="14"/>
            </a:xfrm>
            <a:custGeom>
              <a:rect b="b" l="l" r="r" t="t"/>
              <a:pathLst>
                <a:path extrusionOk="0" h="1" w="8">
                  <a:moveTo>
                    <a:pt x="0" y="0"/>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5" name="Google Shape;6155;p129"/>
            <p:cNvSpPr/>
            <p:nvPr/>
          </p:nvSpPr>
          <p:spPr>
            <a:xfrm>
              <a:off x="2092212" y="1625745"/>
              <a:ext cx="638" cy="543"/>
            </a:xfrm>
            <a:custGeom>
              <a:rect b="b" l="l" r="r" t="t"/>
              <a:pathLst>
                <a:path extrusionOk="0" h="40" w="47">
                  <a:moveTo>
                    <a:pt x="1" y="1"/>
                  </a:moveTo>
                  <a:cubicBezTo>
                    <a:pt x="15" y="15"/>
                    <a:pt x="29" y="25"/>
                    <a:pt x="46" y="39"/>
                  </a:cubicBezTo>
                  <a:cubicBezTo>
                    <a:pt x="29" y="25"/>
                    <a:pt x="15" y="1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6" name="Google Shape;6156;p129"/>
            <p:cNvSpPr/>
            <p:nvPr/>
          </p:nvSpPr>
          <p:spPr>
            <a:xfrm>
              <a:off x="2091031" y="1635724"/>
              <a:ext cx="54" cy="204"/>
            </a:xfrm>
            <a:custGeom>
              <a:rect b="b" l="l" r="r" t="t"/>
              <a:pathLst>
                <a:path extrusionOk="0" h="15" w="4">
                  <a:moveTo>
                    <a:pt x="4"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7" name="Google Shape;6157;p129"/>
            <p:cNvSpPr/>
            <p:nvPr/>
          </p:nvSpPr>
          <p:spPr>
            <a:xfrm>
              <a:off x="2091167" y="1635208"/>
              <a:ext cx="109" cy="204"/>
            </a:xfrm>
            <a:custGeom>
              <a:rect b="b" l="l" r="r" t="t"/>
              <a:pathLst>
                <a:path extrusionOk="0" h="15" w="8">
                  <a:moveTo>
                    <a:pt x="8"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8" name="Google Shape;6158;p129"/>
            <p:cNvSpPr/>
            <p:nvPr/>
          </p:nvSpPr>
          <p:spPr>
            <a:xfrm>
              <a:off x="2091547" y="1634353"/>
              <a:ext cx="109" cy="149"/>
            </a:xfrm>
            <a:custGeom>
              <a:rect b="b" l="l" r="r" t="t"/>
              <a:pathLst>
                <a:path extrusionOk="0" h="11" w="8">
                  <a:moveTo>
                    <a:pt x="8"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9" name="Google Shape;6159;p129"/>
            <p:cNvSpPr/>
            <p:nvPr/>
          </p:nvSpPr>
          <p:spPr>
            <a:xfrm>
              <a:off x="2092362" y="1633213"/>
              <a:ext cx="109" cy="109"/>
            </a:xfrm>
            <a:custGeom>
              <a:rect b="b" l="l" r="r" t="t"/>
              <a:pathLst>
                <a:path extrusionOk="0" h="8" w="8">
                  <a:moveTo>
                    <a:pt x="7"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0" name="Google Shape;6160;p129"/>
            <p:cNvSpPr/>
            <p:nvPr/>
          </p:nvSpPr>
          <p:spPr>
            <a:xfrm>
              <a:off x="2092117" y="1633593"/>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1" name="Google Shape;6161;p129"/>
            <p:cNvSpPr/>
            <p:nvPr/>
          </p:nvSpPr>
          <p:spPr>
            <a:xfrm>
              <a:off x="2092647" y="1632927"/>
              <a:ext cx="109" cy="109"/>
            </a:xfrm>
            <a:custGeom>
              <a:rect b="b" l="l" r="r" t="t"/>
              <a:pathLst>
                <a:path extrusionOk="0" h="8" w="8">
                  <a:moveTo>
                    <a:pt x="0" y="7"/>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2" name="Google Shape;6162;p129"/>
            <p:cNvSpPr/>
            <p:nvPr/>
          </p:nvSpPr>
          <p:spPr>
            <a:xfrm>
              <a:off x="2091832" y="1633973"/>
              <a:ext cx="68" cy="109"/>
            </a:xfrm>
            <a:custGeom>
              <a:rect b="b" l="l" r="r" t="t"/>
              <a:pathLst>
                <a:path extrusionOk="0" h="8" w="5">
                  <a:moveTo>
                    <a:pt x="4"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3" name="Google Shape;6163;p129"/>
            <p:cNvSpPr/>
            <p:nvPr/>
          </p:nvSpPr>
          <p:spPr>
            <a:xfrm>
              <a:off x="2090746" y="1637734"/>
              <a:ext cx="14" cy="95"/>
            </a:xfrm>
            <a:custGeom>
              <a:rect b="b" l="l" r="r" t="t"/>
              <a:pathLst>
                <a:path extrusionOk="0" h="7"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4" name="Google Shape;6164;p129"/>
            <p:cNvSpPr/>
            <p:nvPr/>
          </p:nvSpPr>
          <p:spPr>
            <a:xfrm>
              <a:off x="2093448" y="1632262"/>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5" name="Google Shape;6165;p129"/>
            <p:cNvSpPr/>
            <p:nvPr/>
          </p:nvSpPr>
          <p:spPr>
            <a:xfrm>
              <a:off x="2090936" y="1636254"/>
              <a:ext cx="54" cy="244"/>
            </a:xfrm>
            <a:custGeom>
              <a:rect b="b" l="l" r="r" t="t"/>
              <a:pathLst>
                <a:path extrusionOk="0" h="18" w="4">
                  <a:moveTo>
                    <a:pt x="4" y="0"/>
                  </a:moveTo>
                  <a:lnTo>
                    <a:pt x="4" y="0"/>
                  </a:lnTo>
                  <a:cubicBezTo>
                    <a:pt x="0" y="7"/>
                    <a:pt x="0" y="11"/>
                    <a:pt x="0" y="18"/>
                  </a:cubicBezTo>
                  <a:cubicBezTo>
                    <a:pt x="0" y="11"/>
                    <a:pt x="4"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6" name="Google Shape;6166;p129"/>
            <p:cNvSpPr/>
            <p:nvPr/>
          </p:nvSpPr>
          <p:spPr>
            <a:xfrm>
              <a:off x="2090841" y="1636919"/>
              <a:ext cx="14" cy="204"/>
            </a:xfrm>
            <a:custGeom>
              <a:rect b="b" l="l" r="r" t="t"/>
              <a:pathLst>
                <a:path extrusionOk="0" h="15" w="1">
                  <a:moveTo>
                    <a:pt x="0" y="0"/>
                  </a:moveTo>
                  <a:cubicBezTo>
                    <a:pt x="0" y="4"/>
                    <a:pt x="0" y="7"/>
                    <a:pt x="0" y="14"/>
                  </a:cubicBezTo>
                  <a:cubicBezTo>
                    <a:pt x="0" y="7"/>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7" name="Google Shape;6167;p129"/>
            <p:cNvSpPr/>
            <p:nvPr/>
          </p:nvSpPr>
          <p:spPr>
            <a:xfrm>
              <a:off x="2091357" y="1634774"/>
              <a:ext cx="109" cy="163"/>
            </a:xfrm>
            <a:custGeom>
              <a:rect b="b" l="l" r="r" t="t"/>
              <a:pathLst>
                <a:path extrusionOk="0" h="12" w="8">
                  <a:moveTo>
                    <a:pt x="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8" name="Google Shape;6168;p129"/>
            <p:cNvSpPr/>
            <p:nvPr/>
          </p:nvSpPr>
          <p:spPr>
            <a:xfrm>
              <a:off x="2093163" y="1632452"/>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9" name="Google Shape;6169;p129"/>
            <p:cNvSpPr/>
            <p:nvPr/>
          </p:nvSpPr>
          <p:spPr>
            <a:xfrm>
              <a:off x="2092878" y="1632683"/>
              <a:ext cx="163" cy="109"/>
            </a:xfrm>
            <a:custGeom>
              <a:rect b="b" l="l" r="r" t="t"/>
              <a:pathLst>
                <a:path extrusionOk="0" h="8" w="12">
                  <a:moveTo>
                    <a:pt x="1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0" name="Google Shape;6170;p129"/>
            <p:cNvSpPr/>
            <p:nvPr/>
          </p:nvSpPr>
          <p:spPr>
            <a:xfrm>
              <a:off x="2199162" y="1650755"/>
              <a:ext cx="65131" cy="41439"/>
            </a:xfrm>
            <a:custGeom>
              <a:rect b="b" l="l" r="r" t="t"/>
              <a:pathLst>
                <a:path extrusionOk="0" h="3052" w="4797">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1" name="Google Shape;6171;p129"/>
            <p:cNvSpPr/>
            <p:nvPr/>
          </p:nvSpPr>
          <p:spPr>
            <a:xfrm>
              <a:off x="2215795" y="1653321"/>
              <a:ext cx="353" cy="720"/>
            </a:xfrm>
            <a:custGeom>
              <a:rect b="b" l="l" r="r" t="t"/>
              <a:pathLst>
                <a:path extrusionOk="0" h="53" w="26">
                  <a:moveTo>
                    <a:pt x="1" y="53"/>
                  </a:moveTo>
                  <a:cubicBezTo>
                    <a:pt x="11" y="35"/>
                    <a:pt x="18" y="18"/>
                    <a:pt x="25" y="0"/>
                  </a:cubicBezTo>
                  <a:lnTo>
                    <a:pt x="25" y="0"/>
                  </a:lnTo>
                  <a:cubicBezTo>
                    <a:pt x="18" y="18"/>
                    <a:pt x="11" y="35"/>
                    <a:pt x="1" y="5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2" name="Google Shape;6172;p129"/>
            <p:cNvSpPr/>
            <p:nvPr/>
          </p:nvSpPr>
          <p:spPr>
            <a:xfrm>
              <a:off x="2214654" y="1654841"/>
              <a:ext cx="353" cy="244"/>
            </a:xfrm>
            <a:custGeom>
              <a:rect b="b" l="l" r="r" t="t"/>
              <a:pathLst>
                <a:path extrusionOk="0" h="18" w="26">
                  <a:moveTo>
                    <a:pt x="1" y="18"/>
                  </a:moveTo>
                  <a:lnTo>
                    <a:pt x="25" y="0"/>
                  </a:ln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3" name="Google Shape;6173;p129"/>
            <p:cNvSpPr/>
            <p:nvPr/>
          </p:nvSpPr>
          <p:spPr>
            <a:xfrm>
              <a:off x="2199108" y="1671623"/>
              <a:ext cx="774" cy="489"/>
            </a:xfrm>
            <a:custGeom>
              <a:rect b="b" l="l" r="r" t="t"/>
              <a:pathLst>
                <a:path extrusionOk="0" h="36" w="57">
                  <a:moveTo>
                    <a:pt x="57" y="0"/>
                  </a:moveTo>
                  <a:cubicBezTo>
                    <a:pt x="36" y="14"/>
                    <a:pt x="15" y="25"/>
                    <a:pt x="1" y="35"/>
                  </a:cubicBezTo>
                  <a:cubicBezTo>
                    <a:pt x="15" y="25"/>
                    <a:pt x="39" y="14"/>
                    <a:pt x="5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4" name="Google Shape;6174;p129"/>
            <p:cNvSpPr/>
            <p:nvPr/>
          </p:nvSpPr>
          <p:spPr>
            <a:xfrm>
              <a:off x="2215319" y="1654502"/>
              <a:ext cx="109" cy="68"/>
            </a:xfrm>
            <a:custGeom>
              <a:rect b="b" l="l" r="r" t="t"/>
              <a:pathLst>
                <a:path extrusionOk="0" h="5" w="8">
                  <a:moveTo>
                    <a:pt x="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5" name="Google Shape;6175;p129"/>
            <p:cNvSpPr/>
            <p:nvPr/>
          </p:nvSpPr>
          <p:spPr>
            <a:xfrm>
              <a:off x="2213948" y="1655127"/>
              <a:ext cx="679" cy="434"/>
            </a:xfrm>
            <a:custGeom>
              <a:rect b="b" l="l" r="r" t="t"/>
              <a:pathLst>
                <a:path extrusionOk="0" h="32" w="50">
                  <a:moveTo>
                    <a:pt x="49" y="0"/>
                  </a:moveTo>
                  <a:lnTo>
                    <a:pt x="0"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6" name="Google Shape;6176;p129"/>
            <p:cNvSpPr/>
            <p:nvPr/>
          </p:nvSpPr>
          <p:spPr>
            <a:xfrm>
              <a:off x="2215659" y="1654122"/>
              <a:ext cx="109" cy="163"/>
            </a:xfrm>
            <a:custGeom>
              <a:rect b="b" l="l" r="r" t="t"/>
              <a:pathLst>
                <a:path extrusionOk="0" h="12" w="8">
                  <a:moveTo>
                    <a:pt x="7"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7" name="Google Shape;6177;p129"/>
            <p:cNvSpPr/>
            <p:nvPr/>
          </p:nvSpPr>
          <p:spPr>
            <a:xfrm>
              <a:off x="2245977" y="1649234"/>
              <a:ext cx="20746" cy="26205"/>
            </a:xfrm>
            <a:custGeom>
              <a:rect b="b" l="l" r="r" t="t"/>
              <a:pathLst>
                <a:path extrusionOk="0" h="1930" w="1528">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8" name="Google Shape;6178;p129"/>
            <p:cNvSpPr/>
            <p:nvPr/>
          </p:nvSpPr>
          <p:spPr>
            <a:xfrm>
              <a:off x="2249548" y="1656498"/>
              <a:ext cx="149" cy="204"/>
            </a:xfrm>
            <a:custGeom>
              <a:rect b="b" l="l" r="r" t="t"/>
              <a:pathLst>
                <a:path extrusionOk="0" h="15" w="11">
                  <a:moveTo>
                    <a:pt x="11"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9" name="Google Shape;6179;p129"/>
            <p:cNvSpPr/>
            <p:nvPr/>
          </p:nvSpPr>
          <p:spPr>
            <a:xfrm>
              <a:off x="2249304" y="1656172"/>
              <a:ext cx="163" cy="204"/>
            </a:xfrm>
            <a:custGeom>
              <a:rect b="b" l="l" r="r" t="t"/>
              <a:pathLst>
                <a:path extrusionOk="0" h="15" w="12">
                  <a:moveTo>
                    <a:pt x="11"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0" name="Google Shape;6180;p129"/>
            <p:cNvSpPr/>
            <p:nvPr/>
          </p:nvSpPr>
          <p:spPr>
            <a:xfrm>
              <a:off x="2254776" y="1673714"/>
              <a:ext cx="204" cy="584"/>
            </a:xfrm>
            <a:custGeom>
              <a:rect b="b" l="l" r="r" t="t"/>
              <a:pathLst>
                <a:path extrusionOk="0" h="43" w="15">
                  <a:moveTo>
                    <a:pt x="0" y="0"/>
                  </a:moveTo>
                  <a:cubicBezTo>
                    <a:pt x="4" y="18"/>
                    <a:pt x="11" y="32"/>
                    <a:pt x="14" y="42"/>
                  </a:cubicBezTo>
                  <a:cubicBezTo>
                    <a:pt x="11" y="28"/>
                    <a:pt x="7" y="18"/>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1" name="Google Shape;6181;p129"/>
            <p:cNvSpPr/>
            <p:nvPr/>
          </p:nvSpPr>
          <p:spPr>
            <a:xfrm>
              <a:off x="2254626" y="1673144"/>
              <a:ext cx="163" cy="625"/>
            </a:xfrm>
            <a:custGeom>
              <a:rect b="b" l="l" r="r" t="t"/>
              <a:pathLst>
                <a:path extrusionOk="0" h="46" w="12">
                  <a:moveTo>
                    <a:pt x="1" y="0"/>
                  </a:moveTo>
                  <a:lnTo>
                    <a:pt x="1" y="0"/>
                  </a:lnTo>
                  <a:cubicBezTo>
                    <a:pt x="4" y="14"/>
                    <a:pt x="8" y="32"/>
                    <a:pt x="11" y="46"/>
                  </a:cubicBezTo>
                  <a:cubicBezTo>
                    <a:pt x="8" y="28"/>
                    <a:pt x="4"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2" name="Google Shape;6182;p129"/>
            <p:cNvSpPr/>
            <p:nvPr/>
          </p:nvSpPr>
          <p:spPr>
            <a:xfrm>
              <a:off x="2255251" y="1674950"/>
              <a:ext cx="244" cy="434"/>
            </a:xfrm>
            <a:custGeom>
              <a:rect b="b" l="l" r="r" t="t"/>
              <a:pathLst>
                <a:path extrusionOk="0" h="32" w="18">
                  <a:moveTo>
                    <a:pt x="1" y="0"/>
                  </a:moveTo>
                  <a:lnTo>
                    <a:pt x="1" y="0"/>
                  </a:lnTo>
                  <a:cubicBezTo>
                    <a:pt x="7" y="14"/>
                    <a:pt x="11" y="25"/>
                    <a:pt x="18" y="32"/>
                  </a:cubicBezTo>
                  <a:cubicBezTo>
                    <a:pt x="11" y="21"/>
                    <a:pt x="7"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3" name="Google Shape;6183;p129"/>
            <p:cNvSpPr/>
            <p:nvPr/>
          </p:nvSpPr>
          <p:spPr>
            <a:xfrm>
              <a:off x="2254531" y="1672479"/>
              <a:ext cx="109" cy="489"/>
            </a:xfrm>
            <a:custGeom>
              <a:rect b="b" l="l" r="r" t="t"/>
              <a:pathLst>
                <a:path extrusionOk="0" h="36" w="8">
                  <a:moveTo>
                    <a:pt x="1" y="0"/>
                  </a:moveTo>
                  <a:cubicBezTo>
                    <a:pt x="1" y="11"/>
                    <a:pt x="4" y="25"/>
                    <a:pt x="8" y="35"/>
                  </a:cubicBezTo>
                  <a:cubicBezTo>
                    <a:pt x="4" y="25"/>
                    <a:pt x="4"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4" name="Google Shape;6184;p129"/>
            <p:cNvSpPr/>
            <p:nvPr/>
          </p:nvSpPr>
          <p:spPr>
            <a:xfrm>
              <a:off x="2250119" y="1657313"/>
              <a:ext cx="149" cy="204"/>
            </a:xfrm>
            <a:custGeom>
              <a:rect b="b" l="l" r="r" t="t"/>
              <a:pathLst>
                <a:path extrusionOk="0" h="15" w="11">
                  <a:moveTo>
                    <a:pt x="11"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5" name="Google Shape;6185;p129"/>
            <p:cNvSpPr/>
            <p:nvPr/>
          </p:nvSpPr>
          <p:spPr>
            <a:xfrm>
              <a:off x="2249928" y="1657068"/>
              <a:ext cx="109" cy="163"/>
            </a:xfrm>
            <a:custGeom>
              <a:rect b="b" l="l" r="r" t="t"/>
              <a:pathLst>
                <a:path extrusionOk="0" h="12" w="8">
                  <a:moveTo>
                    <a:pt x="7"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6" name="Google Shape;6186;p129"/>
            <p:cNvSpPr/>
            <p:nvPr/>
          </p:nvSpPr>
          <p:spPr>
            <a:xfrm>
              <a:off x="2254436" y="1671623"/>
              <a:ext cx="109" cy="679"/>
            </a:xfrm>
            <a:custGeom>
              <a:rect b="b" l="l" r="r" t="t"/>
              <a:pathLst>
                <a:path extrusionOk="0" h="50" w="8">
                  <a:moveTo>
                    <a:pt x="1" y="0"/>
                  </a:moveTo>
                  <a:cubicBezTo>
                    <a:pt x="4" y="18"/>
                    <a:pt x="4" y="35"/>
                    <a:pt x="8" y="49"/>
                  </a:cubicBezTo>
                  <a:cubicBezTo>
                    <a:pt x="8" y="35"/>
                    <a:pt x="4" y="1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7" name="Google Shape;6187;p129"/>
            <p:cNvSpPr/>
            <p:nvPr/>
          </p:nvSpPr>
          <p:spPr>
            <a:xfrm>
              <a:off x="2249738" y="1656837"/>
              <a:ext cx="149" cy="149"/>
            </a:xfrm>
            <a:custGeom>
              <a:rect b="b" l="l" r="r" t="t"/>
              <a:pathLst>
                <a:path extrusionOk="0" h="11" w="11">
                  <a:moveTo>
                    <a:pt x="11"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8" name="Google Shape;6188;p129"/>
            <p:cNvSpPr/>
            <p:nvPr/>
          </p:nvSpPr>
          <p:spPr>
            <a:xfrm>
              <a:off x="2255006" y="1674420"/>
              <a:ext cx="204" cy="394"/>
            </a:xfrm>
            <a:custGeom>
              <a:rect b="b" l="l" r="r" t="t"/>
              <a:pathLst>
                <a:path extrusionOk="0" h="29" w="15">
                  <a:moveTo>
                    <a:pt x="15" y="29"/>
                  </a:moveTo>
                  <a:cubicBezTo>
                    <a:pt x="11" y="22"/>
                    <a:pt x="4" y="11"/>
                    <a:pt x="1" y="1"/>
                  </a:cubicBezTo>
                  <a:cubicBezTo>
                    <a:pt x="4" y="11"/>
                    <a:pt x="11" y="22"/>
                    <a:pt x="15"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9" name="Google Shape;6189;p129"/>
            <p:cNvSpPr/>
            <p:nvPr/>
          </p:nvSpPr>
          <p:spPr>
            <a:xfrm>
              <a:off x="2247933" y="1653796"/>
              <a:ext cx="149" cy="299"/>
            </a:xfrm>
            <a:custGeom>
              <a:rect b="b" l="l" r="r" t="t"/>
              <a:pathLst>
                <a:path extrusionOk="0" h="22" w="11">
                  <a:moveTo>
                    <a:pt x="11" y="2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0" name="Google Shape;6190;p129"/>
            <p:cNvSpPr/>
            <p:nvPr/>
          </p:nvSpPr>
          <p:spPr>
            <a:xfrm>
              <a:off x="2255482" y="167542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1" name="Google Shape;6191;p129"/>
            <p:cNvSpPr/>
            <p:nvPr/>
          </p:nvSpPr>
          <p:spPr>
            <a:xfrm>
              <a:off x="2248258" y="1654366"/>
              <a:ext cx="163" cy="244"/>
            </a:xfrm>
            <a:custGeom>
              <a:rect b="b" l="l" r="r" t="t"/>
              <a:pathLst>
                <a:path extrusionOk="0" h="18" w="12">
                  <a:moveTo>
                    <a:pt x="11" y="1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2" name="Google Shape;6192;p129"/>
            <p:cNvSpPr/>
            <p:nvPr/>
          </p:nvSpPr>
          <p:spPr>
            <a:xfrm>
              <a:off x="2245977" y="1650225"/>
              <a:ext cx="163" cy="353"/>
            </a:xfrm>
            <a:custGeom>
              <a:rect b="b" l="l" r="r" t="t"/>
              <a:pathLst>
                <a:path extrusionOk="0" h="26" w="12">
                  <a:moveTo>
                    <a:pt x="1" y="1"/>
                  </a:moveTo>
                  <a:lnTo>
                    <a:pt x="11" y="25"/>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3" name="Google Shape;6193;p129"/>
            <p:cNvSpPr/>
            <p:nvPr/>
          </p:nvSpPr>
          <p:spPr>
            <a:xfrm>
              <a:off x="2247593" y="1653226"/>
              <a:ext cx="204" cy="339"/>
            </a:xfrm>
            <a:custGeom>
              <a:rect b="b" l="l" r="r" t="t"/>
              <a:pathLst>
                <a:path extrusionOk="0" h="25" w="15">
                  <a:moveTo>
                    <a:pt x="15"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4" name="Google Shape;6194;p129"/>
            <p:cNvSpPr/>
            <p:nvPr/>
          </p:nvSpPr>
          <p:spPr>
            <a:xfrm>
              <a:off x="2247267" y="1652601"/>
              <a:ext cx="149" cy="353"/>
            </a:xfrm>
            <a:custGeom>
              <a:rect b="b" l="l" r="r" t="t"/>
              <a:pathLst>
                <a:path extrusionOk="0" h="26" w="11">
                  <a:moveTo>
                    <a:pt x="11"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5" name="Google Shape;6195;p129"/>
            <p:cNvSpPr/>
            <p:nvPr/>
          </p:nvSpPr>
          <p:spPr>
            <a:xfrm>
              <a:off x="2246697" y="1651610"/>
              <a:ext cx="394" cy="679"/>
            </a:xfrm>
            <a:custGeom>
              <a:rect b="b" l="l" r="r" t="t"/>
              <a:pathLst>
                <a:path extrusionOk="0" h="50" w="29">
                  <a:moveTo>
                    <a:pt x="28" y="49"/>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6" name="Google Shape;6196;p129"/>
            <p:cNvSpPr/>
            <p:nvPr/>
          </p:nvSpPr>
          <p:spPr>
            <a:xfrm>
              <a:off x="2246317" y="1650890"/>
              <a:ext cx="244" cy="448"/>
            </a:xfrm>
            <a:custGeom>
              <a:rect b="b" l="l" r="r" t="t"/>
              <a:pathLst>
                <a:path extrusionOk="0" h="33" w="18">
                  <a:moveTo>
                    <a:pt x="18" y="32"/>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7" name="Google Shape;6197;p129"/>
            <p:cNvSpPr/>
            <p:nvPr/>
          </p:nvSpPr>
          <p:spPr>
            <a:xfrm>
              <a:off x="2249073" y="1655792"/>
              <a:ext cx="149" cy="204"/>
            </a:xfrm>
            <a:custGeom>
              <a:rect b="b" l="l" r="r" t="t"/>
              <a:pathLst>
                <a:path extrusionOk="0" h="15" w="11">
                  <a:moveTo>
                    <a:pt x="11"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8" name="Google Shape;6198;p129"/>
            <p:cNvSpPr/>
            <p:nvPr/>
          </p:nvSpPr>
          <p:spPr>
            <a:xfrm>
              <a:off x="2248829" y="1655357"/>
              <a:ext cx="163" cy="204"/>
            </a:xfrm>
            <a:custGeom>
              <a:rect b="b" l="l" r="r" t="t"/>
              <a:pathLst>
                <a:path extrusionOk="0" h="15" w="12">
                  <a:moveTo>
                    <a:pt x="11"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9" name="Google Shape;6199;p129"/>
            <p:cNvSpPr/>
            <p:nvPr/>
          </p:nvSpPr>
          <p:spPr>
            <a:xfrm>
              <a:off x="2248544" y="1654882"/>
              <a:ext cx="163" cy="258"/>
            </a:xfrm>
            <a:custGeom>
              <a:rect b="b" l="l" r="r" t="t"/>
              <a:pathLst>
                <a:path extrusionOk="0" h="19" w="12">
                  <a:moveTo>
                    <a:pt x="11" y="1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0" name="Google Shape;6200;p129"/>
            <p:cNvSpPr/>
            <p:nvPr/>
          </p:nvSpPr>
          <p:spPr>
            <a:xfrm>
              <a:off x="2212047" y="1690224"/>
              <a:ext cx="44073" cy="23516"/>
            </a:xfrm>
            <a:custGeom>
              <a:rect b="b" l="l" r="r" t="t"/>
              <a:pathLst>
                <a:path extrusionOk="0" h="1732" w="3246">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1" name="Google Shape;6201;p129"/>
            <p:cNvSpPr/>
            <p:nvPr/>
          </p:nvSpPr>
          <p:spPr>
            <a:xfrm>
              <a:off x="2240994" y="1708500"/>
              <a:ext cx="339" cy="394"/>
            </a:xfrm>
            <a:custGeom>
              <a:rect b="b" l="l" r="r" t="t"/>
              <a:pathLst>
                <a:path extrusionOk="0" h="29" w="25">
                  <a:moveTo>
                    <a:pt x="0" y="29"/>
                  </a:moveTo>
                  <a:cubicBezTo>
                    <a:pt x="4" y="18"/>
                    <a:pt x="14" y="8"/>
                    <a:pt x="25" y="1"/>
                  </a:cubicBezTo>
                  <a:cubicBezTo>
                    <a:pt x="14" y="8"/>
                    <a:pt x="4" y="18"/>
                    <a:pt x="0"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2" name="Google Shape;6202;p129"/>
            <p:cNvSpPr/>
            <p:nvPr/>
          </p:nvSpPr>
          <p:spPr>
            <a:xfrm>
              <a:off x="2250784" y="1708364"/>
              <a:ext cx="204" cy="54"/>
            </a:xfrm>
            <a:custGeom>
              <a:rect b="b" l="l" r="r" t="t"/>
              <a:pathLst>
                <a:path extrusionOk="0" h="4" w="15">
                  <a:moveTo>
                    <a:pt x="14"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3" name="Google Shape;6203;p129"/>
            <p:cNvSpPr/>
            <p:nvPr/>
          </p:nvSpPr>
          <p:spPr>
            <a:xfrm>
              <a:off x="2240845" y="1709600"/>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4" name="Google Shape;6204;p129"/>
            <p:cNvSpPr/>
            <p:nvPr/>
          </p:nvSpPr>
          <p:spPr>
            <a:xfrm>
              <a:off x="2251015" y="1708269"/>
              <a:ext cx="258" cy="109"/>
            </a:xfrm>
            <a:custGeom>
              <a:rect b="b" l="l" r="r" t="t"/>
              <a:pathLst>
                <a:path extrusionOk="0" h="8" w="19">
                  <a:moveTo>
                    <a:pt x="1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5" name="Google Shape;6205;p129"/>
            <p:cNvSpPr/>
            <p:nvPr/>
          </p:nvSpPr>
          <p:spPr>
            <a:xfrm>
              <a:off x="2251259" y="1708215"/>
              <a:ext cx="204" cy="109"/>
            </a:xfrm>
            <a:custGeom>
              <a:rect b="b" l="l" r="r" t="t"/>
              <a:pathLst>
                <a:path extrusionOk="0" h="8" w="15">
                  <a:moveTo>
                    <a:pt x="14" y="1"/>
                  </a:moveTo>
                  <a:lnTo>
                    <a:pt x="14" y="1"/>
                  </a:ln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6" name="Google Shape;6206;p129"/>
            <p:cNvSpPr/>
            <p:nvPr/>
          </p:nvSpPr>
          <p:spPr>
            <a:xfrm>
              <a:off x="2241605" y="1707644"/>
              <a:ext cx="5485" cy="679"/>
            </a:xfrm>
            <a:custGeom>
              <a:rect b="b" l="l" r="r" t="t"/>
              <a:pathLst>
                <a:path extrusionOk="0" h="50" w="404">
                  <a:moveTo>
                    <a:pt x="1" y="50"/>
                  </a:moveTo>
                  <a:lnTo>
                    <a:pt x="1" y="50"/>
                  </a:lnTo>
                  <a:cubicBezTo>
                    <a:pt x="134" y="15"/>
                    <a:pt x="267" y="1"/>
                    <a:pt x="403" y="4"/>
                  </a:cubicBezTo>
                  <a:cubicBezTo>
                    <a:pt x="267" y="1"/>
                    <a:pt x="134" y="15"/>
                    <a:pt x="1" y="5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7" name="Google Shape;6207;p129"/>
            <p:cNvSpPr/>
            <p:nvPr/>
          </p:nvSpPr>
          <p:spPr>
            <a:xfrm>
              <a:off x="2241375" y="1708310"/>
              <a:ext cx="244" cy="163"/>
            </a:xfrm>
            <a:custGeom>
              <a:rect b="b" l="l" r="r" t="t"/>
              <a:pathLst>
                <a:path extrusionOk="0" h="12" w="18">
                  <a:moveTo>
                    <a:pt x="18" y="1"/>
                  </a:moveTo>
                  <a:cubicBezTo>
                    <a:pt x="11" y="4"/>
                    <a:pt x="4" y="8"/>
                    <a:pt x="0" y="11"/>
                  </a:cubicBezTo>
                  <a:cubicBezTo>
                    <a:pt x="4" y="8"/>
                    <a:pt x="11" y="4"/>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8" name="Google Shape;6208;p129"/>
            <p:cNvSpPr/>
            <p:nvPr/>
          </p:nvSpPr>
          <p:spPr>
            <a:xfrm>
              <a:off x="2250444" y="1708405"/>
              <a:ext cx="299" cy="68"/>
            </a:xfrm>
            <a:custGeom>
              <a:rect b="b" l="l" r="r" t="t"/>
              <a:pathLst>
                <a:path extrusionOk="0" h="5" w="22">
                  <a:moveTo>
                    <a:pt x="22" y="1"/>
                  </a:moveTo>
                  <a:cubicBezTo>
                    <a:pt x="15" y="4"/>
                    <a:pt x="8" y="4"/>
                    <a:pt x="1" y="1"/>
                  </a:cubicBezTo>
                  <a:cubicBezTo>
                    <a:pt x="8" y="4"/>
                    <a:pt x="15" y="4"/>
                    <a:pt x="2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9" name="Google Shape;6209;p129"/>
            <p:cNvSpPr/>
            <p:nvPr/>
          </p:nvSpPr>
          <p:spPr>
            <a:xfrm>
              <a:off x="2250214" y="1708459"/>
              <a:ext cx="204" cy="14"/>
            </a:xfrm>
            <a:custGeom>
              <a:rect b="b" l="l" r="r" t="t"/>
              <a:pathLst>
                <a:path extrusionOk="0" h="1" w="15">
                  <a:moveTo>
                    <a:pt x="1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0" name="Google Shape;6210;p129"/>
            <p:cNvSpPr/>
            <p:nvPr/>
          </p:nvSpPr>
          <p:spPr>
            <a:xfrm>
              <a:off x="2240899" y="1708934"/>
              <a:ext cx="109" cy="244"/>
            </a:xfrm>
            <a:custGeom>
              <a:rect b="b" l="l" r="r" t="t"/>
              <a:pathLst>
                <a:path extrusionOk="0" h="18" w="8">
                  <a:moveTo>
                    <a:pt x="7" y="0"/>
                  </a:moveTo>
                  <a:cubicBezTo>
                    <a:pt x="4" y="4"/>
                    <a:pt x="0" y="11"/>
                    <a:pt x="0" y="18"/>
                  </a:cubicBezTo>
                  <a:cubicBezTo>
                    <a:pt x="0" y="11"/>
                    <a:pt x="4" y="4"/>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1" name="Google Shape;6211;p129"/>
            <p:cNvSpPr/>
            <p:nvPr/>
          </p:nvSpPr>
          <p:spPr>
            <a:xfrm>
              <a:off x="2249928" y="1708364"/>
              <a:ext cx="244" cy="54"/>
            </a:xfrm>
            <a:custGeom>
              <a:rect b="b" l="l" r="r" t="t"/>
              <a:pathLst>
                <a:path extrusionOk="0" h="4" w="18">
                  <a:moveTo>
                    <a:pt x="18" y="4"/>
                  </a:moveTo>
                  <a:cubicBezTo>
                    <a:pt x="11" y="4"/>
                    <a:pt x="7" y="0"/>
                    <a:pt x="0" y="0"/>
                  </a:cubicBezTo>
                  <a:cubicBezTo>
                    <a:pt x="7" y="0"/>
                    <a:pt x="11" y="4"/>
                    <a:pt x="18"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2" name="Google Shape;6212;p129"/>
            <p:cNvSpPr/>
            <p:nvPr/>
          </p:nvSpPr>
          <p:spPr>
            <a:xfrm>
              <a:off x="2240845" y="1709165"/>
              <a:ext cx="14" cy="299"/>
            </a:xfrm>
            <a:custGeom>
              <a:rect b="b" l="l" r="r" t="t"/>
              <a:pathLst>
                <a:path extrusionOk="0" h="22" w="1">
                  <a:moveTo>
                    <a:pt x="1" y="1"/>
                  </a:moveTo>
                  <a:cubicBezTo>
                    <a:pt x="1" y="8"/>
                    <a:pt x="1" y="15"/>
                    <a:pt x="1" y="22"/>
                  </a:cubicBezTo>
                  <a:cubicBezTo>
                    <a:pt x="1" y="15"/>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3" name="Google Shape;6213;p129"/>
            <p:cNvSpPr/>
            <p:nvPr/>
          </p:nvSpPr>
          <p:spPr>
            <a:xfrm>
              <a:off x="2255631" y="1693578"/>
              <a:ext cx="299" cy="109"/>
            </a:xfrm>
            <a:custGeom>
              <a:rect b="b" l="l" r="r" t="t"/>
              <a:pathLst>
                <a:path extrusionOk="0" h="8" w="22">
                  <a:moveTo>
                    <a:pt x="21"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4" name="Google Shape;6214;p129"/>
            <p:cNvSpPr/>
            <p:nvPr/>
          </p:nvSpPr>
          <p:spPr>
            <a:xfrm>
              <a:off x="2238849" y="1689396"/>
              <a:ext cx="8187" cy="2200"/>
            </a:xfrm>
            <a:custGeom>
              <a:rect b="b" l="l" r="r" t="t"/>
              <a:pathLst>
                <a:path extrusionOk="0" h="162" w="603">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5" name="Google Shape;6215;p129"/>
            <p:cNvSpPr/>
            <p:nvPr/>
          </p:nvSpPr>
          <p:spPr>
            <a:xfrm>
              <a:off x="2247023" y="1689396"/>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6" name="Google Shape;6216;p129"/>
            <p:cNvSpPr/>
            <p:nvPr/>
          </p:nvSpPr>
          <p:spPr>
            <a:xfrm>
              <a:off x="2213283" y="1690197"/>
              <a:ext cx="54" cy="14"/>
            </a:xfrm>
            <a:custGeom>
              <a:rect b="b" l="l" r="r" t="t"/>
              <a:pathLst>
                <a:path extrusionOk="0" h="1" w="4">
                  <a:moveTo>
                    <a:pt x="0" y="1"/>
                  </a:moveTo>
                  <a:lnTo>
                    <a:pt x="4" y="1"/>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7" name="Google Shape;6217;p129"/>
            <p:cNvSpPr/>
            <p:nvPr/>
          </p:nvSpPr>
          <p:spPr>
            <a:xfrm>
              <a:off x="2253581" y="1692668"/>
              <a:ext cx="163" cy="109"/>
            </a:xfrm>
            <a:custGeom>
              <a:rect b="b" l="l" r="r" t="t"/>
              <a:pathLst>
                <a:path extrusionOk="0" h="8" w="12">
                  <a:moveTo>
                    <a:pt x="1"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8" name="Google Shape;6218;p129"/>
            <p:cNvSpPr/>
            <p:nvPr/>
          </p:nvSpPr>
          <p:spPr>
            <a:xfrm>
              <a:off x="2214233" y="1690822"/>
              <a:ext cx="54" cy="54"/>
            </a:xfrm>
            <a:custGeom>
              <a:rect b="b" l="l" r="r" t="t"/>
              <a:pathLst>
                <a:path extrusionOk="0" h="4" w="4">
                  <a:moveTo>
                    <a:pt x="4"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9" name="Google Shape;6219;p129"/>
            <p:cNvSpPr/>
            <p:nvPr/>
          </p:nvSpPr>
          <p:spPr>
            <a:xfrm>
              <a:off x="2253296" y="1692533"/>
              <a:ext cx="109" cy="54"/>
            </a:xfrm>
            <a:custGeom>
              <a:rect b="b" l="l" r="r" t="t"/>
              <a:pathLst>
                <a:path extrusionOk="0" h="4" w="8">
                  <a:moveTo>
                    <a:pt x="1" y="0"/>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0" name="Google Shape;6220;p129"/>
            <p:cNvSpPr/>
            <p:nvPr/>
          </p:nvSpPr>
          <p:spPr>
            <a:xfrm>
              <a:off x="2254056" y="1692913"/>
              <a:ext cx="163" cy="54"/>
            </a:xfrm>
            <a:custGeom>
              <a:rect b="b" l="l" r="r" t="t"/>
              <a:pathLst>
                <a:path extrusionOk="0" h="4" w="12">
                  <a:moveTo>
                    <a:pt x="1" y="0"/>
                  </a:move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1" name="Google Shape;6221;p129"/>
            <p:cNvSpPr/>
            <p:nvPr/>
          </p:nvSpPr>
          <p:spPr>
            <a:xfrm>
              <a:off x="2253011" y="1692383"/>
              <a:ext cx="163" cy="68"/>
            </a:xfrm>
            <a:custGeom>
              <a:rect b="b" l="l" r="r" t="t"/>
              <a:pathLst>
                <a:path extrusionOk="0" h="5" w="12">
                  <a:moveTo>
                    <a:pt x="1" y="1"/>
                  </a:move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2" name="Google Shape;6222;p129"/>
            <p:cNvSpPr/>
            <p:nvPr/>
          </p:nvSpPr>
          <p:spPr>
            <a:xfrm>
              <a:off x="2213758" y="1690482"/>
              <a:ext cx="109" cy="68"/>
            </a:xfrm>
            <a:custGeom>
              <a:rect b="b" l="l" r="r" t="t"/>
              <a:pathLst>
                <a:path extrusionOk="0" h="5" w="8">
                  <a:moveTo>
                    <a:pt x="7"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3" name="Google Shape;6223;p129"/>
            <p:cNvSpPr/>
            <p:nvPr/>
          </p:nvSpPr>
          <p:spPr>
            <a:xfrm>
              <a:off x="2214708" y="1691243"/>
              <a:ext cx="109" cy="109"/>
            </a:xfrm>
            <a:custGeom>
              <a:rect b="b" l="l" r="r" t="t"/>
              <a:pathLst>
                <a:path extrusionOk="0" h="8" w="8">
                  <a:moveTo>
                    <a:pt x="7"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4" name="Google Shape;6224;p129"/>
            <p:cNvSpPr/>
            <p:nvPr/>
          </p:nvSpPr>
          <p:spPr>
            <a:xfrm>
              <a:off x="2252820" y="1692247"/>
              <a:ext cx="109" cy="54"/>
            </a:xfrm>
            <a:custGeom>
              <a:rect b="b" l="l" r="r" t="t"/>
              <a:pathLst>
                <a:path extrusionOk="0" h="4" w="8">
                  <a:moveTo>
                    <a:pt x="1" y="0"/>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5" name="Google Shape;6225;p129"/>
            <p:cNvSpPr/>
            <p:nvPr/>
          </p:nvSpPr>
          <p:spPr>
            <a:xfrm>
              <a:off x="2254531" y="1693144"/>
              <a:ext cx="204" cy="68"/>
            </a:xfrm>
            <a:custGeom>
              <a:rect b="b" l="l" r="r" t="t"/>
              <a:pathLst>
                <a:path extrusionOk="0" h="5" w="15">
                  <a:moveTo>
                    <a:pt x="1" y="1"/>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6" name="Google Shape;6226;p129"/>
            <p:cNvSpPr/>
            <p:nvPr/>
          </p:nvSpPr>
          <p:spPr>
            <a:xfrm>
              <a:off x="2255061" y="1693334"/>
              <a:ext cx="244" cy="109"/>
            </a:xfrm>
            <a:custGeom>
              <a:rect b="b" l="l" r="r" t="t"/>
              <a:pathLst>
                <a:path extrusionOk="0" h="8" w="18">
                  <a:moveTo>
                    <a:pt x="0" y="1"/>
                  </a:moveTo>
                  <a:lnTo>
                    <a:pt x="1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7" name="Google Shape;6227;p129"/>
            <p:cNvSpPr/>
            <p:nvPr/>
          </p:nvSpPr>
          <p:spPr>
            <a:xfrm>
              <a:off x="2252400" y="1691867"/>
              <a:ext cx="54" cy="54"/>
            </a:xfrm>
            <a:custGeom>
              <a:rect b="b" l="l" r="r" t="t"/>
              <a:pathLst>
                <a:path extrusionOk="0" h="4" w="4">
                  <a:moveTo>
                    <a:pt x="4"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8" name="Google Shape;6228;p129"/>
            <p:cNvSpPr/>
            <p:nvPr/>
          </p:nvSpPr>
          <p:spPr>
            <a:xfrm>
              <a:off x="2252495" y="1692003"/>
              <a:ext cx="109" cy="68"/>
            </a:xfrm>
            <a:custGeom>
              <a:rect b="b" l="l" r="r" t="t"/>
              <a:pathLst>
                <a:path extrusionOk="0" h="5" w="8">
                  <a:moveTo>
                    <a:pt x="0" y="1"/>
                  </a:moveTo>
                  <a:lnTo>
                    <a:pt x="7"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9" name="Google Shape;6229;p129"/>
            <p:cNvSpPr/>
            <p:nvPr/>
          </p:nvSpPr>
          <p:spPr>
            <a:xfrm>
              <a:off x="2252305" y="1691813"/>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0" name="Google Shape;6230;p129"/>
            <p:cNvSpPr/>
            <p:nvPr/>
          </p:nvSpPr>
          <p:spPr>
            <a:xfrm>
              <a:off x="2252250" y="1691718"/>
              <a:ext cx="14" cy="68"/>
            </a:xfrm>
            <a:custGeom>
              <a:rect b="b" l="l" r="r" t="t"/>
              <a:pathLst>
                <a:path extrusionOk="0" h="5" w="1">
                  <a:moveTo>
                    <a:pt x="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1" name="Google Shape;6231;p129"/>
            <p:cNvSpPr/>
            <p:nvPr/>
          </p:nvSpPr>
          <p:spPr>
            <a:xfrm>
              <a:off x="2252209" y="169167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2" name="Google Shape;6232;p129"/>
            <p:cNvSpPr/>
            <p:nvPr/>
          </p:nvSpPr>
          <p:spPr>
            <a:xfrm>
              <a:off x="2252630" y="1692098"/>
              <a:ext cx="109" cy="68"/>
            </a:xfrm>
            <a:custGeom>
              <a:rect b="b" l="l" r="r" t="t"/>
              <a:pathLst>
                <a:path extrusionOk="0" h="5" w="8">
                  <a:moveTo>
                    <a:pt x="1" y="1"/>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3" name="Google Shape;6233;p129"/>
            <p:cNvSpPr/>
            <p:nvPr/>
          </p:nvSpPr>
          <p:spPr>
            <a:xfrm>
              <a:off x="2198782" y="1705988"/>
              <a:ext cx="18031" cy="12274"/>
            </a:xfrm>
            <a:custGeom>
              <a:rect b="b" l="l" r="r" t="t"/>
              <a:pathLst>
                <a:path extrusionOk="0" h="904" w="1328">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4" name="Google Shape;6234;p129"/>
            <p:cNvSpPr/>
            <p:nvPr/>
          </p:nvSpPr>
          <p:spPr>
            <a:xfrm>
              <a:off x="2198823" y="171097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5" name="Google Shape;6235;p129"/>
            <p:cNvSpPr/>
            <p:nvPr/>
          </p:nvSpPr>
          <p:spPr>
            <a:xfrm>
              <a:off x="2198728" y="171178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6" name="Google Shape;6236;p129"/>
            <p:cNvSpPr/>
            <p:nvPr/>
          </p:nvSpPr>
          <p:spPr>
            <a:xfrm>
              <a:off x="2198728" y="1713917"/>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7" name="Google Shape;6237;p129"/>
            <p:cNvSpPr/>
            <p:nvPr/>
          </p:nvSpPr>
          <p:spPr>
            <a:xfrm>
              <a:off x="2202204" y="1718153"/>
              <a:ext cx="204" cy="149"/>
            </a:xfrm>
            <a:custGeom>
              <a:rect b="b" l="l" r="r" t="t"/>
              <a:pathLst>
                <a:path extrusionOk="0" h="11" w="15">
                  <a:moveTo>
                    <a:pt x="15" y="11"/>
                  </a:moveTo>
                  <a:lnTo>
                    <a:pt x="15" y="11"/>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8" name="Google Shape;6238;p129"/>
            <p:cNvSpPr/>
            <p:nvPr/>
          </p:nvSpPr>
          <p:spPr>
            <a:xfrm>
              <a:off x="2199447" y="1715628"/>
              <a:ext cx="204" cy="299"/>
            </a:xfrm>
            <a:custGeom>
              <a:rect b="b" l="l" r="r" t="t"/>
              <a:pathLst>
                <a:path extrusionOk="0" h="22" w="15">
                  <a:moveTo>
                    <a:pt x="14" y="22"/>
                  </a:moveTo>
                  <a:cubicBezTo>
                    <a:pt x="11" y="15"/>
                    <a:pt x="4" y="8"/>
                    <a:pt x="0" y="1"/>
                  </a:cubicBezTo>
                  <a:cubicBezTo>
                    <a:pt x="4" y="8"/>
                    <a:pt x="11" y="15"/>
                    <a:pt x="14"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9" name="Google Shape;6239;p129"/>
            <p:cNvSpPr/>
            <p:nvPr/>
          </p:nvSpPr>
          <p:spPr>
            <a:xfrm>
              <a:off x="2198687" y="1712492"/>
              <a:ext cx="14" cy="109"/>
            </a:xfrm>
            <a:custGeom>
              <a:rect b="b" l="l" r="r" t="t"/>
              <a:pathLst>
                <a:path extrusionOk="0" h="8" w="1">
                  <a:moveTo>
                    <a:pt x="0" y="8"/>
                  </a:moveTo>
                  <a:lnTo>
                    <a:pt x="0" y="1"/>
                  </a:lnTo>
                  <a:cubicBezTo>
                    <a:pt x="0" y="1"/>
                    <a:pt x="0" y="8"/>
                    <a:pt x="0"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0" name="Google Shape;6240;p129"/>
            <p:cNvSpPr/>
            <p:nvPr/>
          </p:nvSpPr>
          <p:spPr>
            <a:xfrm>
              <a:off x="2199828" y="1716103"/>
              <a:ext cx="299" cy="258"/>
            </a:xfrm>
            <a:custGeom>
              <a:rect b="b" l="l" r="r" t="t"/>
              <a:pathLst>
                <a:path extrusionOk="0" h="19" w="22">
                  <a:moveTo>
                    <a:pt x="21"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1" name="Google Shape;6241;p129"/>
            <p:cNvSpPr/>
            <p:nvPr/>
          </p:nvSpPr>
          <p:spPr>
            <a:xfrm>
              <a:off x="2198687" y="171334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2" name="Google Shape;6242;p129"/>
            <p:cNvSpPr/>
            <p:nvPr/>
          </p:nvSpPr>
          <p:spPr>
            <a:xfrm>
              <a:off x="2201538" y="1717583"/>
              <a:ext cx="394" cy="339"/>
            </a:xfrm>
            <a:custGeom>
              <a:rect b="b" l="l" r="r" t="t"/>
              <a:pathLst>
                <a:path extrusionOk="0" h="25" w="29">
                  <a:moveTo>
                    <a:pt x="29"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3" name="Google Shape;6243;p129"/>
            <p:cNvSpPr/>
            <p:nvPr/>
          </p:nvSpPr>
          <p:spPr>
            <a:xfrm>
              <a:off x="2198918" y="1709980"/>
              <a:ext cx="14" cy="109"/>
            </a:xfrm>
            <a:custGeom>
              <a:rect b="b" l="l" r="r" t="t"/>
              <a:pathLst>
                <a:path extrusionOk="0" h="8" w="1">
                  <a:moveTo>
                    <a:pt x="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4" name="Google Shape;6244;p129"/>
            <p:cNvSpPr/>
            <p:nvPr/>
          </p:nvSpPr>
          <p:spPr>
            <a:xfrm>
              <a:off x="2200873" y="1717108"/>
              <a:ext cx="339" cy="244"/>
            </a:xfrm>
            <a:custGeom>
              <a:rect b="b" l="l" r="r" t="t"/>
              <a:pathLst>
                <a:path extrusionOk="0" h="18" w="25">
                  <a:moveTo>
                    <a:pt x="25" y="1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5" name="Google Shape;6245;p129"/>
            <p:cNvSpPr/>
            <p:nvPr/>
          </p:nvSpPr>
          <p:spPr>
            <a:xfrm>
              <a:off x="2198823" y="1714447"/>
              <a:ext cx="204" cy="530"/>
            </a:xfrm>
            <a:custGeom>
              <a:rect b="b" l="l" r="r" t="t"/>
              <a:pathLst>
                <a:path extrusionOk="0" h="39" w="15">
                  <a:moveTo>
                    <a:pt x="15" y="39"/>
                  </a:moveTo>
                  <a:cubicBezTo>
                    <a:pt x="8" y="25"/>
                    <a:pt x="4" y="14"/>
                    <a:pt x="1" y="0"/>
                  </a:cubicBezTo>
                  <a:cubicBezTo>
                    <a:pt x="4" y="14"/>
                    <a:pt x="8" y="25"/>
                    <a:pt x="15"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6" name="Google Shape;6246;p129"/>
            <p:cNvSpPr/>
            <p:nvPr/>
          </p:nvSpPr>
          <p:spPr>
            <a:xfrm>
              <a:off x="2200343" y="1716578"/>
              <a:ext cx="258" cy="299"/>
            </a:xfrm>
            <a:custGeom>
              <a:rect b="b" l="l" r="r" t="t"/>
              <a:pathLst>
                <a:path extrusionOk="0" h="22" w="19">
                  <a:moveTo>
                    <a:pt x="18"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7" name="Google Shape;6247;p129"/>
            <p:cNvSpPr/>
            <p:nvPr/>
          </p:nvSpPr>
          <p:spPr>
            <a:xfrm>
              <a:off x="2199108" y="1709029"/>
              <a:ext cx="14" cy="149"/>
            </a:xfrm>
            <a:custGeom>
              <a:rect b="b" l="l" r="r" t="t"/>
              <a:pathLst>
                <a:path extrusionOk="0" h="11" w="1">
                  <a:moveTo>
                    <a:pt x="1"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8" name="Google Shape;6248;p129"/>
            <p:cNvSpPr/>
            <p:nvPr/>
          </p:nvSpPr>
          <p:spPr>
            <a:xfrm>
              <a:off x="2199108" y="1715112"/>
              <a:ext cx="204" cy="339"/>
            </a:xfrm>
            <a:custGeom>
              <a:rect b="b" l="l" r="r" t="t"/>
              <a:pathLst>
                <a:path extrusionOk="0" h="25" w="15">
                  <a:moveTo>
                    <a:pt x="15" y="25"/>
                  </a:moveTo>
                  <a:cubicBezTo>
                    <a:pt x="8" y="18"/>
                    <a:pt x="4" y="7"/>
                    <a:pt x="1" y="0"/>
                  </a:cubicBezTo>
                  <a:cubicBezTo>
                    <a:pt x="4" y="7"/>
                    <a:pt x="8" y="18"/>
                    <a:pt x="15"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9" name="Google Shape;6249;p129"/>
            <p:cNvSpPr/>
            <p:nvPr/>
          </p:nvSpPr>
          <p:spPr>
            <a:xfrm>
              <a:off x="2199352" y="170821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0" name="Google Shape;6250;p129"/>
            <p:cNvSpPr/>
            <p:nvPr/>
          </p:nvSpPr>
          <p:spPr>
            <a:xfrm>
              <a:off x="2216609" y="1712967"/>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1" name="Google Shape;6251;p129"/>
            <p:cNvSpPr/>
            <p:nvPr/>
          </p:nvSpPr>
          <p:spPr>
            <a:xfrm>
              <a:off x="2216745" y="171311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2" name="Google Shape;6252;p129"/>
            <p:cNvSpPr/>
            <p:nvPr/>
          </p:nvSpPr>
          <p:spPr>
            <a:xfrm>
              <a:off x="2211097" y="1705988"/>
              <a:ext cx="434" cy="1005"/>
            </a:xfrm>
            <a:custGeom>
              <a:rect b="b" l="l" r="r" t="t"/>
              <a:pathLst>
                <a:path extrusionOk="0" h="74" w="32">
                  <a:moveTo>
                    <a:pt x="32" y="74"/>
                  </a:moveTo>
                  <a:cubicBezTo>
                    <a:pt x="14" y="53"/>
                    <a:pt x="4" y="28"/>
                    <a:pt x="0" y="0"/>
                  </a:cubicBezTo>
                  <a:lnTo>
                    <a:pt x="0" y="0"/>
                  </a:lnTo>
                  <a:cubicBezTo>
                    <a:pt x="4" y="28"/>
                    <a:pt x="14" y="53"/>
                    <a:pt x="32" y="7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3" name="Google Shape;6253;p129"/>
            <p:cNvSpPr/>
            <p:nvPr/>
          </p:nvSpPr>
          <p:spPr>
            <a:xfrm>
              <a:off x="2211572" y="1611095"/>
              <a:ext cx="130385" cy="74283"/>
            </a:xfrm>
            <a:custGeom>
              <a:rect b="b" l="l" r="r" t="t"/>
              <a:pathLst>
                <a:path extrusionOk="0" h="5471" w="9603">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4" name="Google Shape;6254;p129"/>
            <p:cNvSpPr/>
            <p:nvPr/>
          </p:nvSpPr>
          <p:spPr>
            <a:xfrm>
              <a:off x="2221782" y="162004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5" name="Google Shape;6255;p129"/>
            <p:cNvSpPr/>
            <p:nvPr/>
          </p:nvSpPr>
          <p:spPr>
            <a:xfrm>
              <a:off x="2214518" y="1642961"/>
              <a:ext cx="299" cy="394"/>
            </a:xfrm>
            <a:custGeom>
              <a:rect b="b" l="l" r="r" t="t"/>
              <a:pathLst>
                <a:path extrusionOk="0" h="29" w="22">
                  <a:moveTo>
                    <a:pt x="21" y="0"/>
                  </a:moveTo>
                  <a:lnTo>
                    <a:pt x="18" y="4"/>
                  </a:lnTo>
                  <a:cubicBezTo>
                    <a:pt x="14" y="11"/>
                    <a:pt x="7" y="18"/>
                    <a:pt x="0" y="25"/>
                  </a:cubicBezTo>
                  <a:lnTo>
                    <a:pt x="0" y="28"/>
                  </a:lnTo>
                  <a:lnTo>
                    <a:pt x="11" y="28"/>
                  </a:ln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6" name="Google Shape;6256;p129"/>
            <p:cNvSpPr/>
            <p:nvPr/>
          </p:nvSpPr>
          <p:spPr>
            <a:xfrm>
              <a:off x="2223113" y="1622133"/>
              <a:ext cx="2200" cy="5865"/>
            </a:xfrm>
            <a:custGeom>
              <a:rect b="b" l="l" r="r" t="t"/>
              <a:pathLst>
                <a:path extrusionOk="0" h="432" w="162">
                  <a:moveTo>
                    <a:pt x="134" y="431"/>
                  </a:moveTo>
                  <a:cubicBezTo>
                    <a:pt x="151" y="389"/>
                    <a:pt x="162" y="281"/>
                    <a:pt x="1" y="1"/>
                  </a:cubicBezTo>
                  <a:cubicBezTo>
                    <a:pt x="162" y="281"/>
                    <a:pt x="151" y="389"/>
                    <a:pt x="134" y="43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7" name="Google Shape;6257;p129"/>
            <p:cNvSpPr/>
            <p:nvPr/>
          </p:nvSpPr>
          <p:spPr>
            <a:xfrm>
              <a:off x="2213609" y="1650510"/>
              <a:ext cx="258" cy="163"/>
            </a:xfrm>
            <a:custGeom>
              <a:rect b="b" l="l" r="r" t="t"/>
              <a:pathLst>
                <a:path extrusionOk="0" h="12" w="19">
                  <a:moveTo>
                    <a:pt x="1" y="1"/>
                  </a:moveTo>
                  <a:lnTo>
                    <a:pt x="1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8" name="Google Shape;6258;p129"/>
            <p:cNvSpPr/>
            <p:nvPr/>
          </p:nvSpPr>
          <p:spPr>
            <a:xfrm>
              <a:off x="2212808" y="1649940"/>
              <a:ext cx="679" cy="489"/>
            </a:xfrm>
            <a:custGeom>
              <a:rect b="b" l="l" r="r" t="t"/>
              <a:pathLst>
                <a:path extrusionOk="0" h="36" w="50">
                  <a:moveTo>
                    <a:pt x="0" y="1"/>
                  </a:moveTo>
                  <a:lnTo>
                    <a:pt x="7" y="8"/>
                  </a:lnTo>
                  <a:cubicBezTo>
                    <a:pt x="21" y="18"/>
                    <a:pt x="35" y="29"/>
                    <a:pt x="49" y="36"/>
                  </a:cubicBezTo>
                  <a:cubicBezTo>
                    <a:pt x="32" y="25"/>
                    <a:pt x="18"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9" name="Google Shape;6259;p129"/>
            <p:cNvSpPr/>
            <p:nvPr/>
          </p:nvSpPr>
          <p:spPr>
            <a:xfrm>
              <a:off x="2214654" y="1650985"/>
              <a:ext cx="299" cy="163"/>
            </a:xfrm>
            <a:custGeom>
              <a:rect b="b" l="l" r="r" t="t"/>
              <a:pathLst>
                <a:path extrusionOk="0" h="12" w="22">
                  <a:moveTo>
                    <a:pt x="1" y="1"/>
                  </a:moveTo>
                  <a:lnTo>
                    <a:pt x="22"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0" name="Google Shape;6260;p129"/>
            <p:cNvSpPr/>
            <p:nvPr/>
          </p:nvSpPr>
          <p:spPr>
            <a:xfrm>
              <a:off x="2214994" y="1651176"/>
              <a:ext cx="584" cy="394"/>
            </a:xfrm>
            <a:custGeom>
              <a:rect b="b" l="l" r="r" t="t"/>
              <a:pathLst>
                <a:path extrusionOk="0" h="29" w="43">
                  <a:moveTo>
                    <a:pt x="0" y="1"/>
                  </a:moveTo>
                  <a:lnTo>
                    <a:pt x="0" y="1"/>
                  </a:lnTo>
                  <a:cubicBezTo>
                    <a:pt x="18" y="8"/>
                    <a:pt x="28" y="18"/>
                    <a:pt x="42" y="29"/>
                  </a:cubicBezTo>
                  <a:cubicBezTo>
                    <a:pt x="32" y="18"/>
                    <a:pt x="18"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1" name="Google Shape;6261;p129"/>
            <p:cNvSpPr/>
            <p:nvPr/>
          </p:nvSpPr>
          <p:spPr>
            <a:xfrm>
              <a:off x="2212563" y="1649655"/>
              <a:ext cx="204" cy="204"/>
            </a:xfrm>
            <a:custGeom>
              <a:rect b="b" l="l" r="r" t="t"/>
              <a:pathLst>
                <a:path extrusionOk="0" h="15" w="15">
                  <a:moveTo>
                    <a:pt x="1" y="1"/>
                  </a:moveTo>
                  <a:lnTo>
                    <a:pt x="15" y="15"/>
                  </a:lnTo>
                  <a:lnTo>
                    <a:pt x="15" y="15"/>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2" name="Google Shape;6262;p129"/>
            <p:cNvSpPr/>
            <p:nvPr/>
          </p:nvSpPr>
          <p:spPr>
            <a:xfrm>
              <a:off x="2211762" y="1648664"/>
              <a:ext cx="109" cy="149"/>
            </a:xfrm>
            <a:custGeom>
              <a:rect b="b" l="l" r="r" t="t"/>
              <a:pathLst>
                <a:path extrusionOk="0" h="11" w="8">
                  <a:moveTo>
                    <a:pt x="0" y="0"/>
                  </a:moveTo>
                  <a:lnTo>
                    <a:pt x="7"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3" name="Google Shape;6263;p129"/>
            <p:cNvSpPr/>
            <p:nvPr/>
          </p:nvSpPr>
          <p:spPr>
            <a:xfrm>
              <a:off x="2212332" y="1649465"/>
              <a:ext cx="204" cy="204"/>
            </a:xfrm>
            <a:custGeom>
              <a:rect b="b" l="l" r="r" t="t"/>
              <a:pathLst>
                <a:path extrusionOk="0" h="15" w="15">
                  <a:moveTo>
                    <a:pt x="14"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4" name="Google Shape;6264;p129"/>
            <p:cNvSpPr/>
            <p:nvPr/>
          </p:nvSpPr>
          <p:spPr>
            <a:xfrm>
              <a:off x="2212047" y="1649085"/>
              <a:ext cx="109" cy="163"/>
            </a:xfrm>
            <a:custGeom>
              <a:rect b="b" l="l" r="r" t="t"/>
              <a:pathLst>
                <a:path extrusionOk="0" h="12" w="8">
                  <a:moveTo>
                    <a:pt x="0" y="1"/>
                  </a:moveTo>
                  <a:lnTo>
                    <a:pt x="7"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5" name="Google Shape;6265;p129"/>
            <p:cNvSpPr/>
            <p:nvPr/>
          </p:nvSpPr>
          <p:spPr>
            <a:xfrm>
              <a:off x="2211667" y="1648324"/>
              <a:ext cx="14" cy="68"/>
            </a:xfrm>
            <a:custGeom>
              <a:rect b="b" l="l" r="r" t="t"/>
              <a:pathLst>
                <a:path extrusionOk="0" h="5" w="1">
                  <a:moveTo>
                    <a:pt x="0"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6" name="Google Shape;6266;p129"/>
            <p:cNvSpPr/>
            <p:nvPr/>
          </p:nvSpPr>
          <p:spPr>
            <a:xfrm>
              <a:off x="2214939" y="1641631"/>
              <a:ext cx="584" cy="1059"/>
            </a:xfrm>
            <a:custGeom>
              <a:rect b="b" l="l" r="r" t="t"/>
              <a:pathLst>
                <a:path extrusionOk="0" h="78" w="43">
                  <a:moveTo>
                    <a:pt x="15" y="0"/>
                  </a:moveTo>
                  <a:cubicBezTo>
                    <a:pt x="15" y="28"/>
                    <a:pt x="11" y="53"/>
                    <a:pt x="1" y="77"/>
                  </a:cubicBezTo>
                  <a:lnTo>
                    <a:pt x="43" y="4"/>
                  </a:ln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7" name="Google Shape;6267;p129"/>
            <p:cNvSpPr/>
            <p:nvPr/>
          </p:nvSpPr>
          <p:spPr>
            <a:xfrm>
              <a:off x="2214518" y="1643056"/>
              <a:ext cx="244" cy="244"/>
            </a:xfrm>
            <a:custGeom>
              <a:rect b="b" l="l" r="r" t="t"/>
              <a:pathLst>
                <a:path extrusionOk="0" h="18" w="18">
                  <a:moveTo>
                    <a:pt x="18" y="0"/>
                  </a:moveTo>
                  <a:cubicBezTo>
                    <a:pt x="14" y="7"/>
                    <a:pt x="7" y="11"/>
                    <a:pt x="0" y="18"/>
                  </a:cubicBezTo>
                  <a:cubicBezTo>
                    <a:pt x="7" y="14"/>
                    <a:pt x="14" y="7"/>
                    <a:pt x="1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8" name="Google Shape;6268;p129"/>
            <p:cNvSpPr/>
            <p:nvPr/>
          </p:nvSpPr>
          <p:spPr>
            <a:xfrm>
              <a:off x="2212713" y="1649845"/>
              <a:ext cx="136" cy="136"/>
            </a:xfrm>
            <a:custGeom>
              <a:rect b="b" l="l" r="r" t="t"/>
              <a:pathLst>
                <a:path extrusionOk="0" h="10" w="10">
                  <a:moveTo>
                    <a:pt x="0" y="1"/>
                  </a:moveTo>
                  <a:lnTo>
                    <a:pt x="10" y="10"/>
                  </a:lnTo>
                  <a:lnTo>
                    <a:pt x="10" y="10"/>
                  </a:lnTo>
                  <a:lnTo>
                    <a:pt x="7" y="8"/>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9" name="Google Shape;6269;p129"/>
            <p:cNvSpPr/>
            <p:nvPr/>
          </p:nvSpPr>
          <p:spPr>
            <a:xfrm>
              <a:off x="2216270" y="1651420"/>
              <a:ext cx="638" cy="54"/>
            </a:xfrm>
            <a:custGeom>
              <a:rect b="b" l="l" r="r" t="t"/>
              <a:pathLst>
                <a:path extrusionOk="0" h="4" w="47">
                  <a:moveTo>
                    <a:pt x="1" y="4"/>
                  </a:moveTo>
                  <a:lnTo>
                    <a:pt x="4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0" name="Google Shape;6270;p129"/>
            <p:cNvSpPr/>
            <p:nvPr/>
          </p:nvSpPr>
          <p:spPr>
            <a:xfrm>
              <a:off x="2217600" y="1651366"/>
              <a:ext cx="448" cy="14"/>
            </a:xfrm>
            <a:custGeom>
              <a:rect b="b" l="l" r="r" t="t"/>
              <a:pathLst>
                <a:path extrusionOk="0" h="1" w="33">
                  <a:moveTo>
                    <a:pt x="1" y="1"/>
                  </a:moveTo>
                  <a:lnTo>
                    <a:pt x="3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1" name="Google Shape;6271;p129"/>
            <p:cNvSpPr/>
            <p:nvPr/>
          </p:nvSpPr>
          <p:spPr>
            <a:xfrm>
              <a:off x="2242895" y="1649370"/>
              <a:ext cx="14" cy="14"/>
            </a:xfrm>
            <a:custGeom>
              <a:rect b="b" l="l" r="r" t="t"/>
              <a:pathLst>
                <a:path extrusionOk="0" h="1" w="1">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2" name="Google Shape;6272;p129"/>
            <p:cNvSpPr/>
            <p:nvPr/>
          </p:nvSpPr>
          <p:spPr>
            <a:xfrm>
              <a:off x="2244891" y="1648609"/>
              <a:ext cx="244" cy="68"/>
            </a:xfrm>
            <a:custGeom>
              <a:rect b="b" l="l" r="r" t="t"/>
              <a:pathLst>
                <a:path extrusionOk="0" h="5" w="18">
                  <a:moveTo>
                    <a:pt x="18" y="1"/>
                  </a:moveTo>
                  <a:lnTo>
                    <a:pt x="0" y="4"/>
                  </a:ln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3" name="Google Shape;6273;p129"/>
            <p:cNvSpPr/>
            <p:nvPr/>
          </p:nvSpPr>
          <p:spPr>
            <a:xfrm>
              <a:off x="2216989" y="1651366"/>
              <a:ext cx="530" cy="68"/>
            </a:xfrm>
            <a:custGeom>
              <a:rect b="b" l="l" r="r" t="t"/>
              <a:pathLst>
                <a:path extrusionOk="0" h="5" w="39">
                  <a:moveTo>
                    <a:pt x="0" y="4"/>
                  </a:moveTo>
                  <a:lnTo>
                    <a:pt x="3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4" name="Google Shape;6274;p129"/>
            <p:cNvSpPr/>
            <p:nvPr/>
          </p:nvSpPr>
          <p:spPr>
            <a:xfrm>
              <a:off x="2240329" y="1649424"/>
              <a:ext cx="2430" cy="1534"/>
            </a:xfrm>
            <a:custGeom>
              <a:rect b="b" l="l" r="r" t="t"/>
              <a:pathLst>
                <a:path extrusionOk="0" h="113" w="179">
                  <a:moveTo>
                    <a:pt x="179" y="0"/>
                  </a:moveTo>
                  <a:lnTo>
                    <a:pt x="179" y="0"/>
                  </a:lnTo>
                  <a:cubicBezTo>
                    <a:pt x="53" y="49"/>
                    <a:pt x="18" y="84"/>
                    <a:pt x="0" y="112"/>
                  </a:cubicBezTo>
                  <a:cubicBezTo>
                    <a:pt x="25" y="74"/>
                    <a:pt x="91" y="35"/>
                    <a:pt x="17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5" name="Google Shape;6275;p129"/>
            <p:cNvSpPr/>
            <p:nvPr/>
          </p:nvSpPr>
          <p:spPr>
            <a:xfrm>
              <a:off x="2215564" y="1651515"/>
              <a:ext cx="679" cy="54"/>
            </a:xfrm>
            <a:custGeom>
              <a:rect b="b" l="l" r="r" t="t"/>
              <a:pathLst>
                <a:path extrusionOk="0" h="4" w="50">
                  <a:moveTo>
                    <a:pt x="0" y="4"/>
                  </a:moveTo>
                  <a:lnTo>
                    <a:pt x="4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6" name="Google Shape;6276;p129"/>
            <p:cNvSpPr/>
            <p:nvPr/>
          </p:nvSpPr>
          <p:spPr>
            <a:xfrm>
              <a:off x="2234151" y="1652465"/>
              <a:ext cx="1819" cy="149"/>
            </a:xfrm>
            <a:custGeom>
              <a:rect b="b" l="l" r="r" t="t"/>
              <a:pathLst>
                <a:path extrusionOk="0" h="11" w="134">
                  <a:moveTo>
                    <a:pt x="133" y="11"/>
                  </a:moveTo>
                  <a:cubicBezTo>
                    <a:pt x="91" y="4"/>
                    <a:pt x="46" y="0"/>
                    <a:pt x="0" y="7"/>
                  </a:cubicBezTo>
                  <a:cubicBezTo>
                    <a:pt x="46" y="0"/>
                    <a:pt x="91" y="4"/>
                    <a:pt x="133"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7" name="Google Shape;6277;p129"/>
            <p:cNvSpPr/>
            <p:nvPr/>
          </p:nvSpPr>
          <p:spPr>
            <a:xfrm>
              <a:off x="2263764" y="1676796"/>
              <a:ext cx="299" cy="258"/>
            </a:xfrm>
            <a:custGeom>
              <a:rect b="b" l="l" r="r" t="t"/>
              <a:pathLst>
                <a:path extrusionOk="0" h="19" w="22">
                  <a:moveTo>
                    <a:pt x="21"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8" name="Google Shape;6278;p129"/>
            <p:cNvSpPr/>
            <p:nvPr/>
          </p:nvSpPr>
          <p:spPr>
            <a:xfrm>
              <a:off x="2263479" y="1676606"/>
              <a:ext cx="244" cy="204"/>
            </a:xfrm>
            <a:custGeom>
              <a:rect b="b" l="l" r="r" t="t"/>
              <a:pathLst>
                <a:path extrusionOk="0" h="15" w="18">
                  <a:moveTo>
                    <a:pt x="18"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9" name="Google Shape;6279;p129"/>
            <p:cNvSpPr/>
            <p:nvPr/>
          </p:nvSpPr>
          <p:spPr>
            <a:xfrm>
              <a:off x="2262528" y="1676226"/>
              <a:ext cx="109" cy="14"/>
            </a:xfrm>
            <a:custGeom>
              <a:rect b="b" l="l" r="r" t="t"/>
              <a:pathLst>
                <a:path extrusionOk="0" h="1" w="8">
                  <a:moveTo>
                    <a:pt x="7"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0" name="Google Shape;6280;p129"/>
            <p:cNvSpPr/>
            <p:nvPr/>
          </p:nvSpPr>
          <p:spPr>
            <a:xfrm>
              <a:off x="2262623" y="1676226"/>
              <a:ext cx="149" cy="68"/>
            </a:xfrm>
            <a:custGeom>
              <a:rect b="b" l="l" r="r" t="t"/>
              <a:pathLst>
                <a:path extrusionOk="0" h="5" w="11">
                  <a:moveTo>
                    <a:pt x="1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1" name="Google Shape;6281;p129"/>
            <p:cNvSpPr/>
            <p:nvPr/>
          </p:nvSpPr>
          <p:spPr>
            <a:xfrm>
              <a:off x="2257532" y="1677801"/>
              <a:ext cx="54" cy="14"/>
            </a:xfrm>
            <a:custGeom>
              <a:rect b="b" l="l" r="r" t="t"/>
              <a:pathLst>
                <a:path extrusionOk="0" h="1" w="4">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2" name="Google Shape;6282;p129"/>
            <p:cNvSpPr/>
            <p:nvPr/>
          </p:nvSpPr>
          <p:spPr>
            <a:xfrm>
              <a:off x="2262814" y="1676280"/>
              <a:ext cx="149" cy="54"/>
            </a:xfrm>
            <a:custGeom>
              <a:rect b="b" l="l" r="r" t="t"/>
              <a:pathLst>
                <a:path extrusionOk="0" h="4" w="11">
                  <a:moveTo>
                    <a:pt x="1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3" name="Google Shape;6283;p129"/>
            <p:cNvSpPr/>
            <p:nvPr/>
          </p:nvSpPr>
          <p:spPr>
            <a:xfrm>
              <a:off x="2262949" y="1676321"/>
              <a:ext cx="204" cy="109"/>
            </a:xfrm>
            <a:custGeom>
              <a:rect b="b" l="l" r="r" t="t"/>
              <a:pathLst>
                <a:path extrusionOk="0" h="8" w="15">
                  <a:moveTo>
                    <a:pt x="15"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4" name="Google Shape;6284;p129"/>
            <p:cNvSpPr/>
            <p:nvPr/>
          </p:nvSpPr>
          <p:spPr>
            <a:xfrm>
              <a:off x="2262474" y="167618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5" name="Google Shape;6285;p129"/>
            <p:cNvSpPr/>
            <p:nvPr/>
          </p:nvSpPr>
          <p:spPr>
            <a:xfrm>
              <a:off x="2256486" y="1677462"/>
              <a:ext cx="109" cy="68"/>
            </a:xfrm>
            <a:custGeom>
              <a:rect b="b" l="l" r="r" t="t"/>
              <a:pathLst>
                <a:path extrusionOk="0" h="5" w="8">
                  <a:moveTo>
                    <a:pt x="7"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6" name="Google Shape;6286;p129"/>
            <p:cNvSpPr/>
            <p:nvPr/>
          </p:nvSpPr>
          <p:spPr>
            <a:xfrm>
              <a:off x="2263194" y="1676470"/>
              <a:ext cx="244" cy="109"/>
            </a:xfrm>
            <a:custGeom>
              <a:rect b="b" l="l" r="r" t="t"/>
              <a:pathLst>
                <a:path extrusionOk="0" h="8" w="18">
                  <a:moveTo>
                    <a:pt x="18"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7" name="Google Shape;6287;p129"/>
            <p:cNvSpPr/>
            <p:nvPr/>
          </p:nvSpPr>
          <p:spPr>
            <a:xfrm>
              <a:off x="2262148" y="1655317"/>
              <a:ext cx="720" cy="1724"/>
            </a:xfrm>
            <a:custGeom>
              <a:rect b="b" l="l" r="r" t="t"/>
              <a:pathLst>
                <a:path extrusionOk="0" h="127" w="53">
                  <a:moveTo>
                    <a:pt x="0" y="0"/>
                  </a:moveTo>
                  <a:lnTo>
                    <a:pt x="0" y="0"/>
                  </a:lnTo>
                  <a:cubicBezTo>
                    <a:pt x="14" y="42"/>
                    <a:pt x="32" y="84"/>
                    <a:pt x="53" y="126"/>
                  </a:cubicBezTo>
                  <a:cubicBezTo>
                    <a:pt x="32" y="84"/>
                    <a:pt x="14" y="42"/>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8" name="Google Shape;6288;p129"/>
            <p:cNvSpPr/>
            <p:nvPr/>
          </p:nvSpPr>
          <p:spPr>
            <a:xfrm>
              <a:off x="2245842" y="1647469"/>
              <a:ext cx="3951" cy="964"/>
            </a:xfrm>
            <a:custGeom>
              <a:rect b="b" l="l" r="r" t="t"/>
              <a:pathLst>
                <a:path extrusionOk="0" h="71" w="291">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9" name="Google Shape;6289;p129"/>
            <p:cNvSpPr/>
            <p:nvPr/>
          </p:nvSpPr>
          <p:spPr>
            <a:xfrm>
              <a:off x="2264619" y="1659974"/>
              <a:ext cx="869" cy="1195"/>
            </a:xfrm>
            <a:custGeom>
              <a:rect b="b" l="l" r="r" t="t"/>
              <a:pathLst>
                <a:path extrusionOk="0" h="88" w="64">
                  <a:moveTo>
                    <a:pt x="0" y="0"/>
                  </a:moveTo>
                  <a:lnTo>
                    <a:pt x="0" y="0"/>
                  </a:lnTo>
                  <a:cubicBezTo>
                    <a:pt x="21" y="35"/>
                    <a:pt x="42" y="63"/>
                    <a:pt x="63" y="88"/>
                  </a:cubicBezTo>
                  <a:cubicBezTo>
                    <a:pt x="42" y="63"/>
                    <a:pt x="21" y="32"/>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0" name="Google Shape;6290;p129"/>
            <p:cNvSpPr/>
            <p:nvPr/>
          </p:nvSpPr>
          <p:spPr>
            <a:xfrm>
              <a:off x="2243371" y="1648990"/>
              <a:ext cx="489" cy="204"/>
            </a:xfrm>
            <a:custGeom>
              <a:rect b="b" l="l" r="r" t="t"/>
              <a:pathLst>
                <a:path extrusionOk="0" h="15" w="36">
                  <a:moveTo>
                    <a:pt x="0" y="15"/>
                  </a:moveTo>
                  <a:lnTo>
                    <a:pt x="0" y="15"/>
                  </a:lnTo>
                  <a:lnTo>
                    <a:pt x="3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1" name="Google Shape;6291;p129"/>
            <p:cNvSpPr/>
            <p:nvPr/>
          </p:nvSpPr>
          <p:spPr>
            <a:xfrm>
              <a:off x="2256242" y="1670238"/>
              <a:ext cx="4399" cy="7142"/>
            </a:xfrm>
            <a:custGeom>
              <a:rect b="b" l="l" r="r" t="t"/>
              <a:pathLst>
                <a:path extrusionOk="0" h="526" w="324">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2" name="Google Shape;6292;p129"/>
            <p:cNvSpPr/>
            <p:nvPr/>
          </p:nvSpPr>
          <p:spPr>
            <a:xfrm>
              <a:off x="2256242" y="1677326"/>
              <a:ext cx="68" cy="54"/>
            </a:xfrm>
            <a:custGeom>
              <a:rect b="b" l="l" r="r" t="t"/>
              <a:pathLst>
                <a:path extrusionOk="0" h="4" w="5">
                  <a:moveTo>
                    <a:pt x="1" y="4"/>
                  </a:moveTo>
                  <a:lnTo>
                    <a:pt x="1" y="4"/>
                  </a:ln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3" name="Google Shape;6293;p129"/>
            <p:cNvSpPr/>
            <p:nvPr/>
          </p:nvSpPr>
          <p:spPr>
            <a:xfrm>
              <a:off x="2218985" y="1572222"/>
              <a:ext cx="67847" cy="47032"/>
            </a:xfrm>
            <a:custGeom>
              <a:rect b="b" l="l" r="r" t="t"/>
              <a:pathLst>
                <a:path extrusionOk="0" h="3464" w="4997">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4" name="Google Shape;6294;p129"/>
            <p:cNvSpPr/>
            <p:nvPr/>
          </p:nvSpPr>
          <p:spPr>
            <a:xfrm>
              <a:off x="2221972" y="1598508"/>
              <a:ext cx="353" cy="448"/>
            </a:xfrm>
            <a:custGeom>
              <a:rect b="b" l="l" r="r" t="t"/>
              <a:pathLst>
                <a:path extrusionOk="0" h="33" w="26">
                  <a:moveTo>
                    <a:pt x="25" y="32"/>
                  </a:moveTo>
                  <a:cubicBezTo>
                    <a:pt x="15" y="22"/>
                    <a:pt x="8" y="11"/>
                    <a:pt x="1" y="1"/>
                  </a:cubicBezTo>
                  <a:cubicBezTo>
                    <a:pt x="8" y="11"/>
                    <a:pt x="15" y="22"/>
                    <a:pt x="25"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5" name="Google Shape;6295;p129"/>
            <p:cNvSpPr/>
            <p:nvPr/>
          </p:nvSpPr>
          <p:spPr>
            <a:xfrm>
              <a:off x="2221212" y="1594666"/>
              <a:ext cx="828" cy="3856"/>
            </a:xfrm>
            <a:custGeom>
              <a:rect b="b" l="l" r="r" t="t"/>
              <a:pathLst>
                <a:path extrusionOk="0" h="284" w="61">
                  <a:moveTo>
                    <a:pt x="39" y="0"/>
                  </a:moveTo>
                  <a:lnTo>
                    <a:pt x="39" y="0"/>
                  </a:lnTo>
                  <a:cubicBezTo>
                    <a:pt x="1" y="91"/>
                    <a:pt x="8" y="200"/>
                    <a:pt x="60" y="284"/>
                  </a:cubicBezTo>
                  <a:cubicBezTo>
                    <a:pt x="8" y="200"/>
                    <a:pt x="1" y="91"/>
                    <a:pt x="3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6" name="Google Shape;6296;p129"/>
            <p:cNvSpPr/>
            <p:nvPr/>
          </p:nvSpPr>
          <p:spPr>
            <a:xfrm>
              <a:off x="2277355" y="1611733"/>
              <a:ext cx="149" cy="14"/>
            </a:xfrm>
            <a:custGeom>
              <a:rect b="b" l="l" r="r" t="t"/>
              <a:pathLst>
                <a:path extrusionOk="0" h="1" w="11">
                  <a:moveTo>
                    <a:pt x="0"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7" name="Google Shape;6297;p129"/>
            <p:cNvSpPr/>
            <p:nvPr/>
          </p:nvSpPr>
          <p:spPr>
            <a:xfrm>
              <a:off x="2222923" y="1617001"/>
              <a:ext cx="163" cy="68"/>
            </a:xfrm>
            <a:custGeom>
              <a:rect b="b" l="l" r="r" t="t"/>
              <a:pathLst>
                <a:path extrusionOk="0" h="5" w="12">
                  <a:moveTo>
                    <a:pt x="1" y="4"/>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8" name="Google Shape;6298;p129"/>
            <p:cNvSpPr/>
            <p:nvPr/>
          </p:nvSpPr>
          <p:spPr>
            <a:xfrm>
              <a:off x="2223547" y="1616526"/>
              <a:ext cx="244" cy="258"/>
            </a:xfrm>
            <a:custGeom>
              <a:rect b="b" l="l" r="r" t="t"/>
              <a:pathLst>
                <a:path extrusionOk="0" h="19" w="18">
                  <a:moveTo>
                    <a:pt x="0" y="18"/>
                  </a:moveTo>
                  <a:cubicBezTo>
                    <a:pt x="4" y="11"/>
                    <a:pt x="11" y="4"/>
                    <a:pt x="18" y="1"/>
                  </a:cubicBezTo>
                  <a:cubicBezTo>
                    <a:pt x="11" y="4"/>
                    <a:pt x="4" y="11"/>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9" name="Google Shape;6299;p129"/>
            <p:cNvSpPr/>
            <p:nvPr/>
          </p:nvSpPr>
          <p:spPr>
            <a:xfrm>
              <a:off x="2223208" y="1616811"/>
              <a:ext cx="163" cy="109"/>
            </a:xfrm>
            <a:custGeom>
              <a:rect b="b" l="l" r="r" t="t"/>
              <a:pathLst>
                <a:path extrusionOk="0" h="8" w="12">
                  <a:moveTo>
                    <a:pt x="1" y="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0" name="Google Shape;6300;p129"/>
            <p:cNvSpPr/>
            <p:nvPr/>
          </p:nvSpPr>
          <p:spPr>
            <a:xfrm>
              <a:off x="2276785" y="1611774"/>
              <a:ext cx="149" cy="14"/>
            </a:xfrm>
            <a:custGeom>
              <a:rect b="b" l="l" r="r" t="t"/>
              <a:pathLst>
                <a:path extrusionOk="0" h="1" w="11">
                  <a:moveTo>
                    <a:pt x="0"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1" name="Google Shape;6301;p129"/>
            <p:cNvSpPr/>
            <p:nvPr/>
          </p:nvSpPr>
          <p:spPr>
            <a:xfrm>
              <a:off x="2277016" y="1611774"/>
              <a:ext cx="204" cy="14"/>
            </a:xfrm>
            <a:custGeom>
              <a:rect b="b" l="l" r="r" t="t"/>
              <a:pathLst>
                <a:path extrusionOk="0" h="1" w="15">
                  <a:moveTo>
                    <a:pt x="1"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2" name="Google Shape;6302;p129"/>
            <p:cNvSpPr/>
            <p:nvPr/>
          </p:nvSpPr>
          <p:spPr>
            <a:xfrm>
              <a:off x="2263425" y="1618576"/>
              <a:ext cx="109" cy="54"/>
            </a:xfrm>
            <a:custGeom>
              <a:rect b="b" l="l" r="r" t="t"/>
              <a:pathLst>
                <a:path extrusionOk="0" h="4" w="8">
                  <a:moveTo>
                    <a:pt x="1" y="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3" name="Google Shape;6303;p129"/>
            <p:cNvSpPr/>
            <p:nvPr/>
          </p:nvSpPr>
          <p:spPr>
            <a:xfrm>
              <a:off x="2257776" y="1617381"/>
              <a:ext cx="149" cy="14"/>
            </a:xfrm>
            <a:custGeom>
              <a:rect b="b" l="l" r="r" t="t"/>
              <a:pathLst>
                <a:path extrusionOk="0" h="1" w="11">
                  <a:moveTo>
                    <a:pt x="0" y="1"/>
                  </a:moveTo>
                  <a:cubicBezTo>
                    <a:pt x="4" y="1"/>
                    <a:pt x="7" y="1"/>
                    <a:pt x="11" y="1"/>
                  </a:cubicBezTo>
                  <a:cubicBezTo>
                    <a:pt x="7" y="1"/>
                    <a:pt x="4"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4" name="Google Shape;6304;p129"/>
            <p:cNvSpPr/>
            <p:nvPr/>
          </p:nvSpPr>
          <p:spPr>
            <a:xfrm>
              <a:off x="2256812" y="1617286"/>
              <a:ext cx="163" cy="68"/>
            </a:xfrm>
            <a:custGeom>
              <a:rect b="b" l="l" r="r" t="t"/>
              <a:pathLst>
                <a:path extrusionOk="0" h="5" w="12">
                  <a:moveTo>
                    <a:pt x="1" y="1"/>
                  </a:move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5" name="Google Shape;6305;p129"/>
            <p:cNvSpPr/>
            <p:nvPr/>
          </p:nvSpPr>
          <p:spPr>
            <a:xfrm>
              <a:off x="2222638" y="1617096"/>
              <a:ext cx="109" cy="68"/>
            </a:xfrm>
            <a:custGeom>
              <a:rect b="b" l="l" r="r" t="t"/>
              <a:pathLst>
                <a:path extrusionOk="0" h="5" w="8">
                  <a:moveTo>
                    <a:pt x="1" y="4"/>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6" name="Google Shape;6306;p129"/>
            <p:cNvSpPr/>
            <p:nvPr/>
          </p:nvSpPr>
          <p:spPr>
            <a:xfrm>
              <a:off x="2278305" y="1611489"/>
              <a:ext cx="339" cy="109"/>
            </a:xfrm>
            <a:custGeom>
              <a:rect b="b" l="l" r="r" t="t"/>
              <a:pathLst>
                <a:path extrusionOk="0" h="8" w="25">
                  <a:moveTo>
                    <a:pt x="0" y="8"/>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7" name="Google Shape;6307;p129"/>
            <p:cNvSpPr/>
            <p:nvPr/>
          </p:nvSpPr>
          <p:spPr>
            <a:xfrm>
              <a:off x="2277966" y="1611584"/>
              <a:ext cx="353" cy="68"/>
            </a:xfrm>
            <a:custGeom>
              <a:rect b="b" l="l" r="r" t="t"/>
              <a:pathLst>
                <a:path extrusionOk="0" h="5" w="26">
                  <a:moveTo>
                    <a:pt x="1" y="4"/>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8" name="Google Shape;6308;p129"/>
            <p:cNvSpPr/>
            <p:nvPr/>
          </p:nvSpPr>
          <p:spPr>
            <a:xfrm>
              <a:off x="2270227" y="1618902"/>
              <a:ext cx="394" cy="204"/>
            </a:xfrm>
            <a:custGeom>
              <a:rect b="b" l="l" r="r" t="t"/>
              <a:pathLst>
                <a:path extrusionOk="0" h="15" w="29">
                  <a:moveTo>
                    <a:pt x="0" y="1"/>
                  </a:moveTo>
                  <a:cubicBezTo>
                    <a:pt x="11" y="4"/>
                    <a:pt x="18" y="8"/>
                    <a:pt x="28" y="15"/>
                  </a:cubicBezTo>
                  <a:cubicBezTo>
                    <a:pt x="18" y="8"/>
                    <a:pt x="11"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9" name="Google Shape;6309;p129"/>
            <p:cNvSpPr/>
            <p:nvPr/>
          </p:nvSpPr>
          <p:spPr>
            <a:xfrm>
              <a:off x="2277640" y="1611638"/>
              <a:ext cx="204" cy="54"/>
            </a:xfrm>
            <a:custGeom>
              <a:rect b="b" l="l" r="r" t="t"/>
              <a:pathLst>
                <a:path extrusionOk="0" h="4" w="15">
                  <a:moveTo>
                    <a:pt x="0" y="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0" name="Google Shape;6310;p129"/>
            <p:cNvSpPr/>
            <p:nvPr/>
          </p:nvSpPr>
          <p:spPr>
            <a:xfrm>
              <a:off x="2222353" y="1617191"/>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1" name="Google Shape;6311;p129"/>
            <p:cNvSpPr/>
            <p:nvPr/>
          </p:nvSpPr>
          <p:spPr>
            <a:xfrm>
              <a:off x="2221972" y="161719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2" name="Google Shape;6312;p129"/>
            <p:cNvSpPr/>
            <p:nvPr/>
          </p:nvSpPr>
          <p:spPr>
            <a:xfrm>
              <a:off x="2268272" y="1618332"/>
              <a:ext cx="299" cy="68"/>
            </a:xfrm>
            <a:custGeom>
              <a:rect b="b" l="l" r="r" t="t"/>
              <a:pathLst>
                <a:path extrusionOk="0" h="5" w="22">
                  <a:moveTo>
                    <a:pt x="1" y="1"/>
                  </a:moveTo>
                  <a:lnTo>
                    <a:pt x="2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3" name="Google Shape;6313;p129"/>
            <p:cNvSpPr/>
            <p:nvPr/>
          </p:nvSpPr>
          <p:spPr>
            <a:xfrm>
              <a:off x="2267701" y="1618291"/>
              <a:ext cx="299" cy="14"/>
            </a:xfrm>
            <a:custGeom>
              <a:rect b="b" l="l" r="r" t="t"/>
              <a:pathLst>
                <a:path extrusionOk="0" h="1" w="22">
                  <a:moveTo>
                    <a:pt x="1" y="0"/>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4" name="Google Shape;6314;p129"/>
            <p:cNvSpPr/>
            <p:nvPr/>
          </p:nvSpPr>
          <p:spPr>
            <a:xfrm>
              <a:off x="2276024" y="161186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5" name="Google Shape;6315;p129"/>
            <p:cNvSpPr/>
            <p:nvPr/>
          </p:nvSpPr>
          <p:spPr>
            <a:xfrm>
              <a:off x="2278726" y="1611448"/>
              <a:ext cx="258" cy="54"/>
            </a:xfrm>
            <a:custGeom>
              <a:rect b="b" l="l" r="r" t="t"/>
              <a:pathLst>
                <a:path extrusionOk="0" h="4" w="19">
                  <a:moveTo>
                    <a:pt x="1" y="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6" name="Google Shape;6316;p129"/>
            <p:cNvSpPr/>
            <p:nvPr/>
          </p:nvSpPr>
          <p:spPr>
            <a:xfrm>
              <a:off x="2266520" y="1618196"/>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7" name="Google Shape;6317;p129"/>
            <p:cNvSpPr/>
            <p:nvPr/>
          </p:nvSpPr>
          <p:spPr>
            <a:xfrm>
              <a:off x="2267131" y="1618237"/>
              <a:ext cx="299" cy="14"/>
            </a:xfrm>
            <a:custGeom>
              <a:rect b="b" l="l" r="r" t="t"/>
              <a:pathLst>
                <a:path extrusionOk="0" h="1" w="22">
                  <a:moveTo>
                    <a:pt x="1" y="1"/>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8" name="Google Shape;6318;p129"/>
            <p:cNvSpPr/>
            <p:nvPr/>
          </p:nvSpPr>
          <p:spPr>
            <a:xfrm>
              <a:off x="2269792" y="1618712"/>
              <a:ext cx="299" cy="163"/>
            </a:xfrm>
            <a:custGeom>
              <a:rect b="b" l="l" r="r" t="t"/>
              <a:pathLst>
                <a:path extrusionOk="0" h="12" w="22">
                  <a:moveTo>
                    <a:pt x="1" y="1"/>
                  </a:moveTo>
                  <a:lnTo>
                    <a:pt x="22"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9" name="Google Shape;6319;p129"/>
            <p:cNvSpPr/>
            <p:nvPr/>
          </p:nvSpPr>
          <p:spPr>
            <a:xfrm>
              <a:off x="2269317" y="1618576"/>
              <a:ext cx="299" cy="109"/>
            </a:xfrm>
            <a:custGeom>
              <a:rect b="b" l="l" r="r" t="t"/>
              <a:pathLst>
                <a:path extrusionOk="0" h="8" w="22">
                  <a:moveTo>
                    <a:pt x="1" y="0"/>
                  </a:moveTo>
                  <a:lnTo>
                    <a:pt x="22"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0" name="Google Shape;6320;p129"/>
            <p:cNvSpPr/>
            <p:nvPr/>
          </p:nvSpPr>
          <p:spPr>
            <a:xfrm>
              <a:off x="2263764" y="1618427"/>
              <a:ext cx="149" cy="68"/>
            </a:xfrm>
            <a:custGeom>
              <a:rect b="b" l="l" r="r" t="t"/>
              <a:pathLst>
                <a:path extrusionOk="0" h="5" w="11">
                  <a:moveTo>
                    <a:pt x="0" y="4"/>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1" name="Google Shape;6321;p129"/>
            <p:cNvSpPr/>
            <p:nvPr/>
          </p:nvSpPr>
          <p:spPr>
            <a:xfrm>
              <a:off x="2268801" y="1618427"/>
              <a:ext cx="299" cy="109"/>
            </a:xfrm>
            <a:custGeom>
              <a:rect b="b" l="l" r="r" t="t"/>
              <a:pathLst>
                <a:path extrusionOk="0" h="8" w="22">
                  <a:moveTo>
                    <a:pt x="0" y="1"/>
                  </a:moveTo>
                  <a:lnTo>
                    <a:pt x="2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2" name="Google Shape;6322;p129"/>
            <p:cNvSpPr/>
            <p:nvPr/>
          </p:nvSpPr>
          <p:spPr>
            <a:xfrm>
              <a:off x="2264565" y="1618332"/>
              <a:ext cx="204" cy="14"/>
            </a:xfrm>
            <a:custGeom>
              <a:rect b="b" l="l" r="r" t="t"/>
              <a:pathLst>
                <a:path extrusionOk="0" h="1" w="15">
                  <a:moveTo>
                    <a:pt x="1"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3" name="Google Shape;6323;p129"/>
            <p:cNvSpPr/>
            <p:nvPr/>
          </p:nvSpPr>
          <p:spPr>
            <a:xfrm>
              <a:off x="2276445" y="161182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4" name="Google Shape;6324;p129"/>
            <p:cNvSpPr/>
            <p:nvPr/>
          </p:nvSpPr>
          <p:spPr>
            <a:xfrm>
              <a:off x="2264144" y="1618386"/>
              <a:ext cx="204" cy="14"/>
            </a:xfrm>
            <a:custGeom>
              <a:rect b="b" l="l" r="r" t="t"/>
              <a:pathLst>
                <a:path extrusionOk="0" h="1" w="15">
                  <a:moveTo>
                    <a:pt x="0" y="0"/>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5" name="Google Shape;6325;p129"/>
            <p:cNvSpPr/>
            <p:nvPr/>
          </p:nvSpPr>
          <p:spPr>
            <a:xfrm>
              <a:off x="2265570" y="1618237"/>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6" name="Google Shape;6326;p129"/>
            <p:cNvSpPr/>
            <p:nvPr/>
          </p:nvSpPr>
          <p:spPr>
            <a:xfrm>
              <a:off x="2266086" y="161819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7" name="Google Shape;6327;p129"/>
            <p:cNvSpPr/>
            <p:nvPr/>
          </p:nvSpPr>
          <p:spPr>
            <a:xfrm>
              <a:off x="2276255" y="161182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8" name="Google Shape;6328;p129"/>
            <p:cNvSpPr/>
            <p:nvPr/>
          </p:nvSpPr>
          <p:spPr>
            <a:xfrm>
              <a:off x="2276119" y="161186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9" name="Google Shape;6329;p129"/>
            <p:cNvSpPr/>
            <p:nvPr/>
          </p:nvSpPr>
          <p:spPr>
            <a:xfrm>
              <a:off x="2265040" y="1618291"/>
              <a:ext cx="204" cy="14"/>
            </a:xfrm>
            <a:custGeom>
              <a:rect b="b" l="l" r="r" t="t"/>
              <a:pathLst>
                <a:path extrusionOk="0" h="1" w="15">
                  <a:moveTo>
                    <a:pt x="1" y="0"/>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0" name="Google Shape;6330;p129"/>
            <p:cNvSpPr/>
            <p:nvPr/>
          </p:nvSpPr>
          <p:spPr>
            <a:xfrm>
              <a:off x="2221307" y="161719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1" name="Google Shape;6331;p129"/>
            <p:cNvSpPr/>
            <p:nvPr/>
          </p:nvSpPr>
          <p:spPr>
            <a:xfrm>
              <a:off x="2257002" y="1617340"/>
              <a:ext cx="638" cy="54"/>
            </a:xfrm>
            <a:custGeom>
              <a:rect b="b" l="l" r="r" t="t"/>
              <a:pathLst>
                <a:path extrusionOk="0" h="4" w="47">
                  <a:moveTo>
                    <a:pt x="47" y="4"/>
                  </a:moveTo>
                  <a:cubicBezTo>
                    <a:pt x="33" y="4"/>
                    <a:pt x="15" y="4"/>
                    <a:pt x="1" y="0"/>
                  </a:cubicBezTo>
                  <a:cubicBezTo>
                    <a:pt x="15" y="4"/>
                    <a:pt x="33" y="4"/>
                    <a:pt x="47"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2" name="Google Shape;6332;p129"/>
            <p:cNvSpPr/>
            <p:nvPr/>
          </p:nvSpPr>
          <p:spPr>
            <a:xfrm>
              <a:off x="2221687" y="161719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3" name="Google Shape;6333;p129"/>
            <p:cNvSpPr/>
            <p:nvPr/>
          </p:nvSpPr>
          <p:spPr>
            <a:xfrm>
              <a:off x="2279446" y="1611298"/>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4" name="Google Shape;6334;p129"/>
            <p:cNvSpPr/>
            <p:nvPr/>
          </p:nvSpPr>
          <p:spPr>
            <a:xfrm>
              <a:off x="2279107" y="1611353"/>
              <a:ext cx="258" cy="54"/>
            </a:xfrm>
            <a:custGeom>
              <a:rect b="b" l="l" r="r" t="t"/>
              <a:pathLst>
                <a:path extrusionOk="0" h="4" w="19">
                  <a:moveTo>
                    <a:pt x="1" y="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5" name="Google Shape;6335;p129"/>
            <p:cNvSpPr/>
            <p:nvPr/>
          </p:nvSpPr>
          <p:spPr>
            <a:xfrm>
              <a:off x="2201348" y="1551829"/>
              <a:ext cx="52776" cy="23503"/>
            </a:xfrm>
            <a:custGeom>
              <a:rect b="b" l="l" r="r" t="t"/>
              <a:pathLst>
                <a:path extrusionOk="0" h="1731" w="3887">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6" name="Google Shape;6336;p129"/>
            <p:cNvSpPr/>
            <p:nvPr/>
          </p:nvSpPr>
          <p:spPr>
            <a:xfrm>
              <a:off x="2244511" y="1573173"/>
              <a:ext cx="3476" cy="1113"/>
            </a:xfrm>
            <a:custGeom>
              <a:rect b="b" l="l" r="r" t="t"/>
              <a:pathLst>
                <a:path extrusionOk="0" h="82" w="256">
                  <a:moveTo>
                    <a:pt x="256" y="8"/>
                  </a:moveTo>
                  <a:cubicBezTo>
                    <a:pt x="165" y="1"/>
                    <a:pt x="74" y="25"/>
                    <a:pt x="0" y="81"/>
                  </a:cubicBezTo>
                  <a:cubicBezTo>
                    <a:pt x="74" y="25"/>
                    <a:pt x="165" y="1"/>
                    <a:pt x="256"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7" name="Google Shape;6337;p129"/>
            <p:cNvSpPr/>
            <p:nvPr/>
          </p:nvSpPr>
          <p:spPr>
            <a:xfrm>
              <a:off x="2243316" y="1574273"/>
              <a:ext cx="1208" cy="1154"/>
            </a:xfrm>
            <a:custGeom>
              <a:rect b="b" l="l" r="r" t="t"/>
              <a:pathLst>
                <a:path extrusionOk="0" h="85" w="89">
                  <a:moveTo>
                    <a:pt x="88" y="0"/>
                  </a:moveTo>
                  <a:cubicBezTo>
                    <a:pt x="57" y="25"/>
                    <a:pt x="25" y="53"/>
                    <a:pt x="1" y="84"/>
                  </a:cubicBezTo>
                  <a:lnTo>
                    <a:pt x="1" y="84"/>
                  </a:lnTo>
                  <a:cubicBezTo>
                    <a:pt x="25" y="53"/>
                    <a:pt x="57" y="25"/>
                    <a:pt x="8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8" name="Google Shape;6338;p129"/>
            <p:cNvSpPr/>
            <p:nvPr/>
          </p:nvSpPr>
          <p:spPr>
            <a:xfrm>
              <a:off x="2252820" y="1570607"/>
              <a:ext cx="163" cy="109"/>
            </a:xfrm>
            <a:custGeom>
              <a:rect b="b" l="l" r="r" t="t"/>
              <a:pathLst>
                <a:path extrusionOk="0" h="8" w="12">
                  <a:moveTo>
                    <a:pt x="1" y="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9" name="Google Shape;6339;p129"/>
            <p:cNvSpPr/>
            <p:nvPr/>
          </p:nvSpPr>
          <p:spPr>
            <a:xfrm>
              <a:off x="2253445" y="1570322"/>
              <a:ext cx="109" cy="68"/>
            </a:xfrm>
            <a:custGeom>
              <a:rect b="b" l="l" r="r" t="t"/>
              <a:pathLst>
                <a:path extrusionOk="0" h="5"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0" name="Google Shape;6340;p129"/>
            <p:cNvSpPr/>
            <p:nvPr/>
          </p:nvSpPr>
          <p:spPr>
            <a:xfrm>
              <a:off x="2201973" y="1568516"/>
              <a:ext cx="40502" cy="24372"/>
            </a:xfrm>
            <a:custGeom>
              <a:rect b="b" l="l" r="r" t="t"/>
              <a:pathLst>
                <a:path extrusionOk="0" h="1795" w="2983">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1" name="Google Shape;6341;p129"/>
            <p:cNvSpPr/>
            <p:nvPr/>
          </p:nvSpPr>
          <p:spPr>
            <a:xfrm>
              <a:off x="2219786" y="1591095"/>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2" name="Google Shape;6342;p129"/>
            <p:cNvSpPr/>
            <p:nvPr/>
          </p:nvSpPr>
          <p:spPr>
            <a:xfrm>
              <a:off x="2220072" y="1591285"/>
              <a:ext cx="353" cy="258"/>
            </a:xfrm>
            <a:custGeom>
              <a:rect b="b" l="l" r="r" t="t"/>
              <a:pathLst>
                <a:path extrusionOk="0" h="19" w="26">
                  <a:moveTo>
                    <a:pt x="25" y="1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3" name="Google Shape;6343;p129"/>
            <p:cNvSpPr/>
            <p:nvPr/>
          </p:nvSpPr>
          <p:spPr>
            <a:xfrm>
              <a:off x="2220411" y="1591530"/>
              <a:ext cx="1154" cy="1290"/>
            </a:xfrm>
            <a:custGeom>
              <a:rect b="b" l="l" r="r" t="t"/>
              <a:pathLst>
                <a:path extrusionOk="0" h="95" w="85">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4" name="Google Shape;6344;p129"/>
            <p:cNvSpPr/>
            <p:nvPr/>
          </p:nvSpPr>
          <p:spPr>
            <a:xfrm>
              <a:off x="2223547" y="1592901"/>
              <a:ext cx="339" cy="14"/>
            </a:xfrm>
            <a:custGeom>
              <a:rect b="b" l="l" r="r" t="t"/>
              <a:pathLst>
                <a:path extrusionOk="0" h="1" w="25">
                  <a:moveTo>
                    <a:pt x="0" y="1"/>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5" name="Google Shape;6345;p129"/>
            <p:cNvSpPr/>
            <p:nvPr/>
          </p:nvSpPr>
          <p:spPr>
            <a:xfrm>
              <a:off x="2222312" y="1592860"/>
              <a:ext cx="489" cy="14"/>
            </a:xfrm>
            <a:custGeom>
              <a:rect b="b" l="l" r="r" t="t"/>
              <a:pathLst>
                <a:path extrusionOk="0" h="1" w="36">
                  <a:moveTo>
                    <a:pt x="0" y="0"/>
                  </a:moveTo>
                  <a:lnTo>
                    <a:pt x="3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6" name="Google Shape;6346;p129"/>
            <p:cNvSpPr/>
            <p:nvPr/>
          </p:nvSpPr>
          <p:spPr>
            <a:xfrm>
              <a:off x="2224878" y="1592996"/>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7" name="Google Shape;6347;p129"/>
            <p:cNvSpPr/>
            <p:nvPr/>
          </p:nvSpPr>
          <p:spPr>
            <a:xfrm>
              <a:off x="2222923" y="1592860"/>
              <a:ext cx="394" cy="14"/>
            </a:xfrm>
            <a:custGeom>
              <a:rect b="b" l="l" r="r" t="t"/>
              <a:pathLst>
                <a:path extrusionOk="0" h="1" w="29">
                  <a:moveTo>
                    <a:pt x="1" y="0"/>
                  </a:moveTo>
                  <a:lnTo>
                    <a:pt x="2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8" name="Google Shape;6348;p129"/>
            <p:cNvSpPr/>
            <p:nvPr/>
          </p:nvSpPr>
          <p:spPr>
            <a:xfrm>
              <a:off x="2224023" y="1592955"/>
              <a:ext cx="299" cy="14"/>
            </a:xfrm>
            <a:custGeom>
              <a:rect b="b" l="l" r="r" t="t"/>
              <a:pathLst>
                <a:path extrusionOk="0" h="1" w="22">
                  <a:moveTo>
                    <a:pt x="0" y="0"/>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9" name="Google Shape;6349;p129"/>
            <p:cNvSpPr/>
            <p:nvPr/>
          </p:nvSpPr>
          <p:spPr>
            <a:xfrm>
              <a:off x="2221592" y="1592806"/>
              <a:ext cx="584" cy="14"/>
            </a:xfrm>
            <a:custGeom>
              <a:rect b="b" l="l" r="r" t="t"/>
              <a:pathLst>
                <a:path extrusionOk="0" h="1" w="43">
                  <a:moveTo>
                    <a:pt x="1" y="1"/>
                  </a:moveTo>
                  <a:lnTo>
                    <a:pt x="43"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0" name="Google Shape;6350;p129"/>
            <p:cNvSpPr/>
            <p:nvPr/>
          </p:nvSpPr>
          <p:spPr>
            <a:xfrm>
              <a:off x="2224444" y="1592955"/>
              <a:ext cx="299" cy="14"/>
            </a:xfrm>
            <a:custGeom>
              <a:rect b="b" l="l" r="r" t="t"/>
              <a:pathLst>
                <a:path extrusionOk="0" h="1" w="22">
                  <a:moveTo>
                    <a:pt x="1" y="0"/>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1" name="Google Shape;6351;p129"/>
            <p:cNvSpPr/>
            <p:nvPr/>
          </p:nvSpPr>
          <p:spPr>
            <a:xfrm>
              <a:off x="2225204" y="1592996"/>
              <a:ext cx="204" cy="14"/>
            </a:xfrm>
            <a:custGeom>
              <a:rect b="b" l="l" r="r" t="t"/>
              <a:pathLst>
                <a:path extrusionOk="0" h="1" w="15">
                  <a:moveTo>
                    <a:pt x="1"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2" name="Google Shape;6352;p129"/>
            <p:cNvSpPr/>
            <p:nvPr/>
          </p:nvSpPr>
          <p:spPr>
            <a:xfrm>
              <a:off x="2242081" y="1576934"/>
              <a:ext cx="353" cy="2200"/>
            </a:xfrm>
            <a:custGeom>
              <a:rect b="b" l="l" r="r" t="t"/>
              <a:pathLst>
                <a:path extrusionOk="0" h="162" w="26">
                  <a:moveTo>
                    <a:pt x="25" y="0"/>
                  </a:moveTo>
                  <a:lnTo>
                    <a:pt x="25" y="0"/>
                  </a:lnTo>
                  <a:cubicBezTo>
                    <a:pt x="4" y="53"/>
                    <a:pt x="1" y="109"/>
                    <a:pt x="11" y="161"/>
                  </a:cubicBezTo>
                  <a:cubicBezTo>
                    <a:pt x="1" y="109"/>
                    <a:pt x="4" y="53"/>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3" name="Google Shape;6353;p129"/>
            <p:cNvSpPr/>
            <p:nvPr/>
          </p:nvSpPr>
          <p:spPr>
            <a:xfrm>
              <a:off x="2225489" y="1593050"/>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4" name="Google Shape;6354;p129"/>
            <p:cNvSpPr/>
            <p:nvPr/>
          </p:nvSpPr>
          <p:spPr>
            <a:xfrm>
              <a:off x="2226494" y="1593186"/>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5" name="Google Shape;6355;p129"/>
            <p:cNvSpPr/>
            <p:nvPr/>
          </p:nvSpPr>
          <p:spPr>
            <a:xfrm>
              <a:off x="2226439" y="1593186"/>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6" name="Google Shape;6356;p129"/>
            <p:cNvSpPr/>
            <p:nvPr/>
          </p:nvSpPr>
          <p:spPr>
            <a:xfrm>
              <a:off x="2226154" y="1593145"/>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7" name="Google Shape;6357;p129"/>
            <p:cNvSpPr/>
            <p:nvPr/>
          </p:nvSpPr>
          <p:spPr>
            <a:xfrm>
              <a:off x="2226304" y="159314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8" name="Google Shape;6358;p129"/>
            <p:cNvSpPr/>
            <p:nvPr/>
          </p:nvSpPr>
          <p:spPr>
            <a:xfrm>
              <a:off x="2225964" y="1593091"/>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9" name="Google Shape;6359;p129"/>
            <p:cNvSpPr/>
            <p:nvPr/>
          </p:nvSpPr>
          <p:spPr>
            <a:xfrm>
              <a:off x="2225774" y="1593091"/>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0" name="Google Shape;6360;p129"/>
            <p:cNvSpPr/>
            <p:nvPr/>
          </p:nvSpPr>
          <p:spPr>
            <a:xfrm>
              <a:off x="2240044" y="1575454"/>
              <a:ext cx="299" cy="204"/>
            </a:xfrm>
            <a:custGeom>
              <a:rect b="b" l="l" r="r" t="t"/>
              <a:pathLst>
                <a:path extrusionOk="0" h="15" w="22">
                  <a:moveTo>
                    <a:pt x="0" y="1"/>
                  </a:moveTo>
                  <a:lnTo>
                    <a:pt x="2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1" name="Google Shape;6361;p129"/>
            <p:cNvSpPr/>
            <p:nvPr/>
          </p:nvSpPr>
          <p:spPr>
            <a:xfrm>
              <a:off x="2206195" y="1570566"/>
              <a:ext cx="258" cy="109"/>
            </a:xfrm>
            <a:custGeom>
              <a:rect b="b" l="l" r="r" t="t"/>
              <a:pathLst>
                <a:path extrusionOk="0" h="8" w="19">
                  <a:moveTo>
                    <a:pt x="1" y="7"/>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2" name="Google Shape;6362;p129"/>
            <p:cNvSpPr/>
            <p:nvPr/>
          </p:nvSpPr>
          <p:spPr>
            <a:xfrm>
              <a:off x="2208151" y="1569806"/>
              <a:ext cx="204" cy="109"/>
            </a:xfrm>
            <a:custGeom>
              <a:rect b="b" l="l" r="r" t="t"/>
              <a:pathLst>
                <a:path extrusionOk="0" h="8" w="15">
                  <a:moveTo>
                    <a:pt x="0" y="7"/>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3" name="Google Shape;6363;p129"/>
            <p:cNvSpPr/>
            <p:nvPr/>
          </p:nvSpPr>
          <p:spPr>
            <a:xfrm>
              <a:off x="2225109" y="1570036"/>
              <a:ext cx="1914" cy="109"/>
            </a:xfrm>
            <a:custGeom>
              <a:rect b="b" l="l" r="r" t="t"/>
              <a:pathLst>
                <a:path extrusionOk="0" h="8" w="141">
                  <a:moveTo>
                    <a:pt x="141" y="1"/>
                  </a:moveTo>
                  <a:cubicBezTo>
                    <a:pt x="92" y="4"/>
                    <a:pt x="46" y="8"/>
                    <a:pt x="1" y="8"/>
                  </a:cubicBezTo>
                  <a:cubicBezTo>
                    <a:pt x="46" y="8"/>
                    <a:pt x="92" y="4"/>
                    <a:pt x="14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4" name="Google Shape;6364;p129"/>
            <p:cNvSpPr/>
            <p:nvPr/>
          </p:nvSpPr>
          <p:spPr>
            <a:xfrm>
              <a:off x="2207526" y="1570091"/>
              <a:ext cx="258" cy="109"/>
            </a:xfrm>
            <a:custGeom>
              <a:rect b="b" l="l" r="r" t="t"/>
              <a:pathLst>
                <a:path extrusionOk="0" h="8" w="19">
                  <a:moveTo>
                    <a:pt x="1" y="7"/>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5" name="Google Shape;6365;p129"/>
            <p:cNvSpPr/>
            <p:nvPr/>
          </p:nvSpPr>
          <p:spPr>
            <a:xfrm>
              <a:off x="2240899" y="1576024"/>
              <a:ext cx="339" cy="204"/>
            </a:xfrm>
            <a:custGeom>
              <a:rect b="b" l="l" r="r" t="t"/>
              <a:pathLst>
                <a:path extrusionOk="0" h="15" w="25">
                  <a:moveTo>
                    <a:pt x="0" y="1"/>
                  </a:moveTo>
                  <a:lnTo>
                    <a:pt x="25"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6" name="Google Shape;6366;p129"/>
            <p:cNvSpPr/>
            <p:nvPr/>
          </p:nvSpPr>
          <p:spPr>
            <a:xfrm>
              <a:off x="2206915" y="1570322"/>
              <a:ext cx="244" cy="109"/>
            </a:xfrm>
            <a:custGeom>
              <a:rect b="b" l="l" r="r" t="t"/>
              <a:pathLst>
                <a:path extrusionOk="0" h="8" w="18">
                  <a:moveTo>
                    <a:pt x="0" y="8"/>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7" name="Google Shape;6367;p129"/>
            <p:cNvSpPr/>
            <p:nvPr/>
          </p:nvSpPr>
          <p:spPr>
            <a:xfrm>
              <a:off x="2241755" y="1576554"/>
              <a:ext cx="530" cy="299"/>
            </a:xfrm>
            <a:custGeom>
              <a:rect b="b" l="l" r="r" t="t"/>
              <a:pathLst>
                <a:path extrusionOk="0" h="22" w="39">
                  <a:moveTo>
                    <a:pt x="0" y="0"/>
                  </a:moveTo>
                  <a:lnTo>
                    <a:pt x="39"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8" name="Google Shape;6368;p129"/>
            <p:cNvSpPr/>
            <p:nvPr/>
          </p:nvSpPr>
          <p:spPr>
            <a:xfrm>
              <a:off x="2204539" y="1570946"/>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9" name="Google Shape;6369;p129"/>
            <p:cNvSpPr/>
            <p:nvPr/>
          </p:nvSpPr>
          <p:spPr>
            <a:xfrm>
              <a:off x="2229345" y="1569466"/>
              <a:ext cx="1018" cy="543"/>
            </a:xfrm>
            <a:custGeom>
              <a:rect b="b" l="l" r="r" t="t"/>
              <a:pathLst>
                <a:path extrusionOk="0" h="40" w="75">
                  <a:moveTo>
                    <a:pt x="74" y="39"/>
                  </a:moveTo>
                  <a:cubicBezTo>
                    <a:pt x="57" y="15"/>
                    <a:pt x="29" y="1"/>
                    <a:pt x="1" y="1"/>
                  </a:cubicBezTo>
                  <a:cubicBezTo>
                    <a:pt x="29" y="1"/>
                    <a:pt x="57" y="15"/>
                    <a:pt x="74"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0" name="Google Shape;6370;p129"/>
            <p:cNvSpPr/>
            <p:nvPr/>
          </p:nvSpPr>
          <p:spPr>
            <a:xfrm>
              <a:off x="2205394" y="1570756"/>
              <a:ext cx="244" cy="54"/>
            </a:xfrm>
            <a:custGeom>
              <a:rect b="b" l="l" r="r" t="t"/>
              <a:pathLst>
                <a:path extrusionOk="0" h="4" w="18">
                  <a:moveTo>
                    <a:pt x="0" y="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1" name="Google Shape;6371;p129"/>
            <p:cNvSpPr/>
            <p:nvPr/>
          </p:nvSpPr>
          <p:spPr>
            <a:xfrm>
              <a:off x="2095783" y="1657326"/>
              <a:ext cx="30481" cy="15641"/>
            </a:xfrm>
            <a:custGeom>
              <a:rect b="b" l="l" r="r" t="t"/>
              <a:pathLst>
                <a:path extrusionOk="0" h="1152" w="2245">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2" name="Google Shape;6372;p129"/>
            <p:cNvSpPr/>
            <p:nvPr/>
          </p:nvSpPr>
          <p:spPr>
            <a:xfrm>
              <a:off x="2124445" y="1664672"/>
              <a:ext cx="149" cy="68"/>
            </a:xfrm>
            <a:custGeom>
              <a:rect b="b" l="l" r="r" t="t"/>
              <a:pathLst>
                <a:path extrusionOk="0" h="5" w="11">
                  <a:moveTo>
                    <a:pt x="11"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3" name="Google Shape;6373;p129"/>
            <p:cNvSpPr/>
            <p:nvPr/>
          </p:nvSpPr>
          <p:spPr>
            <a:xfrm>
              <a:off x="2126292" y="1664631"/>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4" name="Google Shape;6374;p129"/>
            <p:cNvSpPr/>
            <p:nvPr/>
          </p:nvSpPr>
          <p:spPr>
            <a:xfrm>
              <a:off x="2119422" y="1659349"/>
              <a:ext cx="136" cy="2539"/>
            </a:xfrm>
            <a:custGeom>
              <a:rect b="b" l="l" r="r" t="t"/>
              <a:pathLst>
                <a:path extrusionOk="0" h="187" w="1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5" name="Google Shape;6375;p129"/>
            <p:cNvSpPr/>
            <p:nvPr/>
          </p:nvSpPr>
          <p:spPr>
            <a:xfrm>
              <a:off x="2125681" y="1664536"/>
              <a:ext cx="149" cy="14"/>
            </a:xfrm>
            <a:custGeom>
              <a:rect b="b" l="l" r="r" t="t"/>
              <a:pathLst>
                <a:path extrusionOk="0" h="1" w="11">
                  <a:moveTo>
                    <a:pt x="0"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6" name="Google Shape;6376;p129"/>
            <p:cNvSpPr/>
            <p:nvPr/>
          </p:nvSpPr>
          <p:spPr>
            <a:xfrm>
              <a:off x="2125206" y="1664536"/>
              <a:ext cx="204" cy="14"/>
            </a:xfrm>
            <a:custGeom>
              <a:rect b="b" l="l" r="r" t="t"/>
              <a:pathLst>
                <a:path extrusionOk="0" h="1" w="15">
                  <a:moveTo>
                    <a:pt x="0" y="0"/>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7" name="Google Shape;6377;p129"/>
            <p:cNvSpPr/>
            <p:nvPr/>
          </p:nvSpPr>
          <p:spPr>
            <a:xfrm>
              <a:off x="2124581" y="1664536"/>
              <a:ext cx="394" cy="149"/>
            </a:xfrm>
            <a:custGeom>
              <a:rect b="b" l="l" r="r" t="t"/>
              <a:pathLst>
                <a:path extrusionOk="0" h="11" w="29">
                  <a:moveTo>
                    <a:pt x="1" y="11"/>
                  </a:moveTo>
                  <a:cubicBezTo>
                    <a:pt x="11" y="4"/>
                    <a:pt x="18" y="4"/>
                    <a:pt x="29" y="0"/>
                  </a:cubicBezTo>
                  <a:cubicBezTo>
                    <a:pt x="18" y="4"/>
                    <a:pt x="11" y="4"/>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8" name="Google Shape;6378;p129"/>
            <p:cNvSpPr/>
            <p:nvPr/>
          </p:nvSpPr>
          <p:spPr>
            <a:xfrm>
              <a:off x="2094588" y="1586533"/>
              <a:ext cx="64181" cy="72259"/>
            </a:xfrm>
            <a:custGeom>
              <a:rect b="b" l="l" r="r" t="t"/>
              <a:pathLst>
                <a:path extrusionOk="0" h="5322" w="4727">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9" name="Google Shape;6379;p129"/>
            <p:cNvSpPr/>
            <p:nvPr/>
          </p:nvSpPr>
          <p:spPr>
            <a:xfrm>
              <a:off x="2158525" y="1622418"/>
              <a:ext cx="299" cy="1113"/>
            </a:xfrm>
            <a:custGeom>
              <a:rect b="b" l="l" r="r" t="t"/>
              <a:pathLst>
                <a:path extrusionOk="0" h="82" w="22">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0" name="Google Shape;6380;p129"/>
            <p:cNvSpPr/>
            <p:nvPr/>
          </p:nvSpPr>
          <p:spPr>
            <a:xfrm>
              <a:off x="2158620" y="1621427"/>
              <a:ext cx="14" cy="54"/>
            </a:xfrm>
            <a:custGeom>
              <a:rect b="b" l="l" r="r" t="t"/>
              <a:pathLst>
                <a:path extrusionOk="0" h="4" w="1">
                  <a:moveTo>
                    <a:pt x="0"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1" name="Google Shape;6381;p129"/>
            <p:cNvSpPr/>
            <p:nvPr/>
          </p:nvSpPr>
          <p:spPr>
            <a:xfrm>
              <a:off x="2158756" y="1622093"/>
              <a:ext cx="68" cy="149"/>
            </a:xfrm>
            <a:custGeom>
              <a:rect b="b" l="l" r="r" t="t"/>
              <a:pathLst>
                <a:path extrusionOk="0" h="11" w="5">
                  <a:moveTo>
                    <a:pt x="1" y="0"/>
                  </a:moveTo>
                  <a:lnTo>
                    <a:pt x="1" y="11"/>
                  </a:lnTo>
                  <a:cubicBezTo>
                    <a:pt x="4" y="7"/>
                    <a:pt x="1"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2" name="Google Shape;6382;p129"/>
            <p:cNvSpPr/>
            <p:nvPr/>
          </p:nvSpPr>
          <p:spPr>
            <a:xfrm>
              <a:off x="2153433" y="1595847"/>
              <a:ext cx="14" cy="299"/>
            </a:xfrm>
            <a:custGeom>
              <a:rect b="b" l="l" r="r" t="t"/>
              <a:pathLst>
                <a:path extrusionOk="0" h="22" w="1">
                  <a:moveTo>
                    <a:pt x="1"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3" name="Google Shape;6383;p129"/>
            <p:cNvSpPr/>
            <p:nvPr/>
          </p:nvSpPr>
          <p:spPr>
            <a:xfrm>
              <a:off x="2158756" y="1621753"/>
              <a:ext cx="14" cy="109"/>
            </a:xfrm>
            <a:custGeom>
              <a:rect b="b" l="l" r="r" t="t"/>
              <a:pathLst>
                <a:path extrusionOk="0" h="8" w="1">
                  <a:moveTo>
                    <a:pt x="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4" name="Google Shape;6384;p129"/>
            <p:cNvSpPr/>
            <p:nvPr/>
          </p:nvSpPr>
          <p:spPr>
            <a:xfrm>
              <a:off x="2153433" y="1596227"/>
              <a:ext cx="109" cy="448"/>
            </a:xfrm>
            <a:custGeom>
              <a:rect b="b" l="l" r="r" t="t"/>
              <a:pathLst>
                <a:path extrusionOk="0" h="33" w="8">
                  <a:moveTo>
                    <a:pt x="8" y="32"/>
                  </a:moveTo>
                  <a:cubicBezTo>
                    <a:pt x="4" y="22"/>
                    <a:pt x="1" y="11"/>
                    <a:pt x="1" y="1"/>
                  </a:cubicBezTo>
                  <a:cubicBezTo>
                    <a:pt x="1" y="11"/>
                    <a:pt x="4" y="22"/>
                    <a:pt x="8"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5" name="Google Shape;6385;p129"/>
            <p:cNvSpPr/>
            <p:nvPr/>
          </p:nvSpPr>
          <p:spPr>
            <a:xfrm>
              <a:off x="2147160" y="1646763"/>
              <a:ext cx="3775" cy="2390"/>
            </a:xfrm>
            <a:custGeom>
              <a:rect b="b" l="l" r="r" t="t"/>
              <a:pathLst>
                <a:path extrusionOk="0" h="176" w="278">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6" name="Google Shape;6386;p129"/>
            <p:cNvSpPr/>
            <p:nvPr/>
          </p:nvSpPr>
          <p:spPr>
            <a:xfrm>
              <a:off x="2121445" y="1657027"/>
              <a:ext cx="204" cy="14"/>
            </a:xfrm>
            <a:custGeom>
              <a:rect b="b" l="l" r="r" t="t"/>
              <a:pathLst>
                <a:path extrusionOk="0" h="1" w="15">
                  <a:moveTo>
                    <a:pt x="1" y="0"/>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7" name="Google Shape;6387;p129"/>
            <p:cNvSpPr/>
            <p:nvPr/>
          </p:nvSpPr>
          <p:spPr>
            <a:xfrm>
              <a:off x="2120073" y="1657123"/>
              <a:ext cx="815" cy="489"/>
            </a:xfrm>
            <a:custGeom>
              <a:rect b="b" l="l" r="r" t="t"/>
              <a:pathLst>
                <a:path extrusionOk="0" h="36" w="60">
                  <a:moveTo>
                    <a:pt x="60" y="0"/>
                  </a:moveTo>
                  <a:cubicBezTo>
                    <a:pt x="39" y="4"/>
                    <a:pt x="14" y="14"/>
                    <a:pt x="0" y="35"/>
                  </a:cubicBezTo>
                  <a:cubicBezTo>
                    <a:pt x="14" y="18"/>
                    <a:pt x="39" y="4"/>
                    <a:pt x="6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8" name="Google Shape;6388;p129"/>
            <p:cNvSpPr/>
            <p:nvPr/>
          </p:nvSpPr>
          <p:spPr>
            <a:xfrm>
              <a:off x="2121159" y="165702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9" name="Google Shape;6389;p129"/>
            <p:cNvSpPr/>
            <p:nvPr/>
          </p:nvSpPr>
          <p:spPr>
            <a:xfrm>
              <a:off x="2122069" y="1657123"/>
              <a:ext cx="244" cy="109"/>
            </a:xfrm>
            <a:custGeom>
              <a:rect b="b" l="l" r="r" t="t"/>
              <a:pathLst>
                <a:path extrusionOk="0" h="8" w="18">
                  <a:moveTo>
                    <a:pt x="0" y="0"/>
                  </a:moveTo>
                  <a:lnTo>
                    <a:pt x="18"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0" name="Google Shape;6390;p129"/>
            <p:cNvSpPr/>
            <p:nvPr/>
          </p:nvSpPr>
          <p:spPr>
            <a:xfrm>
              <a:off x="2123020" y="1657598"/>
              <a:ext cx="149" cy="109"/>
            </a:xfrm>
            <a:custGeom>
              <a:rect b="b" l="l" r="r" t="t"/>
              <a:pathLst>
                <a:path extrusionOk="0" h="8" w="11">
                  <a:moveTo>
                    <a:pt x="0" y="0"/>
                  </a:moveTo>
                  <a:lnTo>
                    <a:pt x="1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1" name="Google Shape;6391;p129"/>
            <p:cNvSpPr/>
            <p:nvPr/>
          </p:nvSpPr>
          <p:spPr>
            <a:xfrm>
              <a:off x="2122680" y="1657408"/>
              <a:ext cx="204" cy="109"/>
            </a:xfrm>
            <a:custGeom>
              <a:rect b="b" l="l" r="r" t="t"/>
              <a:pathLst>
                <a:path extrusionOk="0" h="8" w="15">
                  <a:moveTo>
                    <a:pt x="1" y="0"/>
                  </a:moveTo>
                  <a:lnTo>
                    <a:pt x="15"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2" name="Google Shape;6392;p129"/>
            <p:cNvSpPr/>
            <p:nvPr/>
          </p:nvSpPr>
          <p:spPr>
            <a:xfrm>
              <a:off x="2122395" y="1657258"/>
              <a:ext cx="204" cy="109"/>
            </a:xfrm>
            <a:custGeom>
              <a:rect b="b" l="l" r="r" t="t"/>
              <a:pathLst>
                <a:path extrusionOk="0" h="8" w="15">
                  <a:moveTo>
                    <a:pt x="1" y="1"/>
                  </a:moveTo>
                  <a:lnTo>
                    <a:pt x="15"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3" name="Google Shape;6393;p129"/>
            <p:cNvSpPr/>
            <p:nvPr/>
          </p:nvSpPr>
          <p:spPr>
            <a:xfrm>
              <a:off x="2121730" y="1657068"/>
              <a:ext cx="258" cy="68"/>
            </a:xfrm>
            <a:custGeom>
              <a:rect b="b" l="l" r="r" t="t"/>
              <a:pathLst>
                <a:path extrusionOk="0" h="5" w="19">
                  <a:moveTo>
                    <a:pt x="1" y="1"/>
                  </a:moveTo>
                  <a:lnTo>
                    <a:pt x="1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4" name="Google Shape;6394;p129"/>
            <p:cNvSpPr/>
            <p:nvPr/>
          </p:nvSpPr>
          <p:spPr>
            <a:xfrm>
              <a:off x="2123305" y="1657788"/>
              <a:ext cx="434" cy="299"/>
            </a:xfrm>
            <a:custGeom>
              <a:rect b="b" l="l" r="r" t="t"/>
              <a:pathLst>
                <a:path extrusionOk="0" h="22" w="32">
                  <a:moveTo>
                    <a:pt x="0" y="0"/>
                  </a:moveTo>
                  <a:lnTo>
                    <a:pt x="32"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5" name="Google Shape;6395;p129"/>
            <p:cNvSpPr/>
            <p:nvPr/>
          </p:nvSpPr>
          <p:spPr>
            <a:xfrm>
              <a:off x="2146454" y="1643436"/>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6" name="Google Shape;6396;p129"/>
            <p:cNvSpPr/>
            <p:nvPr/>
          </p:nvSpPr>
          <p:spPr>
            <a:xfrm>
              <a:off x="2146780" y="1643667"/>
              <a:ext cx="109" cy="68"/>
            </a:xfrm>
            <a:custGeom>
              <a:rect b="b" l="l" r="r" t="t"/>
              <a:pathLst>
                <a:path extrusionOk="0" h="5" w="8">
                  <a:moveTo>
                    <a:pt x="8"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7" name="Google Shape;6397;p129"/>
            <p:cNvSpPr/>
            <p:nvPr/>
          </p:nvSpPr>
          <p:spPr>
            <a:xfrm>
              <a:off x="2150867" y="164670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8" name="Google Shape;6398;p129"/>
            <p:cNvSpPr/>
            <p:nvPr/>
          </p:nvSpPr>
          <p:spPr>
            <a:xfrm>
              <a:off x="2158280" y="1623559"/>
              <a:ext cx="258" cy="543"/>
            </a:xfrm>
            <a:custGeom>
              <a:rect b="b" l="l" r="r" t="t"/>
              <a:pathLst>
                <a:path extrusionOk="0" h="40" w="19">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9" name="Google Shape;6399;p129"/>
            <p:cNvSpPr/>
            <p:nvPr/>
          </p:nvSpPr>
          <p:spPr>
            <a:xfrm>
              <a:off x="2150731" y="1646573"/>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0" name="Google Shape;6400;p129"/>
            <p:cNvSpPr/>
            <p:nvPr/>
          </p:nvSpPr>
          <p:spPr>
            <a:xfrm>
              <a:off x="2157859" y="1623993"/>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1" name="Google Shape;6401;p129"/>
            <p:cNvSpPr/>
            <p:nvPr/>
          </p:nvSpPr>
          <p:spPr>
            <a:xfrm>
              <a:off x="2158090" y="162403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2" name="Google Shape;6402;p129"/>
            <p:cNvSpPr/>
            <p:nvPr/>
          </p:nvSpPr>
          <p:spPr>
            <a:xfrm>
              <a:off x="2147310" y="1644047"/>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3" name="Google Shape;6403;p129"/>
            <p:cNvSpPr/>
            <p:nvPr/>
          </p:nvSpPr>
          <p:spPr>
            <a:xfrm>
              <a:off x="2147785" y="1644333"/>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4" name="Google Shape;6404;p129"/>
            <p:cNvSpPr/>
            <p:nvPr/>
          </p:nvSpPr>
          <p:spPr>
            <a:xfrm>
              <a:off x="2145409" y="1642717"/>
              <a:ext cx="299" cy="204"/>
            </a:xfrm>
            <a:custGeom>
              <a:rect b="b" l="l" r="r" t="t"/>
              <a:pathLst>
                <a:path extrusionOk="0" h="15" w="22">
                  <a:moveTo>
                    <a:pt x="21"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5" name="Google Shape;6405;p129"/>
            <p:cNvSpPr/>
            <p:nvPr/>
          </p:nvSpPr>
          <p:spPr>
            <a:xfrm>
              <a:off x="2145069" y="1642486"/>
              <a:ext cx="299" cy="204"/>
            </a:xfrm>
            <a:custGeom>
              <a:rect b="b" l="l" r="r" t="t"/>
              <a:pathLst>
                <a:path extrusionOk="0" h="15" w="22">
                  <a:moveTo>
                    <a:pt x="22"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6" name="Google Shape;6406;p129"/>
            <p:cNvSpPr/>
            <p:nvPr/>
          </p:nvSpPr>
          <p:spPr>
            <a:xfrm>
              <a:off x="2158430" y="1623274"/>
              <a:ext cx="204" cy="543"/>
            </a:xfrm>
            <a:custGeom>
              <a:rect b="b" l="l" r="r" t="t"/>
              <a:pathLst>
                <a:path extrusionOk="0" h="40" w="15">
                  <a:moveTo>
                    <a:pt x="14" y="1"/>
                  </a:moveTo>
                  <a:lnTo>
                    <a:pt x="7" y="18"/>
                  </a:lnTo>
                  <a:lnTo>
                    <a:pt x="7" y="22"/>
                  </a:lnTo>
                  <a:lnTo>
                    <a:pt x="0" y="39"/>
                  </a:lnTo>
                  <a:cubicBezTo>
                    <a:pt x="7" y="25"/>
                    <a:pt x="11" y="15"/>
                    <a:pt x="1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7" name="Google Shape;6407;p129"/>
            <p:cNvSpPr/>
            <p:nvPr/>
          </p:nvSpPr>
          <p:spPr>
            <a:xfrm>
              <a:off x="2150921" y="1646763"/>
              <a:ext cx="14" cy="14"/>
            </a:xfrm>
            <a:custGeom>
              <a:rect b="b" l="l" r="r" t="t"/>
              <a:pathLst>
                <a:path extrusionOk="0" h="1" w="1">
                  <a:moveTo>
                    <a:pt x="0"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8" name="Google Shape;6408;p129"/>
            <p:cNvSpPr/>
            <p:nvPr/>
          </p:nvSpPr>
          <p:spPr>
            <a:xfrm>
              <a:off x="2102911" y="1600219"/>
              <a:ext cx="109" cy="489"/>
            </a:xfrm>
            <a:custGeom>
              <a:rect b="b" l="l" r="r" t="t"/>
              <a:pathLst>
                <a:path extrusionOk="0" h="36" w="8">
                  <a:moveTo>
                    <a:pt x="7" y="36"/>
                  </a:moveTo>
                  <a:cubicBezTo>
                    <a:pt x="7" y="25"/>
                    <a:pt x="4" y="15"/>
                    <a:pt x="0" y="1"/>
                  </a:cubicBezTo>
                  <a:cubicBezTo>
                    <a:pt x="4" y="15"/>
                    <a:pt x="7" y="25"/>
                    <a:pt x="7" y="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9" name="Google Shape;6409;p129"/>
            <p:cNvSpPr/>
            <p:nvPr/>
          </p:nvSpPr>
          <p:spPr>
            <a:xfrm>
              <a:off x="2103101" y="1604741"/>
              <a:ext cx="54" cy="149"/>
            </a:xfrm>
            <a:custGeom>
              <a:rect b="b" l="l" r="r" t="t"/>
              <a:pathLst>
                <a:path extrusionOk="0" h="11" w="4">
                  <a:moveTo>
                    <a:pt x="4" y="0"/>
                  </a:moveTo>
                  <a:lnTo>
                    <a:pt x="4" y="0"/>
                  </a:lnTo>
                  <a:cubicBezTo>
                    <a:pt x="0" y="4"/>
                    <a:pt x="0" y="7"/>
                    <a:pt x="0" y="11"/>
                  </a:cubicBezTo>
                  <a:cubicBezTo>
                    <a:pt x="0" y="7"/>
                    <a:pt x="0"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0" name="Google Shape;6410;p129"/>
            <p:cNvSpPr/>
            <p:nvPr/>
          </p:nvSpPr>
          <p:spPr>
            <a:xfrm>
              <a:off x="2103142" y="1601224"/>
              <a:ext cx="68" cy="394"/>
            </a:xfrm>
            <a:custGeom>
              <a:rect b="b" l="l" r="r" t="t"/>
              <a:pathLst>
                <a:path extrusionOk="0" h="29" w="5">
                  <a:moveTo>
                    <a:pt x="4" y="28"/>
                  </a:moveTo>
                  <a:cubicBezTo>
                    <a:pt x="4" y="18"/>
                    <a:pt x="1" y="7"/>
                    <a:pt x="1" y="0"/>
                  </a:cubicBezTo>
                  <a:cubicBezTo>
                    <a:pt x="1" y="7"/>
                    <a:pt x="4" y="18"/>
                    <a:pt x="4"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1" name="Google Shape;6411;p129"/>
            <p:cNvSpPr/>
            <p:nvPr/>
          </p:nvSpPr>
          <p:spPr>
            <a:xfrm>
              <a:off x="2103291" y="1602079"/>
              <a:ext cx="14" cy="394"/>
            </a:xfrm>
            <a:custGeom>
              <a:rect b="b" l="l" r="r" t="t"/>
              <a:pathLst>
                <a:path extrusionOk="0" h="29" w="1">
                  <a:moveTo>
                    <a:pt x="0" y="28"/>
                  </a:moveTo>
                  <a:cubicBezTo>
                    <a:pt x="0" y="18"/>
                    <a:pt x="0" y="11"/>
                    <a:pt x="0" y="0"/>
                  </a:cubicBezTo>
                  <a:cubicBezTo>
                    <a:pt x="0" y="7"/>
                    <a:pt x="0" y="18"/>
                    <a:pt x="0"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2" name="Google Shape;6412;p129"/>
            <p:cNvSpPr/>
            <p:nvPr/>
          </p:nvSpPr>
          <p:spPr>
            <a:xfrm>
              <a:off x="2103332" y="1602840"/>
              <a:ext cx="14" cy="339"/>
            </a:xfrm>
            <a:custGeom>
              <a:rect b="b" l="l" r="r" t="t"/>
              <a:pathLst>
                <a:path extrusionOk="0" h="25" w="1">
                  <a:moveTo>
                    <a:pt x="1" y="0"/>
                  </a:moveTo>
                  <a:lnTo>
                    <a:pt x="1" y="25"/>
                  </a:lnTo>
                  <a:cubicBezTo>
                    <a:pt x="1" y="14"/>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3" name="Google Shape;6413;p129"/>
            <p:cNvSpPr/>
            <p:nvPr/>
          </p:nvSpPr>
          <p:spPr>
            <a:xfrm>
              <a:off x="2103237" y="1604170"/>
              <a:ext cx="68" cy="244"/>
            </a:xfrm>
            <a:custGeom>
              <a:rect b="b" l="l" r="r" t="t"/>
              <a:pathLst>
                <a:path extrusionOk="0" h="18" w="5">
                  <a:moveTo>
                    <a:pt x="4" y="0"/>
                  </a:moveTo>
                  <a:cubicBezTo>
                    <a:pt x="1" y="4"/>
                    <a:pt x="1" y="11"/>
                    <a:pt x="1" y="18"/>
                  </a:cubicBezTo>
                  <a:cubicBezTo>
                    <a:pt x="1" y="11"/>
                    <a:pt x="1"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4" name="Google Shape;6414;p129"/>
            <p:cNvSpPr/>
            <p:nvPr/>
          </p:nvSpPr>
          <p:spPr>
            <a:xfrm>
              <a:off x="2103332" y="1603546"/>
              <a:ext cx="14" cy="258"/>
            </a:xfrm>
            <a:custGeom>
              <a:rect b="b" l="l" r="r" t="t"/>
              <a:pathLst>
                <a:path extrusionOk="0" h="19" w="1">
                  <a:moveTo>
                    <a:pt x="1" y="18"/>
                  </a:moveTo>
                  <a:lnTo>
                    <a:pt x="1" y="1"/>
                  </a:lnTo>
                  <a:cubicBezTo>
                    <a:pt x="1" y="8"/>
                    <a:pt x="1" y="15"/>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5" name="Google Shape;6415;p129"/>
            <p:cNvSpPr/>
            <p:nvPr/>
          </p:nvSpPr>
          <p:spPr>
            <a:xfrm>
              <a:off x="2095308" y="1620572"/>
              <a:ext cx="149" cy="489"/>
            </a:xfrm>
            <a:custGeom>
              <a:rect b="b" l="l" r="r" t="t"/>
              <a:pathLst>
                <a:path extrusionOk="0" h="36" w="11">
                  <a:moveTo>
                    <a:pt x="0" y="35"/>
                  </a:moveTo>
                  <a:cubicBezTo>
                    <a:pt x="4" y="25"/>
                    <a:pt x="7" y="11"/>
                    <a:pt x="11" y="0"/>
                  </a:cubicBezTo>
                  <a:cubicBezTo>
                    <a:pt x="7" y="11"/>
                    <a:pt x="4" y="25"/>
                    <a:pt x="0" y="3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6" name="Google Shape;6416;p129"/>
            <p:cNvSpPr/>
            <p:nvPr/>
          </p:nvSpPr>
          <p:spPr>
            <a:xfrm>
              <a:off x="2095593" y="1634068"/>
              <a:ext cx="54" cy="109"/>
            </a:xfrm>
            <a:custGeom>
              <a:rect b="b" l="l" r="r" t="t"/>
              <a:pathLst>
                <a:path extrusionOk="0" h="8" w="4">
                  <a:moveTo>
                    <a:pt x="0" y="0"/>
                  </a:moveTo>
                  <a:lnTo>
                    <a:pt x="4"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7" name="Google Shape;6417;p129"/>
            <p:cNvSpPr/>
            <p:nvPr/>
          </p:nvSpPr>
          <p:spPr>
            <a:xfrm>
              <a:off x="2095308" y="1633688"/>
              <a:ext cx="244" cy="299"/>
            </a:xfrm>
            <a:custGeom>
              <a:rect b="b" l="l" r="r" t="t"/>
              <a:pathLst>
                <a:path extrusionOk="0" h="22" w="18">
                  <a:moveTo>
                    <a:pt x="0" y="0"/>
                  </a:moveTo>
                  <a:lnTo>
                    <a:pt x="18"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8" name="Google Shape;6418;p129"/>
            <p:cNvSpPr/>
            <p:nvPr/>
          </p:nvSpPr>
          <p:spPr>
            <a:xfrm>
              <a:off x="2095159" y="1633443"/>
              <a:ext cx="14" cy="68"/>
            </a:xfrm>
            <a:custGeom>
              <a:rect b="b" l="l" r="r" t="t"/>
              <a:pathLst>
                <a:path extrusionOk="0" h="5" w="1">
                  <a:moveTo>
                    <a:pt x="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9" name="Google Shape;6419;p129"/>
            <p:cNvSpPr/>
            <p:nvPr/>
          </p:nvSpPr>
          <p:spPr>
            <a:xfrm>
              <a:off x="2097345" y="1638969"/>
              <a:ext cx="14" cy="109"/>
            </a:xfrm>
            <a:custGeom>
              <a:rect b="b" l="l" r="r" t="t"/>
              <a:pathLst>
                <a:path extrusionOk="0" h="8" w="1">
                  <a:moveTo>
                    <a:pt x="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0" name="Google Shape;6420;p129"/>
            <p:cNvSpPr/>
            <p:nvPr/>
          </p:nvSpPr>
          <p:spPr>
            <a:xfrm>
              <a:off x="2096163" y="1635059"/>
              <a:ext cx="109" cy="163"/>
            </a:xfrm>
            <a:custGeom>
              <a:rect b="b" l="l" r="r" t="t"/>
              <a:pathLst>
                <a:path extrusionOk="0" h="12" w="8">
                  <a:moveTo>
                    <a:pt x="0" y="1"/>
                  </a:moveTo>
                  <a:lnTo>
                    <a:pt x="7"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1" name="Google Shape;6421;p129"/>
            <p:cNvSpPr/>
            <p:nvPr/>
          </p:nvSpPr>
          <p:spPr>
            <a:xfrm>
              <a:off x="2096014" y="1634774"/>
              <a:ext cx="109" cy="163"/>
            </a:xfrm>
            <a:custGeom>
              <a:rect b="b" l="l" r="r" t="t"/>
              <a:pathLst>
                <a:path extrusionOk="0" h="12" w="8">
                  <a:moveTo>
                    <a:pt x="1" y="1"/>
                  </a:moveTo>
                  <a:lnTo>
                    <a:pt x="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2" name="Google Shape;6422;p129"/>
            <p:cNvSpPr/>
            <p:nvPr/>
          </p:nvSpPr>
          <p:spPr>
            <a:xfrm>
              <a:off x="2097249" y="1638345"/>
              <a:ext cx="68" cy="163"/>
            </a:xfrm>
            <a:custGeom>
              <a:rect b="b" l="l" r="r" t="t"/>
              <a:pathLst>
                <a:path extrusionOk="0" h="12" w="5">
                  <a:moveTo>
                    <a:pt x="1" y="1"/>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3" name="Google Shape;6423;p129"/>
            <p:cNvSpPr/>
            <p:nvPr/>
          </p:nvSpPr>
          <p:spPr>
            <a:xfrm>
              <a:off x="2097059" y="1637299"/>
              <a:ext cx="14" cy="204"/>
            </a:xfrm>
            <a:custGeom>
              <a:rect b="b" l="l" r="r" t="t"/>
              <a:pathLst>
                <a:path extrusionOk="0" h="15" w="1">
                  <a:moveTo>
                    <a:pt x="1"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4" name="Google Shape;6424;p129"/>
            <p:cNvSpPr/>
            <p:nvPr/>
          </p:nvSpPr>
          <p:spPr>
            <a:xfrm>
              <a:off x="2096774" y="1636444"/>
              <a:ext cx="68" cy="149"/>
            </a:xfrm>
            <a:custGeom>
              <a:rect b="b" l="l" r="r" t="t"/>
              <a:pathLst>
                <a:path extrusionOk="0" h="11" w="5">
                  <a:moveTo>
                    <a:pt x="1" y="0"/>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5" name="Google Shape;6425;p129"/>
            <p:cNvSpPr/>
            <p:nvPr/>
          </p:nvSpPr>
          <p:spPr>
            <a:xfrm>
              <a:off x="2096639" y="1636009"/>
              <a:ext cx="54" cy="204"/>
            </a:xfrm>
            <a:custGeom>
              <a:rect b="b" l="l" r="r" t="t"/>
              <a:pathLst>
                <a:path extrusionOk="0" h="15" w="4">
                  <a:moveTo>
                    <a:pt x="0" y="1"/>
                  </a:moveTo>
                  <a:lnTo>
                    <a:pt x="4"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6" name="Google Shape;6426;p129"/>
            <p:cNvSpPr/>
            <p:nvPr/>
          </p:nvSpPr>
          <p:spPr>
            <a:xfrm>
              <a:off x="2097154" y="1637775"/>
              <a:ext cx="68" cy="204"/>
            </a:xfrm>
            <a:custGeom>
              <a:rect b="b" l="l" r="r" t="t"/>
              <a:pathLst>
                <a:path extrusionOk="0" h="15" w="5">
                  <a:moveTo>
                    <a:pt x="1" y="1"/>
                  </a:moveTo>
                  <a:lnTo>
                    <a:pt x="4"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7" name="Google Shape;6427;p129"/>
            <p:cNvSpPr/>
            <p:nvPr/>
          </p:nvSpPr>
          <p:spPr>
            <a:xfrm>
              <a:off x="2096924" y="1636824"/>
              <a:ext cx="54" cy="204"/>
            </a:xfrm>
            <a:custGeom>
              <a:rect b="b" l="l" r="r" t="t"/>
              <a:pathLst>
                <a:path extrusionOk="0" h="15" w="4">
                  <a:moveTo>
                    <a:pt x="0" y="0"/>
                  </a:moveTo>
                  <a:lnTo>
                    <a:pt x="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8" name="Google Shape;6428;p129"/>
            <p:cNvSpPr/>
            <p:nvPr/>
          </p:nvSpPr>
          <p:spPr>
            <a:xfrm>
              <a:off x="2096353" y="1635344"/>
              <a:ext cx="54" cy="163"/>
            </a:xfrm>
            <a:custGeom>
              <a:rect b="b" l="l" r="r" t="t"/>
              <a:pathLst>
                <a:path extrusionOk="0" h="12" w="4">
                  <a:moveTo>
                    <a:pt x="0" y="1"/>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9" name="Google Shape;6429;p129"/>
            <p:cNvSpPr/>
            <p:nvPr/>
          </p:nvSpPr>
          <p:spPr>
            <a:xfrm>
              <a:off x="2096489" y="1635724"/>
              <a:ext cx="68" cy="163"/>
            </a:xfrm>
            <a:custGeom>
              <a:rect b="b" l="l" r="r" t="t"/>
              <a:pathLst>
                <a:path extrusionOk="0" h="12" w="5">
                  <a:moveTo>
                    <a:pt x="1" y="1"/>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0" name="Google Shape;6430;p129"/>
            <p:cNvSpPr/>
            <p:nvPr/>
          </p:nvSpPr>
          <p:spPr>
            <a:xfrm>
              <a:off x="2095878" y="1634543"/>
              <a:ext cx="54" cy="109"/>
            </a:xfrm>
            <a:custGeom>
              <a:rect b="b" l="l" r="r" t="t"/>
              <a:pathLst>
                <a:path extrusionOk="0" h="8" w="4">
                  <a:moveTo>
                    <a:pt x="0" y="0"/>
                  </a:moveTo>
                  <a:lnTo>
                    <a:pt x="4"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1" name="Google Shape;6431;p129"/>
            <p:cNvSpPr/>
            <p:nvPr/>
          </p:nvSpPr>
          <p:spPr>
            <a:xfrm>
              <a:off x="2095729" y="1634299"/>
              <a:ext cx="68" cy="109"/>
            </a:xfrm>
            <a:custGeom>
              <a:rect b="b" l="l" r="r" t="t"/>
              <a:pathLst>
                <a:path extrusionOk="0" h="8" w="5">
                  <a:moveTo>
                    <a:pt x="1" y="1"/>
                  </a:moveTo>
                  <a:lnTo>
                    <a:pt x="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2" name="Google Shape;6432;p129"/>
            <p:cNvSpPr/>
            <p:nvPr/>
          </p:nvSpPr>
          <p:spPr>
            <a:xfrm>
              <a:off x="2095254" y="1632968"/>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3" name="Google Shape;6433;p129"/>
            <p:cNvSpPr/>
            <p:nvPr/>
          </p:nvSpPr>
          <p:spPr>
            <a:xfrm>
              <a:off x="2095064" y="1633063"/>
              <a:ext cx="163" cy="258"/>
            </a:xfrm>
            <a:custGeom>
              <a:rect b="b" l="l" r="r" t="t"/>
              <a:pathLst>
                <a:path extrusionOk="0" h="19" w="12">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4" name="Google Shape;6434;p129"/>
            <p:cNvSpPr/>
            <p:nvPr/>
          </p:nvSpPr>
          <p:spPr>
            <a:xfrm>
              <a:off x="2094588" y="1626274"/>
              <a:ext cx="964" cy="1860"/>
            </a:xfrm>
            <a:custGeom>
              <a:rect b="b" l="l" r="r" t="t"/>
              <a:pathLst>
                <a:path extrusionOk="0" h="137" w="71">
                  <a:moveTo>
                    <a:pt x="71" y="137"/>
                  </a:moveTo>
                  <a:cubicBezTo>
                    <a:pt x="46" y="95"/>
                    <a:pt x="1" y="28"/>
                    <a:pt x="4" y="0"/>
                  </a:cubicBezTo>
                  <a:lnTo>
                    <a:pt x="4" y="0"/>
                  </a:lnTo>
                  <a:cubicBezTo>
                    <a:pt x="1" y="28"/>
                    <a:pt x="46" y="95"/>
                    <a:pt x="71" y="13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5" name="Google Shape;6435;p129"/>
            <p:cNvSpPr/>
            <p:nvPr/>
          </p:nvSpPr>
          <p:spPr>
            <a:xfrm>
              <a:off x="2095064" y="163330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6" name="Google Shape;6436;p129"/>
            <p:cNvSpPr/>
            <p:nvPr/>
          </p:nvSpPr>
          <p:spPr>
            <a:xfrm>
              <a:off x="2109944" y="1656498"/>
              <a:ext cx="149" cy="14"/>
            </a:xfrm>
            <a:custGeom>
              <a:rect b="b" l="l" r="r" t="t"/>
              <a:pathLst>
                <a:path extrusionOk="0" h="1" w="11">
                  <a:moveTo>
                    <a:pt x="0"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7" name="Google Shape;6437;p129"/>
            <p:cNvSpPr/>
            <p:nvPr/>
          </p:nvSpPr>
          <p:spPr>
            <a:xfrm>
              <a:off x="2110555" y="1656362"/>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8" name="Google Shape;6438;p129"/>
            <p:cNvSpPr/>
            <p:nvPr/>
          </p:nvSpPr>
          <p:spPr>
            <a:xfrm>
              <a:off x="2118118" y="1656647"/>
              <a:ext cx="869" cy="394"/>
            </a:xfrm>
            <a:custGeom>
              <a:rect b="b" l="l" r="r" t="t"/>
              <a:pathLst>
                <a:path extrusionOk="0" h="29" w="64">
                  <a:moveTo>
                    <a:pt x="1" y="0"/>
                  </a:moveTo>
                  <a:lnTo>
                    <a:pt x="64"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9" name="Google Shape;6439;p129"/>
            <p:cNvSpPr/>
            <p:nvPr/>
          </p:nvSpPr>
          <p:spPr>
            <a:xfrm>
              <a:off x="2109374" y="1656552"/>
              <a:ext cx="244" cy="14"/>
            </a:xfrm>
            <a:custGeom>
              <a:rect b="b" l="l" r="r" t="t"/>
              <a:pathLst>
                <a:path extrusionOk="0" h="1" w="18">
                  <a:moveTo>
                    <a:pt x="0" y="0"/>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0" name="Google Shape;6440;p129"/>
            <p:cNvSpPr/>
            <p:nvPr/>
          </p:nvSpPr>
          <p:spPr>
            <a:xfrm>
              <a:off x="2110325" y="1656403"/>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1" name="Google Shape;6441;p129"/>
            <p:cNvSpPr/>
            <p:nvPr/>
          </p:nvSpPr>
          <p:spPr>
            <a:xfrm>
              <a:off x="2117222" y="1656308"/>
              <a:ext cx="774" cy="299"/>
            </a:xfrm>
            <a:custGeom>
              <a:rect b="b" l="l" r="r" t="t"/>
              <a:pathLst>
                <a:path extrusionOk="0" h="22" w="57">
                  <a:moveTo>
                    <a:pt x="0" y="1"/>
                  </a:moveTo>
                  <a:lnTo>
                    <a:pt x="56"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2" name="Google Shape;6442;p129"/>
            <p:cNvSpPr/>
            <p:nvPr/>
          </p:nvSpPr>
          <p:spPr>
            <a:xfrm>
              <a:off x="2110650" y="1656308"/>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3" name="Google Shape;6443;p129"/>
            <p:cNvSpPr/>
            <p:nvPr/>
          </p:nvSpPr>
          <p:spPr>
            <a:xfrm>
              <a:off x="2110135" y="1656457"/>
              <a:ext cx="149" cy="14"/>
            </a:xfrm>
            <a:custGeom>
              <a:rect b="b" l="l" r="r" t="t"/>
              <a:pathLst>
                <a:path extrusionOk="0" h="1" w="11">
                  <a:moveTo>
                    <a:pt x="0"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4" name="Google Shape;6444;p129"/>
            <p:cNvSpPr/>
            <p:nvPr/>
          </p:nvSpPr>
          <p:spPr>
            <a:xfrm>
              <a:off x="2119069" y="1657123"/>
              <a:ext cx="964" cy="434"/>
            </a:xfrm>
            <a:custGeom>
              <a:rect b="b" l="l" r="r" t="t"/>
              <a:pathLst>
                <a:path extrusionOk="0" h="32" w="71">
                  <a:moveTo>
                    <a:pt x="1" y="0"/>
                  </a:moveTo>
                  <a:lnTo>
                    <a:pt x="71"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5" name="Google Shape;6445;p129"/>
            <p:cNvSpPr/>
            <p:nvPr/>
          </p:nvSpPr>
          <p:spPr>
            <a:xfrm>
              <a:off x="2108994" y="1656593"/>
              <a:ext cx="339" cy="14"/>
            </a:xfrm>
            <a:custGeom>
              <a:rect b="b" l="l" r="r" t="t"/>
              <a:pathLst>
                <a:path extrusionOk="0" h="1" w="25">
                  <a:moveTo>
                    <a:pt x="0" y="1"/>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6" name="Google Shape;6446;p129"/>
            <p:cNvSpPr/>
            <p:nvPr/>
          </p:nvSpPr>
          <p:spPr>
            <a:xfrm>
              <a:off x="2109659" y="1656498"/>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7" name="Google Shape;6447;p129"/>
            <p:cNvSpPr/>
            <p:nvPr/>
          </p:nvSpPr>
          <p:spPr>
            <a:xfrm>
              <a:off x="2116407" y="1656023"/>
              <a:ext cx="679" cy="258"/>
            </a:xfrm>
            <a:custGeom>
              <a:rect b="b" l="l" r="r" t="t"/>
              <a:pathLst>
                <a:path extrusionOk="0" h="19" w="50">
                  <a:moveTo>
                    <a:pt x="1" y="1"/>
                  </a:moveTo>
                  <a:cubicBezTo>
                    <a:pt x="15" y="4"/>
                    <a:pt x="32" y="11"/>
                    <a:pt x="50" y="18"/>
                  </a:cubicBezTo>
                  <a:cubicBezTo>
                    <a:pt x="32" y="11"/>
                    <a:pt x="15"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8" name="Google Shape;6448;p129"/>
            <p:cNvSpPr/>
            <p:nvPr/>
          </p:nvSpPr>
          <p:spPr>
            <a:xfrm>
              <a:off x="2106428" y="1656552"/>
              <a:ext cx="584" cy="14"/>
            </a:xfrm>
            <a:custGeom>
              <a:rect b="b" l="l" r="r" t="t"/>
              <a:pathLst>
                <a:path extrusionOk="0" h="1" w="43">
                  <a:moveTo>
                    <a:pt x="0" y="0"/>
                  </a:moveTo>
                  <a:lnTo>
                    <a:pt x="4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9" name="Google Shape;6449;p129"/>
            <p:cNvSpPr/>
            <p:nvPr/>
          </p:nvSpPr>
          <p:spPr>
            <a:xfrm>
              <a:off x="2105898" y="1656498"/>
              <a:ext cx="299" cy="14"/>
            </a:xfrm>
            <a:custGeom>
              <a:rect b="b" l="l" r="r" t="t"/>
              <a:pathLst>
                <a:path extrusionOk="0" h="1" w="22">
                  <a:moveTo>
                    <a:pt x="22" y="1"/>
                  </a:moveTo>
                  <a:lnTo>
                    <a:pt x="1" y="1"/>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0" name="Google Shape;6450;p129"/>
            <p:cNvSpPr/>
            <p:nvPr/>
          </p:nvSpPr>
          <p:spPr>
            <a:xfrm>
              <a:off x="2110460" y="1656403"/>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1" name="Google Shape;6451;p129"/>
            <p:cNvSpPr/>
            <p:nvPr/>
          </p:nvSpPr>
          <p:spPr>
            <a:xfrm>
              <a:off x="2107039" y="1656593"/>
              <a:ext cx="1969" cy="14"/>
            </a:xfrm>
            <a:custGeom>
              <a:rect b="b" l="l" r="r" t="t"/>
              <a:pathLst>
                <a:path extrusionOk="0" h="1" w="145">
                  <a:moveTo>
                    <a:pt x="144" y="1"/>
                  </a:moveTo>
                  <a:lnTo>
                    <a:pt x="1" y="1"/>
                  </a:lnTo>
                  <a:cubicBezTo>
                    <a:pt x="60" y="1"/>
                    <a:pt x="106" y="1"/>
                    <a:pt x="14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2" name="Google Shape;6452;p129"/>
            <p:cNvSpPr/>
            <p:nvPr/>
          </p:nvSpPr>
          <p:spPr>
            <a:xfrm>
              <a:off x="2203154" y="1406808"/>
              <a:ext cx="75925" cy="121342"/>
            </a:xfrm>
            <a:custGeom>
              <a:rect b="b" l="l" r="r" t="t"/>
              <a:pathLst>
                <a:path extrusionOk="0" h="8937" w="5592">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3" name="Google Shape;6453;p129"/>
            <p:cNvSpPr/>
            <p:nvPr/>
          </p:nvSpPr>
          <p:spPr>
            <a:xfrm>
              <a:off x="2302786" y="1795464"/>
              <a:ext cx="154498" cy="123284"/>
            </a:xfrm>
            <a:custGeom>
              <a:rect b="b" l="l" r="r" t="t"/>
              <a:pathLst>
                <a:path extrusionOk="0" h="9080" w="11379">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4" name="Google Shape;6454;p129"/>
            <p:cNvSpPr/>
            <p:nvPr/>
          </p:nvSpPr>
          <p:spPr>
            <a:xfrm>
              <a:off x="2303017" y="1816074"/>
              <a:ext cx="394" cy="1059"/>
            </a:xfrm>
            <a:custGeom>
              <a:rect b="b" l="l" r="r" t="t"/>
              <a:pathLst>
                <a:path extrusionOk="0" h="78" w="29">
                  <a:moveTo>
                    <a:pt x="29" y="0"/>
                  </a:moveTo>
                  <a:lnTo>
                    <a:pt x="1" y="7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5" name="Google Shape;6455;p129"/>
            <p:cNvSpPr/>
            <p:nvPr/>
          </p:nvSpPr>
          <p:spPr>
            <a:xfrm>
              <a:off x="2334625" y="1795491"/>
              <a:ext cx="1534" cy="14"/>
            </a:xfrm>
            <a:custGeom>
              <a:rect b="b" l="l" r="r" t="t"/>
              <a:pathLst>
                <a:path extrusionOk="0" h="1" w="113">
                  <a:moveTo>
                    <a:pt x="113" y="0"/>
                  </a:moveTo>
                  <a:lnTo>
                    <a:pt x="113" y="0"/>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6" name="Google Shape;6456;p129"/>
            <p:cNvSpPr/>
            <p:nvPr/>
          </p:nvSpPr>
          <p:spPr>
            <a:xfrm>
              <a:off x="2312765" y="1818355"/>
              <a:ext cx="434" cy="204"/>
            </a:xfrm>
            <a:custGeom>
              <a:rect b="b" l="l" r="r" t="t"/>
              <a:pathLst>
                <a:path extrusionOk="0" h="15" w="32">
                  <a:moveTo>
                    <a:pt x="32"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7" name="Google Shape;6457;p129"/>
            <p:cNvSpPr/>
            <p:nvPr/>
          </p:nvSpPr>
          <p:spPr>
            <a:xfrm>
              <a:off x="2311530" y="1818776"/>
              <a:ext cx="434" cy="109"/>
            </a:xfrm>
            <a:custGeom>
              <a:rect b="b" l="l" r="r" t="t"/>
              <a:pathLst>
                <a:path extrusionOk="0" h="8" w="32">
                  <a:moveTo>
                    <a:pt x="32"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8" name="Google Shape;6458;p129"/>
            <p:cNvSpPr/>
            <p:nvPr/>
          </p:nvSpPr>
          <p:spPr>
            <a:xfrm>
              <a:off x="2314571" y="1817025"/>
              <a:ext cx="584" cy="489"/>
            </a:xfrm>
            <a:custGeom>
              <a:rect b="b" l="l" r="r" t="t"/>
              <a:pathLst>
                <a:path extrusionOk="0" h="36" w="43">
                  <a:moveTo>
                    <a:pt x="43" y="0"/>
                  </a:moveTo>
                  <a:cubicBezTo>
                    <a:pt x="29" y="14"/>
                    <a:pt x="15" y="25"/>
                    <a:pt x="1" y="35"/>
                  </a:cubicBezTo>
                  <a:cubicBezTo>
                    <a:pt x="15" y="25"/>
                    <a:pt x="29" y="14"/>
                    <a:pt x="4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9" name="Google Shape;6459;p129"/>
            <p:cNvSpPr/>
            <p:nvPr/>
          </p:nvSpPr>
          <p:spPr>
            <a:xfrm>
              <a:off x="2310959" y="1818926"/>
              <a:ext cx="394" cy="54"/>
            </a:xfrm>
            <a:custGeom>
              <a:rect b="b" l="l" r="r" t="t"/>
              <a:pathLst>
                <a:path extrusionOk="0" h="4" w="29">
                  <a:moveTo>
                    <a:pt x="28" y="0"/>
                  </a:moveTo>
                  <a:cubicBezTo>
                    <a:pt x="18" y="0"/>
                    <a:pt x="11" y="0"/>
                    <a:pt x="0" y="4"/>
                  </a:cubicBezTo>
                  <a:cubicBezTo>
                    <a:pt x="11" y="0"/>
                    <a:pt x="18" y="0"/>
                    <a:pt x="2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0" name="Google Shape;6460;p129"/>
            <p:cNvSpPr/>
            <p:nvPr/>
          </p:nvSpPr>
          <p:spPr>
            <a:xfrm>
              <a:off x="2313376" y="1818016"/>
              <a:ext cx="448" cy="258"/>
            </a:xfrm>
            <a:custGeom>
              <a:rect b="b" l="l" r="r" t="t"/>
              <a:pathLst>
                <a:path extrusionOk="0" h="19" w="33">
                  <a:moveTo>
                    <a:pt x="33" y="1"/>
                  </a:moveTo>
                  <a:cubicBezTo>
                    <a:pt x="22" y="8"/>
                    <a:pt x="12" y="11"/>
                    <a:pt x="1" y="18"/>
                  </a:cubicBezTo>
                  <a:cubicBezTo>
                    <a:pt x="12" y="11"/>
                    <a:pt x="22" y="8"/>
                    <a:pt x="3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1" name="Google Shape;6461;p129"/>
            <p:cNvSpPr/>
            <p:nvPr/>
          </p:nvSpPr>
          <p:spPr>
            <a:xfrm>
              <a:off x="2314001" y="1817595"/>
              <a:ext cx="448" cy="299"/>
            </a:xfrm>
            <a:custGeom>
              <a:rect b="b" l="l" r="r" t="t"/>
              <a:pathLst>
                <a:path extrusionOk="0" h="22" w="33">
                  <a:moveTo>
                    <a:pt x="32" y="0"/>
                  </a:moveTo>
                  <a:cubicBezTo>
                    <a:pt x="18" y="7"/>
                    <a:pt x="11" y="14"/>
                    <a:pt x="1" y="21"/>
                  </a:cubicBezTo>
                  <a:cubicBezTo>
                    <a:pt x="11" y="18"/>
                    <a:pt x="22" y="7"/>
                    <a:pt x="3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2" name="Google Shape;6462;p129"/>
            <p:cNvSpPr/>
            <p:nvPr/>
          </p:nvSpPr>
          <p:spPr>
            <a:xfrm>
              <a:off x="2305963" y="1817405"/>
              <a:ext cx="4250" cy="1534"/>
            </a:xfrm>
            <a:custGeom>
              <a:rect b="b" l="l" r="r" t="t"/>
              <a:pathLst>
                <a:path extrusionOk="0" h="113" w="313">
                  <a:moveTo>
                    <a:pt x="312" y="112"/>
                  </a:moveTo>
                  <a:cubicBezTo>
                    <a:pt x="204" y="91"/>
                    <a:pt x="99" y="53"/>
                    <a:pt x="1" y="0"/>
                  </a:cubicBezTo>
                  <a:cubicBezTo>
                    <a:pt x="99" y="53"/>
                    <a:pt x="204" y="91"/>
                    <a:pt x="312" y="11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3" name="Google Shape;6463;p129"/>
            <p:cNvSpPr/>
            <p:nvPr/>
          </p:nvSpPr>
          <p:spPr>
            <a:xfrm>
              <a:off x="2312141" y="1818586"/>
              <a:ext cx="448" cy="163"/>
            </a:xfrm>
            <a:custGeom>
              <a:rect b="b" l="l" r="r" t="t"/>
              <a:pathLst>
                <a:path extrusionOk="0" h="12" w="33">
                  <a:moveTo>
                    <a:pt x="32"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4" name="Google Shape;6464;p129"/>
            <p:cNvSpPr/>
            <p:nvPr/>
          </p:nvSpPr>
          <p:spPr>
            <a:xfrm>
              <a:off x="2305447" y="1817120"/>
              <a:ext cx="204" cy="109"/>
            </a:xfrm>
            <a:custGeom>
              <a:rect b="b" l="l" r="r" t="t"/>
              <a:pathLst>
                <a:path extrusionOk="0" h="8" w="15">
                  <a:moveTo>
                    <a:pt x="14"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5" name="Google Shape;6465;p129"/>
            <p:cNvSpPr/>
            <p:nvPr/>
          </p:nvSpPr>
          <p:spPr>
            <a:xfrm>
              <a:off x="2310199" y="1818966"/>
              <a:ext cx="584" cy="14"/>
            </a:xfrm>
            <a:custGeom>
              <a:rect b="b" l="l" r="r" t="t"/>
              <a:pathLst>
                <a:path extrusionOk="0" h="1" w="43">
                  <a:moveTo>
                    <a:pt x="35" y="1"/>
                  </a:moveTo>
                  <a:lnTo>
                    <a:pt x="42" y="1"/>
                  </a:lnTo>
                  <a:cubicBezTo>
                    <a:pt x="28" y="1"/>
                    <a:pt x="14" y="1"/>
                    <a:pt x="0" y="1"/>
                  </a:cubicBezTo>
                  <a:cubicBezTo>
                    <a:pt x="11" y="1"/>
                    <a:pt x="25" y="1"/>
                    <a:pt x="3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6" name="Google Shape;6466;p129"/>
            <p:cNvSpPr/>
            <p:nvPr/>
          </p:nvSpPr>
          <p:spPr>
            <a:xfrm>
              <a:off x="2431555" y="1853331"/>
              <a:ext cx="57338" cy="63991"/>
            </a:xfrm>
            <a:custGeom>
              <a:rect b="b" l="l" r="r" t="t"/>
              <a:pathLst>
                <a:path extrusionOk="0" h="4713" w="4223">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7" name="Google Shape;6467;p129"/>
            <p:cNvSpPr/>
            <p:nvPr/>
          </p:nvSpPr>
          <p:spPr>
            <a:xfrm>
              <a:off x="2455845" y="1870778"/>
              <a:ext cx="625" cy="489"/>
            </a:xfrm>
            <a:custGeom>
              <a:rect b="b" l="l" r="r" t="t"/>
              <a:pathLst>
                <a:path extrusionOk="0" h="36" w="46">
                  <a:moveTo>
                    <a:pt x="0" y="1"/>
                  </a:moveTo>
                  <a:cubicBezTo>
                    <a:pt x="18" y="11"/>
                    <a:pt x="32" y="22"/>
                    <a:pt x="46" y="36"/>
                  </a:cubicBezTo>
                  <a:cubicBezTo>
                    <a:pt x="32" y="22"/>
                    <a:pt x="18" y="1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8" name="Google Shape;6468;p129"/>
            <p:cNvSpPr/>
            <p:nvPr/>
          </p:nvSpPr>
          <p:spPr>
            <a:xfrm>
              <a:off x="2453550" y="1892787"/>
              <a:ext cx="109" cy="68"/>
            </a:xfrm>
            <a:custGeom>
              <a:rect b="b" l="l" r="r" t="t"/>
              <a:pathLst>
                <a:path extrusionOk="0" h="5" w="8">
                  <a:moveTo>
                    <a:pt x="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9" name="Google Shape;6469;p129"/>
            <p:cNvSpPr/>
            <p:nvPr/>
          </p:nvSpPr>
          <p:spPr>
            <a:xfrm>
              <a:off x="2455791" y="1870737"/>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0" name="Google Shape;6470;p129"/>
            <p:cNvSpPr/>
            <p:nvPr/>
          </p:nvSpPr>
          <p:spPr>
            <a:xfrm>
              <a:off x="2453414" y="1892882"/>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1" name="Google Shape;6471;p129"/>
            <p:cNvSpPr/>
            <p:nvPr/>
          </p:nvSpPr>
          <p:spPr>
            <a:xfrm>
              <a:off x="2454270" y="1870357"/>
              <a:ext cx="1059" cy="204"/>
            </a:xfrm>
            <a:custGeom>
              <a:rect b="b" l="l" r="r" t="t"/>
              <a:pathLst>
                <a:path extrusionOk="0" h="15" w="78">
                  <a:moveTo>
                    <a:pt x="78" y="14"/>
                  </a:moveTo>
                  <a:cubicBezTo>
                    <a:pt x="53" y="4"/>
                    <a:pt x="25" y="0"/>
                    <a:pt x="0" y="4"/>
                  </a:cubicBezTo>
                  <a:lnTo>
                    <a:pt x="0" y="4"/>
                  </a:lnTo>
                  <a:cubicBezTo>
                    <a:pt x="25" y="0"/>
                    <a:pt x="53" y="4"/>
                    <a:pt x="78"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2" name="Google Shape;6472;p129"/>
            <p:cNvSpPr/>
            <p:nvPr/>
          </p:nvSpPr>
          <p:spPr>
            <a:xfrm>
              <a:off x="2422037" y="1845619"/>
              <a:ext cx="5961" cy="9912"/>
            </a:xfrm>
            <a:custGeom>
              <a:rect b="b" l="l" r="r" t="t"/>
              <a:pathLst>
                <a:path extrusionOk="0" h="730" w="439">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3" name="Google Shape;6473;p129"/>
            <p:cNvSpPr/>
            <p:nvPr/>
          </p:nvSpPr>
          <p:spPr>
            <a:xfrm>
              <a:off x="2425553" y="1855571"/>
              <a:ext cx="353" cy="14"/>
            </a:xfrm>
            <a:custGeom>
              <a:rect b="b" l="l" r="r" t="t"/>
              <a:pathLst>
                <a:path extrusionOk="0" h="1" w="26">
                  <a:moveTo>
                    <a:pt x="2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4" name="Google Shape;6474;p129"/>
            <p:cNvSpPr/>
            <p:nvPr/>
          </p:nvSpPr>
          <p:spPr>
            <a:xfrm>
              <a:off x="2422852" y="1853956"/>
              <a:ext cx="244" cy="299"/>
            </a:xfrm>
            <a:custGeom>
              <a:rect b="b" l="l" r="r" t="t"/>
              <a:pathLst>
                <a:path extrusionOk="0" h="22" w="18">
                  <a:moveTo>
                    <a:pt x="18" y="21"/>
                  </a:moveTo>
                  <a:cubicBezTo>
                    <a:pt x="11" y="14"/>
                    <a:pt x="4" y="7"/>
                    <a:pt x="0" y="0"/>
                  </a:cubicBezTo>
                  <a:cubicBezTo>
                    <a:pt x="4" y="7"/>
                    <a:pt x="11" y="14"/>
                    <a:pt x="18"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5" name="Google Shape;6475;p129"/>
            <p:cNvSpPr/>
            <p:nvPr/>
          </p:nvSpPr>
          <p:spPr>
            <a:xfrm>
              <a:off x="2422037" y="1852761"/>
              <a:ext cx="109" cy="204"/>
            </a:xfrm>
            <a:custGeom>
              <a:rect b="b" l="l" r="r" t="t"/>
              <a:pathLst>
                <a:path extrusionOk="0" h="15" w="8">
                  <a:moveTo>
                    <a:pt x="1" y="1"/>
                  </a:moveTo>
                  <a:lnTo>
                    <a:pt x="8" y="15"/>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6" name="Google Shape;6476;p129"/>
            <p:cNvSpPr/>
            <p:nvPr/>
          </p:nvSpPr>
          <p:spPr>
            <a:xfrm>
              <a:off x="2422186" y="1853046"/>
              <a:ext cx="584" cy="869"/>
            </a:xfrm>
            <a:custGeom>
              <a:rect b="b" l="l" r="r" t="t"/>
              <a:pathLst>
                <a:path extrusionOk="0" h="64" w="43">
                  <a:moveTo>
                    <a:pt x="42" y="64"/>
                  </a:moveTo>
                  <a:cubicBezTo>
                    <a:pt x="28" y="43"/>
                    <a:pt x="14" y="22"/>
                    <a:pt x="0" y="1"/>
                  </a:cubicBezTo>
                  <a:cubicBezTo>
                    <a:pt x="14" y="22"/>
                    <a:pt x="28" y="43"/>
                    <a:pt x="42" y="6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7" name="Google Shape;6477;p129"/>
            <p:cNvSpPr/>
            <p:nvPr/>
          </p:nvSpPr>
          <p:spPr>
            <a:xfrm>
              <a:off x="2425988" y="185561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8" name="Google Shape;6478;p129"/>
            <p:cNvSpPr/>
            <p:nvPr/>
          </p:nvSpPr>
          <p:spPr>
            <a:xfrm>
              <a:off x="2424508" y="1855286"/>
              <a:ext cx="353" cy="109"/>
            </a:xfrm>
            <a:custGeom>
              <a:rect b="b" l="l" r="r" t="t"/>
              <a:pathLst>
                <a:path extrusionOk="0" h="8" w="26">
                  <a:moveTo>
                    <a:pt x="25"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9" name="Google Shape;6479;p129"/>
            <p:cNvSpPr/>
            <p:nvPr/>
          </p:nvSpPr>
          <p:spPr>
            <a:xfrm>
              <a:off x="2424141" y="1855096"/>
              <a:ext cx="380" cy="149"/>
            </a:xfrm>
            <a:custGeom>
              <a:rect b="b" l="l" r="r" t="t"/>
              <a:pathLst>
                <a:path extrusionOk="0" h="11" w="28">
                  <a:moveTo>
                    <a:pt x="0" y="0"/>
                  </a:moveTo>
                  <a:cubicBezTo>
                    <a:pt x="10" y="4"/>
                    <a:pt x="17" y="7"/>
                    <a:pt x="28" y="11"/>
                  </a:cubicBezTo>
                  <a:cubicBezTo>
                    <a:pt x="21" y="7"/>
                    <a:pt x="1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0" name="Google Shape;6480;p129"/>
            <p:cNvSpPr/>
            <p:nvPr/>
          </p:nvSpPr>
          <p:spPr>
            <a:xfrm>
              <a:off x="2423137" y="1854281"/>
              <a:ext cx="339" cy="353"/>
            </a:xfrm>
            <a:custGeom>
              <a:rect b="b" l="l" r="r" t="t"/>
              <a:pathLst>
                <a:path extrusionOk="0" h="26" w="25">
                  <a:moveTo>
                    <a:pt x="25" y="25"/>
                  </a:moveTo>
                  <a:cubicBezTo>
                    <a:pt x="14" y="18"/>
                    <a:pt x="7" y="11"/>
                    <a:pt x="0" y="1"/>
                  </a:cubicBezTo>
                  <a:cubicBezTo>
                    <a:pt x="7" y="11"/>
                    <a:pt x="14" y="18"/>
                    <a:pt x="25"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1" name="Google Shape;6481;p129"/>
            <p:cNvSpPr/>
            <p:nvPr/>
          </p:nvSpPr>
          <p:spPr>
            <a:xfrm>
              <a:off x="2423843" y="1854906"/>
              <a:ext cx="299" cy="204"/>
            </a:xfrm>
            <a:custGeom>
              <a:rect b="b" l="l" r="r" t="t"/>
              <a:pathLst>
                <a:path extrusionOk="0" h="15" w="22">
                  <a:moveTo>
                    <a:pt x="22" y="14"/>
                  </a:moveTo>
                  <a:cubicBezTo>
                    <a:pt x="15" y="7"/>
                    <a:pt x="8" y="4"/>
                    <a:pt x="1" y="0"/>
                  </a:cubicBezTo>
                  <a:cubicBezTo>
                    <a:pt x="8" y="4"/>
                    <a:pt x="15" y="7"/>
                    <a:pt x="22"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2" name="Google Shape;6482;p129"/>
            <p:cNvSpPr/>
            <p:nvPr/>
          </p:nvSpPr>
          <p:spPr>
            <a:xfrm>
              <a:off x="2423422" y="1854621"/>
              <a:ext cx="339" cy="244"/>
            </a:xfrm>
            <a:custGeom>
              <a:rect b="b" l="l" r="r" t="t"/>
              <a:pathLst>
                <a:path extrusionOk="0" h="18" w="25">
                  <a:moveTo>
                    <a:pt x="25" y="18"/>
                  </a:moveTo>
                  <a:cubicBezTo>
                    <a:pt x="18" y="11"/>
                    <a:pt x="11" y="4"/>
                    <a:pt x="0" y="0"/>
                  </a:cubicBezTo>
                  <a:cubicBezTo>
                    <a:pt x="11" y="4"/>
                    <a:pt x="18" y="11"/>
                    <a:pt x="25"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3" name="Google Shape;6483;p129"/>
            <p:cNvSpPr/>
            <p:nvPr/>
          </p:nvSpPr>
          <p:spPr>
            <a:xfrm>
              <a:off x="2424847" y="1855381"/>
              <a:ext cx="720" cy="204"/>
            </a:xfrm>
            <a:custGeom>
              <a:rect b="b" l="l" r="r" t="t"/>
              <a:pathLst>
                <a:path extrusionOk="0" h="15" w="53">
                  <a:moveTo>
                    <a:pt x="53" y="14"/>
                  </a:moveTo>
                  <a:cubicBezTo>
                    <a:pt x="35" y="11"/>
                    <a:pt x="18" y="7"/>
                    <a:pt x="0" y="0"/>
                  </a:cubicBezTo>
                  <a:cubicBezTo>
                    <a:pt x="18" y="7"/>
                    <a:pt x="35" y="11"/>
                    <a:pt x="53"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4" name="Google Shape;6484;p129"/>
            <p:cNvSpPr/>
            <p:nvPr/>
          </p:nvSpPr>
          <p:spPr>
            <a:xfrm>
              <a:off x="2431365" y="1843827"/>
              <a:ext cx="33048" cy="26544"/>
            </a:xfrm>
            <a:custGeom>
              <a:rect b="b" l="l" r="r" t="t"/>
              <a:pathLst>
                <a:path extrusionOk="0" h="1955" w="2434">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5" name="Google Shape;6485;p129"/>
            <p:cNvSpPr/>
            <p:nvPr/>
          </p:nvSpPr>
          <p:spPr>
            <a:xfrm>
              <a:off x="2435682" y="1868117"/>
              <a:ext cx="258" cy="163"/>
            </a:xfrm>
            <a:custGeom>
              <a:rect b="b" l="l" r="r" t="t"/>
              <a:pathLst>
                <a:path extrusionOk="0" h="12" w="19">
                  <a:moveTo>
                    <a:pt x="18"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6" name="Google Shape;6486;p129"/>
            <p:cNvSpPr/>
            <p:nvPr/>
          </p:nvSpPr>
          <p:spPr>
            <a:xfrm>
              <a:off x="2432695" y="1865035"/>
              <a:ext cx="204" cy="299"/>
            </a:xfrm>
            <a:custGeom>
              <a:rect b="b" l="l" r="r" t="t"/>
              <a:pathLst>
                <a:path extrusionOk="0" h="22" w="15">
                  <a:moveTo>
                    <a:pt x="14" y="2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7" name="Google Shape;6487;p129"/>
            <p:cNvSpPr/>
            <p:nvPr/>
          </p:nvSpPr>
          <p:spPr>
            <a:xfrm>
              <a:off x="2435397" y="1867886"/>
              <a:ext cx="204" cy="149"/>
            </a:xfrm>
            <a:custGeom>
              <a:rect b="b" l="l" r="r" t="t"/>
              <a:pathLst>
                <a:path extrusionOk="0" h="11" w="15">
                  <a:moveTo>
                    <a:pt x="15"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8" name="Google Shape;6488;p129"/>
            <p:cNvSpPr/>
            <p:nvPr/>
          </p:nvSpPr>
          <p:spPr>
            <a:xfrm>
              <a:off x="2439538" y="1869027"/>
              <a:ext cx="11174" cy="1249"/>
            </a:xfrm>
            <a:custGeom>
              <a:rect b="b" l="l" r="r" t="t"/>
              <a:pathLst>
                <a:path extrusionOk="0" h="92" w="823">
                  <a:moveTo>
                    <a:pt x="0" y="0"/>
                  </a:moveTo>
                  <a:lnTo>
                    <a:pt x="0" y="0"/>
                  </a:lnTo>
                  <a:cubicBezTo>
                    <a:pt x="231" y="32"/>
                    <a:pt x="571" y="70"/>
                    <a:pt x="823" y="91"/>
                  </a:cubicBezTo>
                  <a:cubicBezTo>
                    <a:pt x="581" y="70"/>
                    <a:pt x="235" y="32"/>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9" name="Google Shape;6489;p129"/>
            <p:cNvSpPr/>
            <p:nvPr/>
          </p:nvSpPr>
          <p:spPr>
            <a:xfrm>
              <a:off x="2435967" y="1868266"/>
              <a:ext cx="163" cy="149"/>
            </a:xfrm>
            <a:custGeom>
              <a:rect b="b" l="l" r="r" t="t"/>
              <a:pathLst>
                <a:path extrusionOk="0" h="11" w="12">
                  <a:moveTo>
                    <a:pt x="11" y="11"/>
                  </a:moveTo>
                  <a:lnTo>
                    <a:pt x="11" y="11"/>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0" name="Google Shape;6490;p129"/>
            <p:cNvSpPr/>
            <p:nvPr/>
          </p:nvSpPr>
          <p:spPr>
            <a:xfrm>
              <a:off x="2432315" y="1864505"/>
              <a:ext cx="244" cy="353"/>
            </a:xfrm>
            <a:custGeom>
              <a:rect b="b" l="l" r="r" t="t"/>
              <a:pathLst>
                <a:path extrusionOk="0" h="26" w="18">
                  <a:moveTo>
                    <a:pt x="18"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1" name="Google Shape;6491;p129"/>
            <p:cNvSpPr/>
            <p:nvPr/>
          </p:nvSpPr>
          <p:spPr>
            <a:xfrm>
              <a:off x="2431365" y="1862645"/>
              <a:ext cx="149" cy="353"/>
            </a:xfrm>
            <a:custGeom>
              <a:rect b="b" l="l" r="r" t="t"/>
              <a:pathLst>
                <a:path extrusionOk="0" h="26" w="11">
                  <a:moveTo>
                    <a:pt x="0" y="1"/>
                  </a:moveTo>
                  <a:cubicBezTo>
                    <a:pt x="4" y="8"/>
                    <a:pt x="7" y="15"/>
                    <a:pt x="11" y="26"/>
                  </a:cubicBezTo>
                  <a:cubicBezTo>
                    <a:pt x="7" y="15"/>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2" name="Google Shape;6492;p129"/>
            <p:cNvSpPr/>
            <p:nvPr/>
          </p:nvSpPr>
          <p:spPr>
            <a:xfrm>
              <a:off x="2435071" y="1867601"/>
              <a:ext cx="204" cy="204"/>
            </a:xfrm>
            <a:custGeom>
              <a:rect b="b" l="l" r="r" t="t"/>
              <a:pathLst>
                <a:path extrusionOk="0" h="15" w="15">
                  <a:moveTo>
                    <a:pt x="14"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3" name="Google Shape;6493;p129"/>
            <p:cNvSpPr/>
            <p:nvPr/>
          </p:nvSpPr>
          <p:spPr>
            <a:xfrm>
              <a:off x="2433021" y="1865551"/>
              <a:ext cx="258" cy="299"/>
            </a:xfrm>
            <a:custGeom>
              <a:rect b="b" l="l" r="r" t="t"/>
              <a:pathLst>
                <a:path extrusionOk="0" h="22" w="19">
                  <a:moveTo>
                    <a:pt x="18"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4" name="Google Shape;6494;p129"/>
            <p:cNvSpPr/>
            <p:nvPr/>
          </p:nvSpPr>
          <p:spPr>
            <a:xfrm>
              <a:off x="2434732" y="1867316"/>
              <a:ext cx="204" cy="204"/>
            </a:xfrm>
            <a:custGeom>
              <a:rect b="b" l="l" r="r" t="t"/>
              <a:pathLst>
                <a:path extrusionOk="0" h="15" w="15">
                  <a:moveTo>
                    <a:pt x="15"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5" name="Google Shape;6495;p129"/>
            <p:cNvSpPr/>
            <p:nvPr/>
          </p:nvSpPr>
          <p:spPr>
            <a:xfrm>
              <a:off x="2433456" y="1865985"/>
              <a:ext cx="299" cy="339"/>
            </a:xfrm>
            <a:custGeom>
              <a:rect b="b" l="l" r="r" t="t"/>
              <a:pathLst>
                <a:path extrusionOk="0" h="25" w="22">
                  <a:moveTo>
                    <a:pt x="21" y="25"/>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6" name="Google Shape;6496;p129"/>
            <p:cNvSpPr/>
            <p:nvPr/>
          </p:nvSpPr>
          <p:spPr>
            <a:xfrm>
              <a:off x="2434352" y="1866936"/>
              <a:ext cx="258" cy="244"/>
            </a:xfrm>
            <a:custGeom>
              <a:rect b="b" l="l" r="r" t="t"/>
              <a:pathLst>
                <a:path extrusionOk="0" h="18" w="19">
                  <a:moveTo>
                    <a:pt x="18" y="1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7" name="Google Shape;6497;p129"/>
            <p:cNvSpPr/>
            <p:nvPr/>
          </p:nvSpPr>
          <p:spPr>
            <a:xfrm>
              <a:off x="2431935" y="1863840"/>
              <a:ext cx="244" cy="448"/>
            </a:xfrm>
            <a:custGeom>
              <a:rect b="b" l="l" r="r" t="t"/>
              <a:pathLst>
                <a:path extrusionOk="0" h="33" w="18">
                  <a:moveTo>
                    <a:pt x="18" y="32"/>
                  </a:moveTo>
                  <a:cubicBezTo>
                    <a:pt x="11" y="22"/>
                    <a:pt x="7" y="11"/>
                    <a:pt x="0" y="1"/>
                  </a:cubicBezTo>
                  <a:cubicBezTo>
                    <a:pt x="7" y="11"/>
                    <a:pt x="11" y="22"/>
                    <a:pt x="18"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8" name="Google Shape;6498;p129"/>
            <p:cNvSpPr/>
            <p:nvPr/>
          </p:nvSpPr>
          <p:spPr>
            <a:xfrm>
              <a:off x="2433836" y="1866460"/>
              <a:ext cx="394" cy="394"/>
            </a:xfrm>
            <a:custGeom>
              <a:rect b="b" l="l" r="r" t="t"/>
              <a:pathLst>
                <a:path extrusionOk="0" h="29" w="29">
                  <a:moveTo>
                    <a:pt x="28" y="2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9" name="Google Shape;6499;p129"/>
            <p:cNvSpPr/>
            <p:nvPr/>
          </p:nvSpPr>
          <p:spPr>
            <a:xfrm>
              <a:off x="2431595" y="1863134"/>
              <a:ext cx="258" cy="625"/>
            </a:xfrm>
            <a:custGeom>
              <a:rect b="b" l="l" r="r" t="t"/>
              <a:pathLst>
                <a:path extrusionOk="0" h="46" w="19">
                  <a:moveTo>
                    <a:pt x="18" y="46"/>
                  </a:moveTo>
                  <a:cubicBezTo>
                    <a:pt x="11" y="32"/>
                    <a:pt x="4" y="14"/>
                    <a:pt x="1" y="0"/>
                  </a:cubicBezTo>
                  <a:cubicBezTo>
                    <a:pt x="4" y="14"/>
                    <a:pt x="11" y="32"/>
                    <a:pt x="18" y="4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0" name="Google Shape;6500;p129"/>
            <p:cNvSpPr/>
            <p:nvPr/>
          </p:nvSpPr>
          <p:spPr>
            <a:xfrm>
              <a:off x="2452274" y="1864560"/>
              <a:ext cx="2295" cy="5811"/>
            </a:xfrm>
            <a:custGeom>
              <a:rect b="b" l="l" r="r" t="t"/>
              <a:pathLst>
                <a:path extrusionOk="0" h="428" w="169">
                  <a:moveTo>
                    <a:pt x="0" y="427"/>
                  </a:moveTo>
                  <a:lnTo>
                    <a:pt x="16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1" name="Google Shape;6501;p129"/>
            <p:cNvSpPr/>
            <p:nvPr/>
          </p:nvSpPr>
          <p:spPr>
            <a:xfrm>
              <a:off x="2782384" y="1996356"/>
              <a:ext cx="29246" cy="38139"/>
            </a:xfrm>
            <a:custGeom>
              <a:rect b="b" l="l" r="r" t="t"/>
              <a:pathLst>
                <a:path extrusionOk="0" h="2809" w="2154">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2" name="Google Shape;6502;p129"/>
            <p:cNvSpPr/>
            <p:nvPr/>
          </p:nvSpPr>
          <p:spPr>
            <a:xfrm>
              <a:off x="2853543" y="1995460"/>
              <a:ext cx="70169" cy="41954"/>
            </a:xfrm>
            <a:custGeom>
              <a:rect b="b" l="l" r="r" t="t"/>
              <a:pathLst>
                <a:path extrusionOk="0" h="3090" w="5168">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3" name="Google Shape;6503;p129"/>
            <p:cNvSpPr/>
            <p:nvPr/>
          </p:nvSpPr>
          <p:spPr>
            <a:xfrm>
              <a:off x="2791942" y="2002154"/>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4" name="Google Shape;6504;p129"/>
            <p:cNvSpPr/>
            <p:nvPr/>
          </p:nvSpPr>
          <p:spPr>
            <a:xfrm>
              <a:off x="2790367" y="2002059"/>
              <a:ext cx="299" cy="68"/>
            </a:xfrm>
            <a:custGeom>
              <a:rect b="b" l="l" r="r" t="t"/>
              <a:pathLst>
                <a:path extrusionOk="0" h="5" w="22">
                  <a:moveTo>
                    <a:pt x="1" y="1"/>
                  </a:moveTo>
                  <a:lnTo>
                    <a:pt x="2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5" name="Google Shape;6505;p129"/>
            <p:cNvSpPr/>
            <p:nvPr/>
          </p:nvSpPr>
          <p:spPr>
            <a:xfrm>
              <a:off x="2792458" y="2002154"/>
              <a:ext cx="394" cy="14"/>
            </a:xfrm>
            <a:custGeom>
              <a:rect b="b" l="l" r="r" t="t"/>
              <a:pathLst>
                <a:path extrusionOk="0" h="1" w="29">
                  <a:moveTo>
                    <a:pt x="1" y="1"/>
                  </a:move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6" name="Google Shape;6506;p129"/>
            <p:cNvSpPr/>
            <p:nvPr/>
          </p:nvSpPr>
          <p:spPr>
            <a:xfrm>
              <a:off x="2790843" y="2002113"/>
              <a:ext cx="394" cy="14"/>
            </a:xfrm>
            <a:custGeom>
              <a:rect b="b" l="l" r="r" t="t"/>
              <a:pathLst>
                <a:path extrusionOk="0" h="1" w="29">
                  <a:moveTo>
                    <a:pt x="1" y="0"/>
                  </a:moveTo>
                  <a:lnTo>
                    <a:pt x="2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7" name="Google Shape;6507;p129"/>
            <p:cNvSpPr/>
            <p:nvPr/>
          </p:nvSpPr>
          <p:spPr>
            <a:xfrm>
              <a:off x="2793463" y="2002059"/>
              <a:ext cx="353" cy="14"/>
            </a:xfrm>
            <a:custGeom>
              <a:rect b="b" l="l" r="r" t="t"/>
              <a:pathLst>
                <a:path extrusionOk="0" h="1" w="26">
                  <a:moveTo>
                    <a:pt x="1" y="1"/>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8" name="Google Shape;6508;p129"/>
            <p:cNvSpPr/>
            <p:nvPr/>
          </p:nvSpPr>
          <p:spPr>
            <a:xfrm>
              <a:off x="2792947" y="2002113"/>
              <a:ext cx="380" cy="14"/>
            </a:xfrm>
            <a:custGeom>
              <a:rect b="b" l="l" r="r" t="t"/>
              <a:pathLst>
                <a:path extrusionOk="0" h="1" w="28">
                  <a:moveTo>
                    <a:pt x="0" y="0"/>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9" name="Google Shape;6509;p129"/>
            <p:cNvSpPr/>
            <p:nvPr/>
          </p:nvSpPr>
          <p:spPr>
            <a:xfrm>
              <a:off x="2793938" y="2002018"/>
              <a:ext cx="299" cy="14"/>
            </a:xfrm>
            <a:custGeom>
              <a:rect b="b" l="l" r="r" t="t"/>
              <a:pathLst>
                <a:path extrusionOk="0" h="1" w="22">
                  <a:moveTo>
                    <a:pt x="1" y="0"/>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0" name="Google Shape;6510;p129"/>
            <p:cNvSpPr/>
            <p:nvPr/>
          </p:nvSpPr>
          <p:spPr>
            <a:xfrm>
              <a:off x="2788657" y="2001448"/>
              <a:ext cx="353" cy="244"/>
            </a:xfrm>
            <a:custGeom>
              <a:rect b="b" l="l" r="r" t="t"/>
              <a:pathLst>
                <a:path extrusionOk="0" h="18" w="26">
                  <a:moveTo>
                    <a:pt x="1" y="0"/>
                  </a:moveTo>
                  <a:cubicBezTo>
                    <a:pt x="8" y="7"/>
                    <a:pt x="15" y="11"/>
                    <a:pt x="25" y="18"/>
                  </a:cubicBezTo>
                  <a:cubicBezTo>
                    <a:pt x="15" y="11"/>
                    <a:pt x="8"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1" name="Google Shape;6511;p129"/>
            <p:cNvSpPr/>
            <p:nvPr/>
          </p:nvSpPr>
          <p:spPr>
            <a:xfrm>
              <a:off x="2783524" y="1996546"/>
              <a:ext cx="394" cy="68"/>
            </a:xfrm>
            <a:custGeom>
              <a:rect b="b" l="l" r="r" t="t"/>
              <a:pathLst>
                <a:path extrusionOk="0" h="5" w="29">
                  <a:moveTo>
                    <a:pt x="1" y="1"/>
                  </a:moveTo>
                  <a:lnTo>
                    <a:pt x="29"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2" name="Google Shape;6512;p129"/>
            <p:cNvSpPr/>
            <p:nvPr/>
          </p:nvSpPr>
          <p:spPr>
            <a:xfrm>
              <a:off x="2782343" y="1996506"/>
              <a:ext cx="244" cy="14"/>
            </a:xfrm>
            <a:custGeom>
              <a:rect b="b" l="l" r="r" t="t"/>
              <a:pathLst>
                <a:path extrusionOk="0" h="1" w="18">
                  <a:moveTo>
                    <a:pt x="0" y="0"/>
                  </a:moveTo>
                  <a:lnTo>
                    <a:pt x="0" y="0"/>
                  </a:ln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3" name="Google Shape;6513;p129"/>
            <p:cNvSpPr/>
            <p:nvPr/>
          </p:nvSpPr>
          <p:spPr>
            <a:xfrm>
              <a:off x="2789471" y="2001869"/>
              <a:ext cx="299" cy="109"/>
            </a:xfrm>
            <a:custGeom>
              <a:rect b="b" l="l" r="r" t="t"/>
              <a:pathLst>
                <a:path extrusionOk="0" h="8" w="22">
                  <a:moveTo>
                    <a:pt x="0" y="1"/>
                  </a:moveTo>
                  <a:lnTo>
                    <a:pt x="2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4" name="Google Shape;6514;p129"/>
            <p:cNvSpPr/>
            <p:nvPr/>
          </p:nvSpPr>
          <p:spPr>
            <a:xfrm>
              <a:off x="2789091" y="2001733"/>
              <a:ext cx="244" cy="109"/>
            </a:xfrm>
            <a:custGeom>
              <a:rect b="b" l="l" r="r" t="t"/>
              <a:pathLst>
                <a:path extrusionOk="0" h="8" w="18">
                  <a:moveTo>
                    <a:pt x="0" y="0"/>
                  </a:moveTo>
                  <a:lnTo>
                    <a:pt x="18"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5" name="Google Shape;6515;p129"/>
            <p:cNvSpPr/>
            <p:nvPr/>
          </p:nvSpPr>
          <p:spPr>
            <a:xfrm>
              <a:off x="2789892" y="2001964"/>
              <a:ext cx="299" cy="109"/>
            </a:xfrm>
            <a:custGeom>
              <a:rect b="b" l="l" r="r" t="t"/>
              <a:pathLst>
                <a:path extrusionOk="0" h="8" w="22">
                  <a:moveTo>
                    <a:pt x="1" y="1"/>
                  </a:moveTo>
                  <a:lnTo>
                    <a:pt x="22"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6" name="Google Shape;6516;p129"/>
            <p:cNvSpPr/>
            <p:nvPr/>
          </p:nvSpPr>
          <p:spPr>
            <a:xfrm>
              <a:off x="2794943" y="200186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7" name="Google Shape;6517;p129"/>
            <p:cNvSpPr/>
            <p:nvPr/>
          </p:nvSpPr>
          <p:spPr>
            <a:xfrm>
              <a:off x="2796083" y="2000253"/>
              <a:ext cx="54" cy="204"/>
            </a:xfrm>
            <a:custGeom>
              <a:rect b="b" l="l" r="r" t="t"/>
              <a:pathLst>
                <a:path extrusionOk="0" h="15" w="4">
                  <a:moveTo>
                    <a:pt x="0" y="15"/>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8" name="Google Shape;6518;p129"/>
            <p:cNvSpPr/>
            <p:nvPr/>
          </p:nvSpPr>
          <p:spPr>
            <a:xfrm>
              <a:off x="2791847" y="2002154"/>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9" name="Google Shape;6519;p129"/>
            <p:cNvSpPr/>
            <p:nvPr/>
          </p:nvSpPr>
          <p:spPr>
            <a:xfrm>
              <a:off x="2794563" y="2001923"/>
              <a:ext cx="204" cy="54"/>
            </a:xfrm>
            <a:custGeom>
              <a:rect b="b" l="l" r="r" t="t"/>
              <a:pathLst>
                <a:path extrusionOk="0" h="4" w="15">
                  <a:moveTo>
                    <a:pt x="0" y="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0" name="Google Shape;6520;p129"/>
            <p:cNvSpPr/>
            <p:nvPr/>
          </p:nvSpPr>
          <p:spPr>
            <a:xfrm>
              <a:off x="2794794" y="2001923"/>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1" name="Google Shape;6521;p129"/>
            <p:cNvSpPr/>
            <p:nvPr/>
          </p:nvSpPr>
          <p:spPr>
            <a:xfrm>
              <a:off x="2796124" y="2000022"/>
              <a:ext cx="68" cy="149"/>
            </a:xfrm>
            <a:custGeom>
              <a:rect b="b" l="l" r="r" t="t"/>
              <a:pathLst>
                <a:path extrusionOk="0" h="11" w="5">
                  <a:moveTo>
                    <a:pt x="1" y="11"/>
                  </a:moveTo>
                  <a:cubicBezTo>
                    <a:pt x="1" y="7"/>
                    <a:pt x="1" y="4"/>
                    <a:pt x="4" y="0"/>
                  </a:cubicBezTo>
                  <a:cubicBezTo>
                    <a:pt x="1" y="4"/>
                    <a:pt x="1" y="7"/>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2" name="Google Shape;6522;p129"/>
            <p:cNvSpPr/>
            <p:nvPr/>
          </p:nvSpPr>
          <p:spPr>
            <a:xfrm>
              <a:off x="2796749" y="199916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3" name="Google Shape;6523;p129"/>
            <p:cNvSpPr/>
            <p:nvPr/>
          </p:nvSpPr>
          <p:spPr>
            <a:xfrm>
              <a:off x="2796559" y="1999208"/>
              <a:ext cx="149" cy="163"/>
            </a:xfrm>
            <a:custGeom>
              <a:rect b="b" l="l" r="r" t="t"/>
              <a:pathLst>
                <a:path extrusionOk="0" h="12" w="11">
                  <a:moveTo>
                    <a:pt x="0" y="1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4" name="Google Shape;6524;p129"/>
            <p:cNvSpPr/>
            <p:nvPr/>
          </p:nvSpPr>
          <p:spPr>
            <a:xfrm>
              <a:off x="2796178" y="1999737"/>
              <a:ext cx="54" cy="204"/>
            </a:xfrm>
            <a:custGeom>
              <a:rect b="b" l="l" r="r" t="t"/>
              <a:pathLst>
                <a:path extrusionOk="0" h="15" w="4">
                  <a:moveTo>
                    <a:pt x="0" y="14"/>
                  </a:moveTo>
                  <a:cubicBezTo>
                    <a:pt x="0" y="11"/>
                    <a:pt x="4" y="7"/>
                    <a:pt x="4" y="0"/>
                  </a:cubicBezTo>
                  <a:cubicBezTo>
                    <a:pt x="4" y="7"/>
                    <a:pt x="0" y="11"/>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5" name="Google Shape;6525;p129"/>
            <p:cNvSpPr/>
            <p:nvPr/>
          </p:nvSpPr>
          <p:spPr>
            <a:xfrm>
              <a:off x="2796369" y="1999398"/>
              <a:ext cx="149" cy="109"/>
            </a:xfrm>
            <a:custGeom>
              <a:rect b="b" l="l" r="r" t="t"/>
              <a:pathLst>
                <a:path extrusionOk="0" h="8" w="11">
                  <a:moveTo>
                    <a:pt x="0" y="8"/>
                  </a:moveTo>
                  <a:cubicBezTo>
                    <a:pt x="4" y="4"/>
                    <a:pt x="7" y="1"/>
                    <a:pt x="11" y="1"/>
                  </a:cubicBezTo>
                  <a:cubicBezTo>
                    <a:pt x="7" y="1"/>
                    <a:pt x="4" y="4"/>
                    <a:pt x="0"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6" name="Google Shape;6526;p129"/>
            <p:cNvSpPr/>
            <p:nvPr/>
          </p:nvSpPr>
          <p:spPr>
            <a:xfrm>
              <a:off x="2796274" y="1999547"/>
              <a:ext cx="109" cy="204"/>
            </a:xfrm>
            <a:custGeom>
              <a:rect b="b" l="l" r="r" t="t"/>
              <a:pathLst>
                <a:path extrusionOk="0" h="15" w="8">
                  <a:moveTo>
                    <a:pt x="0" y="14"/>
                  </a:moveTo>
                  <a:cubicBezTo>
                    <a:pt x="0" y="11"/>
                    <a:pt x="4" y="4"/>
                    <a:pt x="7" y="0"/>
                  </a:cubicBezTo>
                  <a:cubicBezTo>
                    <a:pt x="4" y="4"/>
                    <a:pt x="0" y="11"/>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7" name="Google Shape;6527;p129"/>
            <p:cNvSpPr/>
            <p:nvPr/>
          </p:nvSpPr>
          <p:spPr>
            <a:xfrm>
              <a:off x="2794223" y="2001964"/>
              <a:ext cx="299" cy="68"/>
            </a:xfrm>
            <a:custGeom>
              <a:rect b="b" l="l" r="r" t="t"/>
              <a:pathLst>
                <a:path extrusionOk="0" h="5" w="22">
                  <a:moveTo>
                    <a:pt x="1" y="4"/>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8" name="Google Shape;6528;p129"/>
            <p:cNvSpPr/>
            <p:nvPr/>
          </p:nvSpPr>
          <p:spPr>
            <a:xfrm>
              <a:off x="2887582" y="2010097"/>
              <a:ext cx="6572" cy="4100"/>
            </a:xfrm>
            <a:custGeom>
              <a:rect b="b" l="l" r="r" t="t"/>
              <a:pathLst>
                <a:path extrusionOk="0" h="302" w="484">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9" name="Google Shape;6529;p129"/>
            <p:cNvSpPr/>
            <p:nvPr/>
          </p:nvSpPr>
          <p:spPr>
            <a:xfrm>
              <a:off x="2888668" y="2013192"/>
              <a:ext cx="204" cy="244"/>
            </a:xfrm>
            <a:custGeom>
              <a:rect b="b" l="l" r="r" t="t"/>
              <a:pathLst>
                <a:path extrusionOk="0" h="18" w="15">
                  <a:moveTo>
                    <a:pt x="15" y="1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0" name="Google Shape;6530;p129"/>
            <p:cNvSpPr/>
            <p:nvPr/>
          </p:nvSpPr>
          <p:spPr>
            <a:xfrm>
              <a:off x="2888913" y="2013478"/>
              <a:ext cx="109" cy="204"/>
            </a:xfrm>
            <a:custGeom>
              <a:rect b="b" l="l" r="r" t="t"/>
              <a:pathLst>
                <a:path extrusionOk="0" h="15" w="8">
                  <a:moveTo>
                    <a:pt x="7"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1" name="Google Shape;6531;p129"/>
            <p:cNvSpPr/>
            <p:nvPr/>
          </p:nvSpPr>
          <p:spPr>
            <a:xfrm>
              <a:off x="2888438" y="2012907"/>
              <a:ext cx="149" cy="204"/>
            </a:xfrm>
            <a:custGeom>
              <a:rect b="b" l="l" r="r" t="t"/>
              <a:pathLst>
                <a:path extrusionOk="0" h="15" w="11">
                  <a:moveTo>
                    <a:pt x="11"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2" name="Google Shape;6532;p129"/>
            <p:cNvSpPr/>
            <p:nvPr/>
          </p:nvSpPr>
          <p:spPr>
            <a:xfrm>
              <a:off x="2889049" y="2013708"/>
              <a:ext cx="163" cy="163"/>
            </a:xfrm>
            <a:custGeom>
              <a:rect b="b" l="l" r="r" t="t"/>
              <a:pathLst>
                <a:path extrusionOk="0" h="12" w="12">
                  <a:moveTo>
                    <a:pt x="1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3" name="Google Shape;6533;p129"/>
            <p:cNvSpPr/>
            <p:nvPr/>
          </p:nvSpPr>
          <p:spPr>
            <a:xfrm>
              <a:off x="2887582" y="2011577"/>
              <a:ext cx="299" cy="434"/>
            </a:xfrm>
            <a:custGeom>
              <a:rect b="b" l="l" r="r" t="t"/>
              <a:pathLst>
                <a:path extrusionOk="0" h="32" w="22">
                  <a:moveTo>
                    <a:pt x="0" y="0"/>
                  </a:moveTo>
                  <a:lnTo>
                    <a:pt x="21"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4" name="Google Shape;6534;p129"/>
            <p:cNvSpPr/>
            <p:nvPr/>
          </p:nvSpPr>
          <p:spPr>
            <a:xfrm>
              <a:off x="2888247" y="2012568"/>
              <a:ext cx="149" cy="204"/>
            </a:xfrm>
            <a:custGeom>
              <a:rect b="b" l="l" r="r" t="t"/>
              <a:pathLst>
                <a:path extrusionOk="0" h="15" w="11">
                  <a:moveTo>
                    <a:pt x="11"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5" name="Google Shape;6535;p129"/>
            <p:cNvSpPr/>
            <p:nvPr/>
          </p:nvSpPr>
          <p:spPr>
            <a:xfrm>
              <a:off x="2889239" y="2013898"/>
              <a:ext cx="109" cy="109"/>
            </a:xfrm>
            <a:custGeom>
              <a:rect b="b" l="l" r="r" t="t"/>
              <a:pathLst>
                <a:path extrusionOk="0" h="8" w="8">
                  <a:moveTo>
                    <a:pt x="8"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6" name="Google Shape;6536;p129"/>
            <p:cNvSpPr/>
            <p:nvPr/>
          </p:nvSpPr>
          <p:spPr>
            <a:xfrm>
              <a:off x="2887908" y="2012093"/>
              <a:ext cx="204" cy="353"/>
            </a:xfrm>
            <a:custGeom>
              <a:rect b="b" l="l" r="r" t="t"/>
              <a:pathLst>
                <a:path extrusionOk="0" h="26" w="15">
                  <a:moveTo>
                    <a:pt x="15" y="2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7" name="Google Shape;6537;p129"/>
            <p:cNvSpPr/>
            <p:nvPr/>
          </p:nvSpPr>
          <p:spPr>
            <a:xfrm>
              <a:off x="2889334" y="2014048"/>
              <a:ext cx="163" cy="109"/>
            </a:xfrm>
            <a:custGeom>
              <a:rect b="b" l="l" r="r" t="t"/>
              <a:pathLst>
                <a:path extrusionOk="0" h="8" w="12">
                  <a:moveTo>
                    <a:pt x="1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8" name="Google Shape;6538;p129"/>
            <p:cNvSpPr/>
            <p:nvPr/>
          </p:nvSpPr>
          <p:spPr>
            <a:xfrm>
              <a:off x="2893801" y="2010246"/>
              <a:ext cx="14" cy="54"/>
            </a:xfrm>
            <a:custGeom>
              <a:rect b="b" l="l" r="r" t="t"/>
              <a:pathLst>
                <a:path extrusionOk="0" h="4" w="1">
                  <a:moveTo>
                    <a:pt x="1" y="0"/>
                  </a:moveTo>
                  <a:lnTo>
                    <a:pt x="1" y="0"/>
                  </a:ln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9" name="Google Shape;6539;p129"/>
            <p:cNvSpPr/>
            <p:nvPr/>
          </p:nvSpPr>
          <p:spPr>
            <a:xfrm>
              <a:off x="2889483" y="2014143"/>
              <a:ext cx="54" cy="54"/>
            </a:xfrm>
            <a:custGeom>
              <a:rect b="b" l="l" r="r" t="t"/>
              <a:pathLst>
                <a:path extrusionOk="0" h="4" w="4">
                  <a:moveTo>
                    <a:pt x="4"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0" name="Google Shape;6540;p129"/>
            <p:cNvSpPr/>
            <p:nvPr/>
          </p:nvSpPr>
          <p:spPr>
            <a:xfrm>
              <a:off x="2889578" y="2014238"/>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1" name="Google Shape;6541;p129"/>
            <p:cNvSpPr/>
            <p:nvPr/>
          </p:nvSpPr>
          <p:spPr>
            <a:xfrm>
              <a:off x="2889619" y="2014279"/>
              <a:ext cx="68" cy="14"/>
            </a:xfrm>
            <a:custGeom>
              <a:rect b="b" l="l" r="r" t="t"/>
              <a:pathLst>
                <a:path extrusionOk="0" h="1" w="5">
                  <a:moveTo>
                    <a:pt x="4"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2" name="Google Shape;6542;p129"/>
            <p:cNvSpPr/>
            <p:nvPr/>
          </p:nvSpPr>
          <p:spPr>
            <a:xfrm>
              <a:off x="2894181" y="2012188"/>
              <a:ext cx="68" cy="353"/>
            </a:xfrm>
            <a:custGeom>
              <a:rect b="b" l="l" r="r" t="t"/>
              <a:pathLst>
                <a:path extrusionOk="0" h="26" w="5">
                  <a:moveTo>
                    <a:pt x="1" y="1"/>
                  </a:moveTo>
                  <a:cubicBezTo>
                    <a:pt x="1" y="11"/>
                    <a:pt x="1" y="18"/>
                    <a:pt x="4" y="25"/>
                  </a:cubicBezTo>
                  <a:cubicBezTo>
                    <a:pt x="1" y="18"/>
                    <a:pt x="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3" name="Google Shape;6543;p129"/>
            <p:cNvSpPr/>
            <p:nvPr/>
          </p:nvSpPr>
          <p:spPr>
            <a:xfrm>
              <a:off x="2893950" y="2010952"/>
              <a:ext cx="54" cy="299"/>
            </a:xfrm>
            <a:custGeom>
              <a:rect b="b" l="l" r="r" t="t"/>
              <a:pathLst>
                <a:path extrusionOk="0" h="22" w="4">
                  <a:moveTo>
                    <a:pt x="0" y="1"/>
                  </a:moveTo>
                  <a:lnTo>
                    <a:pt x="4"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4" name="Google Shape;6544;p129"/>
            <p:cNvSpPr/>
            <p:nvPr/>
          </p:nvSpPr>
          <p:spPr>
            <a:xfrm>
              <a:off x="2894045" y="2011387"/>
              <a:ext cx="54" cy="394"/>
            </a:xfrm>
            <a:custGeom>
              <a:rect b="b" l="l" r="r" t="t"/>
              <a:pathLst>
                <a:path extrusionOk="0" h="29" w="4">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5" name="Google Shape;6545;p129"/>
            <p:cNvSpPr/>
            <p:nvPr/>
          </p:nvSpPr>
          <p:spPr>
            <a:xfrm>
              <a:off x="2894140" y="2011808"/>
              <a:ext cx="54" cy="353"/>
            </a:xfrm>
            <a:custGeom>
              <a:rect b="b" l="l" r="r" t="t"/>
              <a:pathLst>
                <a:path extrusionOk="0" h="26" w="4">
                  <a:moveTo>
                    <a:pt x="0" y="1"/>
                  </a:moveTo>
                  <a:cubicBezTo>
                    <a:pt x="0" y="8"/>
                    <a:pt x="0" y="15"/>
                    <a:pt x="4" y="25"/>
                  </a:cubicBezTo>
                  <a:cubicBezTo>
                    <a:pt x="0" y="15"/>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6" name="Google Shape;6546;p129"/>
            <p:cNvSpPr/>
            <p:nvPr/>
          </p:nvSpPr>
          <p:spPr>
            <a:xfrm>
              <a:off x="2889714" y="2014333"/>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7" name="Google Shape;6547;p129"/>
            <p:cNvSpPr/>
            <p:nvPr/>
          </p:nvSpPr>
          <p:spPr>
            <a:xfrm>
              <a:off x="2893855" y="2010477"/>
              <a:ext cx="54" cy="353"/>
            </a:xfrm>
            <a:custGeom>
              <a:rect b="b" l="l" r="r" t="t"/>
              <a:pathLst>
                <a:path extrusionOk="0" h="26" w="4">
                  <a:moveTo>
                    <a:pt x="0" y="1"/>
                  </a:moveTo>
                  <a:lnTo>
                    <a:pt x="4"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8" name="Google Shape;6548;p129"/>
            <p:cNvSpPr/>
            <p:nvPr/>
          </p:nvSpPr>
          <p:spPr>
            <a:xfrm>
              <a:off x="2333674" y="1750386"/>
              <a:ext cx="69992" cy="68689"/>
            </a:xfrm>
            <a:custGeom>
              <a:rect b="b" l="l" r="r" t="t"/>
              <a:pathLst>
                <a:path extrusionOk="0" h="5059" w="5155">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9" name="Google Shape;6549;p129"/>
            <p:cNvSpPr/>
            <p:nvPr/>
          </p:nvSpPr>
          <p:spPr>
            <a:xfrm>
              <a:off x="2360965" y="1751568"/>
              <a:ext cx="584" cy="204"/>
            </a:xfrm>
            <a:custGeom>
              <a:rect b="b" l="l" r="r" t="t"/>
              <a:pathLst>
                <a:path extrusionOk="0" h="15" w="43">
                  <a:moveTo>
                    <a:pt x="0" y="1"/>
                  </a:moveTo>
                  <a:lnTo>
                    <a:pt x="42" y="15"/>
                  </a:lnTo>
                  <a:lnTo>
                    <a:pt x="42" y="15"/>
                  </a:lnTo>
                  <a:lnTo>
                    <a:pt x="0" y="1"/>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0" name="Google Shape;6550;p129"/>
            <p:cNvSpPr/>
            <p:nvPr/>
          </p:nvSpPr>
          <p:spPr>
            <a:xfrm>
              <a:off x="2333674" y="1776048"/>
              <a:ext cx="15465" cy="8147"/>
            </a:xfrm>
            <a:custGeom>
              <a:rect b="b" l="l" r="r" t="t"/>
              <a:pathLst>
                <a:path extrusionOk="0" h="600" w="1139">
                  <a:moveTo>
                    <a:pt x="1139" y="0"/>
                  </a:moveTo>
                  <a:cubicBezTo>
                    <a:pt x="1086" y="28"/>
                    <a:pt x="501" y="340"/>
                    <a:pt x="1" y="599"/>
                  </a:cubicBezTo>
                  <a:cubicBezTo>
                    <a:pt x="452" y="368"/>
                    <a:pt x="971" y="91"/>
                    <a:pt x="113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1" name="Google Shape;6551;p129"/>
            <p:cNvSpPr/>
            <p:nvPr/>
          </p:nvSpPr>
          <p:spPr>
            <a:xfrm>
              <a:off x="2333674" y="1784181"/>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2" name="Google Shape;6552;p129"/>
            <p:cNvSpPr/>
            <p:nvPr/>
          </p:nvSpPr>
          <p:spPr>
            <a:xfrm>
              <a:off x="2334720" y="1789218"/>
              <a:ext cx="1059" cy="4481"/>
            </a:xfrm>
            <a:custGeom>
              <a:rect b="b" l="l" r="r" t="t"/>
              <a:pathLst>
                <a:path extrusionOk="0" h="330" w="78">
                  <a:moveTo>
                    <a:pt x="78" y="329"/>
                  </a:moveTo>
                  <a:cubicBezTo>
                    <a:pt x="53" y="224"/>
                    <a:pt x="25" y="105"/>
                    <a:pt x="1" y="0"/>
                  </a:cubicBezTo>
                  <a:cubicBezTo>
                    <a:pt x="25" y="105"/>
                    <a:pt x="53" y="224"/>
                    <a:pt x="78" y="3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3" name="Google Shape;6553;p129"/>
            <p:cNvSpPr/>
            <p:nvPr/>
          </p:nvSpPr>
          <p:spPr>
            <a:xfrm>
              <a:off x="2334530" y="1788403"/>
              <a:ext cx="204" cy="828"/>
            </a:xfrm>
            <a:custGeom>
              <a:rect b="b" l="l" r="r" t="t"/>
              <a:pathLst>
                <a:path extrusionOk="0" h="61" w="15">
                  <a:moveTo>
                    <a:pt x="1" y="1"/>
                  </a:moveTo>
                  <a:lnTo>
                    <a:pt x="15" y="6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4" name="Google Shape;6554;p129"/>
            <p:cNvSpPr/>
            <p:nvPr/>
          </p:nvSpPr>
          <p:spPr>
            <a:xfrm>
              <a:off x="2334340" y="1787697"/>
              <a:ext cx="204" cy="720"/>
            </a:xfrm>
            <a:custGeom>
              <a:rect b="b" l="l" r="r" t="t"/>
              <a:pathLst>
                <a:path extrusionOk="0" h="53" w="15">
                  <a:moveTo>
                    <a:pt x="1" y="0"/>
                  </a:moveTo>
                  <a:lnTo>
                    <a:pt x="15" y="5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5" name="Google Shape;6555;p129"/>
            <p:cNvSpPr/>
            <p:nvPr/>
          </p:nvSpPr>
          <p:spPr>
            <a:xfrm>
              <a:off x="2333770" y="178503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6" name="Google Shape;6556;p129"/>
            <p:cNvSpPr/>
            <p:nvPr/>
          </p:nvSpPr>
          <p:spPr>
            <a:xfrm>
              <a:off x="2334150" y="1787073"/>
              <a:ext cx="204" cy="584"/>
            </a:xfrm>
            <a:custGeom>
              <a:rect b="b" l="l" r="r" t="t"/>
              <a:pathLst>
                <a:path extrusionOk="0" h="43" w="15">
                  <a:moveTo>
                    <a:pt x="1" y="1"/>
                  </a:moveTo>
                  <a:cubicBezTo>
                    <a:pt x="4" y="11"/>
                    <a:pt x="8" y="29"/>
                    <a:pt x="15" y="43"/>
                  </a:cubicBezTo>
                  <a:cubicBezTo>
                    <a:pt x="8" y="29"/>
                    <a:pt x="4"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7" name="Google Shape;6557;p129"/>
            <p:cNvSpPr/>
            <p:nvPr/>
          </p:nvSpPr>
          <p:spPr>
            <a:xfrm>
              <a:off x="2333865" y="1785742"/>
              <a:ext cx="14" cy="109"/>
            </a:xfrm>
            <a:custGeom>
              <a:rect b="b" l="l" r="r" t="t"/>
              <a:pathLst>
                <a:path extrusionOk="0" h="8" w="1">
                  <a:moveTo>
                    <a:pt x="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8" name="Google Shape;6558;p129"/>
            <p:cNvSpPr/>
            <p:nvPr/>
          </p:nvSpPr>
          <p:spPr>
            <a:xfrm>
              <a:off x="2334055" y="1786462"/>
              <a:ext cx="14" cy="109"/>
            </a:xfrm>
            <a:custGeom>
              <a:rect b="b" l="l" r="r" t="t"/>
              <a:pathLst>
                <a:path extrusionOk="0" h="8" w="1">
                  <a:moveTo>
                    <a:pt x="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9" name="Google Shape;6559;p129"/>
            <p:cNvSpPr/>
            <p:nvPr/>
          </p:nvSpPr>
          <p:spPr>
            <a:xfrm>
              <a:off x="2333674" y="1784181"/>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0" name="Google Shape;6560;p129"/>
            <p:cNvSpPr/>
            <p:nvPr/>
          </p:nvSpPr>
          <p:spPr>
            <a:xfrm>
              <a:off x="2369709" y="1751568"/>
              <a:ext cx="2580" cy="1249"/>
            </a:xfrm>
            <a:custGeom>
              <a:rect b="b" l="l" r="r" t="t"/>
              <a:pathLst>
                <a:path extrusionOk="0" h="92" w="190">
                  <a:moveTo>
                    <a:pt x="0" y="8"/>
                  </a:moveTo>
                  <a:cubicBezTo>
                    <a:pt x="29" y="1"/>
                    <a:pt x="130" y="57"/>
                    <a:pt x="190" y="92"/>
                  </a:cubicBezTo>
                  <a:cubicBezTo>
                    <a:pt x="130" y="57"/>
                    <a:pt x="29" y="1"/>
                    <a:pt x="0"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1" name="Google Shape;6561;p129"/>
            <p:cNvSpPr/>
            <p:nvPr/>
          </p:nvSpPr>
          <p:spPr>
            <a:xfrm>
              <a:off x="2348135" y="1797392"/>
              <a:ext cx="2620" cy="1724"/>
            </a:xfrm>
            <a:custGeom>
              <a:rect b="b" l="l" r="r" t="t"/>
              <a:pathLst>
                <a:path extrusionOk="0" h="127" w="193">
                  <a:moveTo>
                    <a:pt x="0" y="0"/>
                  </a:moveTo>
                  <a:lnTo>
                    <a:pt x="0" y="0"/>
                  </a:lnTo>
                  <a:cubicBezTo>
                    <a:pt x="63" y="39"/>
                    <a:pt x="126" y="84"/>
                    <a:pt x="193" y="126"/>
                  </a:cubicBezTo>
                  <a:cubicBezTo>
                    <a:pt x="126" y="81"/>
                    <a:pt x="63" y="39"/>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2" name="Google Shape;6562;p129"/>
            <p:cNvSpPr/>
            <p:nvPr/>
          </p:nvSpPr>
          <p:spPr>
            <a:xfrm>
              <a:off x="2337666" y="179363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3" name="Google Shape;6563;p129"/>
            <p:cNvSpPr/>
            <p:nvPr/>
          </p:nvSpPr>
          <p:spPr>
            <a:xfrm>
              <a:off x="2338046" y="1793590"/>
              <a:ext cx="679" cy="14"/>
            </a:xfrm>
            <a:custGeom>
              <a:rect b="b" l="l" r="r" t="t"/>
              <a:pathLst>
                <a:path extrusionOk="0" h="1" w="50">
                  <a:moveTo>
                    <a:pt x="1" y="0"/>
                  </a:moveTo>
                  <a:lnTo>
                    <a:pt x="5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4" name="Google Shape;6564;p129"/>
            <p:cNvSpPr/>
            <p:nvPr/>
          </p:nvSpPr>
          <p:spPr>
            <a:xfrm>
              <a:off x="2342663" y="1794255"/>
              <a:ext cx="353" cy="204"/>
            </a:xfrm>
            <a:custGeom>
              <a:rect b="b" l="l" r="r" t="t"/>
              <a:pathLst>
                <a:path extrusionOk="0" h="15" w="26">
                  <a:moveTo>
                    <a:pt x="1" y="0"/>
                  </a:moveTo>
                  <a:lnTo>
                    <a:pt x="25"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5" name="Google Shape;6565;p129"/>
            <p:cNvSpPr/>
            <p:nvPr/>
          </p:nvSpPr>
          <p:spPr>
            <a:xfrm>
              <a:off x="2344088" y="1795016"/>
              <a:ext cx="4060" cy="2390"/>
            </a:xfrm>
            <a:custGeom>
              <a:rect b="b" l="l" r="r" t="t"/>
              <a:pathLst>
                <a:path extrusionOk="0" h="176" w="299">
                  <a:moveTo>
                    <a:pt x="1" y="0"/>
                  </a:moveTo>
                  <a:cubicBezTo>
                    <a:pt x="88" y="46"/>
                    <a:pt x="186" y="105"/>
                    <a:pt x="298" y="175"/>
                  </a:cubicBezTo>
                  <a:cubicBezTo>
                    <a:pt x="186" y="105"/>
                    <a:pt x="88" y="46"/>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6" name="Google Shape;6566;p129"/>
            <p:cNvSpPr/>
            <p:nvPr/>
          </p:nvSpPr>
          <p:spPr>
            <a:xfrm>
              <a:off x="2343192" y="1794540"/>
              <a:ext cx="109" cy="54"/>
            </a:xfrm>
            <a:custGeom>
              <a:rect b="b" l="l" r="r" t="t"/>
              <a:pathLst>
                <a:path extrusionOk="0" h="4" w="8">
                  <a:moveTo>
                    <a:pt x="0" y="0"/>
                  </a:moveTo>
                  <a:lnTo>
                    <a:pt x="7"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7" name="Google Shape;6567;p129"/>
            <p:cNvSpPr/>
            <p:nvPr/>
          </p:nvSpPr>
          <p:spPr>
            <a:xfrm>
              <a:off x="2338712" y="1793590"/>
              <a:ext cx="2009" cy="109"/>
            </a:xfrm>
            <a:custGeom>
              <a:rect b="b" l="l" r="r" t="t"/>
              <a:pathLst>
                <a:path extrusionOk="0" h="8" w="148">
                  <a:moveTo>
                    <a:pt x="1" y="0"/>
                  </a:moveTo>
                  <a:cubicBezTo>
                    <a:pt x="50" y="0"/>
                    <a:pt x="99" y="4"/>
                    <a:pt x="148" y="7"/>
                  </a:cubicBezTo>
                  <a:cubicBezTo>
                    <a:pt x="99" y="4"/>
                    <a:pt x="50"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8" name="Google Shape;6568;p129"/>
            <p:cNvSpPr/>
            <p:nvPr/>
          </p:nvSpPr>
          <p:spPr>
            <a:xfrm>
              <a:off x="2382309" y="181835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9" name="Google Shape;6569;p129"/>
            <p:cNvSpPr/>
            <p:nvPr/>
          </p:nvSpPr>
          <p:spPr>
            <a:xfrm>
              <a:off x="2386776" y="1818776"/>
              <a:ext cx="3435" cy="394"/>
            </a:xfrm>
            <a:custGeom>
              <a:rect b="b" l="l" r="r" t="t"/>
              <a:pathLst>
                <a:path extrusionOk="0" h="29" w="253">
                  <a:moveTo>
                    <a:pt x="252" y="29"/>
                  </a:moveTo>
                  <a:lnTo>
                    <a:pt x="0" y="1"/>
                  </a:lnTo>
                  <a:lnTo>
                    <a:pt x="252"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0" name="Google Shape;6570;p129"/>
            <p:cNvSpPr/>
            <p:nvPr/>
          </p:nvSpPr>
          <p:spPr>
            <a:xfrm>
              <a:off x="2392098" y="1811662"/>
              <a:ext cx="11663" cy="11554"/>
            </a:xfrm>
            <a:custGeom>
              <a:rect b="b" l="l" r="r" t="t"/>
              <a:pathLst>
                <a:path extrusionOk="0" h="851" w="859">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1" name="Google Shape;6571;p129"/>
            <p:cNvSpPr/>
            <p:nvPr/>
          </p:nvSpPr>
          <p:spPr>
            <a:xfrm>
              <a:off x="2392003" y="1819401"/>
              <a:ext cx="3435" cy="434"/>
            </a:xfrm>
            <a:custGeom>
              <a:rect b="b" l="l" r="r" t="t"/>
              <a:pathLst>
                <a:path extrusionOk="0" h="32" w="253">
                  <a:moveTo>
                    <a:pt x="0" y="0"/>
                  </a:moveTo>
                  <a:lnTo>
                    <a:pt x="0" y="0"/>
                  </a:lnTo>
                  <a:lnTo>
                    <a:pt x="252" y="32"/>
                  </a:lnTo>
                  <a:lnTo>
                    <a:pt x="252"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2" name="Google Shape;6572;p129"/>
            <p:cNvSpPr/>
            <p:nvPr/>
          </p:nvSpPr>
          <p:spPr>
            <a:xfrm>
              <a:off x="2399471" y="1823053"/>
              <a:ext cx="4236" cy="204"/>
            </a:xfrm>
            <a:custGeom>
              <a:rect b="b" l="l" r="r" t="t"/>
              <a:pathLst>
                <a:path extrusionOk="0" h="15" w="312">
                  <a:moveTo>
                    <a:pt x="312" y="15"/>
                  </a:moveTo>
                  <a:lnTo>
                    <a:pt x="312" y="15"/>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3" name="Google Shape;6573;p129"/>
            <p:cNvSpPr/>
            <p:nvPr/>
          </p:nvSpPr>
          <p:spPr>
            <a:xfrm>
              <a:off x="2397991" y="1811743"/>
              <a:ext cx="204" cy="14"/>
            </a:xfrm>
            <a:custGeom>
              <a:rect b="b" l="l" r="r" t="t"/>
              <a:pathLst>
                <a:path extrusionOk="0" h="1" w="15">
                  <a:moveTo>
                    <a:pt x="0"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4" name="Google Shape;6574;p129"/>
            <p:cNvSpPr/>
            <p:nvPr/>
          </p:nvSpPr>
          <p:spPr>
            <a:xfrm>
              <a:off x="2393185" y="1816685"/>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5" name="Google Shape;6575;p129"/>
            <p:cNvSpPr/>
            <p:nvPr/>
          </p:nvSpPr>
          <p:spPr>
            <a:xfrm>
              <a:off x="2399702" y="1812598"/>
              <a:ext cx="204" cy="204"/>
            </a:xfrm>
            <a:custGeom>
              <a:rect b="b" l="l" r="r" t="t"/>
              <a:pathLst>
                <a:path extrusionOk="0" h="15" w="15">
                  <a:moveTo>
                    <a:pt x="1" y="1"/>
                  </a:moveTo>
                  <a:lnTo>
                    <a:pt x="15"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6" name="Google Shape;6576;p129"/>
            <p:cNvSpPr/>
            <p:nvPr/>
          </p:nvSpPr>
          <p:spPr>
            <a:xfrm>
              <a:off x="2399227" y="1812273"/>
              <a:ext cx="204" cy="149"/>
            </a:xfrm>
            <a:custGeom>
              <a:rect b="b" l="l" r="r" t="t"/>
              <a:pathLst>
                <a:path extrusionOk="0" h="11" w="15">
                  <a:moveTo>
                    <a:pt x="1" y="0"/>
                  </a:moveTo>
                  <a:lnTo>
                    <a:pt x="15"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7" name="Google Shape;6577;p129"/>
            <p:cNvSpPr/>
            <p:nvPr/>
          </p:nvSpPr>
          <p:spPr>
            <a:xfrm>
              <a:off x="2398426" y="1811838"/>
              <a:ext cx="149" cy="68"/>
            </a:xfrm>
            <a:custGeom>
              <a:rect b="b" l="l" r="r" t="t"/>
              <a:pathLst>
                <a:path extrusionOk="0" h="5" w="11">
                  <a:moveTo>
                    <a:pt x="0" y="1"/>
                  </a:move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8" name="Google Shape;6578;p129"/>
            <p:cNvSpPr/>
            <p:nvPr/>
          </p:nvSpPr>
          <p:spPr>
            <a:xfrm>
              <a:off x="2397367" y="1811743"/>
              <a:ext cx="394" cy="14"/>
            </a:xfrm>
            <a:custGeom>
              <a:rect b="b" l="l" r="r" t="t"/>
              <a:pathLst>
                <a:path extrusionOk="0" h="1" w="29">
                  <a:moveTo>
                    <a:pt x="1" y="1"/>
                  </a:moveTo>
                  <a:cubicBezTo>
                    <a:pt x="8" y="1"/>
                    <a:pt x="18" y="1"/>
                    <a:pt x="29" y="1"/>
                  </a:cubicBezTo>
                  <a:cubicBezTo>
                    <a:pt x="18" y="1"/>
                    <a:pt x="8"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9" name="Google Shape;6579;p129"/>
            <p:cNvSpPr/>
            <p:nvPr/>
          </p:nvSpPr>
          <p:spPr>
            <a:xfrm>
              <a:off x="2393755" y="1815409"/>
              <a:ext cx="68" cy="109"/>
            </a:xfrm>
            <a:custGeom>
              <a:rect b="b" l="l" r="r" t="t"/>
              <a:pathLst>
                <a:path extrusionOk="0" h="8" w="5">
                  <a:moveTo>
                    <a:pt x="1"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0" name="Google Shape;6580;p129"/>
            <p:cNvSpPr/>
            <p:nvPr/>
          </p:nvSpPr>
          <p:spPr>
            <a:xfrm>
              <a:off x="2400747" y="1813549"/>
              <a:ext cx="204" cy="163"/>
            </a:xfrm>
            <a:custGeom>
              <a:rect b="b" l="l" r="r" t="t"/>
              <a:pathLst>
                <a:path extrusionOk="0" h="12" w="15">
                  <a:moveTo>
                    <a:pt x="15"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1" name="Google Shape;6581;p129"/>
            <p:cNvSpPr/>
            <p:nvPr/>
          </p:nvSpPr>
          <p:spPr>
            <a:xfrm>
              <a:off x="2393375" y="1816169"/>
              <a:ext cx="68" cy="109"/>
            </a:xfrm>
            <a:custGeom>
              <a:rect b="b" l="l" r="r" t="t"/>
              <a:pathLst>
                <a:path extrusionOk="0" h="8" w="5">
                  <a:moveTo>
                    <a:pt x="1"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2" name="Google Shape;6582;p129"/>
            <p:cNvSpPr/>
            <p:nvPr/>
          </p:nvSpPr>
          <p:spPr>
            <a:xfrm>
              <a:off x="2400177" y="1813033"/>
              <a:ext cx="299" cy="244"/>
            </a:xfrm>
            <a:custGeom>
              <a:rect b="b" l="l" r="r" t="t"/>
              <a:pathLst>
                <a:path extrusionOk="0" h="18" w="22">
                  <a:moveTo>
                    <a:pt x="1" y="0"/>
                  </a:moveTo>
                  <a:lnTo>
                    <a:pt x="22"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3" name="Google Shape;6583;p129"/>
            <p:cNvSpPr/>
            <p:nvPr/>
          </p:nvSpPr>
          <p:spPr>
            <a:xfrm>
              <a:off x="2393565" y="1815735"/>
              <a:ext cx="68" cy="109"/>
            </a:xfrm>
            <a:custGeom>
              <a:rect b="b" l="l" r="r" t="t"/>
              <a:pathLst>
                <a:path extrusionOk="0" h="8" w="5">
                  <a:moveTo>
                    <a:pt x="1"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4" name="Google Shape;6584;p129"/>
            <p:cNvSpPr/>
            <p:nvPr/>
          </p:nvSpPr>
          <p:spPr>
            <a:xfrm>
              <a:off x="2398806" y="1812028"/>
              <a:ext cx="204" cy="109"/>
            </a:xfrm>
            <a:custGeom>
              <a:rect b="b" l="l" r="r" t="t"/>
              <a:pathLst>
                <a:path extrusionOk="0" h="8" w="15">
                  <a:moveTo>
                    <a:pt x="0" y="1"/>
                  </a:moveTo>
                  <a:lnTo>
                    <a:pt x="1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5" name="Google Shape;6585;p129"/>
            <p:cNvSpPr/>
            <p:nvPr/>
          </p:nvSpPr>
          <p:spPr>
            <a:xfrm>
              <a:off x="2394420" y="181426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6" name="Google Shape;6586;p129"/>
            <p:cNvSpPr/>
            <p:nvPr/>
          </p:nvSpPr>
          <p:spPr>
            <a:xfrm>
              <a:off x="2394040" y="1814839"/>
              <a:ext cx="68" cy="109"/>
            </a:xfrm>
            <a:custGeom>
              <a:rect b="b" l="l" r="r" t="t"/>
              <a:pathLst>
                <a:path extrusionOk="0" h="8" w="5">
                  <a:moveTo>
                    <a:pt x="1"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7" name="Google Shape;6587;p129"/>
            <p:cNvSpPr/>
            <p:nvPr/>
          </p:nvSpPr>
          <p:spPr>
            <a:xfrm>
              <a:off x="2394135" y="1814649"/>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8" name="Google Shape;6588;p129"/>
            <p:cNvSpPr/>
            <p:nvPr/>
          </p:nvSpPr>
          <p:spPr>
            <a:xfrm>
              <a:off x="2394230" y="1814499"/>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9" name="Google Shape;6589;p129"/>
            <p:cNvSpPr/>
            <p:nvPr/>
          </p:nvSpPr>
          <p:spPr>
            <a:xfrm>
              <a:off x="2394380" y="181430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0" name="Google Shape;6590;p129"/>
            <p:cNvSpPr/>
            <p:nvPr/>
          </p:nvSpPr>
          <p:spPr>
            <a:xfrm>
              <a:off x="2394325" y="181440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1" name="Google Shape;6591;p129"/>
            <p:cNvSpPr/>
            <p:nvPr/>
          </p:nvSpPr>
          <p:spPr>
            <a:xfrm>
              <a:off x="2393904" y="1815070"/>
              <a:ext cx="54" cy="109"/>
            </a:xfrm>
            <a:custGeom>
              <a:rect b="b" l="l" r="r" t="t"/>
              <a:pathLst>
                <a:path extrusionOk="0" h="8" w="4">
                  <a:moveTo>
                    <a:pt x="0"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2" name="Google Shape;6592;p129"/>
            <p:cNvSpPr/>
            <p:nvPr/>
          </p:nvSpPr>
          <p:spPr>
            <a:xfrm>
              <a:off x="2013313" y="1624754"/>
              <a:ext cx="94975" cy="80080"/>
            </a:xfrm>
            <a:custGeom>
              <a:rect b="b" l="l" r="r" t="t"/>
              <a:pathLst>
                <a:path extrusionOk="0" h="5898" w="6995">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3" name="Google Shape;6593;p129"/>
            <p:cNvSpPr/>
            <p:nvPr/>
          </p:nvSpPr>
          <p:spPr>
            <a:xfrm>
              <a:off x="2113407" y="1701277"/>
              <a:ext cx="5580" cy="11812"/>
            </a:xfrm>
            <a:custGeom>
              <a:rect b="b" l="l" r="r" t="t"/>
              <a:pathLst>
                <a:path extrusionOk="0" h="870" w="411">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4" name="Google Shape;6594;p129"/>
            <p:cNvSpPr/>
            <p:nvPr/>
          </p:nvSpPr>
          <p:spPr>
            <a:xfrm>
              <a:off x="2091696" y="1640056"/>
              <a:ext cx="4616" cy="543"/>
            </a:xfrm>
            <a:custGeom>
              <a:rect b="b" l="l" r="r" t="t"/>
              <a:pathLst>
                <a:path extrusionOk="0" h="40" w="34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5" name="Google Shape;6595;p129"/>
            <p:cNvSpPr/>
            <p:nvPr/>
          </p:nvSpPr>
          <p:spPr>
            <a:xfrm>
              <a:off x="2083563" y="1634394"/>
              <a:ext cx="149" cy="109"/>
            </a:xfrm>
            <a:custGeom>
              <a:rect b="b" l="l" r="r" t="t"/>
              <a:pathLst>
                <a:path extrusionOk="0" h="8" w="11">
                  <a:moveTo>
                    <a:pt x="11"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6" name="Google Shape;6596;p129"/>
            <p:cNvSpPr/>
            <p:nvPr/>
          </p:nvSpPr>
          <p:spPr>
            <a:xfrm>
              <a:off x="2066972" y="1624699"/>
              <a:ext cx="68" cy="68"/>
            </a:xfrm>
            <a:custGeom>
              <a:rect b="b" l="l" r="r" t="t"/>
              <a:pathLst>
                <a:path extrusionOk="0" h="5" w="5">
                  <a:moveTo>
                    <a:pt x="1" y="1"/>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7" name="Google Shape;6597;p129"/>
            <p:cNvSpPr/>
            <p:nvPr/>
          </p:nvSpPr>
          <p:spPr>
            <a:xfrm>
              <a:off x="2087840" y="1638630"/>
              <a:ext cx="244" cy="299"/>
            </a:xfrm>
            <a:custGeom>
              <a:rect b="b" l="l" r="r" t="t"/>
              <a:pathLst>
                <a:path extrusionOk="0" h="22" w="18">
                  <a:moveTo>
                    <a:pt x="1" y="1"/>
                  </a:moveTo>
                  <a:lnTo>
                    <a:pt x="18"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8" name="Google Shape;6598;p129"/>
            <p:cNvSpPr/>
            <p:nvPr/>
          </p:nvSpPr>
          <p:spPr>
            <a:xfrm>
              <a:off x="2089741" y="1640151"/>
              <a:ext cx="353" cy="109"/>
            </a:xfrm>
            <a:custGeom>
              <a:rect b="b" l="l" r="r" t="t"/>
              <a:pathLst>
                <a:path extrusionOk="0" h="8" w="26">
                  <a:moveTo>
                    <a:pt x="1" y="1"/>
                  </a:moveTo>
                  <a:cubicBezTo>
                    <a:pt x="8" y="4"/>
                    <a:pt x="18" y="4"/>
                    <a:pt x="25" y="8"/>
                  </a:cubicBezTo>
                  <a:cubicBezTo>
                    <a:pt x="18" y="4"/>
                    <a:pt x="8"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9" name="Google Shape;6599;p129"/>
            <p:cNvSpPr/>
            <p:nvPr/>
          </p:nvSpPr>
          <p:spPr>
            <a:xfrm>
              <a:off x="2089361" y="1640015"/>
              <a:ext cx="299" cy="149"/>
            </a:xfrm>
            <a:custGeom>
              <a:rect b="b" l="l" r="r" t="t"/>
              <a:pathLst>
                <a:path extrusionOk="0" h="11" w="22">
                  <a:moveTo>
                    <a:pt x="1" y="0"/>
                  </a:moveTo>
                  <a:cubicBezTo>
                    <a:pt x="8" y="4"/>
                    <a:pt x="15" y="7"/>
                    <a:pt x="22" y="11"/>
                  </a:cubicBezTo>
                  <a:cubicBezTo>
                    <a:pt x="15" y="7"/>
                    <a:pt x="8"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0" name="Google Shape;6600;p129"/>
            <p:cNvSpPr/>
            <p:nvPr/>
          </p:nvSpPr>
          <p:spPr>
            <a:xfrm>
              <a:off x="2079992" y="1635819"/>
              <a:ext cx="1629" cy="299"/>
            </a:xfrm>
            <a:custGeom>
              <a:rect b="b" l="l" r="r" t="t"/>
              <a:pathLst>
                <a:path extrusionOk="0" h="22" w="120">
                  <a:moveTo>
                    <a:pt x="120" y="1"/>
                  </a:moveTo>
                  <a:cubicBezTo>
                    <a:pt x="81" y="22"/>
                    <a:pt x="39" y="22"/>
                    <a:pt x="1" y="8"/>
                  </a:cubicBezTo>
                  <a:cubicBezTo>
                    <a:pt x="39" y="22"/>
                    <a:pt x="81" y="22"/>
                    <a:pt x="12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1" name="Google Shape;6601;p129"/>
            <p:cNvSpPr/>
            <p:nvPr/>
          </p:nvSpPr>
          <p:spPr>
            <a:xfrm>
              <a:off x="2088411" y="1639295"/>
              <a:ext cx="204" cy="204"/>
            </a:xfrm>
            <a:custGeom>
              <a:rect b="b" l="l" r="r" t="t"/>
              <a:pathLst>
                <a:path extrusionOk="0" h="15" w="15">
                  <a:moveTo>
                    <a:pt x="15"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2" name="Google Shape;6602;p129"/>
            <p:cNvSpPr/>
            <p:nvPr/>
          </p:nvSpPr>
          <p:spPr>
            <a:xfrm>
              <a:off x="2088981" y="1639825"/>
              <a:ext cx="299" cy="149"/>
            </a:xfrm>
            <a:custGeom>
              <a:rect b="b" l="l" r="r" t="t"/>
              <a:pathLst>
                <a:path extrusionOk="0" h="11" w="22">
                  <a:moveTo>
                    <a:pt x="1" y="0"/>
                  </a:moveTo>
                  <a:cubicBezTo>
                    <a:pt x="8" y="4"/>
                    <a:pt x="15" y="7"/>
                    <a:pt x="22" y="11"/>
                  </a:cubicBezTo>
                  <a:cubicBezTo>
                    <a:pt x="15" y="7"/>
                    <a:pt x="8"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3" name="Google Shape;6603;p129"/>
            <p:cNvSpPr/>
            <p:nvPr/>
          </p:nvSpPr>
          <p:spPr>
            <a:xfrm>
              <a:off x="2090121" y="1640110"/>
              <a:ext cx="1589" cy="109"/>
            </a:xfrm>
            <a:custGeom>
              <a:rect b="b" l="l" r="r" t="t"/>
              <a:pathLst>
                <a:path extrusionOk="0" h="8" w="117">
                  <a:moveTo>
                    <a:pt x="81" y="0"/>
                  </a:moveTo>
                  <a:cubicBezTo>
                    <a:pt x="67" y="0"/>
                    <a:pt x="53" y="4"/>
                    <a:pt x="36" y="4"/>
                  </a:cubicBezTo>
                  <a:cubicBezTo>
                    <a:pt x="25" y="7"/>
                    <a:pt x="15" y="7"/>
                    <a:pt x="1" y="7"/>
                  </a:cubicBezTo>
                  <a:lnTo>
                    <a:pt x="39" y="7"/>
                  </a:lnTo>
                  <a:cubicBezTo>
                    <a:pt x="64" y="4"/>
                    <a:pt x="88" y="0"/>
                    <a:pt x="11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4" name="Google Shape;6604;p129"/>
            <p:cNvSpPr/>
            <p:nvPr/>
          </p:nvSpPr>
          <p:spPr>
            <a:xfrm>
              <a:off x="2088125" y="1638969"/>
              <a:ext cx="204" cy="244"/>
            </a:xfrm>
            <a:custGeom>
              <a:rect b="b" l="l" r="r" t="t"/>
              <a:pathLst>
                <a:path extrusionOk="0" h="18" w="15">
                  <a:moveTo>
                    <a:pt x="1" y="0"/>
                  </a:moveTo>
                  <a:lnTo>
                    <a:pt x="15"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5" name="Google Shape;6605;p129"/>
            <p:cNvSpPr/>
            <p:nvPr/>
          </p:nvSpPr>
          <p:spPr>
            <a:xfrm>
              <a:off x="2088696" y="1639580"/>
              <a:ext cx="258" cy="204"/>
            </a:xfrm>
            <a:custGeom>
              <a:rect b="b" l="l" r="r" t="t"/>
              <a:pathLst>
                <a:path extrusionOk="0" h="15" w="19">
                  <a:moveTo>
                    <a:pt x="1" y="1"/>
                  </a:moveTo>
                  <a:lnTo>
                    <a:pt x="18"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6" name="Google Shape;6606;p129"/>
            <p:cNvSpPr/>
            <p:nvPr/>
          </p:nvSpPr>
          <p:spPr>
            <a:xfrm>
              <a:off x="2091221" y="1640056"/>
              <a:ext cx="1100" cy="68"/>
            </a:xfrm>
            <a:custGeom>
              <a:rect b="b" l="l" r="r" t="t"/>
              <a:pathLst>
                <a:path extrusionOk="0" h="5" w="81">
                  <a:moveTo>
                    <a:pt x="81" y="1"/>
                  </a:moveTo>
                  <a:cubicBezTo>
                    <a:pt x="56" y="1"/>
                    <a:pt x="28" y="1"/>
                    <a:pt x="0" y="4"/>
                  </a:cubicBezTo>
                  <a:lnTo>
                    <a:pt x="35" y="4"/>
                  </a:lnTo>
                  <a:lnTo>
                    <a:pt x="8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7" name="Google Shape;6607;p129"/>
            <p:cNvSpPr/>
            <p:nvPr/>
          </p:nvSpPr>
          <p:spPr>
            <a:xfrm>
              <a:off x="2093923" y="1670524"/>
              <a:ext cx="109" cy="258"/>
            </a:xfrm>
            <a:custGeom>
              <a:rect b="b" l="l" r="r" t="t"/>
              <a:pathLst>
                <a:path extrusionOk="0" h="19" w="8">
                  <a:moveTo>
                    <a:pt x="8" y="18"/>
                  </a:moveTo>
                  <a:cubicBezTo>
                    <a:pt x="4" y="11"/>
                    <a:pt x="1" y="8"/>
                    <a:pt x="1" y="1"/>
                  </a:cubicBezTo>
                  <a:cubicBezTo>
                    <a:pt x="1" y="8"/>
                    <a:pt x="4" y="11"/>
                    <a:pt x="8"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8" name="Google Shape;6608;p129"/>
            <p:cNvSpPr/>
            <p:nvPr/>
          </p:nvSpPr>
          <p:spPr>
            <a:xfrm>
              <a:off x="2103767" y="1657068"/>
              <a:ext cx="204" cy="448"/>
            </a:xfrm>
            <a:custGeom>
              <a:rect b="b" l="l" r="r" t="t"/>
              <a:pathLst>
                <a:path extrusionOk="0" h="33" w="15">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9" name="Google Shape;6609;p129"/>
            <p:cNvSpPr/>
            <p:nvPr/>
          </p:nvSpPr>
          <p:spPr>
            <a:xfrm>
              <a:off x="2101676" y="1658019"/>
              <a:ext cx="244" cy="163"/>
            </a:xfrm>
            <a:custGeom>
              <a:rect b="b" l="l" r="r" t="t"/>
              <a:pathLst>
                <a:path extrusionOk="0" h="12" w="18">
                  <a:moveTo>
                    <a:pt x="0" y="1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0" name="Google Shape;6610;p129"/>
            <p:cNvSpPr/>
            <p:nvPr/>
          </p:nvSpPr>
          <p:spPr>
            <a:xfrm>
              <a:off x="2099585" y="1672289"/>
              <a:ext cx="502" cy="1385"/>
            </a:xfrm>
            <a:custGeom>
              <a:rect b="b" l="l" r="r" t="t"/>
              <a:pathLst>
                <a:path extrusionOk="0" h="102" w="37">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1" name="Google Shape;6611;p129"/>
            <p:cNvSpPr/>
            <p:nvPr/>
          </p:nvSpPr>
          <p:spPr>
            <a:xfrm>
              <a:off x="2101296" y="1658209"/>
              <a:ext cx="244" cy="163"/>
            </a:xfrm>
            <a:custGeom>
              <a:rect b="b" l="l" r="r" t="t"/>
              <a:pathLst>
                <a:path extrusionOk="0" h="12" w="18">
                  <a:moveTo>
                    <a:pt x="0" y="1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2" name="Google Shape;6612;p129"/>
            <p:cNvSpPr/>
            <p:nvPr/>
          </p:nvSpPr>
          <p:spPr>
            <a:xfrm>
              <a:off x="2100630" y="1658684"/>
              <a:ext cx="244" cy="204"/>
            </a:xfrm>
            <a:custGeom>
              <a:rect b="b" l="l" r="r" t="t"/>
              <a:pathLst>
                <a:path extrusionOk="0" h="15" w="18">
                  <a:moveTo>
                    <a:pt x="0" y="15"/>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3" name="Google Shape;6613;p129"/>
            <p:cNvSpPr/>
            <p:nvPr/>
          </p:nvSpPr>
          <p:spPr>
            <a:xfrm>
              <a:off x="2100956" y="1658453"/>
              <a:ext cx="258" cy="204"/>
            </a:xfrm>
            <a:custGeom>
              <a:rect b="b" l="l" r="r" t="t"/>
              <a:pathLst>
                <a:path extrusionOk="0" h="15" w="19">
                  <a:moveTo>
                    <a:pt x="1" y="1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4" name="Google Shape;6614;p129"/>
            <p:cNvSpPr/>
            <p:nvPr/>
          </p:nvSpPr>
          <p:spPr>
            <a:xfrm>
              <a:off x="2102056" y="1657829"/>
              <a:ext cx="204" cy="163"/>
            </a:xfrm>
            <a:custGeom>
              <a:rect b="b" l="l" r="r" t="t"/>
              <a:pathLst>
                <a:path extrusionOk="0" h="12" w="15">
                  <a:moveTo>
                    <a:pt x="0" y="1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5" name="Google Shape;6615;p129"/>
            <p:cNvSpPr/>
            <p:nvPr/>
          </p:nvSpPr>
          <p:spPr>
            <a:xfrm>
              <a:off x="2103142" y="1657543"/>
              <a:ext cx="258" cy="68"/>
            </a:xfrm>
            <a:custGeom>
              <a:rect b="b" l="l" r="r" t="t"/>
              <a:pathLst>
                <a:path extrusionOk="0" h="5" w="19">
                  <a:moveTo>
                    <a:pt x="1" y="4"/>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6" name="Google Shape;6616;p129"/>
            <p:cNvSpPr/>
            <p:nvPr/>
          </p:nvSpPr>
          <p:spPr>
            <a:xfrm>
              <a:off x="2102816" y="1657638"/>
              <a:ext cx="204" cy="68"/>
            </a:xfrm>
            <a:custGeom>
              <a:rect b="b" l="l" r="r" t="t"/>
              <a:pathLst>
                <a:path extrusionOk="0" h="5" w="15">
                  <a:moveTo>
                    <a:pt x="0" y="4"/>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7" name="Google Shape;6617;p129"/>
            <p:cNvSpPr/>
            <p:nvPr/>
          </p:nvSpPr>
          <p:spPr>
            <a:xfrm>
              <a:off x="2102436" y="1657733"/>
              <a:ext cx="204" cy="68"/>
            </a:xfrm>
            <a:custGeom>
              <a:rect b="b" l="l" r="r" t="t"/>
              <a:pathLst>
                <a:path extrusionOk="0" h="5" w="15">
                  <a:moveTo>
                    <a:pt x="0" y="4"/>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8" name="Google Shape;6618;p129"/>
            <p:cNvSpPr/>
            <p:nvPr/>
          </p:nvSpPr>
          <p:spPr>
            <a:xfrm>
              <a:off x="2100345" y="1659023"/>
              <a:ext cx="204" cy="204"/>
            </a:xfrm>
            <a:custGeom>
              <a:rect b="b" l="l" r="r" t="t"/>
              <a:pathLst>
                <a:path extrusionOk="0" h="15" w="15">
                  <a:moveTo>
                    <a:pt x="0" y="1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9" name="Google Shape;6619;p129"/>
            <p:cNvSpPr/>
            <p:nvPr/>
          </p:nvSpPr>
          <p:spPr>
            <a:xfrm>
              <a:off x="2099395" y="1660300"/>
              <a:ext cx="149" cy="299"/>
            </a:xfrm>
            <a:custGeom>
              <a:rect b="b" l="l" r="r" t="t"/>
              <a:pathLst>
                <a:path extrusionOk="0" h="22" w="11">
                  <a:moveTo>
                    <a:pt x="0" y="22"/>
                  </a:moveTo>
                  <a:cubicBezTo>
                    <a:pt x="4" y="15"/>
                    <a:pt x="7" y="8"/>
                    <a:pt x="11" y="1"/>
                  </a:cubicBezTo>
                  <a:cubicBezTo>
                    <a:pt x="7" y="8"/>
                    <a:pt x="4" y="15"/>
                    <a:pt x="0"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0" name="Google Shape;6620;p129"/>
            <p:cNvSpPr/>
            <p:nvPr/>
          </p:nvSpPr>
          <p:spPr>
            <a:xfrm>
              <a:off x="2099585" y="1659919"/>
              <a:ext cx="149" cy="258"/>
            </a:xfrm>
            <a:custGeom>
              <a:rect b="b" l="l" r="r" t="t"/>
              <a:pathLst>
                <a:path extrusionOk="0" h="19" w="11">
                  <a:moveTo>
                    <a:pt x="0" y="18"/>
                  </a:moveTo>
                  <a:cubicBezTo>
                    <a:pt x="4" y="15"/>
                    <a:pt x="7" y="8"/>
                    <a:pt x="11" y="1"/>
                  </a:cubicBezTo>
                  <a:cubicBezTo>
                    <a:pt x="7" y="8"/>
                    <a:pt x="4" y="15"/>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1" name="Google Shape;6621;p129"/>
            <p:cNvSpPr/>
            <p:nvPr/>
          </p:nvSpPr>
          <p:spPr>
            <a:xfrm>
              <a:off x="2099245" y="1660639"/>
              <a:ext cx="163" cy="299"/>
            </a:xfrm>
            <a:custGeom>
              <a:rect b="b" l="l" r="r" t="t"/>
              <a:pathLst>
                <a:path extrusionOk="0" h="22" w="12">
                  <a:moveTo>
                    <a:pt x="1" y="21"/>
                  </a:moveTo>
                  <a:cubicBezTo>
                    <a:pt x="4" y="14"/>
                    <a:pt x="8" y="7"/>
                    <a:pt x="11" y="0"/>
                  </a:cubicBezTo>
                  <a:cubicBezTo>
                    <a:pt x="8" y="7"/>
                    <a:pt x="4" y="14"/>
                    <a:pt x="1"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2" name="Google Shape;6622;p129"/>
            <p:cNvSpPr/>
            <p:nvPr/>
          </p:nvSpPr>
          <p:spPr>
            <a:xfrm>
              <a:off x="2099150" y="1661019"/>
              <a:ext cx="109" cy="339"/>
            </a:xfrm>
            <a:custGeom>
              <a:rect b="b" l="l" r="r" t="t"/>
              <a:pathLst>
                <a:path extrusionOk="0" h="25" w="8">
                  <a:moveTo>
                    <a:pt x="1" y="25"/>
                  </a:moveTo>
                  <a:cubicBezTo>
                    <a:pt x="1" y="18"/>
                    <a:pt x="4" y="7"/>
                    <a:pt x="8" y="0"/>
                  </a:cubicBezTo>
                  <a:cubicBezTo>
                    <a:pt x="4" y="7"/>
                    <a:pt x="1" y="18"/>
                    <a:pt x="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3" name="Google Shape;6623;p129"/>
            <p:cNvSpPr/>
            <p:nvPr/>
          </p:nvSpPr>
          <p:spPr>
            <a:xfrm>
              <a:off x="2094018" y="1670958"/>
              <a:ext cx="543" cy="584"/>
            </a:xfrm>
            <a:custGeom>
              <a:rect b="b" l="l" r="r" t="t"/>
              <a:pathLst>
                <a:path extrusionOk="0" h="43" w="40">
                  <a:moveTo>
                    <a:pt x="1" y="0"/>
                  </a:moveTo>
                  <a:cubicBezTo>
                    <a:pt x="11" y="18"/>
                    <a:pt x="22" y="32"/>
                    <a:pt x="39" y="42"/>
                  </a:cubicBezTo>
                  <a:cubicBezTo>
                    <a:pt x="22" y="32"/>
                    <a:pt x="11" y="1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4" name="Google Shape;6624;p129"/>
            <p:cNvSpPr/>
            <p:nvPr/>
          </p:nvSpPr>
          <p:spPr>
            <a:xfrm>
              <a:off x="2100060" y="1659308"/>
              <a:ext cx="204" cy="244"/>
            </a:xfrm>
            <a:custGeom>
              <a:rect b="b" l="l" r="r" t="t"/>
              <a:pathLst>
                <a:path extrusionOk="0" h="18" w="15">
                  <a:moveTo>
                    <a:pt x="0" y="18"/>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5" name="Google Shape;6625;p129"/>
            <p:cNvSpPr/>
            <p:nvPr/>
          </p:nvSpPr>
          <p:spPr>
            <a:xfrm>
              <a:off x="2099816" y="1659594"/>
              <a:ext cx="163" cy="299"/>
            </a:xfrm>
            <a:custGeom>
              <a:rect b="b" l="l" r="r" t="t"/>
              <a:pathLst>
                <a:path extrusionOk="0" h="22" w="12">
                  <a:moveTo>
                    <a:pt x="11" y="0"/>
                  </a:moveTo>
                  <a:lnTo>
                    <a:pt x="11" y="0"/>
                  </a:lnTo>
                  <a:cubicBezTo>
                    <a:pt x="8" y="7"/>
                    <a:pt x="4" y="14"/>
                    <a:pt x="1" y="21"/>
                  </a:cubicBezTo>
                  <a:cubicBezTo>
                    <a:pt x="4" y="14"/>
                    <a:pt x="11" y="7"/>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6" name="Google Shape;6626;p129"/>
            <p:cNvSpPr/>
            <p:nvPr/>
          </p:nvSpPr>
          <p:spPr>
            <a:xfrm>
              <a:off x="2096299" y="1640626"/>
              <a:ext cx="1113" cy="489"/>
            </a:xfrm>
            <a:custGeom>
              <a:rect b="b" l="l" r="r" t="t"/>
              <a:pathLst>
                <a:path extrusionOk="0" h="36" w="82">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7" name="Google Shape;6627;p129"/>
            <p:cNvSpPr/>
            <p:nvPr/>
          </p:nvSpPr>
          <p:spPr>
            <a:xfrm>
              <a:off x="2103957" y="1654937"/>
              <a:ext cx="299" cy="2145"/>
            </a:xfrm>
            <a:custGeom>
              <a:rect b="b" l="l" r="r" t="t"/>
              <a:pathLst>
                <a:path extrusionOk="0" h="158" w="22">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8" name="Google Shape;6628;p129"/>
            <p:cNvSpPr/>
            <p:nvPr/>
          </p:nvSpPr>
          <p:spPr>
            <a:xfrm>
              <a:off x="2105138" y="1644577"/>
              <a:ext cx="1969" cy="625"/>
            </a:xfrm>
            <a:custGeom>
              <a:rect b="b" l="l" r="r" t="t"/>
              <a:pathLst>
                <a:path extrusionOk="0" h="46" w="145">
                  <a:moveTo>
                    <a:pt x="1" y="0"/>
                  </a:moveTo>
                  <a:cubicBezTo>
                    <a:pt x="43" y="32"/>
                    <a:pt x="92" y="46"/>
                    <a:pt x="144" y="42"/>
                  </a:cubicBezTo>
                  <a:lnTo>
                    <a:pt x="144" y="42"/>
                  </a:lnTo>
                  <a:cubicBezTo>
                    <a:pt x="92" y="46"/>
                    <a:pt x="43" y="32"/>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9" name="Google Shape;6629;p129"/>
            <p:cNvSpPr/>
            <p:nvPr/>
          </p:nvSpPr>
          <p:spPr>
            <a:xfrm>
              <a:off x="2095824" y="1640490"/>
              <a:ext cx="1018" cy="299"/>
            </a:xfrm>
            <a:custGeom>
              <a:rect b="b" l="l" r="r" t="t"/>
              <a:pathLst>
                <a:path extrusionOk="0" h="22" w="75">
                  <a:moveTo>
                    <a:pt x="1" y="0"/>
                  </a:moveTo>
                  <a:lnTo>
                    <a:pt x="36" y="11"/>
                  </a:lnTo>
                  <a:lnTo>
                    <a:pt x="74" y="21"/>
                  </a:lnTo>
                  <a:cubicBezTo>
                    <a:pt x="53" y="11"/>
                    <a:pt x="29"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0" name="Google Shape;6630;p129"/>
            <p:cNvSpPr/>
            <p:nvPr/>
          </p:nvSpPr>
          <p:spPr>
            <a:xfrm>
              <a:off x="2103862" y="1656837"/>
              <a:ext cx="149" cy="530"/>
            </a:xfrm>
            <a:custGeom>
              <a:rect b="b" l="l" r="r" t="t"/>
              <a:pathLst>
                <a:path extrusionOk="0" h="39" w="11">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1" name="Google Shape;6631;p129"/>
            <p:cNvSpPr/>
            <p:nvPr/>
          </p:nvSpPr>
          <p:spPr>
            <a:xfrm>
              <a:off x="1375130" y="1936371"/>
              <a:ext cx="14704" cy="7522"/>
            </a:xfrm>
            <a:custGeom>
              <a:rect b="b" l="l" r="r" t="t"/>
              <a:pathLst>
                <a:path extrusionOk="0" h="554" w="1083">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2" name="Google Shape;6632;p129"/>
            <p:cNvSpPr/>
            <p:nvPr/>
          </p:nvSpPr>
          <p:spPr>
            <a:xfrm>
              <a:off x="1380643" y="1923581"/>
              <a:ext cx="42986" cy="21887"/>
            </a:xfrm>
            <a:custGeom>
              <a:rect b="b" l="l" r="r" t="t"/>
              <a:pathLst>
                <a:path extrusionOk="0" h="1612" w="3166">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3" name="Google Shape;6633;p129"/>
            <p:cNvSpPr/>
            <p:nvPr/>
          </p:nvSpPr>
          <p:spPr>
            <a:xfrm>
              <a:off x="1391722" y="1940553"/>
              <a:ext cx="68" cy="109"/>
            </a:xfrm>
            <a:custGeom>
              <a:rect b="b" l="l" r="r" t="t"/>
              <a:pathLst>
                <a:path extrusionOk="0" h="8" w="5">
                  <a:moveTo>
                    <a:pt x="1" y="1"/>
                  </a:moveTo>
                  <a:lnTo>
                    <a:pt x="1" y="8"/>
                  </a:lnTo>
                  <a:cubicBezTo>
                    <a:pt x="4" y="4"/>
                    <a:pt x="4"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4" name="Google Shape;6634;p129"/>
            <p:cNvSpPr/>
            <p:nvPr/>
          </p:nvSpPr>
          <p:spPr>
            <a:xfrm>
              <a:off x="1391722" y="1941503"/>
              <a:ext cx="14" cy="163"/>
            </a:xfrm>
            <a:custGeom>
              <a:rect b="b" l="l" r="r" t="t"/>
              <a:pathLst>
                <a:path extrusionOk="0" h="12" w="1">
                  <a:moveTo>
                    <a:pt x="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5" name="Google Shape;6635;p129"/>
            <p:cNvSpPr/>
            <p:nvPr/>
          </p:nvSpPr>
          <p:spPr>
            <a:xfrm>
              <a:off x="1391722" y="1940933"/>
              <a:ext cx="14" cy="163"/>
            </a:xfrm>
            <a:custGeom>
              <a:rect b="b" l="l" r="r" t="t"/>
              <a:pathLst>
                <a:path extrusionOk="0" h="12" w="1">
                  <a:moveTo>
                    <a:pt x="1" y="11"/>
                  </a:moveTo>
                  <a:lnTo>
                    <a:pt x="1" y="1"/>
                  </a:lnTo>
                  <a:cubicBezTo>
                    <a:pt x="1" y="1"/>
                    <a:pt x="1" y="8"/>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6" name="Google Shape;6636;p129"/>
            <p:cNvSpPr/>
            <p:nvPr/>
          </p:nvSpPr>
          <p:spPr>
            <a:xfrm>
              <a:off x="1391586" y="1938937"/>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7" name="Google Shape;6637;p129"/>
            <p:cNvSpPr/>
            <p:nvPr/>
          </p:nvSpPr>
          <p:spPr>
            <a:xfrm>
              <a:off x="1381403" y="1935230"/>
              <a:ext cx="204" cy="163"/>
            </a:xfrm>
            <a:custGeom>
              <a:rect b="b" l="l" r="r" t="t"/>
              <a:pathLst>
                <a:path extrusionOk="0" h="12" w="15">
                  <a:moveTo>
                    <a:pt x="15"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8" name="Google Shape;6638;p129"/>
            <p:cNvSpPr/>
            <p:nvPr/>
          </p:nvSpPr>
          <p:spPr>
            <a:xfrm>
              <a:off x="1391396" y="1938516"/>
              <a:ext cx="14" cy="54"/>
            </a:xfrm>
            <a:custGeom>
              <a:rect b="b" l="l" r="r" t="t"/>
              <a:pathLst>
                <a:path extrusionOk="0" h="4" w="1">
                  <a:moveTo>
                    <a:pt x="0"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9" name="Google Shape;6639;p129"/>
            <p:cNvSpPr/>
            <p:nvPr/>
          </p:nvSpPr>
          <p:spPr>
            <a:xfrm>
              <a:off x="1382163" y="1935665"/>
              <a:ext cx="204" cy="109"/>
            </a:xfrm>
            <a:custGeom>
              <a:rect b="b" l="l" r="r" t="t"/>
              <a:pathLst>
                <a:path extrusionOk="0" h="8" w="15">
                  <a:moveTo>
                    <a:pt x="15"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0" name="Google Shape;6640;p129"/>
            <p:cNvSpPr/>
            <p:nvPr/>
          </p:nvSpPr>
          <p:spPr>
            <a:xfrm>
              <a:off x="1391722" y="1940173"/>
              <a:ext cx="68" cy="163"/>
            </a:xfrm>
            <a:custGeom>
              <a:rect b="b" l="l" r="r" t="t"/>
              <a:pathLst>
                <a:path extrusionOk="0" h="12" w="5">
                  <a:moveTo>
                    <a:pt x="1" y="1"/>
                  </a:moveTo>
                  <a:lnTo>
                    <a:pt x="1" y="11"/>
                  </a:lnTo>
                  <a:cubicBezTo>
                    <a:pt x="4" y="8"/>
                    <a:pt x="4"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1" name="Google Shape;6641;p129"/>
            <p:cNvSpPr/>
            <p:nvPr/>
          </p:nvSpPr>
          <p:spPr>
            <a:xfrm>
              <a:off x="1391627" y="1941978"/>
              <a:ext cx="14" cy="204"/>
            </a:xfrm>
            <a:custGeom>
              <a:rect b="b" l="l" r="r" t="t"/>
              <a:pathLst>
                <a:path extrusionOk="0" h="15" w="1">
                  <a:moveTo>
                    <a:pt x="1"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2" name="Google Shape;6642;p129"/>
            <p:cNvSpPr/>
            <p:nvPr/>
          </p:nvSpPr>
          <p:spPr>
            <a:xfrm>
              <a:off x="1391722" y="1939602"/>
              <a:ext cx="14" cy="109"/>
            </a:xfrm>
            <a:custGeom>
              <a:rect b="b" l="l" r="r" t="t"/>
              <a:pathLst>
                <a:path extrusionOk="0" h="8" w="1">
                  <a:moveTo>
                    <a:pt x="1"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3" name="Google Shape;6643;p129"/>
            <p:cNvSpPr/>
            <p:nvPr/>
          </p:nvSpPr>
          <p:spPr>
            <a:xfrm>
              <a:off x="1391722" y="193998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4" name="Google Shape;6644;p129"/>
            <p:cNvSpPr/>
            <p:nvPr/>
          </p:nvSpPr>
          <p:spPr>
            <a:xfrm>
              <a:off x="1391722" y="193941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5" name="Google Shape;6645;p129"/>
            <p:cNvSpPr/>
            <p:nvPr/>
          </p:nvSpPr>
          <p:spPr>
            <a:xfrm>
              <a:off x="1391627" y="1939127"/>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6" name="Google Shape;6646;p129"/>
            <p:cNvSpPr/>
            <p:nvPr/>
          </p:nvSpPr>
          <p:spPr>
            <a:xfrm>
              <a:off x="1391491" y="1938652"/>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7" name="Google Shape;6647;p129"/>
            <p:cNvSpPr/>
            <p:nvPr/>
          </p:nvSpPr>
          <p:spPr>
            <a:xfrm>
              <a:off x="1391532" y="1938801"/>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8" name="Google Shape;6648;p129"/>
            <p:cNvSpPr/>
            <p:nvPr/>
          </p:nvSpPr>
          <p:spPr>
            <a:xfrm>
              <a:off x="1174075" y="1791214"/>
              <a:ext cx="223703" cy="138382"/>
            </a:xfrm>
            <a:custGeom>
              <a:rect b="b" l="l" r="r" t="t"/>
              <a:pathLst>
                <a:path extrusionOk="0" h="10192" w="16476">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9" name="Google Shape;6649;p129"/>
            <p:cNvSpPr/>
            <p:nvPr/>
          </p:nvSpPr>
          <p:spPr>
            <a:xfrm>
              <a:off x="1356122" y="1909990"/>
              <a:ext cx="28160" cy="28771"/>
            </a:xfrm>
            <a:custGeom>
              <a:rect b="b" l="l" r="r" t="t"/>
              <a:pathLst>
                <a:path extrusionOk="0" h="2119" w="2074">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0" name="Google Shape;6650;p129"/>
            <p:cNvSpPr/>
            <p:nvPr/>
          </p:nvSpPr>
          <p:spPr>
            <a:xfrm>
              <a:off x="1378552" y="1934660"/>
              <a:ext cx="14" cy="14"/>
            </a:xfrm>
            <a:custGeom>
              <a:rect b="b" l="l" r="r" t="t"/>
              <a:pathLst>
                <a:path extrusionOk="0" h="1" w="1">
                  <a:moveTo>
                    <a:pt x="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1" name="Google Shape;6651;p129"/>
            <p:cNvSpPr/>
            <p:nvPr/>
          </p:nvSpPr>
          <p:spPr>
            <a:xfrm>
              <a:off x="1374370" y="1937892"/>
              <a:ext cx="163" cy="163"/>
            </a:xfrm>
            <a:custGeom>
              <a:rect b="b" l="l" r="r" t="t"/>
              <a:pathLst>
                <a:path extrusionOk="0" h="12" w="12">
                  <a:moveTo>
                    <a:pt x="11"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2" name="Google Shape;6652;p129"/>
            <p:cNvSpPr/>
            <p:nvPr/>
          </p:nvSpPr>
          <p:spPr>
            <a:xfrm>
              <a:off x="1373759" y="1938462"/>
              <a:ext cx="149" cy="163"/>
            </a:xfrm>
            <a:custGeom>
              <a:rect b="b" l="l" r="r" t="t"/>
              <a:pathLst>
                <a:path extrusionOk="0" h="12" w="11">
                  <a:moveTo>
                    <a:pt x="11"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3" name="Google Shape;6653;p129"/>
            <p:cNvSpPr/>
            <p:nvPr/>
          </p:nvSpPr>
          <p:spPr>
            <a:xfrm>
              <a:off x="1377601" y="1935190"/>
              <a:ext cx="109" cy="54"/>
            </a:xfrm>
            <a:custGeom>
              <a:rect b="b" l="l" r="r" t="t"/>
              <a:pathLst>
                <a:path extrusionOk="0" h="4" w="8">
                  <a:moveTo>
                    <a:pt x="8"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4" name="Google Shape;6654;p129"/>
            <p:cNvSpPr/>
            <p:nvPr/>
          </p:nvSpPr>
          <p:spPr>
            <a:xfrm>
              <a:off x="1378362" y="1934714"/>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5" name="Google Shape;6655;p129"/>
            <p:cNvSpPr/>
            <p:nvPr/>
          </p:nvSpPr>
          <p:spPr>
            <a:xfrm>
              <a:off x="1377370" y="1935380"/>
              <a:ext cx="109" cy="54"/>
            </a:xfrm>
            <a:custGeom>
              <a:rect b="b" l="l" r="r" t="t"/>
              <a:pathLst>
                <a:path extrusionOk="0" h="4" w="8">
                  <a:moveTo>
                    <a:pt x="7"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6" name="Google Shape;6656;p129"/>
            <p:cNvSpPr/>
            <p:nvPr/>
          </p:nvSpPr>
          <p:spPr>
            <a:xfrm>
              <a:off x="1377031" y="1935570"/>
              <a:ext cx="163" cy="109"/>
            </a:xfrm>
            <a:custGeom>
              <a:rect b="b" l="l" r="r" t="t"/>
              <a:pathLst>
                <a:path extrusionOk="0" h="8" w="12">
                  <a:moveTo>
                    <a:pt x="1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7" name="Google Shape;6657;p129"/>
            <p:cNvSpPr/>
            <p:nvPr/>
          </p:nvSpPr>
          <p:spPr>
            <a:xfrm>
              <a:off x="1376705" y="1935855"/>
              <a:ext cx="149" cy="109"/>
            </a:xfrm>
            <a:custGeom>
              <a:rect b="b" l="l" r="r" t="t"/>
              <a:pathLst>
                <a:path extrusionOk="0" h="8" w="11">
                  <a:moveTo>
                    <a:pt x="11"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8" name="Google Shape;6658;p129"/>
            <p:cNvSpPr/>
            <p:nvPr/>
          </p:nvSpPr>
          <p:spPr>
            <a:xfrm>
              <a:off x="1375470" y="1936900"/>
              <a:ext cx="149" cy="149"/>
            </a:xfrm>
            <a:custGeom>
              <a:rect b="b" l="l" r="r" t="t"/>
              <a:pathLst>
                <a:path extrusionOk="0" h="11" w="11">
                  <a:moveTo>
                    <a:pt x="11"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9" name="Google Shape;6659;p129"/>
            <p:cNvSpPr/>
            <p:nvPr/>
          </p:nvSpPr>
          <p:spPr>
            <a:xfrm>
              <a:off x="1377846" y="1935040"/>
              <a:ext cx="109" cy="68"/>
            </a:xfrm>
            <a:custGeom>
              <a:rect b="b" l="l" r="r" t="t"/>
              <a:pathLst>
                <a:path extrusionOk="0" h="5" w="8">
                  <a:moveTo>
                    <a:pt x="7"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0" name="Google Shape;6660;p129"/>
            <p:cNvSpPr/>
            <p:nvPr/>
          </p:nvSpPr>
          <p:spPr>
            <a:xfrm>
              <a:off x="1378076" y="1934905"/>
              <a:ext cx="68" cy="54"/>
            </a:xfrm>
            <a:custGeom>
              <a:rect b="b" l="l" r="r" t="t"/>
              <a:pathLst>
                <a:path extrusionOk="0" h="4" w="5">
                  <a:moveTo>
                    <a:pt x="4"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1" name="Google Shape;6661;p129"/>
            <p:cNvSpPr/>
            <p:nvPr/>
          </p:nvSpPr>
          <p:spPr>
            <a:xfrm>
              <a:off x="1374899" y="1937376"/>
              <a:ext cx="204" cy="149"/>
            </a:xfrm>
            <a:custGeom>
              <a:rect b="b" l="l" r="r" t="t"/>
              <a:pathLst>
                <a:path extrusionOk="0" h="11" w="15">
                  <a:moveTo>
                    <a:pt x="14"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2" name="Google Shape;6662;p129"/>
            <p:cNvSpPr/>
            <p:nvPr/>
          </p:nvSpPr>
          <p:spPr>
            <a:xfrm>
              <a:off x="1375890" y="1936520"/>
              <a:ext cx="204" cy="109"/>
            </a:xfrm>
            <a:custGeom>
              <a:rect b="b" l="l" r="r" t="t"/>
              <a:pathLst>
                <a:path extrusionOk="0" h="8" w="15">
                  <a:moveTo>
                    <a:pt x="15"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3" name="Google Shape;6663;p129"/>
            <p:cNvSpPr/>
            <p:nvPr/>
          </p:nvSpPr>
          <p:spPr>
            <a:xfrm>
              <a:off x="1376325" y="1936140"/>
              <a:ext cx="149" cy="149"/>
            </a:xfrm>
            <a:custGeom>
              <a:rect b="b" l="l" r="r" t="t"/>
              <a:pathLst>
                <a:path extrusionOk="0" h="11" w="11">
                  <a:moveTo>
                    <a:pt x="11"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4" name="Google Shape;6664;p129"/>
            <p:cNvSpPr/>
            <p:nvPr/>
          </p:nvSpPr>
          <p:spPr>
            <a:xfrm>
              <a:off x="1378226" y="1934810"/>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5" name="Google Shape;6665;p129"/>
            <p:cNvSpPr/>
            <p:nvPr/>
          </p:nvSpPr>
          <p:spPr>
            <a:xfrm>
              <a:off x="1378647" y="1928917"/>
              <a:ext cx="3435" cy="5716"/>
            </a:xfrm>
            <a:custGeom>
              <a:rect b="b" l="l" r="r" t="t"/>
              <a:pathLst>
                <a:path extrusionOk="0" h="421" w="253">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6" name="Google Shape;6666;p129"/>
            <p:cNvSpPr/>
            <p:nvPr/>
          </p:nvSpPr>
          <p:spPr>
            <a:xfrm>
              <a:off x="1384078" y="1926867"/>
              <a:ext cx="204" cy="204"/>
            </a:xfrm>
            <a:custGeom>
              <a:rect b="b" l="l" r="r" t="t"/>
              <a:pathLst>
                <a:path extrusionOk="0" h="15" w="15">
                  <a:moveTo>
                    <a:pt x="14" y="1"/>
                  </a:moveTo>
                  <a:lnTo>
                    <a:pt x="14" y="1"/>
                  </a:ln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7" name="Google Shape;6667;p129"/>
            <p:cNvSpPr/>
            <p:nvPr/>
          </p:nvSpPr>
          <p:spPr>
            <a:xfrm>
              <a:off x="1383127" y="1927152"/>
              <a:ext cx="869" cy="869"/>
            </a:xfrm>
            <a:custGeom>
              <a:rect b="b" l="l" r="r" t="t"/>
              <a:pathLst>
                <a:path extrusionOk="0" h="64" w="64">
                  <a:moveTo>
                    <a:pt x="63" y="1"/>
                  </a:moveTo>
                  <a:cubicBezTo>
                    <a:pt x="39" y="22"/>
                    <a:pt x="21" y="43"/>
                    <a:pt x="0" y="64"/>
                  </a:cubicBezTo>
                  <a:cubicBezTo>
                    <a:pt x="21" y="46"/>
                    <a:pt x="42" y="22"/>
                    <a:pt x="6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8" name="Google Shape;6668;p129"/>
            <p:cNvSpPr/>
            <p:nvPr/>
          </p:nvSpPr>
          <p:spPr>
            <a:xfrm>
              <a:off x="1378647" y="1934524"/>
              <a:ext cx="204" cy="149"/>
            </a:xfrm>
            <a:custGeom>
              <a:rect b="b" l="l" r="r" t="t"/>
              <a:pathLst>
                <a:path extrusionOk="0" h="11" w="15">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9" name="Google Shape;6669;p129"/>
            <p:cNvSpPr/>
            <p:nvPr/>
          </p:nvSpPr>
          <p:spPr>
            <a:xfrm>
              <a:off x="1358213" y="1927342"/>
              <a:ext cx="394" cy="543"/>
            </a:xfrm>
            <a:custGeom>
              <a:rect b="b" l="l" r="r" t="t"/>
              <a:pathLst>
                <a:path extrusionOk="0" h="40" w="29">
                  <a:moveTo>
                    <a:pt x="1" y="39"/>
                  </a:move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0" name="Google Shape;6670;p129"/>
            <p:cNvSpPr/>
            <p:nvPr/>
          </p:nvSpPr>
          <p:spPr>
            <a:xfrm>
              <a:off x="1360874" y="1924206"/>
              <a:ext cx="109" cy="163"/>
            </a:xfrm>
            <a:custGeom>
              <a:rect b="b" l="l" r="r" t="t"/>
              <a:pathLst>
                <a:path extrusionOk="0" h="12" w="8">
                  <a:moveTo>
                    <a:pt x="1" y="1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1" name="Google Shape;6671;p129"/>
            <p:cNvSpPr/>
            <p:nvPr/>
          </p:nvSpPr>
          <p:spPr>
            <a:xfrm>
              <a:off x="1361064" y="1923975"/>
              <a:ext cx="109" cy="149"/>
            </a:xfrm>
            <a:custGeom>
              <a:rect b="b" l="l" r="r" t="t"/>
              <a:pathLst>
                <a:path extrusionOk="0" h="11" w="8">
                  <a:moveTo>
                    <a:pt x="1" y="11"/>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2" name="Google Shape;6672;p129"/>
            <p:cNvSpPr/>
            <p:nvPr/>
          </p:nvSpPr>
          <p:spPr>
            <a:xfrm>
              <a:off x="1356122" y="1927912"/>
              <a:ext cx="2064" cy="2865"/>
            </a:xfrm>
            <a:custGeom>
              <a:rect b="b" l="l" r="r" t="t"/>
              <a:pathLst>
                <a:path extrusionOk="0" h="211" w="152">
                  <a:moveTo>
                    <a:pt x="1" y="211"/>
                  </a:moveTo>
                  <a:lnTo>
                    <a:pt x="1" y="211"/>
                  </a:lnTo>
                  <a:cubicBezTo>
                    <a:pt x="57" y="134"/>
                    <a:pt x="106" y="64"/>
                    <a:pt x="151" y="1"/>
                  </a:cubicBezTo>
                  <a:cubicBezTo>
                    <a:pt x="106" y="64"/>
                    <a:pt x="57" y="134"/>
                    <a:pt x="1" y="2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3" name="Google Shape;6673;p129"/>
            <p:cNvSpPr/>
            <p:nvPr/>
          </p:nvSpPr>
          <p:spPr>
            <a:xfrm>
              <a:off x="1358647" y="1926826"/>
              <a:ext cx="339" cy="434"/>
            </a:xfrm>
            <a:custGeom>
              <a:rect b="b" l="l" r="r" t="t"/>
              <a:pathLst>
                <a:path extrusionOk="0" h="32" w="25">
                  <a:moveTo>
                    <a:pt x="0" y="32"/>
                  </a:move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4" name="Google Shape;6674;p129"/>
            <p:cNvSpPr/>
            <p:nvPr/>
          </p:nvSpPr>
          <p:spPr>
            <a:xfrm>
              <a:off x="1377465" y="1910085"/>
              <a:ext cx="1955" cy="14"/>
            </a:xfrm>
            <a:custGeom>
              <a:rect b="b" l="l" r="r" t="t"/>
              <a:pathLst>
                <a:path extrusionOk="0" h="1" w="144">
                  <a:moveTo>
                    <a:pt x="144" y="1"/>
                  </a:moveTo>
                  <a:lnTo>
                    <a:pt x="144" y="1"/>
                  </a:lnTo>
                  <a:lnTo>
                    <a:pt x="0" y="1"/>
                  </a:lnTo>
                  <a:cubicBezTo>
                    <a:pt x="60" y="1"/>
                    <a:pt x="105" y="1"/>
                    <a:pt x="14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5" name="Google Shape;6675;p129"/>
            <p:cNvSpPr/>
            <p:nvPr/>
          </p:nvSpPr>
          <p:spPr>
            <a:xfrm>
              <a:off x="1359788" y="1925441"/>
              <a:ext cx="204" cy="299"/>
            </a:xfrm>
            <a:custGeom>
              <a:rect b="b" l="l" r="r" t="t"/>
              <a:pathLst>
                <a:path extrusionOk="0" h="22" w="15">
                  <a:moveTo>
                    <a:pt x="0" y="22"/>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6" name="Google Shape;6676;p129"/>
            <p:cNvSpPr/>
            <p:nvPr/>
          </p:nvSpPr>
          <p:spPr>
            <a:xfrm>
              <a:off x="1359448" y="1925876"/>
              <a:ext cx="258" cy="339"/>
            </a:xfrm>
            <a:custGeom>
              <a:rect b="b" l="l" r="r" t="t"/>
              <a:pathLst>
                <a:path extrusionOk="0" h="25" w="19">
                  <a:moveTo>
                    <a:pt x="1" y="25"/>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7" name="Google Shape;6677;p129"/>
            <p:cNvSpPr/>
            <p:nvPr/>
          </p:nvSpPr>
          <p:spPr>
            <a:xfrm>
              <a:off x="1360113" y="1925115"/>
              <a:ext cx="163" cy="204"/>
            </a:xfrm>
            <a:custGeom>
              <a:rect b="b" l="l" r="r" t="t"/>
              <a:pathLst>
                <a:path extrusionOk="0" h="15" w="12">
                  <a:moveTo>
                    <a:pt x="1" y="1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8" name="Google Shape;6678;p129"/>
            <p:cNvSpPr/>
            <p:nvPr/>
          </p:nvSpPr>
          <p:spPr>
            <a:xfrm>
              <a:off x="1361213" y="1923785"/>
              <a:ext cx="149" cy="149"/>
            </a:xfrm>
            <a:custGeom>
              <a:rect b="b" l="l" r="r" t="t"/>
              <a:pathLst>
                <a:path extrusionOk="0" h="11" w="11">
                  <a:moveTo>
                    <a:pt x="0" y="11"/>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9" name="Google Shape;6679;p129"/>
            <p:cNvSpPr/>
            <p:nvPr/>
          </p:nvSpPr>
          <p:spPr>
            <a:xfrm>
              <a:off x="1360643" y="1924450"/>
              <a:ext cx="149" cy="204"/>
            </a:xfrm>
            <a:custGeom>
              <a:rect b="b" l="l" r="r" t="t"/>
              <a:pathLst>
                <a:path extrusionOk="0" h="15" w="11">
                  <a:moveTo>
                    <a:pt x="0" y="1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0" name="Google Shape;6680;p129"/>
            <p:cNvSpPr/>
            <p:nvPr/>
          </p:nvSpPr>
          <p:spPr>
            <a:xfrm>
              <a:off x="1360399" y="1924735"/>
              <a:ext cx="163" cy="244"/>
            </a:xfrm>
            <a:custGeom>
              <a:rect b="b" l="l" r="r" t="t"/>
              <a:pathLst>
                <a:path extrusionOk="0" h="18" w="12">
                  <a:moveTo>
                    <a:pt x="1" y="18"/>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1" name="Google Shape;6681;p129"/>
            <p:cNvSpPr/>
            <p:nvPr/>
          </p:nvSpPr>
          <p:spPr>
            <a:xfrm>
              <a:off x="1359068" y="1926351"/>
              <a:ext cx="258" cy="339"/>
            </a:xfrm>
            <a:custGeom>
              <a:rect b="b" l="l" r="r" t="t"/>
              <a:pathLst>
                <a:path extrusionOk="0" h="25" w="19">
                  <a:moveTo>
                    <a:pt x="1" y="25"/>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2" name="Google Shape;6682;p129"/>
            <p:cNvSpPr/>
            <p:nvPr/>
          </p:nvSpPr>
          <p:spPr>
            <a:xfrm>
              <a:off x="1380833" y="1905333"/>
              <a:ext cx="7386" cy="17841"/>
            </a:xfrm>
            <a:custGeom>
              <a:rect b="b" l="l" r="r" t="t"/>
              <a:pathLst>
                <a:path extrusionOk="0" h="1314" w="544">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3" name="Google Shape;6683;p129"/>
            <p:cNvSpPr/>
            <p:nvPr/>
          </p:nvSpPr>
          <p:spPr>
            <a:xfrm>
              <a:off x="1381973" y="1909664"/>
              <a:ext cx="109" cy="54"/>
            </a:xfrm>
            <a:custGeom>
              <a:rect b="b" l="l" r="r" t="t"/>
              <a:pathLst>
                <a:path extrusionOk="0" h="4" w="8">
                  <a:moveTo>
                    <a:pt x="1" y="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4" name="Google Shape;6684;p129"/>
            <p:cNvSpPr/>
            <p:nvPr/>
          </p:nvSpPr>
          <p:spPr>
            <a:xfrm>
              <a:off x="1381837" y="1909800"/>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5" name="Google Shape;6685;p129"/>
            <p:cNvSpPr/>
            <p:nvPr/>
          </p:nvSpPr>
          <p:spPr>
            <a:xfrm>
              <a:off x="1386970" y="1905618"/>
              <a:ext cx="68" cy="68"/>
            </a:xfrm>
            <a:custGeom>
              <a:rect b="b" l="l" r="r" t="t"/>
              <a:pathLst>
                <a:path extrusionOk="0" h="5" w="5">
                  <a:moveTo>
                    <a:pt x="1" y="1"/>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6" name="Google Shape;6686;p129"/>
            <p:cNvSpPr/>
            <p:nvPr/>
          </p:nvSpPr>
          <p:spPr>
            <a:xfrm>
              <a:off x="1382123" y="1909515"/>
              <a:ext cx="109" cy="109"/>
            </a:xfrm>
            <a:custGeom>
              <a:rect b="b" l="l" r="r" t="t"/>
              <a:pathLst>
                <a:path extrusionOk="0" h="8" w="8">
                  <a:moveTo>
                    <a:pt x="7"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7" name="Google Shape;6687;p129"/>
            <p:cNvSpPr/>
            <p:nvPr/>
          </p:nvSpPr>
          <p:spPr>
            <a:xfrm>
              <a:off x="1382543" y="1908374"/>
              <a:ext cx="584" cy="774"/>
            </a:xfrm>
            <a:custGeom>
              <a:rect b="b" l="l" r="r" t="t"/>
              <a:pathLst>
                <a:path extrusionOk="0" h="57" w="43">
                  <a:moveTo>
                    <a:pt x="1" y="57"/>
                  </a:moveTo>
                  <a:cubicBezTo>
                    <a:pt x="11" y="43"/>
                    <a:pt x="25" y="22"/>
                    <a:pt x="43" y="1"/>
                  </a:cubicBezTo>
                  <a:cubicBezTo>
                    <a:pt x="25" y="22"/>
                    <a:pt x="11" y="43"/>
                    <a:pt x="1" y="5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8" name="Google Shape;6688;p129"/>
            <p:cNvSpPr/>
            <p:nvPr/>
          </p:nvSpPr>
          <p:spPr>
            <a:xfrm>
              <a:off x="1387214" y="1905767"/>
              <a:ext cx="244" cy="204"/>
            </a:xfrm>
            <a:custGeom>
              <a:rect b="b" l="l" r="r" t="t"/>
              <a:pathLst>
                <a:path extrusionOk="0" h="15" w="18">
                  <a:moveTo>
                    <a:pt x="0" y="0"/>
                  </a:moveTo>
                  <a:lnTo>
                    <a:pt x="18"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9" name="Google Shape;6689;p129"/>
            <p:cNvSpPr/>
            <p:nvPr/>
          </p:nvSpPr>
          <p:spPr>
            <a:xfrm>
              <a:off x="1382408" y="1909189"/>
              <a:ext cx="109" cy="149"/>
            </a:xfrm>
            <a:custGeom>
              <a:rect b="b" l="l" r="r" t="t"/>
              <a:pathLst>
                <a:path extrusionOk="0" h="11" w="8">
                  <a:moveTo>
                    <a:pt x="0" y="11"/>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0" name="Google Shape;6690;p129"/>
            <p:cNvSpPr/>
            <p:nvPr/>
          </p:nvSpPr>
          <p:spPr>
            <a:xfrm>
              <a:off x="1381593" y="1909949"/>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1" name="Google Shape;6691;p129"/>
            <p:cNvSpPr/>
            <p:nvPr/>
          </p:nvSpPr>
          <p:spPr>
            <a:xfrm>
              <a:off x="1387499" y="1905957"/>
              <a:ext cx="720" cy="584"/>
            </a:xfrm>
            <a:custGeom>
              <a:rect b="b" l="l" r="r" t="t"/>
              <a:pathLst>
                <a:path extrusionOk="0" h="43" w="53">
                  <a:moveTo>
                    <a:pt x="0" y="0"/>
                  </a:moveTo>
                  <a:cubicBezTo>
                    <a:pt x="14" y="14"/>
                    <a:pt x="32" y="25"/>
                    <a:pt x="53" y="42"/>
                  </a:cubicBezTo>
                  <a:cubicBezTo>
                    <a:pt x="32" y="25"/>
                    <a:pt x="14"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2" name="Google Shape;6692;p129"/>
            <p:cNvSpPr/>
            <p:nvPr/>
          </p:nvSpPr>
          <p:spPr>
            <a:xfrm>
              <a:off x="1382258" y="1909379"/>
              <a:ext cx="109" cy="109"/>
            </a:xfrm>
            <a:custGeom>
              <a:rect b="b" l="l" r="r" t="t"/>
              <a:pathLst>
                <a:path extrusionOk="0" h="8" w="8">
                  <a:moveTo>
                    <a:pt x="1" y="7"/>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3" name="Google Shape;6693;p129"/>
            <p:cNvSpPr/>
            <p:nvPr/>
          </p:nvSpPr>
          <p:spPr>
            <a:xfrm>
              <a:off x="1381688" y="1909854"/>
              <a:ext cx="109" cy="54"/>
            </a:xfrm>
            <a:custGeom>
              <a:rect b="b" l="l" r="r" t="t"/>
              <a:pathLst>
                <a:path extrusionOk="0" h="4" w="8">
                  <a:moveTo>
                    <a:pt x="4" y="0"/>
                  </a:moveTo>
                  <a:lnTo>
                    <a:pt x="1" y="4"/>
                  </a:ln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4" name="Google Shape;6694;p129"/>
            <p:cNvSpPr/>
            <p:nvPr/>
          </p:nvSpPr>
          <p:spPr>
            <a:xfrm>
              <a:off x="1380833" y="1922875"/>
              <a:ext cx="2105" cy="299"/>
            </a:xfrm>
            <a:custGeom>
              <a:rect b="b" l="l" r="r" t="t"/>
              <a:pathLst>
                <a:path extrusionOk="0" h="22" w="155">
                  <a:moveTo>
                    <a:pt x="155" y="1"/>
                  </a:moveTo>
                  <a:lnTo>
                    <a:pt x="155" y="1"/>
                  </a:lnTo>
                  <a:lnTo>
                    <a:pt x="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5" name="Google Shape;6695;p129"/>
            <p:cNvSpPr/>
            <p:nvPr/>
          </p:nvSpPr>
          <p:spPr>
            <a:xfrm>
              <a:off x="1490539" y="1892285"/>
              <a:ext cx="19416" cy="14772"/>
            </a:xfrm>
            <a:custGeom>
              <a:rect b="b" l="l" r="r" t="t"/>
              <a:pathLst>
                <a:path extrusionOk="0" h="1088" w="143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6" name="Google Shape;6696;p129"/>
            <p:cNvSpPr/>
            <p:nvPr/>
          </p:nvSpPr>
          <p:spPr>
            <a:xfrm>
              <a:off x="1510647" y="1894932"/>
              <a:ext cx="23353" cy="13252"/>
            </a:xfrm>
            <a:custGeom>
              <a:rect b="b" l="l" r="r" t="t"/>
              <a:pathLst>
                <a:path extrusionOk="0" h="976" w="172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7" name="Google Shape;6697;p129"/>
            <p:cNvSpPr/>
            <p:nvPr/>
          </p:nvSpPr>
          <p:spPr>
            <a:xfrm>
              <a:off x="1510797" y="1904382"/>
              <a:ext cx="14" cy="258"/>
            </a:xfrm>
            <a:custGeom>
              <a:rect b="b" l="l" r="r" t="t"/>
              <a:pathLst>
                <a:path extrusionOk="0" h="19" w="1">
                  <a:moveTo>
                    <a:pt x="0"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8" name="Google Shape;6698;p129"/>
            <p:cNvSpPr/>
            <p:nvPr/>
          </p:nvSpPr>
          <p:spPr>
            <a:xfrm>
              <a:off x="1511598" y="1896453"/>
              <a:ext cx="14" cy="204"/>
            </a:xfrm>
            <a:custGeom>
              <a:rect b="b" l="l" r="r" t="t"/>
              <a:pathLst>
                <a:path extrusionOk="0" h="15" w="1">
                  <a:moveTo>
                    <a:pt x="1"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9" name="Google Shape;6699;p129"/>
            <p:cNvSpPr/>
            <p:nvPr/>
          </p:nvSpPr>
          <p:spPr>
            <a:xfrm>
              <a:off x="1510647" y="1905998"/>
              <a:ext cx="14" cy="448"/>
            </a:xfrm>
            <a:custGeom>
              <a:rect b="b" l="l" r="r" t="t"/>
              <a:pathLst>
                <a:path extrusionOk="0" h="33" w="1">
                  <a:moveTo>
                    <a:pt x="1" y="3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0" name="Google Shape;6700;p129"/>
            <p:cNvSpPr/>
            <p:nvPr/>
          </p:nvSpPr>
          <p:spPr>
            <a:xfrm>
              <a:off x="1510552" y="1907709"/>
              <a:ext cx="14" cy="204"/>
            </a:xfrm>
            <a:custGeom>
              <a:rect b="b" l="l" r="r" t="t"/>
              <a:pathLst>
                <a:path extrusionOk="0" h="15" w="1">
                  <a:moveTo>
                    <a:pt x="1" y="15"/>
                  </a:moveTo>
                  <a:lnTo>
                    <a:pt x="1" y="15"/>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1" name="Google Shape;6701;p129"/>
            <p:cNvSpPr/>
            <p:nvPr/>
          </p:nvSpPr>
          <p:spPr>
            <a:xfrm>
              <a:off x="1510932" y="1902821"/>
              <a:ext cx="14" cy="204"/>
            </a:xfrm>
            <a:custGeom>
              <a:rect b="b" l="l" r="r" t="t"/>
              <a:pathLst>
                <a:path extrusionOk="0" h="15" w="1">
                  <a:moveTo>
                    <a:pt x="1"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2" name="Google Shape;6702;p129"/>
            <p:cNvSpPr/>
            <p:nvPr/>
          </p:nvSpPr>
          <p:spPr>
            <a:xfrm>
              <a:off x="1511082" y="1901056"/>
              <a:ext cx="54" cy="353"/>
            </a:xfrm>
            <a:custGeom>
              <a:rect b="b" l="l" r="r" t="t"/>
              <a:pathLst>
                <a:path extrusionOk="0" h="26" w="4">
                  <a:moveTo>
                    <a:pt x="0" y="25"/>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3" name="Google Shape;6703;p129"/>
            <p:cNvSpPr/>
            <p:nvPr/>
          </p:nvSpPr>
          <p:spPr>
            <a:xfrm>
              <a:off x="1511462" y="1897824"/>
              <a:ext cx="14" cy="258"/>
            </a:xfrm>
            <a:custGeom>
              <a:rect b="b" l="l" r="r" t="t"/>
              <a:pathLst>
                <a:path extrusionOk="0" h="19" w="1">
                  <a:moveTo>
                    <a:pt x="0"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4" name="Google Shape;6704;p129"/>
            <p:cNvSpPr/>
            <p:nvPr/>
          </p:nvSpPr>
          <p:spPr>
            <a:xfrm>
              <a:off x="1511272" y="1899399"/>
              <a:ext cx="54" cy="339"/>
            </a:xfrm>
            <a:custGeom>
              <a:rect b="b" l="l" r="r" t="t"/>
              <a:pathLst>
                <a:path extrusionOk="0" h="25" w="4">
                  <a:moveTo>
                    <a:pt x="0" y="25"/>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5" name="Google Shape;6705;p129"/>
            <p:cNvSpPr/>
            <p:nvPr/>
          </p:nvSpPr>
          <p:spPr>
            <a:xfrm>
              <a:off x="1511788" y="1895068"/>
              <a:ext cx="14" cy="163"/>
            </a:xfrm>
            <a:custGeom>
              <a:rect b="b" l="l" r="r" t="t"/>
              <a:pathLst>
                <a:path extrusionOk="0" h="12" w="1">
                  <a:moveTo>
                    <a:pt x="1"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6" name="Google Shape;6706;p129"/>
            <p:cNvSpPr/>
            <p:nvPr/>
          </p:nvSpPr>
          <p:spPr>
            <a:xfrm>
              <a:off x="1394193" y="1931619"/>
              <a:ext cx="29585" cy="30481"/>
            </a:xfrm>
            <a:custGeom>
              <a:rect b="b" l="l" r="r" t="t"/>
              <a:pathLst>
                <a:path extrusionOk="0" h="2245" w="2179">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7" name="Google Shape;6707;p129"/>
            <p:cNvSpPr/>
            <p:nvPr/>
          </p:nvSpPr>
          <p:spPr>
            <a:xfrm>
              <a:off x="1418863" y="1933615"/>
              <a:ext cx="204" cy="109"/>
            </a:xfrm>
            <a:custGeom>
              <a:rect b="b" l="l" r="r" t="t"/>
              <a:pathLst>
                <a:path extrusionOk="0" h="8" w="15">
                  <a:moveTo>
                    <a:pt x="1" y="8"/>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8" name="Google Shape;6708;p129"/>
            <p:cNvSpPr/>
            <p:nvPr/>
          </p:nvSpPr>
          <p:spPr>
            <a:xfrm>
              <a:off x="1419488" y="1933194"/>
              <a:ext cx="244" cy="149"/>
            </a:xfrm>
            <a:custGeom>
              <a:rect b="b" l="l" r="r" t="t"/>
              <a:pathLst>
                <a:path extrusionOk="0" h="11" w="18">
                  <a:moveTo>
                    <a:pt x="0" y="11"/>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9" name="Google Shape;6709;p129"/>
            <p:cNvSpPr/>
            <p:nvPr/>
          </p:nvSpPr>
          <p:spPr>
            <a:xfrm>
              <a:off x="1421429" y="1932189"/>
              <a:ext cx="353" cy="163"/>
            </a:xfrm>
            <a:custGeom>
              <a:rect b="b" l="l" r="r" t="t"/>
              <a:pathLst>
                <a:path extrusionOk="0" h="12" w="26">
                  <a:moveTo>
                    <a:pt x="1" y="11"/>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0" name="Google Shape;6710;p129"/>
            <p:cNvSpPr/>
            <p:nvPr/>
          </p:nvSpPr>
          <p:spPr>
            <a:xfrm>
              <a:off x="1420058" y="1932814"/>
              <a:ext cx="394" cy="204"/>
            </a:xfrm>
            <a:custGeom>
              <a:rect b="b" l="l" r="r" t="t"/>
              <a:pathLst>
                <a:path extrusionOk="0" h="15" w="29">
                  <a:moveTo>
                    <a:pt x="0" y="14"/>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1" name="Google Shape;6711;p129"/>
            <p:cNvSpPr/>
            <p:nvPr/>
          </p:nvSpPr>
          <p:spPr>
            <a:xfrm>
              <a:off x="1423575" y="1931619"/>
              <a:ext cx="204" cy="14"/>
            </a:xfrm>
            <a:custGeom>
              <a:rect b="b" l="l" r="r" t="t"/>
              <a:pathLst>
                <a:path extrusionOk="0" h="1" w="15">
                  <a:moveTo>
                    <a:pt x="1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2" name="Google Shape;6712;p129"/>
            <p:cNvSpPr/>
            <p:nvPr/>
          </p:nvSpPr>
          <p:spPr>
            <a:xfrm>
              <a:off x="1422190" y="1931958"/>
              <a:ext cx="299" cy="109"/>
            </a:xfrm>
            <a:custGeom>
              <a:rect b="b" l="l" r="r" t="t"/>
              <a:pathLst>
                <a:path extrusionOk="0" h="8" w="22">
                  <a:moveTo>
                    <a:pt x="1" y="7"/>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3" name="Google Shape;6713;p129"/>
            <p:cNvSpPr/>
            <p:nvPr/>
          </p:nvSpPr>
          <p:spPr>
            <a:xfrm>
              <a:off x="1422814" y="1931768"/>
              <a:ext cx="394" cy="109"/>
            </a:xfrm>
            <a:custGeom>
              <a:rect b="b" l="l" r="r" t="t"/>
              <a:pathLst>
                <a:path extrusionOk="0" h="8" w="29">
                  <a:moveTo>
                    <a:pt x="0" y="7"/>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4" name="Google Shape;6714;p129"/>
            <p:cNvSpPr/>
            <p:nvPr/>
          </p:nvSpPr>
          <p:spPr>
            <a:xfrm>
              <a:off x="1399189" y="1944259"/>
              <a:ext cx="14" cy="14"/>
            </a:xfrm>
            <a:custGeom>
              <a:rect b="b" l="l" r="r" t="t"/>
              <a:pathLst>
                <a:path extrusionOk="0" h="1" w="1">
                  <a:moveTo>
                    <a:pt x="0" y="1"/>
                  </a:moveTo>
                  <a:lnTo>
                    <a:pt x="0" y="1"/>
                  </a:lnTo>
                  <a:lnTo>
                    <a:pt x="0" y="1"/>
                  </a:lnTo>
                  <a:cubicBezTo>
                    <a:pt x="0" y="1"/>
                    <a:pt x="0"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5" name="Google Shape;6715;p129"/>
            <p:cNvSpPr/>
            <p:nvPr/>
          </p:nvSpPr>
          <p:spPr>
            <a:xfrm>
              <a:off x="1420669" y="1932433"/>
              <a:ext cx="489" cy="244"/>
            </a:xfrm>
            <a:custGeom>
              <a:rect b="b" l="l" r="r" t="t"/>
              <a:pathLst>
                <a:path extrusionOk="0" h="18" w="36">
                  <a:moveTo>
                    <a:pt x="1" y="18"/>
                  </a:moveTo>
                  <a:lnTo>
                    <a:pt x="3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6" name="Google Shape;6716;p129"/>
            <p:cNvSpPr/>
            <p:nvPr/>
          </p:nvSpPr>
          <p:spPr>
            <a:xfrm>
              <a:off x="1399135" y="1942793"/>
              <a:ext cx="204" cy="1195"/>
            </a:xfrm>
            <a:custGeom>
              <a:rect b="b" l="l" r="r" t="t"/>
              <a:pathLst>
                <a:path extrusionOk="0" h="88" w="15">
                  <a:moveTo>
                    <a:pt x="1" y="0"/>
                  </a:moveTo>
                  <a:cubicBezTo>
                    <a:pt x="11" y="28"/>
                    <a:pt x="15" y="56"/>
                    <a:pt x="11" y="88"/>
                  </a:cubicBezTo>
                  <a:cubicBezTo>
                    <a:pt x="15" y="56"/>
                    <a:pt x="11" y="2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7" name="Google Shape;6717;p129"/>
            <p:cNvSpPr/>
            <p:nvPr/>
          </p:nvSpPr>
          <p:spPr>
            <a:xfrm>
              <a:off x="1494680" y="2006254"/>
              <a:ext cx="293288" cy="299506"/>
            </a:xfrm>
            <a:custGeom>
              <a:rect b="b" l="l" r="r" t="t"/>
              <a:pathLst>
                <a:path extrusionOk="0" h="22059" w="21601">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8" name="Google Shape;6718;p129"/>
            <p:cNvSpPr/>
            <p:nvPr/>
          </p:nvSpPr>
          <p:spPr>
            <a:xfrm>
              <a:off x="1610849" y="2278130"/>
              <a:ext cx="35193" cy="37406"/>
            </a:xfrm>
            <a:custGeom>
              <a:rect b="b" l="l" r="r" t="t"/>
              <a:pathLst>
                <a:path extrusionOk="0" h="2755" w="2592">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9" name="Google Shape;6719;p129"/>
            <p:cNvSpPr/>
            <p:nvPr/>
          </p:nvSpPr>
          <p:spPr>
            <a:xfrm>
              <a:off x="1645078" y="2303846"/>
              <a:ext cx="54" cy="299"/>
            </a:xfrm>
            <a:custGeom>
              <a:rect b="b" l="l" r="r" t="t"/>
              <a:pathLst>
                <a:path extrusionOk="0" h="22" w="4">
                  <a:moveTo>
                    <a:pt x="0" y="1"/>
                  </a:moveTo>
                  <a:cubicBezTo>
                    <a:pt x="0" y="8"/>
                    <a:pt x="0" y="15"/>
                    <a:pt x="4" y="22"/>
                  </a:cubicBez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0" name="Google Shape;6720;p129"/>
            <p:cNvSpPr/>
            <p:nvPr/>
          </p:nvSpPr>
          <p:spPr>
            <a:xfrm>
              <a:off x="1644983" y="2300289"/>
              <a:ext cx="54" cy="244"/>
            </a:xfrm>
            <a:custGeom>
              <a:rect b="b" l="l" r="r" t="t"/>
              <a:pathLst>
                <a:path extrusionOk="0" h="18" w="4">
                  <a:moveTo>
                    <a:pt x="4" y="0"/>
                  </a:moveTo>
                  <a:cubicBezTo>
                    <a:pt x="4" y="7"/>
                    <a:pt x="0" y="11"/>
                    <a:pt x="4" y="18"/>
                  </a:cubicBez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1" name="Google Shape;6721;p129"/>
            <p:cNvSpPr/>
            <p:nvPr/>
          </p:nvSpPr>
          <p:spPr>
            <a:xfrm>
              <a:off x="1645173" y="2304471"/>
              <a:ext cx="54" cy="299"/>
            </a:xfrm>
            <a:custGeom>
              <a:rect b="b" l="l" r="r" t="t"/>
              <a:pathLst>
                <a:path extrusionOk="0" h="22" w="4">
                  <a:moveTo>
                    <a:pt x="0" y="0"/>
                  </a:moveTo>
                  <a:cubicBezTo>
                    <a:pt x="0" y="7"/>
                    <a:pt x="4" y="14"/>
                    <a:pt x="4" y="21"/>
                  </a:cubicBezTo>
                  <a:cubicBezTo>
                    <a:pt x="4" y="14"/>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2" name="Google Shape;6722;p129"/>
            <p:cNvSpPr/>
            <p:nvPr/>
          </p:nvSpPr>
          <p:spPr>
            <a:xfrm>
              <a:off x="1645024" y="2303235"/>
              <a:ext cx="14" cy="299"/>
            </a:xfrm>
            <a:custGeom>
              <a:rect b="b" l="l" r="r" t="t"/>
              <a:pathLst>
                <a:path extrusionOk="0" h="22" w="1">
                  <a:moveTo>
                    <a:pt x="1" y="0"/>
                  </a:moveTo>
                  <a:lnTo>
                    <a:pt x="1" y="21"/>
                  </a:lnTo>
                  <a:cubicBezTo>
                    <a:pt x="1" y="14"/>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3" name="Google Shape;6723;p129"/>
            <p:cNvSpPr/>
            <p:nvPr/>
          </p:nvSpPr>
          <p:spPr>
            <a:xfrm>
              <a:off x="1645268" y="2305082"/>
              <a:ext cx="109" cy="299"/>
            </a:xfrm>
            <a:custGeom>
              <a:rect b="b" l="l" r="r" t="t"/>
              <a:pathLst>
                <a:path extrusionOk="0" h="22" w="8">
                  <a:moveTo>
                    <a:pt x="0" y="1"/>
                  </a:moveTo>
                  <a:cubicBezTo>
                    <a:pt x="0" y="8"/>
                    <a:pt x="4" y="15"/>
                    <a:pt x="7" y="22"/>
                  </a:cubicBezTo>
                  <a:cubicBezTo>
                    <a:pt x="4" y="15"/>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4" name="Google Shape;6724;p129"/>
            <p:cNvSpPr/>
            <p:nvPr/>
          </p:nvSpPr>
          <p:spPr>
            <a:xfrm>
              <a:off x="1644983" y="2301999"/>
              <a:ext cx="14" cy="299"/>
            </a:xfrm>
            <a:custGeom>
              <a:rect b="b" l="l" r="r" t="t"/>
              <a:pathLst>
                <a:path extrusionOk="0" h="22" w="1">
                  <a:moveTo>
                    <a:pt x="0"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5" name="Google Shape;6725;p129"/>
            <p:cNvSpPr/>
            <p:nvPr/>
          </p:nvSpPr>
          <p:spPr>
            <a:xfrm>
              <a:off x="1644983" y="2302610"/>
              <a:ext cx="14" cy="299"/>
            </a:xfrm>
            <a:custGeom>
              <a:rect b="b" l="l" r="r" t="t"/>
              <a:pathLst>
                <a:path extrusionOk="0" h="22" w="1">
                  <a:moveTo>
                    <a:pt x="0" y="1"/>
                  </a:moveTo>
                  <a:lnTo>
                    <a:pt x="0" y="22"/>
                  </a:lnTo>
                  <a:cubicBezTo>
                    <a:pt x="0" y="15"/>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6" name="Google Shape;6726;p129"/>
            <p:cNvSpPr/>
            <p:nvPr/>
          </p:nvSpPr>
          <p:spPr>
            <a:xfrm>
              <a:off x="1644983" y="2300859"/>
              <a:ext cx="14" cy="244"/>
            </a:xfrm>
            <a:custGeom>
              <a:rect b="b" l="l" r="r" t="t"/>
              <a:pathLst>
                <a:path extrusionOk="0" h="18" w="1">
                  <a:moveTo>
                    <a:pt x="0" y="0"/>
                  </a:moveTo>
                  <a:lnTo>
                    <a:pt x="0" y="18"/>
                  </a:lnTo>
                  <a:cubicBezTo>
                    <a:pt x="0" y="11"/>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7" name="Google Shape;6727;p129"/>
            <p:cNvSpPr/>
            <p:nvPr/>
          </p:nvSpPr>
          <p:spPr>
            <a:xfrm>
              <a:off x="1645838" y="2306942"/>
              <a:ext cx="109" cy="299"/>
            </a:xfrm>
            <a:custGeom>
              <a:rect b="b" l="l" r="r" t="t"/>
              <a:pathLst>
                <a:path extrusionOk="0" h="22" w="8">
                  <a:moveTo>
                    <a:pt x="0" y="0"/>
                  </a:moveTo>
                  <a:cubicBezTo>
                    <a:pt x="4" y="7"/>
                    <a:pt x="4" y="14"/>
                    <a:pt x="7" y="21"/>
                  </a:cubicBezTo>
                  <a:cubicBezTo>
                    <a:pt x="4" y="14"/>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8" name="Google Shape;6728;p129"/>
            <p:cNvSpPr/>
            <p:nvPr/>
          </p:nvSpPr>
          <p:spPr>
            <a:xfrm>
              <a:off x="1645594" y="2306317"/>
              <a:ext cx="109" cy="299"/>
            </a:xfrm>
            <a:custGeom>
              <a:rect b="b" l="l" r="r" t="t"/>
              <a:pathLst>
                <a:path extrusionOk="0" h="22" w="8">
                  <a:moveTo>
                    <a:pt x="1" y="1"/>
                  </a:moveTo>
                  <a:cubicBezTo>
                    <a:pt x="4" y="8"/>
                    <a:pt x="4" y="15"/>
                    <a:pt x="8" y="22"/>
                  </a:cubicBezTo>
                  <a:cubicBezTo>
                    <a:pt x="8" y="15"/>
                    <a:pt x="4"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9" name="Google Shape;6729;p129"/>
            <p:cNvSpPr/>
            <p:nvPr/>
          </p:nvSpPr>
          <p:spPr>
            <a:xfrm>
              <a:off x="1645404" y="2305706"/>
              <a:ext cx="109" cy="299"/>
            </a:xfrm>
            <a:custGeom>
              <a:rect b="b" l="l" r="r" t="t"/>
              <a:pathLst>
                <a:path extrusionOk="0" h="22" w="8">
                  <a:moveTo>
                    <a:pt x="1" y="0"/>
                  </a:moveTo>
                  <a:cubicBezTo>
                    <a:pt x="1" y="7"/>
                    <a:pt x="4" y="14"/>
                    <a:pt x="8" y="21"/>
                  </a:cubicBezTo>
                  <a:cubicBezTo>
                    <a:pt x="8" y="14"/>
                    <a:pt x="4"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0" name="Google Shape;6730;p129"/>
            <p:cNvSpPr/>
            <p:nvPr/>
          </p:nvSpPr>
          <p:spPr>
            <a:xfrm>
              <a:off x="1617312" y="2278700"/>
              <a:ext cx="299" cy="14"/>
            </a:xfrm>
            <a:custGeom>
              <a:rect b="b" l="l" r="r" t="t"/>
              <a:pathLst>
                <a:path extrusionOk="0" h="1" w="22">
                  <a:moveTo>
                    <a:pt x="22"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1" name="Google Shape;6731;p129"/>
            <p:cNvSpPr/>
            <p:nvPr/>
          </p:nvSpPr>
          <p:spPr>
            <a:xfrm>
              <a:off x="1618032" y="2278660"/>
              <a:ext cx="244" cy="14"/>
            </a:xfrm>
            <a:custGeom>
              <a:rect b="b" l="l" r="r" t="t"/>
              <a:pathLst>
                <a:path extrusionOk="0" h="1" w="18">
                  <a:moveTo>
                    <a:pt x="0" y="0"/>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2" name="Google Shape;6732;p129"/>
            <p:cNvSpPr/>
            <p:nvPr/>
          </p:nvSpPr>
          <p:spPr>
            <a:xfrm>
              <a:off x="1645024" y="2299718"/>
              <a:ext cx="14" cy="244"/>
            </a:xfrm>
            <a:custGeom>
              <a:rect b="b" l="l" r="r" t="t"/>
              <a:pathLst>
                <a:path extrusionOk="0" h="18" w="1">
                  <a:moveTo>
                    <a:pt x="1" y="0"/>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3" name="Google Shape;6733;p129"/>
            <p:cNvSpPr/>
            <p:nvPr/>
          </p:nvSpPr>
          <p:spPr>
            <a:xfrm>
              <a:off x="1645078" y="2299189"/>
              <a:ext cx="14" cy="258"/>
            </a:xfrm>
            <a:custGeom>
              <a:rect b="b" l="l" r="r" t="t"/>
              <a:pathLst>
                <a:path extrusionOk="0" h="19" w="1">
                  <a:moveTo>
                    <a:pt x="0" y="1"/>
                  </a:moveTo>
                  <a:lnTo>
                    <a:pt x="0" y="18"/>
                  </a:lnTo>
                  <a:cubicBezTo>
                    <a:pt x="0" y="11"/>
                    <a:pt x="0"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4" name="Google Shape;6734;p129"/>
            <p:cNvSpPr/>
            <p:nvPr/>
          </p:nvSpPr>
          <p:spPr>
            <a:xfrm>
              <a:off x="1644983" y="2301429"/>
              <a:ext cx="14" cy="299"/>
            </a:xfrm>
            <a:custGeom>
              <a:rect b="b" l="l" r="r" t="t"/>
              <a:pathLst>
                <a:path extrusionOk="0" h="22" w="1">
                  <a:moveTo>
                    <a:pt x="0" y="2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5" name="Google Shape;6735;p129"/>
            <p:cNvSpPr/>
            <p:nvPr/>
          </p:nvSpPr>
          <p:spPr>
            <a:xfrm>
              <a:off x="1645119" y="2298673"/>
              <a:ext cx="14" cy="244"/>
            </a:xfrm>
            <a:custGeom>
              <a:rect b="b" l="l" r="r" t="t"/>
              <a:pathLst>
                <a:path extrusionOk="0" h="18" w="1">
                  <a:moveTo>
                    <a:pt x="1" y="0"/>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6" name="Google Shape;6736;p129"/>
            <p:cNvSpPr/>
            <p:nvPr/>
          </p:nvSpPr>
          <p:spPr>
            <a:xfrm>
              <a:off x="1618697" y="2278565"/>
              <a:ext cx="204" cy="54"/>
            </a:xfrm>
            <a:custGeom>
              <a:rect b="b" l="l" r="r" t="t"/>
              <a:pathLst>
                <a:path extrusionOk="0" h="4" w="15">
                  <a:moveTo>
                    <a:pt x="0" y="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7" name="Google Shape;6737;p129"/>
            <p:cNvSpPr/>
            <p:nvPr/>
          </p:nvSpPr>
          <p:spPr>
            <a:xfrm>
              <a:off x="1533091" y="2481100"/>
              <a:ext cx="1575" cy="3014"/>
            </a:xfrm>
            <a:custGeom>
              <a:rect b="b" l="l" r="r" t="t"/>
              <a:pathLst>
                <a:path extrusionOk="0" h="222" w="116">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8" name="Google Shape;6738;p129"/>
            <p:cNvSpPr/>
            <p:nvPr/>
          </p:nvSpPr>
          <p:spPr>
            <a:xfrm>
              <a:off x="1496866" y="2211818"/>
              <a:ext cx="147845" cy="264069"/>
            </a:xfrm>
            <a:custGeom>
              <a:rect b="b" l="l" r="r" t="t"/>
              <a:pathLst>
                <a:path extrusionOk="0" h="19449" w="10889">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9" name="Google Shape;6739;p129"/>
            <p:cNvSpPr/>
            <p:nvPr/>
          </p:nvSpPr>
          <p:spPr>
            <a:xfrm>
              <a:off x="1532711" y="2487712"/>
              <a:ext cx="24589" cy="16850"/>
            </a:xfrm>
            <a:custGeom>
              <a:rect b="b" l="l" r="r" t="t"/>
              <a:pathLst>
                <a:path extrusionOk="0" h="1241" w="1811">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0" name="Google Shape;6740;p129"/>
            <p:cNvSpPr/>
            <p:nvPr/>
          </p:nvSpPr>
          <p:spPr>
            <a:xfrm>
              <a:off x="1640177" y="2240588"/>
              <a:ext cx="3245" cy="244"/>
            </a:xfrm>
            <a:custGeom>
              <a:rect b="b" l="l" r="r" t="t"/>
              <a:pathLst>
                <a:path extrusionOk="0" h="18" w="239">
                  <a:moveTo>
                    <a:pt x="1" y="0"/>
                  </a:moveTo>
                  <a:lnTo>
                    <a:pt x="1" y="0"/>
                  </a:lnTo>
                  <a:cubicBezTo>
                    <a:pt x="165" y="0"/>
                    <a:pt x="221" y="11"/>
                    <a:pt x="239" y="18"/>
                  </a:cubicBezTo>
                  <a:cubicBezTo>
                    <a:pt x="221" y="11"/>
                    <a:pt x="169"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1" name="Google Shape;6741;p129"/>
            <p:cNvSpPr/>
            <p:nvPr/>
          </p:nvSpPr>
          <p:spPr>
            <a:xfrm>
              <a:off x="1639946" y="224058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2" name="Google Shape;6742;p129"/>
            <p:cNvSpPr/>
            <p:nvPr/>
          </p:nvSpPr>
          <p:spPr>
            <a:xfrm>
              <a:off x="1620924" y="2257221"/>
              <a:ext cx="12709" cy="14555"/>
            </a:xfrm>
            <a:custGeom>
              <a:rect b="b" l="l" r="r" t="t"/>
              <a:pathLst>
                <a:path extrusionOk="0" h="1072" w="936">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3" name="Google Shape;6743;p129"/>
            <p:cNvSpPr/>
            <p:nvPr/>
          </p:nvSpPr>
          <p:spPr>
            <a:xfrm>
              <a:off x="1615031" y="2277560"/>
              <a:ext cx="733" cy="828"/>
            </a:xfrm>
            <a:custGeom>
              <a:rect b="b" l="l" r="r" t="t"/>
              <a:pathLst>
                <a:path extrusionOk="0" h="61" w="54">
                  <a:moveTo>
                    <a:pt x="53" y="1"/>
                  </a:moveTo>
                  <a:lnTo>
                    <a:pt x="1" y="60"/>
                  </a:lnTo>
                  <a:lnTo>
                    <a:pt x="8" y="60"/>
                  </a:lnTo>
                  <a:cubicBezTo>
                    <a:pt x="22" y="43"/>
                    <a:pt x="36" y="22"/>
                    <a:pt x="5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4" name="Google Shape;6744;p129"/>
            <p:cNvSpPr/>
            <p:nvPr/>
          </p:nvSpPr>
          <p:spPr>
            <a:xfrm>
              <a:off x="1644453" y="2246291"/>
              <a:ext cx="109" cy="1100"/>
            </a:xfrm>
            <a:custGeom>
              <a:rect b="b" l="l" r="r" t="t"/>
              <a:pathLst>
                <a:path extrusionOk="0" h="81" w="8">
                  <a:moveTo>
                    <a:pt x="8" y="81"/>
                  </a:moveTo>
                  <a:cubicBezTo>
                    <a:pt x="8" y="56"/>
                    <a:pt x="4" y="28"/>
                    <a:pt x="1" y="0"/>
                  </a:cubicBezTo>
                  <a:cubicBezTo>
                    <a:pt x="4" y="28"/>
                    <a:pt x="8" y="56"/>
                    <a:pt x="8" y="8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5" name="Google Shape;6745;p129"/>
            <p:cNvSpPr/>
            <p:nvPr/>
          </p:nvSpPr>
          <p:spPr>
            <a:xfrm>
              <a:off x="1644358" y="2245001"/>
              <a:ext cx="109" cy="1208"/>
            </a:xfrm>
            <a:custGeom>
              <a:rect b="b" l="l" r="r" t="t"/>
              <a:pathLst>
                <a:path extrusionOk="0" h="89" w="8">
                  <a:moveTo>
                    <a:pt x="8" y="88"/>
                  </a:moveTo>
                  <a:cubicBezTo>
                    <a:pt x="8" y="57"/>
                    <a:pt x="4" y="29"/>
                    <a:pt x="1" y="1"/>
                  </a:cubicBezTo>
                  <a:cubicBezTo>
                    <a:pt x="4" y="29"/>
                    <a:pt x="8" y="57"/>
                    <a:pt x="8" y="8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6" name="Google Shape;6746;p129"/>
            <p:cNvSpPr/>
            <p:nvPr/>
          </p:nvSpPr>
          <p:spPr>
            <a:xfrm>
              <a:off x="1644168" y="2243671"/>
              <a:ext cx="68" cy="489"/>
            </a:xfrm>
            <a:custGeom>
              <a:rect b="b" l="l" r="r" t="t"/>
              <a:pathLst>
                <a:path extrusionOk="0" h="36" w="5">
                  <a:moveTo>
                    <a:pt x="1" y="1"/>
                  </a:moveTo>
                  <a:cubicBezTo>
                    <a:pt x="1" y="11"/>
                    <a:pt x="4" y="22"/>
                    <a:pt x="4" y="36"/>
                  </a:cubicBezTo>
                  <a:cubicBezTo>
                    <a:pt x="4" y="22"/>
                    <a:pt x="4"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7" name="Google Shape;6747;p129"/>
            <p:cNvSpPr/>
            <p:nvPr/>
          </p:nvSpPr>
          <p:spPr>
            <a:xfrm>
              <a:off x="1644358" y="2244906"/>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8" name="Google Shape;6748;p129"/>
            <p:cNvSpPr/>
            <p:nvPr/>
          </p:nvSpPr>
          <p:spPr>
            <a:xfrm>
              <a:off x="1635710" y="2253745"/>
              <a:ext cx="3720" cy="1914"/>
            </a:xfrm>
            <a:custGeom>
              <a:rect b="b" l="l" r="r" t="t"/>
              <a:pathLst>
                <a:path extrusionOk="0" h="141" w="274">
                  <a:moveTo>
                    <a:pt x="0" y="141"/>
                  </a:moveTo>
                  <a:cubicBezTo>
                    <a:pt x="88" y="88"/>
                    <a:pt x="179" y="43"/>
                    <a:pt x="274" y="1"/>
                  </a:cubicBezTo>
                  <a:cubicBezTo>
                    <a:pt x="179" y="43"/>
                    <a:pt x="88" y="88"/>
                    <a:pt x="0" y="14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9" name="Google Shape;6749;p129"/>
            <p:cNvSpPr/>
            <p:nvPr/>
          </p:nvSpPr>
          <p:spPr>
            <a:xfrm>
              <a:off x="1614081" y="2280031"/>
              <a:ext cx="14" cy="68"/>
            </a:xfrm>
            <a:custGeom>
              <a:rect b="b" l="l" r="r" t="t"/>
              <a:pathLst>
                <a:path extrusionOk="0" h="5" w="1">
                  <a:moveTo>
                    <a:pt x="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0" name="Google Shape;6750;p129"/>
            <p:cNvSpPr/>
            <p:nvPr/>
          </p:nvSpPr>
          <p:spPr>
            <a:xfrm>
              <a:off x="1611284" y="2310119"/>
              <a:ext cx="14" cy="109"/>
            </a:xfrm>
            <a:custGeom>
              <a:rect b="b" l="l" r="r" t="t"/>
              <a:pathLst>
                <a:path extrusionOk="0" h="8" w="1">
                  <a:moveTo>
                    <a:pt x="0"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1" name="Google Shape;6751;p129"/>
            <p:cNvSpPr/>
            <p:nvPr/>
          </p:nvSpPr>
          <p:spPr>
            <a:xfrm>
              <a:off x="1611379" y="230973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2" name="Google Shape;6752;p129"/>
            <p:cNvSpPr/>
            <p:nvPr/>
          </p:nvSpPr>
          <p:spPr>
            <a:xfrm>
              <a:off x="1611379" y="230950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3" name="Google Shape;6753;p129"/>
            <p:cNvSpPr/>
            <p:nvPr/>
          </p:nvSpPr>
          <p:spPr>
            <a:xfrm>
              <a:off x="1613700" y="2281226"/>
              <a:ext cx="14" cy="149"/>
            </a:xfrm>
            <a:custGeom>
              <a:rect b="b" l="l" r="r" t="t"/>
              <a:pathLst>
                <a:path extrusionOk="0" h="11" w="1">
                  <a:moveTo>
                    <a:pt x="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4" name="Google Shape;6754;p129"/>
            <p:cNvSpPr/>
            <p:nvPr/>
          </p:nvSpPr>
          <p:spPr>
            <a:xfrm>
              <a:off x="1611134" y="2310553"/>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5" name="Google Shape;6755;p129"/>
            <p:cNvSpPr/>
            <p:nvPr/>
          </p:nvSpPr>
          <p:spPr>
            <a:xfrm>
              <a:off x="1481659" y="2178417"/>
              <a:ext cx="61465" cy="331549"/>
            </a:xfrm>
            <a:custGeom>
              <a:rect b="b" l="l" r="r" t="t"/>
              <a:pathLst>
                <a:path extrusionOk="0" h="24419" w="4527">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6" name="Google Shape;6756;p129"/>
            <p:cNvSpPr/>
            <p:nvPr/>
          </p:nvSpPr>
          <p:spPr>
            <a:xfrm>
              <a:off x="1538223" y="2504929"/>
              <a:ext cx="4671" cy="855"/>
            </a:xfrm>
            <a:custGeom>
              <a:rect b="b" l="l" r="r" t="t"/>
              <a:pathLst>
                <a:path extrusionOk="0" h="63" w="344">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7" name="Google Shape;6757;p129"/>
            <p:cNvSpPr/>
            <p:nvPr/>
          </p:nvSpPr>
          <p:spPr>
            <a:xfrm>
              <a:off x="1490593" y="2404157"/>
              <a:ext cx="3476" cy="4236"/>
            </a:xfrm>
            <a:custGeom>
              <a:rect b="b" l="l" r="r" t="t"/>
              <a:pathLst>
                <a:path extrusionOk="0" h="312" w="256">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8" name="Google Shape;6758;p129"/>
            <p:cNvSpPr/>
            <p:nvPr/>
          </p:nvSpPr>
          <p:spPr>
            <a:xfrm>
              <a:off x="1481225" y="2421916"/>
              <a:ext cx="163" cy="869"/>
            </a:xfrm>
            <a:custGeom>
              <a:rect b="b" l="l" r="r" t="t"/>
              <a:pathLst>
                <a:path extrusionOk="0" h="64" w="12">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9" name="Google Shape;6759;p129"/>
            <p:cNvSpPr/>
            <p:nvPr/>
          </p:nvSpPr>
          <p:spPr>
            <a:xfrm>
              <a:off x="1543206" y="2219000"/>
              <a:ext cx="14" cy="204"/>
            </a:xfrm>
            <a:custGeom>
              <a:rect b="b" l="l" r="r" t="t"/>
              <a:pathLst>
                <a:path extrusionOk="0" h="15" w="1">
                  <a:moveTo>
                    <a:pt x="1" y="15"/>
                  </a:moveTo>
                  <a:lnTo>
                    <a:pt x="1" y="1"/>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0" name="Google Shape;6760;p129"/>
            <p:cNvSpPr/>
            <p:nvPr/>
          </p:nvSpPr>
          <p:spPr>
            <a:xfrm>
              <a:off x="1542351" y="2224132"/>
              <a:ext cx="68" cy="299"/>
            </a:xfrm>
            <a:custGeom>
              <a:rect b="b" l="l" r="r" t="t"/>
              <a:pathLst>
                <a:path extrusionOk="0" h="22" w="5">
                  <a:moveTo>
                    <a:pt x="4" y="1"/>
                  </a:moveTo>
                  <a:lnTo>
                    <a:pt x="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1" name="Google Shape;6761;p129"/>
            <p:cNvSpPr/>
            <p:nvPr/>
          </p:nvSpPr>
          <p:spPr>
            <a:xfrm>
              <a:off x="1542446" y="2223617"/>
              <a:ext cx="109" cy="434"/>
            </a:xfrm>
            <a:custGeom>
              <a:rect b="b" l="l" r="r" t="t"/>
              <a:pathLst>
                <a:path extrusionOk="0" h="32" w="8">
                  <a:moveTo>
                    <a:pt x="8" y="0"/>
                  </a:moveTo>
                  <a:cubicBezTo>
                    <a:pt x="4" y="11"/>
                    <a:pt x="1" y="21"/>
                    <a:pt x="1" y="32"/>
                  </a:cubicBezTo>
                  <a:cubicBezTo>
                    <a:pt x="1" y="21"/>
                    <a:pt x="4" y="11"/>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2" name="Google Shape;6762;p129"/>
            <p:cNvSpPr/>
            <p:nvPr/>
          </p:nvSpPr>
          <p:spPr>
            <a:xfrm>
              <a:off x="1542256" y="2224513"/>
              <a:ext cx="68" cy="204"/>
            </a:xfrm>
            <a:custGeom>
              <a:rect b="b" l="l" r="r" t="t"/>
              <a:pathLst>
                <a:path extrusionOk="0" h="15" w="5">
                  <a:moveTo>
                    <a:pt x="4"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3" name="Google Shape;6763;p129"/>
            <p:cNvSpPr/>
            <p:nvPr/>
          </p:nvSpPr>
          <p:spPr>
            <a:xfrm>
              <a:off x="1542066" y="2225137"/>
              <a:ext cx="68" cy="204"/>
            </a:xfrm>
            <a:custGeom>
              <a:rect b="b" l="l" r="r" t="t"/>
              <a:pathLst>
                <a:path extrusionOk="0" h="15" w="5">
                  <a:moveTo>
                    <a:pt x="4"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4" name="Google Shape;6764;p129"/>
            <p:cNvSpPr/>
            <p:nvPr/>
          </p:nvSpPr>
          <p:spPr>
            <a:xfrm>
              <a:off x="1532466" y="2238158"/>
              <a:ext cx="1874" cy="6381"/>
            </a:xfrm>
            <a:custGeom>
              <a:rect b="b" l="l" r="r" t="t"/>
              <a:pathLst>
                <a:path extrusionOk="0" h="470" w="138">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5" name="Google Shape;6765;p129"/>
            <p:cNvSpPr/>
            <p:nvPr/>
          </p:nvSpPr>
          <p:spPr>
            <a:xfrm>
              <a:off x="1542161" y="2224893"/>
              <a:ext cx="68" cy="163"/>
            </a:xfrm>
            <a:custGeom>
              <a:rect b="b" l="l" r="r" t="t"/>
              <a:pathLst>
                <a:path extrusionOk="0" h="12" w="5">
                  <a:moveTo>
                    <a:pt x="4"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6" name="Google Shape;6766;p129"/>
            <p:cNvSpPr/>
            <p:nvPr/>
          </p:nvSpPr>
          <p:spPr>
            <a:xfrm>
              <a:off x="1543016" y="2220141"/>
              <a:ext cx="68" cy="584"/>
            </a:xfrm>
            <a:custGeom>
              <a:rect b="b" l="l" r="r" t="t"/>
              <a:pathLst>
                <a:path extrusionOk="0" h="43" w="5">
                  <a:moveTo>
                    <a:pt x="4" y="1"/>
                  </a:moveTo>
                  <a:cubicBezTo>
                    <a:pt x="4" y="15"/>
                    <a:pt x="1" y="29"/>
                    <a:pt x="1" y="43"/>
                  </a:cubicBezTo>
                  <a:cubicBezTo>
                    <a:pt x="1" y="29"/>
                    <a:pt x="4" y="15"/>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7" name="Google Shape;6767;p129"/>
            <p:cNvSpPr/>
            <p:nvPr/>
          </p:nvSpPr>
          <p:spPr>
            <a:xfrm>
              <a:off x="1531611" y="2504576"/>
              <a:ext cx="204" cy="299"/>
            </a:xfrm>
            <a:custGeom>
              <a:rect b="b" l="l" r="r" t="t"/>
              <a:pathLst>
                <a:path extrusionOk="0" h="22" w="15">
                  <a:moveTo>
                    <a:pt x="15" y="22"/>
                  </a:moveTo>
                  <a:cubicBezTo>
                    <a:pt x="8" y="15"/>
                    <a:pt x="4" y="8"/>
                    <a:pt x="1" y="1"/>
                  </a:cubicBezTo>
                  <a:cubicBezTo>
                    <a:pt x="4" y="8"/>
                    <a:pt x="8" y="15"/>
                    <a:pt x="15"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8" name="Google Shape;6768;p129"/>
            <p:cNvSpPr/>
            <p:nvPr/>
          </p:nvSpPr>
          <p:spPr>
            <a:xfrm>
              <a:off x="1508556" y="2474447"/>
              <a:ext cx="1059" cy="149"/>
            </a:xfrm>
            <a:custGeom>
              <a:rect b="b" l="l" r="r" t="t"/>
              <a:pathLst>
                <a:path extrusionOk="0" h="11" w="78">
                  <a:moveTo>
                    <a:pt x="78" y="7"/>
                  </a:moveTo>
                  <a:lnTo>
                    <a:pt x="78" y="7"/>
                  </a:lnTo>
                  <a:cubicBezTo>
                    <a:pt x="53" y="11"/>
                    <a:pt x="25" y="7"/>
                    <a:pt x="1" y="0"/>
                  </a:cubicBezTo>
                  <a:cubicBezTo>
                    <a:pt x="25" y="7"/>
                    <a:pt x="53" y="11"/>
                    <a:pt x="78"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9" name="Google Shape;6769;p129"/>
            <p:cNvSpPr/>
            <p:nvPr/>
          </p:nvSpPr>
          <p:spPr>
            <a:xfrm>
              <a:off x="1542921" y="2220955"/>
              <a:ext cx="68" cy="339"/>
            </a:xfrm>
            <a:custGeom>
              <a:rect b="b" l="l" r="r" t="t"/>
              <a:pathLst>
                <a:path extrusionOk="0" h="25" w="5">
                  <a:moveTo>
                    <a:pt x="4" y="0"/>
                  </a:moveTo>
                  <a:lnTo>
                    <a:pt x="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0" name="Google Shape;6770;p129"/>
            <p:cNvSpPr/>
            <p:nvPr/>
          </p:nvSpPr>
          <p:spPr>
            <a:xfrm>
              <a:off x="1532996" y="250510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1" name="Google Shape;6771;p129"/>
            <p:cNvSpPr/>
            <p:nvPr/>
          </p:nvSpPr>
          <p:spPr>
            <a:xfrm>
              <a:off x="1542826" y="2221566"/>
              <a:ext cx="68" cy="299"/>
            </a:xfrm>
            <a:custGeom>
              <a:rect b="b" l="l" r="r" t="t"/>
              <a:pathLst>
                <a:path extrusionOk="0" h="22" w="5">
                  <a:moveTo>
                    <a:pt x="4" y="1"/>
                  </a:moveTo>
                  <a:lnTo>
                    <a:pt x="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2" name="Google Shape;6772;p129"/>
            <p:cNvSpPr/>
            <p:nvPr/>
          </p:nvSpPr>
          <p:spPr>
            <a:xfrm>
              <a:off x="1540830" y="2504861"/>
              <a:ext cx="638" cy="68"/>
            </a:xfrm>
            <a:custGeom>
              <a:rect b="b" l="l" r="r" t="t"/>
              <a:pathLst>
                <a:path extrusionOk="0" h="5" w="47">
                  <a:moveTo>
                    <a:pt x="1" y="1"/>
                  </a:moveTo>
                  <a:lnTo>
                    <a:pt x="46"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3" name="Google Shape;6773;p129"/>
            <p:cNvSpPr/>
            <p:nvPr/>
          </p:nvSpPr>
          <p:spPr>
            <a:xfrm>
              <a:off x="1543111" y="2219530"/>
              <a:ext cx="68" cy="299"/>
            </a:xfrm>
            <a:custGeom>
              <a:rect b="b" l="l" r="r" t="t"/>
              <a:pathLst>
                <a:path extrusionOk="0" h="22" w="5">
                  <a:moveTo>
                    <a:pt x="4" y="0"/>
                  </a:moveTo>
                  <a:lnTo>
                    <a:pt x="1"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4" name="Google Shape;6774;p129"/>
            <p:cNvSpPr/>
            <p:nvPr/>
          </p:nvSpPr>
          <p:spPr>
            <a:xfrm>
              <a:off x="1508516" y="2416173"/>
              <a:ext cx="149" cy="1059"/>
            </a:xfrm>
            <a:custGeom>
              <a:rect b="b" l="l" r="r" t="t"/>
              <a:pathLst>
                <a:path extrusionOk="0" h="78" w="11">
                  <a:moveTo>
                    <a:pt x="0" y="77"/>
                  </a:moveTo>
                  <a:cubicBezTo>
                    <a:pt x="0" y="49"/>
                    <a:pt x="4" y="25"/>
                    <a:pt x="11" y="0"/>
                  </a:cubicBezTo>
                  <a:cubicBezTo>
                    <a:pt x="4" y="25"/>
                    <a:pt x="0" y="49"/>
                    <a:pt x="0" y="7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5" name="Google Shape;6775;p129"/>
            <p:cNvSpPr/>
            <p:nvPr/>
          </p:nvSpPr>
          <p:spPr>
            <a:xfrm>
              <a:off x="1512738" y="2402867"/>
              <a:ext cx="68" cy="244"/>
            </a:xfrm>
            <a:custGeom>
              <a:rect b="b" l="l" r="r" t="t"/>
              <a:pathLst>
                <a:path extrusionOk="0" h="18" w="5">
                  <a:moveTo>
                    <a:pt x="1" y="18"/>
                  </a:moveTo>
                  <a:lnTo>
                    <a:pt x="1" y="18"/>
                  </a:lnTo>
                  <a:cubicBezTo>
                    <a:pt x="4" y="11"/>
                    <a:pt x="4" y="7"/>
                    <a:pt x="4" y="0"/>
                  </a:cubicBezTo>
                  <a:cubicBezTo>
                    <a:pt x="4" y="7"/>
                    <a:pt x="4" y="11"/>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6" name="Google Shape;6776;p129"/>
            <p:cNvSpPr/>
            <p:nvPr/>
          </p:nvSpPr>
          <p:spPr>
            <a:xfrm>
              <a:off x="1507660" y="2400396"/>
              <a:ext cx="3910" cy="1724"/>
            </a:xfrm>
            <a:custGeom>
              <a:rect b="b" l="l" r="r" t="t"/>
              <a:pathLst>
                <a:path extrusionOk="0" h="127" w="288">
                  <a:moveTo>
                    <a:pt x="287" y="91"/>
                  </a:moveTo>
                  <a:cubicBezTo>
                    <a:pt x="168" y="126"/>
                    <a:pt x="56" y="91"/>
                    <a:pt x="0" y="0"/>
                  </a:cubicBezTo>
                  <a:cubicBezTo>
                    <a:pt x="56" y="91"/>
                    <a:pt x="168" y="126"/>
                    <a:pt x="287" y="9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7" name="Google Shape;6777;p129"/>
            <p:cNvSpPr/>
            <p:nvPr/>
          </p:nvSpPr>
          <p:spPr>
            <a:xfrm>
              <a:off x="1542541" y="2223141"/>
              <a:ext cx="109" cy="339"/>
            </a:xfrm>
            <a:custGeom>
              <a:rect b="b" l="l" r="r" t="t"/>
              <a:pathLst>
                <a:path extrusionOk="0" h="25" w="8">
                  <a:moveTo>
                    <a:pt x="8" y="0"/>
                  </a:moveTo>
                  <a:lnTo>
                    <a:pt x="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8" name="Google Shape;6778;p129"/>
            <p:cNvSpPr/>
            <p:nvPr/>
          </p:nvSpPr>
          <p:spPr>
            <a:xfrm>
              <a:off x="1542785" y="2222137"/>
              <a:ext cx="54" cy="299"/>
            </a:xfrm>
            <a:custGeom>
              <a:rect b="b" l="l" r="r" t="t"/>
              <a:pathLst>
                <a:path extrusionOk="0" h="22" w="4">
                  <a:moveTo>
                    <a:pt x="4" y="1"/>
                  </a:moveTo>
                  <a:lnTo>
                    <a:pt x="0"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9" name="Google Shape;6779;p129"/>
            <p:cNvSpPr/>
            <p:nvPr/>
          </p:nvSpPr>
          <p:spPr>
            <a:xfrm>
              <a:off x="1541590" y="2504915"/>
              <a:ext cx="448" cy="54"/>
            </a:xfrm>
            <a:custGeom>
              <a:rect b="b" l="l" r="r" t="t"/>
              <a:pathLst>
                <a:path extrusionOk="0" h="4" w="33">
                  <a:moveTo>
                    <a:pt x="1" y="0"/>
                  </a:moveTo>
                  <a:lnTo>
                    <a:pt x="3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0" name="Google Shape;6780;p129"/>
            <p:cNvSpPr/>
            <p:nvPr/>
          </p:nvSpPr>
          <p:spPr>
            <a:xfrm>
              <a:off x="1542636" y="2222666"/>
              <a:ext cx="109" cy="299"/>
            </a:xfrm>
            <a:custGeom>
              <a:rect b="b" l="l" r="r" t="t"/>
              <a:pathLst>
                <a:path extrusionOk="0" h="22" w="8">
                  <a:moveTo>
                    <a:pt x="8" y="0"/>
                  </a:moveTo>
                  <a:lnTo>
                    <a:pt x="1"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1" name="Google Shape;6781;p129"/>
            <p:cNvSpPr/>
            <p:nvPr/>
          </p:nvSpPr>
          <p:spPr>
            <a:xfrm>
              <a:off x="1514978" y="2347728"/>
              <a:ext cx="204" cy="1195"/>
            </a:xfrm>
            <a:custGeom>
              <a:rect b="b" l="l" r="r" t="t"/>
              <a:pathLst>
                <a:path extrusionOk="0" h="88" w="15">
                  <a:moveTo>
                    <a:pt x="7" y="88"/>
                  </a:moveTo>
                  <a:cubicBezTo>
                    <a:pt x="14" y="60"/>
                    <a:pt x="14" y="28"/>
                    <a:pt x="0" y="0"/>
                  </a:cubicBezTo>
                  <a:cubicBezTo>
                    <a:pt x="14" y="28"/>
                    <a:pt x="14" y="60"/>
                    <a:pt x="7" y="8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2" name="Google Shape;6782;p129"/>
            <p:cNvSpPr/>
            <p:nvPr/>
          </p:nvSpPr>
          <p:spPr>
            <a:xfrm>
              <a:off x="1530620" y="2480530"/>
              <a:ext cx="1005" cy="24059"/>
            </a:xfrm>
            <a:custGeom>
              <a:rect b="b" l="l" r="r" t="t"/>
              <a:pathLst>
                <a:path extrusionOk="0" h="1772" w="74">
                  <a:moveTo>
                    <a:pt x="74" y="1772"/>
                  </a:moveTo>
                  <a:cubicBezTo>
                    <a:pt x="25" y="1681"/>
                    <a:pt x="0" y="1338"/>
                    <a:pt x="63" y="0"/>
                  </a:cubicBezTo>
                  <a:lnTo>
                    <a:pt x="63" y="0"/>
                  </a:lnTo>
                  <a:cubicBezTo>
                    <a:pt x="0" y="1338"/>
                    <a:pt x="25" y="1681"/>
                    <a:pt x="74" y="177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3" name="Google Shape;6783;p129"/>
            <p:cNvSpPr/>
            <p:nvPr/>
          </p:nvSpPr>
          <p:spPr>
            <a:xfrm>
              <a:off x="1523858" y="2474868"/>
              <a:ext cx="109" cy="68"/>
            </a:xfrm>
            <a:custGeom>
              <a:rect b="b" l="l" r="r" t="t"/>
              <a:pathLst>
                <a:path extrusionOk="0" h="5" w="8">
                  <a:moveTo>
                    <a:pt x="1" y="1"/>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4" name="Google Shape;6784;p129"/>
            <p:cNvSpPr/>
            <p:nvPr/>
          </p:nvSpPr>
          <p:spPr>
            <a:xfrm>
              <a:off x="1525243" y="2475724"/>
              <a:ext cx="68" cy="68"/>
            </a:xfrm>
            <a:custGeom>
              <a:rect b="b" l="l" r="r" t="t"/>
              <a:pathLst>
                <a:path extrusionOk="0" h="5" w="5">
                  <a:moveTo>
                    <a:pt x="4"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5" name="Google Shape;6785;p129"/>
            <p:cNvSpPr/>
            <p:nvPr/>
          </p:nvSpPr>
          <p:spPr>
            <a:xfrm>
              <a:off x="1524483" y="2475248"/>
              <a:ext cx="163" cy="109"/>
            </a:xfrm>
            <a:custGeom>
              <a:rect b="b" l="l" r="r" t="t"/>
              <a:pathLst>
                <a:path extrusionOk="0" h="8" w="12">
                  <a:moveTo>
                    <a:pt x="1"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6" name="Google Shape;6786;p129"/>
            <p:cNvSpPr/>
            <p:nvPr/>
          </p:nvSpPr>
          <p:spPr>
            <a:xfrm>
              <a:off x="1523057" y="2474488"/>
              <a:ext cx="149" cy="109"/>
            </a:xfrm>
            <a:custGeom>
              <a:rect b="b" l="l" r="r" t="t"/>
              <a:pathLst>
                <a:path extrusionOk="0" h="8" w="11">
                  <a:moveTo>
                    <a:pt x="0"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7" name="Google Shape;6787;p129"/>
            <p:cNvSpPr/>
            <p:nvPr/>
          </p:nvSpPr>
          <p:spPr>
            <a:xfrm>
              <a:off x="1495386" y="2453008"/>
              <a:ext cx="1208" cy="2539"/>
            </a:xfrm>
            <a:custGeom>
              <a:rect b="b" l="l" r="r" t="t"/>
              <a:pathLst>
                <a:path extrusionOk="0" h="187" w="89">
                  <a:moveTo>
                    <a:pt x="1" y="0"/>
                  </a:moveTo>
                  <a:cubicBezTo>
                    <a:pt x="11" y="70"/>
                    <a:pt x="40" y="134"/>
                    <a:pt x="89" y="186"/>
                  </a:cubicBezTo>
                  <a:cubicBezTo>
                    <a:pt x="40" y="134"/>
                    <a:pt x="11" y="7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8" name="Google Shape;6788;p129"/>
            <p:cNvSpPr/>
            <p:nvPr/>
          </p:nvSpPr>
          <p:spPr>
            <a:xfrm>
              <a:off x="1542215" y="2504956"/>
              <a:ext cx="339" cy="68"/>
            </a:xfrm>
            <a:custGeom>
              <a:rect b="b" l="l" r="r" t="t"/>
              <a:pathLst>
                <a:path extrusionOk="0" h="5" w="25">
                  <a:moveTo>
                    <a:pt x="0" y="1"/>
                  </a:moveTo>
                  <a:lnTo>
                    <a:pt x="2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9" name="Google Shape;6789;p129"/>
            <p:cNvSpPr/>
            <p:nvPr/>
          </p:nvSpPr>
          <p:spPr>
            <a:xfrm>
              <a:off x="1531801" y="2504861"/>
              <a:ext cx="543" cy="258"/>
            </a:xfrm>
            <a:custGeom>
              <a:rect b="b" l="l" r="r" t="t"/>
              <a:pathLst>
                <a:path extrusionOk="0" h="19" w="40">
                  <a:moveTo>
                    <a:pt x="1" y="1"/>
                  </a:moveTo>
                  <a:cubicBezTo>
                    <a:pt x="11" y="11"/>
                    <a:pt x="25" y="15"/>
                    <a:pt x="39" y="18"/>
                  </a:cubicBezTo>
                  <a:cubicBezTo>
                    <a:pt x="25" y="15"/>
                    <a:pt x="1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0" name="Google Shape;6790;p129"/>
            <p:cNvSpPr/>
            <p:nvPr/>
          </p:nvSpPr>
          <p:spPr>
            <a:xfrm>
              <a:off x="1532466" y="250510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1" name="Google Shape;6791;p129"/>
            <p:cNvSpPr/>
            <p:nvPr/>
          </p:nvSpPr>
          <p:spPr>
            <a:xfrm>
              <a:off x="1532656" y="250510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2" name="Google Shape;6792;p129"/>
            <p:cNvSpPr/>
            <p:nvPr/>
          </p:nvSpPr>
          <p:spPr>
            <a:xfrm>
              <a:off x="1542785" y="2505105"/>
              <a:ext cx="109" cy="14"/>
            </a:xfrm>
            <a:custGeom>
              <a:rect b="b" l="l" r="r" t="t"/>
              <a:pathLst>
                <a:path extrusionOk="0" h="1" w="8">
                  <a:moveTo>
                    <a:pt x="7"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3" name="Google Shape;6793;p129"/>
            <p:cNvSpPr/>
            <p:nvPr/>
          </p:nvSpPr>
          <p:spPr>
            <a:xfrm>
              <a:off x="1522297" y="2306412"/>
              <a:ext cx="625" cy="3014"/>
            </a:xfrm>
            <a:custGeom>
              <a:rect b="b" l="l" r="r" t="t"/>
              <a:pathLst>
                <a:path extrusionOk="0" h="222" w="46">
                  <a:moveTo>
                    <a:pt x="46" y="1"/>
                  </a:moveTo>
                  <a:cubicBezTo>
                    <a:pt x="25" y="71"/>
                    <a:pt x="7" y="144"/>
                    <a:pt x="0" y="221"/>
                  </a:cubicBezTo>
                  <a:cubicBezTo>
                    <a:pt x="7" y="144"/>
                    <a:pt x="25" y="71"/>
                    <a:pt x="4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4" name="Google Shape;6794;p129"/>
            <p:cNvSpPr/>
            <p:nvPr/>
          </p:nvSpPr>
          <p:spPr>
            <a:xfrm>
              <a:off x="1541930" y="2225368"/>
              <a:ext cx="109" cy="204"/>
            </a:xfrm>
            <a:custGeom>
              <a:rect b="b" l="l" r="r" t="t"/>
              <a:pathLst>
                <a:path extrusionOk="0" h="15" w="8">
                  <a:moveTo>
                    <a:pt x="7" y="1"/>
                  </a:moveTo>
                  <a:cubicBezTo>
                    <a:pt x="4" y="4"/>
                    <a:pt x="4" y="11"/>
                    <a:pt x="0" y="15"/>
                  </a:cubicBezTo>
                  <a:cubicBezTo>
                    <a:pt x="4" y="11"/>
                    <a:pt x="4" y="4"/>
                    <a:pt x="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5" name="Google Shape;6795;p129"/>
            <p:cNvSpPr/>
            <p:nvPr/>
          </p:nvSpPr>
          <p:spPr>
            <a:xfrm>
              <a:off x="1538223" y="2504834"/>
              <a:ext cx="2620" cy="41"/>
            </a:xfrm>
            <a:custGeom>
              <a:rect b="b" l="l" r="r" t="t"/>
              <a:pathLst>
                <a:path extrusionOk="0" h="3" w="193">
                  <a:moveTo>
                    <a:pt x="97" y="0"/>
                  </a:moveTo>
                  <a:cubicBezTo>
                    <a:pt x="64" y="0"/>
                    <a:pt x="32" y="1"/>
                    <a:pt x="0" y="3"/>
                  </a:cubicBezTo>
                  <a:lnTo>
                    <a:pt x="193" y="3"/>
                  </a:lnTo>
                  <a:cubicBezTo>
                    <a:pt x="161" y="1"/>
                    <a:pt x="129" y="0"/>
                    <a:pt x="9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6" name="Google Shape;6796;p129"/>
            <p:cNvSpPr/>
            <p:nvPr/>
          </p:nvSpPr>
          <p:spPr>
            <a:xfrm>
              <a:off x="1518495" y="2283982"/>
              <a:ext cx="815" cy="434"/>
            </a:xfrm>
            <a:custGeom>
              <a:rect b="b" l="l" r="r" t="t"/>
              <a:pathLst>
                <a:path extrusionOk="0" h="32" w="60">
                  <a:moveTo>
                    <a:pt x="60" y="0"/>
                  </a:moveTo>
                  <a:cubicBezTo>
                    <a:pt x="39" y="4"/>
                    <a:pt x="14" y="14"/>
                    <a:pt x="0" y="32"/>
                  </a:cubicBezTo>
                  <a:cubicBezTo>
                    <a:pt x="14" y="14"/>
                    <a:pt x="39" y="4"/>
                    <a:pt x="6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7" name="Google Shape;6797;p129"/>
            <p:cNvSpPr/>
            <p:nvPr/>
          </p:nvSpPr>
          <p:spPr>
            <a:xfrm>
              <a:off x="1578290" y="2191723"/>
              <a:ext cx="61669" cy="63298"/>
            </a:xfrm>
            <a:custGeom>
              <a:rect b="b" l="l" r="r" t="t"/>
              <a:pathLst>
                <a:path extrusionOk="0" h="4662" w="4542">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8" name="Google Shape;6798;p129"/>
            <p:cNvSpPr/>
            <p:nvPr/>
          </p:nvSpPr>
          <p:spPr>
            <a:xfrm>
              <a:off x="1613184" y="2195620"/>
              <a:ext cx="54" cy="149"/>
            </a:xfrm>
            <a:custGeom>
              <a:rect b="b" l="l" r="r" t="t"/>
              <a:pathLst>
                <a:path extrusionOk="0" h="11" w="4">
                  <a:moveTo>
                    <a:pt x="0" y="0"/>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9" name="Google Shape;6799;p129"/>
            <p:cNvSpPr/>
            <p:nvPr/>
          </p:nvSpPr>
          <p:spPr>
            <a:xfrm>
              <a:off x="1612804" y="2194954"/>
              <a:ext cx="204" cy="339"/>
            </a:xfrm>
            <a:custGeom>
              <a:rect b="b" l="l" r="r" t="t"/>
              <a:pathLst>
                <a:path extrusionOk="0" h="25" w="15">
                  <a:moveTo>
                    <a:pt x="0" y="0"/>
                  </a:moveTo>
                  <a:cubicBezTo>
                    <a:pt x="7" y="11"/>
                    <a:pt x="11" y="18"/>
                    <a:pt x="14" y="25"/>
                  </a:cubicBezTo>
                  <a:cubicBezTo>
                    <a:pt x="11" y="18"/>
                    <a:pt x="7"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0" name="Google Shape;6800;p129"/>
            <p:cNvSpPr/>
            <p:nvPr/>
          </p:nvSpPr>
          <p:spPr>
            <a:xfrm>
              <a:off x="1613035" y="2195335"/>
              <a:ext cx="109" cy="204"/>
            </a:xfrm>
            <a:custGeom>
              <a:rect b="b" l="l" r="r" t="t"/>
              <a:pathLst>
                <a:path extrusionOk="0" h="15" w="8">
                  <a:moveTo>
                    <a:pt x="1" y="0"/>
                  </a:moveTo>
                  <a:lnTo>
                    <a:pt x="8"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1" name="Google Shape;6801;p129"/>
            <p:cNvSpPr/>
            <p:nvPr/>
          </p:nvSpPr>
          <p:spPr>
            <a:xfrm>
              <a:off x="1638086" y="2239733"/>
              <a:ext cx="109" cy="910"/>
            </a:xfrm>
            <a:custGeom>
              <a:rect b="b" l="l" r="r" t="t"/>
              <a:pathLst>
                <a:path extrusionOk="0" h="67" w="8">
                  <a:moveTo>
                    <a:pt x="1" y="0"/>
                  </a:moveTo>
                  <a:lnTo>
                    <a:pt x="1" y="67"/>
                  </a:lnTo>
                  <a:lnTo>
                    <a:pt x="8" y="67"/>
                  </a:lnTo>
                  <a:cubicBezTo>
                    <a:pt x="4" y="53"/>
                    <a:pt x="4" y="42"/>
                    <a:pt x="4" y="32"/>
                  </a:cubicBezTo>
                  <a:lnTo>
                    <a:pt x="4" y="18"/>
                  </a:ln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2" name="Google Shape;6802;p129"/>
            <p:cNvSpPr/>
            <p:nvPr/>
          </p:nvSpPr>
          <p:spPr>
            <a:xfrm>
              <a:off x="1612560" y="2194615"/>
              <a:ext cx="204" cy="299"/>
            </a:xfrm>
            <a:custGeom>
              <a:rect b="b" l="l" r="r" t="t"/>
              <a:pathLst>
                <a:path extrusionOk="0" h="22" w="15">
                  <a:moveTo>
                    <a:pt x="15" y="22"/>
                  </a:moveTo>
                  <a:lnTo>
                    <a:pt x="1" y="1"/>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3" name="Google Shape;6803;p129"/>
            <p:cNvSpPr/>
            <p:nvPr/>
          </p:nvSpPr>
          <p:spPr>
            <a:xfrm>
              <a:off x="1625201" y="2214031"/>
              <a:ext cx="299" cy="54"/>
            </a:xfrm>
            <a:custGeom>
              <a:rect b="b" l="l" r="r" t="t"/>
              <a:pathLst>
                <a:path extrusionOk="0" h="4" w="22">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4" name="Google Shape;6804;p129"/>
            <p:cNvSpPr/>
            <p:nvPr/>
          </p:nvSpPr>
          <p:spPr>
            <a:xfrm>
              <a:off x="1613184" y="2196095"/>
              <a:ext cx="149" cy="244"/>
            </a:xfrm>
            <a:custGeom>
              <a:rect b="b" l="l" r="r" t="t"/>
              <a:pathLst>
                <a:path extrusionOk="0" h="18" w="11">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5" name="Google Shape;6805;p129"/>
            <p:cNvSpPr/>
            <p:nvPr/>
          </p:nvSpPr>
          <p:spPr>
            <a:xfrm>
              <a:off x="1639280" y="2227228"/>
              <a:ext cx="434" cy="679"/>
            </a:xfrm>
            <a:custGeom>
              <a:rect b="b" l="l" r="r" t="t"/>
              <a:pathLst>
                <a:path extrusionOk="0" h="50" w="32">
                  <a:moveTo>
                    <a:pt x="32" y="49"/>
                  </a:moveTo>
                  <a:cubicBezTo>
                    <a:pt x="28" y="32"/>
                    <a:pt x="18" y="11"/>
                    <a:pt x="0" y="0"/>
                  </a:cubicBezTo>
                  <a:lnTo>
                    <a:pt x="0" y="0"/>
                  </a:lnTo>
                  <a:cubicBezTo>
                    <a:pt x="18" y="11"/>
                    <a:pt x="28" y="32"/>
                    <a:pt x="32" y="4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6" name="Google Shape;6806;p129"/>
            <p:cNvSpPr/>
            <p:nvPr/>
          </p:nvSpPr>
          <p:spPr>
            <a:xfrm>
              <a:off x="1613320" y="2196000"/>
              <a:ext cx="14" cy="109"/>
            </a:xfrm>
            <a:custGeom>
              <a:rect b="b" l="l" r="r" t="t"/>
              <a:pathLst>
                <a:path extrusionOk="0" h="8" w="1">
                  <a:moveTo>
                    <a:pt x="1" y="0"/>
                  </a:moveTo>
                  <a:cubicBezTo>
                    <a:pt x="1" y="4"/>
                    <a:pt x="1" y="4"/>
                    <a:pt x="1" y="7"/>
                  </a:cubicBezTo>
                  <a:cubicBezTo>
                    <a:pt x="1" y="4"/>
                    <a:pt x="1"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7" name="Google Shape;6807;p129"/>
            <p:cNvSpPr/>
            <p:nvPr/>
          </p:nvSpPr>
          <p:spPr>
            <a:xfrm>
              <a:off x="1613280" y="2195810"/>
              <a:ext cx="14" cy="149"/>
            </a:xfrm>
            <a:custGeom>
              <a:rect b="b" l="l" r="r" t="t"/>
              <a:pathLst>
                <a:path extrusionOk="0" h="11" w="1">
                  <a:moveTo>
                    <a:pt x="0"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8" name="Google Shape;6808;p129"/>
            <p:cNvSpPr/>
            <p:nvPr/>
          </p:nvSpPr>
          <p:spPr>
            <a:xfrm>
              <a:off x="1638181" y="2226943"/>
              <a:ext cx="1113" cy="299"/>
            </a:xfrm>
            <a:custGeom>
              <a:rect b="b" l="l" r="r" t="t"/>
              <a:pathLst>
                <a:path extrusionOk="0" h="22" w="82">
                  <a:moveTo>
                    <a:pt x="1" y="0"/>
                  </a:moveTo>
                  <a:cubicBezTo>
                    <a:pt x="29" y="4"/>
                    <a:pt x="57" y="11"/>
                    <a:pt x="81" y="21"/>
                  </a:cubicBezTo>
                  <a:cubicBezTo>
                    <a:pt x="57" y="11"/>
                    <a:pt x="29"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9" name="Google Shape;6809;p129"/>
            <p:cNvSpPr/>
            <p:nvPr/>
          </p:nvSpPr>
          <p:spPr>
            <a:xfrm>
              <a:off x="1634759" y="2250514"/>
              <a:ext cx="584" cy="14"/>
            </a:xfrm>
            <a:custGeom>
              <a:rect b="b" l="l" r="r" t="t"/>
              <a:pathLst>
                <a:path extrusionOk="0" h="1" w="43">
                  <a:moveTo>
                    <a:pt x="0" y="1"/>
                  </a:moveTo>
                  <a:cubicBezTo>
                    <a:pt x="14" y="1"/>
                    <a:pt x="28" y="1"/>
                    <a:pt x="42" y="1"/>
                  </a:cubicBezTo>
                  <a:cubicBezTo>
                    <a:pt x="28" y="1"/>
                    <a:pt x="14"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0" name="Google Shape;6810;p129"/>
            <p:cNvSpPr/>
            <p:nvPr/>
          </p:nvSpPr>
          <p:spPr>
            <a:xfrm>
              <a:off x="1581101" y="2216013"/>
              <a:ext cx="489" cy="489"/>
            </a:xfrm>
            <a:custGeom>
              <a:rect b="b" l="l" r="r" t="t"/>
              <a:pathLst>
                <a:path extrusionOk="0" h="36" w="36">
                  <a:moveTo>
                    <a:pt x="35" y="35"/>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1" name="Google Shape;6811;p129"/>
            <p:cNvSpPr/>
            <p:nvPr/>
          </p:nvSpPr>
          <p:spPr>
            <a:xfrm>
              <a:off x="1580436" y="2215294"/>
              <a:ext cx="489" cy="489"/>
            </a:xfrm>
            <a:custGeom>
              <a:rect b="b" l="l" r="r" t="t"/>
              <a:pathLst>
                <a:path extrusionOk="0" h="36" w="36">
                  <a:moveTo>
                    <a:pt x="35" y="36"/>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2" name="Google Shape;6812;p129"/>
            <p:cNvSpPr/>
            <p:nvPr/>
          </p:nvSpPr>
          <p:spPr>
            <a:xfrm>
              <a:off x="1581807" y="2216719"/>
              <a:ext cx="448" cy="489"/>
            </a:xfrm>
            <a:custGeom>
              <a:rect b="b" l="l" r="r" t="t"/>
              <a:pathLst>
                <a:path extrusionOk="0" h="36" w="33">
                  <a:moveTo>
                    <a:pt x="32" y="36"/>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3" name="Google Shape;6813;p129"/>
            <p:cNvSpPr/>
            <p:nvPr/>
          </p:nvSpPr>
          <p:spPr>
            <a:xfrm>
              <a:off x="1582472" y="2217439"/>
              <a:ext cx="543" cy="530"/>
            </a:xfrm>
            <a:custGeom>
              <a:rect b="b" l="l" r="r" t="t"/>
              <a:pathLst>
                <a:path extrusionOk="0" h="39" w="40">
                  <a:moveTo>
                    <a:pt x="39" y="39"/>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4" name="Google Shape;6814;p129"/>
            <p:cNvSpPr/>
            <p:nvPr/>
          </p:nvSpPr>
          <p:spPr>
            <a:xfrm>
              <a:off x="1638140" y="2238878"/>
              <a:ext cx="14" cy="869"/>
            </a:xfrm>
            <a:custGeom>
              <a:rect b="b" l="l" r="r" t="t"/>
              <a:pathLst>
                <a:path extrusionOk="0" h="64" w="1">
                  <a:moveTo>
                    <a:pt x="0" y="0"/>
                  </a:moveTo>
                  <a:lnTo>
                    <a:pt x="0" y="63"/>
                  </a:lnTo>
                  <a:lnTo>
                    <a:pt x="0" y="56"/>
                  </a:lnTo>
                  <a:lnTo>
                    <a:pt x="0" y="28"/>
                  </a:lnTo>
                  <a:lnTo>
                    <a:pt x="0" y="21"/>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5" name="Google Shape;6815;p129"/>
            <p:cNvSpPr/>
            <p:nvPr/>
          </p:nvSpPr>
          <p:spPr>
            <a:xfrm>
              <a:off x="1579662" y="2214438"/>
              <a:ext cx="638" cy="679"/>
            </a:xfrm>
            <a:custGeom>
              <a:rect b="b" l="l" r="r" t="t"/>
              <a:pathLst>
                <a:path extrusionOk="0" h="50" w="47">
                  <a:moveTo>
                    <a:pt x="46" y="50"/>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6" name="Google Shape;6816;p129"/>
            <p:cNvSpPr/>
            <p:nvPr/>
          </p:nvSpPr>
          <p:spPr>
            <a:xfrm>
              <a:off x="1579146" y="2213773"/>
              <a:ext cx="530" cy="679"/>
            </a:xfrm>
            <a:custGeom>
              <a:rect b="b" l="l" r="r" t="t"/>
              <a:pathLst>
                <a:path extrusionOk="0" h="50" w="39">
                  <a:moveTo>
                    <a:pt x="39" y="50"/>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7" name="Google Shape;6817;p129"/>
            <p:cNvSpPr/>
            <p:nvPr/>
          </p:nvSpPr>
          <p:spPr>
            <a:xfrm>
              <a:off x="1578290" y="2212687"/>
              <a:ext cx="204" cy="204"/>
            </a:xfrm>
            <a:custGeom>
              <a:rect b="b" l="l" r="r" t="t"/>
              <a:pathLst>
                <a:path extrusionOk="0" h="15" w="15">
                  <a:moveTo>
                    <a:pt x="0" y="0"/>
                  </a:moveTo>
                  <a:lnTo>
                    <a:pt x="1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8" name="Google Shape;6818;p129"/>
            <p:cNvSpPr/>
            <p:nvPr/>
          </p:nvSpPr>
          <p:spPr>
            <a:xfrm>
              <a:off x="1619932" y="2254220"/>
              <a:ext cx="774" cy="68"/>
            </a:xfrm>
            <a:custGeom>
              <a:rect b="b" l="l" r="r" t="t"/>
              <a:pathLst>
                <a:path extrusionOk="0" h="5" w="57">
                  <a:moveTo>
                    <a:pt x="56" y="1"/>
                  </a:moveTo>
                  <a:cubicBezTo>
                    <a:pt x="39" y="1"/>
                    <a:pt x="18" y="1"/>
                    <a:pt x="0" y="4"/>
                  </a:cubicBezTo>
                  <a:cubicBezTo>
                    <a:pt x="18" y="4"/>
                    <a:pt x="39" y="1"/>
                    <a:pt x="5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9" name="Google Shape;6819;p129"/>
            <p:cNvSpPr/>
            <p:nvPr/>
          </p:nvSpPr>
          <p:spPr>
            <a:xfrm>
              <a:off x="1578616" y="2213108"/>
              <a:ext cx="394" cy="489"/>
            </a:xfrm>
            <a:custGeom>
              <a:rect b="b" l="l" r="r" t="t"/>
              <a:pathLst>
                <a:path extrusionOk="0" h="36" w="29">
                  <a:moveTo>
                    <a:pt x="29" y="36"/>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0" name="Google Shape;6820;p129"/>
            <p:cNvSpPr/>
            <p:nvPr/>
          </p:nvSpPr>
          <p:spPr>
            <a:xfrm>
              <a:off x="1622254" y="2254410"/>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1" name="Google Shape;6821;p129"/>
            <p:cNvSpPr/>
            <p:nvPr/>
          </p:nvSpPr>
          <p:spPr>
            <a:xfrm>
              <a:off x="1618982" y="2254275"/>
              <a:ext cx="774" cy="109"/>
            </a:xfrm>
            <a:custGeom>
              <a:rect b="b" l="l" r="r" t="t"/>
              <a:pathLst>
                <a:path extrusionOk="0" h="8" w="57">
                  <a:moveTo>
                    <a:pt x="56"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2" name="Google Shape;6822;p129"/>
            <p:cNvSpPr/>
            <p:nvPr/>
          </p:nvSpPr>
          <p:spPr>
            <a:xfrm>
              <a:off x="1621263" y="2254220"/>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3" name="Google Shape;6823;p129"/>
            <p:cNvSpPr/>
            <p:nvPr/>
          </p:nvSpPr>
          <p:spPr>
            <a:xfrm>
              <a:off x="1617461" y="2254370"/>
              <a:ext cx="1534" cy="109"/>
            </a:xfrm>
            <a:custGeom>
              <a:rect b="b" l="l" r="r" t="t"/>
              <a:pathLst>
                <a:path extrusionOk="0" h="8" w="113">
                  <a:moveTo>
                    <a:pt x="112" y="0"/>
                  </a:moveTo>
                  <a:cubicBezTo>
                    <a:pt x="74" y="4"/>
                    <a:pt x="39" y="7"/>
                    <a:pt x="0" y="7"/>
                  </a:cubicBezTo>
                  <a:cubicBezTo>
                    <a:pt x="39" y="7"/>
                    <a:pt x="74" y="4"/>
                    <a:pt x="11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4" name="Google Shape;6824;p129"/>
            <p:cNvSpPr/>
            <p:nvPr/>
          </p:nvSpPr>
          <p:spPr>
            <a:xfrm>
              <a:off x="1622824" y="2254600"/>
              <a:ext cx="109" cy="68"/>
            </a:xfrm>
            <a:custGeom>
              <a:rect b="b" l="l" r="r" t="t"/>
              <a:pathLst>
                <a:path extrusionOk="0" h="5" w="8">
                  <a:moveTo>
                    <a:pt x="8"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5" name="Google Shape;6825;p129"/>
            <p:cNvSpPr/>
            <p:nvPr/>
          </p:nvSpPr>
          <p:spPr>
            <a:xfrm>
              <a:off x="1621779" y="2254315"/>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6" name="Google Shape;6826;p129"/>
            <p:cNvSpPr/>
            <p:nvPr/>
          </p:nvSpPr>
          <p:spPr>
            <a:xfrm>
              <a:off x="1584712" y="2219475"/>
              <a:ext cx="489" cy="448"/>
            </a:xfrm>
            <a:custGeom>
              <a:rect b="b" l="l" r="r" t="t"/>
              <a:pathLst>
                <a:path extrusionOk="0" h="33" w="36">
                  <a:moveTo>
                    <a:pt x="35" y="32"/>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7" name="Google Shape;6827;p129"/>
            <p:cNvSpPr/>
            <p:nvPr/>
          </p:nvSpPr>
          <p:spPr>
            <a:xfrm>
              <a:off x="1583137" y="2218050"/>
              <a:ext cx="679" cy="679"/>
            </a:xfrm>
            <a:custGeom>
              <a:rect b="b" l="l" r="r" t="t"/>
              <a:pathLst>
                <a:path extrusionOk="0" h="50" w="50">
                  <a:moveTo>
                    <a:pt x="50" y="50"/>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8" name="Google Shape;6828;p129"/>
            <p:cNvSpPr/>
            <p:nvPr/>
          </p:nvSpPr>
          <p:spPr>
            <a:xfrm>
              <a:off x="1586084" y="2220616"/>
              <a:ext cx="448" cy="299"/>
            </a:xfrm>
            <a:custGeom>
              <a:rect b="b" l="l" r="r" t="t"/>
              <a:pathLst>
                <a:path extrusionOk="0" h="22" w="33">
                  <a:moveTo>
                    <a:pt x="32"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9" name="Google Shape;6829;p129"/>
            <p:cNvSpPr/>
            <p:nvPr/>
          </p:nvSpPr>
          <p:spPr>
            <a:xfrm>
              <a:off x="1583952" y="2218810"/>
              <a:ext cx="584" cy="543"/>
            </a:xfrm>
            <a:custGeom>
              <a:rect b="b" l="l" r="r" t="t"/>
              <a:pathLst>
                <a:path extrusionOk="0" h="40" w="43">
                  <a:moveTo>
                    <a:pt x="42" y="39"/>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0" name="Google Shape;6830;p129"/>
            <p:cNvSpPr/>
            <p:nvPr/>
          </p:nvSpPr>
          <p:spPr>
            <a:xfrm>
              <a:off x="1585418" y="2220100"/>
              <a:ext cx="448" cy="339"/>
            </a:xfrm>
            <a:custGeom>
              <a:rect b="b" l="l" r="r" t="t"/>
              <a:pathLst>
                <a:path extrusionOk="0" h="25" w="33">
                  <a:moveTo>
                    <a:pt x="32"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1" name="Google Shape;6831;p129"/>
            <p:cNvSpPr/>
            <p:nvPr/>
          </p:nvSpPr>
          <p:spPr>
            <a:xfrm>
              <a:off x="1586749" y="2221050"/>
              <a:ext cx="584" cy="394"/>
            </a:xfrm>
            <a:custGeom>
              <a:rect b="b" l="l" r="r" t="t"/>
              <a:pathLst>
                <a:path extrusionOk="0" h="29" w="43">
                  <a:moveTo>
                    <a:pt x="43" y="28"/>
                  </a:moveTo>
                  <a:cubicBezTo>
                    <a:pt x="29" y="21"/>
                    <a:pt x="15" y="11"/>
                    <a:pt x="1" y="0"/>
                  </a:cubicBezTo>
                  <a:cubicBezTo>
                    <a:pt x="15" y="11"/>
                    <a:pt x="29" y="21"/>
                    <a:pt x="43"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2" name="Google Shape;6832;p129"/>
            <p:cNvSpPr/>
            <p:nvPr/>
          </p:nvSpPr>
          <p:spPr>
            <a:xfrm>
              <a:off x="1638086" y="2239638"/>
              <a:ext cx="14" cy="339"/>
            </a:xfrm>
            <a:custGeom>
              <a:rect b="b" l="l" r="r" t="t"/>
              <a:pathLst>
                <a:path extrusionOk="0" h="25" w="1">
                  <a:moveTo>
                    <a:pt x="1" y="7"/>
                  </a:moveTo>
                  <a:lnTo>
                    <a:pt x="1" y="25"/>
                  </a:lnTo>
                  <a:lnTo>
                    <a:pt x="1" y="0"/>
                  </a:ln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3" name="Google Shape;6833;p129"/>
            <p:cNvSpPr/>
            <p:nvPr/>
          </p:nvSpPr>
          <p:spPr>
            <a:xfrm>
              <a:off x="1638086" y="2240168"/>
              <a:ext cx="68" cy="475"/>
            </a:xfrm>
            <a:custGeom>
              <a:rect b="b" l="l" r="r" t="t"/>
              <a:pathLst>
                <a:path extrusionOk="0" h="35" w="5">
                  <a:moveTo>
                    <a:pt x="1" y="0"/>
                  </a:moveTo>
                  <a:cubicBezTo>
                    <a:pt x="1" y="11"/>
                    <a:pt x="4" y="24"/>
                    <a:pt x="4" y="35"/>
                  </a:cubicBezTo>
                  <a:cubicBezTo>
                    <a:pt x="4" y="21"/>
                    <a:pt x="1" y="1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4" name="Google Shape;6834;p129"/>
            <p:cNvSpPr/>
            <p:nvPr/>
          </p:nvSpPr>
          <p:spPr>
            <a:xfrm>
              <a:off x="1638140" y="2239163"/>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5" name="Google Shape;6835;p129"/>
            <p:cNvSpPr/>
            <p:nvPr/>
          </p:nvSpPr>
          <p:spPr>
            <a:xfrm>
              <a:off x="1405367" y="1962046"/>
              <a:ext cx="22118" cy="18031"/>
            </a:xfrm>
            <a:custGeom>
              <a:rect b="b" l="l" r="r" t="t"/>
              <a:pathLst>
                <a:path extrusionOk="0" h="1328" w="1629">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6" name="Google Shape;6836;p129"/>
            <p:cNvSpPr/>
            <p:nvPr/>
          </p:nvSpPr>
          <p:spPr>
            <a:xfrm>
              <a:off x="1408599" y="1961951"/>
              <a:ext cx="434" cy="54"/>
            </a:xfrm>
            <a:custGeom>
              <a:rect b="b" l="l" r="r" t="t"/>
              <a:pathLst>
                <a:path extrusionOk="0" h="4" w="32">
                  <a:moveTo>
                    <a:pt x="0" y="0"/>
                  </a:moveTo>
                  <a:lnTo>
                    <a:pt x="3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7" name="Google Shape;6837;p129"/>
            <p:cNvSpPr/>
            <p:nvPr/>
          </p:nvSpPr>
          <p:spPr>
            <a:xfrm>
              <a:off x="1407553" y="196195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8" name="Google Shape;6838;p129"/>
            <p:cNvSpPr/>
            <p:nvPr/>
          </p:nvSpPr>
          <p:spPr>
            <a:xfrm>
              <a:off x="1418918" y="1963988"/>
              <a:ext cx="339" cy="14"/>
            </a:xfrm>
            <a:custGeom>
              <a:rect b="b" l="l" r="r" t="t"/>
              <a:pathLst>
                <a:path extrusionOk="0" h="1" w="25">
                  <a:moveTo>
                    <a:pt x="0" y="1"/>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9" name="Google Shape;6839;p129"/>
            <p:cNvSpPr/>
            <p:nvPr/>
          </p:nvSpPr>
          <p:spPr>
            <a:xfrm>
              <a:off x="1408123" y="196195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0" name="Google Shape;6840;p129"/>
            <p:cNvSpPr/>
            <p:nvPr/>
          </p:nvSpPr>
          <p:spPr>
            <a:xfrm>
              <a:off x="1407214" y="1961951"/>
              <a:ext cx="204" cy="14"/>
            </a:xfrm>
            <a:custGeom>
              <a:rect b="b" l="l" r="r" t="t"/>
              <a:pathLst>
                <a:path extrusionOk="0" h="1" w="15">
                  <a:moveTo>
                    <a:pt x="1" y="0"/>
                  </a:moveTo>
                  <a:lnTo>
                    <a:pt x="1" y="0"/>
                  </a:ln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1" name="Google Shape;6841;p129"/>
            <p:cNvSpPr/>
            <p:nvPr/>
          </p:nvSpPr>
          <p:spPr>
            <a:xfrm>
              <a:off x="1419773" y="196404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2" name="Google Shape;6842;p129"/>
            <p:cNvSpPr/>
            <p:nvPr/>
          </p:nvSpPr>
          <p:spPr>
            <a:xfrm>
              <a:off x="1420533" y="1963988"/>
              <a:ext cx="149" cy="14"/>
            </a:xfrm>
            <a:custGeom>
              <a:rect b="b" l="l" r="r" t="t"/>
              <a:pathLst>
                <a:path extrusionOk="0" h="1" w="11">
                  <a:moveTo>
                    <a:pt x="0"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3" name="Google Shape;6843;p129"/>
            <p:cNvSpPr/>
            <p:nvPr/>
          </p:nvSpPr>
          <p:spPr>
            <a:xfrm>
              <a:off x="1418442" y="1963893"/>
              <a:ext cx="339" cy="68"/>
            </a:xfrm>
            <a:custGeom>
              <a:rect b="b" l="l" r="r" t="t"/>
              <a:pathLst>
                <a:path extrusionOk="0" h="5" w="25">
                  <a:moveTo>
                    <a:pt x="0" y="1"/>
                  </a:moveTo>
                  <a:lnTo>
                    <a:pt x="2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4" name="Google Shape;6844;p129"/>
            <p:cNvSpPr/>
            <p:nvPr/>
          </p:nvSpPr>
          <p:spPr>
            <a:xfrm>
              <a:off x="1417057" y="1963322"/>
              <a:ext cx="353" cy="258"/>
            </a:xfrm>
            <a:custGeom>
              <a:rect b="b" l="l" r="r" t="t"/>
              <a:pathLst>
                <a:path extrusionOk="0" h="19" w="26">
                  <a:moveTo>
                    <a:pt x="1" y="1"/>
                  </a:moveTo>
                  <a:cubicBezTo>
                    <a:pt x="8" y="8"/>
                    <a:pt x="18" y="11"/>
                    <a:pt x="25" y="18"/>
                  </a:cubicBezTo>
                  <a:cubicBezTo>
                    <a:pt x="18" y="11"/>
                    <a:pt x="8"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5" name="Google Shape;6845;p129"/>
            <p:cNvSpPr/>
            <p:nvPr/>
          </p:nvSpPr>
          <p:spPr>
            <a:xfrm>
              <a:off x="1417533" y="1963607"/>
              <a:ext cx="299" cy="109"/>
            </a:xfrm>
            <a:custGeom>
              <a:rect b="b" l="l" r="r" t="t"/>
              <a:pathLst>
                <a:path extrusionOk="0" h="8" w="22">
                  <a:moveTo>
                    <a:pt x="1" y="1"/>
                  </a:moveTo>
                  <a:cubicBezTo>
                    <a:pt x="8" y="4"/>
                    <a:pt x="15" y="8"/>
                    <a:pt x="22" y="8"/>
                  </a:cubicBezTo>
                  <a:cubicBezTo>
                    <a:pt x="15" y="8"/>
                    <a:pt x="8"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6" name="Google Shape;6846;p129"/>
            <p:cNvSpPr/>
            <p:nvPr/>
          </p:nvSpPr>
          <p:spPr>
            <a:xfrm>
              <a:off x="1409115" y="1961992"/>
              <a:ext cx="353" cy="68"/>
            </a:xfrm>
            <a:custGeom>
              <a:rect b="b" l="l" r="r" t="t"/>
              <a:pathLst>
                <a:path extrusionOk="0" h="5" w="26">
                  <a:moveTo>
                    <a:pt x="1" y="1"/>
                  </a:moveTo>
                  <a:lnTo>
                    <a:pt x="2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7" name="Google Shape;6847;p129"/>
            <p:cNvSpPr/>
            <p:nvPr/>
          </p:nvSpPr>
          <p:spPr>
            <a:xfrm>
              <a:off x="1409549" y="1962087"/>
              <a:ext cx="299" cy="109"/>
            </a:xfrm>
            <a:custGeom>
              <a:rect b="b" l="l" r="r" t="t"/>
              <a:pathLst>
                <a:path extrusionOk="0" h="8" w="22">
                  <a:moveTo>
                    <a:pt x="0" y="1"/>
                  </a:moveTo>
                  <a:cubicBezTo>
                    <a:pt x="7" y="1"/>
                    <a:pt x="14" y="4"/>
                    <a:pt x="21" y="8"/>
                  </a:cubicBezTo>
                  <a:cubicBezTo>
                    <a:pt x="14" y="4"/>
                    <a:pt x="7"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8" name="Google Shape;6848;p129"/>
            <p:cNvSpPr/>
            <p:nvPr/>
          </p:nvSpPr>
          <p:spPr>
            <a:xfrm>
              <a:off x="1417913" y="1963757"/>
              <a:ext cx="448" cy="149"/>
            </a:xfrm>
            <a:custGeom>
              <a:rect b="b" l="l" r="r" t="t"/>
              <a:pathLst>
                <a:path extrusionOk="0" h="11" w="33">
                  <a:moveTo>
                    <a:pt x="1" y="0"/>
                  </a:moveTo>
                  <a:cubicBezTo>
                    <a:pt x="11" y="4"/>
                    <a:pt x="22" y="7"/>
                    <a:pt x="32" y="11"/>
                  </a:cubicBezTo>
                  <a:cubicBezTo>
                    <a:pt x="22" y="7"/>
                    <a:pt x="11"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9" name="Google Shape;6849;p129"/>
            <p:cNvSpPr/>
            <p:nvPr/>
          </p:nvSpPr>
          <p:spPr>
            <a:xfrm>
              <a:off x="1427662" y="1972433"/>
              <a:ext cx="41031" cy="16768"/>
            </a:xfrm>
            <a:custGeom>
              <a:rect b="b" l="l" r="r" t="t"/>
              <a:pathLst>
                <a:path extrusionOk="0" h="1235" w="3022">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0" name="Google Shape;6850;p129"/>
            <p:cNvSpPr/>
            <p:nvPr/>
          </p:nvSpPr>
          <p:spPr>
            <a:xfrm>
              <a:off x="1428272" y="1975013"/>
              <a:ext cx="109" cy="489"/>
            </a:xfrm>
            <a:custGeom>
              <a:rect b="b" l="l" r="r" t="t"/>
              <a:pathLst>
                <a:path extrusionOk="0" h="36" w="8">
                  <a:moveTo>
                    <a:pt x="8" y="1"/>
                  </a:moveTo>
                  <a:cubicBezTo>
                    <a:pt x="4" y="11"/>
                    <a:pt x="1" y="25"/>
                    <a:pt x="1" y="36"/>
                  </a:cubicBezTo>
                  <a:cubicBezTo>
                    <a:pt x="4" y="25"/>
                    <a:pt x="4" y="15"/>
                    <a:pt x="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1" name="Google Shape;6851;p129"/>
            <p:cNvSpPr/>
            <p:nvPr/>
          </p:nvSpPr>
          <p:spPr>
            <a:xfrm>
              <a:off x="1428272" y="1975637"/>
              <a:ext cx="14" cy="299"/>
            </a:xfrm>
            <a:custGeom>
              <a:rect b="b" l="l" r="r" t="t"/>
              <a:pathLst>
                <a:path extrusionOk="0" h="22" w="1">
                  <a:moveTo>
                    <a:pt x="1" y="22"/>
                  </a:moveTo>
                  <a:lnTo>
                    <a:pt x="1" y="1"/>
                  </a:lnTo>
                  <a:cubicBezTo>
                    <a:pt x="1" y="8"/>
                    <a:pt x="1" y="15"/>
                    <a:pt x="1"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2" name="Google Shape;6852;p129"/>
            <p:cNvSpPr/>
            <p:nvPr/>
          </p:nvSpPr>
          <p:spPr>
            <a:xfrm>
              <a:off x="1428707" y="1973641"/>
              <a:ext cx="109" cy="149"/>
            </a:xfrm>
            <a:custGeom>
              <a:rect b="b" l="l" r="r" t="t"/>
              <a:pathLst>
                <a:path extrusionOk="0" h="11" w="8">
                  <a:moveTo>
                    <a:pt x="7" y="0"/>
                  </a:moveTo>
                  <a:lnTo>
                    <a:pt x="0" y="11"/>
                  </a:lnTo>
                  <a:cubicBezTo>
                    <a:pt x="4" y="7"/>
                    <a:pt x="7" y="4"/>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3" name="Google Shape;6853;p129"/>
            <p:cNvSpPr/>
            <p:nvPr/>
          </p:nvSpPr>
          <p:spPr>
            <a:xfrm>
              <a:off x="1428272" y="1976072"/>
              <a:ext cx="14" cy="244"/>
            </a:xfrm>
            <a:custGeom>
              <a:rect b="b" l="l" r="r" t="t"/>
              <a:pathLst>
                <a:path extrusionOk="0" h="18" w="1">
                  <a:moveTo>
                    <a:pt x="1" y="18"/>
                  </a:moveTo>
                  <a:lnTo>
                    <a:pt x="1" y="0"/>
                  </a:lnTo>
                  <a:cubicBezTo>
                    <a:pt x="1" y="7"/>
                    <a:pt x="1" y="14"/>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4" name="Google Shape;6854;p129"/>
            <p:cNvSpPr/>
            <p:nvPr/>
          </p:nvSpPr>
          <p:spPr>
            <a:xfrm>
              <a:off x="1427797" y="1978923"/>
              <a:ext cx="299" cy="869"/>
            </a:xfrm>
            <a:custGeom>
              <a:rect b="b" l="l" r="r" t="t"/>
              <a:pathLst>
                <a:path extrusionOk="0" h="64" w="22">
                  <a:moveTo>
                    <a:pt x="22" y="0"/>
                  </a:moveTo>
                  <a:lnTo>
                    <a:pt x="22" y="0"/>
                  </a:lnTo>
                  <a:cubicBezTo>
                    <a:pt x="15" y="18"/>
                    <a:pt x="8" y="42"/>
                    <a:pt x="1" y="63"/>
                  </a:cubicBezTo>
                  <a:cubicBezTo>
                    <a:pt x="11" y="42"/>
                    <a:pt x="18" y="21"/>
                    <a:pt x="2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5" name="Google Shape;6855;p129"/>
            <p:cNvSpPr/>
            <p:nvPr/>
          </p:nvSpPr>
          <p:spPr>
            <a:xfrm>
              <a:off x="1428082" y="1976642"/>
              <a:ext cx="394" cy="2295"/>
            </a:xfrm>
            <a:custGeom>
              <a:rect b="b" l="l" r="r" t="t"/>
              <a:pathLst>
                <a:path extrusionOk="0" h="169" w="29">
                  <a:moveTo>
                    <a:pt x="18" y="0"/>
                  </a:moveTo>
                  <a:lnTo>
                    <a:pt x="18" y="0"/>
                  </a:lnTo>
                  <a:cubicBezTo>
                    <a:pt x="29" y="56"/>
                    <a:pt x="25" y="116"/>
                    <a:pt x="1" y="168"/>
                  </a:cubicBezTo>
                  <a:cubicBezTo>
                    <a:pt x="25" y="116"/>
                    <a:pt x="29" y="56"/>
                    <a:pt x="1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6" name="Google Shape;6856;p129"/>
            <p:cNvSpPr/>
            <p:nvPr/>
          </p:nvSpPr>
          <p:spPr>
            <a:xfrm>
              <a:off x="1428272" y="1976397"/>
              <a:ext cx="68" cy="258"/>
            </a:xfrm>
            <a:custGeom>
              <a:rect b="b" l="l" r="r" t="t"/>
              <a:pathLst>
                <a:path extrusionOk="0" h="19" w="5">
                  <a:moveTo>
                    <a:pt x="4" y="18"/>
                  </a:moveTo>
                  <a:cubicBezTo>
                    <a:pt x="4" y="11"/>
                    <a:pt x="1" y="8"/>
                    <a:pt x="1" y="1"/>
                  </a:cubicBezTo>
                  <a:cubicBezTo>
                    <a:pt x="1" y="8"/>
                    <a:pt x="4" y="11"/>
                    <a:pt x="4"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7" name="Google Shape;6857;p129"/>
            <p:cNvSpPr/>
            <p:nvPr/>
          </p:nvSpPr>
          <p:spPr>
            <a:xfrm>
              <a:off x="1428368" y="1974497"/>
              <a:ext cx="109" cy="489"/>
            </a:xfrm>
            <a:custGeom>
              <a:rect b="b" l="l" r="r" t="t"/>
              <a:pathLst>
                <a:path extrusionOk="0" h="36" w="8">
                  <a:moveTo>
                    <a:pt x="8" y="1"/>
                  </a:moveTo>
                  <a:lnTo>
                    <a:pt x="8" y="1"/>
                  </a:lnTo>
                  <a:cubicBezTo>
                    <a:pt x="4" y="15"/>
                    <a:pt x="1" y="25"/>
                    <a:pt x="1" y="35"/>
                  </a:cubicBezTo>
                  <a:cubicBezTo>
                    <a:pt x="4" y="25"/>
                    <a:pt x="4" y="15"/>
                    <a:pt x="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8" name="Google Shape;6858;p129"/>
            <p:cNvSpPr/>
            <p:nvPr/>
          </p:nvSpPr>
          <p:spPr>
            <a:xfrm>
              <a:off x="1427662" y="1979778"/>
              <a:ext cx="149" cy="489"/>
            </a:xfrm>
            <a:custGeom>
              <a:rect b="b" l="l" r="r" t="t"/>
              <a:pathLst>
                <a:path extrusionOk="0" h="36" w="11">
                  <a:moveTo>
                    <a:pt x="0" y="35"/>
                  </a:moveTo>
                  <a:lnTo>
                    <a:pt x="0" y="35"/>
                  </a:ln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9" name="Google Shape;6859;p129"/>
            <p:cNvSpPr/>
            <p:nvPr/>
          </p:nvSpPr>
          <p:spPr>
            <a:xfrm>
              <a:off x="1428558" y="1973967"/>
              <a:ext cx="109" cy="394"/>
            </a:xfrm>
            <a:custGeom>
              <a:rect b="b" l="l" r="r" t="t"/>
              <a:pathLst>
                <a:path extrusionOk="0" h="29" w="8">
                  <a:moveTo>
                    <a:pt x="8" y="1"/>
                  </a:moveTo>
                  <a:lnTo>
                    <a:pt x="8" y="1"/>
                  </a:lnTo>
                  <a:cubicBezTo>
                    <a:pt x="4" y="8"/>
                    <a:pt x="1" y="18"/>
                    <a:pt x="1" y="29"/>
                  </a:cubicBezTo>
                  <a:cubicBezTo>
                    <a:pt x="1" y="18"/>
                    <a:pt x="4" y="11"/>
                    <a:pt x="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0" name="Google Shape;6860;p129"/>
            <p:cNvSpPr/>
            <p:nvPr/>
          </p:nvSpPr>
          <p:spPr>
            <a:xfrm>
              <a:off x="1456704" y="1951401"/>
              <a:ext cx="86665" cy="123066"/>
            </a:xfrm>
            <a:custGeom>
              <a:rect b="b" l="l" r="r" t="t"/>
              <a:pathLst>
                <a:path extrusionOk="0" h="9064" w="6383">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1" name="Google Shape;6861;p129"/>
            <p:cNvSpPr/>
            <p:nvPr/>
          </p:nvSpPr>
          <p:spPr>
            <a:xfrm>
              <a:off x="1525392" y="2067095"/>
              <a:ext cx="54" cy="434"/>
            </a:xfrm>
            <a:custGeom>
              <a:rect b="b" l="l" r="r" t="t"/>
              <a:pathLst>
                <a:path extrusionOk="0" h="32" w="4">
                  <a:moveTo>
                    <a:pt x="4" y="0"/>
                  </a:moveTo>
                  <a:cubicBezTo>
                    <a:pt x="0" y="11"/>
                    <a:pt x="0" y="21"/>
                    <a:pt x="0" y="32"/>
                  </a:cubicBezTo>
                  <a:cubicBezTo>
                    <a:pt x="0" y="21"/>
                    <a:pt x="4" y="11"/>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2" name="Google Shape;6862;p129"/>
            <p:cNvSpPr/>
            <p:nvPr/>
          </p:nvSpPr>
          <p:spPr>
            <a:xfrm>
              <a:off x="1536743" y="2029771"/>
              <a:ext cx="2675" cy="679"/>
            </a:xfrm>
            <a:custGeom>
              <a:rect b="b" l="l" r="r" t="t"/>
              <a:pathLst>
                <a:path extrusionOk="0" h="50" w="197">
                  <a:moveTo>
                    <a:pt x="1" y="50"/>
                  </a:moveTo>
                  <a:cubicBezTo>
                    <a:pt x="67" y="39"/>
                    <a:pt x="134" y="22"/>
                    <a:pt x="197" y="1"/>
                  </a:cubicBezTo>
                  <a:cubicBezTo>
                    <a:pt x="134" y="22"/>
                    <a:pt x="67" y="39"/>
                    <a:pt x="1" y="5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3" name="Google Shape;6863;p129"/>
            <p:cNvSpPr/>
            <p:nvPr/>
          </p:nvSpPr>
          <p:spPr>
            <a:xfrm>
              <a:off x="1540124" y="2029540"/>
              <a:ext cx="109" cy="14"/>
            </a:xfrm>
            <a:custGeom>
              <a:rect b="b" l="l" r="r" t="t"/>
              <a:pathLst>
                <a:path extrusionOk="0" h="1" w="8">
                  <a:moveTo>
                    <a:pt x="0" y="0"/>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4" name="Google Shape;6864;p129"/>
            <p:cNvSpPr/>
            <p:nvPr/>
          </p:nvSpPr>
          <p:spPr>
            <a:xfrm>
              <a:off x="1536363" y="2030436"/>
              <a:ext cx="258" cy="14"/>
            </a:xfrm>
            <a:custGeom>
              <a:rect b="b" l="l" r="r" t="t"/>
              <a:pathLst>
                <a:path extrusionOk="0" h="1" w="19">
                  <a:moveTo>
                    <a:pt x="1" y="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5" name="Google Shape;6865;p129"/>
            <p:cNvSpPr/>
            <p:nvPr/>
          </p:nvSpPr>
          <p:spPr>
            <a:xfrm>
              <a:off x="1542215" y="2028440"/>
              <a:ext cx="720" cy="353"/>
            </a:xfrm>
            <a:custGeom>
              <a:rect b="b" l="l" r="r" t="t"/>
              <a:pathLst>
                <a:path extrusionOk="0" h="26" w="53">
                  <a:moveTo>
                    <a:pt x="53" y="1"/>
                  </a:moveTo>
                  <a:lnTo>
                    <a:pt x="28" y="11"/>
                  </a:lnTo>
                  <a:lnTo>
                    <a:pt x="0" y="25"/>
                  </a:lnTo>
                  <a:lnTo>
                    <a:pt x="0" y="25"/>
                  </a:lnTo>
                  <a:lnTo>
                    <a:pt x="53"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6" name="Google Shape;6866;p129"/>
            <p:cNvSpPr/>
            <p:nvPr/>
          </p:nvSpPr>
          <p:spPr>
            <a:xfrm>
              <a:off x="1525433" y="2066335"/>
              <a:ext cx="68" cy="489"/>
            </a:xfrm>
            <a:custGeom>
              <a:rect b="b" l="l" r="r" t="t"/>
              <a:pathLst>
                <a:path extrusionOk="0" h="36" w="5">
                  <a:moveTo>
                    <a:pt x="1" y="0"/>
                  </a:moveTo>
                  <a:lnTo>
                    <a:pt x="1" y="35"/>
                  </a:lnTo>
                  <a:cubicBezTo>
                    <a:pt x="4" y="25"/>
                    <a:pt x="4"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7" name="Google Shape;6867;p129"/>
            <p:cNvSpPr/>
            <p:nvPr/>
          </p:nvSpPr>
          <p:spPr>
            <a:xfrm>
              <a:off x="1525487" y="2065520"/>
              <a:ext cx="54" cy="638"/>
            </a:xfrm>
            <a:custGeom>
              <a:rect b="b" l="l" r="r" t="t"/>
              <a:pathLst>
                <a:path extrusionOk="0" h="47" w="4">
                  <a:moveTo>
                    <a:pt x="0" y="1"/>
                  </a:moveTo>
                  <a:lnTo>
                    <a:pt x="0" y="46"/>
                  </a:lnTo>
                  <a:cubicBezTo>
                    <a:pt x="0" y="29"/>
                    <a:pt x="4"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8" name="Google Shape;6868;p129"/>
            <p:cNvSpPr/>
            <p:nvPr/>
          </p:nvSpPr>
          <p:spPr>
            <a:xfrm>
              <a:off x="1539459" y="2029676"/>
              <a:ext cx="339" cy="109"/>
            </a:xfrm>
            <a:custGeom>
              <a:rect b="b" l="l" r="r" t="t"/>
              <a:pathLst>
                <a:path extrusionOk="0" h="8" w="25">
                  <a:moveTo>
                    <a:pt x="0" y="8"/>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9" name="Google Shape;6869;p129"/>
            <p:cNvSpPr/>
            <p:nvPr/>
          </p:nvSpPr>
          <p:spPr>
            <a:xfrm>
              <a:off x="1525202" y="2068521"/>
              <a:ext cx="109" cy="434"/>
            </a:xfrm>
            <a:custGeom>
              <a:rect b="b" l="l" r="r" t="t"/>
              <a:pathLst>
                <a:path extrusionOk="0" h="32" w="8">
                  <a:moveTo>
                    <a:pt x="7" y="0"/>
                  </a:moveTo>
                  <a:cubicBezTo>
                    <a:pt x="4" y="11"/>
                    <a:pt x="0" y="21"/>
                    <a:pt x="0" y="32"/>
                  </a:cubicBezTo>
                  <a:cubicBezTo>
                    <a:pt x="4" y="21"/>
                    <a:pt x="4" y="11"/>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0" name="Google Shape;6870;p129"/>
            <p:cNvSpPr/>
            <p:nvPr/>
          </p:nvSpPr>
          <p:spPr>
            <a:xfrm>
              <a:off x="1524157" y="2073178"/>
              <a:ext cx="95" cy="394"/>
            </a:xfrm>
            <a:custGeom>
              <a:rect b="b" l="l" r="r" t="t"/>
              <a:pathLst>
                <a:path extrusionOk="0" h="29" w="7">
                  <a:moveTo>
                    <a:pt x="7" y="0"/>
                  </a:moveTo>
                  <a:cubicBezTo>
                    <a:pt x="4" y="11"/>
                    <a:pt x="4" y="18"/>
                    <a:pt x="0" y="28"/>
                  </a:cubicBezTo>
                  <a:cubicBezTo>
                    <a:pt x="4" y="18"/>
                    <a:pt x="7" y="11"/>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1" name="Google Shape;6871;p129"/>
            <p:cNvSpPr/>
            <p:nvPr/>
          </p:nvSpPr>
          <p:spPr>
            <a:xfrm>
              <a:off x="1525338" y="2067855"/>
              <a:ext cx="68" cy="434"/>
            </a:xfrm>
            <a:custGeom>
              <a:rect b="b" l="l" r="r" t="t"/>
              <a:pathLst>
                <a:path extrusionOk="0" h="32" w="5">
                  <a:moveTo>
                    <a:pt x="4" y="0"/>
                  </a:moveTo>
                  <a:cubicBezTo>
                    <a:pt x="1" y="7"/>
                    <a:pt x="1" y="18"/>
                    <a:pt x="1" y="32"/>
                  </a:cubicBezTo>
                  <a:cubicBezTo>
                    <a:pt x="1" y="21"/>
                    <a:pt x="1" y="11"/>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2" name="Google Shape;6872;p129"/>
            <p:cNvSpPr/>
            <p:nvPr/>
          </p:nvSpPr>
          <p:spPr>
            <a:xfrm>
              <a:off x="1524483" y="2071983"/>
              <a:ext cx="163" cy="448"/>
            </a:xfrm>
            <a:custGeom>
              <a:rect b="b" l="l" r="r" t="t"/>
              <a:pathLst>
                <a:path extrusionOk="0" h="33" w="12">
                  <a:moveTo>
                    <a:pt x="11" y="1"/>
                  </a:moveTo>
                  <a:lnTo>
                    <a:pt x="1" y="32"/>
                  </a:lnTo>
                  <a:cubicBezTo>
                    <a:pt x="4" y="25"/>
                    <a:pt x="8" y="15"/>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3" name="Google Shape;6873;p129"/>
            <p:cNvSpPr/>
            <p:nvPr/>
          </p:nvSpPr>
          <p:spPr>
            <a:xfrm>
              <a:off x="1523953" y="2073653"/>
              <a:ext cx="163" cy="339"/>
            </a:xfrm>
            <a:custGeom>
              <a:rect b="b" l="l" r="r" t="t"/>
              <a:pathLst>
                <a:path extrusionOk="0" h="25" w="12">
                  <a:moveTo>
                    <a:pt x="1" y="25"/>
                  </a:moveTo>
                  <a:cubicBezTo>
                    <a:pt x="4" y="18"/>
                    <a:pt x="8" y="11"/>
                    <a:pt x="12" y="0"/>
                  </a:cubicBezTo>
                  <a:cubicBezTo>
                    <a:pt x="8" y="11"/>
                    <a:pt x="4" y="18"/>
                    <a:pt x="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4" name="Google Shape;6874;p129"/>
            <p:cNvSpPr/>
            <p:nvPr/>
          </p:nvSpPr>
          <p:spPr>
            <a:xfrm>
              <a:off x="1523532" y="2074603"/>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5" name="Google Shape;6875;p129"/>
            <p:cNvSpPr/>
            <p:nvPr/>
          </p:nvSpPr>
          <p:spPr>
            <a:xfrm>
              <a:off x="1523573" y="2074413"/>
              <a:ext cx="163" cy="149"/>
            </a:xfrm>
            <a:custGeom>
              <a:rect b="b" l="l" r="r" t="t"/>
              <a:pathLst>
                <a:path extrusionOk="0" h="11" w="12">
                  <a:moveTo>
                    <a:pt x="1" y="11"/>
                  </a:moveTo>
                  <a:cubicBezTo>
                    <a:pt x="4" y="7"/>
                    <a:pt x="8" y="4"/>
                    <a:pt x="11" y="0"/>
                  </a:cubicBezTo>
                  <a:cubicBezTo>
                    <a:pt x="8" y="4"/>
                    <a:pt x="4" y="7"/>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6" name="Google Shape;6876;p129"/>
            <p:cNvSpPr/>
            <p:nvPr/>
          </p:nvSpPr>
          <p:spPr>
            <a:xfrm>
              <a:off x="1523763" y="2074074"/>
              <a:ext cx="163" cy="258"/>
            </a:xfrm>
            <a:custGeom>
              <a:rect b="b" l="l" r="r" t="t"/>
              <a:pathLst>
                <a:path extrusionOk="0" h="19" w="12">
                  <a:moveTo>
                    <a:pt x="1" y="18"/>
                  </a:moveTo>
                  <a:cubicBezTo>
                    <a:pt x="4" y="15"/>
                    <a:pt x="8" y="8"/>
                    <a:pt x="11" y="1"/>
                  </a:cubicBezTo>
                  <a:cubicBezTo>
                    <a:pt x="8" y="8"/>
                    <a:pt x="4" y="15"/>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7" name="Google Shape;6877;p129"/>
            <p:cNvSpPr/>
            <p:nvPr/>
          </p:nvSpPr>
          <p:spPr>
            <a:xfrm>
              <a:off x="1524347" y="2072608"/>
              <a:ext cx="95" cy="434"/>
            </a:xfrm>
            <a:custGeom>
              <a:rect b="b" l="l" r="r" t="t"/>
              <a:pathLst>
                <a:path extrusionOk="0" h="32" w="7">
                  <a:moveTo>
                    <a:pt x="0" y="32"/>
                  </a:moveTo>
                  <a:cubicBezTo>
                    <a:pt x="0" y="21"/>
                    <a:pt x="4" y="11"/>
                    <a:pt x="7" y="0"/>
                  </a:cubicBezTo>
                  <a:cubicBezTo>
                    <a:pt x="4" y="11"/>
                    <a:pt x="0" y="21"/>
                    <a:pt x="0"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8" name="Google Shape;6878;p129"/>
            <p:cNvSpPr/>
            <p:nvPr/>
          </p:nvSpPr>
          <p:spPr>
            <a:xfrm>
              <a:off x="1525107" y="2069281"/>
              <a:ext cx="54" cy="434"/>
            </a:xfrm>
            <a:custGeom>
              <a:rect b="b" l="l" r="r" t="t"/>
              <a:pathLst>
                <a:path extrusionOk="0" h="32" w="4">
                  <a:moveTo>
                    <a:pt x="0" y="32"/>
                  </a:moveTo>
                  <a:cubicBezTo>
                    <a:pt x="0" y="21"/>
                    <a:pt x="4" y="11"/>
                    <a:pt x="4" y="0"/>
                  </a:cubicBezTo>
                  <a:cubicBezTo>
                    <a:pt x="4" y="11"/>
                    <a:pt x="0" y="21"/>
                    <a:pt x="0"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9" name="Google Shape;6879;p129"/>
            <p:cNvSpPr/>
            <p:nvPr/>
          </p:nvSpPr>
          <p:spPr>
            <a:xfrm>
              <a:off x="1524822" y="2070707"/>
              <a:ext cx="95" cy="434"/>
            </a:xfrm>
            <a:custGeom>
              <a:rect b="b" l="l" r="r" t="t"/>
              <a:pathLst>
                <a:path extrusionOk="0" h="32" w="7">
                  <a:moveTo>
                    <a:pt x="7" y="0"/>
                  </a:moveTo>
                  <a:cubicBezTo>
                    <a:pt x="4" y="11"/>
                    <a:pt x="0" y="21"/>
                    <a:pt x="0" y="32"/>
                  </a:cubicBezTo>
                  <a:cubicBezTo>
                    <a:pt x="4" y="21"/>
                    <a:pt x="4" y="11"/>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0" name="Google Shape;6880;p129"/>
            <p:cNvSpPr/>
            <p:nvPr/>
          </p:nvSpPr>
          <p:spPr>
            <a:xfrm>
              <a:off x="1524958" y="2069987"/>
              <a:ext cx="109" cy="448"/>
            </a:xfrm>
            <a:custGeom>
              <a:rect b="b" l="l" r="r" t="t"/>
              <a:pathLst>
                <a:path extrusionOk="0" h="33" w="8">
                  <a:moveTo>
                    <a:pt x="8" y="1"/>
                  </a:moveTo>
                  <a:lnTo>
                    <a:pt x="8" y="1"/>
                  </a:lnTo>
                  <a:cubicBezTo>
                    <a:pt x="4" y="11"/>
                    <a:pt x="1" y="22"/>
                    <a:pt x="1" y="32"/>
                  </a:cubicBezTo>
                  <a:cubicBezTo>
                    <a:pt x="4" y="22"/>
                    <a:pt x="4" y="11"/>
                    <a:pt x="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1" name="Google Shape;6881;p129"/>
            <p:cNvSpPr/>
            <p:nvPr/>
          </p:nvSpPr>
          <p:spPr>
            <a:xfrm>
              <a:off x="1524673" y="2071372"/>
              <a:ext cx="109" cy="489"/>
            </a:xfrm>
            <a:custGeom>
              <a:rect b="b" l="l" r="r" t="t"/>
              <a:pathLst>
                <a:path extrusionOk="0" h="36" w="8">
                  <a:moveTo>
                    <a:pt x="8" y="0"/>
                  </a:moveTo>
                  <a:cubicBezTo>
                    <a:pt x="4" y="11"/>
                    <a:pt x="1" y="21"/>
                    <a:pt x="1" y="35"/>
                  </a:cubicBezTo>
                  <a:cubicBezTo>
                    <a:pt x="1" y="25"/>
                    <a:pt x="4" y="14"/>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2" name="Google Shape;6882;p129"/>
            <p:cNvSpPr/>
            <p:nvPr/>
          </p:nvSpPr>
          <p:spPr>
            <a:xfrm>
              <a:off x="1467063" y="1987667"/>
              <a:ext cx="204" cy="204"/>
            </a:xfrm>
            <a:custGeom>
              <a:rect b="b" l="l" r="r" t="t"/>
              <a:pathLst>
                <a:path extrusionOk="0" h="15" w="15">
                  <a:moveTo>
                    <a:pt x="0" y="1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3" name="Google Shape;6883;p129"/>
            <p:cNvSpPr/>
            <p:nvPr/>
          </p:nvSpPr>
          <p:spPr>
            <a:xfrm>
              <a:off x="1467783" y="1986906"/>
              <a:ext cx="244" cy="299"/>
            </a:xfrm>
            <a:custGeom>
              <a:rect b="b" l="l" r="r" t="t"/>
              <a:pathLst>
                <a:path extrusionOk="0" h="22" w="18">
                  <a:moveTo>
                    <a:pt x="0" y="21"/>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4" name="Google Shape;6884;p129"/>
            <p:cNvSpPr/>
            <p:nvPr/>
          </p:nvSpPr>
          <p:spPr>
            <a:xfrm>
              <a:off x="1466724" y="1987993"/>
              <a:ext cx="204" cy="204"/>
            </a:xfrm>
            <a:custGeom>
              <a:rect b="b" l="l" r="r" t="t"/>
              <a:pathLst>
                <a:path extrusionOk="0" h="15" w="15">
                  <a:moveTo>
                    <a:pt x="1" y="15"/>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5" name="Google Shape;6885;p129"/>
            <p:cNvSpPr/>
            <p:nvPr/>
          </p:nvSpPr>
          <p:spPr>
            <a:xfrm>
              <a:off x="1467389" y="1987287"/>
              <a:ext cx="258" cy="244"/>
            </a:xfrm>
            <a:custGeom>
              <a:rect b="b" l="l" r="r" t="t"/>
              <a:pathLst>
                <a:path extrusionOk="0" h="18" w="19">
                  <a:moveTo>
                    <a:pt x="1" y="18"/>
                  </a:moveTo>
                  <a:lnTo>
                    <a:pt x="1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6" name="Google Shape;6886;p129"/>
            <p:cNvSpPr/>
            <p:nvPr/>
          </p:nvSpPr>
          <p:spPr>
            <a:xfrm>
              <a:off x="1468163" y="1986662"/>
              <a:ext cx="149" cy="163"/>
            </a:xfrm>
            <a:custGeom>
              <a:rect b="b" l="l" r="r" t="t"/>
              <a:pathLst>
                <a:path extrusionOk="0" h="12" w="11">
                  <a:moveTo>
                    <a:pt x="0" y="1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7" name="Google Shape;6887;p129"/>
            <p:cNvSpPr/>
            <p:nvPr/>
          </p:nvSpPr>
          <p:spPr>
            <a:xfrm>
              <a:off x="1469344" y="1985481"/>
              <a:ext cx="353" cy="299"/>
            </a:xfrm>
            <a:custGeom>
              <a:rect b="b" l="l" r="r" t="t"/>
              <a:pathLst>
                <a:path extrusionOk="0" h="22" w="26">
                  <a:moveTo>
                    <a:pt x="25" y="0"/>
                  </a:moveTo>
                  <a:cubicBezTo>
                    <a:pt x="15" y="7"/>
                    <a:pt x="8" y="14"/>
                    <a:pt x="1" y="21"/>
                  </a:cubicBezTo>
                  <a:cubicBezTo>
                    <a:pt x="8" y="14"/>
                    <a:pt x="18" y="7"/>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8" name="Google Shape;6888;p129"/>
            <p:cNvSpPr/>
            <p:nvPr/>
          </p:nvSpPr>
          <p:spPr>
            <a:xfrm>
              <a:off x="1465828" y="1988997"/>
              <a:ext cx="109" cy="109"/>
            </a:xfrm>
            <a:custGeom>
              <a:rect b="b" l="l" r="r" t="t"/>
              <a:pathLst>
                <a:path extrusionOk="0" h="8" w="8">
                  <a:moveTo>
                    <a:pt x="0" y="7"/>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9" name="Google Shape;6889;p129"/>
            <p:cNvSpPr/>
            <p:nvPr/>
          </p:nvSpPr>
          <p:spPr>
            <a:xfrm>
              <a:off x="1466059" y="1988658"/>
              <a:ext cx="204" cy="204"/>
            </a:xfrm>
            <a:custGeom>
              <a:rect b="b" l="l" r="r" t="t"/>
              <a:pathLst>
                <a:path extrusionOk="0" h="15" w="15">
                  <a:moveTo>
                    <a:pt x="1" y="15"/>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0" name="Google Shape;6890;p129"/>
            <p:cNvSpPr/>
            <p:nvPr/>
          </p:nvSpPr>
          <p:spPr>
            <a:xfrm>
              <a:off x="1466398" y="1988332"/>
              <a:ext cx="204" cy="204"/>
            </a:xfrm>
            <a:custGeom>
              <a:rect b="b" l="l" r="r" t="t"/>
              <a:pathLst>
                <a:path extrusionOk="0" h="15" w="15">
                  <a:moveTo>
                    <a:pt x="0" y="1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1" name="Google Shape;6891;p129"/>
            <p:cNvSpPr/>
            <p:nvPr/>
          </p:nvSpPr>
          <p:spPr>
            <a:xfrm>
              <a:off x="1470010" y="1984476"/>
              <a:ext cx="258" cy="489"/>
            </a:xfrm>
            <a:custGeom>
              <a:rect b="b" l="l" r="r" t="t"/>
              <a:pathLst>
                <a:path extrusionOk="0" h="36" w="19">
                  <a:moveTo>
                    <a:pt x="1" y="36"/>
                  </a:moveTo>
                  <a:cubicBezTo>
                    <a:pt x="8" y="25"/>
                    <a:pt x="11" y="15"/>
                    <a:pt x="18" y="1"/>
                  </a:cubicBezTo>
                  <a:cubicBezTo>
                    <a:pt x="11" y="15"/>
                    <a:pt x="8" y="25"/>
                    <a:pt x="1" y="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2" name="Google Shape;6892;p129"/>
            <p:cNvSpPr/>
            <p:nvPr/>
          </p:nvSpPr>
          <p:spPr>
            <a:xfrm>
              <a:off x="1468448" y="1986377"/>
              <a:ext cx="149" cy="163"/>
            </a:xfrm>
            <a:custGeom>
              <a:rect b="b" l="l" r="r" t="t"/>
              <a:pathLst>
                <a:path extrusionOk="0" h="12" w="11">
                  <a:moveTo>
                    <a:pt x="0" y="1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3" name="Google Shape;6893;p129"/>
            <p:cNvSpPr/>
            <p:nvPr/>
          </p:nvSpPr>
          <p:spPr>
            <a:xfrm>
              <a:off x="1469154" y="1985766"/>
              <a:ext cx="204" cy="149"/>
            </a:xfrm>
            <a:custGeom>
              <a:rect b="b" l="l" r="r" t="t"/>
              <a:pathLst>
                <a:path extrusionOk="0" h="11" w="15">
                  <a:moveTo>
                    <a:pt x="1" y="11"/>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4" name="Google Shape;6894;p129"/>
            <p:cNvSpPr/>
            <p:nvPr/>
          </p:nvSpPr>
          <p:spPr>
            <a:xfrm>
              <a:off x="1470295" y="1983811"/>
              <a:ext cx="204" cy="584"/>
            </a:xfrm>
            <a:custGeom>
              <a:rect b="b" l="l" r="r" t="t"/>
              <a:pathLst>
                <a:path extrusionOk="0" h="43" w="15">
                  <a:moveTo>
                    <a:pt x="1" y="43"/>
                  </a:moveTo>
                  <a:cubicBezTo>
                    <a:pt x="4" y="29"/>
                    <a:pt x="11" y="15"/>
                    <a:pt x="15" y="1"/>
                  </a:cubicBezTo>
                  <a:cubicBezTo>
                    <a:pt x="11" y="15"/>
                    <a:pt x="4" y="29"/>
                    <a:pt x="1"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5" name="Google Shape;6895;p129"/>
            <p:cNvSpPr/>
            <p:nvPr/>
          </p:nvSpPr>
          <p:spPr>
            <a:xfrm>
              <a:off x="1469725" y="1985006"/>
              <a:ext cx="299" cy="394"/>
            </a:xfrm>
            <a:custGeom>
              <a:rect b="b" l="l" r="r" t="t"/>
              <a:pathLst>
                <a:path extrusionOk="0" h="29" w="22">
                  <a:moveTo>
                    <a:pt x="1" y="28"/>
                  </a:moveTo>
                  <a:cubicBezTo>
                    <a:pt x="8" y="18"/>
                    <a:pt x="15" y="11"/>
                    <a:pt x="22" y="0"/>
                  </a:cubicBezTo>
                  <a:cubicBezTo>
                    <a:pt x="15" y="11"/>
                    <a:pt x="8" y="18"/>
                    <a:pt x="1"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6" name="Google Shape;6896;p129"/>
            <p:cNvSpPr/>
            <p:nvPr/>
          </p:nvSpPr>
          <p:spPr>
            <a:xfrm>
              <a:off x="1468679" y="1986146"/>
              <a:ext cx="163" cy="149"/>
            </a:xfrm>
            <a:custGeom>
              <a:rect b="b" l="l" r="r" t="t"/>
              <a:pathLst>
                <a:path extrusionOk="0" h="11" w="12">
                  <a:moveTo>
                    <a:pt x="1" y="11"/>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7" name="Google Shape;6897;p129"/>
            <p:cNvSpPr/>
            <p:nvPr/>
          </p:nvSpPr>
          <p:spPr>
            <a:xfrm>
              <a:off x="1468964" y="1985956"/>
              <a:ext cx="163" cy="149"/>
            </a:xfrm>
            <a:custGeom>
              <a:rect b="b" l="l" r="r" t="t"/>
              <a:pathLst>
                <a:path extrusionOk="0" h="11" w="12">
                  <a:moveTo>
                    <a:pt x="1" y="11"/>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8" name="Google Shape;6898;p129"/>
            <p:cNvSpPr/>
            <p:nvPr/>
          </p:nvSpPr>
          <p:spPr>
            <a:xfrm>
              <a:off x="1527008" y="2118853"/>
              <a:ext cx="88322" cy="99360"/>
            </a:xfrm>
            <a:custGeom>
              <a:rect b="b" l="l" r="r" t="t"/>
              <a:pathLst>
                <a:path extrusionOk="0" h="7318" w="6505">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9" name="Google Shape;6899;p129"/>
            <p:cNvSpPr/>
            <p:nvPr/>
          </p:nvSpPr>
          <p:spPr>
            <a:xfrm>
              <a:off x="1596443" y="2164147"/>
              <a:ext cx="8812" cy="4820"/>
            </a:xfrm>
            <a:custGeom>
              <a:rect b="b" l="l" r="r" t="t"/>
              <a:pathLst>
                <a:path extrusionOk="0" h="355" w="649">
                  <a:moveTo>
                    <a:pt x="648" y="337"/>
                  </a:moveTo>
                  <a:cubicBezTo>
                    <a:pt x="134" y="354"/>
                    <a:pt x="11" y="165"/>
                    <a:pt x="1" y="1"/>
                  </a:cubicBezTo>
                  <a:cubicBezTo>
                    <a:pt x="11" y="165"/>
                    <a:pt x="134" y="354"/>
                    <a:pt x="648" y="33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0" name="Google Shape;6900;p129"/>
            <p:cNvSpPr/>
            <p:nvPr/>
          </p:nvSpPr>
          <p:spPr>
            <a:xfrm>
              <a:off x="1614230" y="2188587"/>
              <a:ext cx="54" cy="625"/>
            </a:xfrm>
            <a:custGeom>
              <a:rect b="b" l="l" r="r" t="t"/>
              <a:pathLst>
                <a:path extrusionOk="0" h="46" w="4">
                  <a:moveTo>
                    <a:pt x="0" y="0"/>
                  </a:moveTo>
                  <a:cubicBezTo>
                    <a:pt x="4" y="14"/>
                    <a:pt x="4" y="32"/>
                    <a:pt x="4" y="46"/>
                  </a:cubicBezTo>
                  <a:cubicBezTo>
                    <a:pt x="4" y="32"/>
                    <a:pt x="4" y="1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1" name="Google Shape;6901;p129"/>
            <p:cNvSpPr/>
            <p:nvPr/>
          </p:nvSpPr>
          <p:spPr>
            <a:xfrm>
              <a:off x="1584047" y="2146754"/>
              <a:ext cx="4616" cy="923"/>
            </a:xfrm>
            <a:custGeom>
              <a:rect b="b" l="l" r="r" t="t"/>
              <a:pathLst>
                <a:path extrusionOk="0" h="68" w="340">
                  <a:moveTo>
                    <a:pt x="340" y="60"/>
                  </a:moveTo>
                  <a:cubicBezTo>
                    <a:pt x="200" y="64"/>
                    <a:pt x="67" y="67"/>
                    <a:pt x="0" y="1"/>
                  </a:cubicBezTo>
                  <a:cubicBezTo>
                    <a:pt x="67" y="67"/>
                    <a:pt x="200" y="64"/>
                    <a:pt x="340" y="6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2" name="Google Shape;6902;p129"/>
            <p:cNvSpPr/>
            <p:nvPr/>
          </p:nvSpPr>
          <p:spPr>
            <a:xfrm>
              <a:off x="1612370" y="2190433"/>
              <a:ext cx="1724" cy="2349"/>
            </a:xfrm>
            <a:custGeom>
              <a:rect b="b" l="l" r="r" t="t"/>
              <a:pathLst>
                <a:path extrusionOk="0" h="173" w="127">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3" name="Google Shape;6903;p129"/>
            <p:cNvSpPr/>
            <p:nvPr/>
          </p:nvSpPr>
          <p:spPr>
            <a:xfrm>
              <a:off x="1614040" y="2189917"/>
              <a:ext cx="149" cy="530"/>
            </a:xfrm>
            <a:custGeom>
              <a:rect b="b" l="l" r="r" t="t"/>
              <a:pathLst>
                <a:path extrusionOk="0" h="39" w="11">
                  <a:moveTo>
                    <a:pt x="11" y="0"/>
                  </a:moveTo>
                  <a:cubicBezTo>
                    <a:pt x="7" y="11"/>
                    <a:pt x="4" y="25"/>
                    <a:pt x="0" y="39"/>
                  </a:cubicBezTo>
                  <a:cubicBezTo>
                    <a:pt x="4" y="25"/>
                    <a:pt x="7" y="11"/>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4" name="Google Shape;6904;p129"/>
            <p:cNvSpPr/>
            <p:nvPr/>
          </p:nvSpPr>
          <p:spPr>
            <a:xfrm>
              <a:off x="1529140" y="2128031"/>
              <a:ext cx="163" cy="54"/>
            </a:xfrm>
            <a:custGeom>
              <a:rect b="b" l="l" r="r" t="t"/>
              <a:pathLst>
                <a:path extrusionOk="0" h="4" w="12">
                  <a:moveTo>
                    <a:pt x="11" y="4"/>
                  </a:moveTo>
                  <a:lnTo>
                    <a:pt x="1" y="0"/>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5" name="Google Shape;6905;p129"/>
            <p:cNvSpPr/>
            <p:nvPr/>
          </p:nvSpPr>
          <p:spPr>
            <a:xfrm>
              <a:off x="1614230" y="2189293"/>
              <a:ext cx="54" cy="489"/>
            </a:xfrm>
            <a:custGeom>
              <a:rect b="b" l="l" r="r" t="t"/>
              <a:pathLst>
                <a:path extrusionOk="0" h="36" w="4">
                  <a:moveTo>
                    <a:pt x="4" y="1"/>
                  </a:moveTo>
                  <a:cubicBezTo>
                    <a:pt x="4" y="15"/>
                    <a:pt x="0" y="25"/>
                    <a:pt x="0" y="36"/>
                  </a:cubicBezTo>
                  <a:cubicBezTo>
                    <a:pt x="0" y="25"/>
                    <a:pt x="4" y="15"/>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6" name="Google Shape;6906;p129"/>
            <p:cNvSpPr/>
            <p:nvPr/>
          </p:nvSpPr>
          <p:spPr>
            <a:xfrm>
              <a:off x="1529425" y="2128126"/>
              <a:ext cx="394" cy="149"/>
            </a:xfrm>
            <a:custGeom>
              <a:rect b="b" l="l" r="r" t="t"/>
              <a:pathLst>
                <a:path extrusionOk="0" h="11" w="29">
                  <a:moveTo>
                    <a:pt x="1" y="0"/>
                  </a:moveTo>
                  <a:lnTo>
                    <a:pt x="29"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7" name="Google Shape;6907;p129"/>
            <p:cNvSpPr/>
            <p:nvPr/>
          </p:nvSpPr>
          <p:spPr>
            <a:xfrm>
              <a:off x="1575290" y="214080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8" name="Google Shape;6908;p129"/>
            <p:cNvSpPr/>
            <p:nvPr/>
          </p:nvSpPr>
          <p:spPr>
            <a:xfrm>
              <a:off x="1615085" y="2180983"/>
              <a:ext cx="299" cy="2009"/>
            </a:xfrm>
            <a:custGeom>
              <a:rect b="b" l="l" r="r" t="t"/>
              <a:pathLst>
                <a:path extrusionOk="0" h="148" w="22">
                  <a:moveTo>
                    <a:pt x="21" y="0"/>
                  </a:moveTo>
                  <a:cubicBezTo>
                    <a:pt x="18" y="49"/>
                    <a:pt x="11" y="98"/>
                    <a:pt x="0" y="147"/>
                  </a:cubicBezTo>
                  <a:cubicBezTo>
                    <a:pt x="11" y="98"/>
                    <a:pt x="18" y="49"/>
                    <a:pt x="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9" name="Google Shape;6909;p129"/>
            <p:cNvSpPr/>
            <p:nvPr/>
          </p:nvSpPr>
          <p:spPr>
            <a:xfrm>
              <a:off x="1595493" y="2161391"/>
              <a:ext cx="964" cy="2770"/>
            </a:xfrm>
            <a:custGeom>
              <a:rect b="b" l="l" r="r" t="t"/>
              <a:pathLst>
                <a:path extrusionOk="0" h="204" w="71">
                  <a:moveTo>
                    <a:pt x="1" y="1"/>
                  </a:moveTo>
                  <a:cubicBezTo>
                    <a:pt x="36" y="64"/>
                    <a:pt x="60" y="134"/>
                    <a:pt x="71" y="204"/>
                  </a:cubicBezTo>
                  <a:cubicBezTo>
                    <a:pt x="60" y="134"/>
                    <a:pt x="36" y="6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0" name="Google Shape;6910;p129"/>
            <p:cNvSpPr/>
            <p:nvPr/>
          </p:nvSpPr>
          <p:spPr>
            <a:xfrm>
              <a:off x="1543736" y="2212822"/>
              <a:ext cx="4711" cy="3775"/>
            </a:xfrm>
            <a:custGeom>
              <a:rect b="b" l="l" r="r" t="t"/>
              <a:pathLst>
                <a:path extrusionOk="0" h="278" w="347">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1" name="Google Shape;6911;p129"/>
            <p:cNvSpPr/>
            <p:nvPr/>
          </p:nvSpPr>
          <p:spPr>
            <a:xfrm>
              <a:off x="1568542" y="2210324"/>
              <a:ext cx="8092" cy="855"/>
            </a:xfrm>
            <a:custGeom>
              <a:rect b="b" l="l" r="r" t="t"/>
              <a:pathLst>
                <a:path extrusionOk="0" h="63" w="596">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2" name="Google Shape;6912;p129"/>
            <p:cNvSpPr/>
            <p:nvPr/>
          </p:nvSpPr>
          <p:spPr>
            <a:xfrm>
              <a:off x="1530375" y="2180128"/>
              <a:ext cx="163" cy="244"/>
            </a:xfrm>
            <a:custGeom>
              <a:rect b="b" l="l" r="r" t="t"/>
              <a:pathLst>
                <a:path extrusionOk="0" h="18" w="12">
                  <a:moveTo>
                    <a:pt x="11" y="18"/>
                  </a:moveTo>
                  <a:cubicBezTo>
                    <a:pt x="8" y="11"/>
                    <a:pt x="4" y="7"/>
                    <a:pt x="1" y="0"/>
                  </a:cubicBezTo>
                  <a:cubicBezTo>
                    <a:pt x="4" y="7"/>
                    <a:pt x="8" y="11"/>
                    <a:pt x="1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3" name="Google Shape;6913;p129"/>
            <p:cNvSpPr/>
            <p:nvPr/>
          </p:nvSpPr>
          <p:spPr>
            <a:xfrm>
              <a:off x="1527049" y="2176177"/>
              <a:ext cx="2675" cy="3340"/>
            </a:xfrm>
            <a:custGeom>
              <a:rect b="b" l="l" r="r" t="t"/>
              <a:pathLst>
                <a:path extrusionOk="0" h="246" w="197">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4" name="Google Shape;6914;p129"/>
            <p:cNvSpPr/>
            <p:nvPr/>
          </p:nvSpPr>
          <p:spPr>
            <a:xfrm>
              <a:off x="1540314" y="2216583"/>
              <a:ext cx="3435" cy="1629"/>
            </a:xfrm>
            <a:custGeom>
              <a:rect b="b" l="l" r="r" t="t"/>
              <a:pathLst>
                <a:path extrusionOk="0" h="120" w="253">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5" name="Google Shape;6915;p129"/>
            <p:cNvSpPr/>
            <p:nvPr/>
          </p:nvSpPr>
          <p:spPr>
            <a:xfrm>
              <a:off x="1530565" y="2180413"/>
              <a:ext cx="353" cy="489"/>
            </a:xfrm>
            <a:custGeom>
              <a:rect b="b" l="l" r="r" t="t"/>
              <a:pathLst>
                <a:path extrusionOk="0" h="36" w="26">
                  <a:moveTo>
                    <a:pt x="25" y="35"/>
                  </a:moveTo>
                  <a:cubicBezTo>
                    <a:pt x="18" y="25"/>
                    <a:pt x="11" y="11"/>
                    <a:pt x="1" y="0"/>
                  </a:cubicBezTo>
                  <a:cubicBezTo>
                    <a:pt x="11" y="11"/>
                    <a:pt x="18" y="25"/>
                    <a:pt x="25" y="3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6" name="Google Shape;6916;p129"/>
            <p:cNvSpPr/>
            <p:nvPr/>
          </p:nvSpPr>
          <p:spPr>
            <a:xfrm>
              <a:off x="1540260" y="2217819"/>
              <a:ext cx="14" cy="149"/>
            </a:xfrm>
            <a:custGeom>
              <a:rect b="b" l="l" r="r" t="t"/>
              <a:pathLst>
                <a:path extrusionOk="0" h="11" w="1">
                  <a:moveTo>
                    <a:pt x="1" y="11"/>
                  </a:moveTo>
                  <a:lnTo>
                    <a:pt x="1" y="0"/>
                  </a:lnTo>
                  <a:cubicBezTo>
                    <a:pt x="1" y="4"/>
                    <a:pt x="1" y="7"/>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7" name="Google Shape;6917;p129"/>
            <p:cNvSpPr/>
            <p:nvPr/>
          </p:nvSpPr>
          <p:spPr>
            <a:xfrm>
              <a:off x="1540124" y="2216149"/>
              <a:ext cx="109" cy="1018"/>
            </a:xfrm>
            <a:custGeom>
              <a:rect b="b" l="l" r="r" t="t"/>
              <a:pathLst>
                <a:path extrusionOk="0" h="75" w="8">
                  <a:moveTo>
                    <a:pt x="0" y="1"/>
                  </a:moveTo>
                  <a:cubicBezTo>
                    <a:pt x="4" y="25"/>
                    <a:pt x="4" y="50"/>
                    <a:pt x="7" y="74"/>
                  </a:cubicBezTo>
                  <a:cubicBezTo>
                    <a:pt x="7" y="50"/>
                    <a:pt x="4" y="2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8" name="Google Shape;6918;p129"/>
            <p:cNvSpPr/>
            <p:nvPr/>
          </p:nvSpPr>
          <p:spPr>
            <a:xfrm>
              <a:off x="1540219" y="2217289"/>
              <a:ext cx="54" cy="258"/>
            </a:xfrm>
            <a:custGeom>
              <a:rect b="b" l="l" r="r" t="t"/>
              <a:pathLst>
                <a:path extrusionOk="0" h="19" w="4">
                  <a:moveTo>
                    <a:pt x="4" y="1"/>
                  </a:moveTo>
                  <a:cubicBezTo>
                    <a:pt x="0" y="8"/>
                    <a:pt x="4" y="11"/>
                    <a:pt x="4" y="18"/>
                  </a:cubicBez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9" name="Google Shape;6919;p129"/>
            <p:cNvSpPr/>
            <p:nvPr/>
          </p:nvSpPr>
          <p:spPr>
            <a:xfrm>
              <a:off x="1533512" y="2195335"/>
              <a:ext cx="869" cy="2675"/>
            </a:xfrm>
            <a:custGeom>
              <a:rect b="b" l="l" r="r" t="t"/>
              <a:pathLst>
                <a:path extrusionOk="0" h="197" w="64">
                  <a:moveTo>
                    <a:pt x="60" y="0"/>
                  </a:moveTo>
                  <a:cubicBezTo>
                    <a:pt x="64" y="70"/>
                    <a:pt x="43" y="140"/>
                    <a:pt x="1" y="196"/>
                  </a:cubicBezTo>
                  <a:cubicBezTo>
                    <a:pt x="43" y="140"/>
                    <a:pt x="64" y="70"/>
                    <a:pt x="6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0" name="Google Shape;6920;p129"/>
            <p:cNvSpPr/>
            <p:nvPr/>
          </p:nvSpPr>
          <p:spPr>
            <a:xfrm>
              <a:off x="1530090" y="217988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1" name="Google Shape;6921;p129"/>
            <p:cNvSpPr/>
            <p:nvPr/>
          </p:nvSpPr>
          <p:spPr>
            <a:xfrm>
              <a:off x="1543355" y="2216108"/>
              <a:ext cx="1100" cy="720"/>
            </a:xfrm>
            <a:custGeom>
              <a:rect b="b" l="l" r="r" t="t"/>
              <a:pathLst>
                <a:path extrusionOk="0" h="53" w="81">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2" name="Google Shape;6922;p129"/>
            <p:cNvSpPr/>
            <p:nvPr/>
          </p:nvSpPr>
          <p:spPr>
            <a:xfrm>
              <a:off x="1579281" y="2208980"/>
              <a:ext cx="109" cy="299"/>
            </a:xfrm>
            <a:custGeom>
              <a:rect b="b" l="l" r="r" t="t"/>
              <a:pathLst>
                <a:path extrusionOk="0" h="22" w="8">
                  <a:moveTo>
                    <a:pt x="1" y="21"/>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3" name="Google Shape;6923;p129"/>
            <p:cNvSpPr/>
            <p:nvPr/>
          </p:nvSpPr>
          <p:spPr>
            <a:xfrm>
              <a:off x="1579376" y="2208641"/>
              <a:ext cx="109" cy="258"/>
            </a:xfrm>
            <a:custGeom>
              <a:rect b="b" l="l" r="r" t="t"/>
              <a:pathLst>
                <a:path extrusionOk="0" h="19" w="8">
                  <a:moveTo>
                    <a:pt x="1" y="1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4" name="Google Shape;6924;p129"/>
            <p:cNvSpPr/>
            <p:nvPr/>
          </p:nvSpPr>
          <p:spPr>
            <a:xfrm>
              <a:off x="1576620" y="2210786"/>
              <a:ext cx="2105" cy="122"/>
            </a:xfrm>
            <a:custGeom>
              <a:rect b="b" l="l" r="r" t="t"/>
              <a:pathLst>
                <a:path extrusionOk="0" h="9" w="155">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5" name="Google Shape;6925;p129"/>
            <p:cNvSpPr/>
            <p:nvPr/>
          </p:nvSpPr>
          <p:spPr>
            <a:xfrm>
              <a:off x="1595588" y="2189958"/>
              <a:ext cx="5621" cy="1018"/>
            </a:xfrm>
            <a:custGeom>
              <a:rect b="b" l="l" r="r" t="t"/>
              <a:pathLst>
                <a:path extrusionOk="0" h="75" w="414">
                  <a:moveTo>
                    <a:pt x="414" y="1"/>
                  </a:moveTo>
                  <a:cubicBezTo>
                    <a:pt x="263" y="1"/>
                    <a:pt x="116" y="15"/>
                    <a:pt x="1" y="74"/>
                  </a:cubicBezTo>
                  <a:cubicBezTo>
                    <a:pt x="116" y="15"/>
                    <a:pt x="263" y="4"/>
                    <a:pt x="41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6" name="Google Shape;6926;p129"/>
            <p:cNvSpPr/>
            <p:nvPr/>
          </p:nvSpPr>
          <p:spPr>
            <a:xfrm>
              <a:off x="1611609" y="2192768"/>
              <a:ext cx="774" cy="299"/>
            </a:xfrm>
            <a:custGeom>
              <a:rect b="b" l="l" r="r" t="t"/>
              <a:pathLst>
                <a:path extrusionOk="0" h="22" w="57">
                  <a:moveTo>
                    <a:pt x="57" y="0"/>
                  </a:moveTo>
                  <a:cubicBezTo>
                    <a:pt x="39" y="11"/>
                    <a:pt x="18" y="18"/>
                    <a:pt x="1" y="21"/>
                  </a:cubicBezTo>
                  <a:cubicBezTo>
                    <a:pt x="15" y="21"/>
                    <a:pt x="29" y="18"/>
                    <a:pt x="43" y="11"/>
                  </a:cubicBezTo>
                  <a:lnTo>
                    <a:pt x="5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7" name="Google Shape;6927;p129"/>
            <p:cNvSpPr/>
            <p:nvPr/>
          </p:nvSpPr>
          <p:spPr>
            <a:xfrm>
              <a:off x="1579526" y="2208260"/>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8" name="Google Shape;6928;p129"/>
            <p:cNvSpPr/>
            <p:nvPr/>
          </p:nvSpPr>
          <p:spPr>
            <a:xfrm>
              <a:off x="1612180" y="2192619"/>
              <a:ext cx="394" cy="258"/>
            </a:xfrm>
            <a:custGeom>
              <a:rect b="b" l="l" r="r" t="t"/>
              <a:pathLst>
                <a:path extrusionOk="0" h="19" w="29">
                  <a:moveTo>
                    <a:pt x="29" y="1"/>
                  </a:moveTo>
                  <a:lnTo>
                    <a:pt x="29" y="1"/>
                  </a:lnTo>
                  <a:cubicBezTo>
                    <a:pt x="18" y="8"/>
                    <a:pt x="8" y="15"/>
                    <a:pt x="1" y="18"/>
                  </a:cubicBezTo>
                  <a:lnTo>
                    <a:pt x="15" y="11"/>
                  </a:ln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9" name="Google Shape;6929;p129"/>
            <p:cNvSpPr/>
            <p:nvPr/>
          </p:nvSpPr>
          <p:spPr>
            <a:xfrm>
              <a:off x="1575385" y="2210636"/>
              <a:ext cx="1724" cy="204"/>
            </a:xfrm>
            <a:custGeom>
              <a:rect b="b" l="l" r="r" t="t"/>
              <a:pathLst>
                <a:path extrusionOk="0" h="15" w="127">
                  <a:moveTo>
                    <a:pt x="1" y="1"/>
                  </a:moveTo>
                  <a:lnTo>
                    <a:pt x="92" y="11"/>
                  </a:lnTo>
                  <a:lnTo>
                    <a:pt x="127" y="15"/>
                  </a:lnTo>
                  <a:lnTo>
                    <a:pt x="127" y="15"/>
                  </a:ln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0" name="Google Shape;6930;p129"/>
            <p:cNvSpPr/>
            <p:nvPr/>
          </p:nvSpPr>
          <p:spPr>
            <a:xfrm>
              <a:off x="1438877" y="2046607"/>
              <a:ext cx="93508" cy="136291"/>
            </a:xfrm>
            <a:custGeom>
              <a:rect b="b" l="l" r="r" t="t"/>
              <a:pathLst>
                <a:path extrusionOk="0" h="10038" w="6887">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1" name="Google Shape;6931;p129"/>
            <p:cNvSpPr/>
            <p:nvPr/>
          </p:nvSpPr>
          <p:spPr>
            <a:xfrm>
              <a:off x="1518685" y="2074223"/>
              <a:ext cx="244" cy="54"/>
            </a:xfrm>
            <a:custGeom>
              <a:rect b="b" l="l" r="r" t="t"/>
              <a:pathLst>
                <a:path extrusionOk="0" h="4" w="18">
                  <a:moveTo>
                    <a:pt x="0" y="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2" name="Google Shape;6932;p129"/>
            <p:cNvSpPr/>
            <p:nvPr/>
          </p:nvSpPr>
          <p:spPr>
            <a:xfrm>
              <a:off x="1517545" y="2074549"/>
              <a:ext cx="299" cy="163"/>
            </a:xfrm>
            <a:custGeom>
              <a:rect b="b" l="l" r="r" t="t"/>
              <a:pathLst>
                <a:path extrusionOk="0" h="12" w="22">
                  <a:moveTo>
                    <a:pt x="0" y="11"/>
                  </a:moveTo>
                  <a:lnTo>
                    <a:pt x="2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3" name="Google Shape;6933;p129"/>
            <p:cNvSpPr/>
            <p:nvPr/>
          </p:nvSpPr>
          <p:spPr>
            <a:xfrm>
              <a:off x="1518305" y="2074318"/>
              <a:ext cx="299" cy="54"/>
            </a:xfrm>
            <a:custGeom>
              <a:rect b="b" l="l" r="r" t="t"/>
              <a:pathLst>
                <a:path extrusionOk="0" h="4" w="22">
                  <a:moveTo>
                    <a:pt x="0" y="4"/>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4" name="Google Shape;6934;p129"/>
            <p:cNvSpPr/>
            <p:nvPr/>
          </p:nvSpPr>
          <p:spPr>
            <a:xfrm>
              <a:off x="1517110" y="2074794"/>
              <a:ext cx="299" cy="204"/>
            </a:xfrm>
            <a:custGeom>
              <a:rect b="b" l="l" r="r" t="t"/>
              <a:pathLst>
                <a:path extrusionOk="0" h="15" w="22">
                  <a:moveTo>
                    <a:pt x="1" y="14"/>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5" name="Google Shape;6935;p129"/>
            <p:cNvSpPr/>
            <p:nvPr/>
          </p:nvSpPr>
          <p:spPr>
            <a:xfrm>
              <a:off x="1516594" y="2075024"/>
              <a:ext cx="434" cy="353"/>
            </a:xfrm>
            <a:custGeom>
              <a:rect b="b" l="l" r="r" t="t"/>
              <a:pathLst>
                <a:path extrusionOk="0" h="26" w="32">
                  <a:moveTo>
                    <a:pt x="0" y="25"/>
                  </a:moveTo>
                  <a:cubicBezTo>
                    <a:pt x="11" y="15"/>
                    <a:pt x="21" y="8"/>
                    <a:pt x="32" y="1"/>
                  </a:cubicBezTo>
                  <a:cubicBezTo>
                    <a:pt x="21" y="8"/>
                    <a:pt x="11" y="15"/>
                    <a:pt x="0"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6" name="Google Shape;6936;p129"/>
            <p:cNvSpPr/>
            <p:nvPr/>
          </p:nvSpPr>
          <p:spPr>
            <a:xfrm>
              <a:off x="1519065" y="2074223"/>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7" name="Google Shape;6937;p129"/>
            <p:cNvSpPr/>
            <p:nvPr/>
          </p:nvSpPr>
          <p:spPr>
            <a:xfrm>
              <a:off x="1504184" y="2079356"/>
              <a:ext cx="2349" cy="964"/>
            </a:xfrm>
            <a:custGeom>
              <a:rect b="b" l="l" r="r" t="t"/>
              <a:pathLst>
                <a:path extrusionOk="0" h="71" w="173">
                  <a:moveTo>
                    <a:pt x="1" y="70"/>
                  </a:moveTo>
                  <a:cubicBezTo>
                    <a:pt x="60" y="49"/>
                    <a:pt x="120" y="28"/>
                    <a:pt x="172" y="0"/>
                  </a:cubicBezTo>
                  <a:cubicBezTo>
                    <a:pt x="120" y="28"/>
                    <a:pt x="60" y="49"/>
                    <a:pt x="1" y="7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8" name="Google Shape;6938;p129"/>
            <p:cNvSpPr/>
            <p:nvPr/>
          </p:nvSpPr>
          <p:spPr>
            <a:xfrm>
              <a:off x="1517925" y="2074413"/>
              <a:ext cx="299" cy="109"/>
            </a:xfrm>
            <a:custGeom>
              <a:rect b="b" l="l" r="r" t="t"/>
              <a:pathLst>
                <a:path extrusionOk="0" h="8" w="22">
                  <a:moveTo>
                    <a:pt x="0" y="7"/>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9" name="Google Shape;6939;p129"/>
            <p:cNvSpPr/>
            <p:nvPr/>
          </p:nvSpPr>
          <p:spPr>
            <a:xfrm>
              <a:off x="1522052" y="2182355"/>
              <a:ext cx="109" cy="68"/>
            </a:xfrm>
            <a:custGeom>
              <a:rect b="b" l="l" r="r" t="t"/>
              <a:pathLst>
                <a:path extrusionOk="0" h="5" w="8">
                  <a:moveTo>
                    <a:pt x="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0" name="Google Shape;6940;p129"/>
            <p:cNvSpPr/>
            <p:nvPr/>
          </p:nvSpPr>
          <p:spPr>
            <a:xfrm>
              <a:off x="1518305" y="2072988"/>
              <a:ext cx="394" cy="394"/>
            </a:xfrm>
            <a:custGeom>
              <a:rect b="b" l="l" r="r" t="t"/>
              <a:pathLst>
                <a:path extrusionOk="0" h="29" w="29">
                  <a:moveTo>
                    <a:pt x="28" y="28"/>
                  </a:moveTo>
                  <a:cubicBezTo>
                    <a:pt x="18" y="21"/>
                    <a:pt x="11" y="11"/>
                    <a:pt x="0" y="0"/>
                  </a:cubicBezTo>
                  <a:cubicBezTo>
                    <a:pt x="11" y="11"/>
                    <a:pt x="18" y="21"/>
                    <a:pt x="28"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1" name="Google Shape;6941;p129"/>
            <p:cNvSpPr/>
            <p:nvPr/>
          </p:nvSpPr>
          <p:spPr>
            <a:xfrm>
              <a:off x="1485176" y="204622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2" name="Google Shape;6942;p129"/>
            <p:cNvSpPr/>
            <p:nvPr/>
          </p:nvSpPr>
          <p:spPr>
            <a:xfrm>
              <a:off x="1485692" y="204622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3" name="Google Shape;6943;p129"/>
            <p:cNvSpPr/>
            <p:nvPr/>
          </p:nvSpPr>
          <p:spPr>
            <a:xfrm>
              <a:off x="1486411" y="204626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4" name="Google Shape;6944;p129"/>
            <p:cNvSpPr/>
            <p:nvPr/>
          </p:nvSpPr>
          <p:spPr>
            <a:xfrm>
              <a:off x="1486982" y="2046457"/>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5" name="Google Shape;6945;p129"/>
            <p:cNvSpPr/>
            <p:nvPr/>
          </p:nvSpPr>
          <p:spPr>
            <a:xfrm>
              <a:off x="1486506" y="2046322"/>
              <a:ext cx="109" cy="14"/>
            </a:xfrm>
            <a:custGeom>
              <a:rect b="b" l="l" r="r" t="t"/>
              <a:pathLst>
                <a:path extrusionOk="0" h="1" w="8">
                  <a:moveTo>
                    <a:pt x="7"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6" name="Google Shape;6946;p129"/>
            <p:cNvSpPr/>
            <p:nvPr/>
          </p:nvSpPr>
          <p:spPr>
            <a:xfrm>
              <a:off x="1486792" y="2046417"/>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7" name="Google Shape;6947;p129"/>
            <p:cNvSpPr/>
            <p:nvPr/>
          </p:nvSpPr>
          <p:spPr>
            <a:xfrm>
              <a:off x="1486887" y="2046457"/>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8" name="Google Shape;6948;p129"/>
            <p:cNvSpPr/>
            <p:nvPr/>
          </p:nvSpPr>
          <p:spPr>
            <a:xfrm>
              <a:off x="1517965" y="2072513"/>
              <a:ext cx="299" cy="434"/>
            </a:xfrm>
            <a:custGeom>
              <a:rect b="b" l="l" r="r" t="t"/>
              <a:pathLst>
                <a:path extrusionOk="0" h="32" w="22">
                  <a:moveTo>
                    <a:pt x="22" y="32"/>
                  </a:moveTo>
                  <a:cubicBezTo>
                    <a:pt x="15" y="21"/>
                    <a:pt x="8" y="11"/>
                    <a:pt x="1" y="0"/>
                  </a:cubicBezTo>
                  <a:cubicBezTo>
                    <a:pt x="8" y="11"/>
                    <a:pt x="15" y="21"/>
                    <a:pt x="22"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9" name="Google Shape;6949;p129"/>
            <p:cNvSpPr/>
            <p:nvPr/>
          </p:nvSpPr>
          <p:spPr>
            <a:xfrm>
              <a:off x="1484171" y="2046267"/>
              <a:ext cx="204" cy="14"/>
            </a:xfrm>
            <a:custGeom>
              <a:rect b="b" l="l" r="r" t="t"/>
              <a:pathLst>
                <a:path extrusionOk="0" h="1" w="15">
                  <a:moveTo>
                    <a:pt x="15"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0" name="Google Shape;6950;p129"/>
            <p:cNvSpPr/>
            <p:nvPr/>
          </p:nvSpPr>
          <p:spPr>
            <a:xfrm>
              <a:off x="1485407" y="204622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1" name="Google Shape;6951;p129"/>
            <p:cNvSpPr/>
            <p:nvPr/>
          </p:nvSpPr>
          <p:spPr>
            <a:xfrm>
              <a:off x="1483655" y="2046362"/>
              <a:ext cx="244" cy="14"/>
            </a:xfrm>
            <a:custGeom>
              <a:rect b="b" l="l" r="r" t="t"/>
              <a:pathLst>
                <a:path extrusionOk="0" h="1" w="18">
                  <a:moveTo>
                    <a:pt x="1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2" name="Google Shape;6952;p129"/>
            <p:cNvSpPr/>
            <p:nvPr/>
          </p:nvSpPr>
          <p:spPr>
            <a:xfrm>
              <a:off x="1482800" y="2046417"/>
              <a:ext cx="584" cy="109"/>
            </a:xfrm>
            <a:custGeom>
              <a:rect b="b" l="l" r="r" t="t"/>
              <a:pathLst>
                <a:path extrusionOk="0" h="8" w="43">
                  <a:moveTo>
                    <a:pt x="0" y="7"/>
                  </a:moveTo>
                  <a:lnTo>
                    <a:pt x="4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3" name="Google Shape;6953;p129"/>
            <p:cNvSpPr/>
            <p:nvPr/>
          </p:nvSpPr>
          <p:spPr>
            <a:xfrm>
              <a:off x="1519201" y="2073789"/>
              <a:ext cx="543" cy="353"/>
            </a:xfrm>
            <a:custGeom>
              <a:rect b="b" l="l" r="r" t="t"/>
              <a:pathLst>
                <a:path extrusionOk="0" h="26" w="40">
                  <a:moveTo>
                    <a:pt x="39" y="25"/>
                  </a:moveTo>
                  <a:cubicBezTo>
                    <a:pt x="25" y="18"/>
                    <a:pt x="15" y="8"/>
                    <a:pt x="1" y="1"/>
                  </a:cubicBezTo>
                  <a:cubicBezTo>
                    <a:pt x="15" y="8"/>
                    <a:pt x="25" y="18"/>
                    <a:pt x="39"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4" name="Google Shape;6954;p129"/>
            <p:cNvSpPr/>
            <p:nvPr/>
          </p:nvSpPr>
          <p:spPr>
            <a:xfrm>
              <a:off x="1510606" y="2062248"/>
              <a:ext cx="1249" cy="299"/>
            </a:xfrm>
            <a:custGeom>
              <a:rect b="b" l="l" r="r" t="t"/>
              <a:pathLst>
                <a:path extrusionOk="0" h="22" w="92">
                  <a:moveTo>
                    <a:pt x="0" y="0"/>
                  </a:moveTo>
                  <a:cubicBezTo>
                    <a:pt x="32" y="0"/>
                    <a:pt x="63" y="7"/>
                    <a:pt x="91" y="21"/>
                  </a:cubicBezTo>
                  <a:cubicBezTo>
                    <a:pt x="63" y="7"/>
                    <a:pt x="32"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5" name="Google Shape;6955;p129"/>
            <p:cNvSpPr/>
            <p:nvPr/>
          </p:nvSpPr>
          <p:spPr>
            <a:xfrm>
              <a:off x="1518726" y="2073463"/>
              <a:ext cx="448" cy="299"/>
            </a:xfrm>
            <a:custGeom>
              <a:rect b="b" l="l" r="r" t="t"/>
              <a:pathLst>
                <a:path extrusionOk="0" h="22" w="33">
                  <a:moveTo>
                    <a:pt x="32" y="21"/>
                  </a:moveTo>
                  <a:cubicBezTo>
                    <a:pt x="22" y="14"/>
                    <a:pt x="11" y="7"/>
                    <a:pt x="1" y="0"/>
                  </a:cubicBezTo>
                  <a:cubicBezTo>
                    <a:pt x="11" y="7"/>
                    <a:pt x="22" y="14"/>
                    <a:pt x="32"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6" name="Google Shape;6956;p129"/>
            <p:cNvSpPr/>
            <p:nvPr/>
          </p:nvSpPr>
          <p:spPr>
            <a:xfrm>
              <a:off x="1484646" y="2046267"/>
              <a:ext cx="163" cy="14"/>
            </a:xfrm>
            <a:custGeom>
              <a:rect b="b" l="l" r="r" t="t"/>
              <a:pathLst>
                <a:path extrusionOk="0" h="1" w="12">
                  <a:moveTo>
                    <a:pt x="1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7" name="Google Shape;6957;p129"/>
            <p:cNvSpPr/>
            <p:nvPr/>
          </p:nvSpPr>
          <p:spPr>
            <a:xfrm>
              <a:off x="1486642" y="2046362"/>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8" name="Google Shape;6958;p129"/>
            <p:cNvSpPr/>
            <p:nvPr/>
          </p:nvSpPr>
          <p:spPr>
            <a:xfrm>
              <a:off x="1526003" y="2172945"/>
              <a:ext cx="394" cy="299"/>
            </a:xfrm>
            <a:custGeom>
              <a:rect b="b" l="l" r="r" t="t"/>
              <a:pathLst>
                <a:path extrusionOk="0" h="22" w="29">
                  <a:moveTo>
                    <a:pt x="29" y="1"/>
                  </a:moveTo>
                  <a:cubicBezTo>
                    <a:pt x="18" y="8"/>
                    <a:pt x="11" y="15"/>
                    <a:pt x="1" y="22"/>
                  </a:cubicBezTo>
                  <a:cubicBezTo>
                    <a:pt x="11" y="15"/>
                    <a:pt x="18" y="8"/>
                    <a:pt x="2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9" name="Google Shape;6959;p129"/>
            <p:cNvSpPr/>
            <p:nvPr/>
          </p:nvSpPr>
          <p:spPr>
            <a:xfrm>
              <a:off x="1525677" y="2173325"/>
              <a:ext cx="299" cy="353"/>
            </a:xfrm>
            <a:custGeom>
              <a:rect b="b" l="l" r="r" t="t"/>
              <a:pathLst>
                <a:path extrusionOk="0" h="26" w="22">
                  <a:moveTo>
                    <a:pt x="0" y="25"/>
                  </a:moveTo>
                  <a:cubicBezTo>
                    <a:pt x="7" y="15"/>
                    <a:pt x="14" y="8"/>
                    <a:pt x="21" y="1"/>
                  </a:cubicBezTo>
                  <a:cubicBezTo>
                    <a:pt x="14" y="8"/>
                    <a:pt x="7" y="15"/>
                    <a:pt x="0"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0" name="Google Shape;6960;p129"/>
            <p:cNvSpPr/>
            <p:nvPr/>
          </p:nvSpPr>
          <p:spPr>
            <a:xfrm>
              <a:off x="1529425" y="213253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1" name="Google Shape;6961;p129"/>
            <p:cNvSpPr/>
            <p:nvPr/>
          </p:nvSpPr>
          <p:spPr>
            <a:xfrm>
              <a:off x="1527714" y="2129212"/>
              <a:ext cx="163" cy="299"/>
            </a:xfrm>
            <a:custGeom>
              <a:rect b="b" l="l" r="r" t="t"/>
              <a:pathLst>
                <a:path extrusionOk="0" h="22" w="12">
                  <a:moveTo>
                    <a:pt x="1" y="1"/>
                  </a:moveTo>
                  <a:lnTo>
                    <a:pt x="1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2" name="Google Shape;6962;p129"/>
            <p:cNvSpPr/>
            <p:nvPr/>
          </p:nvSpPr>
          <p:spPr>
            <a:xfrm>
              <a:off x="1527049" y="2127787"/>
              <a:ext cx="163" cy="299"/>
            </a:xfrm>
            <a:custGeom>
              <a:rect b="b" l="l" r="r" t="t"/>
              <a:pathLst>
                <a:path extrusionOk="0" h="22" w="12">
                  <a:moveTo>
                    <a:pt x="1" y="1"/>
                  </a:moveTo>
                  <a:lnTo>
                    <a:pt x="1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3" name="Google Shape;6963;p129"/>
            <p:cNvSpPr/>
            <p:nvPr/>
          </p:nvSpPr>
          <p:spPr>
            <a:xfrm>
              <a:off x="1527388" y="2128452"/>
              <a:ext cx="149" cy="353"/>
            </a:xfrm>
            <a:custGeom>
              <a:rect b="b" l="l" r="r" t="t"/>
              <a:pathLst>
                <a:path extrusionOk="0" h="26" w="11">
                  <a:moveTo>
                    <a:pt x="0" y="1"/>
                  </a:moveTo>
                  <a:lnTo>
                    <a:pt x="1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4" name="Google Shape;6964;p129"/>
            <p:cNvSpPr/>
            <p:nvPr/>
          </p:nvSpPr>
          <p:spPr>
            <a:xfrm>
              <a:off x="1525202" y="2175661"/>
              <a:ext cx="54" cy="339"/>
            </a:xfrm>
            <a:custGeom>
              <a:rect b="b" l="l" r="r" t="t"/>
              <a:pathLst>
                <a:path extrusionOk="0" h="25" w="4">
                  <a:moveTo>
                    <a:pt x="0" y="0"/>
                  </a:moveTo>
                  <a:lnTo>
                    <a:pt x="0" y="25"/>
                  </a:lnTo>
                  <a:cubicBezTo>
                    <a:pt x="4" y="18"/>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5" name="Google Shape;6965;p129"/>
            <p:cNvSpPr/>
            <p:nvPr/>
          </p:nvSpPr>
          <p:spPr>
            <a:xfrm>
              <a:off x="1525243" y="2176041"/>
              <a:ext cx="14" cy="394"/>
            </a:xfrm>
            <a:custGeom>
              <a:rect b="b" l="l" r="r" t="t"/>
              <a:pathLst>
                <a:path extrusionOk="0" h="29" w="1">
                  <a:moveTo>
                    <a:pt x="1" y="0"/>
                  </a:moveTo>
                  <a:cubicBezTo>
                    <a:pt x="1" y="11"/>
                    <a:pt x="1" y="21"/>
                    <a:pt x="1" y="28"/>
                  </a:cubicBezTo>
                  <a:cubicBezTo>
                    <a:pt x="1" y="21"/>
                    <a:pt x="1"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6" name="Google Shape;6966;p129"/>
            <p:cNvSpPr/>
            <p:nvPr/>
          </p:nvSpPr>
          <p:spPr>
            <a:xfrm>
              <a:off x="1528094" y="2129973"/>
              <a:ext cx="163" cy="299"/>
            </a:xfrm>
            <a:custGeom>
              <a:rect b="b" l="l" r="r" t="t"/>
              <a:pathLst>
                <a:path extrusionOk="0" h="22" w="12">
                  <a:moveTo>
                    <a:pt x="1" y="1"/>
                  </a:moveTo>
                  <a:lnTo>
                    <a:pt x="1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7" name="Google Shape;6967;p129"/>
            <p:cNvSpPr/>
            <p:nvPr/>
          </p:nvSpPr>
          <p:spPr>
            <a:xfrm>
              <a:off x="1525243" y="2174615"/>
              <a:ext cx="68" cy="434"/>
            </a:xfrm>
            <a:custGeom>
              <a:rect b="b" l="l" r="r" t="t"/>
              <a:pathLst>
                <a:path extrusionOk="0" h="32" w="5">
                  <a:moveTo>
                    <a:pt x="4" y="0"/>
                  </a:moveTo>
                  <a:cubicBezTo>
                    <a:pt x="4" y="11"/>
                    <a:pt x="1" y="21"/>
                    <a:pt x="1" y="32"/>
                  </a:cubicBezTo>
                  <a:cubicBezTo>
                    <a:pt x="1" y="21"/>
                    <a:pt x="4" y="11"/>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8" name="Google Shape;6968;p129"/>
            <p:cNvSpPr/>
            <p:nvPr/>
          </p:nvSpPr>
          <p:spPr>
            <a:xfrm>
              <a:off x="1525297" y="2174181"/>
              <a:ext cx="149" cy="394"/>
            </a:xfrm>
            <a:custGeom>
              <a:rect b="b" l="l" r="r" t="t"/>
              <a:pathLst>
                <a:path extrusionOk="0" h="29" w="11">
                  <a:moveTo>
                    <a:pt x="11" y="1"/>
                  </a:moveTo>
                  <a:cubicBezTo>
                    <a:pt x="7" y="8"/>
                    <a:pt x="4" y="18"/>
                    <a:pt x="0" y="29"/>
                  </a:cubicBezTo>
                  <a:cubicBezTo>
                    <a:pt x="4" y="18"/>
                    <a:pt x="7" y="8"/>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9" name="Google Shape;6969;p129"/>
            <p:cNvSpPr/>
            <p:nvPr/>
          </p:nvSpPr>
          <p:spPr>
            <a:xfrm>
              <a:off x="1525433" y="2173706"/>
              <a:ext cx="204" cy="448"/>
            </a:xfrm>
            <a:custGeom>
              <a:rect b="b" l="l" r="r" t="t"/>
              <a:pathLst>
                <a:path extrusionOk="0" h="33" w="15">
                  <a:moveTo>
                    <a:pt x="15" y="1"/>
                  </a:moveTo>
                  <a:cubicBezTo>
                    <a:pt x="11" y="11"/>
                    <a:pt x="4" y="22"/>
                    <a:pt x="1" y="32"/>
                  </a:cubicBezTo>
                  <a:cubicBezTo>
                    <a:pt x="4" y="22"/>
                    <a:pt x="11" y="11"/>
                    <a:pt x="1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0" name="Google Shape;6970;p129"/>
            <p:cNvSpPr/>
            <p:nvPr/>
          </p:nvSpPr>
          <p:spPr>
            <a:xfrm>
              <a:off x="1528950" y="2131683"/>
              <a:ext cx="68" cy="109"/>
            </a:xfrm>
            <a:custGeom>
              <a:rect b="b" l="l" r="r" t="t"/>
              <a:pathLst>
                <a:path extrusionOk="0" h="8" w="5">
                  <a:moveTo>
                    <a:pt x="1" y="1"/>
                  </a:moveTo>
                  <a:lnTo>
                    <a:pt x="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1" name="Google Shape;6971;p129"/>
            <p:cNvSpPr/>
            <p:nvPr/>
          </p:nvSpPr>
          <p:spPr>
            <a:xfrm>
              <a:off x="1525202" y="2175131"/>
              <a:ext cx="54" cy="448"/>
            </a:xfrm>
            <a:custGeom>
              <a:rect b="b" l="l" r="r" t="t"/>
              <a:pathLst>
                <a:path extrusionOk="0" h="33" w="4">
                  <a:moveTo>
                    <a:pt x="0" y="1"/>
                  </a:moveTo>
                  <a:lnTo>
                    <a:pt x="0" y="32"/>
                  </a:lnTo>
                  <a:cubicBezTo>
                    <a:pt x="0" y="22"/>
                    <a:pt x="4" y="1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2" name="Google Shape;6972;p129"/>
            <p:cNvSpPr/>
            <p:nvPr/>
          </p:nvSpPr>
          <p:spPr>
            <a:xfrm>
              <a:off x="1528529" y="2130787"/>
              <a:ext cx="109" cy="244"/>
            </a:xfrm>
            <a:custGeom>
              <a:rect b="b" l="l" r="r" t="t"/>
              <a:pathLst>
                <a:path extrusionOk="0" h="18" w="8">
                  <a:moveTo>
                    <a:pt x="0" y="0"/>
                  </a:moveTo>
                  <a:lnTo>
                    <a:pt x="7"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3" name="Google Shape;6973;p129"/>
            <p:cNvSpPr/>
            <p:nvPr/>
          </p:nvSpPr>
          <p:spPr>
            <a:xfrm>
              <a:off x="1499201" y="1953967"/>
              <a:ext cx="99781" cy="84031"/>
            </a:xfrm>
            <a:custGeom>
              <a:rect b="b" l="l" r="r" t="t"/>
              <a:pathLst>
                <a:path extrusionOk="0" h="6189" w="7349">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4" name="Google Shape;6974;p129"/>
            <p:cNvSpPr/>
            <p:nvPr/>
          </p:nvSpPr>
          <p:spPr>
            <a:xfrm>
              <a:off x="1578575" y="2011862"/>
              <a:ext cx="4915" cy="1385"/>
            </a:xfrm>
            <a:custGeom>
              <a:rect b="b" l="l" r="r" t="t"/>
              <a:pathLst>
                <a:path extrusionOk="0" h="102" w="362">
                  <a:moveTo>
                    <a:pt x="0" y="102"/>
                  </a:moveTo>
                  <a:cubicBezTo>
                    <a:pt x="105" y="28"/>
                    <a:pt x="235" y="0"/>
                    <a:pt x="361" y="28"/>
                  </a:cubicBezTo>
                  <a:cubicBezTo>
                    <a:pt x="235" y="0"/>
                    <a:pt x="105" y="28"/>
                    <a:pt x="0" y="10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5" name="Google Shape;6975;p129"/>
            <p:cNvSpPr/>
            <p:nvPr/>
          </p:nvSpPr>
          <p:spPr>
            <a:xfrm>
              <a:off x="1547062" y="2032676"/>
              <a:ext cx="489" cy="774"/>
            </a:xfrm>
            <a:custGeom>
              <a:rect b="b" l="l" r="r" t="t"/>
              <a:pathLst>
                <a:path extrusionOk="0" h="57" w="36">
                  <a:moveTo>
                    <a:pt x="35" y="57"/>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6" name="Google Shape;6976;p129"/>
            <p:cNvSpPr/>
            <p:nvPr/>
          </p:nvSpPr>
          <p:spPr>
            <a:xfrm>
              <a:off x="1557381" y="2036817"/>
              <a:ext cx="625" cy="339"/>
            </a:xfrm>
            <a:custGeom>
              <a:rect b="b" l="l" r="r" t="t"/>
              <a:pathLst>
                <a:path extrusionOk="0" h="25" w="46">
                  <a:moveTo>
                    <a:pt x="0" y="0"/>
                  </a:moveTo>
                  <a:cubicBezTo>
                    <a:pt x="14" y="7"/>
                    <a:pt x="28" y="14"/>
                    <a:pt x="39" y="21"/>
                  </a:cubicBezTo>
                  <a:lnTo>
                    <a:pt x="46" y="25"/>
                  </a:lnTo>
                  <a:lnTo>
                    <a:pt x="39" y="21"/>
                  </a:lnTo>
                  <a:cubicBezTo>
                    <a:pt x="28" y="14"/>
                    <a:pt x="1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7" name="Google Shape;6977;p129"/>
            <p:cNvSpPr/>
            <p:nvPr/>
          </p:nvSpPr>
          <p:spPr>
            <a:xfrm>
              <a:off x="1592316" y="2006960"/>
              <a:ext cx="1100" cy="1684"/>
            </a:xfrm>
            <a:custGeom>
              <a:rect b="b" l="l" r="r" t="t"/>
              <a:pathLst>
                <a:path extrusionOk="0" h="124" w="81">
                  <a:moveTo>
                    <a:pt x="74" y="15"/>
                  </a:moveTo>
                  <a:cubicBezTo>
                    <a:pt x="56" y="57"/>
                    <a:pt x="32" y="92"/>
                    <a:pt x="0" y="123"/>
                  </a:cubicBezTo>
                  <a:cubicBezTo>
                    <a:pt x="32" y="92"/>
                    <a:pt x="56" y="57"/>
                    <a:pt x="74" y="15"/>
                  </a:cubicBezTo>
                  <a:lnTo>
                    <a:pt x="81" y="1"/>
                  </a:lnTo>
                  <a:lnTo>
                    <a:pt x="8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8" name="Google Shape;6978;p129"/>
            <p:cNvSpPr/>
            <p:nvPr/>
          </p:nvSpPr>
          <p:spPr>
            <a:xfrm>
              <a:off x="1547537" y="2033436"/>
              <a:ext cx="2009" cy="2634"/>
            </a:xfrm>
            <a:custGeom>
              <a:rect b="b" l="l" r="r" t="t"/>
              <a:pathLst>
                <a:path extrusionOk="0" h="194" w="148">
                  <a:moveTo>
                    <a:pt x="0" y="1"/>
                  </a:moveTo>
                  <a:cubicBezTo>
                    <a:pt x="39" y="71"/>
                    <a:pt x="88" y="137"/>
                    <a:pt x="147" y="193"/>
                  </a:cubicBezTo>
                  <a:cubicBezTo>
                    <a:pt x="88" y="137"/>
                    <a:pt x="39" y="7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9" name="Google Shape;6979;p129"/>
            <p:cNvSpPr/>
            <p:nvPr/>
          </p:nvSpPr>
          <p:spPr>
            <a:xfrm>
              <a:off x="1546397" y="2031576"/>
              <a:ext cx="530" cy="869"/>
            </a:xfrm>
            <a:custGeom>
              <a:rect b="b" l="l" r="r" t="t"/>
              <a:pathLst>
                <a:path extrusionOk="0" h="64" w="39">
                  <a:moveTo>
                    <a:pt x="0" y="1"/>
                  </a:moveTo>
                  <a:lnTo>
                    <a:pt x="0" y="1"/>
                  </a:lnTo>
                  <a:cubicBezTo>
                    <a:pt x="14" y="26"/>
                    <a:pt x="28" y="43"/>
                    <a:pt x="39" y="64"/>
                  </a:cubicBezTo>
                  <a:cubicBezTo>
                    <a:pt x="28" y="43"/>
                    <a:pt x="14" y="22"/>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0" name="Google Shape;6980;p129"/>
            <p:cNvSpPr/>
            <p:nvPr/>
          </p:nvSpPr>
          <p:spPr>
            <a:xfrm>
              <a:off x="1545582" y="2030544"/>
              <a:ext cx="679" cy="910"/>
            </a:xfrm>
            <a:custGeom>
              <a:rect b="b" l="l" r="r" t="t"/>
              <a:pathLst>
                <a:path extrusionOk="0" h="67" w="50">
                  <a:moveTo>
                    <a:pt x="1" y="0"/>
                  </a:moveTo>
                  <a:cubicBezTo>
                    <a:pt x="18" y="21"/>
                    <a:pt x="36" y="46"/>
                    <a:pt x="50" y="66"/>
                  </a:cubicBezTo>
                  <a:cubicBezTo>
                    <a:pt x="36" y="42"/>
                    <a:pt x="18" y="2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1" name="Google Shape;6981;p129"/>
            <p:cNvSpPr/>
            <p:nvPr/>
          </p:nvSpPr>
          <p:spPr>
            <a:xfrm>
              <a:off x="1544822" y="2029580"/>
              <a:ext cx="774" cy="923"/>
            </a:xfrm>
            <a:custGeom>
              <a:rect b="b" l="l" r="r" t="t"/>
              <a:pathLst>
                <a:path extrusionOk="0" h="68" w="57">
                  <a:moveTo>
                    <a:pt x="1" y="1"/>
                  </a:moveTo>
                  <a:cubicBezTo>
                    <a:pt x="18" y="25"/>
                    <a:pt x="39" y="50"/>
                    <a:pt x="57" y="67"/>
                  </a:cubicBezTo>
                  <a:cubicBezTo>
                    <a:pt x="39" y="46"/>
                    <a:pt x="22" y="2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2" name="Google Shape;6982;p129"/>
            <p:cNvSpPr/>
            <p:nvPr/>
          </p:nvSpPr>
          <p:spPr>
            <a:xfrm>
              <a:off x="1506941" y="1960376"/>
              <a:ext cx="109" cy="109"/>
            </a:xfrm>
            <a:custGeom>
              <a:rect b="b" l="l" r="r" t="t"/>
              <a:pathLst>
                <a:path extrusionOk="0" h="8" w="8">
                  <a:moveTo>
                    <a:pt x="8"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3" name="Google Shape;6983;p129"/>
            <p:cNvSpPr/>
            <p:nvPr/>
          </p:nvSpPr>
          <p:spPr>
            <a:xfrm>
              <a:off x="1508651" y="1958434"/>
              <a:ext cx="109" cy="109"/>
            </a:xfrm>
            <a:custGeom>
              <a:rect b="b" l="l" r="r" t="t"/>
              <a:pathLst>
                <a:path extrusionOk="0" h="8" w="8">
                  <a:moveTo>
                    <a:pt x="8" y="0"/>
                  </a:moveTo>
                  <a:lnTo>
                    <a:pt x="1" y="7"/>
                  </a:ln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4" name="Google Shape;6984;p129"/>
            <p:cNvSpPr/>
            <p:nvPr/>
          </p:nvSpPr>
          <p:spPr>
            <a:xfrm>
              <a:off x="1508271" y="1958624"/>
              <a:ext cx="299" cy="299"/>
            </a:xfrm>
            <a:custGeom>
              <a:rect b="b" l="l" r="r" t="t"/>
              <a:pathLst>
                <a:path extrusionOk="0" h="22" w="22">
                  <a:moveTo>
                    <a:pt x="1" y="21"/>
                  </a:moveTo>
                  <a:cubicBezTo>
                    <a:pt x="8" y="14"/>
                    <a:pt x="15" y="7"/>
                    <a:pt x="22" y="0"/>
                  </a:cubicBezTo>
                  <a:cubicBezTo>
                    <a:pt x="15" y="7"/>
                    <a:pt x="8" y="14"/>
                    <a:pt x="1"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5" name="Google Shape;6985;p129"/>
            <p:cNvSpPr/>
            <p:nvPr/>
          </p:nvSpPr>
          <p:spPr>
            <a:xfrm>
              <a:off x="1507280" y="1990084"/>
              <a:ext cx="3096" cy="1086"/>
            </a:xfrm>
            <a:custGeom>
              <a:rect b="b" l="l" r="r" t="t"/>
              <a:pathLst>
                <a:path extrusionOk="0" h="80" w="228">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6" name="Google Shape;6986;p129"/>
            <p:cNvSpPr/>
            <p:nvPr/>
          </p:nvSpPr>
          <p:spPr>
            <a:xfrm>
              <a:off x="1614271" y="1998868"/>
              <a:ext cx="28730" cy="30970"/>
            </a:xfrm>
            <a:custGeom>
              <a:rect b="b" l="l" r="r" t="t"/>
              <a:pathLst>
                <a:path extrusionOk="0" h="2281" w="2116">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7" name="Google Shape;6987;p129"/>
            <p:cNvSpPr/>
            <p:nvPr/>
          </p:nvSpPr>
          <p:spPr>
            <a:xfrm>
              <a:off x="1636321" y="202416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8" name="Google Shape;6988;p129"/>
            <p:cNvSpPr/>
            <p:nvPr/>
          </p:nvSpPr>
          <p:spPr>
            <a:xfrm>
              <a:off x="1639185" y="2024448"/>
              <a:ext cx="149" cy="68"/>
            </a:xfrm>
            <a:custGeom>
              <a:rect b="b" l="l" r="r" t="t"/>
              <a:pathLst>
                <a:path extrusionOk="0" h="5" w="11">
                  <a:moveTo>
                    <a:pt x="1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9" name="Google Shape;6989;p129"/>
            <p:cNvSpPr/>
            <p:nvPr/>
          </p:nvSpPr>
          <p:spPr>
            <a:xfrm>
              <a:off x="1636796" y="202416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0" name="Google Shape;6990;p129"/>
            <p:cNvSpPr/>
            <p:nvPr/>
          </p:nvSpPr>
          <p:spPr>
            <a:xfrm>
              <a:off x="1638900" y="2024312"/>
              <a:ext cx="149" cy="109"/>
            </a:xfrm>
            <a:custGeom>
              <a:rect b="b" l="l" r="r" t="t"/>
              <a:pathLst>
                <a:path extrusionOk="0" h="8" w="11">
                  <a:moveTo>
                    <a:pt x="11"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1" name="Google Shape;6991;p129"/>
            <p:cNvSpPr/>
            <p:nvPr/>
          </p:nvSpPr>
          <p:spPr>
            <a:xfrm>
              <a:off x="1626871" y="202963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2" name="Google Shape;6992;p129"/>
            <p:cNvSpPr/>
            <p:nvPr/>
          </p:nvSpPr>
          <p:spPr>
            <a:xfrm>
              <a:off x="1639471" y="2024598"/>
              <a:ext cx="149" cy="109"/>
            </a:xfrm>
            <a:custGeom>
              <a:rect b="b" l="l" r="r" t="t"/>
              <a:pathLst>
                <a:path extrusionOk="0" h="8" w="11">
                  <a:moveTo>
                    <a:pt x="11"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3" name="Google Shape;6993;p129"/>
            <p:cNvSpPr/>
            <p:nvPr/>
          </p:nvSpPr>
          <p:spPr>
            <a:xfrm>
              <a:off x="1627441" y="2029255"/>
              <a:ext cx="530" cy="339"/>
            </a:xfrm>
            <a:custGeom>
              <a:rect b="b" l="l" r="r" t="t"/>
              <a:pathLst>
                <a:path extrusionOk="0" h="25" w="39">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4" name="Google Shape;6994;p129"/>
            <p:cNvSpPr/>
            <p:nvPr/>
          </p:nvSpPr>
          <p:spPr>
            <a:xfrm>
              <a:off x="1627156" y="2029580"/>
              <a:ext cx="109" cy="14"/>
            </a:xfrm>
            <a:custGeom>
              <a:rect b="b" l="l" r="r" t="t"/>
              <a:pathLst>
                <a:path extrusionOk="0" h="1" w="8">
                  <a:moveTo>
                    <a:pt x="7"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5" name="Google Shape;6995;p129"/>
            <p:cNvSpPr/>
            <p:nvPr/>
          </p:nvSpPr>
          <p:spPr>
            <a:xfrm>
              <a:off x="1638561" y="2024258"/>
              <a:ext cx="163" cy="68"/>
            </a:xfrm>
            <a:custGeom>
              <a:rect b="b" l="l" r="r" t="t"/>
              <a:pathLst>
                <a:path extrusionOk="0" h="5" w="12">
                  <a:moveTo>
                    <a:pt x="1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6" name="Google Shape;6996;p129"/>
            <p:cNvSpPr/>
            <p:nvPr/>
          </p:nvSpPr>
          <p:spPr>
            <a:xfrm>
              <a:off x="1637475" y="202412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7" name="Google Shape;6997;p129"/>
            <p:cNvSpPr/>
            <p:nvPr/>
          </p:nvSpPr>
          <p:spPr>
            <a:xfrm>
              <a:off x="1637230" y="202412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8" name="Google Shape;6998;p129"/>
            <p:cNvSpPr/>
            <p:nvPr/>
          </p:nvSpPr>
          <p:spPr>
            <a:xfrm>
              <a:off x="1638235" y="2024217"/>
              <a:ext cx="149" cy="14"/>
            </a:xfrm>
            <a:custGeom>
              <a:rect b="b" l="l" r="r" t="t"/>
              <a:pathLst>
                <a:path extrusionOk="0" h="1" w="11">
                  <a:moveTo>
                    <a:pt x="11"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9" name="Google Shape;6999;p129"/>
            <p:cNvSpPr/>
            <p:nvPr/>
          </p:nvSpPr>
          <p:spPr>
            <a:xfrm>
              <a:off x="1639756" y="2024788"/>
              <a:ext cx="109" cy="109"/>
            </a:xfrm>
            <a:custGeom>
              <a:rect b="b" l="l" r="r" t="t"/>
              <a:pathLst>
                <a:path extrusionOk="0" h="8" w="8">
                  <a:moveTo>
                    <a:pt x="0" y="0"/>
                  </a:moveTo>
                  <a:lnTo>
                    <a:pt x="7"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0" name="Google Shape;7000;p129"/>
            <p:cNvSpPr/>
            <p:nvPr/>
          </p:nvSpPr>
          <p:spPr>
            <a:xfrm>
              <a:off x="1637855" y="2024163"/>
              <a:ext cx="149" cy="14"/>
            </a:xfrm>
            <a:custGeom>
              <a:rect b="b" l="l" r="r" t="t"/>
              <a:pathLst>
                <a:path extrusionOk="0" h="1" w="11">
                  <a:moveTo>
                    <a:pt x="11"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1" name="Google Shape;7001;p129"/>
            <p:cNvSpPr/>
            <p:nvPr/>
          </p:nvSpPr>
          <p:spPr>
            <a:xfrm>
              <a:off x="1639946" y="2025018"/>
              <a:ext cx="149" cy="163"/>
            </a:xfrm>
            <a:custGeom>
              <a:rect b="b" l="l" r="r" t="t"/>
              <a:pathLst>
                <a:path extrusionOk="0" h="12" w="11">
                  <a:moveTo>
                    <a:pt x="11"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2" name="Google Shape;7002;p129"/>
            <p:cNvSpPr/>
            <p:nvPr/>
          </p:nvSpPr>
          <p:spPr>
            <a:xfrm>
              <a:off x="1589940" y="1981910"/>
              <a:ext cx="32613" cy="51690"/>
            </a:xfrm>
            <a:custGeom>
              <a:rect b="b" l="l" r="r" t="t"/>
              <a:pathLst>
                <a:path extrusionOk="0" h="3807" w="2402">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3" name="Google Shape;7003;p129"/>
            <p:cNvSpPr/>
            <p:nvPr/>
          </p:nvSpPr>
          <p:spPr>
            <a:xfrm>
              <a:off x="1596688" y="2004394"/>
              <a:ext cx="584" cy="54"/>
            </a:xfrm>
            <a:custGeom>
              <a:rect b="b" l="l" r="r" t="t"/>
              <a:pathLst>
                <a:path extrusionOk="0" h="4" w="43">
                  <a:moveTo>
                    <a:pt x="0" y="1"/>
                  </a:moveTo>
                  <a:cubicBezTo>
                    <a:pt x="14" y="1"/>
                    <a:pt x="28" y="1"/>
                    <a:pt x="42" y="4"/>
                  </a:cubicBezTo>
                  <a:cubicBezTo>
                    <a:pt x="28" y="1"/>
                    <a:pt x="14"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4" name="Google Shape;7004;p129"/>
            <p:cNvSpPr/>
            <p:nvPr/>
          </p:nvSpPr>
          <p:spPr>
            <a:xfrm>
              <a:off x="1594502" y="2005155"/>
              <a:ext cx="109" cy="163"/>
            </a:xfrm>
            <a:custGeom>
              <a:rect b="b" l="l" r="r" t="t"/>
              <a:pathLst>
                <a:path extrusionOk="0" h="12" w="8">
                  <a:moveTo>
                    <a:pt x="0" y="1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5" name="Google Shape;7005;p129"/>
            <p:cNvSpPr/>
            <p:nvPr/>
          </p:nvSpPr>
          <p:spPr>
            <a:xfrm>
              <a:off x="1621019" y="2028494"/>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6" name="Google Shape;7006;p129"/>
            <p:cNvSpPr/>
            <p:nvPr/>
          </p:nvSpPr>
          <p:spPr>
            <a:xfrm>
              <a:off x="1594638" y="2004394"/>
              <a:ext cx="1969" cy="774"/>
            </a:xfrm>
            <a:custGeom>
              <a:rect b="b" l="l" r="r" t="t"/>
              <a:pathLst>
                <a:path extrusionOk="0" h="57" w="145">
                  <a:moveTo>
                    <a:pt x="144" y="1"/>
                  </a:moveTo>
                  <a:cubicBezTo>
                    <a:pt x="92" y="1"/>
                    <a:pt x="39" y="18"/>
                    <a:pt x="1" y="57"/>
                  </a:cubicBezTo>
                  <a:cubicBezTo>
                    <a:pt x="39" y="18"/>
                    <a:pt x="92" y="1"/>
                    <a:pt x="14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7" name="Google Shape;7007;p129"/>
            <p:cNvSpPr/>
            <p:nvPr/>
          </p:nvSpPr>
          <p:spPr>
            <a:xfrm>
              <a:off x="1621494" y="2028535"/>
              <a:ext cx="204" cy="14"/>
            </a:xfrm>
            <a:custGeom>
              <a:rect b="b" l="l" r="r" t="t"/>
              <a:pathLst>
                <a:path extrusionOk="0" h="1" w="15">
                  <a:moveTo>
                    <a:pt x="15"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8" name="Google Shape;7008;p129"/>
            <p:cNvSpPr/>
            <p:nvPr/>
          </p:nvSpPr>
          <p:spPr>
            <a:xfrm>
              <a:off x="1619878" y="2028589"/>
              <a:ext cx="353" cy="54"/>
            </a:xfrm>
            <a:custGeom>
              <a:rect b="b" l="l" r="r" t="t"/>
              <a:pathLst>
                <a:path extrusionOk="0" h="4" w="26">
                  <a:moveTo>
                    <a:pt x="25"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9" name="Google Shape;7009;p129"/>
            <p:cNvSpPr/>
            <p:nvPr/>
          </p:nvSpPr>
          <p:spPr>
            <a:xfrm>
              <a:off x="1619362" y="2028684"/>
              <a:ext cx="434" cy="149"/>
            </a:xfrm>
            <a:custGeom>
              <a:rect b="b" l="l" r="r" t="t"/>
              <a:pathLst>
                <a:path extrusionOk="0" h="11" w="32">
                  <a:moveTo>
                    <a:pt x="32" y="0"/>
                  </a:moveTo>
                  <a:cubicBezTo>
                    <a:pt x="21" y="4"/>
                    <a:pt x="11" y="7"/>
                    <a:pt x="0" y="11"/>
                  </a:cubicBezTo>
                  <a:cubicBezTo>
                    <a:pt x="11" y="7"/>
                    <a:pt x="21" y="4"/>
                    <a:pt x="3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0" name="Google Shape;7010;p129"/>
            <p:cNvSpPr/>
            <p:nvPr/>
          </p:nvSpPr>
          <p:spPr>
            <a:xfrm>
              <a:off x="1620353" y="2028494"/>
              <a:ext cx="448" cy="54"/>
            </a:xfrm>
            <a:custGeom>
              <a:rect b="b" l="l" r="r" t="t"/>
              <a:pathLst>
                <a:path extrusionOk="0" h="4" w="33">
                  <a:moveTo>
                    <a:pt x="32" y="0"/>
                  </a:moveTo>
                  <a:cubicBezTo>
                    <a:pt x="22" y="0"/>
                    <a:pt x="11" y="0"/>
                    <a:pt x="1" y="4"/>
                  </a:cubicBezTo>
                  <a:cubicBezTo>
                    <a:pt x="11" y="4"/>
                    <a:pt x="22" y="4"/>
                    <a:pt x="3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1" name="Google Shape;7011;p129"/>
            <p:cNvSpPr/>
            <p:nvPr/>
          </p:nvSpPr>
          <p:spPr>
            <a:xfrm>
              <a:off x="1618507" y="2029160"/>
              <a:ext cx="394" cy="299"/>
            </a:xfrm>
            <a:custGeom>
              <a:rect b="b" l="l" r="r" t="t"/>
              <a:pathLst>
                <a:path extrusionOk="0" h="22" w="29">
                  <a:moveTo>
                    <a:pt x="28" y="0"/>
                  </a:moveTo>
                  <a:cubicBezTo>
                    <a:pt x="18" y="7"/>
                    <a:pt x="7" y="14"/>
                    <a:pt x="0" y="21"/>
                  </a:cubicBezTo>
                  <a:cubicBezTo>
                    <a:pt x="7" y="14"/>
                    <a:pt x="18" y="7"/>
                    <a:pt x="2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2" name="Google Shape;7012;p129"/>
            <p:cNvSpPr/>
            <p:nvPr/>
          </p:nvSpPr>
          <p:spPr>
            <a:xfrm>
              <a:off x="1618928" y="2028874"/>
              <a:ext cx="353" cy="204"/>
            </a:xfrm>
            <a:custGeom>
              <a:rect b="b" l="l" r="r" t="t"/>
              <a:pathLst>
                <a:path extrusionOk="0" h="15" w="26">
                  <a:moveTo>
                    <a:pt x="25" y="0"/>
                  </a:moveTo>
                  <a:cubicBezTo>
                    <a:pt x="18" y="4"/>
                    <a:pt x="8" y="7"/>
                    <a:pt x="1" y="14"/>
                  </a:cubicBezTo>
                  <a:cubicBezTo>
                    <a:pt x="8" y="7"/>
                    <a:pt x="18" y="4"/>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3" name="Google Shape;7013;p129"/>
            <p:cNvSpPr/>
            <p:nvPr/>
          </p:nvSpPr>
          <p:spPr>
            <a:xfrm>
              <a:off x="1622254" y="2028630"/>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4" name="Google Shape;7014;p129"/>
            <p:cNvSpPr/>
            <p:nvPr/>
          </p:nvSpPr>
          <p:spPr>
            <a:xfrm>
              <a:off x="1599444" y="1983621"/>
              <a:ext cx="149" cy="204"/>
            </a:xfrm>
            <a:custGeom>
              <a:rect b="b" l="l" r="r" t="t"/>
              <a:pathLst>
                <a:path extrusionOk="0" h="15" w="11">
                  <a:moveTo>
                    <a:pt x="0" y="15"/>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5" name="Google Shape;7015;p129"/>
            <p:cNvSpPr/>
            <p:nvPr/>
          </p:nvSpPr>
          <p:spPr>
            <a:xfrm>
              <a:off x="1591365" y="2001489"/>
              <a:ext cx="244" cy="299"/>
            </a:xfrm>
            <a:custGeom>
              <a:rect b="b" l="l" r="r" t="t"/>
              <a:pathLst>
                <a:path extrusionOk="0" h="22" w="18">
                  <a:moveTo>
                    <a:pt x="18" y="22"/>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6" name="Google Shape;7016;p129"/>
            <p:cNvSpPr/>
            <p:nvPr/>
          </p:nvSpPr>
          <p:spPr>
            <a:xfrm>
              <a:off x="1594067" y="2004869"/>
              <a:ext cx="258" cy="394"/>
            </a:xfrm>
            <a:custGeom>
              <a:rect b="b" l="l" r="r" t="t"/>
              <a:pathLst>
                <a:path extrusionOk="0" h="29" w="19">
                  <a:moveTo>
                    <a:pt x="18" y="29"/>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7" name="Google Shape;7017;p129"/>
            <p:cNvSpPr/>
            <p:nvPr/>
          </p:nvSpPr>
          <p:spPr>
            <a:xfrm>
              <a:off x="1599064" y="1984055"/>
              <a:ext cx="149" cy="204"/>
            </a:xfrm>
            <a:custGeom>
              <a:rect b="b" l="l" r="r" t="t"/>
              <a:pathLst>
                <a:path extrusionOk="0" h="15" w="11">
                  <a:moveTo>
                    <a:pt x="0" y="1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8" name="Google Shape;7018;p129"/>
            <p:cNvSpPr/>
            <p:nvPr/>
          </p:nvSpPr>
          <p:spPr>
            <a:xfrm>
              <a:off x="1599824" y="1983105"/>
              <a:ext cx="149" cy="204"/>
            </a:xfrm>
            <a:custGeom>
              <a:rect b="b" l="l" r="r" t="t"/>
              <a:pathLst>
                <a:path extrusionOk="0" h="15" w="11">
                  <a:moveTo>
                    <a:pt x="0" y="1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9" name="Google Shape;7019;p129"/>
            <p:cNvSpPr/>
            <p:nvPr/>
          </p:nvSpPr>
          <p:spPr>
            <a:xfrm>
              <a:off x="1593266" y="2003824"/>
              <a:ext cx="299" cy="394"/>
            </a:xfrm>
            <a:custGeom>
              <a:rect b="b" l="l" r="r" t="t"/>
              <a:pathLst>
                <a:path extrusionOk="0" h="29" w="22">
                  <a:moveTo>
                    <a:pt x="21" y="29"/>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0" name="Google Shape;7020;p129"/>
            <p:cNvSpPr/>
            <p:nvPr/>
          </p:nvSpPr>
          <p:spPr>
            <a:xfrm>
              <a:off x="1591936" y="2002154"/>
              <a:ext cx="244" cy="299"/>
            </a:xfrm>
            <a:custGeom>
              <a:rect b="b" l="l" r="r" t="t"/>
              <a:pathLst>
                <a:path extrusionOk="0" h="22" w="18">
                  <a:moveTo>
                    <a:pt x="18" y="22"/>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1" name="Google Shape;7021;p129"/>
            <p:cNvSpPr/>
            <p:nvPr/>
          </p:nvSpPr>
          <p:spPr>
            <a:xfrm>
              <a:off x="1590890" y="2000973"/>
              <a:ext cx="204" cy="204"/>
            </a:xfrm>
            <a:custGeom>
              <a:rect b="b" l="l" r="r" t="t"/>
              <a:pathLst>
                <a:path extrusionOk="0" h="15" w="15">
                  <a:moveTo>
                    <a:pt x="14"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2" name="Google Shape;7022;p129"/>
            <p:cNvSpPr/>
            <p:nvPr/>
          </p:nvSpPr>
          <p:spPr>
            <a:xfrm>
              <a:off x="1598344" y="1984815"/>
              <a:ext cx="109" cy="109"/>
            </a:xfrm>
            <a:custGeom>
              <a:rect b="b" l="l" r="r" t="t"/>
              <a:pathLst>
                <a:path extrusionOk="0" h="8" w="8">
                  <a:moveTo>
                    <a:pt x="1" y="7"/>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3" name="Google Shape;7023;p129"/>
            <p:cNvSpPr/>
            <p:nvPr/>
          </p:nvSpPr>
          <p:spPr>
            <a:xfrm>
              <a:off x="1592547" y="2002914"/>
              <a:ext cx="299" cy="394"/>
            </a:xfrm>
            <a:custGeom>
              <a:rect b="b" l="l" r="r" t="t"/>
              <a:pathLst>
                <a:path extrusionOk="0" h="29" w="22">
                  <a:moveTo>
                    <a:pt x="22" y="29"/>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4" name="Google Shape;7024;p129"/>
            <p:cNvSpPr/>
            <p:nvPr/>
          </p:nvSpPr>
          <p:spPr>
            <a:xfrm>
              <a:off x="1595303" y="1987287"/>
              <a:ext cx="353" cy="584"/>
            </a:xfrm>
            <a:custGeom>
              <a:rect b="b" l="l" r="r" t="t"/>
              <a:pathLst>
                <a:path extrusionOk="0" h="43" w="26">
                  <a:moveTo>
                    <a:pt x="1" y="42"/>
                  </a:moveTo>
                  <a:cubicBezTo>
                    <a:pt x="8" y="28"/>
                    <a:pt x="15" y="11"/>
                    <a:pt x="25" y="0"/>
                  </a:cubicBezTo>
                  <a:cubicBezTo>
                    <a:pt x="15" y="11"/>
                    <a:pt x="8" y="28"/>
                    <a:pt x="1" y="4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5" name="Google Shape;7025;p129"/>
            <p:cNvSpPr/>
            <p:nvPr/>
          </p:nvSpPr>
          <p:spPr>
            <a:xfrm>
              <a:off x="1600245" y="1982534"/>
              <a:ext cx="109" cy="204"/>
            </a:xfrm>
            <a:custGeom>
              <a:rect b="b" l="l" r="r" t="t"/>
              <a:pathLst>
                <a:path extrusionOk="0" h="15" w="8">
                  <a:moveTo>
                    <a:pt x="1" y="1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6" name="Google Shape;7026;p129"/>
            <p:cNvSpPr/>
            <p:nvPr/>
          </p:nvSpPr>
          <p:spPr>
            <a:xfrm>
              <a:off x="1598684" y="1984476"/>
              <a:ext cx="149" cy="163"/>
            </a:xfrm>
            <a:custGeom>
              <a:rect b="b" l="l" r="r" t="t"/>
              <a:pathLst>
                <a:path extrusionOk="0" h="12" w="11">
                  <a:moveTo>
                    <a:pt x="11"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7" name="Google Shape;7027;p129"/>
            <p:cNvSpPr/>
            <p:nvPr/>
          </p:nvSpPr>
          <p:spPr>
            <a:xfrm>
              <a:off x="1596498" y="1985101"/>
              <a:ext cx="1534" cy="1195"/>
            </a:xfrm>
            <a:custGeom>
              <a:rect b="b" l="l" r="r" t="t"/>
              <a:pathLst>
                <a:path extrusionOk="0" h="88" w="113">
                  <a:moveTo>
                    <a:pt x="112" y="0"/>
                  </a:moveTo>
                  <a:lnTo>
                    <a:pt x="112" y="0"/>
                  </a:lnTo>
                  <a:cubicBezTo>
                    <a:pt x="74" y="25"/>
                    <a:pt x="35" y="56"/>
                    <a:pt x="0" y="88"/>
                  </a:cubicBezTo>
                  <a:cubicBezTo>
                    <a:pt x="35" y="56"/>
                    <a:pt x="74" y="25"/>
                    <a:pt x="11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8" name="Google Shape;7028;p129"/>
            <p:cNvSpPr/>
            <p:nvPr/>
          </p:nvSpPr>
          <p:spPr>
            <a:xfrm>
              <a:off x="1590456" y="2000538"/>
              <a:ext cx="163" cy="109"/>
            </a:xfrm>
            <a:custGeom>
              <a:rect b="b" l="l" r="r" t="t"/>
              <a:pathLst>
                <a:path extrusionOk="0" h="8" w="12">
                  <a:moveTo>
                    <a:pt x="1"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9" name="Google Shape;7029;p129"/>
            <p:cNvSpPr/>
            <p:nvPr/>
          </p:nvSpPr>
          <p:spPr>
            <a:xfrm>
              <a:off x="1619783" y="1999968"/>
              <a:ext cx="109" cy="353"/>
            </a:xfrm>
            <a:custGeom>
              <a:rect b="b" l="l" r="r" t="t"/>
              <a:pathLst>
                <a:path extrusionOk="0" h="26" w="8">
                  <a:moveTo>
                    <a:pt x="8" y="1"/>
                  </a:moveTo>
                  <a:lnTo>
                    <a:pt x="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0" name="Google Shape;7030;p129"/>
            <p:cNvSpPr/>
            <p:nvPr/>
          </p:nvSpPr>
          <p:spPr>
            <a:xfrm>
              <a:off x="1619213" y="2003783"/>
              <a:ext cx="68" cy="190"/>
            </a:xfrm>
            <a:custGeom>
              <a:rect b="b" l="l" r="r" t="t"/>
              <a:pathLst>
                <a:path extrusionOk="0" h="14" w="5">
                  <a:moveTo>
                    <a:pt x="1" y="0"/>
                  </a:moveTo>
                  <a:cubicBezTo>
                    <a:pt x="1" y="4"/>
                    <a:pt x="1" y="11"/>
                    <a:pt x="4" y="14"/>
                  </a:cubicBezTo>
                  <a:cubicBezTo>
                    <a:pt x="4" y="11"/>
                    <a:pt x="1"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1" name="Google Shape;7031;p129"/>
            <p:cNvSpPr/>
            <p:nvPr/>
          </p:nvSpPr>
          <p:spPr>
            <a:xfrm>
              <a:off x="1619267" y="2001964"/>
              <a:ext cx="54" cy="299"/>
            </a:xfrm>
            <a:custGeom>
              <a:rect b="b" l="l" r="r" t="t"/>
              <a:pathLst>
                <a:path extrusionOk="0" h="22" w="4">
                  <a:moveTo>
                    <a:pt x="4" y="1"/>
                  </a:moveTo>
                  <a:cubicBezTo>
                    <a:pt x="0" y="11"/>
                    <a:pt x="0" y="18"/>
                    <a:pt x="0" y="22"/>
                  </a:cubicBezTo>
                  <a:cubicBezTo>
                    <a:pt x="0" y="18"/>
                    <a:pt x="4" y="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2" name="Google Shape;7032;p129"/>
            <p:cNvSpPr/>
            <p:nvPr/>
          </p:nvSpPr>
          <p:spPr>
            <a:xfrm>
              <a:off x="1619362" y="2001353"/>
              <a:ext cx="109" cy="299"/>
            </a:xfrm>
            <a:custGeom>
              <a:rect b="b" l="l" r="r" t="t"/>
              <a:pathLst>
                <a:path extrusionOk="0" h="22" w="8">
                  <a:moveTo>
                    <a:pt x="7" y="0"/>
                  </a:moveTo>
                  <a:lnTo>
                    <a:pt x="0" y="21"/>
                  </a:lnTo>
                  <a:cubicBezTo>
                    <a:pt x="4" y="14"/>
                    <a:pt x="7" y="7"/>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3" name="Google Shape;7033;p129"/>
            <p:cNvSpPr/>
            <p:nvPr/>
          </p:nvSpPr>
          <p:spPr>
            <a:xfrm>
              <a:off x="1619552" y="2000688"/>
              <a:ext cx="109" cy="299"/>
            </a:xfrm>
            <a:custGeom>
              <a:rect b="b" l="l" r="r" t="t"/>
              <a:pathLst>
                <a:path extrusionOk="0" h="22" w="8">
                  <a:moveTo>
                    <a:pt x="7"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4" name="Google Shape;7034;p129"/>
            <p:cNvSpPr/>
            <p:nvPr/>
          </p:nvSpPr>
          <p:spPr>
            <a:xfrm>
              <a:off x="1619172" y="2003199"/>
              <a:ext cx="14" cy="258"/>
            </a:xfrm>
            <a:custGeom>
              <a:rect b="b" l="l" r="r" t="t"/>
              <a:pathLst>
                <a:path extrusionOk="0" h="19" w="1">
                  <a:moveTo>
                    <a:pt x="0" y="18"/>
                  </a:moveTo>
                  <a:lnTo>
                    <a:pt x="0" y="1"/>
                  </a:lnTo>
                  <a:cubicBezTo>
                    <a:pt x="0" y="8"/>
                    <a:pt x="0" y="11"/>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5" name="Google Shape;7035;p129"/>
            <p:cNvSpPr/>
            <p:nvPr/>
          </p:nvSpPr>
          <p:spPr>
            <a:xfrm>
              <a:off x="1620598" y="2025073"/>
              <a:ext cx="394" cy="774"/>
            </a:xfrm>
            <a:custGeom>
              <a:rect b="b" l="l" r="r" t="t"/>
              <a:pathLst>
                <a:path extrusionOk="0" h="57" w="29">
                  <a:moveTo>
                    <a:pt x="0" y="0"/>
                  </a:moveTo>
                  <a:lnTo>
                    <a:pt x="28" y="5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6" name="Google Shape;7036;p129"/>
            <p:cNvSpPr/>
            <p:nvPr/>
          </p:nvSpPr>
          <p:spPr>
            <a:xfrm>
              <a:off x="1619118" y="2022031"/>
              <a:ext cx="258" cy="530"/>
            </a:xfrm>
            <a:custGeom>
              <a:rect b="b" l="l" r="r" t="t"/>
              <a:pathLst>
                <a:path extrusionOk="0" h="39" w="19">
                  <a:moveTo>
                    <a:pt x="1" y="0"/>
                  </a:moveTo>
                  <a:cubicBezTo>
                    <a:pt x="8" y="11"/>
                    <a:pt x="11" y="25"/>
                    <a:pt x="18" y="39"/>
                  </a:cubicBezTo>
                  <a:cubicBezTo>
                    <a:pt x="11" y="25"/>
                    <a:pt x="8"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7" name="Google Shape;7037;p129"/>
            <p:cNvSpPr/>
            <p:nvPr/>
          </p:nvSpPr>
          <p:spPr>
            <a:xfrm>
              <a:off x="1622118" y="2027924"/>
              <a:ext cx="339" cy="584"/>
            </a:xfrm>
            <a:custGeom>
              <a:rect b="b" l="l" r="r" t="t"/>
              <a:pathLst>
                <a:path extrusionOk="0" h="43" w="25">
                  <a:moveTo>
                    <a:pt x="0" y="0"/>
                  </a:moveTo>
                  <a:lnTo>
                    <a:pt x="25" y="4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8" name="Google Shape;7038;p129"/>
            <p:cNvSpPr/>
            <p:nvPr/>
          </p:nvSpPr>
          <p:spPr>
            <a:xfrm>
              <a:off x="1619172" y="2002588"/>
              <a:ext cx="54" cy="299"/>
            </a:xfrm>
            <a:custGeom>
              <a:rect b="b" l="l" r="r" t="t"/>
              <a:pathLst>
                <a:path extrusionOk="0" h="22" w="4">
                  <a:moveTo>
                    <a:pt x="4" y="0"/>
                  </a:moveTo>
                  <a:cubicBezTo>
                    <a:pt x="0" y="7"/>
                    <a:pt x="0" y="14"/>
                    <a:pt x="4" y="21"/>
                  </a:cubicBez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9" name="Google Shape;7039;p129"/>
            <p:cNvSpPr/>
            <p:nvPr/>
          </p:nvSpPr>
          <p:spPr>
            <a:xfrm>
              <a:off x="1619742" y="2023403"/>
              <a:ext cx="299" cy="584"/>
            </a:xfrm>
            <a:custGeom>
              <a:rect b="b" l="l" r="r" t="t"/>
              <a:pathLst>
                <a:path extrusionOk="0" h="43" w="22">
                  <a:moveTo>
                    <a:pt x="0" y="1"/>
                  </a:moveTo>
                  <a:lnTo>
                    <a:pt x="21" y="4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0" name="Google Shape;7040;p129"/>
            <p:cNvSpPr/>
            <p:nvPr/>
          </p:nvSpPr>
          <p:spPr>
            <a:xfrm>
              <a:off x="1621548" y="2026879"/>
              <a:ext cx="434" cy="815"/>
            </a:xfrm>
            <a:custGeom>
              <a:rect b="b" l="l" r="r" t="t"/>
              <a:pathLst>
                <a:path extrusionOk="0" h="60" w="32">
                  <a:moveTo>
                    <a:pt x="0" y="0"/>
                  </a:moveTo>
                  <a:lnTo>
                    <a:pt x="32" y="6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1" name="Google Shape;7041;p129"/>
            <p:cNvSpPr/>
            <p:nvPr/>
          </p:nvSpPr>
          <p:spPr>
            <a:xfrm>
              <a:off x="1621073" y="2025928"/>
              <a:ext cx="394" cy="774"/>
            </a:xfrm>
            <a:custGeom>
              <a:rect b="b" l="l" r="r" t="t"/>
              <a:pathLst>
                <a:path extrusionOk="0" h="57" w="29">
                  <a:moveTo>
                    <a:pt x="0" y="0"/>
                  </a:moveTo>
                  <a:lnTo>
                    <a:pt x="28" y="5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2" name="Google Shape;7042;p129"/>
            <p:cNvSpPr/>
            <p:nvPr/>
          </p:nvSpPr>
          <p:spPr>
            <a:xfrm>
              <a:off x="1620123" y="2024122"/>
              <a:ext cx="394" cy="774"/>
            </a:xfrm>
            <a:custGeom>
              <a:rect b="b" l="l" r="r" t="t"/>
              <a:pathLst>
                <a:path extrusionOk="0" h="57" w="29">
                  <a:moveTo>
                    <a:pt x="0" y="0"/>
                  </a:moveTo>
                  <a:lnTo>
                    <a:pt x="28" y="5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3" name="Google Shape;7043;p129"/>
            <p:cNvSpPr/>
            <p:nvPr/>
          </p:nvSpPr>
          <p:spPr>
            <a:xfrm>
              <a:off x="1619403" y="2022642"/>
              <a:ext cx="299" cy="638"/>
            </a:xfrm>
            <a:custGeom>
              <a:rect b="b" l="l" r="r" t="t"/>
              <a:pathLst>
                <a:path extrusionOk="0" h="47" w="22">
                  <a:moveTo>
                    <a:pt x="1" y="1"/>
                  </a:moveTo>
                  <a:cubicBezTo>
                    <a:pt x="8" y="15"/>
                    <a:pt x="15" y="32"/>
                    <a:pt x="22" y="46"/>
                  </a:cubicBezTo>
                  <a:cubicBezTo>
                    <a:pt x="15" y="32"/>
                    <a:pt x="8" y="1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4" name="Google Shape;7044;p129"/>
            <p:cNvSpPr/>
            <p:nvPr/>
          </p:nvSpPr>
          <p:spPr>
            <a:xfrm>
              <a:off x="1619457" y="2004449"/>
              <a:ext cx="14" cy="54"/>
            </a:xfrm>
            <a:custGeom>
              <a:rect b="b" l="l" r="r" t="t"/>
              <a:pathLst>
                <a:path extrusionOk="0" h="4" w="1">
                  <a:moveTo>
                    <a:pt x="0" y="4"/>
                  </a:moveTo>
                  <a:lnTo>
                    <a:pt x="0" y="0"/>
                  </a:ln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5" name="Google Shape;7045;p129"/>
            <p:cNvSpPr/>
            <p:nvPr/>
          </p:nvSpPr>
          <p:spPr>
            <a:xfrm>
              <a:off x="1641466" y="2001964"/>
              <a:ext cx="20488" cy="25689"/>
            </a:xfrm>
            <a:custGeom>
              <a:rect b="b" l="l" r="r" t="t"/>
              <a:pathLst>
                <a:path extrusionOk="0" h="1892" w="1509">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6" name="Google Shape;7046;p129"/>
            <p:cNvSpPr/>
            <p:nvPr/>
          </p:nvSpPr>
          <p:spPr>
            <a:xfrm>
              <a:off x="1659470" y="2015473"/>
              <a:ext cx="258" cy="299"/>
            </a:xfrm>
            <a:custGeom>
              <a:rect b="b" l="l" r="r" t="t"/>
              <a:pathLst>
                <a:path extrusionOk="0" h="22" w="19">
                  <a:moveTo>
                    <a:pt x="18" y="0"/>
                  </a:moveTo>
                  <a:lnTo>
                    <a:pt x="1"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7" name="Google Shape;7047;p129"/>
            <p:cNvSpPr/>
            <p:nvPr/>
          </p:nvSpPr>
          <p:spPr>
            <a:xfrm>
              <a:off x="1656714" y="2018936"/>
              <a:ext cx="163" cy="258"/>
            </a:xfrm>
            <a:custGeom>
              <a:rect b="b" l="l" r="r" t="t"/>
              <a:pathLst>
                <a:path extrusionOk="0" h="19" w="12">
                  <a:moveTo>
                    <a:pt x="11" y="1"/>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8" name="Google Shape;7048;p129"/>
            <p:cNvSpPr/>
            <p:nvPr/>
          </p:nvSpPr>
          <p:spPr>
            <a:xfrm>
              <a:off x="1660760" y="2014143"/>
              <a:ext cx="149" cy="204"/>
            </a:xfrm>
            <a:custGeom>
              <a:rect b="b" l="l" r="r" t="t"/>
              <a:pathLst>
                <a:path extrusionOk="0" h="15" w="11">
                  <a:moveTo>
                    <a:pt x="11"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9" name="Google Shape;7049;p129"/>
            <p:cNvSpPr/>
            <p:nvPr/>
          </p:nvSpPr>
          <p:spPr>
            <a:xfrm>
              <a:off x="1654487" y="2022412"/>
              <a:ext cx="204" cy="339"/>
            </a:xfrm>
            <a:custGeom>
              <a:rect b="b" l="l" r="r" t="t"/>
              <a:pathLst>
                <a:path extrusionOk="0" h="25" w="15">
                  <a:moveTo>
                    <a:pt x="14" y="0"/>
                  </a:move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0" name="Google Shape;7050;p129"/>
            <p:cNvSpPr/>
            <p:nvPr/>
          </p:nvSpPr>
          <p:spPr>
            <a:xfrm>
              <a:off x="1660095" y="2014808"/>
              <a:ext cx="244" cy="244"/>
            </a:xfrm>
            <a:custGeom>
              <a:rect b="b" l="l" r="r" t="t"/>
              <a:pathLst>
                <a:path extrusionOk="0" h="18" w="18">
                  <a:moveTo>
                    <a:pt x="18"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1" name="Google Shape;7051;p129"/>
            <p:cNvSpPr/>
            <p:nvPr/>
          </p:nvSpPr>
          <p:spPr>
            <a:xfrm>
              <a:off x="1655478" y="2020646"/>
              <a:ext cx="204" cy="394"/>
            </a:xfrm>
            <a:custGeom>
              <a:rect b="b" l="l" r="r" t="t"/>
              <a:pathLst>
                <a:path extrusionOk="0" h="29" w="15">
                  <a:moveTo>
                    <a:pt x="15" y="1"/>
                  </a:moveTo>
                  <a:lnTo>
                    <a:pt x="1"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2" name="Google Shape;7052;p129"/>
            <p:cNvSpPr/>
            <p:nvPr/>
          </p:nvSpPr>
          <p:spPr>
            <a:xfrm>
              <a:off x="1654962" y="2021556"/>
              <a:ext cx="204" cy="339"/>
            </a:xfrm>
            <a:custGeom>
              <a:rect b="b" l="l" r="r" t="t"/>
              <a:pathLst>
                <a:path extrusionOk="0" h="25" w="15">
                  <a:moveTo>
                    <a:pt x="14" y="0"/>
                  </a:move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3" name="Google Shape;7053;p129"/>
            <p:cNvSpPr/>
            <p:nvPr/>
          </p:nvSpPr>
          <p:spPr>
            <a:xfrm>
              <a:off x="1656049" y="2019791"/>
              <a:ext cx="258" cy="353"/>
            </a:xfrm>
            <a:custGeom>
              <a:rect b="b" l="l" r="r" t="t"/>
              <a:pathLst>
                <a:path extrusionOk="0" h="26" w="19">
                  <a:moveTo>
                    <a:pt x="18" y="1"/>
                  </a:moveTo>
                  <a:lnTo>
                    <a:pt x="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4" name="Google Shape;7054;p129"/>
            <p:cNvSpPr/>
            <p:nvPr/>
          </p:nvSpPr>
          <p:spPr>
            <a:xfrm>
              <a:off x="1645933" y="2026634"/>
              <a:ext cx="4711" cy="774"/>
            </a:xfrm>
            <a:custGeom>
              <a:rect b="b" l="l" r="r" t="t"/>
              <a:pathLst>
                <a:path extrusionOk="0" h="57" w="347">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5" name="Google Shape;7055;p129"/>
            <p:cNvSpPr/>
            <p:nvPr/>
          </p:nvSpPr>
          <p:spPr>
            <a:xfrm>
              <a:off x="1658194" y="2017035"/>
              <a:ext cx="204" cy="258"/>
            </a:xfrm>
            <a:custGeom>
              <a:rect b="b" l="l" r="r" t="t"/>
              <a:pathLst>
                <a:path extrusionOk="0" h="19" w="15">
                  <a:moveTo>
                    <a:pt x="14"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6" name="Google Shape;7056;p129"/>
            <p:cNvSpPr/>
            <p:nvPr/>
          </p:nvSpPr>
          <p:spPr>
            <a:xfrm>
              <a:off x="1645268" y="2027395"/>
              <a:ext cx="489" cy="109"/>
            </a:xfrm>
            <a:custGeom>
              <a:rect b="b" l="l" r="r" t="t"/>
              <a:pathLst>
                <a:path extrusionOk="0" h="8" w="36">
                  <a:moveTo>
                    <a:pt x="35"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7" name="Google Shape;7057;p129"/>
            <p:cNvSpPr/>
            <p:nvPr/>
          </p:nvSpPr>
          <p:spPr>
            <a:xfrm>
              <a:off x="1658859" y="2016234"/>
              <a:ext cx="244" cy="299"/>
            </a:xfrm>
            <a:custGeom>
              <a:rect b="b" l="l" r="r" t="t"/>
              <a:pathLst>
                <a:path extrusionOk="0" h="22" w="18">
                  <a:moveTo>
                    <a:pt x="18"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8" name="Google Shape;7058;p129"/>
            <p:cNvSpPr/>
            <p:nvPr/>
          </p:nvSpPr>
          <p:spPr>
            <a:xfrm>
              <a:off x="1661371" y="2013613"/>
              <a:ext cx="109" cy="109"/>
            </a:xfrm>
            <a:custGeom>
              <a:rect b="b" l="l" r="r" t="t"/>
              <a:pathLst>
                <a:path extrusionOk="0" h="8" w="8">
                  <a:moveTo>
                    <a:pt x="8"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9" name="Google Shape;7059;p129"/>
            <p:cNvSpPr/>
            <p:nvPr/>
          </p:nvSpPr>
          <p:spPr>
            <a:xfrm>
              <a:off x="1654107" y="2023308"/>
              <a:ext cx="149" cy="299"/>
            </a:xfrm>
            <a:custGeom>
              <a:rect b="b" l="l" r="r" t="t"/>
              <a:pathLst>
                <a:path extrusionOk="0" h="22" w="11">
                  <a:moveTo>
                    <a:pt x="11" y="1"/>
                  </a:moveTo>
                  <a:cubicBezTo>
                    <a:pt x="7" y="8"/>
                    <a:pt x="4" y="15"/>
                    <a:pt x="0" y="22"/>
                  </a:cubicBezTo>
                  <a:cubicBezTo>
                    <a:pt x="4" y="15"/>
                    <a:pt x="7" y="8"/>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0" name="Google Shape;7060;p129"/>
            <p:cNvSpPr/>
            <p:nvPr/>
          </p:nvSpPr>
          <p:spPr>
            <a:xfrm>
              <a:off x="1641697" y="2026919"/>
              <a:ext cx="3476" cy="733"/>
            </a:xfrm>
            <a:custGeom>
              <a:rect b="b" l="l" r="r" t="t"/>
              <a:pathLst>
                <a:path extrusionOk="0" h="54" w="256">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1" name="Google Shape;7061;p129"/>
            <p:cNvSpPr/>
            <p:nvPr/>
          </p:nvSpPr>
          <p:spPr>
            <a:xfrm>
              <a:off x="1643123" y="2023688"/>
              <a:ext cx="68" cy="163"/>
            </a:xfrm>
            <a:custGeom>
              <a:rect b="b" l="l" r="r" t="t"/>
              <a:pathLst>
                <a:path extrusionOk="0" h="12" w="5">
                  <a:moveTo>
                    <a:pt x="1" y="1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2" name="Google Shape;7062;p129"/>
            <p:cNvSpPr/>
            <p:nvPr/>
          </p:nvSpPr>
          <p:spPr>
            <a:xfrm>
              <a:off x="1643082" y="2023837"/>
              <a:ext cx="54" cy="54"/>
            </a:xfrm>
            <a:custGeom>
              <a:rect b="b" l="l" r="r" t="t"/>
              <a:pathLst>
                <a:path extrusionOk="0" h="4" w="4">
                  <a:moveTo>
                    <a:pt x="0" y="4"/>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3" name="Google Shape;7063;p129"/>
            <p:cNvSpPr/>
            <p:nvPr/>
          </p:nvSpPr>
          <p:spPr>
            <a:xfrm>
              <a:off x="1642458" y="2013097"/>
              <a:ext cx="1344" cy="8798"/>
            </a:xfrm>
            <a:custGeom>
              <a:rect b="b" l="l" r="r" t="t"/>
              <a:pathLst>
                <a:path extrusionOk="0" h="648" w="99">
                  <a:moveTo>
                    <a:pt x="1" y="1"/>
                  </a:moveTo>
                  <a:lnTo>
                    <a:pt x="1" y="1"/>
                  </a:lnTo>
                  <a:cubicBezTo>
                    <a:pt x="74" y="183"/>
                    <a:pt x="95" y="473"/>
                    <a:pt x="85" y="648"/>
                  </a:cubicBezTo>
                  <a:cubicBezTo>
                    <a:pt x="99" y="473"/>
                    <a:pt x="74" y="183"/>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4" name="Google Shape;7064;p129"/>
            <p:cNvSpPr/>
            <p:nvPr/>
          </p:nvSpPr>
          <p:spPr>
            <a:xfrm>
              <a:off x="1644128" y="2004353"/>
              <a:ext cx="14" cy="54"/>
            </a:xfrm>
            <a:custGeom>
              <a:rect b="b" l="l" r="r" t="t"/>
              <a:pathLst>
                <a:path extrusionOk="0" h="4" w="1">
                  <a:moveTo>
                    <a:pt x="0"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5" name="Google Shape;7065;p129"/>
            <p:cNvSpPr/>
            <p:nvPr/>
          </p:nvSpPr>
          <p:spPr>
            <a:xfrm>
              <a:off x="1644358" y="2003783"/>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6" name="Google Shape;7066;p129"/>
            <p:cNvSpPr/>
            <p:nvPr/>
          </p:nvSpPr>
          <p:spPr>
            <a:xfrm>
              <a:off x="1644834" y="2002059"/>
              <a:ext cx="109" cy="258"/>
            </a:xfrm>
            <a:custGeom>
              <a:rect b="b" l="l" r="r" t="t"/>
              <a:pathLst>
                <a:path extrusionOk="0" h="19" w="8">
                  <a:moveTo>
                    <a:pt x="1" y="1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7" name="Google Shape;7067;p129"/>
            <p:cNvSpPr/>
            <p:nvPr/>
          </p:nvSpPr>
          <p:spPr>
            <a:xfrm>
              <a:off x="1644033" y="2004544"/>
              <a:ext cx="14" cy="54"/>
            </a:xfrm>
            <a:custGeom>
              <a:rect b="b" l="l" r="r" t="t"/>
              <a:pathLst>
                <a:path extrusionOk="0" h="4" w="1">
                  <a:moveTo>
                    <a:pt x="0"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8" name="Google Shape;7068;p129"/>
            <p:cNvSpPr/>
            <p:nvPr/>
          </p:nvSpPr>
          <p:spPr>
            <a:xfrm>
              <a:off x="1643028" y="2023878"/>
              <a:ext cx="68" cy="109"/>
            </a:xfrm>
            <a:custGeom>
              <a:rect b="b" l="l" r="r" t="t"/>
              <a:pathLst>
                <a:path extrusionOk="0" h="8" w="5">
                  <a:moveTo>
                    <a:pt x="1"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9" name="Google Shape;7069;p129"/>
            <p:cNvSpPr/>
            <p:nvPr/>
          </p:nvSpPr>
          <p:spPr>
            <a:xfrm>
              <a:off x="1643693" y="2005114"/>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0" name="Google Shape;7070;p129"/>
            <p:cNvSpPr/>
            <p:nvPr/>
          </p:nvSpPr>
          <p:spPr>
            <a:xfrm>
              <a:off x="1644453" y="2003389"/>
              <a:ext cx="68" cy="109"/>
            </a:xfrm>
            <a:custGeom>
              <a:rect b="b" l="l" r="r" t="t"/>
              <a:pathLst>
                <a:path extrusionOk="0" h="8" w="5">
                  <a:moveTo>
                    <a:pt x="1"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1" name="Google Shape;7071;p129"/>
            <p:cNvSpPr/>
            <p:nvPr/>
          </p:nvSpPr>
          <p:spPr>
            <a:xfrm>
              <a:off x="1642607" y="2024598"/>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2" name="Google Shape;7072;p129"/>
            <p:cNvSpPr/>
            <p:nvPr/>
          </p:nvSpPr>
          <p:spPr>
            <a:xfrm>
              <a:off x="1642987" y="2024027"/>
              <a:ext cx="54" cy="54"/>
            </a:xfrm>
            <a:custGeom>
              <a:rect b="b" l="l" r="r" t="t"/>
              <a:pathLst>
                <a:path extrusionOk="0" h="4" w="4">
                  <a:moveTo>
                    <a:pt x="0" y="4"/>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3" name="Google Shape;7073;p129"/>
            <p:cNvSpPr/>
            <p:nvPr/>
          </p:nvSpPr>
          <p:spPr>
            <a:xfrm>
              <a:off x="1642702" y="2024407"/>
              <a:ext cx="109" cy="109"/>
            </a:xfrm>
            <a:custGeom>
              <a:rect b="b" l="l" r="r" t="t"/>
              <a:pathLst>
                <a:path extrusionOk="0" h="8" w="8">
                  <a:moveTo>
                    <a:pt x="0" y="7"/>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4" name="Google Shape;7074;p129"/>
            <p:cNvSpPr/>
            <p:nvPr/>
          </p:nvSpPr>
          <p:spPr>
            <a:xfrm>
              <a:off x="1643652" y="2005209"/>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5" name="Google Shape;7075;p129"/>
            <p:cNvSpPr/>
            <p:nvPr/>
          </p:nvSpPr>
          <p:spPr>
            <a:xfrm>
              <a:off x="1642838" y="2024258"/>
              <a:ext cx="68" cy="109"/>
            </a:xfrm>
            <a:custGeom>
              <a:rect b="b" l="l" r="r" t="t"/>
              <a:pathLst>
                <a:path extrusionOk="0" h="8" w="5">
                  <a:moveTo>
                    <a:pt x="1"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6" name="Google Shape;7076;p129"/>
            <p:cNvSpPr/>
            <p:nvPr/>
          </p:nvSpPr>
          <p:spPr>
            <a:xfrm>
              <a:off x="1643408" y="2021882"/>
              <a:ext cx="163" cy="1113"/>
            </a:xfrm>
            <a:custGeom>
              <a:rect b="b" l="l" r="r" t="t"/>
              <a:pathLst>
                <a:path extrusionOk="0" h="82" w="12">
                  <a:moveTo>
                    <a:pt x="1" y="81"/>
                  </a:moveTo>
                  <a:cubicBezTo>
                    <a:pt x="4" y="53"/>
                    <a:pt x="11" y="29"/>
                    <a:pt x="11" y="1"/>
                  </a:cubicBezTo>
                  <a:cubicBezTo>
                    <a:pt x="11" y="29"/>
                    <a:pt x="4" y="53"/>
                    <a:pt x="1" y="8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7" name="Google Shape;7077;p129"/>
            <p:cNvSpPr/>
            <p:nvPr/>
          </p:nvSpPr>
          <p:spPr>
            <a:xfrm>
              <a:off x="1644698" y="2002588"/>
              <a:ext cx="109" cy="204"/>
            </a:xfrm>
            <a:custGeom>
              <a:rect b="b" l="l" r="r" t="t"/>
              <a:pathLst>
                <a:path extrusionOk="0" h="15" w="8">
                  <a:moveTo>
                    <a:pt x="0" y="14"/>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8" name="Google Shape;7078;p129"/>
            <p:cNvSpPr/>
            <p:nvPr/>
          </p:nvSpPr>
          <p:spPr>
            <a:xfrm>
              <a:off x="1643937" y="2004734"/>
              <a:ext cx="14" cy="54"/>
            </a:xfrm>
            <a:custGeom>
              <a:rect b="b" l="l" r="r" t="t"/>
              <a:pathLst>
                <a:path extrusionOk="0" h="4" w="1">
                  <a:moveTo>
                    <a:pt x="0"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9" name="Google Shape;7079;p129"/>
            <p:cNvSpPr/>
            <p:nvPr/>
          </p:nvSpPr>
          <p:spPr>
            <a:xfrm>
              <a:off x="1642267" y="202520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0" name="Google Shape;7080;p129"/>
            <p:cNvSpPr/>
            <p:nvPr/>
          </p:nvSpPr>
          <p:spPr>
            <a:xfrm>
              <a:off x="1644603" y="2003009"/>
              <a:ext cx="54" cy="163"/>
            </a:xfrm>
            <a:custGeom>
              <a:rect b="b" l="l" r="r" t="t"/>
              <a:pathLst>
                <a:path extrusionOk="0" h="12" w="4">
                  <a:moveTo>
                    <a:pt x="0" y="1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1" name="Google Shape;7081;p129"/>
            <p:cNvSpPr/>
            <p:nvPr/>
          </p:nvSpPr>
          <p:spPr>
            <a:xfrm>
              <a:off x="1642892" y="2024122"/>
              <a:ext cx="109" cy="109"/>
            </a:xfrm>
            <a:custGeom>
              <a:rect b="b" l="l" r="r" t="t"/>
              <a:pathLst>
                <a:path extrusionOk="0" h="8" w="8">
                  <a:moveTo>
                    <a:pt x="0" y="7"/>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2" name="Google Shape;7082;p129"/>
            <p:cNvSpPr/>
            <p:nvPr/>
          </p:nvSpPr>
          <p:spPr>
            <a:xfrm>
              <a:off x="1643598" y="2005250"/>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3" name="Google Shape;7083;p129"/>
            <p:cNvSpPr/>
            <p:nvPr/>
          </p:nvSpPr>
          <p:spPr>
            <a:xfrm>
              <a:off x="1643842" y="2004869"/>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4" name="Google Shape;7084;p129"/>
            <p:cNvSpPr/>
            <p:nvPr/>
          </p:nvSpPr>
          <p:spPr>
            <a:xfrm>
              <a:off x="1642458" y="2024883"/>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5" name="Google Shape;7085;p129"/>
            <p:cNvSpPr/>
            <p:nvPr/>
          </p:nvSpPr>
          <p:spPr>
            <a:xfrm>
              <a:off x="1643747" y="2004964"/>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6" name="Google Shape;7086;p129"/>
            <p:cNvSpPr/>
            <p:nvPr/>
          </p:nvSpPr>
          <p:spPr>
            <a:xfrm>
              <a:off x="1415781" y="1868483"/>
              <a:ext cx="74445" cy="23055"/>
            </a:xfrm>
            <a:custGeom>
              <a:rect b="b" l="l" r="r" t="t"/>
              <a:pathLst>
                <a:path extrusionOk="0" h="1698" w="5483">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7" name="Google Shape;7087;p129"/>
            <p:cNvSpPr/>
            <p:nvPr/>
          </p:nvSpPr>
          <p:spPr>
            <a:xfrm>
              <a:off x="1460410" y="1905007"/>
              <a:ext cx="815" cy="434"/>
            </a:xfrm>
            <a:custGeom>
              <a:rect b="b" l="l" r="r" t="t"/>
              <a:pathLst>
                <a:path extrusionOk="0" h="32" w="60">
                  <a:moveTo>
                    <a:pt x="56" y="0"/>
                  </a:moveTo>
                  <a:lnTo>
                    <a:pt x="0" y="32"/>
                  </a:lnTo>
                  <a:lnTo>
                    <a:pt x="0" y="32"/>
                  </a:lnTo>
                  <a:lnTo>
                    <a:pt x="6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8" name="Google Shape;7088;p129"/>
            <p:cNvSpPr/>
            <p:nvPr/>
          </p:nvSpPr>
          <p:spPr>
            <a:xfrm>
              <a:off x="1461402" y="1905075"/>
              <a:ext cx="13333" cy="3286"/>
            </a:xfrm>
            <a:custGeom>
              <a:rect b="b" l="l" r="r" t="t"/>
              <a:pathLst>
                <a:path extrusionOk="0" h="242" w="982">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9" name="Google Shape;7089;p129"/>
            <p:cNvSpPr/>
            <p:nvPr/>
          </p:nvSpPr>
          <p:spPr>
            <a:xfrm>
              <a:off x="1545446" y="1904002"/>
              <a:ext cx="11039" cy="3720"/>
            </a:xfrm>
            <a:custGeom>
              <a:rect b="b" l="l" r="r" t="t"/>
              <a:pathLst>
                <a:path extrusionOk="0" h="274" w="813">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0" name="Google Shape;7090;p129"/>
            <p:cNvSpPr/>
            <p:nvPr/>
          </p:nvSpPr>
          <p:spPr>
            <a:xfrm>
              <a:off x="1591976" y="2466518"/>
              <a:ext cx="8907" cy="7115"/>
            </a:xfrm>
            <a:custGeom>
              <a:rect b="b" l="l" r="r" t="t"/>
              <a:pathLst>
                <a:path extrusionOk="0" h="524" w="656">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1" name="Google Shape;7091;p129"/>
            <p:cNvSpPr/>
            <p:nvPr/>
          </p:nvSpPr>
          <p:spPr>
            <a:xfrm>
              <a:off x="1602621" y="2468718"/>
              <a:ext cx="10862" cy="5540"/>
            </a:xfrm>
            <a:custGeom>
              <a:rect b="b" l="l" r="r" t="t"/>
              <a:pathLst>
                <a:path extrusionOk="0" h="408" w="80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2" name="Google Shape;7092;p129"/>
            <p:cNvSpPr/>
            <p:nvPr/>
          </p:nvSpPr>
          <p:spPr>
            <a:xfrm>
              <a:off x="1441633" y="2034672"/>
              <a:ext cx="41181" cy="45838"/>
            </a:xfrm>
            <a:custGeom>
              <a:rect b="b" l="l" r="r" t="t"/>
              <a:pathLst>
                <a:path extrusionOk="0" h="3376" w="3033">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3" name="Google Shape;7093;p129"/>
            <p:cNvSpPr/>
            <p:nvPr/>
          </p:nvSpPr>
          <p:spPr>
            <a:xfrm>
              <a:off x="1464633" y="2038813"/>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4" name="Google Shape;7094;p129"/>
            <p:cNvSpPr/>
            <p:nvPr/>
          </p:nvSpPr>
          <p:spPr>
            <a:xfrm>
              <a:off x="1462501" y="2038053"/>
              <a:ext cx="149" cy="109"/>
            </a:xfrm>
            <a:custGeom>
              <a:rect b="b" l="l" r="r" t="t"/>
              <a:pathLst>
                <a:path extrusionOk="0" h="8" w="11">
                  <a:moveTo>
                    <a:pt x="0" y="0"/>
                  </a:moveTo>
                  <a:lnTo>
                    <a:pt x="1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5" name="Google Shape;7095;p129"/>
            <p:cNvSpPr/>
            <p:nvPr/>
          </p:nvSpPr>
          <p:spPr>
            <a:xfrm>
              <a:off x="1475767" y="2042140"/>
              <a:ext cx="244" cy="244"/>
            </a:xfrm>
            <a:custGeom>
              <a:rect b="b" l="l" r="r" t="t"/>
              <a:pathLst>
                <a:path extrusionOk="0" h="18" w="18">
                  <a:moveTo>
                    <a:pt x="0" y="18"/>
                  </a:moveTo>
                  <a:cubicBezTo>
                    <a:pt x="7" y="11"/>
                    <a:pt x="11" y="7"/>
                    <a:pt x="18" y="0"/>
                  </a:cubicBezTo>
                  <a:cubicBezTo>
                    <a:pt x="11" y="7"/>
                    <a:pt x="7" y="11"/>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6" name="Google Shape;7096;p129"/>
            <p:cNvSpPr/>
            <p:nvPr/>
          </p:nvSpPr>
          <p:spPr>
            <a:xfrm>
              <a:off x="1463112" y="2038338"/>
              <a:ext cx="204" cy="54"/>
            </a:xfrm>
            <a:custGeom>
              <a:rect b="b" l="l" r="r" t="t"/>
              <a:pathLst>
                <a:path extrusionOk="0" h="4" w="15">
                  <a:moveTo>
                    <a:pt x="1" y="0"/>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7" name="Google Shape;7097;p129"/>
            <p:cNvSpPr/>
            <p:nvPr/>
          </p:nvSpPr>
          <p:spPr>
            <a:xfrm>
              <a:off x="1464158" y="2038718"/>
              <a:ext cx="204" cy="54"/>
            </a:xfrm>
            <a:custGeom>
              <a:rect b="b" l="l" r="r" t="t"/>
              <a:pathLst>
                <a:path extrusionOk="0" h="4" w="15">
                  <a:moveTo>
                    <a:pt x="1" y="0"/>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8" name="Google Shape;7098;p129"/>
            <p:cNvSpPr/>
            <p:nvPr/>
          </p:nvSpPr>
          <p:spPr>
            <a:xfrm>
              <a:off x="1463642" y="2038569"/>
              <a:ext cx="204" cy="68"/>
            </a:xfrm>
            <a:custGeom>
              <a:rect b="b" l="l" r="r" t="t"/>
              <a:pathLst>
                <a:path extrusionOk="0" h="5" w="15">
                  <a:moveTo>
                    <a:pt x="0" y="1"/>
                  </a:moveTo>
                  <a:lnTo>
                    <a:pt x="1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9" name="Google Shape;7099;p129"/>
            <p:cNvSpPr/>
            <p:nvPr/>
          </p:nvSpPr>
          <p:spPr>
            <a:xfrm>
              <a:off x="1478048" y="2043891"/>
              <a:ext cx="149" cy="163"/>
            </a:xfrm>
            <a:custGeom>
              <a:rect b="b" l="l" r="r" t="t"/>
              <a:pathLst>
                <a:path extrusionOk="0" h="12" w="11">
                  <a:moveTo>
                    <a:pt x="0" y="1"/>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0" name="Google Shape;7100;p129"/>
            <p:cNvSpPr/>
            <p:nvPr/>
          </p:nvSpPr>
          <p:spPr>
            <a:xfrm>
              <a:off x="1478428" y="2044326"/>
              <a:ext cx="1670" cy="1819"/>
            </a:xfrm>
            <a:custGeom>
              <a:rect b="b" l="l" r="r" t="t"/>
              <a:pathLst>
                <a:path extrusionOk="0" h="134" w="123">
                  <a:moveTo>
                    <a:pt x="0" y="1"/>
                  </a:moveTo>
                  <a:lnTo>
                    <a:pt x="0" y="1"/>
                  </a:lnTo>
                  <a:cubicBezTo>
                    <a:pt x="49" y="49"/>
                    <a:pt x="91" y="98"/>
                    <a:pt x="116" y="130"/>
                  </a:cubicBezTo>
                  <a:lnTo>
                    <a:pt x="123" y="133"/>
                  </a:lnTo>
                  <a:cubicBezTo>
                    <a:pt x="98" y="105"/>
                    <a:pt x="53" y="53"/>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1" name="Google Shape;7101;p129"/>
            <p:cNvSpPr/>
            <p:nvPr/>
          </p:nvSpPr>
          <p:spPr>
            <a:xfrm>
              <a:off x="1459026" y="2036152"/>
              <a:ext cx="204" cy="109"/>
            </a:xfrm>
            <a:custGeom>
              <a:rect b="b" l="l" r="r" t="t"/>
              <a:pathLst>
                <a:path extrusionOk="0" h="8" w="15">
                  <a:moveTo>
                    <a:pt x="1" y="0"/>
                  </a:moveTo>
                  <a:lnTo>
                    <a:pt x="15"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2" name="Google Shape;7102;p129"/>
            <p:cNvSpPr/>
            <p:nvPr/>
          </p:nvSpPr>
          <p:spPr>
            <a:xfrm>
              <a:off x="1457559" y="2035147"/>
              <a:ext cx="244" cy="163"/>
            </a:xfrm>
            <a:custGeom>
              <a:rect b="b" l="l" r="r" t="t"/>
              <a:pathLst>
                <a:path extrusionOk="0" h="12" w="18">
                  <a:moveTo>
                    <a:pt x="0" y="1"/>
                  </a:moveTo>
                  <a:lnTo>
                    <a:pt x="1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3" name="Google Shape;7103;p129"/>
            <p:cNvSpPr/>
            <p:nvPr/>
          </p:nvSpPr>
          <p:spPr>
            <a:xfrm>
              <a:off x="1458265" y="2035622"/>
              <a:ext cx="163" cy="109"/>
            </a:xfrm>
            <a:custGeom>
              <a:rect b="b" l="l" r="r" t="t"/>
              <a:pathLst>
                <a:path extrusionOk="0" h="8" w="12">
                  <a:moveTo>
                    <a:pt x="1"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4" name="Google Shape;7104;p129"/>
            <p:cNvSpPr/>
            <p:nvPr/>
          </p:nvSpPr>
          <p:spPr>
            <a:xfrm>
              <a:off x="1477192" y="2043090"/>
              <a:ext cx="434" cy="394"/>
            </a:xfrm>
            <a:custGeom>
              <a:rect b="b" l="l" r="r" t="t"/>
              <a:pathLst>
                <a:path extrusionOk="0" h="29" w="32">
                  <a:moveTo>
                    <a:pt x="0" y="0"/>
                  </a:moveTo>
                  <a:lnTo>
                    <a:pt x="32"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5" name="Google Shape;7105;p129"/>
            <p:cNvSpPr/>
            <p:nvPr/>
          </p:nvSpPr>
          <p:spPr>
            <a:xfrm>
              <a:off x="1460356" y="2036912"/>
              <a:ext cx="258" cy="204"/>
            </a:xfrm>
            <a:custGeom>
              <a:rect b="b" l="l" r="r" t="t"/>
              <a:pathLst>
                <a:path extrusionOk="0" h="15" w="19">
                  <a:moveTo>
                    <a:pt x="1" y="0"/>
                  </a:moveTo>
                  <a:lnTo>
                    <a:pt x="18"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6" name="Google Shape;7106;p129"/>
            <p:cNvSpPr/>
            <p:nvPr/>
          </p:nvSpPr>
          <p:spPr>
            <a:xfrm>
              <a:off x="1456935" y="2034726"/>
              <a:ext cx="258" cy="204"/>
            </a:xfrm>
            <a:custGeom>
              <a:rect b="b" l="l" r="r" t="t"/>
              <a:pathLst>
                <a:path extrusionOk="0" h="15" w="19">
                  <a:moveTo>
                    <a:pt x="1" y="0"/>
                  </a:moveTo>
                  <a:lnTo>
                    <a:pt x="18"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7" name="Google Shape;7107;p129"/>
            <p:cNvSpPr/>
            <p:nvPr/>
          </p:nvSpPr>
          <p:spPr>
            <a:xfrm>
              <a:off x="1459691" y="2036532"/>
              <a:ext cx="258" cy="149"/>
            </a:xfrm>
            <a:custGeom>
              <a:rect b="b" l="l" r="r" t="t"/>
              <a:pathLst>
                <a:path extrusionOk="0" h="11" w="19">
                  <a:moveTo>
                    <a:pt x="1" y="0"/>
                  </a:moveTo>
                  <a:lnTo>
                    <a:pt x="1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8" name="Google Shape;7108;p129"/>
            <p:cNvSpPr/>
            <p:nvPr/>
          </p:nvSpPr>
          <p:spPr>
            <a:xfrm>
              <a:off x="1461021" y="2037293"/>
              <a:ext cx="258" cy="149"/>
            </a:xfrm>
            <a:custGeom>
              <a:rect b="b" l="l" r="r" t="t"/>
              <a:pathLst>
                <a:path extrusionOk="0" h="11" w="19">
                  <a:moveTo>
                    <a:pt x="1" y="0"/>
                  </a:moveTo>
                  <a:lnTo>
                    <a:pt x="1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9" name="Google Shape;7109;p129"/>
            <p:cNvSpPr/>
            <p:nvPr/>
          </p:nvSpPr>
          <p:spPr>
            <a:xfrm>
              <a:off x="1461687" y="2037673"/>
              <a:ext cx="204" cy="109"/>
            </a:xfrm>
            <a:custGeom>
              <a:rect b="b" l="l" r="r" t="t"/>
              <a:pathLst>
                <a:path extrusionOk="0" h="8" w="15">
                  <a:moveTo>
                    <a:pt x="1" y="0"/>
                  </a:moveTo>
                  <a:lnTo>
                    <a:pt x="15"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0" name="Google Shape;7110;p129"/>
            <p:cNvSpPr/>
            <p:nvPr/>
          </p:nvSpPr>
          <p:spPr>
            <a:xfrm>
              <a:off x="1452522" y="2077971"/>
              <a:ext cx="299" cy="394"/>
            </a:xfrm>
            <a:custGeom>
              <a:rect b="b" l="l" r="r" t="t"/>
              <a:pathLst>
                <a:path extrusionOk="0" h="29" w="22">
                  <a:moveTo>
                    <a:pt x="0" y="1"/>
                  </a:moveTo>
                  <a:lnTo>
                    <a:pt x="0" y="1"/>
                  </a:lnTo>
                  <a:cubicBezTo>
                    <a:pt x="7" y="11"/>
                    <a:pt x="14" y="18"/>
                    <a:pt x="21" y="29"/>
                  </a:cubicBezTo>
                  <a:cubicBezTo>
                    <a:pt x="14" y="18"/>
                    <a:pt x="7"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1" name="Google Shape;7111;p129"/>
            <p:cNvSpPr/>
            <p:nvPr/>
          </p:nvSpPr>
          <p:spPr>
            <a:xfrm>
              <a:off x="1480084" y="2046131"/>
              <a:ext cx="733" cy="815"/>
            </a:xfrm>
            <a:custGeom>
              <a:rect b="b" l="l" r="r" t="t"/>
              <a:pathLst>
                <a:path extrusionOk="0" h="60" w="54">
                  <a:moveTo>
                    <a:pt x="1" y="0"/>
                  </a:moveTo>
                  <a:lnTo>
                    <a:pt x="25" y="28"/>
                  </a:lnTo>
                  <a:lnTo>
                    <a:pt x="53" y="60"/>
                  </a:lnTo>
                  <a:lnTo>
                    <a:pt x="15" y="14"/>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2" name="Google Shape;7112;p129"/>
            <p:cNvSpPr/>
            <p:nvPr/>
          </p:nvSpPr>
          <p:spPr>
            <a:xfrm>
              <a:off x="1449100" y="2076925"/>
              <a:ext cx="530" cy="109"/>
            </a:xfrm>
            <a:custGeom>
              <a:rect b="b" l="l" r="r" t="t"/>
              <a:pathLst>
                <a:path extrusionOk="0" h="8" w="39">
                  <a:moveTo>
                    <a:pt x="39"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3" name="Google Shape;7113;p129"/>
            <p:cNvSpPr/>
            <p:nvPr/>
          </p:nvSpPr>
          <p:spPr>
            <a:xfrm>
              <a:off x="1446724" y="2070462"/>
              <a:ext cx="149" cy="204"/>
            </a:xfrm>
            <a:custGeom>
              <a:rect b="b" l="l" r="r" t="t"/>
              <a:pathLst>
                <a:path extrusionOk="0" h="15" w="11">
                  <a:moveTo>
                    <a:pt x="11"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4" name="Google Shape;7114;p129"/>
            <p:cNvSpPr/>
            <p:nvPr/>
          </p:nvSpPr>
          <p:spPr>
            <a:xfrm>
              <a:off x="1451897" y="2077400"/>
              <a:ext cx="258" cy="204"/>
            </a:xfrm>
            <a:custGeom>
              <a:rect b="b" l="l" r="r" t="t"/>
              <a:pathLst>
                <a:path extrusionOk="0" h="15" w="19">
                  <a:moveTo>
                    <a:pt x="18"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5" name="Google Shape;7115;p129"/>
            <p:cNvSpPr/>
            <p:nvPr/>
          </p:nvSpPr>
          <p:spPr>
            <a:xfrm>
              <a:off x="1447390" y="2071698"/>
              <a:ext cx="54" cy="163"/>
            </a:xfrm>
            <a:custGeom>
              <a:rect b="b" l="l" r="r" t="t"/>
              <a:pathLst>
                <a:path extrusionOk="0" h="12" w="4">
                  <a:moveTo>
                    <a:pt x="0" y="1"/>
                  </a:moveTo>
                  <a:lnTo>
                    <a:pt x="0" y="1"/>
                  </a:lnTo>
                  <a:cubicBezTo>
                    <a:pt x="0" y="4"/>
                    <a:pt x="4" y="11"/>
                    <a:pt x="4" y="11"/>
                  </a:cubicBezTo>
                  <a:cubicBezTo>
                    <a:pt x="4" y="8"/>
                    <a:pt x="0"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6" name="Google Shape;7116;p129"/>
            <p:cNvSpPr/>
            <p:nvPr/>
          </p:nvSpPr>
          <p:spPr>
            <a:xfrm>
              <a:off x="1447104" y="2071087"/>
              <a:ext cx="109" cy="204"/>
            </a:xfrm>
            <a:custGeom>
              <a:rect b="b" l="l" r="r" t="t"/>
              <a:pathLst>
                <a:path extrusionOk="0" h="15" w="8">
                  <a:moveTo>
                    <a:pt x="7"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7" name="Google Shape;7117;p129"/>
            <p:cNvSpPr/>
            <p:nvPr/>
          </p:nvSpPr>
          <p:spPr>
            <a:xfrm>
              <a:off x="1447580" y="2072933"/>
              <a:ext cx="14" cy="204"/>
            </a:xfrm>
            <a:custGeom>
              <a:rect b="b" l="l" r="r" t="t"/>
              <a:pathLst>
                <a:path extrusionOk="0" h="15" w="1">
                  <a:moveTo>
                    <a:pt x="0"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8" name="Google Shape;7118;p129"/>
            <p:cNvSpPr/>
            <p:nvPr/>
          </p:nvSpPr>
          <p:spPr>
            <a:xfrm>
              <a:off x="1482705" y="2049974"/>
              <a:ext cx="54" cy="68"/>
            </a:xfrm>
            <a:custGeom>
              <a:rect b="b" l="l" r="r" t="t"/>
              <a:pathLst>
                <a:path extrusionOk="0" h="5" w="4">
                  <a:moveTo>
                    <a:pt x="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9" name="Google Shape;7119;p129"/>
            <p:cNvSpPr/>
            <p:nvPr/>
          </p:nvSpPr>
          <p:spPr>
            <a:xfrm>
              <a:off x="1452807" y="2078351"/>
              <a:ext cx="1534" cy="1819"/>
            </a:xfrm>
            <a:custGeom>
              <a:rect b="b" l="l" r="r" t="t"/>
              <a:pathLst>
                <a:path extrusionOk="0" h="134" w="113">
                  <a:moveTo>
                    <a:pt x="0" y="1"/>
                  </a:moveTo>
                  <a:lnTo>
                    <a:pt x="0" y="1"/>
                  </a:lnTo>
                  <a:cubicBezTo>
                    <a:pt x="35" y="50"/>
                    <a:pt x="70" y="92"/>
                    <a:pt x="112" y="134"/>
                  </a:cubicBezTo>
                  <a:cubicBezTo>
                    <a:pt x="70" y="92"/>
                    <a:pt x="35" y="46"/>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0" name="Google Shape;7120;p129"/>
            <p:cNvSpPr/>
            <p:nvPr/>
          </p:nvSpPr>
          <p:spPr>
            <a:xfrm>
              <a:off x="1482460" y="2050313"/>
              <a:ext cx="68" cy="54"/>
            </a:xfrm>
            <a:custGeom>
              <a:rect b="b" l="l" r="r" t="t"/>
              <a:pathLst>
                <a:path extrusionOk="0" h="4" w="5">
                  <a:moveTo>
                    <a:pt x="4"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1" name="Google Shape;7121;p129"/>
            <p:cNvSpPr/>
            <p:nvPr/>
          </p:nvSpPr>
          <p:spPr>
            <a:xfrm>
              <a:off x="1482610" y="2050123"/>
              <a:ext cx="54" cy="109"/>
            </a:xfrm>
            <a:custGeom>
              <a:rect b="b" l="l" r="r" t="t"/>
              <a:pathLst>
                <a:path extrusionOk="0" h="8" w="4">
                  <a:moveTo>
                    <a:pt x="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2" name="Google Shape;7122;p129"/>
            <p:cNvSpPr/>
            <p:nvPr/>
          </p:nvSpPr>
          <p:spPr>
            <a:xfrm>
              <a:off x="1447390" y="2073463"/>
              <a:ext cx="54" cy="149"/>
            </a:xfrm>
            <a:custGeom>
              <a:rect b="b" l="l" r="r" t="t"/>
              <a:pathLst>
                <a:path extrusionOk="0" h="11" w="4">
                  <a:moveTo>
                    <a:pt x="4" y="0"/>
                  </a:moveTo>
                  <a:lnTo>
                    <a:pt x="4" y="0"/>
                  </a:lnTo>
                  <a:cubicBezTo>
                    <a:pt x="4" y="4"/>
                    <a:pt x="0" y="7"/>
                    <a:pt x="0" y="11"/>
                  </a:cubicBezTo>
                  <a:cubicBezTo>
                    <a:pt x="4" y="7"/>
                    <a:pt x="4" y="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3" name="Google Shape;7123;p129"/>
            <p:cNvSpPr/>
            <p:nvPr/>
          </p:nvSpPr>
          <p:spPr>
            <a:xfrm>
              <a:off x="1481320" y="2047598"/>
              <a:ext cx="1453" cy="2295"/>
            </a:xfrm>
            <a:custGeom>
              <a:rect b="b" l="l" r="r" t="t"/>
              <a:pathLst>
                <a:path extrusionOk="0" h="169" w="107">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4" name="Google Shape;7124;p129"/>
            <p:cNvSpPr/>
            <p:nvPr/>
          </p:nvSpPr>
          <p:spPr>
            <a:xfrm>
              <a:off x="1451571" y="2077170"/>
              <a:ext cx="299" cy="204"/>
            </a:xfrm>
            <a:custGeom>
              <a:rect b="b" l="l" r="r" t="t"/>
              <a:pathLst>
                <a:path extrusionOk="0" h="15" w="22">
                  <a:moveTo>
                    <a:pt x="21" y="14"/>
                  </a:moveTo>
                  <a:cubicBezTo>
                    <a:pt x="14" y="7"/>
                    <a:pt x="7" y="4"/>
                    <a:pt x="0" y="0"/>
                  </a:cubicBezTo>
                  <a:cubicBezTo>
                    <a:pt x="7" y="4"/>
                    <a:pt x="14" y="7"/>
                    <a:pt x="21"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5" name="Google Shape;7125;p129"/>
            <p:cNvSpPr/>
            <p:nvPr/>
          </p:nvSpPr>
          <p:spPr>
            <a:xfrm>
              <a:off x="1450947" y="2076980"/>
              <a:ext cx="204" cy="54"/>
            </a:xfrm>
            <a:custGeom>
              <a:rect b="b" l="l" r="r" t="t"/>
              <a:pathLst>
                <a:path extrusionOk="0" h="4" w="15">
                  <a:moveTo>
                    <a:pt x="15"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6" name="Google Shape;7126;p129"/>
            <p:cNvSpPr/>
            <p:nvPr/>
          </p:nvSpPr>
          <p:spPr>
            <a:xfrm>
              <a:off x="1452237" y="2077645"/>
              <a:ext cx="204" cy="244"/>
            </a:xfrm>
            <a:custGeom>
              <a:rect b="b" l="l" r="r" t="t"/>
              <a:pathLst>
                <a:path extrusionOk="0" h="18" w="15">
                  <a:moveTo>
                    <a:pt x="0" y="0"/>
                  </a:moveTo>
                  <a:lnTo>
                    <a:pt x="14"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7" name="Google Shape;7127;p129"/>
            <p:cNvSpPr/>
            <p:nvPr/>
          </p:nvSpPr>
          <p:spPr>
            <a:xfrm>
              <a:off x="1449671" y="2076884"/>
              <a:ext cx="625" cy="54"/>
            </a:xfrm>
            <a:custGeom>
              <a:rect b="b" l="l" r="r" t="t"/>
              <a:pathLst>
                <a:path extrusionOk="0" h="4" w="46">
                  <a:moveTo>
                    <a:pt x="46" y="0"/>
                  </a:moveTo>
                  <a:cubicBezTo>
                    <a:pt x="28" y="0"/>
                    <a:pt x="14" y="0"/>
                    <a:pt x="0" y="4"/>
                  </a:cubicBezTo>
                  <a:cubicBezTo>
                    <a:pt x="14" y="0"/>
                    <a:pt x="28" y="0"/>
                    <a:pt x="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8" name="Google Shape;7128;p129"/>
            <p:cNvSpPr/>
            <p:nvPr/>
          </p:nvSpPr>
          <p:spPr>
            <a:xfrm>
              <a:off x="1450621" y="2076884"/>
              <a:ext cx="244" cy="54"/>
            </a:xfrm>
            <a:custGeom>
              <a:rect b="b" l="l" r="r" t="t"/>
              <a:pathLst>
                <a:path extrusionOk="0" h="4" w="18">
                  <a:moveTo>
                    <a:pt x="18"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9" name="Google Shape;7129;p129"/>
            <p:cNvSpPr/>
            <p:nvPr/>
          </p:nvSpPr>
          <p:spPr>
            <a:xfrm>
              <a:off x="1451286" y="2077075"/>
              <a:ext cx="204" cy="54"/>
            </a:xfrm>
            <a:custGeom>
              <a:rect b="b" l="l" r="r" t="t"/>
              <a:pathLst>
                <a:path extrusionOk="0" h="4" w="15">
                  <a:moveTo>
                    <a:pt x="14"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0" name="Google Shape;7130;p129"/>
            <p:cNvSpPr/>
            <p:nvPr/>
          </p:nvSpPr>
          <p:spPr>
            <a:xfrm>
              <a:off x="1450336" y="2076884"/>
              <a:ext cx="204" cy="14"/>
            </a:xfrm>
            <a:custGeom>
              <a:rect b="b" l="l" r="r" t="t"/>
              <a:pathLst>
                <a:path extrusionOk="0" h="1" w="15">
                  <a:moveTo>
                    <a:pt x="0" y="0"/>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1" name="Google Shape;7131;p129"/>
            <p:cNvSpPr/>
            <p:nvPr/>
          </p:nvSpPr>
          <p:spPr>
            <a:xfrm>
              <a:off x="1447580" y="2072417"/>
              <a:ext cx="14" cy="149"/>
            </a:xfrm>
            <a:custGeom>
              <a:rect b="b" l="l" r="r" t="t"/>
              <a:pathLst>
                <a:path extrusionOk="0" h="11" w="1">
                  <a:moveTo>
                    <a:pt x="0"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2" name="Google Shape;7132;p129"/>
            <p:cNvSpPr/>
            <p:nvPr/>
          </p:nvSpPr>
          <p:spPr>
            <a:xfrm>
              <a:off x="1480899" y="2047082"/>
              <a:ext cx="339" cy="339"/>
            </a:xfrm>
            <a:custGeom>
              <a:rect b="b" l="l" r="r" t="t"/>
              <a:pathLst>
                <a:path extrusionOk="0" h="25" w="25">
                  <a:moveTo>
                    <a:pt x="0" y="0"/>
                  </a:moveTo>
                  <a:lnTo>
                    <a:pt x="25"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3" name="Google Shape;7133;p129"/>
            <p:cNvSpPr/>
            <p:nvPr/>
          </p:nvSpPr>
          <p:spPr>
            <a:xfrm>
              <a:off x="1479989" y="2046077"/>
              <a:ext cx="299" cy="299"/>
            </a:xfrm>
            <a:custGeom>
              <a:rect b="b" l="l" r="r" t="t"/>
              <a:pathLst>
                <a:path extrusionOk="0" h="22" w="22">
                  <a:moveTo>
                    <a:pt x="8" y="4"/>
                  </a:moveTo>
                  <a:lnTo>
                    <a:pt x="1" y="1"/>
                  </a:lnTo>
                  <a:lnTo>
                    <a:pt x="8" y="4"/>
                  </a:lnTo>
                  <a:lnTo>
                    <a:pt x="22"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4" name="Google Shape;7134;p129"/>
            <p:cNvSpPr/>
            <p:nvPr/>
          </p:nvSpPr>
          <p:spPr>
            <a:xfrm>
              <a:off x="1504429" y="1192826"/>
              <a:ext cx="453000" cy="337170"/>
            </a:xfrm>
            <a:custGeom>
              <a:rect b="b" l="l" r="r" t="t"/>
              <a:pathLst>
                <a:path extrusionOk="0" h="24833" w="33364">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5" name="Google Shape;7135;p129"/>
            <p:cNvSpPr/>
            <p:nvPr/>
          </p:nvSpPr>
          <p:spPr>
            <a:xfrm>
              <a:off x="1636850" y="1405097"/>
              <a:ext cx="21547" cy="12491"/>
            </a:xfrm>
            <a:custGeom>
              <a:rect b="b" l="l" r="r" t="t"/>
              <a:pathLst>
                <a:path extrusionOk="0" h="920" w="1587">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6" name="Google Shape;7136;p129"/>
            <p:cNvSpPr/>
            <p:nvPr/>
          </p:nvSpPr>
          <p:spPr>
            <a:xfrm>
              <a:off x="1089269" y="1627361"/>
              <a:ext cx="38085" cy="22688"/>
            </a:xfrm>
            <a:custGeom>
              <a:rect b="b" l="l" r="r" t="t"/>
              <a:pathLst>
                <a:path extrusionOk="0" h="1671" w="2805">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7" name="Google Shape;7137;p129"/>
            <p:cNvSpPr/>
            <p:nvPr/>
          </p:nvSpPr>
          <p:spPr>
            <a:xfrm>
              <a:off x="1108006" y="1344093"/>
              <a:ext cx="76156" cy="49612"/>
            </a:xfrm>
            <a:custGeom>
              <a:rect b="b" l="l" r="r" t="t"/>
              <a:pathLst>
                <a:path extrusionOk="0" h="3654" w="5609">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8" name="Google Shape;7138;p129"/>
            <p:cNvSpPr/>
            <p:nvPr/>
          </p:nvSpPr>
          <p:spPr>
            <a:xfrm>
              <a:off x="1158773" y="1355960"/>
              <a:ext cx="133616" cy="70277"/>
            </a:xfrm>
            <a:custGeom>
              <a:rect b="b" l="l" r="r" t="t"/>
              <a:pathLst>
                <a:path extrusionOk="0" h="5176" w="9841">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9" name="Google Shape;7139;p129"/>
            <p:cNvSpPr/>
            <p:nvPr/>
          </p:nvSpPr>
          <p:spPr>
            <a:xfrm>
              <a:off x="1158243" y="1321487"/>
              <a:ext cx="9857" cy="6436"/>
            </a:xfrm>
            <a:custGeom>
              <a:rect b="b" l="l" r="r" t="t"/>
              <a:pathLst>
                <a:path extrusionOk="0" h="474" w="726">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0" name="Google Shape;7140;p129"/>
            <p:cNvSpPr/>
            <p:nvPr/>
          </p:nvSpPr>
          <p:spPr>
            <a:xfrm>
              <a:off x="1130627" y="1298310"/>
              <a:ext cx="52871" cy="25947"/>
            </a:xfrm>
            <a:custGeom>
              <a:rect b="b" l="l" r="r" t="t"/>
              <a:pathLst>
                <a:path extrusionOk="0" h="1911" w="3894">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1" name="Google Shape;7141;p129"/>
            <p:cNvSpPr/>
            <p:nvPr/>
          </p:nvSpPr>
          <p:spPr>
            <a:xfrm>
              <a:off x="1171549" y="1310367"/>
              <a:ext cx="86380" cy="35437"/>
            </a:xfrm>
            <a:custGeom>
              <a:rect b="b" l="l" r="r" t="t"/>
              <a:pathLst>
                <a:path extrusionOk="0" h="2610" w="6362">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2" name="Google Shape;7142;p129"/>
            <p:cNvSpPr/>
            <p:nvPr/>
          </p:nvSpPr>
          <p:spPr>
            <a:xfrm>
              <a:off x="1190001" y="1292064"/>
              <a:ext cx="7943" cy="3136"/>
            </a:xfrm>
            <a:custGeom>
              <a:rect b="b" l="l" r="r" t="t"/>
              <a:pathLst>
                <a:path extrusionOk="0" h="231" w="585">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3" name="Google Shape;7143;p129"/>
            <p:cNvSpPr/>
            <p:nvPr/>
          </p:nvSpPr>
          <p:spPr>
            <a:xfrm>
              <a:off x="1203443" y="1290258"/>
              <a:ext cx="23829" cy="10971"/>
            </a:xfrm>
            <a:custGeom>
              <a:rect b="b" l="l" r="r" t="t"/>
              <a:pathLst>
                <a:path extrusionOk="0" h="808" w="1755">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4" name="Google Shape;7144;p129"/>
            <p:cNvSpPr/>
            <p:nvPr/>
          </p:nvSpPr>
          <p:spPr>
            <a:xfrm>
              <a:off x="1201067" y="1279519"/>
              <a:ext cx="29300" cy="6789"/>
            </a:xfrm>
            <a:custGeom>
              <a:rect b="b" l="l" r="r" t="t"/>
              <a:pathLst>
                <a:path extrusionOk="0" h="500" w="2158">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5" name="Google Shape;7145;p129"/>
            <p:cNvSpPr/>
            <p:nvPr/>
          </p:nvSpPr>
          <p:spPr>
            <a:xfrm>
              <a:off x="1259015" y="1268100"/>
              <a:ext cx="46978" cy="24073"/>
            </a:xfrm>
            <a:custGeom>
              <a:rect b="b" l="l" r="r" t="t"/>
              <a:pathLst>
                <a:path extrusionOk="0" h="1773" w="346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6" name="Google Shape;7146;p129"/>
            <p:cNvSpPr/>
            <p:nvPr/>
          </p:nvSpPr>
          <p:spPr>
            <a:xfrm>
              <a:off x="1256395" y="1294400"/>
              <a:ext cx="10332" cy="9328"/>
            </a:xfrm>
            <a:custGeom>
              <a:rect b="b" l="l" r="r" t="t"/>
              <a:pathLst>
                <a:path extrusionOk="0" h="687" w="761">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7" name="Google Shape;7147;p129"/>
            <p:cNvSpPr/>
            <p:nvPr/>
          </p:nvSpPr>
          <p:spPr>
            <a:xfrm>
              <a:off x="1300753" y="1256369"/>
              <a:ext cx="8703" cy="4698"/>
            </a:xfrm>
            <a:custGeom>
              <a:rect b="b" l="l" r="r" t="t"/>
              <a:pathLst>
                <a:path extrusionOk="0" h="346" w="641">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8" name="Google Shape;7148;p129"/>
            <p:cNvSpPr/>
            <p:nvPr/>
          </p:nvSpPr>
          <p:spPr>
            <a:xfrm>
              <a:off x="1265858" y="1330814"/>
              <a:ext cx="6626" cy="4901"/>
            </a:xfrm>
            <a:custGeom>
              <a:rect b="b" l="l" r="r" t="t"/>
              <a:pathLst>
                <a:path extrusionOk="0" h="361" w="488">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9" name="Google Shape;7149;p129"/>
            <p:cNvSpPr/>
            <p:nvPr/>
          </p:nvSpPr>
          <p:spPr>
            <a:xfrm>
              <a:off x="1266945" y="1309756"/>
              <a:ext cx="52260" cy="27454"/>
            </a:xfrm>
            <a:custGeom>
              <a:rect b="b" l="l" r="r" t="t"/>
              <a:pathLst>
                <a:path extrusionOk="0" h="2022" w="3849">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0" name="Google Shape;7150;p129"/>
            <p:cNvSpPr/>
            <p:nvPr/>
          </p:nvSpPr>
          <p:spPr>
            <a:xfrm>
              <a:off x="1309917" y="1312268"/>
              <a:ext cx="923" cy="109"/>
            </a:xfrm>
            <a:custGeom>
              <a:rect b="b" l="l" r="r" t="t"/>
              <a:pathLst>
                <a:path extrusionOk="0" h="8" w="68">
                  <a:moveTo>
                    <a:pt x="1" y="1"/>
                  </a:moveTo>
                  <a:lnTo>
                    <a:pt x="64" y="8"/>
                  </a:lnTo>
                  <a:cubicBezTo>
                    <a:pt x="64" y="8"/>
                    <a:pt x="64" y="4"/>
                    <a:pt x="67" y="4"/>
                  </a:cubicBez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1" name="Google Shape;7151;p129"/>
            <p:cNvSpPr/>
            <p:nvPr/>
          </p:nvSpPr>
          <p:spPr>
            <a:xfrm>
              <a:off x="1314344" y="1277224"/>
              <a:ext cx="23109" cy="14718"/>
            </a:xfrm>
            <a:custGeom>
              <a:rect b="b" l="l" r="r" t="t"/>
              <a:pathLst>
                <a:path extrusionOk="0" h="1084" w="1702">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2" name="Google Shape;7152;p129"/>
            <p:cNvSpPr/>
            <p:nvPr/>
          </p:nvSpPr>
          <p:spPr>
            <a:xfrm>
              <a:off x="1329265" y="1294739"/>
              <a:ext cx="19973" cy="4548"/>
            </a:xfrm>
            <a:custGeom>
              <a:rect b="b" l="l" r="r" t="t"/>
              <a:pathLst>
                <a:path extrusionOk="0" h="335" w="1471">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3" name="Google Shape;7153;p129"/>
            <p:cNvSpPr/>
            <p:nvPr/>
          </p:nvSpPr>
          <p:spPr>
            <a:xfrm>
              <a:off x="1324934" y="1329592"/>
              <a:ext cx="24684" cy="12138"/>
            </a:xfrm>
            <a:custGeom>
              <a:rect b="b" l="l" r="r" t="t"/>
              <a:pathLst>
                <a:path extrusionOk="0" h="894" w="1818">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4" name="Google Shape;7154;p129"/>
            <p:cNvSpPr/>
            <p:nvPr/>
          </p:nvSpPr>
          <p:spPr>
            <a:xfrm>
              <a:off x="1281500" y="1350040"/>
              <a:ext cx="45593" cy="39266"/>
            </a:xfrm>
            <a:custGeom>
              <a:rect b="b" l="l" r="r" t="t"/>
              <a:pathLst>
                <a:path extrusionOk="0" h="2892" w="3358">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5" name="Google Shape;7155;p129"/>
            <p:cNvSpPr/>
            <p:nvPr/>
          </p:nvSpPr>
          <p:spPr>
            <a:xfrm>
              <a:off x="1325029" y="1306674"/>
              <a:ext cx="126216" cy="36999"/>
            </a:xfrm>
            <a:custGeom>
              <a:rect b="b" l="l" r="r" t="t"/>
              <a:pathLst>
                <a:path extrusionOk="0" h="2725" w="9296">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6" name="Google Shape;7156;p129"/>
            <p:cNvSpPr/>
            <p:nvPr/>
          </p:nvSpPr>
          <p:spPr>
            <a:xfrm>
              <a:off x="1366386" y="1297251"/>
              <a:ext cx="10237" cy="5092"/>
            </a:xfrm>
            <a:custGeom>
              <a:rect b="b" l="l" r="r" t="t"/>
              <a:pathLst>
                <a:path extrusionOk="0" h="375" w="754">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7" name="Google Shape;7157;p129"/>
            <p:cNvSpPr/>
            <p:nvPr/>
          </p:nvSpPr>
          <p:spPr>
            <a:xfrm>
              <a:off x="1325409" y="1232744"/>
              <a:ext cx="83529" cy="54948"/>
            </a:xfrm>
            <a:custGeom>
              <a:rect b="b" l="l" r="r" t="t"/>
              <a:pathLst>
                <a:path extrusionOk="0" h="4047" w="6152">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8" name="Google Shape;7158;p129"/>
            <p:cNvSpPr/>
            <p:nvPr/>
          </p:nvSpPr>
          <p:spPr>
            <a:xfrm>
              <a:off x="1360263" y="1200633"/>
              <a:ext cx="230111" cy="117201"/>
            </a:xfrm>
            <a:custGeom>
              <a:rect b="b" l="l" r="r" t="t"/>
              <a:pathLst>
                <a:path extrusionOk="0" h="8632" w="16948">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9" name="Google Shape;7159;p129"/>
            <p:cNvSpPr/>
            <p:nvPr/>
          </p:nvSpPr>
          <p:spPr>
            <a:xfrm>
              <a:off x="1448150" y="1504498"/>
              <a:ext cx="5567" cy="6476"/>
            </a:xfrm>
            <a:custGeom>
              <a:rect b="b" l="l" r="r" t="t"/>
              <a:pathLst>
                <a:path extrusionOk="0" h="477" w="41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0" name="Google Shape;7160;p129"/>
            <p:cNvSpPr/>
            <p:nvPr/>
          </p:nvSpPr>
          <p:spPr>
            <a:xfrm>
              <a:off x="1420818" y="1496650"/>
              <a:ext cx="12410" cy="7807"/>
            </a:xfrm>
            <a:custGeom>
              <a:rect b="b" l="l" r="r" t="t"/>
              <a:pathLst>
                <a:path extrusionOk="0" h="575" w="914">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1" name="Google Shape;7161;p129"/>
            <p:cNvSpPr/>
            <p:nvPr/>
          </p:nvSpPr>
          <p:spPr>
            <a:xfrm>
              <a:off x="1395483" y="1461851"/>
              <a:ext cx="49110" cy="30699"/>
            </a:xfrm>
            <a:custGeom>
              <a:rect b="b" l="l" r="r" t="t"/>
              <a:pathLst>
                <a:path extrusionOk="0" h="2261" w="3617">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2" name="Google Shape;7162;p129"/>
            <p:cNvSpPr/>
            <p:nvPr/>
          </p:nvSpPr>
          <p:spPr>
            <a:xfrm>
              <a:off x="1373895" y="1355132"/>
              <a:ext cx="215339" cy="153181"/>
            </a:xfrm>
            <a:custGeom>
              <a:rect b="b" l="l" r="r" t="t"/>
              <a:pathLst>
                <a:path extrusionOk="0" h="11282" w="1586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3" name="Google Shape;7163;p129"/>
            <p:cNvSpPr/>
            <p:nvPr/>
          </p:nvSpPr>
          <p:spPr>
            <a:xfrm>
              <a:off x="1468014" y="1430297"/>
              <a:ext cx="17841" cy="12722"/>
            </a:xfrm>
            <a:custGeom>
              <a:rect b="b" l="l" r="r" t="t"/>
              <a:pathLst>
                <a:path extrusionOk="0" h="937" w="1314">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4" name="Google Shape;7164;p129"/>
            <p:cNvSpPr/>
            <p:nvPr/>
          </p:nvSpPr>
          <p:spPr>
            <a:xfrm>
              <a:off x="1442393" y="1355322"/>
              <a:ext cx="32667" cy="14188"/>
            </a:xfrm>
            <a:custGeom>
              <a:rect b="b" l="l" r="r" t="t"/>
              <a:pathLst>
                <a:path extrusionOk="0" h="1045" w="2406">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5" name="Google Shape;7165;p129"/>
            <p:cNvSpPr/>
            <p:nvPr/>
          </p:nvSpPr>
          <p:spPr>
            <a:xfrm>
              <a:off x="1605052" y="1620450"/>
              <a:ext cx="47684" cy="43136"/>
            </a:xfrm>
            <a:custGeom>
              <a:rect b="b" l="l" r="r" t="t"/>
              <a:pathLst>
                <a:path extrusionOk="0" h="3177" w="3512">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6" name="Google Shape;7166;p129"/>
            <p:cNvSpPr/>
            <p:nvPr/>
          </p:nvSpPr>
          <p:spPr>
            <a:xfrm>
              <a:off x="1053479" y="1595277"/>
              <a:ext cx="11704" cy="15777"/>
            </a:xfrm>
            <a:custGeom>
              <a:rect b="b" l="l" r="r" t="t"/>
              <a:pathLst>
                <a:path extrusionOk="0" h="1162" w="862">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7" name="Google Shape;7167;p129"/>
            <p:cNvSpPr/>
            <p:nvPr/>
          </p:nvSpPr>
          <p:spPr>
            <a:xfrm>
              <a:off x="1341580" y="1422123"/>
              <a:ext cx="1439" cy="2009"/>
            </a:xfrm>
            <a:custGeom>
              <a:rect b="b" l="l" r="r" t="t"/>
              <a:pathLst>
                <a:path extrusionOk="0" h="148" w="106">
                  <a:moveTo>
                    <a:pt x="105" y="0"/>
                  </a:moveTo>
                  <a:lnTo>
                    <a:pt x="77" y="32"/>
                  </a:lnTo>
                  <a:cubicBezTo>
                    <a:pt x="32" y="81"/>
                    <a:pt x="0" y="116"/>
                    <a:pt x="0" y="147"/>
                  </a:cubicBezTo>
                  <a:cubicBezTo>
                    <a:pt x="42" y="102"/>
                    <a:pt x="77" y="53"/>
                    <a:pt x="10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8" name="Google Shape;7168;p129"/>
            <p:cNvSpPr/>
            <p:nvPr/>
          </p:nvSpPr>
          <p:spPr>
            <a:xfrm>
              <a:off x="993779" y="1350298"/>
              <a:ext cx="636812" cy="355798"/>
            </a:xfrm>
            <a:custGeom>
              <a:rect b="b" l="l" r="r" t="t"/>
              <a:pathLst>
                <a:path extrusionOk="0" h="26205" w="46902">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9" name="Google Shape;7169;p129"/>
            <p:cNvSpPr/>
            <p:nvPr/>
          </p:nvSpPr>
          <p:spPr>
            <a:xfrm>
              <a:off x="890970" y="1547688"/>
              <a:ext cx="18547" cy="17176"/>
            </a:xfrm>
            <a:custGeom>
              <a:rect b="b" l="l" r="r" t="t"/>
              <a:pathLst>
                <a:path extrusionOk="0" h="1265" w="1366">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0" name="Google Shape;7170;p129"/>
            <p:cNvSpPr/>
            <p:nvPr/>
          </p:nvSpPr>
          <p:spPr>
            <a:xfrm>
              <a:off x="797896" y="1528258"/>
              <a:ext cx="11229" cy="5064"/>
            </a:xfrm>
            <a:custGeom>
              <a:rect b="b" l="l" r="r" t="t"/>
              <a:pathLst>
                <a:path extrusionOk="0" h="373" w="827">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1" name="Google Shape;7171;p129"/>
            <p:cNvSpPr/>
            <p:nvPr/>
          </p:nvSpPr>
          <p:spPr>
            <a:xfrm>
              <a:off x="793334" y="1391519"/>
              <a:ext cx="283403" cy="195652"/>
            </a:xfrm>
            <a:custGeom>
              <a:rect b="b" l="l" r="r" t="t"/>
              <a:pathLst>
                <a:path extrusionOk="0" h="14410" w="20873">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2" name="Google Shape;7172;p129"/>
            <p:cNvSpPr/>
            <p:nvPr/>
          </p:nvSpPr>
          <p:spPr>
            <a:xfrm>
              <a:off x="815819" y="1587293"/>
              <a:ext cx="9518" cy="3435"/>
            </a:xfrm>
            <a:custGeom>
              <a:rect b="b" l="l" r="r" t="t"/>
              <a:pathLst>
                <a:path extrusionOk="0" h="253" w="701">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3" name="Google Shape;7173;p129"/>
            <p:cNvSpPr/>
            <p:nvPr/>
          </p:nvSpPr>
          <p:spPr>
            <a:xfrm>
              <a:off x="1116791" y="1641060"/>
              <a:ext cx="428519" cy="210818"/>
            </a:xfrm>
            <a:custGeom>
              <a:rect b="b" l="l" r="r" t="t"/>
              <a:pathLst>
                <a:path extrusionOk="0" h="15527" w="31561">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4" name="Google Shape;7174;p129"/>
            <p:cNvSpPr/>
            <p:nvPr/>
          </p:nvSpPr>
          <p:spPr>
            <a:xfrm>
              <a:off x="797231" y="1596418"/>
              <a:ext cx="3625" cy="3965"/>
            </a:xfrm>
            <a:custGeom>
              <a:rect b="b" l="l" r="r" t="t"/>
              <a:pathLst>
                <a:path extrusionOk="0" h="292" w="267">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5" name="Google Shape;7175;p129"/>
            <p:cNvSpPr/>
            <p:nvPr/>
          </p:nvSpPr>
          <p:spPr>
            <a:xfrm>
              <a:off x="950901" y="1525692"/>
              <a:ext cx="2824" cy="1738"/>
            </a:xfrm>
            <a:custGeom>
              <a:rect b="b" l="l" r="r" t="t"/>
              <a:pathLst>
                <a:path extrusionOk="0" h="128" w="208">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6" name="Google Shape;7176;p129"/>
            <p:cNvSpPr/>
            <p:nvPr/>
          </p:nvSpPr>
          <p:spPr>
            <a:xfrm>
              <a:off x="1054294" y="1571136"/>
              <a:ext cx="3571" cy="2200"/>
            </a:xfrm>
            <a:custGeom>
              <a:rect b="b" l="l" r="r" t="t"/>
              <a:pathLst>
                <a:path extrusionOk="0" h="162" w="263">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7" name="Google Shape;7177;p129"/>
            <p:cNvSpPr/>
            <p:nvPr/>
          </p:nvSpPr>
          <p:spPr>
            <a:xfrm>
              <a:off x="1293570" y="1816780"/>
              <a:ext cx="1290" cy="1113"/>
            </a:xfrm>
            <a:custGeom>
              <a:rect b="b" l="l" r="r" t="t"/>
              <a:pathLst>
                <a:path extrusionOk="0" h="82" w="95">
                  <a:moveTo>
                    <a:pt x="95" y="81"/>
                  </a:moveTo>
                  <a:cubicBezTo>
                    <a:pt x="67" y="50"/>
                    <a:pt x="35" y="25"/>
                    <a:pt x="0" y="1"/>
                  </a:cubicBezTo>
                  <a:cubicBezTo>
                    <a:pt x="35" y="25"/>
                    <a:pt x="67" y="50"/>
                    <a:pt x="95" y="8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8" name="Google Shape;7178;p129"/>
            <p:cNvSpPr/>
            <p:nvPr/>
          </p:nvSpPr>
          <p:spPr>
            <a:xfrm>
              <a:off x="1278743" y="1812694"/>
              <a:ext cx="14786" cy="4100"/>
            </a:xfrm>
            <a:custGeom>
              <a:rect b="b" l="l" r="r" t="t"/>
              <a:pathLst>
                <a:path extrusionOk="0" h="302" w="1089">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9" name="Google Shape;7179;p129"/>
            <p:cNvSpPr/>
            <p:nvPr/>
          </p:nvSpPr>
          <p:spPr>
            <a:xfrm>
              <a:off x="1173314" y="1789354"/>
              <a:ext cx="16741" cy="2254"/>
            </a:xfrm>
            <a:custGeom>
              <a:rect b="b" l="l" r="r" t="t"/>
              <a:pathLst>
                <a:path extrusionOk="0" h="166" w="1233">
                  <a:moveTo>
                    <a:pt x="0" y="165"/>
                  </a:moveTo>
                  <a:lnTo>
                    <a:pt x="1233"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0" name="Google Shape;7180;p129"/>
            <p:cNvSpPr/>
            <p:nvPr/>
          </p:nvSpPr>
          <p:spPr>
            <a:xfrm>
              <a:off x="1317141" y="1844302"/>
              <a:ext cx="448" cy="14"/>
            </a:xfrm>
            <a:custGeom>
              <a:rect b="b" l="l" r="r" t="t"/>
              <a:pathLst>
                <a:path extrusionOk="0" h="1" w="33">
                  <a:moveTo>
                    <a:pt x="32" y="1"/>
                  </a:moveTo>
                  <a:cubicBezTo>
                    <a:pt x="22" y="1"/>
                    <a:pt x="11" y="1"/>
                    <a:pt x="1" y="1"/>
                  </a:cubicBezTo>
                  <a:cubicBezTo>
                    <a:pt x="11" y="1"/>
                    <a:pt x="22" y="1"/>
                    <a:pt x="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1" name="Google Shape;7181;p129"/>
            <p:cNvSpPr/>
            <p:nvPr/>
          </p:nvSpPr>
          <p:spPr>
            <a:xfrm>
              <a:off x="1318906" y="1844641"/>
              <a:ext cx="339" cy="149"/>
            </a:xfrm>
            <a:custGeom>
              <a:rect b="b" l="l" r="r" t="t"/>
              <a:pathLst>
                <a:path extrusionOk="0" h="11" w="25">
                  <a:moveTo>
                    <a:pt x="25"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2" name="Google Shape;7182;p129"/>
            <p:cNvSpPr/>
            <p:nvPr/>
          </p:nvSpPr>
          <p:spPr>
            <a:xfrm>
              <a:off x="1317765" y="1844302"/>
              <a:ext cx="299" cy="68"/>
            </a:xfrm>
            <a:custGeom>
              <a:rect b="b" l="l" r="r" t="t"/>
              <a:pathLst>
                <a:path extrusionOk="0" h="5" w="22">
                  <a:moveTo>
                    <a:pt x="2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3" name="Google Shape;7183;p129"/>
            <p:cNvSpPr/>
            <p:nvPr/>
          </p:nvSpPr>
          <p:spPr>
            <a:xfrm>
              <a:off x="1278173" y="1815545"/>
              <a:ext cx="584" cy="964"/>
            </a:xfrm>
            <a:custGeom>
              <a:rect b="b" l="l" r="r" t="t"/>
              <a:pathLst>
                <a:path extrusionOk="0" h="71" w="43">
                  <a:moveTo>
                    <a:pt x="42" y="1"/>
                  </a:moveTo>
                  <a:cubicBezTo>
                    <a:pt x="28" y="25"/>
                    <a:pt x="14" y="46"/>
                    <a:pt x="0" y="71"/>
                  </a:cubicBezTo>
                  <a:cubicBezTo>
                    <a:pt x="14" y="46"/>
                    <a:pt x="28" y="25"/>
                    <a:pt x="4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4" name="Google Shape;7184;p129"/>
            <p:cNvSpPr/>
            <p:nvPr/>
          </p:nvSpPr>
          <p:spPr>
            <a:xfrm>
              <a:off x="1252838" y="1797147"/>
              <a:ext cx="244" cy="258"/>
            </a:xfrm>
            <a:custGeom>
              <a:rect b="b" l="l" r="r" t="t"/>
              <a:pathLst>
                <a:path extrusionOk="0" h="19" w="18">
                  <a:moveTo>
                    <a:pt x="0" y="1"/>
                  </a:moveTo>
                  <a:lnTo>
                    <a:pt x="1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5" name="Google Shape;7185;p129"/>
            <p:cNvSpPr/>
            <p:nvPr/>
          </p:nvSpPr>
          <p:spPr>
            <a:xfrm>
              <a:off x="1318240" y="1844397"/>
              <a:ext cx="299" cy="109"/>
            </a:xfrm>
            <a:custGeom>
              <a:rect b="b" l="l" r="r" t="t"/>
              <a:pathLst>
                <a:path extrusionOk="0" h="8" w="22">
                  <a:moveTo>
                    <a:pt x="21"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6" name="Google Shape;7186;p129"/>
            <p:cNvSpPr/>
            <p:nvPr/>
          </p:nvSpPr>
          <p:spPr>
            <a:xfrm>
              <a:off x="1294846" y="1817880"/>
              <a:ext cx="1018" cy="1249"/>
            </a:xfrm>
            <a:custGeom>
              <a:rect b="b" l="l" r="r" t="t"/>
              <a:pathLst>
                <a:path extrusionOk="0" h="92" w="75">
                  <a:moveTo>
                    <a:pt x="74" y="91"/>
                  </a:moveTo>
                  <a:cubicBezTo>
                    <a:pt x="53" y="60"/>
                    <a:pt x="29" y="28"/>
                    <a:pt x="1" y="0"/>
                  </a:cubicBezTo>
                  <a:cubicBezTo>
                    <a:pt x="29" y="28"/>
                    <a:pt x="53" y="60"/>
                    <a:pt x="74" y="9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7" name="Google Shape;7187;p129"/>
            <p:cNvSpPr/>
            <p:nvPr/>
          </p:nvSpPr>
          <p:spPr>
            <a:xfrm>
              <a:off x="1122833" y="165189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8" name="Google Shape;7188;p129"/>
            <p:cNvSpPr/>
            <p:nvPr/>
          </p:nvSpPr>
          <p:spPr>
            <a:xfrm>
              <a:off x="1124734" y="1651746"/>
              <a:ext cx="530" cy="68"/>
            </a:xfrm>
            <a:custGeom>
              <a:rect b="b" l="l" r="r" t="t"/>
              <a:pathLst>
                <a:path extrusionOk="0" h="5" w="39">
                  <a:moveTo>
                    <a:pt x="0" y="4"/>
                  </a:moveTo>
                  <a:lnTo>
                    <a:pt x="3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9" name="Google Shape;7189;p129"/>
            <p:cNvSpPr/>
            <p:nvPr/>
          </p:nvSpPr>
          <p:spPr>
            <a:xfrm>
              <a:off x="1125969" y="1651556"/>
              <a:ext cx="489" cy="109"/>
            </a:xfrm>
            <a:custGeom>
              <a:rect b="b" l="l" r="r" t="t"/>
              <a:pathLst>
                <a:path extrusionOk="0" h="8" w="36">
                  <a:moveTo>
                    <a:pt x="0" y="8"/>
                  </a:moveTo>
                  <a:lnTo>
                    <a:pt x="3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0" name="Google Shape;7190;p129"/>
            <p:cNvSpPr/>
            <p:nvPr/>
          </p:nvSpPr>
          <p:spPr>
            <a:xfrm>
              <a:off x="1117076" y="1651515"/>
              <a:ext cx="448" cy="54"/>
            </a:xfrm>
            <a:custGeom>
              <a:rect b="b" l="l" r="r" t="t"/>
              <a:pathLst>
                <a:path extrusionOk="0" h="4" w="33">
                  <a:moveTo>
                    <a:pt x="1" y="0"/>
                  </a:moveTo>
                  <a:lnTo>
                    <a:pt x="3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1" name="Google Shape;7191;p129"/>
            <p:cNvSpPr/>
            <p:nvPr/>
          </p:nvSpPr>
          <p:spPr>
            <a:xfrm>
              <a:off x="1120783" y="1651841"/>
              <a:ext cx="394" cy="14"/>
            </a:xfrm>
            <a:custGeom>
              <a:rect b="b" l="l" r="r" t="t"/>
              <a:pathLst>
                <a:path extrusionOk="0" h="1" w="29">
                  <a:moveTo>
                    <a:pt x="1" y="1"/>
                  </a:move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2" name="Google Shape;7192;p129"/>
            <p:cNvSpPr/>
            <p:nvPr/>
          </p:nvSpPr>
          <p:spPr>
            <a:xfrm>
              <a:off x="1123539" y="1651895"/>
              <a:ext cx="543" cy="14"/>
            </a:xfrm>
            <a:custGeom>
              <a:rect b="b" l="l" r="r" t="t"/>
              <a:pathLst>
                <a:path extrusionOk="0" h="1" w="40">
                  <a:moveTo>
                    <a:pt x="1" y="0"/>
                  </a:moveTo>
                  <a:lnTo>
                    <a:pt x="3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3" name="Google Shape;7193;p129"/>
            <p:cNvSpPr/>
            <p:nvPr/>
          </p:nvSpPr>
          <p:spPr>
            <a:xfrm>
              <a:off x="1119072" y="1651705"/>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4" name="Google Shape;7194;p129"/>
            <p:cNvSpPr/>
            <p:nvPr/>
          </p:nvSpPr>
          <p:spPr>
            <a:xfrm>
              <a:off x="1543206" y="1679322"/>
              <a:ext cx="258" cy="434"/>
            </a:xfrm>
            <a:custGeom>
              <a:rect b="b" l="l" r="r" t="t"/>
              <a:pathLst>
                <a:path extrusionOk="0" h="32" w="19">
                  <a:moveTo>
                    <a:pt x="1" y="0"/>
                  </a:moveTo>
                  <a:lnTo>
                    <a:pt x="18"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5" name="Google Shape;7195;p129"/>
            <p:cNvSpPr/>
            <p:nvPr/>
          </p:nvSpPr>
          <p:spPr>
            <a:xfrm>
              <a:off x="1543736" y="1680177"/>
              <a:ext cx="299" cy="434"/>
            </a:xfrm>
            <a:custGeom>
              <a:rect b="b" l="l" r="r" t="t"/>
              <a:pathLst>
                <a:path extrusionOk="0" h="32" w="22">
                  <a:moveTo>
                    <a:pt x="0" y="0"/>
                  </a:moveTo>
                  <a:lnTo>
                    <a:pt x="21"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6" name="Google Shape;7196;p129"/>
            <p:cNvSpPr/>
            <p:nvPr/>
          </p:nvSpPr>
          <p:spPr>
            <a:xfrm>
              <a:off x="1542731" y="1678507"/>
              <a:ext cx="258" cy="394"/>
            </a:xfrm>
            <a:custGeom>
              <a:rect b="b" l="l" r="r" t="t"/>
              <a:pathLst>
                <a:path extrusionOk="0" h="29" w="19">
                  <a:moveTo>
                    <a:pt x="1" y="1"/>
                  </a:moveTo>
                  <a:lnTo>
                    <a:pt x="18"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7" name="Google Shape;7197;p129"/>
            <p:cNvSpPr/>
            <p:nvPr/>
          </p:nvSpPr>
          <p:spPr>
            <a:xfrm>
              <a:off x="1544251" y="1681032"/>
              <a:ext cx="299" cy="394"/>
            </a:xfrm>
            <a:custGeom>
              <a:rect b="b" l="l" r="r" t="t"/>
              <a:pathLst>
                <a:path extrusionOk="0" h="29" w="22">
                  <a:moveTo>
                    <a:pt x="1" y="0"/>
                  </a:moveTo>
                  <a:lnTo>
                    <a:pt x="22"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8" name="Google Shape;7198;p129"/>
            <p:cNvSpPr/>
            <p:nvPr/>
          </p:nvSpPr>
          <p:spPr>
            <a:xfrm>
              <a:off x="1544876" y="1681888"/>
              <a:ext cx="299" cy="394"/>
            </a:xfrm>
            <a:custGeom>
              <a:rect b="b" l="l" r="r" t="t"/>
              <a:pathLst>
                <a:path extrusionOk="0" h="29" w="22">
                  <a:moveTo>
                    <a:pt x="0" y="0"/>
                  </a:moveTo>
                  <a:lnTo>
                    <a:pt x="21"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9" name="Google Shape;7199;p129"/>
            <p:cNvSpPr/>
            <p:nvPr/>
          </p:nvSpPr>
          <p:spPr>
            <a:xfrm>
              <a:off x="1478333" y="1688541"/>
              <a:ext cx="530" cy="434"/>
            </a:xfrm>
            <a:custGeom>
              <a:rect b="b" l="l" r="r" t="t"/>
              <a:pathLst>
                <a:path extrusionOk="0" h="32" w="39">
                  <a:moveTo>
                    <a:pt x="0" y="32"/>
                  </a:moveTo>
                  <a:lnTo>
                    <a:pt x="3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0" name="Google Shape;7200;p129"/>
            <p:cNvSpPr/>
            <p:nvPr/>
          </p:nvSpPr>
          <p:spPr>
            <a:xfrm>
              <a:off x="1478944" y="1688011"/>
              <a:ext cx="489" cy="448"/>
            </a:xfrm>
            <a:custGeom>
              <a:rect b="b" l="l" r="r" t="t"/>
              <a:pathLst>
                <a:path extrusionOk="0" h="33" w="36">
                  <a:moveTo>
                    <a:pt x="1" y="32"/>
                  </a:moveTo>
                  <a:lnTo>
                    <a:pt x="36"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1" name="Google Shape;7201;p129"/>
            <p:cNvSpPr/>
            <p:nvPr/>
          </p:nvSpPr>
          <p:spPr>
            <a:xfrm>
              <a:off x="1542310" y="1677706"/>
              <a:ext cx="244" cy="434"/>
            </a:xfrm>
            <a:custGeom>
              <a:rect b="b" l="l" r="r" t="t"/>
              <a:pathLst>
                <a:path extrusionOk="0" h="32" w="18">
                  <a:moveTo>
                    <a:pt x="0" y="0"/>
                  </a:moveTo>
                  <a:lnTo>
                    <a:pt x="18"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2" name="Google Shape;7202;p129"/>
            <p:cNvSpPr/>
            <p:nvPr/>
          </p:nvSpPr>
          <p:spPr>
            <a:xfrm>
              <a:off x="1539689" y="1670714"/>
              <a:ext cx="109" cy="353"/>
            </a:xfrm>
            <a:custGeom>
              <a:rect b="b" l="l" r="r" t="t"/>
              <a:pathLst>
                <a:path extrusionOk="0" h="26" w="8">
                  <a:moveTo>
                    <a:pt x="1" y="1"/>
                  </a:moveTo>
                  <a:lnTo>
                    <a:pt x="8"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3" name="Google Shape;7203;p129"/>
            <p:cNvSpPr/>
            <p:nvPr/>
          </p:nvSpPr>
          <p:spPr>
            <a:xfrm>
              <a:off x="1539975" y="1671949"/>
              <a:ext cx="163" cy="394"/>
            </a:xfrm>
            <a:custGeom>
              <a:rect b="b" l="l" r="r" t="t"/>
              <a:pathLst>
                <a:path extrusionOk="0" h="29" w="12">
                  <a:moveTo>
                    <a:pt x="1" y="1"/>
                  </a:moveTo>
                  <a:lnTo>
                    <a:pt x="11"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4" name="Google Shape;7204;p129"/>
            <p:cNvSpPr/>
            <p:nvPr/>
          </p:nvSpPr>
          <p:spPr>
            <a:xfrm>
              <a:off x="1477667" y="1689111"/>
              <a:ext cx="584" cy="489"/>
            </a:xfrm>
            <a:custGeom>
              <a:rect b="b" l="l" r="r" t="t"/>
              <a:pathLst>
                <a:path extrusionOk="0" h="36" w="43">
                  <a:moveTo>
                    <a:pt x="0" y="35"/>
                  </a:moveTo>
                  <a:lnTo>
                    <a:pt x="4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5" name="Google Shape;7205;p129"/>
            <p:cNvSpPr/>
            <p:nvPr/>
          </p:nvSpPr>
          <p:spPr>
            <a:xfrm>
              <a:off x="1034661" y="1534586"/>
              <a:ext cx="679" cy="109"/>
            </a:xfrm>
            <a:custGeom>
              <a:rect b="b" l="l" r="r" t="t"/>
              <a:pathLst>
                <a:path extrusionOk="0" h="8" w="50">
                  <a:moveTo>
                    <a:pt x="0" y="0"/>
                  </a:moveTo>
                  <a:cubicBezTo>
                    <a:pt x="18" y="4"/>
                    <a:pt x="32" y="4"/>
                    <a:pt x="49" y="7"/>
                  </a:cubicBezTo>
                  <a:cubicBezTo>
                    <a:pt x="32" y="4"/>
                    <a:pt x="18"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6" name="Google Shape;7206;p129"/>
            <p:cNvSpPr/>
            <p:nvPr/>
          </p:nvSpPr>
          <p:spPr>
            <a:xfrm>
              <a:off x="1540165" y="1672614"/>
              <a:ext cx="163" cy="394"/>
            </a:xfrm>
            <a:custGeom>
              <a:rect b="b" l="l" r="r" t="t"/>
              <a:pathLst>
                <a:path extrusionOk="0" h="29" w="12">
                  <a:moveTo>
                    <a:pt x="1" y="1"/>
                  </a:moveTo>
                  <a:lnTo>
                    <a:pt x="11"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7" name="Google Shape;7207;p129"/>
            <p:cNvSpPr/>
            <p:nvPr/>
          </p:nvSpPr>
          <p:spPr>
            <a:xfrm>
              <a:off x="1035462" y="1534721"/>
              <a:ext cx="638" cy="163"/>
            </a:xfrm>
            <a:custGeom>
              <a:rect b="b" l="l" r="r" t="t"/>
              <a:pathLst>
                <a:path extrusionOk="0" h="12" w="47">
                  <a:moveTo>
                    <a:pt x="1" y="1"/>
                  </a:moveTo>
                  <a:cubicBezTo>
                    <a:pt x="18" y="1"/>
                    <a:pt x="32" y="4"/>
                    <a:pt x="46" y="11"/>
                  </a:cubicBezTo>
                  <a:cubicBezTo>
                    <a:pt x="32" y="4"/>
                    <a:pt x="18"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8" name="Google Shape;7208;p129"/>
            <p:cNvSpPr/>
            <p:nvPr/>
          </p:nvSpPr>
          <p:spPr>
            <a:xfrm>
              <a:off x="1539839" y="1671338"/>
              <a:ext cx="109" cy="339"/>
            </a:xfrm>
            <a:custGeom>
              <a:rect b="b" l="l" r="r" t="t"/>
              <a:pathLst>
                <a:path extrusionOk="0" h="25" w="8">
                  <a:moveTo>
                    <a:pt x="0" y="0"/>
                  </a:moveTo>
                  <a:lnTo>
                    <a:pt x="7"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9" name="Google Shape;7209;p129"/>
            <p:cNvSpPr/>
            <p:nvPr/>
          </p:nvSpPr>
          <p:spPr>
            <a:xfrm>
              <a:off x="1539554" y="1670103"/>
              <a:ext cx="109" cy="339"/>
            </a:xfrm>
            <a:custGeom>
              <a:rect b="b" l="l" r="r" t="t"/>
              <a:pathLst>
                <a:path extrusionOk="0" h="25" w="8">
                  <a:moveTo>
                    <a:pt x="0" y="0"/>
                  </a:moveTo>
                  <a:cubicBezTo>
                    <a:pt x="0" y="7"/>
                    <a:pt x="4" y="18"/>
                    <a:pt x="7" y="25"/>
                  </a:cubicBezTo>
                  <a:cubicBezTo>
                    <a:pt x="4" y="18"/>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0" name="Google Shape;7210;p129"/>
            <p:cNvSpPr/>
            <p:nvPr/>
          </p:nvSpPr>
          <p:spPr>
            <a:xfrm>
              <a:off x="1033710" y="1534531"/>
              <a:ext cx="815" cy="68"/>
            </a:xfrm>
            <a:custGeom>
              <a:rect b="b" l="l" r="r" t="t"/>
              <a:pathLst>
                <a:path extrusionOk="0" h="5" w="60">
                  <a:moveTo>
                    <a:pt x="0" y="1"/>
                  </a:moveTo>
                  <a:cubicBezTo>
                    <a:pt x="18" y="1"/>
                    <a:pt x="39" y="1"/>
                    <a:pt x="60" y="4"/>
                  </a:cubicBezTo>
                  <a:cubicBezTo>
                    <a:pt x="39" y="1"/>
                    <a:pt x="21"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1" name="Google Shape;7211;p129"/>
            <p:cNvSpPr/>
            <p:nvPr/>
          </p:nvSpPr>
          <p:spPr>
            <a:xfrm>
              <a:off x="1541210" y="1675425"/>
              <a:ext cx="204" cy="434"/>
            </a:xfrm>
            <a:custGeom>
              <a:rect b="b" l="l" r="r" t="t"/>
              <a:pathLst>
                <a:path extrusionOk="0" h="32" w="15">
                  <a:moveTo>
                    <a:pt x="1" y="0"/>
                  </a:moveTo>
                  <a:lnTo>
                    <a:pt x="15"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2" name="Google Shape;7212;p129"/>
            <p:cNvSpPr/>
            <p:nvPr/>
          </p:nvSpPr>
          <p:spPr>
            <a:xfrm>
              <a:off x="1541550" y="1676185"/>
              <a:ext cx="204" cy="394"/>
            </a:xfrm>
            <a:custGeom>
              <a:rect b="b" l="l" r="r" t="t"/>
              <a:pathLst>
                <a:path extrusionOk="0" h="29" w="15">
                  <a:moveTo>
                    <a:pt x="0" y="0"/>
                  </a:moveTo>
                  <a:lnTo>
                    <a:pt x="14"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3" name="Google Shape;7213;p129"/>
            <p:cNvSpPr/>
            <p:nvPr/>
          </p:nvSpPr>
          <p:spPr>
            <a:xfrm>
              <a:off x="1540884" y="1674705"/>
              <a:ext cx="204" cy="394"/>
            </a:xfrm>
            <a:custGeom>
              <a:rect b="b" l="l" r="r" t="t"/>
              <a:pathLst>
                <a:path extrusionOk="0" h="29" w="15">
                  <a:moveTo>
                    <a:pt x="0" y="1"/>
                  </a:moveTo>
                  <a:lnTo>
                    <a:pt x="14"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4" name="Google Shape;7214;p129"/>
            <p:cNvSpPr/>
            <p:nvPr/>
          </p:nvSpPr>
          <p:spPr>
            <a:xfrm>
              <a:off x="1540640" y="1673999"/>
              <a:ext cx="163" cy="394"/>
            </a:xfrm>
            <a:custGeom>
              <a:rect b="b" l="l" r="r" t="t"/>
              <a:pathLst>
                <a:path extrusionOk="0" h="29" w="12">
                  <a:moveTo>
                    <a:pt x="1" y="0"/>
                  </a:moveTo>
                  <a:lnTo>
                    <a:pt x="11"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5" name="Google Shape;7215;p129"/>
            <p:cNvSpPr/>
            <p:nvPr/>
          </p:nvSpPr>
          <p:spPr>
            <a:xfrm>
              <a:off x="1541930" y="1676946"/>
              <a:ext cx="204" cy="434"/>
            </a:xfrm>
            <a:custGeom>
              <a:rect b="b" l="l" r="r" t="t"/>
              <a:pathLst>
                <a:path extrusionOk="0" h="32" w="15">
                  <a:moveTo>
                    <a:pt x="0" y="0"/>
                  </a:moveTo>
                  <a:lnTo>
                    <a:pt x="14"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6" name="Google Shape;7216;p129"/>
            <p:cNvSpPr/>
            <p:nvPr/>
          </p:nvSpPr>
          <p:spPr>
            <a:xfrm>
              <a:off x="1540409" y="1673280"/>
              <a:ext cx="149" cy="394"/>
            </a:xfrm>
            <a:custGeom>
              <a:rect b="b" l="l" r="r" t="t"/>
              <a:pathLst>
                <a:path extrusionOk="0" h="29" w="11">
                  <a:moveTo>
                    <a:pt x="0" y="1"/>
                  </a:moveTo>
                  <a:lnTo>
                    <a:pt x="11"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7" name="Google Shape;7217;p129"/>
            <p:cNvSpPr/>
            <p:nvPr/>
          </p:nvSpPr>
          <p:spPr>
            <a:xfrm>
              <a:off x="1015408" y="1537953"/>
              <a:ext cx="964" cy="1303"/>
            </a:xfrm>
            <a:custGeom>
              <a:rect b="b" l="l" r="r" t="t"/>
              <a:pathLst>
                <a:path extrusionOk="0" h="96" w="71">
                  <a:moveTo>
                    <a:pt x="0" y="1"/>
                  </a:moveTo>
                  <a:cubicBezTo>
                    <a:pt x="25" y="36"/>
                    <a:pt x="49" y="67"/>
                    <a:pt x="70" y="95"/>
                  </a:cubicBezTo>
                  <a:cubicBezTo>
                    <a:pt x="49" y="67"/>
                    <a:pt x="25" y="36"/>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8" name="Google Shape;7218;p129"/>
            <p:cNvSpPr/>
            <p:nvPr/>
          </p:nvSpPr>
          <p:spPr>
            <a:xfrm>
              <a:off x="1036181" y="1534871"/>
              <a:ext cx="964" cy="434"/>
            </a:xfrm>
            <a:custGeom>
              <a:rect b="b" l="l" r="r" t="t"/>
              <a:pathLst>
                <a:path extrusionOk="0" h="32" w="71">
                  <a:moveTo>
                    <a:pt x="0" y="0"/>
                  </a:moveTo>
                  <a:lnTo>
                    <a:pt x="0" y="0"/>
                  </a:lnTo>
                  <a:cubicBezTo>
                    <a:pt x="14" y="7"/>
                    <a:pt x="28" y="11"/>
                    <a:pt x="42" y="18"/>
                  </a:cubicBezTo>
                  <a:cubicBezTo>
                    <a:pt x="53" y="21"/>
                    <a:pt x="60" y="28"/>
                    <a:pt x="70" y="32"/>
                  </a:cubicBezTo>
                  <a:cubicBezTo>
                    <a:pt x="49" y="18"/>
                    <a:pt x="25"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9" name="Google Shape;7219;p129"/>
            <p:cNvSpPr/>
            <p:nvPr/>
          </p:nvSpPr>
          <p:spPr>
            <a:xfrm>
              <a:off x="1072257" y="1586153"/>
              <a:ext cx="869" cy="638"/>
            </a:xfrm>
            <a:custGeom>
              <a:rect b="b" l="l" r="r" t="t"/>
              <a:pathLst>
                <a:path extrusionOk="0" h="47" w="64">
                  <a:moveTo>
                    <a:pt x="0" y="46"/>
                  </a:moveTo>
                  <a:lnTo>
                    <a:pt x="6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0" name="Google Shape;7220;p129"/>
            <p:cNvSpPr/>
            <p:nvPr/>
          </p:nvSpPr>
          <p:spPr>
            <a:xfrm>
              <a:off x="1073357" y="1585447"/>
              <a:ext cx="774" cy="530"/>
            </a:xfrm>
            <a:custGeom>
              <a:rect b="b" l="l" r="r" t="t"/>
              <a:pathLst>
                <a:path extrusionOk="0" h="39" w="57">
                  <a:moveTo>
                    <a:pt x="56" y="0"/>
                  </a:moveTo>
                  <a:lnTo>
                    <a:pt x="0" y="3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1" name="Google Shape;7221;p129"/>
            <p:cNvSpPr/>
            <p:nvPr/>
          </p:nvSpPr>
          <p:spPr>
            <a:xfrm>
              <a:off x="1075257" y="1584116"/>
              <a:ext cx="774" cy="530"/>
            </a:xfrm>
            <a:custGeom>
              <a:rect b="b" l="l" r="r" t="t"/>
              <a:pathLst>
                <a:path extrusionOk="0" h="39" w="57">
                  <a:moveTo>
                    <a:pt x="56" y="0"/>
                  </a:moveTo>
                  <a:lnTo>
                    <a:pt x="0" y="3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2" name="Google Shape;7222;p129"/>
            <p:cNvSpPr/>
            <p:nvPr/>
          </p:nvSpPr>
          <p:spPr>
            <a:xfrm>
              <a:off x="1006379" y="1526928"/>
              <a:ext cx="1385" cy="3055"/>
            </a:xfrm>
            <a:custGeom>
              <a:rect b="b" l="l" r="r" t="t"/>
              <a:pathLst>
                <a:path extrusionOk="0" h="225" w="102">
                  <a:moveTo>
                    <a:pt x="0" y="1"/>
                  </a:moveTo>
                  <a:cubicBezTo>
                    <a:pt x="70" y="50"/>
                    <a:pt x="102" y="158"/>
                    <a:pt x="102" y="225"/>
                  </a:cubicBezTo>
                  <a:cubicBezTo>
                    <a:pt x="102" y="158"/>
                    <a:pt x="70" y="46"/>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3" name="Google Shape;7223;p129"/>
            <p:cNvSpPr/>
            <p:nvPr/>
          </p:nvSpPr>
          <p:spPr>
            <a:xfrm>
              <a:off x="1074348" y="1584822"/>
              <a:ext cx="679" cy="448"/>
            </a:xfrm>
            <a:custGeom>
              <a:rect b="b" l="l" r="r" t="t"/>
              <a:pathLst>
                <a:path extrusionOk="0" h="33" w="50">
                  <a:moveTo>
                    <a:pt x="50" y="1"/>
                  </a:moveTo>
                  <a:lnTo>
                    <a:pt x="1"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4" name="Google Shape;7224;p129"/>
            <p:cNvSpPr/>
            <p:nvPr/>
          </p:nvSpPr>
          <p:spPr>
            <a:xfrm>
              <a:off x="1417248" y="1669913"/>
              <a:ext cx="204" cy="149"/>
            </a:xfrm>
            <a:custGeom>
              <a:rect b="b" l="l" r="r" t="t"/>
              <a:pathLst>
                <a:path extrusionOk="0" h="11" w="15">
                  <a:moveTo>
                    <a:pt x="15"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5" name="Google Shape;7225;p129"/>
            <p:cNvSpPr/>
            <p:nvPr/>
          </p:nvSpPr>
          <p:spPr>
            <a:xfrm>
              <a:off x="1416677" y="1669532"/>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6" name="Google Shape;7226;p129"/>
            <p:cNvSpPr/>
            <p:nvPr/>
          </p:nvSpPr>
          <p:spPr>
            <a:xfrm>
              <a:off x="1341010" y="1647374"/>
              <a:ext cx="2485" cy="1208"/>
            </a:xfrm>
            <a:custGeom>
              <a:rect b="b" l="l" r="r" t="t"/>
              <a:pathLst>
                <a:path extrusionOk="0" h="89" w="183">
                  <a:moveTo>
                    <a:pt x="182" y="88"/>
                  </a:moveTo>
                  <a:cubicBezTo>
                    <a:pt x="123" y="57"/>
                    <a:pt x="63" y="25"/>
                    <a:pt x="0" y="1"/>
                  </a:cubicBezTo>
                  <a:cubicBezTo>
                    <a:pt x="63" y="25"/>
                    <a:pt x="123" y="57"/>
                    <a:pt x="182" y="8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7" name="Google Shape;7227;p129"/>
            <p:cNvSpPr/>
            <p:nvPr/>
          </p:nvSpPr>
          <p:spPr>
            <a:xfrm>
              <a:off x="992313" y="1527457"/>
              <a:ext cx="5187" cy="2580"/>
            </a:xfrm>
            <a:custGeom>
              <a:rect b="b" l="l" r="r" t="t"/>
              <a:pathLst>
                <a:path extrusionOk="0" h="190" w="382">
                  <a:moveTo>
                    <a:pt x="382" y="49"/>
                  </a:moveTo>
                  <a:cubicBezTo>
                    <a:pt x="266" y="189"/>
                    <a:pt x="28" y="21"/>
                    <a:pt x="0" y="0"/>
                  </a:cubicBezTo>
                  <a:cubicBezTo>
                    <a:pt x="28" y="21"/>
                    <a:pt x="266" y="189"/>
                    <a:pt x="382" y="4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8" name="Google Shape;7228;p129"/>
            <p:cNvSpPr/>
            <p:nvPr/>
          </p:nvSpPr>
          <p:spPr>
            <a:xfrm>
              <a:off x="1416012" y="1669057"/>
              <a:ext cx="109" cy="54"/>
            </a:xfrm>
            <a:custGeom>
              <a:rect b="b" l="l" r="r" t="t"/>
              <a:pathLst>
                <a:path extrusionOk="0" h="4" w="8">
                  <a:moveTo>
                    <a:pt x="8"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9" name="Google Shape;7229;p129"/>
            <p:cNvSpPr/>
            <p:nvPr/>
          </p:nvSpPr>
          <p:spPr>
            <a:xfrm>
              <a:off x="1417872" y="1670333"/>
              <a:ext cx="54" cy="109"/>
            </a:xfrm>
            <a:custGeom>
              <a:rect b="b" l="l" r="r" t="t"/>
              <a:pathLst>
                <a:path extrusionOk="0" h="8" w="4">
                  <a:moveTo>
                    <a:pt x="0" y="1"/>
                  </a:moveTo>
                  <a:lnTo>
                    <a:pt x="4" y="8"/>
                  </a:lnTo>
                  <a:lnTo>
                    <a:pt x="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0" name="Google Shape;7230;p129"/>
            <p:cNvSpPr/>
            <p:nvPr/>
          </p:nvSpPr>
          <p:spPr>
            <a:xfrm>
              <a:off x="1037458" y="1535536"/>
              <a:ext cx="68" cy="54"/>
            </a:xfrm>
            <a:custGeom>
              <a:rect b="b" l="l" r="r" t="t"/>
              <a:pathLst>
                <a:path extrusionOk="0" h="4" w="5">
                  <a:moveTo>
                    <a:pt x="1" y="0"/>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1" name="Google Shape;7231;p129"/>
            <p:cNvSpPr/>
            <p:nvPr/>
          </p:nvSpPr>
          <p:spPr>
            <a:xfrm>
              <a:off x="1037173" y="1535292"/>
              <a:ext cx="204" cy="163"/>
            </a:xfrm>
            <a:custGeom>
              <a:rect b="b" l="l" r="r" t="t"/>
              <a:pathLst>
                <a:path extrusionOk="0" h="12" w="15">
                  <a:moveTo>
                    <a:pt x="1" y="1"/>
                  </a:moveTo>
                  <a:cubicBezTo>
                    <a:pt x="4" y="4"/>
                    <a:pt x="8" y="8"/>
                    <a:pt x="15" y="11"/>
                  </a:cubicBez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2" name="Google Shape;7232;p129"/>
            <p:cNvSpPr/>
            <p:nvPr/>
          </p:nvSpPr>
          <p:spPr>
            <a:xfrm>
              <a:off x="1074443" y="158035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3" name="Google Shape;7233;p129"/>
            <p:cNvSpPr/>
            <p:nvPr/>
          </p:nvSpPr>
          <p:spPr>
            <a:xfrm>
              <a:off x="1370853" y="1652846"/>
              <a:ext cx="4766" cy="1385"/>
            </a:xfrm>
            <a:custGeom>
              <a:rect b="b" l="l" r="r" t="t"/>
              <a:pathLst>
                <a:path extrusionOk="0" h="102" w="351">
                  <a:moveTo>
                    <a:pt x="1" y="0"/>
                  </a:moveTo>
                  <a:cubicBezTo>
                    <a:pt x="120" y="25"/>
                    <a:pt x="235" y="60"/>
                    <a:pt x="351" y="102"/>
                  </a:cubicBezTo>
                  <a:lnTo>
                    <a:pt x="351" y="102"/>
                  </a:lnTo>
                  <a:cubicBezTo>
                    <a:pt x="235" y="60"/>
                    <a:pt x="120" y="25"/>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4" name="Google Shape;7234;p129"/>
            <p:cNvSpPr/>
            <p:nvPr/>
          </p:nvSpPr>
          <p:spPr>
            <a:xfrm>
              <a:off x="1132813" y="1645052"/>
              <a:ext cx="202889" cy="1100"/>
            </a:xfrm>
            <a:custGeom>
              <a:rect b="b" l="l" r="r" t="t"/>
              <a:pathLst>
                <a:path extrusionOk="0" h="81" w="14943">
                  <a:moveTo>
                    <a:pt x="1" y="81"/>
                  </a:moveTo>
                  <a:lnTo>
                    <a:pt x="1494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5" name="Google Shape;7235;p129"/>
            <p:cNvSpPr/>
            <p:nvPr/>
          </p:nvSpPr>
          <p:spPr>
            <a:xfrm>
              <a:off x="1415496" y="1668718"/>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6" name="Google Shape;7236;p129"/>
            <p:cNvSpPr/>
            <p:nvPr/>
          </p:nvSpPr>
          <p:spPr>
            <a:xfrm>
              <a:off x="1075678" y="1581930"/>
              <a:ext cx="1113" cy="1439"/>
            </a:xfrm>
            <a:custGeom>
              <a:rect b="b" l="l" r="r" t="t"/>
              <a:pathLst>
                <a:path extrusionOk="0" h="106" w="82">
                  <a:moveTo>
                    <a:pt x="1" y="0"/>
                  </a:moveTo>
                  <a:cubicBezTo>
                    <a:pt x="36" y="35"/>
                    <a:pt x="78" y="81"/>
                    <a:pt x="78" y="105"/>
                  </a:cubicBezTo>
                  <a:cubicBezTo>
                    <a:pt x="81" y="81"/>
                    <a:pt x="36" y="35"/>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7" name="Google Shape;7237;p129"/>
            <p:cNvSpPr/>
            <p:nvPr/>
          </p:nvSpPr>
          <p:spPr>
            <a:xfrm>
              <a:off x="1457410" y="1699376"/>
              <a:ext cx="14" cy="204"/>
            </a:xfrm>
            <a:custGeom>
              <a:rect b="b" l="l" r="r" t="t"/>
              <a:pathLst>
                <a:path extrusionOk="0" h="15" w="1">
                  <a:moveTo>
                    <a:pt x="1" y="1"/>
                  </a:moveTo>
                  <a:lnTo>
                    <a:pt x="1" y="15"/>
                  </a:lnTo>
                  <a:cubicBezTo>
                    <a:pt x="1" y="11"/>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8" name="Google Shape;7238;p129"/>
            <p:cNvSpPr/>
            <p:nvPr/>
          </p:nvSpPr>
          <p:spPr>
            <a:xfrm>
              <a:off x="1456649" y="1702091"/>
              <a:ext cx="163" cy="149"/>
            </a:xfrm>
            <a:custGeom>
              <a:rect b="b" l="l" r="r" t="t"/>
              <a:pathLst>
                <a:path extrusionOk="0" h="11" w="12">
                  <a:moveTo>
                    <a:pt x="1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9" name="Google Shape;7239;p129"/>
            <p:cNvSpPr/>
            <p:nvPr/>
          </p:nvSpPr>
          <p:spPr>
            <a:xfrm>
              <a:off x="1457152" y="1701467"/>
              <a:ext cx="136" cy="163"/>
            </a:xfrm>
            <a:custGeom>
              <a:rect b="b" l="l" r="r" t="t"/>
              <a:pathLst>
                <a:path extrusionOk="0" h="12" w="10">
                  <a:moveTo>
                    <a:pt x="9" y="1"/>
                  </a:moveTo>
                  <a:cubicBezTo>
                    <a:pt x="6" y="4"/>
                    <a:pt x="1" y="12"/>
                    <a:pt x="1" y="12"/>
                  </a:cubicBezTo>
                  <a:cubicBezTo>
                    <a:pt x="2" y="12"/>
                    <a:pt x="2" y="12"/>
                    <a:pt x="2" y="11"/>
                  </a:cubicBezTo>
                  <a:cubicBezTo>
                    <a:pt x="6" y="8"/>
                    <a:pt x="9" y="4"/>
                    <a:pt x="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0" name="Google Shape;7240;p129"/>
            <p:cNvSpPr/>
            <p:nvPr/>
          </p:nvSpPr>
          <p:spPr>
            <a:xfrm>
              <a:off x="1456935" y="1701806"/>
              <a:ext cx="163" cy="109"/>
            </a:xfrm>
            <a:custGeom>
              <a:rect b="b" l="l" r="r" t="t"/>
              <a:pathLst>
                <a:path extrusionOk="0" h="8" w="12">
                  <a:moveTo>
                    <a:pt x="1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1" name="Google Shape;7241;p129"/>
            <p:cNvSpPr/>
            <p:nvPr/>
          </p:nvSpPr>
          <p:spPr>
            <a:xfrm>
              <a:off x="1457464" y="1700095"/>
              <a:ext cx="14" cy="204"/>
            </a:xfrm>
            <a:custGeom>
              <a:rect b="b" l="l" r="r" t="t"/>
              <a:pathLst>
                <a:path extrusionOk="0" h="15" w="1">
                  <a:moveTo>
                    <a:pt x="0" y="0"/>
                  </a:moveTo>
                  <a:lnTo>
                    <a:pt x="0" y="14"/>
                  </a:lnTo>
                  <a:cubicBezTo>
                    <a:pt x="0" y="11"/>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2" name="Google Shape;7242;p129"/>
            <p:cNvSpPr/>
            <p:nvPr/>
          </p:nvSpPr>
          <p:spPr>
            <a:xfrm>
              <a:off x="1457369" y="1701181"/>
              <a:ext cx="54" cy="122"/>
            </a:xfrm>
            <a:custGeom>
              <a:rect b="b" l="l" r="r" t="t"/>
              <a:pathLst>
                <a:path extrusionOk="0" h="9" w="4">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3" name="Google Shape;7243;p129"/>
            <p:cNvSpPr/>
            <p:nvPr/>
          </p:nvSpPr>
          <p:spPr>
            <a:xfrm>
              <a:off x="1539174" y="1665921"/>
              <a:ext cx="14" cy="285"/>
            </a:xfrm>
            <a:custGeom>
              <a:rect b="b" l="l" r="r" t="t"/>
              <a:pathLst>
                <a:path extrusionOk="0" h="21" w="1">
                  <a:moveTo>
                    <a:pt x="0" y="2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4" name="Google Shape;7244;p129"/>
            <p:cNvSpPr/>
            <p:nvPr/>
          </p:nvSpPr>
          <p:spPr>
            <a:xfrm>
              <a:off x="1536512" y="1661494"/>
              <a:ext cx="2865" cy="530"/>
            </a:xfrm>
            <a:custGeom>
              <a:rect b="b" l="l" r="r" t="t"/>
              <a:pathLst>
                <a:path extrusionOk="0" h="39" w="211">
                  <a:moveTo>
                    <a:pt x="0" y="0"/>
                  </a:moveTo>
                  <a:lnTo>
                    <a:pt x="0" y="0"/>
                  </a:lnTo>
                  <a:cubicBezTo>
                    <a:pt x="81" y="7"/>
                    <a:pt x="196" y="14"/>
                    <a:pt x="210" y="39"/>
                  </a:cubicBezTo>
                  <a:cubicBezTo>
                    <a:pt x="196" y="14"/>
                    <a:pt x="81"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5" name="Google Shape;7245;p129"/>
            <p:cNvSpPr/>
            <p:nvPr/>
          </p:nvSpPr>
          <p:spPr>
            <a:xfrm>
              <a:off x="1477423" y="1689681"/>
              <a:ext cx="163" cy="109"/>
            </a:xfrm>
            <a:custGeom>
              <a:rect b="b" l="l" r="r" t="t"/>
              <a:pathLst>
                <a:path extrusionOk="0" h="8" w="12">
                  <a:moveTo>
                    <a:pt x="1" y="7"/>
                  </a:moveTo>
                  <a:lnTo>
                    <a:pt x="1" y="7"/>
                  </a:ln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6" name="Google Shape;7246;p129"/>
            <p:cNvSpPr/>
            <p:nvPr/>
          </p:nvSpPr>
          <p:spPr>
            <a:xfrm>
              <a:off x="1428843" y="1703327"/>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7" name="Google Shape;7247;p129"/>
            <p:cNvSpPr/>
            <p:nvPr/>
          </p:nvSpPr>
          <p:spPr>
            <a:xfrm>
              <a:off x="1428897" y="1704223"/>
              <a:ext cx="54" cy="258"/>
            </a:xfrm>
            <a:custGeom>
              <a:rect b="b" l="l" r="r" t="t"/>
              <a:pathLst>
                <a:path extrusionOk="0" h="19" w="4">
                  <a:moveTo>
                    <a:pt x="4" y="1"/>
                  </a:moveTo>
                  <a:cubicBezTo>
                    <a:pt x="0" y="8"/>
                    <a:pt x="0" y="11"/>
                    <a:pt x="4" y="18"/>
                  </a:cubicBez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8" name="Google Shape;7248;p129"/>
            <p:cNvSpPr/>
            <p:nvPr/>
          </p:nvSpPr>
          <p:spPr>
            <a:xfrm>
              <a:off x="1428992" y="1705038"/>
              <a:ext cx="109" cy="244"/>
            </a:xfrm>
            <a:custGeom>
              <a:rect b="b" l="l" r="r" t="t"/>
              <a:pathLst>
                <a:path extrusionOk="0" h="18" w="8">
                  <a:moveTo>
                    <a:pt x="0" y="0"/>
                  </a:moveTo>
                  <a:lnTo>
                    <a:pt x="0" y="0"/>
                  </a:lnTo>
                  <a:cubicBezTo>
                    <a:pt x="4" y="7"/>
                    <a:pt x="4" y="14"/>
                    <a:pt x="7" y="18"/>
                  </a:cubicBezTo>
                  <a:cubicBezTo>
                    <a:pt x="7" y="14"/>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9" name="Google Shape;7249;p129"/>
            <p:cNvSpPr/>
            <p:nvPr/>
          </p:nvSpPr>
          <p:spPr>
            <a:xfrm>
              <a:off x="1456269" y="1702376"/>
              <a:ext cx="163" cy="149"/>
            </a:xfrm>
            <a:custGeom>
              <a:rect b="b" l="l" r="r" t="t"/>
              <a:pathLst>
                <a:path extrusionOk="0" h="11" w="12">
                  <a:moveTo>
                    <a:pt x="1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0" name="Google Shape;7250;p129"/>
            <p:cNvSpPr/>
            <p:nvPr/>
          </p:nvSpPr>
          <p:spPr>
            <a:xfrm>
              <a:off x="1429223" y="1705893"/>
              <a:ext cx="68" cy="149"/>
            </a:xfrm>
            <a:custGeom>
              <a:rect b="b" l="l" r="r" t="t"/>
              <a:pathLst>
                <a:path extrusionOk="0" h="11" w="5">
                  <a:moveTo>
                    <a:pt x="1" y="0"/>
                  </a:moveTo>
                  <a:lnTo>
                    <a:pt x="1" y="0"/>
                  </a:lnTo>
                  <a:cubicBezTo>
                    <a:pt x="1" y="4"/>
                    <a:pt x="4" y="7"/>
                    <a:pt x="4" y="11"/>
                  </a:cubicBezTo>
                  <a:cubicBezTo>
                    <a:pt x="4" y="7"/>
                    <a:pt x="4"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1" name="Google Shape;7251;p129"/>
            <p:cNvSpPr/>
            <p:nvPr/>
          </p:nvSpPr>
          <p:spPr>
            <a:xfrm>
              <a:off x="1428897" y="1702227"/>
              <a:ext cx="54" cy="258"/>
            </a:xfrm>
            <a:custGeom>
              <a:rect b="b" l="l" r="r" t="t"/>
              <a:pathLst>
                <a:path extrusionOk="0" h="19" w="4">
                  <a:moveTo>
                    <a:pt x="0" y="1"/>
                  </a:moveTo>
                  <a:lnTo>
                    <a:pt x="0" y="18"/>
                  </a:lnTo>
                  <a:cubicBezTo>
                    <a:pt x="0" y="15"/>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2" name="Google Shape;7252;p129"/>
            <p:cNvSpPr/>
            <p:nvPr/>
          </p:nvSpPr>
          <p:spPr>
            <a:xfrm>
              <a:off x="1455794" y="1702702"/>
              <a:ext cx="204" cy="163"/>
            </a:xfrm>
            <a:custGeom>
              <a:rect b="b" l="l" r="r" t="t"/>
              <a:pathLst>
                <a:path extrusionOk="0" h="12" w="15">
                  <a:moveTo>
                    <a:pt x="15"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3" name="Google Shape;7253;p129"/>
            <p:cNvSpPr/>
            <p:nvPr/>
          </p:nvSpPr>
          <p:spPr>
            <a:xfrm>
              <a:off x="1429562" y="1706653"/>
              <a:ext cx="109" cy="204"/>
            </a:xfrm>
            <a:custGeom>
              <a:rect b="b" l="l" r="r" t="t"/>
              <a:pathLst>
                <a:path extrusionOk="0" h="15" w="8">
                  <a:moveTo>
                    <a:pt x="0" y="0"/>
                  </a:moveTo>
                  <a:cubicBezTo>
                    <a:pt x="4" y="7"/>
                    <a:pt x="4" y="11"/>
                    <a:pt x="7" y="14"/>
                  </a:cubicBezTo>
                  <a:cubicBezTo>
                    <a:pt x="7" y="11"/>
                    <a:pt x="4"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4" name="Google Shape;7254;p129"/>
            <p:cNvSpPr/>
            <p:nvPr/>
          </p:nvSpPr>
          <p:spPr>
            <a:xfrm>
              <a:off x="1455224" y="1703042"/>
              <a:ext cx="258" cy="149"/>
            </a:xfrm>
            <a:custGeom>
              <a:rect b="b" l="l" r="r" t="t"/>
              <a:pathLst>
                <a:path extrusionOk="0" h="11" w="19">
                  <a:moveTo>
                    <a:pt x="18"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5" name="Google Shape;7255;p129"/>
            <p:cNvSpPr/>
            <p:nvPr/>
          </p:nvSpPr>
          <p:spPr>
            <a:xfrm>
              <a:off x="1482080" y="1685595"/>
              <a:ext cx="299" cy="244"/>
            </a:xfrm>
            <a:custGeom>
              <a:rect b="b" l="l" r="r" t="t"/>
              <a:pathLst>
                <a:path extrusionOk="0" h="18" w="22">
                  <a:moveTo>
                    <a:pt x="1" y="18"/>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6" name="Google Shape;7256;p129"/>
            <p:cNvSpPr/>
            <p:nvPr/>
          </p:nvSpPr>
          <p:spPr>
            <a:xfrm>
              <a:off x="1539174" y="1665486"/>
              <a:ext cx="14" cy="244"/>
            </a:xfrm>
            <a:custGeom>
              <a:rect b="b" l="l" r="r" t="t"/>
              <a:pathLst>
                <a:path extrusionOk="0" h="18" w="1">
                  <a:moveTo>
                    <a:pt x="0"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7" name="Google Shape;7257;p129"/>
            <p:cNvSpPr/>
            <p:nvPr/>
          </p:nvSpPr>
          <p:spPr>
            <a:xfrm>
              <a:off x="1539174" y="1666871"/>
              <a:ext cx="54" cy="299"/>
            </a:xfrm>
            <a:custGeom>
              <a:rect b="b" l="l" r="r" t="t"/>
              <a:pathLst>
                <a:path extrusionOk="0" h="22" w="4">
                  <a:moveTo>
                    <a:pt x="0" y="0"/>
                  </a:moveTo>
                  <a:lnTo>
                    <a:pt x="0" y="21"/>
                  </a:lnTo>
                  <a:cubicBezTo>
                    <a:pt x="4" y="14"/>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8" name="Google Shape;7258;p129"/>
            <p:cNvSpPr/>
            <p:nvPr/>
          </p:nvSpPr>
          <p:spPr>
            <a:xfrm>
              <a:off x="1539174" y="1666396"/>
              <a:ext cx="14" cy="299"/>
            </a:xfrm>
            <a:custGeom>
              <a:rect b="b" l="l" r="r" t="t"/>
              <a:pathLst>
                <a:path extrusionOk="0" h="22" w="1">
                  <a:moveTo>
                    <a:pt x="0"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9" name="Google Shape;7259;p129"/>
            <p:cNvSpPr/>
            <p:nvPr/>
          </p:nvSpPr>
          <p:spPr>
            <a:xfrm>
              <a:off x="1485217" y="1683409"/>
              <a:ext cx="163" cy="109"/>
            </a:xfrm>
            <a:custGeom>
              <a:rect b="b" l="l" r="r" t="t"/>
              <a:pathLst>
                <a:path extrusionOk="0" h="8" w="12">
                  <a:moveTo>
                    <a:pt x="1" y="7"/>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0" name="Google Shape;7260;p129"/>
            <p:cNvSpPr/>
            <p:nvPr/>
          </p:nvSpPr>
          <p:spPr>
            <a:xfrm>
              <a:off x="1485407" y="1683354"/>
              <a:ext cx="109" cy="68"/>
            </a:xfrm>
            <a:custGeom>
              <a:rect b="b" l="l" r="r" t="t"/>
              <a:pathLst>
                <a:path extrusionOk="0" h="5" w="8">
                  <a:moveTo>
                    <a:pt x="1" y="4"/>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1" name="Google Shape;7261;p129"/>
            <p:cNvSpPr/>
            <p:nvPr/>
          </p:nvSpPr>
          <p:spPr>
            <a:xfrm>
              <a:off x="1480139" y="1687115"/>
              <a:ext cx="394" cy="339"/>
            </a:xfrm>
            <a:custGeom>
              <a:rect b="b" l="l" r="r" t="t"/>
              <a:pathLst>
                <a:path extrusionOk="0" h="25" w="29">
                  <a:moveTo>
                    <a:pt x="0" y="25"/>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2" name="Google Shape;7262;p129"/>
            <p:cNvSpPr/>
            <p:nvPr/>
          </p:nvSpPr>
          <p:spPr>
            <a:xfrm>
              <a:off x="1539174" y="1665052"/>
              <a:ext cx="14" cy="299"/>
            </a:xfrm>
            <a:custGeom>
              <a:rect b="b" l="l" r="r" t="t"/>
              <a:pathLst>
                <a:path extrusionOk="0" h="22" w="1">
                  <a:moveTo>
                    <a:pt x="0" y="1"/>
                  </a:moveTo>
                  <a:lnTo>
                    <a:pt x="0" y="22"/>
                  </a:lnTo>
                  <a:cubicBezTo>
                    <a:pt x="0" y="15"/>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3" name="Google Shape;7263;p129"/>
            <p:cNvSpPr/>
            <p:nvPr/>
          </p:nvSpPr>
          <p:spPr>
            <a:xfrm>
              <a:off x="1485556" y="1683259"/>
              <a:ext cx="109" cy="68"/>
            </a:xfrm>
            <a:custGeom>
              <a:rect b="b" l="l" r="r" t="t"/>
              <a:pathLst>
                <a:path extrusionOk="0" h="5"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4" name="Google Shape;7264;p129"/>
            <p:cNvSpPr/>
            <p:nvPr/>
          </p:nvSpPr>
          <p:spPr>
            <a:xfrm>
              <a:off x="1483845" y="1684264"/>
              <a:ext cx="244" cy="204"/>
            </a:xfrm>
            <a:custGeom>
              <a:rect b="b" l="l" r="r" t="t"/>
              <a:pathLst>
                <a:path extrusionOk="0" h="15" w="18">
                  <a:moveTo>
                    <a:pt x="0" y="1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5" name="Google Shape;7265;p129"/>
            <p:cNvSpPr/>
            <p:nvPr/>
          </p:nvSpPr>
          <p:spPr>
            <a:xfrm>
              <a:off x="1484646" y="1683789"/>
              <a:ext cx="204" cy="109"/>
            </a:xfrm>
            <a:custGeom>
              <a:rect b="b" l="l" r="r" t="t"/>
              <a:pathLst>
                <a:path extrusionOk="0" h="8" w="15">
                  <a:moveTo>
                    <a:pt x="1" y="7"/>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6" name="Google Shape;7266;p129"/>
            <p:cNvSpPr/>
            <p:nvPr/>
          </p:nvSpPr>
          <p:spPr>
            <a:xfrm>
              <a:off x="1484415" y="1683924"/>
              <a:ext cx="204" cy="163"/>
            </a:xfrm>
            <a:custGeom>
              <a:rect b="b" l="l" r="r" t="t"/>
              <a:pathLst>
                <a:path extrusionOk="0" h="12" w="15">
                  <a:moveTo>
                    <a:pt x="0" y="1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7" name="Google Shape;7267;p129"/>
            <p:cNvSpPr/>
            <p:nvPr/>
          </p:nvSpPr>
          <p:spPr>
            <a:xfrm>
              <a:off x="1484130" y="1684115"/>
              <a:ext cx="244" cy="163"/>
            </a:xfrm>
            <a:custGeom>
              <a:rect b="b" l="l" r="r" t="t"/>
              <a:pathLst>
                <a:path extrusionOk="0" h="12" w="18">
                  <a:moveTo>
                    <a:pt x="0" y="1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8" name="Google Shape;7268;p129"/>
            <p:cNvSpPr/>
            <p:nvPr/>
          </p:nvSpPr>
          <p:spPr>
            <a:xfrm>
              <a:off x="1485026" y="1683544"/>
              <a:ext cx="204" cy="109"/>
            </a:xfrm>
            <a:custGeom>
              <a:rect b="b" l="l" r="r" t="t"/>
              <a:pathLst>
                <a:path extrusionOk="0" h="8" w="15">
                  <a:moveTo>
                    <a:pt x="1" y="8"/>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9" name="Google Shape;7269;p129"/>
            <p:cNvSpPr/>
            <p:nvPr/>
          </p:nvSpPr>
          <p:spPr>
            <a:xfrm>
              <a:off x="1539309" y="1668392"/>
              <a:ext cx="68" cy="339"/>
            </a:xfrm>
            <a:custGeom>
              <a:rect b="b" l="l" r="r" t="t"/>
              <a:pathLst>
                <a:path extrusionOk="0" h="25" w="5">
                  <a:moveTo>
                    <a:pt x="1" y="0"/>
                  </a:moveTo>
                  <a:cubicBezTo>
                    <a:pt x="1" y="7"/>
                    <a:pt x="1" y="18"/>
                    <a:pt x="4" y="25"/>
                  </a:cubicBezTo>
                  <a:cubicBezTo>
                    <a:pt x="1" y="18"/>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0" name="Google Shape;7270;p129"/>
            <p:cNvSpPr/>
            <p:nvPr/>
          </p:nvSpPr>
          <p:spPr>
            <a:xfrm>
              <a:off x="1539214" y="1667346"/>
              <a:ext cx="14" cy="299"/>
            </a:xfrm>
            <a:custGeom>
              <a:rect b="b" l="l" r="r" t="t"/>
              <a:pathLst>
                <a:path extrusionOk="0" h="22" w="1">
                  <a:moveTo>
                    <a:pt x="1" y="0"/>
                  </a:moveTo>
                  <a:lnTo>
                    <a:pt x="1" y="21"/>
                  </a:lnTo>
                  <a:cubicBezTo>
                    <a:pt x="1" y="14"/>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1" name="Google Shape;7271;p129"/>
            <p:cNvSpPr/>
            <p:nvPr/>
          </p:nvSpPr>
          <p:spPr>
            <a:xfrm>
              <a:off x="1484836" y="1683639"/>
              <a:ext cx="204" cy="109"/>
            </a:xfrm>
            <a:custGeom>
              <a:rect b="b" l="l" r="r" t="t"/>
              <a:pathLst>
                <a:path extrusionOk="0" h="8" w="15">
                  <a:moveTo>
                    <a:pt x="1" y="8"/>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2" name="Google Shape;7272;p129"/>
            <p:cNvSpPr/>
            <p:nvPr/>
          </p:nvSpPr>
          <p:spPr>
            <a:xfrm>
              <a:off x="1485692" y="1683164"/>
              <a:ext cx="109" cy="109"/>
            </a:xfrm>
            <a:custGeom>
              <a:rect b="b" l="l" r="r" t="t"/>
              <a:pathLst>
                <a:path extrusionOk="0" h="8" w="8">
                  <a:moveTo>
                    <a:pt x="1" y="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3" name="Google Shape;7273;p129"/>
            <p:cNvSpPr/>
            <p:nvPr/>
          </p:nvSpPr>
          <p:spPr>
            <a:xfrm>
              <a:off x="1539269" y="1667862"/>
              <a:ext cx="14" cy="299"/>
            </a:xfrm>
            <a:custGeom>
              <a:rect b="b" l="l" r="r" t="t"/>
              <a:pathLst>
                <a:path extrusionOk="0" h="22" w="1">
                  <a:moveTo>
                    <a:pt x="0" y="1"/>
                  </a:moveTo>
                  <a:lnTo>
                    <a:pt x="0" y="22"/>
                  </a:lnTo>
                  <a:cubicBezTo>
                    <a:pt x="0" y="15"/>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4" name="Google Shape;7274;p129"/>
            <p:cNvSpPr/>
            <p:nvPr/>
          </p:nvSpPr>
          <p:spPr>
            <a:xfrm>
              <a:off x="1485787" y="1683164"/>
              <a:ext cx="109" cy="68"/>
            </a:xfrm>
            <a:custGeom>
              <a:rect b="b" l="l" r="r" t="t"/>
              <a:pathLst>
                <a:path extrusionOk="0" h="5" w="8">
                  <a:moveTo>
                    <a:pt x="1" y="4"/>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5" name="Google Shape;7275;p129"/>
            <p:cNvSpPr/>
            <p:nvPr/>
          </p:nvSpPr>
          <p:spPr>
            <a:xfrm>
              <a:off x="1539269" y="1663300"/>
              <a:ext cx="54" cy="584"/>
            </a:xfrm>
            <a:custGeom>
              <a:rect b="b" l="l" r="r" t="t"/>
              <a:pathLst>
                <a:path extrusionOk="0" h="43" w="4">
                  <a:moveTo>
                    <a:pt x="4" y="0"/>
                  </a:moveTo>
                  <a:cubicBezTo>
                    <a:pt x="0" y="14"/>
                    <a:pt x="0" y="28"/>
                    <a:pt x="0" y="42"/>
                  </a:cubicBezTo>
                  <a:cubicBezTo>
                    <a:pt x="0" y="28"/>
                    <a:pt x="4" y="1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6" name="Google Shape;7276;p129"/>
            <p:cNvSpPr/>
            <p:nvPr/>
          </p:nvSpPr>
          <p:spPr>
            <a:xfrm>
              <a:off x="1539269" y="1663911"/>
              <a:ext cx="14" cy="299"/>
            </a:xfrm>
            <a:custGeom>
              <a:rect b="b" l="l" r="r" t="t"/>
              <a:pathLst>
                <a:path extrusionOk="0" h="22" w="1">
                  <a:moveTo>
                    <a:pt x="0" y="1"/>
                  </a:moveTo>
                  <a:lnTo>
                    <a:pt x="0"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7" name="Google Shape;7277;p129"/>
            <p:cNvSpPr/>
            <p:nvPr/>
          </p:nvSpPr>
          <p:spPr>
            <a:xfrm>
              <a:off x="1529099" y="1659634"/>
              <a:ext cx="244" cy="68"/>
            </a:xfrm>
            <a:custGeom>
              <a:rect b="b" l="l" r="r" t="t"/>
              <a:pathLst>
                <a:path extrusionOk="0" h="5" w="18">
                  <a:moveTo>
                    <a:pt x="0" y="4"/>
                  </a:moveTo>
                  <a:cubicBezTo>
                    <a:pt x="4" y="1"/>
                    <a:pt x="11" y="1"/>
                    <a:pt x="18" y="1"/>
                  </a:cubicBezTo>
                  <a:cubicBezTo>
                    <a:pt x="11" y="1"/>
                    <a:pt x="4" y="1"/>
                    <a:pt x="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8" name="Google Shape;7278;p129"/>
            <p:cNvSpPr/>
            <p:nvPr/>
          </p:nvSpPr>
          <p:spPr>
            <a:xfrm>
              <a:off x="1482460" y="1685309"/>
              <a:ext cx="299" cy="204"/>
            </a:xfrm>
            <a:custGeom>
              <a:rect b="b" l="l" r="r" t="t"/>
              <a:pathLst>
                <a:path extrusionOk="0" h="15" w="22">
                  <a:moveTo>
                    <a:pt x="1" y="14"/>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9" name="Google Shape;7279;p129"/>
            <p:cNvSpPr/>
            <p:nvPr/>
          </p:nvSpPr>
          <p:spPr>
            <a:xfrm>
              <a:off x="1482840" y="1685024"/>
              <a:ext cx="299" cy="204"/>
            </a:xfrm>
            <a:custGeom>
              <a:rect b="b" l="l" r="r" t="t"/>
              <a:pathLst>
                <a:path extrusionOk="0" h="15" w="22">
                  <a:moveTo>
                    <a:pt x="1" y="14"/>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0" name="Google Shape;7280;p129"/>
            <p:cNvSpPr/>
            <p:nvPr/>
          </p:nvSpPr>
          <p:spPr>
            <a:xfrm>
              <a:off x="1481605" y="1685975"/>
              <a:ext cx="353" cy="244"/>
            </a:xfrm>
            <a:custGeom>
              <a:rect b="b" l="l" r="r" t="t"/>
              <a:pathLst>
                <a:path extrusionOk="0" h="18" w="26">
                  <a:moveTo>
                    <a:pt x="1" y="18"/>
                  </a:move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1" name="Google Shape;7281;p129"/>
            <p:cNvSpPr/>
            <p:nvPr/>
          </p:nvSpPr>
          <p:spPr>
            <a:xfrm>
              <a:off x="1539214" y="1664672"/>
              <a:ext cx="14" cy="258"/>
            </a:xfrm>
            <a:custGeom>
              <a:rect b="b" l="l" r="r" t="t"/>
              <a:pathLst>
                <a:path extrusionOk="0" h="19" w="1">
                  <a:moveTo>
                    <a:pt x="1" y="1"/>
                  </a:moveTo>
                  <a:lnTo>
                    <a:pt x="1" y="18"/>
                  </a:lnTo>
                  <a:cubicBezTo>
                    <a:pt x="1" y="11"/>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2" name="Google Shape;7282;p129"/>
            <p:cNvSpPr/>
            <p:nvPr/>
          </p:nvSpPr>
          <p:spPr>
            <a:xfrm>
              <a:off x="1539214" y="1664291"/>
              <a:ext cx="14" cy="258"/>
            </a:xfrm>
            <a:custGeom>
              <a:rect b="b" l="l" r="r" t="t"/>
              <a:pathLst>
                <a:path extrusionOk="0" h="19" w="1">
                  <a:moveTo>
                    <a:pt x="1" y="1"/>
                  </a:moveTo>
                  <a:lnTo>
                    <a:pt x="1" y="18"/>
                  </a:lnTo>
                  <a:cubicBezTo>
                    <a:pt x="1" y="11"/>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3" name="Google Shape;7283;p129"/>
            <p:cNvSpPr/>
            <p:nvPr/>
          </p:nvSpPr>
          <p:spPr>
            <a:xfrm>
              <a:off x="1479568" y="1687536"/>
              <a:ext cx="434" cy="394"/>
            </a:xfrm>
            <a:custGeom>
              <a:rect b="b" l="l" r="r" t="t"/>
              <a:pathLst>
                <a:path extrusionOk="0" h="29" w="32">
                  <a:moveTo>
                    <a:pt x="0" y="29"/>
                  </a:moveTo>
                  <a:lnTo>
                    <a:pt x="3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4" name="Google Shape;7284;p129"/>
            <p:cNvSpPr/>
            <p:nvPr/>
          </p:nvSpPr>
          <p:spPr>
            <a:xfrm>
              <a:off x="1485882" y="1683123"/>
              <a:ext cx="109" cy="54"/>
            </a:xfrm>
            <a:custGeom>
              <a:rect b="b" l="l" r="r" t="t"/>
              <a:pathLst>
                <a:path extrusionOk="0" h="4" w="8">
                  <a:moveTo>
                    <a:pt x="1" y="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5" name="Google Shape;7285;p129"/>
            <p:cNvSpPr/>
            <p:nvPr/>
          </p:nvSpPr>
          <p:spPr>
            <a:xfrm>
              <a:off x="1486167" y="168302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6" name="Google Shape;7286;p129"/>
            <p:cNvSpPr/>
            <p:nvPr/>
          </p:nvSpPr>
          <p:spPr>
            <a:xfrm>
              <a:off x="1485977" y="1683123"/>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7" name="Google Shape;7287;p129"/>
            <p:cNvSpPr/>
            <p:nvPr/>
          </p:nvSpPr>
          <p:spPr>
            <a:xfrm>
              <a:off x="1481184" y="1686301"/>
              <a:ext cx="339" cy="299"/>
            </a:xfrm>
            <a:custGeom>
              <a:rect b="b" l="l" r="r" t="t"/>
              <a:pathLst>
                <a:path extrusionOk="0" h="22" w="25">
                  <a:moveTo>
                    <a:pt x="0" y="22"/>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8" name="Google Shape;7288;p129"/>
            <p:cNvSpPr/>
            <p:nvPr/>
          </p:nvSpPr>
          <p:spPr>
            <a:xfrm>
              <a:off x="1486031" y="1683069"/>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9" name="Google Shape;7289;p129"/>
            <p:cNvSpPr/>
            <p:nvPr/>
          </p:nvSpPr>
          <p:spPr>
            <a:xfrm>
              <a:off x="1486072" y="1683069"/>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0" name="Google Shape;7290;p129"/>
            <p:cNvSpPr/>
            <p:nvPr/>
          </p:nvSpPr>
          <p:spPr>
            <a:xfrm>
              <a:off x="1480654" y="1686681"/>
              <a:ext cx="394" cy="353"/>
            </a:xfrm>
            <a:custGeom>
              <a:rect b="b" l="l" r="r" t="t"/>
              <a:pathLst>
                <a:path extrusionOk="0" h="26" w="29">
                  <a:moveTo>
                    <a:pt x="1" y="25"/>
                  </a:move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1" name="Google Shape;7291;p129"/>
            <p:cNvSpPr/>
            <p:nvPr/>
          </p:nvSpPr>
          <p:spPr>
            <a:xfrm>
              <a:off x="1483221" y="1684739"/>
              <a:ext cx="258" cy="204"/>
            </a:xfrm>
            <a:custGeom>
              <a:rect b="b" l="l" r="r" t="t"/>
              <a:pathLst>
                <a:path extrusionOk="0" h="15" w="19">
                  <a:moveTo>
                    <a:pt x="1" y="1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2" name="Google Shape;7292;p129"/>
            <p:cNvSpPr/>
            <p:nvPr/>
          </p:nvSpPr>
          <p:spPr>
            <a:xfrm>
              <a:off x="1539364" y="1668962"/>
              <a:ext cx="54" cy="339"/>
            </a:xfrm>
            <a:custGeom>
              <a:rect b="b" l="l" r="r" t="t"/>
              <a:pathLst>
                <a:path extrusionOk="0" h="25" w="4">
                  <a:moveTo>
                    <a:pt x="0" y="0"/>
                  </a:moveTo>
                  <a:cubicBezTo>
                    <a:pt x="0" y="7"/>
                    <a:pt x="4" y="14"/>
                    <a:pt x="4" y="25"/>
                  </a:cubicBezTo>
                  <a:cubicBezTo>
                    <a:pt x="4" y="14"/>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3" name="Google Shape;7293;p129"/>
            <p:cNvSpPr/>
            <p:nvPr/>
          </p:nvSpPr>
          <p:spPr>
            <a:xfrm>
              <a:off x="1483560" y="1684495"/>
              <a:ext cx="244" cy="204"/>
            </a:xfrm>
            <a:custGeom>
              <a:rect b="b" l="l" r="r" t="t"/>
              <a:pathLst>
                <a:path extrusionOk="0" h="15" w="18">
                  <a:moveTo>
                    <a:pt x="0" y="15"/>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4" name="Google Shape;7294;p129"/>
            <p:cNvSpPr/>
            <p:nvPr/>
          </p:nvSpPr>
          <p:spPr>
            <a:xfrm>
              <a:off x="1539459" y="1669532"/>
              <a:ext cx="54" cy="339"/>
            </a:xfrm>
            <a:custGeom>
              <a:rect b="b" l="l" r="r" t="t"/>
              <a:pathLst>
                <a:path extrusionOk="0" h="25" w="4">
                  <a:moveTo>
                    <a:pt x="0" y="0"/>
                  </a:moveTo>
                  <a:lnTo>
                    <a:pt x="4"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5" name="Google Shape;7295;p129"/>
            <p:cNvSpPr/>
            <p:nvPr/>
          </p:nvSpPr>
          <p:spPr>
            <a:xfrm>
              <a:off x="1979940" y="1694338"/>
              <a:ext cx="92083" cy="65769"/>
            </a:xfrm>
            <a:custGeom>
              <a:rect b="b" l="l" r="r" t="t"/>
              <a:pathLst>
                <a:path extrusionOk="0" h="4844" w="6782">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6" name="Google Shape;7296;p129"/>
            <p:cNvSpPr/>
            <p:nvPr/>
          </p:nvSpPr>
          <p:spPr>
            <a:xfrm>
              <a:off x="2067501" y="1729043"/>
              <a:ext cx="4956" cy="3069"/>
            </a:xfrm>
            <a:custGeom>
              <a:rect b="b" l="l" r="r" t="t"/>
              <a:pathLst>
                <a:path extrusionOk="0" h="226" w="365">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7" name="Google Shape;7297;p129"/>
            <p:cNvSpPr/>
            <p:nvPr/>
          </p:nvSpPr>
          <p:spPr>
            <a:xfrm>
              <a:off x="1993626" y="1750237"/>
              <a:ext cx="68" cy="149"/>
            </a:xfrm>
            <a:custGeom>
              <a:rect b="b" l="l" r="r" t="t"/>
              <a:pathLst>
                <a:path extrusionOk="0" h="11" w="5">
                  <a:moveTo>
                    <a:pt x="4"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8" name="Google Shape;7298;p129"/>
            <p:cNvSpPr/>
            <p:nvPr/>
          </p:nvSpPr>
          <p:spPr>
            <a:xfrm>
              <a:off x="1993870" y="1750767"/>
              <a:ext cx="204" cy="394"/>
            </a:xfrm>
            <a:custGeom>
              <a:rect b="b" l="l" r="r" t="t"/>
              <a:pathLst>
                <a:path extrusionOk="0" h="29" w="15">
                  <a:moveTo>
                    <a:pt x="14" y="28"/>
                  </a:moveTo>
                  <a:lnTo>
                    <a:pt x="14" y="28"/>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9" name="Google Shape;7299;p129"/>
            <p:cNvSpPr/>
            <p:nvPr/>
          </p:nvSpPr>
          <p:spPr>
            <a:xfrm>
              <a:off x="1993490" y="1749762"/>
              <a:ext cx="14" cy="109"/>
            </a:xfrm>
            <a:custGeom>
              <a:rect b="b" l="l" r="r" t="t"/>
              <a:pathLst>
                <a:path extrusionOk="0" h="8" w="1">
                  <a:moveTo>
                    <a:pt x="0"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0" name="Google Shape;7300;p129"/>
            <p:cNvSpPr/>
            <p:nvPr/>
          </p:nvSpPr>
          <p:spPr>
            <a:xfrm>
              <a:off x="1993490" y="1749898"/>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1" name="Google Shape;7301;p129"/>
            <p:cNvSpPr/>
            <p:nvPr/>
          </p:nvSpPr>
          <p:spPr>
            <a:xfrm>
              <a:off x="1993436" y="1749667"/>
              <a:ext cx="14" cy="109"/>
            </a:xfrm>
            <a:custGeom>
              <a:rect b="b" l="l" r="r" t="t"/>
              <a:pathLst>
                <a:path extrusionOk="0" h="8" w="1">
                  <a:moveTo>
                    <a:pt x="1" y="7"/>
                  </a:moveTo>
                  <a:lnTo>
                    <a:pt x="1" y="0"/>
                  </a:lnTo>
                  <a:cubicBezTo>
                    <a:pt x="1" y="4"/>
                    <a:pt x="1" y="4"/>
                    <a:pt x="1"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2" name="Google Shape;7302;p129"/>
            <p:cNvSpPr/>
            <p:nvPr/>
          </p:nvSpPr>
          <p:spPr>
            <a:xfrm>
              <a:off x="1983552" y="1708690"/>
              <a:ext cx="68" cy="68"/>
            </a:xfrm>
            <a:custGeom>
              <a:rect b="b" l="l" r="r" t="t"/>
              <a:pathLst>
                <a:path extrusionOk="0" h="5" w="5">
                  <a:moveTo>
                    <a:pt x="1" y="1"/>
                  </a:moveTo>
                  <a:lnTo>
                    <a:pt x="1" y="4"/>
                  </a:ln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3" name="Google Shape;7303;p129"/>
            <p:cNvSpPr/>
            <p:nvPr/>
          </p:nvSpPr>
          <p:spPr>
            <a:xfrm>
              <a:off x="1993721" y="1750481"/>
              <a:ext cx="163" cy="244"/>
            </a:xfrm>
            <a:custGeom>
              <a:rect b="b" l="l" r="r" t="t"/>
              <a:pathLst>
                <a:path extrusionOk="0" h="18" w="12">
                  <a:moveTo>
                    <a:pt x="11" y="1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4" name="Google Shape;7304;p129"/>
            <p:cNvSpPr/>
            <p:nvPr/>
          </p:nvSpPr>
          <p:spPr>
            <a:xfrm>
              <a:off x="1993531" y="1750047"/>
              <a:ext cx="68" cy="109"/>
            </a:xfrm>
            <a:custGeom>
              <a:rect b="b" l="l" r="r" t="t"/>
              <a:pathLst>
                <a:path extrusionOk="0" h="8" w="5">
                  <a:moveTo>
                    <a:pt x="4"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5" name="Google Shape;7305;p129"/>
            <p:cNvSpPr/>
            <p:nvPr/>
          </p:nvSpPr>
          <p:spPr>
            <a:xfrm>
              <a:off x="1983647" y="1708500"/>
              <a:ext cx="204" cy="204"/>
            </a:xfrm>
            <a:custGeom>
              <a:rect b="b" l="l" r="r" t="t"/>
              <a:pathLst>
                <a:path extrusionOk="0" h="15" w="15">
                  <a:moveTo>
                    <a:pt x="15" y="1"/>
                  </a:moveTo>
                  <a:cubicBezTo>
                    <a:pt x="11" y="4"/>
                    <a:pt x="8" y="11"/>
                    <a:pt x="1" y="15"/>
                  </a:cubicBezTo>
                  <a:cubicBezTo>
                    <a:pt x="8" y="11"/>
                    <a:pt x="11" y="4"/>
                    <a:pt x="1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6" name="Google Shape;7306;p129"/>
            <p:cNvSpPr/>
            <p:nvPr/>
          </p:nvSpPr>
          <p:spPr>
            <a:xfrm>
              <a:off x="2035703" y="1698520"/>
              <a:ext cx="204" cy="109"/>
            </a:xfrm>
            <a:custGeom>
              <a:rect b="b" l="l" r="r" t="t"/>
              <a:pathLst>
                <a:path extrusionOk="0" h="8" w="15">
                  <a:moveTo>
                    <a:pt x="0" y="1"/>
                  </a:moveTo>
                  <a:lnTo>
                    <a:pt x="1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7" name="Google Shape;7307;p129"/>
            <p:cNvSpPr/>
            <p:nvPr/>
          </p:nvSpPr>
          <p:spPr>
            <a:xfrm>
              <a:off x="2065505" y="1706314"/>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8" name="Google Shape;7308;p129"/>
            <p:cNvSpPr/>
            <p:nvPr/>
          </p:nvSpPr>
          <p:spPr>
            <a:xfrm>
              <a:off x="2066266" y="1706409"/>
              <a:ext cx="244" cy="14"/>
            </a:xfrm>
            <a:custGeom>
              <a:rect b="b" l="l" r="r" t="t"/>
              <a:pathLst>
                <a:path extrusionOk="0" h="1" w="18">
                  <a:moveTo>
                    <a:pt x="0" y="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9" name="Google Shape;7309;p129"/>
            <p:cNvSpPr/>
            <p:nvPr/>
          </p:nvSpPr>
          <p:spPr>
            <a:xfrm>
              <a:off x="2067257" y="1706463"/>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0" name="Google Shape;7310;p129"/>
            <p:cNvSpPr/>
            <p:nvPr/>
          </p:nvSpPr>
          <p:spPr>
            <a:xfrm>
              <a:off x="2068357" y="1706504"/>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1" name="Google Shape;7311;p129"/>
            <p:cNvSpPr/>
            <p:nvPr/>
          </p:nvSpPr>
          <p:spPr>
            <a:xfrm>
              <a:off x="2071819" y="170640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2" name="Google Shape;7312;p129"/>
            <p:cNvSpPr/>
            <p:nvPr/>
          </p:nvSpPr>
          <p:spPr>
            <a:xfrm>
              <a:off x="2145164" y="1665201"/>
              <a:ext cx="22919" cy="11663"/>
            </a:xfrm>
            <a:custGeom>
              <a:rect b="b" l="l" r="r" t="t"/>
              <a:pathLst>
                <a:path extrusionOk="0" h="859" w="1688">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3" name="Google Shape;7313;p129"/>
            <p:cNvSpPr/>
            <p:nvPr/>
          </p:nvSpPr>
          <p:spPr>
            <a:xfrm>
              <a:off x="2165463" y="1668718"/>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4" name="Google Shape;7314;p129"/>
            <p:cNvSpPr/>
            <p:nvPr/>
          </p:nvSpPr>
          <p:spPr>
            <a:xfrm>
              <a:off x="2165028" y="1668908"/>
              <a:ext cx="163" cy="109"/>
            </a:xfrm>
            <a:custGeom>
              <a:rect b="b" l="l" r="r" t="t"/>
              <a:pathLst>
                <a:path extrusionOk="0" h="8" w="12">
                  <a:moveTo>
                    <a:pt x="1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5" name="Google Shape;7315;p129"/>
            <p:cNvSpPr/>
            <p:nvPr/>
          </p:nvSpPr>
          <p:spPr>
            <a:xfrm>
              <a:off x="2167880" y="1666776"/>
              <a:ext cx="204" cy="149"/>
            </a:xfrm>
            <a:custGeom>
              <a:rect b="b" l="l" r="r" t="t"/>
              <a:pathLst>
                <a:path extrusionOk="0" h="11" w="15">
                  <a:moveTo>
                    <a:pt x="1" y="11"/>
                  </a:moveTo>
                  <a:lnTo>
                    <a:pt x="15" y="0"/>
                  </a:ln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6" name="Google Shape;7316;p129"/>
            <p:cNvSpPr/>
            <p:nvPr/>
          </p:nvSpPr>
          <p:spPr>
            <a:xfrm>
              <a:off x="2167404" y="1667197"/>
              <a:ext cx="163" cy="163"/>
            </a:xfrm>
            <a:custGeom>
              <a:rect b="b" l="l" r="r" t="t"/>
              <a:pathLst>
                <a:path extrusionOk="0" h="12" w="12">
                  <a:moveTo>
                    <a:pt x="11"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7" name="Google Shape;7317;p129"/>
            <p:cNvSpPr/>
            <p:nvPr/>
          </p:nvSpPr>
          <p:spPr>
            <a:xfrm>
              <a:off x="2151437" y="1676701"/>
              <a:ext cx="394" cy="68"/>
            </a:xfrm>
            <a:custGeom>
              <a:rect b="b" l="l" r="r" t="t"/>
              <a:pathLst>
                <a:path extrusionOk="0" h="5" w="29">
                  <a:moveTo>
                    <a:pt x="29"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8" name="Google Shape;7318;p129"/>
            <p:cNvSpPr/>
            <p:nvPr/>
          </p:nvSpPr>
          <p:spPr>
            <a:xfrm>
              <a:off x="2152917" y="1676470"/>
              <a:ext cx="339" cy="109"/>
            </a:xfrm>
            <a:custGeom>
              <a:rect b="b" l="l" r="r" t="t"/>
              <a:pathLst>
                <a:path extrusionOk="0" h="8" w="25">
                  <a:moveTo>
                    <a:pt x="25"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9" name="Google Shape;7319;p129"/>
            <p:cNvSpPr/>
            <p:nvPr/>
          </p:nvSpPr>
          <p:spPr>
            <a:xfrm>
              <a:off x="2152198" y="1676606"/>
              <a:ext cx="394" cy="68"/>
            </a:xfrm>
            <a:custGeom>
              <a:rect b="b" l="l" r="r" t="t"/>
              <a:pathLst>
                <a:path extrusionOk="0" h="5" w="29">
                  <a:moveTo>
                    <a:pt x="29"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0" name="Google Shape;7320;p129"/>
            <p:cNvSpPr/>
            <p:nvPr/>
          </p:nvSpPr>
          <p:spPr>
            <a:xfrm>
              <a:off x="2150962" y="1676851"/>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1" name="Google Shape;7321;p129"/>
            <p:cNvSpPr/>
            <p:nvPr/>
          </p:nvSpPr>
          <p:spPr>
            <a:xfrm>
              <a:off x="2154913" y="1676036"/>
              <a:ext cx="299" cy="109"/>
            </a:xfrm>
            <a:custGeom>
              <a:rect b="b" l="l" r="r" t="t"/>
              <a:pathLst>
                <a:path extrusionOk="0" h="8" w="22">
                  <a:moveTo>
                    <a:pt x="21"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2" name="Google Shape;7322;p129"/>
            <p:cNvSpPr/>
            <p:nvPr/>
          </p:nvSpPr>
          <p:spPr>
            <a:xfrm>
              <a:off x="2153528" y="1676375"/>
              <a:ext cx="299" cy="54"/>
            </a:xfrm>
            <a:custGeom>
              <a:rect b="b" l="l" r="r" t="t"/>
              <a:pathLst>
                <a:path extrusionOk="0" h="4" w="22">
                  <a:moveTo>
                    <a:pt x="22"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3" name="Google Shape;7323;p129"/>
            <p:cNvSpPr/>
            <p:nvPr/>
          </p:nvSpPr>
          <p:spPr>
            <a:xfrm>
              <a:off x="2154098" y="1676280"/>
              <a:ext cx="258" cy="54"/>
            </a:xfrm>
            <a:custGeom>
              <a:rect b="b" l="l" r="r" t="t"/>
              <a:pathLst>
                <a:path extrusionOk="0" h="4" w="19">
                  <a:moveTo>
                    <a:pt x="18"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4" name="Google Shape;7324;p129"/>
            <p:cNvSpPr/>
            <p:nvPr/>
          </p:nvSpPr>
          <p:spPr>
            <a:xfrm>
              <a:off x="2154533" y="1676131"/>
              <a:ext cx="244" cy="109"/>
            </a:xfrm>
            <a:custGeom>
              <a:rect b="b" l="l" r="r" t="t"/>
              <a:pathLst>
                <a:path extrusionOk="0" h="8" w="18">
                  <a:moveTo>
                    <a:pt x="18"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5" name="Google Shape;7325;p129"/>
            <p:cNvSpPr/>
            <p:nvPr/>
          </p:nvSpPr>
          <p:spPr>
            <a:xfrm>
              <a:off x="2164703" y="1669098"/>
              <a:ext cx="149" cy="68"/>
            </a:xfrm>
            <a:custGeom>
              <a:rect b="b" l="l" r="r" t="t"/>
              <a:pathLst>
                <a:path extrusionOk="0" h="5" w="11">
                  <a:moveTo>
                    <a:pt x="11"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6" name="Google Shape;7326;p129"/>
            <p:cNvSpPr/>
            <p:nvPr/>
          </p:nvSpPr>
          <p:spPr>
            <a:xfrm>
              <a:off x="2145450" y="1667387"/>
              <a:ext cx="1018" cy="109"/>
            </a:xfrm>
            <a:custGeom>
              <a:rect b="b" l="l" r="r" t="t"/>
              <a:pathLst>
                <a:path extrusionOk="0" h="8" w="75">
                  <a:moveTo>
                    <a:pt x="1" y="1"/>
                  </a:moveTo>
                  <a:lnTo>
                    <a:pt x="74" y="8"/>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7" name="Google Shape;7327;p129"/>
            <p:cNvSpPr/>
            <p:nvPr/>
          </p:nvSpPr>
          <p:spPr>
            <a:xfrm>
              <a:off x="2166888" y="1665201"/>
              <a:ext cx="299" cy="149"/>
            </a:xfrm>
            <a:custGeom>
              <a:rect b="b" l="l" r="r" t="t"/>
              <a:pathLst>
                <a:path extrusionOk="0" h="11" w="22">
                  <a:moveTo>
                    <a:pt x="0" y="11"/>
                  </a:moveTo>
                  <a:lnTo>
                    <a:pt x="18" y="0"/>
                  </a:lnTo>
                  <a:lnTo>
                    <a:pt x="21" y="7"/>
                  </a:ln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8" name="Google Shape;7328;p129"/>
            <p:cNvSpPr/>
            <p:nvPr/>
          </p:nvSpPr>
          <p:spPr>
            <a:xfrm>
              <a:off x="2146590" y="1667482"/>
              <a:ext cx="964" cy="68"/>
            </a:xfrm>
            <a:custGeom>
              <a:rect b="b" l="l" r="r" t="t"/>
              <a:pathLst>
                <a:path extrusionOk="0" h="5" w="71">
                  <a:moveTo>
                    <a:pt x="7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9" name="Google Shape;7329;p129"/>
            <p:cNvSpPr/>
            <p:nvPr/>
          </p:nvSpPr>
          <p:spPr>
            <a:xfrm>
              <a:off x="2167174" y="1665296"/>
              <a:ext cx="720" cy="1154"/>
            </a:xfrm>
            <a:custGeom>
              <a:rect b="b" l="l" r="r" t="t"/>
              <a:pathLst>
                <a:path extrusionOk="0" h="85" w="53">
                  <a:moveTo>
                    <a:pt x="0" y="0"/>
                  </a:moveTo>
                  <a:cubicBezTo>
                    <a:pt x="14" y="21"/>
                    <a:pt x="35" y="53"/>
                    <a:pt x="53" y="85"/>
                  </a:cubicBezTo>
                  <a:cubicBezTo>
                    <a:pt x="35" y="53"/>
                    <a:pt x="18" y="21"/>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0" name="Google Shape;7330;p129"/>
            <p:cNvSpPr/>
            <p:nvPr/>
          </p:nvSpPr>
          <p:spPr>
            <a:xfrm>
              <a:off x="2167934" y="1666532"/>
              <a:ext cx="149" cy="258"/>
            </a:xfrm>
            <a:custGeom>
              <a:rect b="b" l="l" r="r" t="t"/>
              <a:pathLst>
                <a:path extrusionOk="0" h="19" w="11">
                  <a:moveTo>
                    <a:pt x="11" y="18"/>
                  </a:moveTo>
                  <a:lnTo>
                    <a:pt x="11" y="18"/>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1" name="Google Shape;7331;p129"/>
            <p:cNvSpPr/>
            <p:nvPr/>
          </p:nvSpPr>
          <p:spPr>
            <a:xfrm>
              <a:off x="2167119" y="1665201"/>
              <a:ext cx="109" cy="109"/>
            </a:xfrm>
            <a:custGeom>
              <a:rect b="b" l="l" r="r" t="t"/>
              <a:pathLst>
                <a:path extrusionOk="0" h="8" w="8">
                  <a:moveTo>
                    <a:pt x="1" y="0"/>
                  </a:moveTo>
                  <a:lnTo>
                    <a:pt x="1" y="0"/>
                  </a:lnTo>
                  <a:lnTo>
                    <a:pt x="8" y="7"/>
                  </a:lnTo>
                  <a:lnTo>
                    <a:pt x="8"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2" name="Google Shape;7332;p129"/>
            <p:cNvSpPr/>
            <p:nvPr/>
          </p:nvSpPr>
          <p:spPr>
            <a:xfrm>
              <a:off x="2196637" y="1711826"/>
              <a:ext cx="45172" cy="43706"/>
            </a:xfrm>
            <a:custGeom>
              <a:rect b="b" l="l" r="r" t="t"/>
              <a:pathLst>
                <a:path extrusionOk="0" h="3219" w="3327">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3" name="Google Shape;7333;p129"/>
            <p:cNvSpPr/>
            <p:nvPr/>
          </p:nvSpPr>
          <p:spPr>
            <a:xfrm>
              <a:off x="2220411" y="1765512"/>
              <a:ext cx="17176" cy="3557"/>
            </a:xfrm>
            <a:custGeom>
              <a:rect b="b" l="l" r="r" t="t"/>
              <a:pathLst>
                <a:path extrusionOk="0" h="262" w="1265">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4" name="Google Shape;7334;p129"/>
            <p:cNvSpPr/>
            <p:nvPr/>
          </p:nvSpPr>
          <p:spPr>
            <a:xfrm>
              <a:off x="2239039" y="1718289"/>
              <a:ext cx="109" cy="163"/>
            </a:xfrm>
            <a:custGeom>
              <a:rect b="b" l="l" r="r" t="t"/>
              <a:pathLst>
                <a:path extrusionOk="0" h="12" w="8">
                  <a:moveTo>
                    <a:pt x="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5" name="Google Shape;7335;p129"/>
            <p:cNvSpPr/>
            <p:nvPr/>
          </p:nvSpPr>
          <p:spPr>
            <a:xfrm>
              <a:off x="2241701" y="1713591"/>
              <a:ext cx="68" cy="489"/>
            </a:xfrm>
            <a:custGeom>
              <a:rect b="b" l="l" r="r" t="t"/>
              <a:pathLst>
                <a:path extrusionOk="0" h="36" w="5">
                  <a:moveTo>
                    <a:pt x="1" y="0"/>
                  </a:moveTo>
                  <a:cubicBezTo>
                    <a:pt x="1" y="11"/>
                    <a:pt x="1" y="25"/>
                    <a:pt x="4" y="35"/>
                  </a:cubicBezTo>
                  <a:cubicBezTo>
                    <a:pt x="1" y="25"/>
                    <a:pt x="1"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6" name="Google Shape;7336;p129"/>
            <p:cNvSpPr/>
            <p:nvPr/>
          </p:nvSpPr>
          <p:spPr>
            <a:xfrm>
              <a:off x="2239515" y="1717529"/>
              <a:ext cx="68" cy="299"/>
            </a:xfrm>
            <a:custGeom>
              <a:rect b="b" l="l" r="r" t="t"/>
              <a:pathLst>
                <a:path extrusionOk="0" h="22" w="5">
                  <a:moveTo>
                    <a:pt x="4" y="1"/>
                  </a:moveTo>
                  <a:cubicBezTo>
                    <a:pt x="4" y="8"/>
                    <a:pt x="1" y="15"/>
                    <a:pt x="1" y="22"/>
                  </a:cubicBezTo>
                  <a:cubicBezTo>
                    <a:pt x="1" y="15"/>
                    <a:pt x="4" y="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7" name="Google Shape;7337;p129"/>
            <p:cNvSpPr/>
            <p:nvPr/>
          </p:nvSpPr>
          <p:spPr>
            <a:xfrm>
              <a:off x="2241415" y="1712397"/>
              <a:ext cx="109" cy="394"/>
            </a:xfrm>
            <a:custGeom>
              <a:rect b="b" l="l" r="r" t="t"/>
              <a:pathLst>
                <a:path extrusionOk="0" h="29" w="8">
                  <a:moveTo>
                    <a:pt x="1" y="1"/>
                  </a:moveTo>
                  <a:cubicBezTo>
                    <a:pt x="4" y="11"/>
                    <a:pt x="8" y="22"/>
                    <a:pt x="8" y="29"/>
                  </a:cubicBezTo>
                  <a:cubicBezTo>
                    <a:pt x="8" y="22"/>
                    <a:pt x="4"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8" name="Google Shape;7338;p129"/>
            <p:cNvSpPr/>
            <p:nvPr/>
          </p:nvSpPr>
          <p:spPr>
            <a:xfrm>
              <a:off x="2241415" y="1712166"/>
              <a:ext cx="14" cy="109"/>
            </a:xfrm>
            <a:custGeom>
              <a:rect b="b" l="l" r="r" t="t"/>
              <a:pathLst>
                <a:path extrusionOk="0" h="8" w="1">
                  <a:moveTo>
                    <a:pt x="1" y="7"/>
                  </a:moveTo>
                  <a:lnTo>
                    <a:pt x="1" y="0"/>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9" name="Google Shape;7339;p129"/>
            <p:cNvSpPr/>
            <p:nvPr/>
          </p:nvSpPr>
          <p:spPr>
            <a:xfrm>
              <a:off x="2239324" y="1717963"/>
              <a:ext cx="109" cy="149"/>
            </a:xfrm>
            <a:custGeom>
              <a:rect b="b" l="l" r="r" t="t"/>
              <a:pathLst>
                <a:path extrusionOk="0" h="11" w="8">
                  <a:moveTo>
                    <a:pt x="8" y="0"/>
                  </a:moveTo>
                  <a:lnTo>
                    <a:pt x="8" y="0"/>
                  </a:lnTo>
                  <a:cubicBezTo>
                    <a:pt x="4" y="4"/>
                    <a:pt x="4" y="7"/>
                    <a:pt x="1" y="11"/>
                  </a:cubicBezTo>
                  <a:cubicBezTo>
                    <a:pt x="4" y="7"/>
                    <a:pt x="8" y="4"/>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0" name="Google Shape;7340;p129"/>
            <p:cNvSpPr/>
            <p:nvPr/>
          </p:nvSpPr>
          <p:spPr>
            <a:xfrm>
              <a:off x="2238618" y="1718764"/>
              <a:ext cx="149" cy="163"/>
            </a:xfrm>
            <a:custGeom>
              <a:rect b="b" l="l" r="r" t="t"/>
              <a:pathLst>
                <a:path extrusionOk="0" h="12" w="11">
                  <a:moveTo>
                    <a:pt x="0" y="1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1" name="Google Shape;7341;p129"/>
            <p:cNvSpPr/>
            <p:nvPr/>
          </p:nvSpPr>
          <p:spPr>
            <a:xfrm>
              <a:off x="2241605" y="1713062"/>
              <a:ext cx="68" cy="353"/>
            </a:xfrm>
            <a:custGeom>
              <a:rect b="b" l="l" r="r" t="t"/>
              <a:pathLst>
                <a:path extrusionOk="0" h="26" w="5">
                  <a:moveTo>
                    <a:pt x="1" y="1"/>
                  </a:moveTo>
                  <a:cubicBezTo>
                    <a:pt x="1" y="8"/>
                    <a:pt x="4" y="15"/>
                    <a:pt x="4" y="25"/>
                  </a:cubicBezTo>
                  <a:cubicBezTo>
                    <a:pt x="4" y="15"/>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2" name="Google Shape;7342;p129"/>
            <p:cNvSpPr/>
            <p:nvPr/>
          </p:nvSpPr>
          <p:spPr>
            <a:xfrm>
              <a:off x="2196637" y="1727427"/>
              <a:ext cx="1398" cy="2620"/>
            </a:xfrm>
            <a:custGeom>
              <a:rect b="b" l="l" r="r" t="t"/>
              <a:pathLst>
                <a:path extrusionOk="0" h="193" w="103">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3" name="Google Shape;7343;p129"/>
            <p:cNvSpPr/>
            <p:nvPr/>
          </p:nvSpPr>
          <p:spPr>
            <a:xfrm>
              <a:off x="2199054" y="1726762"/>
              <a:ext cx="68" cy="122"/>
            </a:xfrm>
            <a:custGeom>
              <a:rect b="b" l="l" r="r" t="t"/>
              <a:pathLst>
                <a:path extrusionOk="0" h="9" w="5">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4" name="Google Shape;7344;p129"/>
            <p:cNvSpPr/>
            <p:nvPr/>
          </p:nvSpPr>
          <p:spPr>
            <a:xfrm>
              <a:off x="2199447" y="1726178"/>
              <a:ext cx="81" cy="122"/>
            </a:xfrm>
            <a:custGeom>
              <a:rect b="b" l="l" r="r" t="t"/>
              <a:pathLst>
                <a:path extrusionOk="0" h="9" w="6">
                  <a:moveTo>
                    <a:pt x="5" y="0"/>
                  </a:moveTo>
                  <a:cubicBezTo>
                    <a:pt x="5" y="0"/>
                    <a:pt x="5" y="0"/>
                    <a:pt x="4" y="1"/>
                  </a:cubicBezTo>
                  <a:cubicBezTo>
                    <a:pt x="0" y="5"/>
                    <a:pt x="0" y="5"/>
                    <a:pt x="0" y="8"/>
                  </a:cubicBezTo>
                  <a:cubicBezTo>
                    <a:pt x="0" y="5"/>
                    <a:pt x="5" y="0"/>
                    <a:pt x="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5" name="Google Shape;7345;p129"/>
            <p:cNvSpPr/>
            <p:nvPr/>
          </p:nvSpPr>
          <p:spPr>
            <a:xfrm>
              <a:off x="2199542" y="1725947"/>
              <a:ext cx="14" cy="109"/>
            </a:xfrm>
            <a:custGeom>
              <a:rect b="b" l="l" r="r" t="t"/>
              <a:pathLst>
                <a:path extrusionOk="0" h="8" w="1">
                  <a:moveTo>
                    <a:pt x="0"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6" name="Google Shape;7346;p129"/>
            <p:cNvSpPr/>
            <p:nvPr/>
          </p:nvSpPr>
          <p:spPr>
            <a:xfrm>
              <a:off x="2199257" y="1726463"/>
              <a:ext cx="109" cy="122"/>
            </a:xfrm>
            <a:custGeom>
              <a:rect b="b" l="l" r="r" t="t"/>
              <a:pathLst>
                <a:path extrusionOk="0" h="9" w="8">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7" name="Google Shape;7347;p129"/>
            <p:cNvSpPr/>
            <p:nvPr/>
          </p:nvSpPr>
          <p:spPr>
            <a:xfrm>
              <a:off x="2200534" y="1723815"/>
              <a:ext cx="109" cy="149"/>
            </a:xfrm>
            <a:custGeom>
              <a:rect b="b" l="l" r="r" t="t"/>
              <a:pathLst>
                <a:path extrusionOk="0" h="11" w="8">
                  <a:moveTo>
                    <a:pt x="1" y="11"/>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8" name="Google Shape;7348;p129"/>
            <p:cNvSpPr/>
            <p:nvPr/>
          </p:nvSpPr>
          <p:spPr>
            <a:xfrm>
              <a:off x="2198728" y="1727033"/>
              <a:ext cx="163" cy="68"/>
            </a:xfrm>
            <a:custGeom>
              <a:rect b="b" l="l" r="r" t="t"/>
              <a:pathLst>
                <a:path extrusionOk="0" h="5" w="12">
                  <a:moveTo>
                    <a:pt x="11" y="0"/>
                  </a:moveTo>
                  <a:cubicBezTo>
                    <a:pt x="9" y="0"/>
                    <a:pt x="4" y="5"/>
                    <a:pt x="1" y="5"/>
                  </a:cubicBezTo>
                  <a:cubicBezTo>
                    <a:pt x="4" y="5"/>
                    <a:pt x="8" y="1"/>
                    <a:pt x="11" y="1"/>
                  </a:cubicBezTo>
                  <a:cubicBezTo>
                    <a:pt x="11" y="0"/>
                    <a:pt x="11" y="0"/>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9" name="Google Shape;7349;p129"/>
            <p:cNvSpPr/>
            <p:nvPr/>
          </p:nvSpPr>
          <p:spPr>
            <a:xfrm>
              <a:off x="2198348" y="1727277"/>
              <a:ext cx="109" cy="68"/>
            </a:xfrm>
            <a:custGeom>
              <a:rect b="b" l="l" r="r" t="t"/>
              <a:pathLst>
                <a:path extrusionOk="0" h="5" w="8">
                  <a:moveTo>
                    <a:pt x="1" y="4"/>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0" name="Google Shape;7350;p129"/>
            <p:cNvSpPr/>
            <p:nvPr/>
          </p:nvSpPr>
          <p:spPr>
            <a:xfrm>
              <a:off x="2202733" y="1720149"/>
              <a:ext cx="109" cy="299"/>
            </a:xfrm>
            <a:custGeom>
              <a:rect b="b" l="l" r="r" t="t"/>
              <a:pathLst>
                <a:path extrusionOk="0" h="22" w="8">
                  <a:moveTo>
                    <a:pt x="7" y="0"/>
                  </a:moveTo>
                  <a:cubicBezTo>
                    <a:pt x="4" y="7"/>
                    <a:pt x="4" y="14"/>
                    <a:pt x="0" y="21"/>
                  </a:cubicBezTo>
                  <a:cubicBezTo>
                    <a:pt x="4" y="14"/>
                    <a:pt x="7" y="7"/>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1" name="Google Shape;7351;p129"/>
            <p:cNvSpPr/>
            <p:nvPr/>
          </p:nvSpPr>
          <p:spPr>
            <a:xfrm>
              <a:off x="2202489" y="1720624"/>
              <a:ext cx="163" cy="394"/>
            </a:xfrm>
            <a:custGeom>
              <a:rect b="b" l="l" r="r" t="t"/>
              <a:pathLst>
                <a:path extrusionOk="0" h="29" w="12">
                  <a:moveTo>
                    <a:pt x="1" y="28"/>
                  </a:moveTo>
                  <a:cubicBezTo>
                    <a:pt x="4" y="18"/>
                    <a:pt x="8" y="11"/>
                    <a:pt x="11" y="0"/>
                  </a:cubicBezTo>
                  <a:cubicBezTo>
                    <a:pt x="8" y="11"/>
                    <a:pt x="4" y="18"/>
                    <a:pt x="1"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2" name="Google Shape;7352;p129"/>
            <p:cNvSpPr/>
            <p:nvPr/>
          </p:nvSpPr>
          <p:spPr>
            <a:xfrm>
              <a:off x="2202163" y="1721154"/>
              <a:ext cx="204" cy="434"/>
            </a:xfrm>
            <a:custGeom>
              <a:rect b="b" l="l" r="r" t="t"/>
              <a:pathLst>
                <a:path extrusionOk="0" h="32" w="15">
                  <a:moveTo>
                    <a:pt x="14" y="0"/>
                  </a:moveTo>
                  <a:cubicBezTo>
                    <a:pt x="11" y="11"/>
                    <a:pt x="4" y="21"/>
                    <a:pt x="0" y="31"/>
                  </a:cubicBezTo>
                  <a:cubicBezTo>
                    <a:pt x="7" y="21"/>
                    <a:pt x="11" y="11"/>
                    <a:pt x="1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3" name="Google Shape;7353;p129"/>
            <p:cNvSpPr/>
            <p:nvPr/>
          </p:nvSpPr>
          <p:spPr>
            <a:xfrm>
              <a:off x="2201402" y="1722485"/>
              <a:ext cx="244" cy="339"/>
            </a:xfrm>
            <a:custGeom>
              <a:rect b="b" l="l" r="r" t="t"/>
              <a:pathLst>
                <a:path extrusionOk="0" h="25" w="18">
                  <a:moveTo>
                    <a:pt x="0" y="25"/>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4" name="Google Shape;7354;p129"/>
            <p:cNvSpPr/>
            <p:nvPr/>
          </p:nvSpPr>
          <p:spPr>
            <a:xfrm>
              <a:off x="2201783" y="1721806"/>
              <a:ext cx="244" cy="394"/>
            </a:xfrm>
            <a:custGeom>
              <a:rect b="b" l="l" r="r" t="t"/>
              <a:pathLst>
                <a:path extrusionOk="0" h="29" w="18">
                  <a:moveTo>
                    <a:pt x="18" y="1"/>
                  </a:moveTo>
                  <a:cubicBezTo>
                    <a:pt x="14" y="8"/>
                    <a:pt x="7" y="19"/>
                    <a:pt x="0" y="29"/>
                  </a:cubicBezTo>
                  <a:cubicBezTo>
                    <a:pt x="7" y="19"/>
                    <a:pt x="14" y="11"/>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5" name="Google Shape;7355;p129"/>
            <p:cNvSpPr/>
            <p:nvPr/>
          </p:nvSpPr>
          <p:spPr>
            <a:xfrm>
              <a:off x="2200968" y="1723150"/>
              <a:ext cx="149" cy="299"/>
            </a:xfrm>
            <a:custGeom>
              <a:rect b="b" l="l" r="r" t="t"/>
              <a:pathLst>
                <a:path extrusionOk="0" h="22" w="11">
                  <a:moveTo>
                    <a:pt x="1" y="21"/>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6" name="Google Shape;7356;p129"/>
            <p:cNvSpPr/>
            <p:nvPr/>
          </p:nvSpPr>
          <p:spPr>
            <a:xfrm>
              <a:off x="2226344" y="1713917"/>
              <a:ext cx="258" cy="14"/>
            </a:xfrm>
            <a:custGeom>
              <a:rect b="b" l="l" r="r" t="t"/>
              <a:pathLst>
                <a:path extrusionOk="0" h="1" w="19">
                  <a:moveTo>
                    <a:pt x="1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7" name="Google Shape;7357;p129"/>
            <p:cNvSpPr/>
            <p:nvPr/>
          </p:nvSpPr>
          <p:spPr>
            <a:xfrm>
              <a:off x="2225964" y="1713917"/>
              <a:ext cx="299" cy="14"/>
            </a:xfrm>
            <a:custGeom>
              <a:rect b="b" l="l" r="r" t="t"/>
              <a:pathLst>
                <a:path extrusionOk="0" h="1" w="22">
                  <a:moveTo>
                    <a:pt x="22"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8" name="Google Shape;7358;p129"/>
            <p:cNvSpPr/>
            <p:nvPr/>
          </p:nvSpPr>
          <p:spPr>
            <a:xfrm>
              <a:off x="2225543" y="1713876"/>
              <a:ext cx="299" cy="14"/>
            </a:xfrm>
            <a:custGeom>
              <a:rect b="b" l="l" r="r" t="t"/>
              <a:pathLst>
                <a:path extrusionOk="0" h="1" w="22">
                  <a:moveTo>
                    <a:pt x="21"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9" name="Google Shape;7359;p129"/>
            <p:cNvSpPr/>
            <p:nvPr/>
          </p:nvSpPr>
          <p:spPr>
            <a:xfrm>
              <a:off x="2222882" y="171382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0" name="Google Shape;7360;p129"/>
            <p:cNvSpPr/>
            <p:nvPr/>
          </p:nvSpPr>
          <p:spPr>
            <a:xfrm>
              <a:off x="2226915" y="1714012"/>
              <a:ext cx="204" cy="68"/>
            </a:xfrm>
            <a:custGeom>
              <a:rect b="b" l="l" r="r" t="t"/>
              <a:pathLst>
                <a:path extrusionOk="0" h="5" w="15">
                  <a:moveTo>
                    <a:pt x="15"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1" name="Google Shape;7361;p129"/>
            <p:cNvSpPr/>
            <p:nvPr/>
          </p:nvSpPr>
          <p:spPr>
            <a:xfrm>
              <a:off x="2223588" y="171382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2" name="Google Shape;7362;p129"/>
            <p:cNvSpPr/>
            <p:nvPr/>
          </p:nvSpPr>
          <p:spPr>
            <a:xfrm>
              <a:off x="2225014" y="1713822"/>
              <a:ext cx="353" cy="14"/>
            </a:xfrm>
            <a:custGeom>
              <a:rect b="b" l="l" r="r" t="t"/>
              <a:pathLst>
                <a:path extrusionOk="0" h="1" w="26">
                  <a:moveTo>
                    <a:pt x="25"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3" name="Google Shape;7363;p129"/>
            <p:cNvSpPr/>
            <p:nvPr/>
          </p:nvSpPr>
          <p:spPr>
            <a:xfrm>
              <a:off x="2224824" y="171382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4" name="Google Shape;7364;p129"/>
            <p:cNvSpPr/>
            <p:nvPr/>
          </p:nvSpPr>
          <p:spPr>
            <a:xfrm>
              <a:off x="2226684" y="1713972"/>
              <a:ext cx="204" cy="14"/>
            </a:xfrm>
            <a:custGeom>
              <a:rect b="b" l="l" r="r" t="t"/>
              <a:pathLst>
                <a:path extrusionOk="0" h="1" w="15">
                  <a:moveTo>
                    <a:pt x="1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5" name="Google Shape;7365;p129"/>
            <p:cNvSpPr/>
            <p:nvPr/>
          </p:nvSpPr>
          <p:spPr>
            <a:xfrm>
              <a:off x="2240845" y="1712206"/>
              <a:ext cx="258" cy="68"/>
            </a:xfrm>
            <a:custGeom>
              <a:rect b="b" l="l" r="r" t="t"/>
              <a:pathLst>
                <a:path extrusionOk="0" h="5" w="19">
                  <a:moveTo>
                    <a:pt x="1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6" name="Google Shape;7366;p129"/>
            <p:cNvSpPr/>
            <p:nvPr/>
          </p:nvSpPr>
          <p:spPr>
            <a:xfrm>
              <a:off x="2240370" y="1712301"/>
              <a:ext cx="353" cy="68"/>
            </a:xfrm>
            <a:custGeom>
              <a:rect b="b" l="l" r="r" t="t"/>
              <a:pathLst>
                <a:path extrusionOk="0" h="5" w="26">
                  <a:moveTo>
                    <a:pt x="25"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7" name="Google Shape;7367;p129"/>
            <p:cNvSpPr/>
            <p:nvPr/>
          </p:nvSpPr>
          <p:spPr>
            <a:xfrm>
              <a:off x="2241225" y="1712166"/>
              <a:ext cx="163" cy="14"/>
            </a:xfrm>
            <a:custGeom>
              <a:rect b="b" l="l" r="r" t="t"/>
              <a:pathLst>
                <a:path extrusionOk="0" h="1" w="12">
                  <a:moveTo>
                    <a:pt x="11" y="0"/>
                  </a:moveTo>
                  <a:lnTo>
                    <a:pt x="11" y="0"/>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8" name="Google Shape;7368;p129"/>
            <p:cNvSpPr/>
            <p:nvPr/>
          </p:nvSpPr>
          <p:spPr>
            <a:xfrm>
              <a:off x="2239379" y="1712682"/>
              <a:ext cx="149" cy="109"/>
            </a:xfrm>
            <a:custGeom>
              <a:rect b="b" l="l" r="r" t="t"/>
              <a:pathLst>
                <a:path extrusionOk="0" h="8" w="11">
                  <a:moveTo>
                    <a:pt x="11"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9" name="Google Shape;7369;p129"/>
            <p:cNvSpPr/>
            <p:nvPr/>
          </p:nvSpPr>
          <p:spPr>
            <a:xfrm>
              <a:off x="2240044" y="1712397"/>
              <a:ext cx="244" cy="68"/>
            </a:xfrm>
            <a:custGeom>
              <a:rect b="b" l="l" r="r" t="t"/>
              <a:pathLst>
                <a:path extrusionOk="0" h="5" w="18">
                  <a:moveTo>
                    <a:pt x="18"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0" name="Google Shape;7370;p129"/>
            <p:cNvSpPr/>
            <p:nvPr/>
          </p:nvSpPr>
          <p:spPr>
            <a:xfrm>
              <a:off x="2227159" y="1714067"/>
              <a:ext cx="149" cy="54"/>
            </a:xfrm>
            <a:custGeom>
              <a:rect b="b" l="l" r="r" t="t"/>
              <a:pathLst>
                <a:path extrusionOk="0" h="4" w="11">
                  <a:moveTo>
                    <a:pt x="1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1" name="Google Shape;7371;p129"/>
            <p:cNvSpPr/>
            <p:nvPr/>
          </p:nvSpPr>
          <p:spPr>
            <a:xfrm>
              <a:off x="2239800" y="1712492"/>
              <a:ext cx="163" cy="68"/>
            </a:xfrm>
            <a:custGeom>
              <a:rect b="b" l="l" r="r" t="t"/>
              <a:pathLst>
                <a:path extrusionOk="0" h="5" w="12">
                  <a:moveTo>
                    <a:pt x="1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2" name="Google Shape;7372;p129"/>
            <p:cNvSpPr/>
            <p:nvPr/>
          </p:nvSpPr>
          <p:spPr>
            <a:xfrm>
              <a:off x="2239569" y="1712587"/>
              <a:ext cx="149" cy="68"/>
            </a:xfrm>
            <a:custGeom>
              <a:rect b="b" l="l" r="r" t="t"/>
              <a:pathLst>
                <a:path extrusionOk="0" h="5" w="11">
                  <a:moveTo>
                    <a:pt x="11"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3" name="Google Shape;7373;p129"/>
            <p:cNvSpPr/>
            <p:nvPr/>
          </p:nvSpPr>
          <p:spPr>
            <a:xfrm>
              <a:off x="2223873" y="171382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4" name="Google Shape;7374;p129"/>
            <p:cNvSpPr/>
            <p:nvPr/>
          </p:nvSpPr>
          <p:spPr>
            <a:xfrm>
              <a:off x="2218320" y="1714067"/>
              <a:ext cx="394" cy="14"/>
            </a:xfrm>
            <a:custGeom>
              <a:rect b="b" l="l" r="r" t="t"/>
              <a:pathLst>
                <a:path extrusionOk="0" h="1" w="29">
                  <a:moveTo>
                    <a:pt x="0" y="0"/>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5" name="Google Shape;7375;p129"/>
            <p:cNvSpPr/>
            <p:nvPr/>
          </p:nvSpPr>
          <p:spPr>
            <a:xfrm>
              <a:off x="2221742" y="1713822"/>
              <a:ext cx="394" cy="14"/>
            </a:xfrm>
            <a:custGeom>
              <a:rect b="b" l="l" r="r" t="t"/>
              <a:pathLst>
                <a:path extrusionOk="0" h="1" w="29">
                  <a:moveTo>
                    <a:pt x="2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6" name="Google Shape;7376;p129"/>
            <p:cNvSpPr/>
            <p:nvPr/>
          </p:nvSpPr>
          <p:spPr>
            <a:xfrm>
              <a:off x="2236188" y="1713157"/>
              <a:ext cx="3245" cy="2349"/>
            </a:xfrm>
            <a:custGeom>
              <a:rect b="b" l="l" r="r" t="t"/>
              <a:pathLst>
                <a:path extrusionOk="0" h="173" w="239">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7" name="Google Shape;7377;p129"/>
            <p:cNvSpPr/>
            <p:nvPr/>
          </p:nvSpPr>
          <p:spPr>
            <a:xfrm>
              <a:off x="2218985" y="1713972"/>
              <a:ext cx="625" cy="54"/>
            </a:xfrm>
            <a:custGeom>
              <a:rect b="b" l="l" r="r" t="t"/>
              <a:pathLst>
                <a:path extrusionOk="0" h="4" w="46">
                  <a:moveTo>
                    <a:pt x="46"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8" name="Google Shape;7378;p129"/>
            <p:cNvSpPr/>
            <p:nvPr/>
          </p:nvSpPr>
          <p:spPr>
            <a:xfrm>
              <a:off x="2219977" y="1713917"/>
              <a:ext cx="543" cy="14"/>
            </a:xfrm>
            <a:custGeom>
              <a:rect b="b" l="l" r="r" t="t"/>
              <a:pathLst>
                <a:path extrusionOk="0" h="1" w="40">
                  <a:moveTo>
                    <a:pt x="39"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9" name="Google Shape;7379;p129"/>
            <p:cNvSpPr/>
            <p:nvPr/>
          </p:nvSpPr>
          <p:spPr>
            <a:xfrm>
              <a:off x="2220886" y="1713876"/>
              <a:ext cx="489" cy="14"/>
            </a:xfrm>
            <a:custGeom>
              <a:rect b="b" l="l" r="r" t="t"/>
              <a:pathLst>
                <a:path extrusionOk="0" h="1" w="36">
                  <a:moveTo>
                    <a:pt x="35"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0" name="Google Shape;7380;p129"/>
            <p:cNvSpPr/>
            <p:nvPr/>
          </p:nvSpPr>
          <p:spPr>
            <a:xfrm>
              <a:off x="2206005" y="1719905"/>
              <a:ext cx="679" cy="68"/>
            </a:xfrm>
            <a:custGeom>
              <a:rect b="b" l="l" r="r" t="t"/>
              <a:pathLst>
                <a:path extrusionOk="0" h="5" w="50">
                  <a:moveTo>
                    <a:pt x="15" y="1"/>
                  </a:moveTo>
                  <a:lnTo>
                    <a:pt x="1" y="4"/>
                  </a:lnTo>
                  <a:cubicBezTo>
                    <a:pt x="18" y="4"/>
                    <a:pt x="32" y="1"/>
                    <a:pt x="5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1" name="Google Shape;7381;p129"/>
            <p:cNvSpPr/>
            <p:nvPr/>
          </p:nvSpPr>
          <p:spPr>
            <a:xfrm>
              <a:off x="2202923" y="1719973"/>
              <a:ext cx="1480" cy="41"/>
            </a:xfrm>
            <a:custGeom>
              <a:rect b="b" l="l" r="r" t="t"/>
              <a:pathLst>
                <a:path extrusionOk="0" h="3" w="109">
                  <a:moveTo>
                    <a:pt x="54" y="0"/>
                  </a:moveTo>
                  <a:cubicBezTo>
                    <a:pt x="36" y="0"/>
                    <a:pt x="18" y="1"/>
                    <a:pt x="0" y="3"/>
                  </a:cubicBezTo>
                  <a:lnTo>
                    <a:pt x="109" y="3"/>
                  </a:lnTo>
                  <a:cubicBezTo>
                    <a:pt x="91" y="1"/>
                    <a:pt x="73" y="0"/>
                    <a:pt x="5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2" name="Google Shape;7382;p129"/>
            <p:cNvSpPr/>
            <p:nvPr/>
          </p:nvSpPr>
          <p:spPr>
            <a:xfrm>
              <a:off x="2205204" y="1719959"/>
              <a:ext cx="625" cy="14"/>
            </a:xfrm>
            <a:custGeom>
              <a:rect b="b" l="l" r="r" t="t"/>
              <a:pathLst>
                <a:path extrusionOk="0" h="1" w="46">
                  <a:moveTo>
                    <a:pt x="25" y="0"/>
                  </a:moveTo>
                  <a:lnTo>
                    <a:pt x="46" y="0"/>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3" name="Google Shape;7383;p129"/>
            <p:cNvSpPr/>
            <p:nvPr/>
          </p:nvSpPr>
          <p:spPr>
            <a:xfrm>
              <a:off x="2206725" y="1719715"/>
              <a:ext cx="720" cy="163"/>
            </a:xfrm>
            <a:custGeom>
              <a:rect b="b" l="l" r="r" t="t"/>
              <a:pathLst>
                <a:path extrusionOk="0" h="12" w="53">
                  <a:moveTo>
                    <a:pt x="53" y="1"/>
                  </a:moveTo>
                  <a:cubicBezTo>
                    <a:pt x="35" y="4"/>
                    <a:pt x="18" y="8"/>
                    <a:pt x="0" y="11"/>
                  </a:cubicBezTo>
                  <a:cubicBezTo>
                    <a:pt x="18" y="8"/>
                    <a:pt x="35" y="4"/>
                    <a:pt x="5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4" name="Google Shape;7384;p129"/>
            <p:cNvSpPr/>
            <p:nvPr/>
          </p:nvSpPr>
          <p:spPr>
            <a:xfrm>
              <a:off x="2285094" y="1766163"/>
              <a:ext cx="11622" cy="5675"/>
            </a:xfrm>
            <a:custGeom>
              <a:rect b="b" l="l" r="r" t="t"/>
              <a:pathLst>
                <a:path extrusionOk="0" h="418" w="856">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5" name="Google Shape;7385;p129"/>
            <p:cNvSpPr/>
            <p:nvPr/>
          </p:nvSpPr>
          <p:spPr>
            <a:xfrm>
              <a:off x="1868957" y="1453664"/>
              <a:ext cx="77052" cy="36456"/>
            </a:xfrm>
            <a:custGeom>
              <a:rect b="b" l="l" r="r" t="t"/>
              <a:pathLst>
                <a:path extrusionOk="0" h="2685" w="5675">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6" name="Google Shape;7386;p129"/>
            <p:cNvSpPr/>
            <p:nvPr/>
          </p:nvSpPr>
          <p:spPr>
            <a:xfrm>
              <a:off x="1971712" y="1589955"/>
              <a:ext cx="30821" cy="28486"/>
            </a:xfrm>
            <a:custGeom>
              <a:rect b="b" l="l" r="r" t="t"/>
              <a:pathLst>
                <a:path extrusionOk="0" h="2098" w="227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7" name="Google Shape;7387;p129"/>
            <p:cNvSpPr/>
            <p:nvPr/>
          </p:nvSpPr>
          <p:spPr>
            <a:xfrm>
              <a:off x="1984936" y="1583342"/>
              <a:ext cx="6422" cy="5010"/>
            </a:xfrm>
            <a:custGeom>
              <a:rect b="b" l="l" r="r" t="t"/>
              <a:pathLst>
                <a:path extrusionOk="0" h="369" w="473">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8" name="Google Shape;7388;p129"/>
            <p:cNvSpPr/>
            <p:nvPr/>
          </p:nvSpPr>
          <p:spPr>
            <a:xfrm>
              <a:off x="1999193" y="1543044"/>
              <a:ext cx="61805" cy="90508"/>
            </a:xfrm>
            <a:custGeom>
              <a:rect b="b" l="l" r="r" t="t"/>
              <a:pathLst>
                <a:path extrusionOk="0" h="6666" w="4552">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9" name="Google Shape;7389;p129"/>
            <p:cNvSpPr/>
            <p:nvPr/>
          </p:nvSpPr>
          <p:spPr>
            <a:xfrm>
              <a:off x="1996287" y="1548177"/>
              <a:ext cx="3965" cy="4861"/>
            </a:xfrm>
            <a:custGeom>
              <a:rect b="b" l="l" r="r" t="t"/>
              <a:pathLst>
                <a:path extrusionOk="0" h="358" w="292">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0" name="Google Shape;7390;p129"/>
            <p:cNvSpPr/>
            <p:nvPr/>
          </p:nvSpPr>
          <p:spPr>
            <a:xfrm>
              <a:off x="1989118" y="1581876"/>
              <a:ext cx="16646" cy="10848"/>
            </a:xfrm>
            <a:custGeom>
              <a:rect b="b" l="l" r="r" t="t"/>
              <a:pathLst>
                <a:path extrusionOk="0" h="799" w="1226">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1" name="Google Shape;7391;p129"/>
            <p:cNvSpPr/>
            <p:nvPr/>
          </p:nvSpPr>
          <p:spPr>
            <a:xfrm>
              <a:off x="2038310" y="1522800"/>
              <a:ext cx="2009" cy="5621"/>
            </a:xfrm>
            <a:custGeom>
              <a:rect b="b" l="l" r="r" t="t"/>
              <a:pathLst>
                <a:path extrusionOk="0" h="414" w="148">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2" name="Google Shape;7392;p129"/>
            <p:cNvSpPr/>
            <p:nvPr/>
          </p:nvSpPr>
          <p:spPr>
            <a:xfrm>
              <a:off x="1993015" y="1584252"/>
              <a:ext cx="149" cy="543"/>
            </a:xfrm>
            <a:custGeom>
              <a:rect b="b" l="l" r="r" t="t"/>
              <a:pathLst>
                <a:path extrusionOk="0" h="40" w="11">
                  <a:moveTo>
                    <a:pt x="11" y="1"/>
                  </a:moveTo>
                  <a:cubicBezTo>
                    <a:pt x="7" y="11"/>
                    <a:pt x="4" y="25"/>
                    <a:pt x="0" y="39"/>
                  </a:cubicBezTo>
                  <a:cubicBezTo>
                    <a:pt x="7" y="25"/>
                    <a:pt x="11" y="11"/>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3" name="Google Shape;7393;p129"/>
            <p:cNvSpPr/>
            <p:nvPr/>
          </p:nvSpPr>
          <p:spPr>
            <a:xfrm>
              <a:off x="1992105" y="1586533"/>
              <a:ext cx="258" cy="489"/>
            </a:xfrm>
            <a:custGeom>
              <a:rect b="b" l="l" r="r" t="t"/>
              <a:pathLst>
                <a:path extrusionOk="0" h="36" w="19">
                  <a:moveTo>
                    <a:pt x="1" y="36"/>
                  </a:moveTo>
                  <a:cubicBezTo>
                    <a:pt x="8" y="22"/>
                    <a:pt x="11" y="11"/>
                    <a:pt x="18" y="1"/>
                  </a:cubicBezTo>
                  <a:cubicBezTo>
                    <a:pt x="11" y="11"/>
                    <a:pt x="8" y="22"/>
                    <a:pt x="1" y="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4" name="Google Shape;7394;p129"/>
            <p:cNvSpPr/>
            <p:nvPr/>
          </p:nvSpPr>
          <p:spPr>
            <a:xfrm>
              <a:off x="1992866" y="1584782"/>
              <a:ext cx="163" cy="489"/>
            </a:xfrm>
            <a:custGeom>
              <a:rect b="b" l="l" r="r" t="t"/>
              <a:pathLst>
                <a:path extrusionOk="0" h="36" w="12">
                  <a:moveTo>
                    <a:pt x="11" y="0"/>
                  </a:moveTo>
                  <a:cubicBezTo>
                    <a:pt x="8" y="11"/>
                    <a:pt x="4" y="25"/>
                    <a:pt x="1" y="35"/>
                  </a:cubicBezTo>
                  <a:cubicBezTo>
                    <a:pt x="4" y="25"/>
                    <a:pt x="11" y="11"/>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5" name="Google Shape;7395;p129"/>
            <p:cNvSpPr/>
            <p:nvPr/>
          </p:nvSpPr>
          <p:spPr>
            <a:xfrm>
              <a:off x="1991820" y="1587063"/>
              <a:ext cx="299" cy="434"/>
            </a:xfrm>
            <a:custGeom>
              <a:rect b="b" l="l" r="r" t="t"/>
              <a:pathLst>
                <a:path extrusionOk="0" h="32" w="22">
                  <a:moveTo>
                    <a:pt x="22" y="0"/>
                  </a:moveTo>
                  <a:cubicBezTo>
                    <a:pt x="11" y="11"/>
                    <a:pt x="4" y="21"/>
                    <a:pt x="1" y="32"/>
                  </a:cubicBezTo>
                  <a:cubicBezTo>
                    <a:pt x="8" y="21"/>
                    <a:pt x="15" y="11"/>
                    <a:pt x="2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6" name="Google Shape;7396;p129"/>
            <p:cNvSpPr/>
            <p:nvPr/>
          </p:nvSpPr>
          <p:spPr>
            <a:xfrm>
              <a:off x="1992390" y="1585963"/>
              <a:ext cx="258" cy="489"/>
            </a:xfrm>
            <a:custGeom>
              <a:rect b="b" l="l" r="r" t="t"/>
              <a:pathLst>
                <a:path extrusionOk="0" h="36" w="19">
                  <a:moveTo>
                    <a:pt x="18" y="1"/>
                  </a:moveTo>
                  <a:cubicBezTo>
                    <a:pt x="11" y="11"/>
                    <a:pt x="4" y="25"/>
                    <a:pt x="1" y="36"/>
                  </a:cubicBezTo>
                  <a:cubicBezTo>
                    <a:pt x="8" y="25"/>
                    <a:pt x="11" y="11"/>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7" name="Google Shape;7397;p129"/>
            <p:cNvSpPr/>
            <p:nvPr/>
          </p:nvSpPr>
          <p:spPr>
            <a:xfrm>
              <a:off x="1992635" y="1585352"/>
              <a:ext cx="204" cy="530"/>
            </a:xfrm>
            <a:custGeom>
              <a:rect b="b" l="l" r="r" t="t"/>
              <a:pathLst>
                <a:path extrusionOk="0" h="39" w="15">
                  <a:moveTo>
                    <a:pt x="0" y="39"/>
                  </a:moveTo>
                  <a:cubicBezTo>
                    <a:pt x="7" y="25"/>
                    <a:pt x="11" y="14"/>
                    <a:pt x="14" y="0"/>
                  </a:cubicBezTo>
                  <a:cubicBezTo>
                    <a:pt x="11" y="14"/>
                    <a:pt x="7" y="25"/>
                    <a:pt x="0"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8" name="Google Shape;7398;p129"/>
            <p:cNvSpPr/>
            <p:nvPr/>
          </p:nvSpPr>
          <p:spPr>
            <a:xfrm>
              <a:off x="1998432" y="1591000"/>
              <a:ext cx="434" cy="489"/>
            </a:xfrm>
            <a:custGeom>
              <a:rect b="b" l="l" r="r" t="t"/>
              <a:pathLst>
                <a:path extrusionOk="0" h="36" w="32">
                  <a:moveTo>
                    <a:pt x="0" y="1"/>
                  </a:moveTo>
                  <a:lnTo>
                    <a:pt x="0" y="1"/>
                  </a:lnTo>
                  <a:cubicBezTo>
                    <a:pt x="11" y="11"/>
                    <a:pt x="18" y="25"/>
                    <a:pt x="32" y="36"/>
                  </a:cubicBezTo>
                  <a:cubicBezTo>
                    <a:pt x="21" y="25"/>
                    <a:pt x="11" y="1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9" name="Google Shape;7399;p129"/>
            <p:cNvSpPr/>
            <p:nvPr/>
          </p:nvSpPr>
          <p:spPr>
            <a:xfrm>
              <a:off x="1999478" y="1592046"/>
              <a:ext cx="530" cy="489"/>
            </a:xfrm>
            <a:custGeom>
              <a:rect b="b" l="l" r="r" t="t"/>
              <a:pathLst>
                <a:path extrusionOk="0" h="36" w="39">
                  <a:moveTo>
                    <a:pt x="39" y="36"/>
                  </a:moveTo>
                  <a:lnTo>
                    <a:pt x="39" y="36"/>
                  </a:lnTo>
                  <a:cubicBezTo>
                    <a:pt x="25" y="25"/>
                    <a:pt x="11" y="15"/>
                    <a:pt x="0" y="1"/>
                  </a:cubicBezTo>
                  <a:cubicBezTo>
                    <a:pt x="11" y="15"/>
                    <a:pt x="25" y="25"/>
                    <a:pt x="39" y="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0" name="Google Shape;7400;p129"/>
            <p:cNvSpPr/>
            <p:nvPr/>
          </p:nvSpPr>
          <p:spPr>
            <a:xfrm>
              <a:off x="1990965" y="1588013"/>
              <a:ext cx="394" cy="339"/>
            </a:xfrm>
            <a:custGeom>
              <a:rect b="b" l="l" r="r" t="t"/>
              <a:pathLst>
                <a:path extrusionOk="0" h="25" w="29">
                  <a:moveTo>
                    <a:pt x="1" y="25"/>
                  </a:moveTo>
                  <a:cubicBezTo>
                    <a:pt x="11" y="18"/>
                    <a:pt x="18" y="7"/>
                    <a:pt x="29" y="0"/>
                  </a:cubicBezTo>
                  <a:cubicBezTo>
                    <a:pt x="18" y="7"/>
                    <a:pt x="11" y="18"/>
                    <a:pt x="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1" name="Google Shape;7401;p129"/>
            <p:cNvSpPr/>
            <p:nvPr/>
          </p:nvSpPr>
          <p:spPr>
            <a:xfrm>
              <a:off x="1998948" y="1591570"/>
              <a:ext cx="394" cy="394"/>
            </a:xfrm>
            <a:custGeom>
              <a:rect b="b" l="l" r="r" t="t"/>
              <a:pathLst>
                <a:path extrusionOk="0" h="29" w="29">
                  <a:moveTo>
                    <a:pt x="29" y="29"/>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2" name="Google Shape;7402;p129"/>
            <p:cNvSpPr/>
            <p:nvPr/>
          </p:nvSpPr>
          <p:spPr>
            <a:xfrm>
              <a:off x="1991399" y="1587579"/>
              <a:ext cx="339" cy="394"/>
            </a:xfrm>
            <a:custGeom>
              <a:rect b="b" l="l" r="r" t="t"/>
              <a:pathLst>
                <a:path extrusionOk="0" h="29" w="25">
                  <a:moveTo>
                    <a:pt x="25" y="1"/>
                  </a:moveTo>
                  <a:cubicBezTo>
                    <a:pt x="18" y="11"/>
                    <a:pt x="11" y="18"/>
                    <a:pt x="0" y="29"/>
                  </a:cubicBezTo>
                  <a:cubicBezTo>
                    <a:pt x="11" y="18"/>
                    <a:pt x="18" y="11"/>
                    <a:pt x="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3" name="Google Shape;7403;p129"/>
            <p:cNvSpPr/>
            <p:nvPr/>
          </p:nvSpPr>
          <p:spPr>
            <a:xfrm>
              <a:off x="2108940" y="1555794"/>
              <a:ext cx="19932" cy="28906"/>
            </a:xfrm>
            <a:custGeom>
              <a:rect b="b" l="l" r="r" t="t"/>
              <a:pathLst>
                <a:path extrusionOk="0" h="2129" w="1468">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4" name="Google Shape;7404;p129"/>
            <p:cNvSpPr/>
            <p:nvPr/>
          </p:nvSpPr>
          <p:spPr>
            <a:xfrm>
              <a:off x="2132850" y="1574558"/>
              <a:ext cx="8948" cy="12288"/>
            </a:xfrm>
            <a:custGeom>
              <a:rect b="b" l="l" r="r" t="t"/>
              <a:pathLst>
                <a:path extrusionOk="0" h="905" w="659">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5" name="Google Shape;7405;p129"/>
            <p:cNvSpPr/>
            <p:nvPr/>
          </p:nvSpPr>
          <p:spPr>
            <a:xfrm>
              <a:off x="2116217" y="1584537"/>
              <a:ext cx="244" cy="14"/>
            </a:xfrm>
            <a:custGeom>
              <a:rect b="b" l="l" r="r" t="t"/>
              <a:pathLst>
                <a:path extrusionOk="0" h="1" w="18">
                  <a:moveTo>
                    <a:pt x="1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6" name="Google Shape;7406;p129"/>
            <p:cNvSpPr/>
            <p:nvPr/>
          </p:nvSpPr>
          <p:spPr>
            <a:xfrm>
              <a:off x="2117168" y="1584632"/>
              <a:ext cx="258" cy="14"/>
            </a:xfrm>
            <a:custGeom>
              <a:rect b="b" l="l" r="r" t="t"/>
              <a:pathLst>
                <a:path extrusionOk="0" h="1" w="19">
                  <a:moveTo>
                    <a:pt x="1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7" name="Google Shape;7407;p129"/>
            <p:cNvSpPr/>
            <p:nvPr/>
          </p:nvSpPr>
          <p:spPr>
            <a:xfrm>
              <a:off x="2115267" y="1584496"/>
              <a:ext cx="244" cy="14"/>
            </a:xfrm>
            <a:custGeom>
              <a:rect b="b" l="l" r="r" t="t"/>
              <a:pathLst>
                <a:path extrusionOk="0" h="1" w="18">
                  <a:moveTo>
                    <a:pt x="18"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8" name="Google Shape;7408;p129"/>
            <p:cNvSpPr/>
            <p:nvPr/>
          </p:nvSpPr>
          <p:spPr>
            <a:xfrm>
              <a:off x="2115742" y="1584537"/>
              <a:ext cx="244" cy="14"/>
            </a:xfrm>
            <a:custGeom>
              <a:rect b="b" l="l" r="r" t="t"/>
              <a:pathLst>
                <a:path extrusionOk="0" h="1" w="18">
                  <a:moveTo>
                    <a:pt x="1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9" name="Google Shape;7409;p129"/>
            <p:cNvSpPr/>
            <p:nvPr/>
          </p:nvSpPr>
          <p:spPr>
            <a:xfrm>
              <a:off x="2114357" y="158444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0" name="Google Shape;7410;p129"/>
            <p:cNvSpPr/>
            <p:nvPr/>
          </p:nvSpPr>
          <p:spPr>
            <a:xfrm>
              <a:off x="2115022" y="158449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1" name="Google Shape;7411;p129"/>
            <p:cNvSpPr/>
            <p:nvPr/>
          </p:nvSpPr>
          <p:spPr>
            <a:xfrm>
              <a:off x="2117643" y="1584687"/>
              <a:ext cx="258" cy="14"/>
            </a:xfrm>
            <a:custGeom>
              <a:rect b="b" l="l" r="r" t="t"/>
              <a:pathLst>
                <a:path extrusionOk="0" h="1" w="19">
                  <a:moveTo>
                    <a:pt x="1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2" name="Google Shape;7412;p129"/>
            <p:cNvSpPr/>
            <p:nvPr/>
          </p:nvSpPr>
          <p:spPr>
            <a:xfrm>
              <a:off x="2120263" y="158516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3" name="Google Shape;7413;p129"/>
            <p:cNvSpPr/>
            <p:nvPr/>
          </p:nvSpPr>
          <p:spPr>
            <a:xfrm>
              <a:off x="2120874" y="158516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4" name="Google Shape;7414;p129"/>
            <p:cNvSpPr/>
            <p:nvPr/>
          </p:nvSpPr>
          <p:spPr>
            <a:xfrm>
              <a:off x="2120399" y="158516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5" name="Google Shape;7415;p129"/>
            <p:cNvSpPr/>
            <p:nvPr/>
          </p:nvSpPr>
          <p:spPr>
            <a:xfrm>
              <a:off x="2118118" y="1584727"/>
              <a:ext cx="204" cy="14"/>
            </a:xfrm>
            <a:custGeom>
              <a:rect b="b" l="l" r="r" t="t"/>
              <a:pathLst>
                <a:path extrusionOk="0" h="1" w="15">
                  <a:moveTo>
                    <a:pt x="15"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6" name="Google Shape;7416;p129"/>
            <p:cNvSpPr/>
            <p:nvPr/>
          </p:nvSpPr>
          <p:spPr>
            <a:xfrm>
              <a:off x="2118553" y="1584782"/>
              <a:ext cx="204" cy="14"/>
            </a:xfrm>
            <a:custGeom>
              <a:rect b="b" l="l" r="r" t="t"/>
              <a:pathLst>
                <a:path extrusionOk="0" h="1" w="15">
                  <a:moveTo>
                    <a:pt x="1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7" name="Google Shape;7417;p129"/>
            <p:cNvSpPr/>
            <p:nvPr/>
          </p:nvSpPr>
          <p:spPr>
            <a:xfrm>
              <a:off x="2118973" y="1584877"/>
              <a:ext cx="163" cy="14"/>
            </a:xfrm>
            <a:custGeom>
              <a:rect b="b" l="l" r="r" t="t"/>
              <a:pathLst>
                <a:path extrusionOk="0" h="1" w="12">
                  <a:moveTo>
                    <a:pt x="1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8" name="Google Shape;7418;p129"/>
            <p:cNvSpPr/>
            <p:nvPr/>
          </p:nvSpPr>
          <p:spPr>
            <a:xfrm>
              <a:off x="2119408" y="1584917"/>
              <a:ext cx="149" cy="14"/>
            </a:xfrm>
            <a:custGeom>
              <a:rect b="b" l="l" r="r" t="t"/>
              <a:pathLst>
                <a:path extrusionOk="0" h="1" w="11">
                  <a:moveTo>
                    <a:pt x="11"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9" name="Google Shape;7419;p129"/>
            <p:cNvSpPr/>
            <p:nvPr/>
          </p:nvSpPr>
          <p:spPr>
            <a:xfrm>
              <a:off x="2116692" y="1584632"/>
              <a:ext cx="258" cy="14"/>
            </a:xfrm>
            <a:custGeom>
              <a:rect b="b" l="l" r="r" t="t"/>
              <a:pathLst>
                <a:path extrusionOk="0" h="1" w="19">
                  <a:moveTo>
                    <a:pt x="1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0" name="Google Shape;7420;p129"/>
            <p:cNvSpPr/>
            <p:nvPr/>
          </p:nvSpPr>
          <p:spPr>
            <a:xfrm>
              <a:off x="2119734" y="1585012"/>
              <a:ext cx="163" cy="14"/>
            </a:xfrm>
            <a:custGeom>
              <a:rect b="b" l="l" r="r" t="t"/>
              <a:pathLst>
                <a:path extrusionOk="0" h="1" w="12">
                  <a:moveTo>
                    <a:pt x="1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1" name="Google Shape;7421;p129"/>
            <p:cNvSpPr/>
            <p:nvPr/>
          </p:nvSpPr>
          <p:spPr>
            <a:xfrm>
              <a:off x="2113936" y="158444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2" name="Google Shape;7422;p129"/>
            <p:cNvSpPr/>
            <p:nvPr/>
          </p:nvSpPr>
          <p:spPr>
            <a:xfrm>
              <a:off x="2120644" y="158516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3" name="Google Shape;7423;p129"/>
            <p:cNvSpPr/>
            <p:nvPr/>
          </p:nvSpPr>
          <p:spPr>
            <a:xfrm>
              <a:off x="2182285" y="1554259"/>
              <a:ext cx="4766" cy="7617"/>
            </a:xfrm>
            <a:custGeom>
              <a:rect b="b" l="l" r="r" t="t"/>
              <a:pathLst>
                <a:path extrusionOk="0" h="561" w="351">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4" name="Google Shape;7424;p129"/>
            <p:cNvSpPr/>
            <p:nvPr/>
          </p:nvSpPr>
          <p:spPr>
            <a:xfrm>
              <a:off x="2133094" y="1420616"/>
              <a:ext cx="90752" cy="158463"/>
            </a:xfrm>
            <a:custGeom>
              <a:rect b="b" l="l" r="r" t="t"/>
              <a:pathLst>
                <a:path extrusionOk="0" h="11671" w="6684">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5" name="Google Shape;7425;p129"/>
            <p:cNvSpPr/>
            <p:nvPr/>
          </p:nvSpPr>
          <p:spPr>
            <a:xfrm>
              <a:off x="2223833" y="1459339"/>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6" name="Google Shape;7426;p129"/>
            <p:cNvSpPr/>
            <p:nvPr/>
          </p:nvSpPr>
          <p:spPr>
            <a:xfrm>
              <a:off x="2221022" y="1454248"/>
              <a:ext cx="109" cy="204"/>
            </a:xfrm>
            <a:custGeom>
              <a:rect b="b" l="l" r="r" t="t"/>
              <a:pathLst>
                <a:path extrusionOk="0" h="15" w="8">
                  <a:moveTo>
                    <a:pt x="1" y="1"/>
                  </a:moveTo>
                  <a:cubicBezTo>
                    <a:pt x="1" y="4"/>
                    <a:pt x="4" y="11"/>
                    <a:pt x="8" y="15"/>
                  </a:cubicBezTo>
                  <a:cubicBezTo>
                    <a:pt x="4" y="11"/>
                    <a:pt x="4"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7" name="Google Shape;7427;p129"/>
            <p:cNvSpPr/>
            <p:nvPr/>
          </p:nvSpPr>
          <p:spPr>
            <a:xfrm>
              <a:off x="2221782" y="1455673"/>
              <a:ext cx="204" cy="258"/>
            </a:xfrm>
            <a:custGeom>
              <a:rect b="b" l="l" r="r" t="t"/>
              <a:pathLst>
                <a:path extrusionOk="0" h="19" w="15">
                  <a:moveTo>
                    <a:pt x="1" y="1"/>
                  </a:moveTo>
                  <a:lnTo>
                    <a:pt x="15"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8" name="Google Shape;7428;p129"/>
            <p:cNvSpPr/>
            <p:nvPr/>
          </p:nvSpPr>
          <p:spPr>
            <a:xfrm>
              <a:off x="2221552" y="1455347"/>
              <a:ext cx="204" cy="244"/>
            </a:xfrm>
            <a:custGeom>
              <a:rect b="b" l="l" r="r" t="t"/>
              <a:pathLst>
                <a:path extrusionOk="0" h="18" w="15">
                  <a:moveTo>
                    <a:pt x="0" y="0"/>
                  </a:moveTo>
                  <a:lnTo>
                    <a:pt x="14"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9" name="Google Shape;7429;p129"/>
            <p:cNvSpPr/>
            <p:nvPr/>
          </p:nvSpPr>
          <p:spPr>
            <a:xfrm>
              <a:off x="2221171" y="1454587"/>
              <a:ext cx="109" cy="244"/>
            </a:xfrm>
            <a:custGeom>
              <a:rect b="b" l="l" r="r" t="t"/>
              <a:pathLst>
                <a:path extrusionOk="0" h="18" w="8">
                  <a:moveTo>
                    <a:pt x="0" y="0"/>
                  </a:moveTo>
                  <a:cubicBezTo>
                    <a:pt x="4" y="7"/>
                    <a:pt x="7" y="14"/>
                    <a:pt x="7" y="18"/>
                  </a:cubicBezTo>
                  <a:cubicBezTo>
                    <a:pt x="7" y="11"/>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0" name="Google Shape;7430;p129"/>
            <p:cNvSpPr/>
            <p:nvPr/>
          </p:nvSpPr>
          <p:spPr>
            <a:xfrm>
              <a:off x="2223737" y="1458864"/>
              <a:ext cx="109" cy="339"/>
            </a:xfrm>
            <a:custGeom>
              <a:rect b="b" l="l" r="r" t="t"/>
              <a:pathLst>
                <a:path extrusionOk="0" h="25" w="8">
                  <a:moveTo>
                    <a:pt x="0" y="0"/>
                  </a:moveTo>
                  <a:cubicBezTo>
                    <a:pt x="0" y="7"/>
                    <a:pt x="4" y="14"/>
                    <a:pt x="7" y="25"/>
                  </a:cubicBezTo>
                  <a:cubicBezTo>
                    <a:pt x="4" y="14"/>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1" name="Google Shape;7431;p129"/>
            <p:cNvSpPr/>
            <p:nvPr/>
          </p:nvSpPr>
          <p:spPr>
            <a:xfrm>
              <a:off x="2221361" y="1454967"/>
              <a:ext cx="149" cy="244"/>
            </a:xfrm>
            <a:custGeom>
              <a:rect b="b" l="l" r="r" t="t"/>
              <a:pathLst>
                <a:path extrusionOk="0" h="18" w="11">
                  <a:moveTo>
                    <a:pt x="0" y="0"/>
                  </a:moveTo>
                  <a:lnTo>
                    <a:pt x="1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2" name="Google Shape;7432;p129"/>
            <p:cNvSpPr/>
            <p:nvPr/>
          </p:nvSpPr>
          <p:spPr>
            <a:xfrm>
              <a:off x="2223642" y="1458429"/>
              <a:ext cx="109" cy="258"/>
            </a:xfrm>
            <a:custGeom>
              <a:rect b="b" l="l" r="r" t="t"/>
              <a:pathLst>
                <a:path extrusionOk="0" h="19" w="8">
                  <a:moveTo>
                    <a:pt x="0" y="1"/>
                  </a:moveTo>
                  <a:lnTo>
                    <a:pt x="7"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3" name="Google Shape;7433;p129"/>
            <p:cNvSpPr/>
            <p:nvPr/>
          </p:nvSpPr>
          <p:spPr>
            <a:xfrm>
              <a:off x="2222692" y="1456868"/>
              <a:ext cx="204" cy="204"/>
            </a:xfrm>
            <a:custGeom>
              <a:rect b="b" l="l" r="r" t="t"/>
              <a:pathLst>
                <a:path extrusionOk="0" h="15" w="15">
                  <a:moveTo>
                    <a:pt x="0" y="0"/>
                  </a:moveTo>
                  <a:lnTo>
                    <a:pt x="1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4" name="Google Shape;7434;p129"/>
            <p:cNvSpPr/>
            <p:nvPr/>
          </p:nvSpPr>
          <p:spPr>
            <a:xfrm>
              <a:off x="2222502" y="1456583"/>
              <a:ext cx="204" cy="244"/>
            </a:xfrm>
            <a:custGeom>
              <a:rect b="b" l="l" r="r" t="t"/>
              <a:pathLst>
                <a:path extrusionOk="0" h="18" w="15">
                  <a:moveTo>
                    <a:pt x="0" y="0"/>
                  </a:moveTo>
                  <a:lnTo>
                    <a:pt x="14"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5" name="Google Shape;7435;p129"/>
            <p:cNvSpPr/>
            <p:nvPr/>
          </p:nvSpPr>
          <p:spPr>
            <a:xfrm>
              <a:off x="2223547" y="1458008"/>
              <a:ext cx="109" cy="299"/>
            </a:xfrm>
            <a:custGeom>
              <a:rect b="b" l="l" r="r" t="t"/>
              <a:pathLst>
                <a:path extrusionOk="0" h="22" w="8">
                  <a:moveTo>
                    <a:pt x="0" y="0"/>
                  </a:moveTo>
                  <a:cubicBezTo>
                    <a:pt x="0" y="7"/>
                    <a:pt x="4" y="14"/>
                    <a:pt x="7" y="21"/>
                  </a:cubicBezTo>
                  <a:cubicBezTo>
                    <a:pt x="4" y="14"/>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6" name="Google Shape;7436;p129"/>
            <p:cNvSpPr/>
            <p:nvPr/>
          </p:nvSpPr>
          <p:spPr>
            <a:xfrm>
              <a:off x="2223303" y="1457574"/>
              <a:ext cx="68" cy="109"/>
            </a:xfrm>
            <a:custGeom>
              <a:rect b="b" l="l" r="r" t="t"/>
              <a:pathLst>
                <a:path extrusionOk="0" h="8" w="5">
                  <a:moveTo>
                    <a:pt x="1" y="1"/>
                  </a:moveTo>
                  <a:lnTo>
                    <a:pt x="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7" name="Google Shape;7437;p129"/>
            <p:cNvSpPr/>
            <p:nvPr/>
          </p:nvSpPr>
          <p:spPr>
            <a:xfrm>
              <a:off x="2222258" y="1456338"/>
              <a:ext cx="204" cy="258"/>
            </a:xfrm>
            <a:custGeom>
              <a:rect b="b" l="l" r="r" t="t"/>
              <a:pathLst>
                <a:path extrusionOk="0" h="19" w="15">
                  <a:moveTo>
                    <a:pt x="1" y="1"/>
                  </a:moveTo>
                  <a:lnTo>
                    <a:pt x="15"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8" name="Google Shape;7438;p129"/>
            <p:cNvSpPr/>
            <p:nvPr/>
          </p:nvSpPr>
          <p:spPr>
            <a:xfrm>
              <a:off x="2220927" y="1453922"/>
              <a:ext cx="68" cy="204"/>
            </a:xfrm>
            <a:custGeom>
              <a:rect b="b" l="l" r="r" t="t"/>
              <a:pathLst>
                <a:path extrusionOk="0" h="15" w="5">
                  <a:moveTo>
                    <a:pt x="1" y="0"/>
                  </a:moveTo>
                  <a:cubicBezTo>
                    <a:pt x="1" y="4"/>
                    <a:pt x="4" y="7"/>
                    <a:pt x="4" y="14"/>
                  </a:cubicBezTo>
                  <a:cubicBezTo>
                    <a:pt x="4" y="7"/>
                    <a:pt x="1"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9" name="Google Shape;7439;p129"/>
            <p:cNvSpPr/>
            <p:nvPr/>
          </p:nvSpPr>
          <p:spPr>
            <a:xfrm>
              <a:off x="2223398" y="1457764"/>
              <a:ext cx="109" cy="163"/>
            </a:xfrm>
            <a:custGeom>
              <a:rect b="b" l="l" r="r" t="t"/>
              <a:pathLst>
                <a:path extrusionOk="0" h="12" w="8">
                  <a:moveTo>
                    <a:pt x="1" y="1"/>
                  </a:moveTo>
                  <a:lnTo>
                    <a:pt x="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0" name="Google Shape;7440;p129"/>
            <p:cNvSpPr/>
            <p:nvPr/>
          </p:nvSpPr>
          <p:spPr>
            <a:xfrm>
              <a:off x="2222882" y="1457058"/>
              <a:ext cx="339" cy="339"/>
            </a:xfrm>
            <a:custGeom>
              <a:rect b="b" l="l" r="r" t="t"/>
              <a:pathLst>
                <a:path extrusionOk="0" h="25" w="25">
                  <a:moveTo>
                    <a:pt x="0" y="0"/>
                  </a:moveTo>
                  <a:cubicBezTo>
                    <a:pt x="14" y="14"/>
                    <a:pt x="21" y="25"/>
                    <a:pt x="25" y="25"/>
                  </a:cubicBezTo>
                  <a:cubicBezTo>
                    <a:pt x="25" y="25"/>
                    <a:pt x="14" y="1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1" name="Google Shape;7441;p129"/>
            <p:cNvSpPr/>
            <p:nvPr/>
          </p:nvSpPr>
          <p:spPr>
            <a:xfrm>
              <a:off x="2220886" y="1453202"/>
              <a:ext cx="14" cy="109"/>
            </a:xfrm>
            <a:custGeom>
              <a:rect b="b" l="l" r="r" t="t"/>
              <a:pathLst>
                <a:path extrusionOk="0" h="8" w="1">
                  <a:moveTo>
                    <a:pt x="0" y="1"/>
                  </a:moveTo>
                  <a:lnTo>
                    <a:pt x="0" y="8"/>
                  </a:lnTo>
                  <a:cubicBezTo>
                    <a:pt x="0" y="8"/>
                    <a:pt x="0"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2" name="Google Shape;7442;p129"/>
            <p:cNvSpPr/>
            <p:nvPr/>
          </p:nvSpPr>
          <p:spPr>
            <a:xfrm>
              <a:off x="2222027" y="1456013"/>
              <a:ext cx="204" cy="244"/>
            </a:xfrm>
            <a:custGeom>
              <a:rect b="b" l="l" r="r" t="t"/>
              <a:pathLst>
                <a:path extrusionOk="0" h="18" w="15">
                  <a:moveTo>
                    <a:pt x="0" y="0"/>
                  </a:moveTo>
                  <a:lnTo>
                    <a:pt x="14"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3" name="Google Shape;7443;p129"/>
            <p:cNvSpPr/>
            <p:nvPr/>
          </p:nvSpPr>
          <p:spPr>
            <a:xfrm>
              <a:off x="2220886" y="1453541"/>
              <a:ext cx="14" cy="149"/>
            </a:xfrm>
            <a:custGeom>
              <a:rect b="b" l="l" r="r" t="t"/>
              <a:pathLst>
                <a:path extrusionOk="0" h="11" w="1">
                  <a:moveTo>
                    <a:pt x="0" y="11"/>
                  </a:moveTo>
                  <a:lnTo>
                    <a:pt x="0" y="0"/>
                  </a:lnTo>
                  <a:cubicBezTo>
                    <a:pt x="0" y="4"/>
                    <a:pt x="0" y="7"/>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4" name="Google Shape;7444;p129"/>
            <p:cNvSpPr/>
            <p:nvPr/>
          </p:nvSpPr>
          <p:spPr>
            <a:xfrm>
              <a:off x="2201498" y="1421268"/>
              <a:ext cx="6667" cy="5146"/>
            </a:xfrm>
            <a:custGeom>
              <a:rect b="b" l="l" r="r" t="t"/>
              <a:pathLst>
                <a:path extrusionOk="0" h="379" w="491">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5" name="Google Shape;7445;p129"/>
            <p:cNvSpPr/>
            <p:nvPr/>
          </p:nvSpPr>
          <p:spPr>
            <a:xfrm>
              <a:off x="2212618" y="1541442"/>
              <a:ext cx="2580" cy="489"/>
            </a:xfrm>
            <a:custGeom>
              <a:rect b="b" l="l" r="r" t="t"/>
              <a:pathLst>
                <a:path extrusionOk="0" h="36" w="19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6" name="Google Shape;7446;p129"/>
            <p:cNvSpPr/>
            <p:nvPr/>
          </p:nvSpPr>
          <p:spPr>
            <a:xfrm>
              <a:off x="2219746" y="1534599"/>
              <a:ext cx="33333" cy="20244"/>
            </a:xfrm>
            <a:custGeom>
              <a:rect b="b" l="l" r="r" t="t"/>
              <a:pathLst>
                <a:path extrusionOk="0" h="1491" w="2455">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7" name="Google Shape;7447;p129"/>
            <p:cNvSpPr/>
            <p:nvPr/>
          </p:nvSpPr>
          <p:spPr>
            <a:xfrm>
              <a:off x="2210051" y="1545190"/>
              <a:ext cx="7047" cy="5092"/>
            </a:xfrm>
            <a:custGeom>
              <a:rect b="b" l="l" r="r" t="t"/>
              <a:pathLst>
                <a:path extrusionOk="0" h="375" w="519">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8" name="Google Shape;7448;p129"/>
            <p:cNvSpPr/>
            <p:nvPr/>
          </p:nvSpPr>
          <p:spPr>
            <a:xfrm>
              <a:off x="2234002" y="1549982"/>
              <a:ext cx="258" cy="14"/>
            </a:xfrm>
            <a:custGeom>
              <a:rect b="b" l="l" r="r" t="t"/>
              <a:pathLst>
                <a:path extrusionOk="0" h="1" w="19">
                  <a:moveTo>
                    <a:pt x="1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9" name="Google Shape;7449;p129"/>
            <p:cNvSpPr/>
            <p:nvPr/>
          </p:nvSpPr>
          <p:spPr>
            <a:xfrm>
              <a:off x="2234342" y="1550023"/>
              <a:ext cx="149" cy="14"/>
            </a:xfrm>
            <a:custGeom>
              <a:rect b="b" l="l" r="r" t="t"/>
              <a:pathLst>
                <a:path extrusionOk="0" h="1" w="11">
                  <a:moveTo>
                    <a:pt x="11"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0" name="Google Shape;7450;p129"/>
            <p:cNvSpPr/>
            <p:nvPr/>
          </p:nvSpPr>
          <p:spPr>
            <a:xfrm>
              <a:off x="2234722" y="1550118"/>
              <a:ext cx="149" cy="68"/>
            </a:xfrm>
            <a:custGeom>
              <a:rect b="b" l="l" r="r" t="t"/>
              <a:pathLst>
                <a:path extrusionOk="0" h="5" w="11">
                  <a:moveTo>
                    <a:pt x="1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1" name="Google Shape;7451;p129"/>
            <p:cNvSpPr/>
            <p:nvPr/>
          </p:nvSpPr>
          <p:spPr>
            <a:xfrm>
              <a:off x="2234572" y="1550077"/>
              <a:ext cx="109" cy="14"/>
            </a:xfrm>
            <a:custGeom>
              <a:rect b="b" l="l" r="r" t="t"/>
              <a:pathLst>
                <a:path extrusionOk="0" h="1" w="8">
                  <a:moveTo>
                    <a:pt x="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2" name="Google Shape;7452;p129"/>
            <p:cNvSpPr/>
            <p:nvPr/>
          </p:nvSpPr>
          <p:spPr>
            <a:xfrm>
              <a:off x="2229630" y="1549982"/>
              <a:ext cx="733" cy="54"/>
            </a:xfrm>
            <a:custGeom>
              <a:rect b="b" l="l" r="r" t="t"/>
              <a:pathLst>
                <a:path extrusionOk="0" h="4" w="54">
                  <a:moveTo>
                    <a:pt x="53"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3" name="Google Shape;7453;p129"/>
            <p:cNvSpPr/>
            <p:nvPr/>
          </p:nvSpPr>
          <p:spPr>
            <a:xfrm>
              <a:off x="2245652" y="1554599"/>
              <a:ext cx="530" cy="54"/>
            </a:xfrm>
            <a:custGeom>
              <a:rect b="b" l="l" r="r" t="t"/>
              <a:pathLst>
                <a:path extrusionOk="0" h="4" w="39">
                  <a:moveTo>
                    <a:pt x="39"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4" name="Google Shape;7454;p129"/>
            <p:cNvSpPr/>
            <p:nvPr/>
          </p:nvSpPr>
          <p:spPr>
            <a:xfrm>
              <a:off x="2244986" y="1554544"/>
              <a:ext cx="489" cy="68"/>
            </a:xfrm>
            <a:custGeom>
              <a:rect b="b" l="l" r="r" t="t"/>
              <a:pathLst>
                <a:path extrusionOk="0" h="5" w="36">
                  <a:moveTo>
                    <a:pt x="35"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5" name="Google Shape;7455;p129"/>
            <p:cNvSpPr/>
            <p:nvPr/>
          </p:nvSpPr>
          <p:spPr>
            <a:xfrm>
              <a:off x="2235102" y="1550213"/>
              <a:ext cx="109" cy="68"/>
            </a:xfrm>
            <a:custGeom>
              <a:rect b="b" l="l" r="r" t="t"/>
              <a:pathLst>
                <a:path extrusionOk="0" h="5" w="8">
                  <a:moveTo>
                    <a:pt x="7"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6" name="Google Shape;7456;p129"/>
            <p:cNvSpPr/>
            <p:nvPr/>
          </p:nvSpPr>
          <p:spPr>
            <a:xfrm>
              <a:off x="2244416" y="1554544"/>
              <a:ext cx="434" cy="14"/>
            </a:xfrm>
            <a:custGeom>
              <a:rect b="b" l="l" r="r" t="t"/>
              <a:pathLst>
                <a:path extrusionOk="0" h="1" w="32">
                  <a:moveTo>
                    <a:pt x="32"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7" name="Google Shape;7457;p129"/>
            <p:cNvSpPr/>
            <p:nvPr/>
          </p:nvSpPr>
          <p:spPr>
            <a:xfrm>
              <a:off x="2233622" y="1549982"/>
              <a:ext cx="299" cy="14"/>
            </a:xfrm>
            <a:custGeom>
              <a:rect b="b" l="l" r="r" t="t"/>
              <a:pathLst>
                <a:path extrusionOk="0" h="1" w="22">
                  <a:moveTo>
                    <a:pt x="22"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8" name="Google Shape;7458;p129"/>
            <p:cNvSpPr/>
            <p:nvPr/>
          </p:nvSpPr>
          <p:spPr>
            <a:xfrm>
              <a:off x="2247267" y="1554789"/>
              <a:ext cx="584" cy="54"/>
            </a:xfrm>
            <a:custGeom>
              <a:rect b="b" l="l" r="r" t="t"/>
              <a:pathLst>
                <a:path extrusionOk="0" h="4" w="43">
                  <a:moveTo>
                    <a:pt x="42"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9" name="Google Shape;7459;p129"/>
            <p:cNvSpPr/>
            <p:nvPr/>
          </p:nvSpPr>
          <p:spPr>
            <a:xfrm>
              <a:off x="2246412" y="1554694"/>
              <a:ext cx="584" cy="54"/>
            </a:xfrm>
            <a:custGeom>
              <a:rect b="b" l="l" r="r" t="t"/>
              <a:pathLst>
                <a:path extrusionOk="0" h="4" w="43">
                  <a:moveTo>
                    <a:pt x="42"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0" name="Google Shape;7460;p129"/>
            <p:cNvSpPr/>
            <p:nvPr/>
          </p:nvSpPr>
          <p:spPr>
            <a:xfrm>
              <a:off x="2243941" y="1554504"/>
              <a:ext cx="339" cy="14"/>
            </a:xfrm>
            <a:custGeom>
              <a:rect b="b" l="l" r="r" t="t"/>
              <a:pathLst>
                <a:path extrusionOk="0" h="1" w="25">
                  <a:moveTo>
                    <a:pt x="25"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1" name="Google Shape;7461;p129"/>
            <p:cNvSpPr/>
            <p:nvPr/>
          </p:nvSpPr>
          <p:spPr>
            <a:xfrm>
              <a:off x="2242420" y="1554504"/>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2" name="Google Shape;7462;p129"/>
            <p:cNvSpPr/>
            <p:nvPr/>
          </p:nvSpPr>
          <p:spPr>
            <a:xfrm>
              <a:off x="2242230" y="1554504"/>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3" name="Google Shape;7463;p129"/>
            <p:cNvSpPr/>
            <p:nvPr/>
          </p:nvSpPr>
          <p:spPr>
            <a:xfrm>
              <a:off x="2228530" y="1550023"/>
              <a:ext cx="964" cy="109"/>
            </a:xfrm>
            <a:custGeom>
              <a:rect b="b" l="l" r="r" t="t"/>
              <a:pathLst>
                <a:path extrusionOk="0" h="8" w="71">
                  <a:moveTo>
                    <a:pt x="1" y="8"/>
                  </a:moveTo>
                  <a:lnTo>
                    <a:pt x="7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4" name="Google Shape;7464;p129"/>
            <p:cNvSpPr/>
            <p:nvPr/>
          </p:nvSpPr>
          <p:spPr>
            <a:xfrm>
              <a:off x="2243506" y="1554449"/>
              <a:ext cx="299" cy="14"/>
            </a:xfrm>
            <a:custGeom>
              <a:rect b="b" l="l" r="r" t="t"/>
              <a:pathLst>
                <a:path extrusionOk="0" h="1" w="22">
                  <a:moveTo>
                    <a:pt x="22"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5" name="Google Shape;7465;p129"/>
            <p:cNvSpPr/>
            <p:nvPr/>
          </p:nvSpPr>
          <p:spPr>
            <a:xfrm>
              <a:off x="2242841" y="155444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6" name="Google Shape;7466;p129"/>
            <p:cNvSpPr/>
            <p:nvPr/>
          </p:nvSpPr>
          <p:spPr>
            <a:xfrm>
              <a:off x="2242610" y="155444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7" name="Google Shape;7467;p129"/>
            <p:cNvSpPr/>
            <p:nvPr/>
          </p:nvSpPr>
          <p:spPr>
            <a:xfrm>
              <a:off x="2232441" y="154992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8" name="Google Shape;7468;p129"/>
            <p:cNvSpPr/>
            <p:nvPr/>
          </p:nvSpPr>
          <p:spPr>
            <a:xfrm>
              <a:off x="2242081" y="1554544"/>
              <a:ext cx="68" cy="14"/>
            </a:xfrm>
            <a:custGeom>
              <a:rect b="b" l="l" r="r" t="t"/>
              <a:pathLst>
                <a:path extrusionOk="0" h="1" w="5">
                  <a:moveTo>
                    <a:pt x="4"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9" name="Google Shape;7469;p129"/>
            <p:cNvSpPr/>
            <p:nvPr/>
          </p:nvSpPr>
          <p:spPr>
            <a:xfrm>
              <a:off x="2243126" y="155444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0" name="Google Shape;7470;p129"/>
            <p:cNvSpPr/>
            <p:nvPr/>
          </p:nvSpPr>
          <p:spPr>
            <a:xfrm>
              <a:off x="2230581" y="1549928"/>
              <a:ext cx="584" cy="14"/>
            </a:xfrm>
            <a:custGeom>
              <a:rect b="b" l="l" r="r" t="t"/>
              <a:pathLst>
                <a:path extrusionOk="0" h="1" w="43">
                  <a:moveTo>
                    <a:pt x="43"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1" name="Google Shape;7471;p129"/>
            <p:cNvSpPr/>
            <p:nvPr/>
          </p:nvSpPr>
          <p:spPr>
            <a:xfrm>
              <a:off x="2234912" y="1550118"/>
              <a:ext cx="109" cy="68"/>
            </a:xfrm>
            <a:custGeom>
              <a:rect b="b" l="l" r="r" t="t"/>
              <a:pathLst>
                <a:path extrusionOk="0" h="5" w="8">
                  <a:moveTo>
                    <a:pt x="7"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2" name="Google Shape;7472;p129"/>
            <p:cNvSpPr/>
            <p:nvPr/>
          </p:nvSpPr>
          <p:spPr>
            <a:xfrm>
              <a:off x="2233011" y="154992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3" name="Google Shape;7473;p129"/>
            <p:cNvSpPr/>
            <p:nvPr/>
          </p:nvSpPr>
          <p:spPr>
            <a:xfrm>
              <a:off x="2231436" y="1549928"/>
              <a:ext cx="448" cy="14"/>
            </a:xfrm>
            <a:custGeom>
              <a:rect b="b" l="l" r="r" t="t"/>
              <a:pathLst>
                <a:path extrusionOk="0" h="1" w="33">
                  <a:moveTo>
                    <a:pt x="32"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4" name="Google Shape;7474;p129"/>
            <p:cNvSpPr/>
            <p:nvPr/>
          </p:nvSpPr>
          <p:spPr>
            <a:xfrm>
              <a:off x="2235197" y="1550308"/>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5" name="Google Shape;7475;p129"/>
            <p:cNvSpPr/>
            <p:nvPr/>
          </p:nvSpPr>
          <p:spPr>
            <a:xfrm>
              <a:off x="2242040" y="1554544"/>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6" name="Google Shape;7476;p129"/>
            <p:cNvSpPr/>
            <p:nvPr/>
          </p:nvSpPr>
          <p:spPr>
            <a:xfrm>
              <a:off x="2233486" y="154992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7" name="Google Shape;7477;p129"/>
            <p:cNvSpPr/>
            <p:nvPr/>
          </p:nvSpPr>
          <p:spPr>
            <a:xfrm>
              <a:off x="2235007" y="1550173"/>
              <a:ext cx="109" cy="54"/>
            </a:xfrm>
            <a:custGeom>
              <a:rect b="b" l="l" r="r" t="t"/>
              <a:pathLst>
                <a:path extrusionOk="0" h="4" w="8">
                  <a:moveTo>
                    <a:pt x="7"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8" name="Google Shape;7478;p129"/>
            <p:cNvSpPr/>
            <p:nvPr/>
          </p:nvSpPr>
          <p:spPr>
            <a:xfrm>
              <a:off x="2295603" y="2007327"/>
              <a:ext cx="56822" cy="70087"/>
            </a:xfrm>
            <a:custGeom>
              <a:rect b="b" l="l" r="r" t="t"/>
              <a:pathLst>
                <a:path extrusionOk="0" h="5162" w="4185">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9" name="Google Shape;7479;p129"/>
            <p:cNvSpPr/>
            <p:nvPr/>
          </p:nvSpPr>
          <p:spPr>
            <a:xfrm>
              <a:off x="2349886" y="2013858"/>
              <a:ext cx="2254" cy="3286"/>
            </a:xfrm>
            <a:custGeom>
              <a:rect b="b" l="l" r="r" t="t"/>
              <a:pathLst>
                <a:path extrusionOk="0" h="242" w="166">
                  <a:moveTo>
                    <a:pt x="1" y="242"/>
                  </a:moveTo>
                  <a:lnTo>
                    <a:pt x="165" y="0"/>
                  </a:lnTo>
                  <a:lnTo>
                    <a:pt x="16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0" name="Google Shape;7480;p129"/>
            <p:cNvSpPr/>
            <p:nvPr/>
          </p:nvSpPr>
          <p:spPr>
            <a:xfrm>
              <a:off x="2308149" y="2009201"/>
              <a:ext cx="964" cy="394"/>
            </a:xfrm>
            <a:custGeom>
              <a:rect b="b" l="l" r="r" t="t"/>
              <a:pathLst>
                <a:path extrusionOk="0" h="29" w="71">
                  <a:moveTo>
                    <a:pt x="1" y="0"/>
                  </a:moveTo>
                  <a:lnTo>
                    <a:pt x="71" y="28"/>
                  </a:lnTo>
                  <a:lnTo>
                    <a:pt x="53" y="21"/>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1" name="Google Shape;7481;p129"/>
            <p:cNvSpPr/>
            <p:nvPr/>
          </p:nvSpPr>
          <p:spPr>
            <a:xfrm>
              <a:off x="2302310" y="2007341"/>
              <a:ext cx="3530" cy="448"/>
            </a:xfrm>
            <a:custGeom>
              <a:rect b="b" l="l" r="r" t="t"/>
              <a:pathLst>
                <a:path extrusionOk="0" h="33" w="26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2" name="Google Shape;7482;p129"/>
            <p:cNvSpPr/>
            <p:nvPr/>
          </p:nvSpPr>
          <p:spPr>
            <a:xfrm>
              <a:off x="2296513" y="2011767"/>
              <a:ext cx="54" cy="54"/>
            </a:xfrm>
            <a:custGeom>
              <a:rect b="b" l="l" r="r" t="t"/>
              <a:pathLst>
                <a:path extrusionOk="0" h="4" w="4">
                  <a:moveTo>
                    <a:pt x="4"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3" name="Google Shape;7483;p129"/>
            <p:cNvSpPr/>
            <p:nvPr/>
          </p:nvSpPr>
          <p:spPr>
            <a:xfrm>
              <a:off x="2296649" y="2011522"/>
              <a:ext cx="68" cy="109"/>
            </a:xfrm>
            <a:custGeom>
              <a:rect b="b" l="l" r="r" t="t"/>
              <a:pathLst>
                <a:path extrusionOk="0" h="8" w="5">
                  <a:moveTo>
                    <a:pt x="4"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4" name="Google Shape;7484;p129"/>
            <p:cNvSpPr/>
            <p:nvPr/>
          </p:nvSpPr>
          <p:spPr>
            <a:xfrm>
              <a:off x="2296798" y="2011237"/>
              <a:ext cx="109" cy="122"/>
            </a:xfrm>
            <a:custGeom>
              <a:rect b="b" l="l" r="r" t="t"/>
              <a:pathLst>
                <a:path extrusionOk="0" h="9" w="8">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5" name="Google Shape;7485;p129"/>
            <p:cNvSpPr/>
            <p:nvPr/>
          </p:nvSpPr>
          <p:spPr>
            <a:xfrm>
              <a:off x="2296934" y="2010857"/>
              <a:ext cx="68" cy="299"/>
            </a:xfrm>
            <a:custGeom>
              <a:rect b="b" l="l" r="r" t="t"/>
              <a:pathLst>
                <a:path extrusionOk="0" h="22" w="5">
                  <a:moveTo>
                    <a:pt x="4" y="1"/>
                  </a:moveTo>
                  <a:cubicBezTo>
                    <a:pt x="4" y="8"/>
                    <a:pt x="1" y="15"/>
                    <a:pt x="1" y="22"/>
                  </a:cubicBezTo>
                  <a:cubicBezTo>
                    <a:pt x="1" y="15"/>
                    <a:pt x="4" y="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6" name="Google Shape;7486;p129"/>
            <p:cNvSpPr/>
            <p:nvPr/>
          </p:nvSpPr>
          <p:spPr>
            <a:xfrm>
              <a:off x="2306248" y="2008196"/>
              <a:ext cx="68" cy="68"/>
            </a:xfrm>
            <a:custGeom>
              <a:rect b="b" l="l" r="r" t="t"/>
              <a:pathLst>
                <a:path extrusionOk="0" h="5" w="5">
                  <a:moveTo>
                    <a:pt x="4"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7" name="Google Shape;7487;p129"/>
            <p:cNvSpPr/>
            <p:nvPr/>
          </p:nvSpPr>
          <p:spPr>
            <a:xfrm>
              <a:off x="2336336" y="2018080"/>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8" name="Google Shape;7488;p129"/>
            <p:cNvSpPr/>
            <p:nvPr/>
          </p:nvSpPr>
          <p:spPr>
            <a:xfrm>
              <a:off x="2336675" y="2017890"/>
              <a:ext cx="54" cy="68"/>
            </a:xfrm>
            <a:custGeom>
              <a:rect b="b" l="l" r="r" t="t"/>
              <a:pathLst>
                <a:path extrusionOk="0" h="5" w="4">
                  <a:moveTo>
                    <a:pt x="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9" name="Google Shape;7489;p129"/>
            <p:cNvSpPr/>
            <p:nvPr/>
          </p:nvSpPr>
          <p:spPr>
            <a:xfrm>
              <a:off x="2348270" y="2014333"/>
              <a:ext cx="1398" cy="244"/>
            </a:xfrm>
            <a:custGeom>
              <a:rect b="b" l="l" r="r" t="t"/>
              <a:pathLst>
                <a:path extrusionOk="0" h="18" w="103">
                  <a:moveTo>
                    <a:pt x="102" y="18"/>
                  </a:moveTo>
                  <a:cubicBezTo>
                    <a:pt x="67" y="18"/>
                    <a:pt x="32" y="11"/>
                    <a:pt x="1" y="0"/>
                  </a:cubicBezTo>
                  <a:cubicBezTo>
                    <a:pt x="32" y="11"/>
                    <a:pt x="67" y="18"/>
                    <a:pt x="102"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0" name="Google Shape;7490;p129"/>
            <p:cNvSpPr/>
            <p:nvPr/>
          </p:nvSpPr>
          <p:spPr>
            <a:xfrm>
              <a:off x="2335765" y="201823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1" name="Google Shape;7491;p129"/>
            <p:cNvSpPr/>
            <p:nvPr/>
          </p:nvSpPr>
          <p:spPr>
            <a:xfrm>
              <a:off x="2335480" y="2018230"/>
              <a:ext cx="163" cy="14"/>
            </a:xfrm>
            <a:custGeom>
              <a:rect b="b" l="l" r="r" t="t"/>
              <a:pathLst>
                <a:path extrusionOk="0" h="1" w="12">
                  <a:moveTo>
                    <a:pt x="1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2" name="Google Shape;7492;p129"/>
            <p:cNvSpPr/>
            <p:nvPr/>
          </p:nvSpPr>
          <p:spPr>
            <a:xfrm>
              <a:off x="2335249" y="2018135"/>
              <a:ext cx="149" cy="54"/>
            </a:xfrm>
            <a:custGeom>
              <a:rect b="b" l="l" r="r" t="t"/>
              <a:pathLst>
                <a:path extrusionOk="0" h="4" w="11">
                  <a:moveTo>
                    <a:pt x="1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3" name="Google Shape;7493;p129"/>
            <p:cNvSpPr/>
            <p:nvPr/>
          </p:nvSpPr>
          <p:spPr>
            <a:xfrm>
              <a:off x="2336051" y="2018175"/>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4" name="Google Shape;7494;p129"/>
            <p:cNvSpPr/>
            <p:nvPr/>
          </p:nvSpPr>
          <p:spPr>
            <a:xfrm>
              <a:off x="2335059" y="2017985"/>
              <a:ext cx="204" cy="109"/>
            </a:xfrm>
            <a:custGeom>
              <a:rect b="b" l="l" r="r" t="t"/>
              <a:pathLst>
                <a:path extrusionOk="0" h="8" w="15">
                  <a:moveTo>
                    <a:pt x="1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5" name="Google Shape;7495;p129"/>
            <p:cNvSpPr/>
            <p:nvPr/>
          </p:nvSpPr>
          <p:spPr>
            <a:xfrm>
              <a:off x="2337816" y="2016804"/>
              <a:ext cx="54" cy="109"/>
            </a:xfrm>
            <a:custGeom>
              <a:rect b="b" l="l" r="r" t="t"/>
              <a:pathLst>
                <a:path extrusionOk="0" h="8" w="4">
                  <a:moveTo>
                    <a:pt x="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6" name="Google Shape;7496;p129"/>
            <p:cNvSpPr/>
            <p:nvPr/>
          </p:nvSpPr>
          <p:spPr>
            <a:xfrm>
              <a:off x="2337245" y="2017415"/>
              <a:ext cx="109" cy="68"/>
            </a:xfrm>
            <a:custGeom>
              <a:rect b="b" l="l" r="r" t="t"/>
              <a:pathLst>
                <a:path extrusionOk="0" h="5" w="8">
                  <a:moveTo>
                    <a:pt x="7"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7" name="Google Shape;7497;p129"/>
            <p:cNvSpPr/>
            <p:nvPr/>
          </p:nvSpPr>
          <p:spPr>
            <a:xfrm>
              <a:off x="2337571" y="2017184"/>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8" name="Google Shape;7498;p129"/>
            <p:cNvSpPr/>
            <p:nvPr/>
          </p:nvSpPr>
          <p:spPr>
            <a:xfrm>
              <a:off x="2336960" y="2017700"/>
              <a:ext cx="54" cy="68"/>
            </a:xfrm>
            <a:custGeom>
              <a:rect b="b" l="l" r="r" t="t"/>
              <a:pathLst>
                <a:path extrusionOk="0" h="5" w="4">
                  <a:moveTo>
                    <a:pt x="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9" name="Google Shape;7499;p129"/>
            <p:cNvSpPr/>
            <p:nvPr/>
          </p:nvSpPr>
          <p:spPr>
            <a:xfrm>
              <a:off x="2307388" y="2008861"/>
              <a:ext cx="584" cy="258"/>
            </a:xfrm>
            <a:custGeom>
              <a:rect b="b" l="l" r="r" t="t"/>
              <a:pathLst>
                <a:path extrusionOk="0" h="19" w="43">
                  <a:moveTo>
                    <a:pt x="1" y="1"/>
                  </a:moveTo>
                  <a:lnTo>
                    <a:pt x="1" y="4"/>
                  </a:lnTo>
                  <a:lnTo>
                    <a:pt x="43" y="18"/>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0" name="Google Shape;7500;p129"/>
            <p:cNvSpPr/>
            <p:nvPr/>
          </p:nvSpPr>
          <p:spPr>
            <a:xfrm>
              <a:off x="2324170" y="2015704"/>
              <a:ext cx="1303" cy="584"/>
            </a:xfrm>
            <a:custGeom>
              <a:rect b="b" l="l" r="r" t="t"/>
              <a:pathLst>
                <a:path extrusionOk="0" h="43" w="96">
                  <a:moveTo>
                    <a:pt x="1" y="1"/>
                  </a:moveTo>
                  <a:lnTo>
                    <a:pt x="1" y="1"/>
                  </a:lnTo>
                  <a:cubicBezTo>
                    <a:pt x="32" y="22"/>
                    <a:pt x="64" y="32"/>
                    <a:pt x="95" y="43"/>
                  </a:cubicBezTo>
                  <a:cubicBezTo>
                    <a:pt x="64" y="32"/>
                    <a:pt x="36" y="1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1" name="Google Shape;7501;p129"/>
            <p:cNvSpPr/>
            <p:nvPr/>
          </p:nvSpPr>
          <p:spPr>
            <a:xfrm>
              <a:off x="2310050" y="2009961"/>
              <a:ext cx="299" cy="149"/>
            </a:xfrm>
            <a:custGeom>
              <a:rect b="b" l="l" r="r" t="t"/>
              <a:pathLst>
                <a:path extrusionOk="0" h="11" w="22">
                  <a:moveTo>
                    <a:pt x="22"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2" name="Google Shape;7502;p129"/>
            <p:cNvSpPr/>
            <p:nvPr/>
          </p:nvSpPr>
          <p:spPr>
            <a:xfrm>
              <a:off x="2351651" y="2013953"/>
              <a:ext cx="149" cy="54"/>
            </a:xfrm>
            <a:custGeom>
              <a:rect b="b" l="l" r="r" t="t"/>
              <a:pathLst>
                <a:path extrusionOk="0" h="4" w="11">
                  <a:moveTo>
                    <a:pt x="11"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3" name="Google Shape;7503;p129"/>
            <p:cNvSpPr/>
            <p:nvPr/>
          </p:nvSpPr>
          <p:spPr>
            <a:xfrm>
              <a:off x="2314001" y="2010626"/>
              <a:ext cx="10183" cy="5092"/>
            </a:xfrm>
            <a:custGeom>
              <a:rect b="b" l="l" r="r" t="t"/>
              <a:pathLst>
                <a:path extrusionOk="0" h="375" w="75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4" name="Google Shape;7504;p129"/>
            <p:cNvSpPr/>
            <p:nvPr/>
          </p:nvSpPr>
          <p:spPr>
            <a:xfrm>
              <a:off x="2352072" y="2013858"/>
              <a:ext cx="68" cy="14"/>
            </a:xfrm>
            <a:custGeom>
              <a:rect b="b" l="l" r="r" t="t"/>
              <a:pathLst>
                <a:path extrusionOk="0" h="1" w="5">
                  <a:moveTo>
                    <a:pt x="4" y="0"/>
                  </a:moveTo>
                  <a:lnTo>
                    <a:pt x="4" y="0"/>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5" name="Google Shape;7505;p129"/>
            <p:cNvSpPr/>
            <p:nvPr/>
          </p:nvSpPr>
          <p:spPr>
            <a:xfrm>
              <a:off x="2351027" y="2014143"/>
              <a:ext cx="109" cy="14"/>
            </a:xfrm>
            <a:custGeom>
              <a:rect b="b" l="l" r="r" t="t"/>
              <a:pathLst>
                <a:path extrusionOk="0" h="1" w="8">
                  <a:moveTo>
                    <a:pt x="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6" name="Google Shape;7506;p129"/>
            <p:cNvSpPr/>
            <p:nvPr/>
          </p:nvSpPr>
          <p:spPr>
            <a:xfrm>
              <a:off x="2351312" y="2014048"/>
              <a:ext cx="109" cy="54"/>
            </a:xfrm>
            <a:custGeom>
              <a:rect b="b" l="l" r="r" t="t"/>
              <a:pathLst>
                <a:path extrusionOk="0" h="4" w="8">
                  <a:moveTo>
                    <a:pt x="8"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7" name="Google Shape;7507;p129"/>
            <p:cNvSpPr/>
            <p:nvPr/>
          </p:nvSpPr>
          <p:spPr>
            <a:xfrm>
              <a:off x="2263574" y="2013192"/>
              <a:ext cx="38180" cy="39646"/>
            </a:xfrm>
            <a:custGeom>
              <a:rect b="b" l="l" r="r" t="t"/>
              <a:pathLst>
                <a:path extrusionOk="0" h="2920" w="2812">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8" name="Google Shape;7508;p129"/>
            <p:cNvSpPr/>
            <p:nvPr/>
          </p:nvSpPr>
          <p:spPr>
            <a:xfrm>
              <a:off x="2263710" y="2052689"/>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9" name="Google Shape;7509;p129"/>
            <p:cNvSpPr/>
            <p:nvPr/>
          </p:nvSpPr>
          <p:spPr>
            <a:xfrm>
              <a:off x="2264144" y="2052540"/>
              <a:ext cx="109" cy="68"/>
            </a:xfrm>
            <a:custGeom>
              <a:rect b="b" l="l" r="r" t="t"/>
              <a:pathLst>
                <a:path extrusionOk="0" h="5"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0" name="Google Shape;7510;p129"/>
            <p:cNvSpPr/>
            <p:nvPr/>
          </p:nvSpPr>
          <p:spPr>
            <a:xfrm>
              <a:off x="2265135" y="2052024"/>
              <a:ext cx="299" cy="149"/>
            </a:xfrm>
            <a:custGeom>
              <a:rect b="b" l="l" r="r" t="t"/>
              <a:pathLst>
                <a:path extrusionOk="0" h="11" w="22">
                  <a:moveTo>
                    <a:pt x="1" y="11"/>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1" name="Google Shape;7511;p129"/>
            <p:cNvSpPr/>
            <p:nvPr/>
          </p:nvSpPr>
          <p:spPr>
            <a:xfrm>
              <a:off x="2264524" y="2052404"/>
              <a:ext cx="109" cy="54"/>
            </a:xfrm>
            <a:custGeom>
              <a:rect b="b" l="l" r="r" t="t"/>
              <a:pathLst>
                <a:path extrusionOk="0" h="4" w="8">
                  <a:moveTo>
                    <a:pt x="0" y="4"/>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2" name="Google Shape;7512;p129"/>
            <p:cNvSpPr/>
            <p:nvPr/>
          </p:nvSpPr>
          <p:spPr>
            <a:xfrm>
              <a:off x="2265475" y="2051834"/>
              <a:ext cx="394" cy="149"/>
            </a:xfrm>
            <a:custGeom>
              <a:rect b="b" l="l" r="r" t="t"/>
              <a:pathLst>
                <a:path extrusionOk="0" h="11" w="29">
                  <a:moveTo>
                    <a:pt x="0" y="11"/>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3" name="Google Shape;7513;p129"/>
            <p:cNvSpPr/>
            <p:nvPr/>
          </p:nvSpPr>
          <p:spPr>
            <a:xfrm>
              <a:off x="2266941" y="2051304"/>
              <a:ext cx="448" cy="163"/>
            </a:xfrm>
            <a:custGeom>
              <a:rect b="b" l="l" r="r" t="t"/>
              <a:pathLst>
                <a:path extrusionOk="0" h="12" w="33">
                  <a:moveTo>
                    <a:pt x="1" y="11"/>
                  </a:moveTo>
                  <a:lnTo>
                    <a:pt x="3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4" name="Google Shape;7514;p129"/>
            <p:cNvSpPr/>
            <p:nvPr/>
          </p:nvSpPr>
          <p:spPr>
            <a:xfrm>
              <a:off x="2270037" y="2050503"/>
              <a:ext cx="149" cy="54"/>
            </a:xfrm>
            <a:custGeom>
              <a:rect b="b" l="l" r="r" t="t"/>
              <a:pathLst>
                <a:path extrusionOk="0" h="4" w="11">
                  <a:moveTo>
                    <a:pt x="11"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5" name="Google Shape;7515;p129"/>
            <p:cNvSpPr/>
            <p:nvPr/>
          </p:nvSpPr>
          <p:spPr>
            <a:xfrm>
              <a:off x="2263329" y="2052730"/>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6" name="Google Shape;7516;p129"/>
            <p:cNvSpPr/>
            <p:nvPr/>
          </p:nvSpPr>
          <p:spPr>
            <a:xfrm>
              <a:off x="2265896" y="2051644"/>
              <a:ext cx="489" cy="204"/>
            </a:xfrm>
            <a:custGeom>
              <a:rect b="b" l="l" r="r" t="t"/>
              <a:pathLst>
                <a:path extrusionOk="0" h="15" w="36">
                  <a:moveTo>
                    <a:pt x="1" y="14"/>
                  </a:moveTo>
                  <a:lnTo>
                    <a:pt x="3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7" name="Google Shape;7517;p129"/>
            <p:cNvSpPr/>
            <p:nvPr/>
          </p:nvSpPr>
          <p:spPr>
            <a:xfrm>
              <a:off x="2266371" y="2051495"/>
              <a:ext cx="543" cy="163"/>
            </a:xfrm>
            <a:custGeom>
              <a:rect b="b" l="l" r="r" t="t"/>
              <a:pathLst>
                <a:path extrusionOk="0" h="12" w="40">
                  <a:moveTo>
                    <a:pt x="1" y="11"/>
                  </a:moveTo>
                  <a:lnTo>
                    <a:pt x="3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8" name="Google Shape;7518;p129"/>
            <p:cNvSpPr/>
            <p:nvPr/>
          </p:nvSpPr>
          <p:spPr>
            <a:xfrm>
              <a:off x="2267756" y="2051169"/>
              <a:ext cx="149" cy="54"/>
            </a:xfrm>
            <a:custGeom>
              <a:rect b="b" l="l" r="r" t="t"/>
              <a:pathLst>
                <a:path extrusionOk="0" h="4" w="11">
                  <a:moveTo>
                    <a:pt x="0"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9" name="Google Shape;7519;p129"/>
            <p:cNvSpPr/>
            <p:nvPr/>
          </p:nvSpPr>
          <p:spPr>
            <a:xfrm>
              <a:off x="2280872" y="2017035"/>
              <a:ext cx="54" cy="68"/>
            </a:xfrm>
            <a:custGeom>
              <a:rect b="b" l="l" r="r" t="t"/>
              <a:pathLst>
                <a:path extrusionOk="0" h="5" w="4">
                  <a:moveTo>
                    <a:pt x="0" y="1"/>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0" name="Google Shape;7520;p129"/>
            <p:cNvSpPr/>
            <p:nvPr/>
          </p:nvSpPr>
          <p:spPr>
            <a:xfrm>
              <a:off x="2281958" y="2017510"/>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1" name="Google Shape;7521;p129"/>
            <p:cNvSpPr/>
            <p:nvPr/>
          </p:nvSpPr>
          <p:spPr>
            <a:xfrm>
              <a:off x="2283098" y="2017184"/>
              <a:ext cx="68" cy="54"/>
            </a:xfrm>
            <a:custGeom>
              <a:rect b="b" l="l" r="r" t="t"/>
              <a:pathLst>
                <a:path extrusionOk="0" h="4" w="5">
                  <a:moveTo>
                    <a:pt x="4"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2" name="Google Shape;7522;p129"/>
            <p:cNvSpPr/>
            <p:nvPr/>
          </p:nvSpPr>
          <p:spPr>
            <a:xfrm>
              <a:off x="2282338" y="2017510"/>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3" name="Google Shape;7523;p129"/>
            <p:cNvSpPr/>
            <p:nvPr/>
          </p:nvSpPr>
          <p:spPr>
            <a:xfrm>
              <a:off x="2282528" y="2017510"/>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4" name="Google Shape;7524;p129"/>
            <p:cNvSpPr/>
            <p:nvPr/>
          </p:nvSpPr>
          <p:spPr>
            <a:xfrm>
              <a:off x="2274219" y="2015664"/>
              <a:ext cx="3910" cy="1059"/>
            </a:xfrm>
            <a:custGeom>
              <a:rect b="b" l="l" r="r" t="t"/>
              <a:pathLst>
                <a:path extrusionOk="0" h="78" w="288">
                  <a:moveTo>
                    <a:pt x="287" y="0"/>
                  </a:moveTo>
                  <a:cubicBezTo>
                    <a:pt x="189" y="18"/>
                    <a:pt x="95" y="42"/>
                    <a:pt x="0" y="77"/>
                  </a:cubicBezTo>
                  <a:lnTo>
                    <a:pt x="0" y="77"/>
                  </a:lnTo>
                  <a:cubicBezTo>
                    <a:pt x="95" y="42"/>
                    <a:pt x="189" y="18"/>
                    <a:pt x="28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5" name="Google Shape;7525;p129"/>
            <p:cNvSpPr/>
            <p:nvPr/>
          </p:nvSpPr>
          <p:spPr>
            <a:xfrm>
              <a:off x="2282867" y="2017374"/>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6" name="Google Shape;7526;p129"/>
            <p:cNvSpPr/>
            <p:nvPr/>
          </p:nvSpPr>
          <p:spPr>
            <a:xfrm>
              <a:off x="2281673" y="2017415"/>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7" name="Google Shape;7527;p129"/>
            <p:cNvSpPr/>
            <p:nvPr/>
          </p:nvSpPr>
          <p:spPr>
            <a:xfrm>
              <a:off x="2280586" y="2016899"/>
              <a:ext cx="54" cy="54"/>
            </a:xfrm>
            <a:custGeom>
              <a:rect b="b" l="l" r="r" t="t"/>
              <a:pathLst>
                <a:path extrusionOk="0" h="4" w="4">
                  <a:moveTo>
                    <a:pt x="0" y="0"/>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8" name="Google Shape;7528;p129"/>
            <p:cNvSpPr/>
            <p:nvPr/>
          </p:nvSpPr>
          <p:spPr>
            <a:xfrm>
              <a:off x="2280342" y="2016750"/>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9" name="Google Shape;7529;p129"/>
            <p:cNvSpPr/>
            <p:nvPr/>
          </p:nvSpPr>
          <p:spPr>
            <a:xfrm>
              <a:off x="2281442" y="2017320"/>
              <a:ext cx="54" cy="68"/>
            </a:xfrm>
            <a:custGeom>
              <a:rect b="b" l="l" r="r" t="t"/>
              <a:pathLst>
                <a:path extrusionOk="0" h="5" w="4">
                  <a:moveTo>
                    <a:pt x="0" y="1"/>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0" name="Google Shape;7530;p129"/>
            <p:cNvSpPr/>
            <p:nvPr/>
          </p:nvSpPr>
          <p:spPr>
            <a:xfrm>
              <a:off x="2281157" y="2017225"/>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1" name="Google Shape;7531;p129"/>
            <p:cNvSpPr/>
            <p:nvPr/>
          </p:nvSpPr>
          <p:spPr>
            <a:xfrm>
              <a:off x="2295793" y="2037863"/>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2" name="Google Shape;7532;p129"/>
            <p:cNvSpPr/>
            <p:nvPr/>
          </p:nvSpPr>
          <p:spPr>
            <a:xfrm>
              <a:off x="2295562" y="2038284"/>
              <a:ext cx="54" cy="163"/>
            </a:xfrm>
            <a:custGeom>
              <a:rect b="b" l="l" r="r" t="t"/>
              <a:pathLst>
                <a:path extrusionOk="0" h="12" w="4">
                  <a:moveTo>
                    <a:pt x="4"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3" name="Google Shape;7533;p129"/>
            <p:cNvSpPr/>
            <p:nvPr/>
          </p:nvSpPr>
          <p:spPr>
            <a:xfrm>
              <a:off x="2295413" y="2038569"/>
              <a:ext cx="68" cy="163"/>
            </a:xfrm>
            <a:custGeom>
              <a:rect b="b" l="l" r="r" t="t"/>
              <a:pathLst>
                <a:path extrusionOk="0" h="12" w="5">
                  <a:moveTo>
                    <a:pt x="4"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4" name="Google Shape;7534;p129"/>
            <p:cNvSpPr/>
            <p:nvPr/>
          </p:nvSpPr>
          <p:spPr>
            <a:xfrm>
              <a:off x="2295698" y="2038053"/>
              <a:ext cx="68" cy="149"/>
            </a:xfrm>
            <a:custGeom>
              <a:rect b="b" l="l" r="r" t="t"/>
              <a:pathLst>
                <a:path extrusionOk="0" h="11" w="5">
                  <a:moveTo>
                    <a:pt x="4"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5" name="Google Shape;7535;p129"/>
            <p:cNvSpPr/>
            <p:nvPr/>
          </p:nvSpPr>
          <p:spPr>
            <a:xfrm>
              <a:off x="2294897" y="2039669"/>
              <a:ext cx="54" cy="204"/>
            </a:xfrm>
            <a:custGeom>
              <a:rect b="b" l="l" r="r" t="t"/>
              <a:pathLst>
                <a:path extrusionOk="0" h="15" w="4">
                  <a:moveTo>
                    <a:pt x="4"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6" name="Google Shape;7536;p129"/>
            <p:cNvSpPr/>
            <p:nvPr/>
          </p:nvSpPr>
          <p:spPr>
            <a:xfrm>
              <a:off x="2295277" y="2038908"/>
              <a:ext cx="54" cy="149"/>
            </a:xfrm>
            <a:custGeom>
              <a:rect b="b" l="l" r="r" t="t"/>
              <a:pathLst>
                <a:path extrusionOk="0" h="11" w="4">
                  <a:moveTo>
                    <a:pt x="4"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7" name="Google Shape;7537;p129"/>
            <p:cNvSpPr/>
            <p:nvPr/>
          </p:nvSpPr>
          <p:spPr>
            <a:xfrm>
              <a:off x="2295087" y="2039234"/>
              <a:ext cx="54" cy="204"/>
            </a:xfrm>
            <a:custGeom>
              <a:rect b="b" l="l" r="r" t="t"/>
              <a:pathLst>
                <a:path extrusionOk="0" h="15" w="4">
                  <a:moveTo>
                    <a:pt x="4"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8" name="Google Shape;7538;p129"/>
            <p:cNvSpPr/>
            <p:nvPr/>
          </p:nvSpPr>
          <p:spPr>
            <a:xfrm>
              <a:off x="2296228" y="2037293"/>
              <a:ext cx="54" cy="54"/>
            </a:xfrm>
            <a:custGeom>
              <a:rect b="b" l="l" r="r" t="t"/>
              <a:pathLst>
                <a:path extrusionOk="0" h="4" w="4">
                  <a:moveTo>
                    <a:pt x="4"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9" name="Google Shape;7539;p129"/>
            <p:cNvSpPr/>
            <p:nvPr/>
          </p:nvSpPr>
          <p:spPr>
            <a:xfrm>
              <a:off x="2296323" y="2037197"/>
              <a:ext cx="14" cy="54"/>
            </a:xfrm>
            <a:custGeom>
              <a:rect b="b" l="l" r="r" t="t"/>
              <a:pathLst>
                <a:path extrusionOk="0" h="4" w="1">
                  <a:moveTo>
                    <a:pt x="0"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0" name="Google Shape;7540;p129"/>
            <p:cNvSpPr/>
            <p:nvPr/>
          </p:nvSpPr>
          <p:spPr>
            <a:xfrm>
              <a:off x="2294707" y="2040280"/>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1" name="Google Shape;7541;p129"/>
            <p:cNvSpPr/>
            <p:nvPr/>
          </p:nvSpPr>
          <p:spPr>
            <a:xfrm>
              <a:off x="2295128" y="2013043"/>
              <a:ext cx="2634" cy="2349"/>
            </a:xfrm>
            <a:custGeom>
              <a:rect b="b" l="l" r="r" t="t"/>
              <a:pathLst>
                <a:path extrusionOk="0" h="173" w="194">
                  <a:moveTo>
                    <a:pt x="1" y="1"/>
                  </a:moveTo>
                  <a:lnTo>
                    <a:pt x="1" y="1"/>
                  </a:lnTo>
                  <a:lnTo>
                    <a:pt x="193" y="17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2" name="Google Shape;7542;p129"/>
            <p:cNvSpPr/>
            <p:nvPr/>
          </p:nvSpPr>
          <p:spPr>
            <a:xfrm>
              <a:off x="2296133" y="2037388"/>
              <a:ext cx="54" cy="109"/>
            </a:xfrm>
            <a:custGeom>
              <a:rect b="b" l="l" r="r" t="t"/>
              <a:pathLst>
                <a:path extrusionOk="0" h="8" w="4">
                  <a:moveTo>
                    <a:pt x="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3" name="Google Shape;7543;p129"/>
            <p:cNvSpPr/>
            <p:nvPr/>
          </p:nvSpPr>
          <p:spPr>
            <a:xfrm>
              <a:off x="2295943" y="2037673"/>
              <a:ext cx="54" cy="109"/>
            </a:xfrm>
            <a:custGeom>
              <a:rect b="b" l="l" r="r" t="t"/>
              <a:pathLst>
                <a:path extrusionOk="0" h="8" w="4">
                  <a:moveTo>
                    <a:pt x="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4" name="Google Shape;7544;p129"/>
            <p:cNvSpPr/>
            <p:nvPr/>
          </p:nvSpPr>
          <p:spPr>
            <a:xfrm>
              <a:off x="2296038" y="2037523"/>
              <a:ext cx="54" cy="109"/>
            </a:xfrm>
            <a:custGeom>
              <a:rect b="b" l="l" r="r" t="t"/>
              <a:pathLst>
                <a:path extrusionOk="0" h="8" w="4">
                  <a:moveTo>
                    <a:pt x="4"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5" name="Google Shape;7545;p129"/>
            <p:cNvSpPr/>
            <p:nvPr/>
          </p:nvSpPr>
          <p:spPr>
            <a:xfrm>
              <a:off x="2294422" y="2040809"/>
              <a:ext cx="109" cy="149"/>
            </a:xfrm>
            <a:custGeom>
              <a:rect b="b" l="l" r="r" t="t"/>
              <a:pathLst>
                <a:path extrusionOk="0" h="11" w="8">
                  <a:moveTo>
                    <a:pt x="7"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6" name="Google Shape;7546;p129"/>
            <p:cNvSpPr/>
            <p:nvPr/>
          </p:nvSpPr>
          <p:spPr>
            <a:xfrm>
              <a:off x="2462729" y="1678276"/>
              <a:ext cx="126732" cy="73834"/>
            </a:xfrm>
            <a:custGeom>
              <a:rect b="b" l="l" r="r" t="t"/>
              <a:pathLst>
                <a:path extrusionOk="0" h="5438" w="9334">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7" name="Google Shape;7547;p129"/>
            <p:cNvSpPr/>
            <p:nvPr/>
          </p:nvSpPr>
          <p:spPr>
            <a:xfrm>
              <a:off x="2580038" y="1723951"/>
              <a:ext cx="2105" cy="258"/>
            </a:xfrm>
            <a:custGeom>
              <a:rect b="b" l="l" r="r" t="t"/>
              <a:pathLst>
                <a:path extrusionOk="0" h="19" w="155">
                  <a:moveTo>
                    <a:pt x="1" y="1"/>
                  </a:moveTo>
                  <a:cubicBezTo>
                    <a:pt x="50" y="1"/>
                    <a:pt x="102" y="4"/>
                    <a:pt x="155" y="18"/>
                  </a:cubicBezTo>
                  <a:cubicBezTo>
                    <a:pt x="102" y="4"/>
                    <a:pt x="50"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8" name="Google Shape;7548;p129"/>
            <p:cNvSpPr/>
            <p:nvPr/>
          </p:nvSpPr>
          <p:spPr>
            <a:xfrm>
              <a:off x="2573059" y="1725241"/>
              <a:ext cx="3096" cy="394"/>
            </a:xfrm>
            <a:custGeom>
              <a:rect b="b" l="l" r="r" t="t"/>
              <a:pathLst>
                <a:path extrusionOk="0" h="29" w="228">
                  <a:moveTo>
                    <a:pt x="228" y="0"/>
                  </a:moveTo>
                  <a:cubicBezTo>
                    <a:pt x="158" y="14"/>
                    <a:pt x="77" y="21"/>
                    <a:pt x="0" y="28"/>
                  </a:cubicBezTo>
                  <a:cubicBezTo>
                    <a:pt x="84" y="21"/>
                    <a:pt x="165" y="14"/>
                    <a:pt x="22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9" name="Google Shape;7549;p129"/>
            <p:cNvSpPr/>
            <p:nvPr/>
          </p:nvSpPr>
          <p:spPr>
            <a:xfrm>
              <a:off x="2579807" y="1723951"/>
              <a:ext cx="109" cy="14"/>
            </a:xfrm>
            <a:custGeom>
              <a:rect b="b" l="l" r="r" t="t"/>
              <a:pathLst>
                <a:path extrusionOk="0" h="1" w="8">
                  <a:moveTo>
                    <a:pt x="7"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0" name="Google Shape;7550;p129"/>
            <p:cNvSpPr/>
            <p:nvPr/>
          </p:nvSpPr>
          <p:spPr>
            <a:xfrm>
              <a:off x="2580894" y="1715913"/>
              <a:ext cx="8242" cy="4915"/>
            </a:xfrm>
            <a:custGeom>
              <a:rect b="b" l="l" r="r" t="t"/>
              <a:pathLst>
                <a:path extrusionOk="0" h="362" w="607">
                  <a:moveTo>
                    <a:pt x="1" y="1"/>
                  </a:moveTo>
                  <a:cubicBezTo>
                    <a:pt x="120" y="33"/>
                    <a:pt x="382" y="176"/>
                    <a:pt x="606" y="361"/>
                  </a:cubicBezTo>
                  <a:cubicBezTo>
                    <a:pt x="382" y="173"/>
                    <a:pt x="120" y="33"/>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1" name="Google Shape;7551;p129"/>
            <p:cNvSpPr/>
            <p:nvPr/>
          </p:nvSpPr>
          <p:spPr>
            <a:xfrm>
              <a:off x="2579034" y="1724236"/>
              <a:ext cx="122" cy="122"/>
            </a:xfrm>
            <a:custGeom>
              <a:rect b="b" l="l" r="r" t="t"/>
              <a:pathLst>
                <a:path extrusionOk="0" h="9" w="9">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2" name="Google Shape;7552;p129"/>
            <p:cNvSpPr/>
            <p:nvPr/>
          </p:nvSpPr>
          <p:spPr>
            <a:xfrm>
              <a:off x="2570534" y="1714107"/>
              <a:ext cx="2390" cy="2200"/>
            </a:xfrm>
            <a:custGeom>
              <a:rect b="b" l="l" r="r" t="t"/>
              <a:pathLst>
                <a:path extrusionOk="0" h="162" w="176">
                  <a:moveTo>
                    <a:pt x="1" y="1"/>
                  </a:moveTo>
                  <a:cubicBezTo>
                    <a:pt x="60" y="32"/>
                    <a:pt x="116" y="78"/>
                    <a:pt x="155" y="137"/>
                  </a:cubicBezTo>
                  <a:lnTo>
                    <a:pt x="176" y="162"/>
                  </a:lnTo>
                  <a:lnTo>
                    <a:pt x="151" y="130"/>
                  </a:lnTo>
                  <a:cubicBezTo>
                    <a:pt x="116" y="81"/>
                    <a:pt x="74" y="43"/>
                    <a:pt x="25" y="8"/>
                  </a:cubicBez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3" name="Google Shape;7553;p129"/>
            <p:cNvSpPr/>
            <p:nvPr/>
          </p:nvSpPr>
          <p:spPr>
            <a:xfrm>
              <a:off x="2576291" y="172524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4" name="Google Shape;7554;p129"/>
            <p:cNvSpPr/>
            <p:nvPr/>
          </p:nvSpPr>
          <p:spPr>
            <a:xfrm>
              <a:off x="2579427" y="1724046"/>
              <a:ext cx="54" cy="68"/>
            </a:xfrm>
            <a:custGeom>
              <a:rect b="b" l="l" r="r" t="t"/>
              <a:pathLst>
                <a:path extrusionOk="0" h="5" w="4">
                  <a:moveTo>
                    <a:pt x="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5" name="Google Shape;7555;p129"/>
            <p:cNvSpPr/>
            <p:nvPr/>
          </p:nvSpPr>
          <p:spPr>
            <a:xfrm>
              <a:off x="2086700" y="1392158"/>
              <a:ext cx="189338" cy="157838"/>
            </a:xfrm>
            <a:custGeom>
              <a:rect b="b" l="l" r="r" t="t"/>
              <a:pathLst>
                <a:path extrusionOk="0" h="11625" w="13945">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6" name="Google Shape;7556;p129"/>
            <p:cNvSpPr/>
            <p:nvPr/>
          </p:nvSpPr>
          <p:spPr>
            <a:xfrm>
              <a:off x="2127052" y="1276572"/>
              <a:ext cx="5961" cy="5526"/>
            </a:xfrm>
            <a:custGeom>
              <a:rect b="b" l="l" r="r" t="t"/>
              <a:pathLst>
                <a:path extrusionOk="0" h="407" w="439">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7" name="Google Shape;7557;p129"/>
            <p:cNvSpPr/>
            <p:nvPr/>
          </p:nvSpPr>
          <p:spPr>
            <a:xfrm>
              <a:off x="2199678" y="1404961"/>
              <a:ext cx="1724" cy="1290"/>
            </a:xfrm>
            <a:custGeom>
              <a:rect b="b" l="l" r="r" t="t"/>
              <a:pathLst>
                <a:path extrusionOk="0" h="95" w="127">
                  <a:moveTo>
                    <a:pt x="85" y="0"/>
                  </a:moveTo>
                  <a:cubicBezTo>
                    <a:pt x="53" y="0"/>
                    <a:pt x="25" y="11"/>
                    <a:pt x="1" y="28"/>
                  </a:cubicBezTo>
                  <a:cubicBezTo>
                    <a:pt x="46" y="39"/>
                    <a:pt x="92" y="60"/>
                    <a:pt x="127" y="95"/>
                  </a:cubicBezTo>
                  <a:cubicBezTo>
                    <a:pt x="103" y="67"/>
                    <a:pt x="89" y="35"/>
                    <a:pt x="8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8" name="Google Shape;7558;p129"/>
            <p:cNvSpPr/>
            <p:nvPr/>
          </p:nvSpPr>
          <p:spPr>
            <a:xfrm>
              <a:off x="2210947" y="1395471"/>
              <a:ext cx="9043" cy="6409"/>
            </a:xfrm>
            <a:custGeom>
              <a:rect b="b" l="l" r="r" t="t"/>
              <a:pathLst>
                <a:path extrusionOk="0" h="472" w="666">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9" name="Google Shape;7559;p129"/>
            <p:cNvSpPr/>
            <p:nvPr/>
          </p:nvSpPr>
          <p:spPr>
            <a:xfrm>
              <a:off x="2181335" y="1248725"/>
              <a:ext cx="67372" cy="20393"/>
            </a:xfrm>
            <a:custGeom>
              <a:rect b="b" l="l" r="r" t="t"/>
              <a:pathLst>
                <a:path extrusionOk="0" h="1502" w="4962">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0" name="Google Shape;7560;p129"/>
            <p:cNvSpPr/>
            <p:nvPr/>
          </p:nvSpPr>
          <p:spPr>
            <a:xfrm>
              <a:off x="2129768" y="1256084"/>
              <a:ext cx="99252" cy="55546"/>
            </a:xfrm>
            <a:custGeom>
              <a:rect b="b" l="l" r="r" t="t"/>
              <a:pathLst>
                <a:path extrusionOk="0" h="4091" w="731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1" name="Google Shape;7561;p129"/>
            <p:cNvSpPr/>
            <p:nvPr/>
          </p:nvSpPr>
          <p:spPr>
            <a:xfrm>
              <a:off x="2248883" y="1404961"/>
              <a:ext cx="4331" cy="1914"/>
            </a:xfrm>
            <a:custGeom>
              <a:rect b="b" l="l" r="r" t="t"/>
              <a:pathLst>
                <a:path extrusionOk="0" h="141" w="319">
                  <a:moveTo>
                    <a:pt x="0" y="140"/>
                  </a:moveTo>
                  <a:cubicBezTo>
                    <a:pt x="81" y="49"/>
                    <a:pt x="200" y="0"/>
                    <a:pt x="319" y="7"/>
                  </a:cubicBezTo>
                  <a:cubicBezTo>
                    <a:pt x="200" y="0"/>
                    <a:pt x="81" y="49"/>
                    <a:pt x="0" y="14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2" name="Google Shape;7562;p129"/>
            <p:cNvSpPr/>
            <p:nvPr/>
          </p:nvSpPr>
          <p:spPr>
            <a:xfrm>
              <a:off x="2202543" y="1417887"/>
              <a:ext cx="149" cy="163"/>
            </a:xfrm>
            <a:custGeom>
              <a:rect b="b" l="l" r="r" t="t"/>
              <a:pathLst>
                <a:path extrusionOk="0" h="12" w="11">
                  <a:moveTo>
                    <a:pt x="11"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3" name="Google Shape;7563;p129"/>
            <p:cNvSpPr/>
            <p:nvPr/>
          </p:nvSpPr>
          <p:spPr>
            <a:xfrm>
              <a:off x="2202258" y="1418267"/>
              <a:ext cx="109" cy="109"/>
            </a:xfrm>
            <a:custGeom>
              <a:rect b="b" l="l" r="r" t="t"/>
              <a:pathLst>
                <a:path extrusionOk="0" h="8" w="8">
                  <a:moveTo>
                    <a:pt x="7"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4" name="Google Shape;7564;p129"/>
            <p:cNvSpPr/>
            <p:nvPr/>
          </p:nvSpPr>
          <p:spPr>
            <a:xfrm>
              <a:off x="2264334" y="1413800"/>
              <a:ext cx="14" cy="258"/>
            </a:xfrm>
            <a:custGeom>
              <a:rect b="b" l="l" r="r" t="t"/>
              <a:pathLst>
                <a:path extrusionOk="0" h="19" w="1">
                  <a:moveTo>
                    <a:pt x="0" y="1"/>
                  </a:moveTo>
                  <a:lnTo>
                    <a:pt x="0" y="18"/>
                  </a:lnTo>
                  <a:cubicBezTo>
                    <a:pt x="0" y="15"/>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5" name="Google Shape;7565;p129"/>
            <p:cNvSpPr/>
            <p:nvPr/>
          </p:nvSpPr>
          <p:spPr>
            <a:xfrm>
              <a:off x="2201688" y="1419082"/>
              <a:ext cx="109" cy="149"/>
            </a:xfrm>
            <a:custGeom>
              <a:rect b="b" l="l" r="r" t="t"/>
              <a:pathLst>
                <a:path extrusionOk="0" h="11" w="8">
                  <a:moveTo>
                    <a:pt x="7"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6" name="Google Shape;7566;p129"/>
            <p:cNvSpPr/>
            <p:nvPr/>
          </p:nvSpPr>
          <p:spPr>
            <a:xfrm>
              <a:off x="2201973" y="1418647"/>
              <a:ext cx="109" cy="163"/>
            </a:xfrm>
            <a:custGeom>
              <a:rect b="b" l="l" r="r" t="t"/>
              <a:pathLst>
                <a:path extrusionOk="0" h="12" w="8">
                  <a:moveTo>
                    <a:pt x="7"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7" name="Google Shape;7567;p129"/>
            <p:cNvSpPr/>
            <p:nvPr/>
          </p:nvSpPr>
          <p:spPr>
            <a:xfrm>
              <a:off x="2206480" y="141604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8" name="Google Shape;7568;p129"/>
            <p:cNvSpPr/>
            <p:nvPr/>
          </p:nvSpPr>
          <p:spPr>
            <a:xfrm>
              <a:off x="2202923" y="1417561"/>
              <a:ext cx="109" cy="109"/>
            </a:xfrm>
            <a:custGeom>
              <a:rect b="b" l="l" r="r" t="t"/>
              <a:pathLst>
                <a:path extrusionOk="0" h="8" w="8">
                  <a:moveTo>
                    <a:pt x="0" y="7"/>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9" name="Google Shape;7569;p129"/>
            <p:cNvSpPr/>
            <p:nvPr/>
          </p:nvSpPr>
          <p:spPr>
            <a:xfrm>
              <a:off x="2203249" y="1417222"/>
              <a:ext cx="109" cy="109"/>
            </a:xfrm>
            <a:custGeom>
              <a:rect b="b" l="l" r="r" t="t"/>
              <a:pathLst>
                <a:path extrusionOk="0" h="8" w="8">
                  <a:moveTo>
                    <a:pt x="8"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0" name="Google Shape;7570;p129"/>
            <p:cNvSpPr/>
            <p:nvPr/>
          </p:nvSpPr>
          <p:spPr>
            <a:xfrm>
              <a:off x="2205625" y="1416081"/>
              <a:ext cx="204" cy="14"/>
            </a:xfrm>
            <a:custGeom>
              <a:rect b="b" l="l" r="r" t="t"/>
              <a:pathLst>
                <a:path extrusionOk="0" h="1" w="15">
                  <a:moveTo>
                    <a:pt x="15"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1" name="Google Shape;7571;p129"/>
            <p:cNvSpPr/>
            <p:nvPr/>
          </p:nvSpPr>
          <p:spPr>
            <a:xfrm>
              <a:off x="2206060" y="1416040"/>
              <a:ext cx="204" cy="14"/>
            </a:xfrm>
            <a:custGeom>
              <a:rect b="b" l="l" r="r" t="t"/>
              <a:pathLst>
                <a:path extrusionOk="0" h="1" w="15">
                  <a:moveTo>
                    <a:pt x="1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2" name="Google Shape;7572;p129"/>
            <p:cNvSpPr/>
            <p:nvPr/>
          </p:nvSpPr>
          <p:spPr>
            <a:xfrm>
              <a:off x="2264334" y="1414520"/>
              <a:ext cx="14" cy="299"/>
            </a:xfrm>
            <a:custGeom>
              <a:rect b="b" l="l" r="r" t="t"/>
              <a:pathLst>
                <a:path extrusionOk="0" h="22" w="1">
                  <a:moveTo>
                    <a:pt x="0" y="21"/>
                  </a:moveTo>
                  <a:lnTo>
                    <a:pt x="0" y="0"/>
                  </a:lnTo>
                  <a:cubicBezTo>
                    <a:pt x="0" y="7"/>
                    <a:pt x="0" y="14"/>
                    <a:pt x="0"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3" name="Google Shape;7573;p129"/>
            <p:cNvSpPr/>
            <p:nvPr/>
          </p:nvSpPr>
          <p:spPr>
            <a:xfrm>
              <a:off x="2204104" y="1416706"/>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4" name="Google Shape;7574;p129"/>
            <p:cNvSpPr/>
            <p:nvPr/>
          </p:nvSpPr>
          <p:spPr>
            <a:xfrm>
              <a:off x="2264334" y="1413135"/>
              <a:ext cx="14" cy="258"/>
            </a:xfrm>
            <a:custGeom>
              <a:rect b="b" l="l" r="r" t="t"/>
              <a:pathLst>
                <a:path extrusionOk="0" h="19" w="1">
                  <a:moveTo>
                    <a:pt x="0"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5" name="Google Shape;7575;p129"/>
            <p:cNvSpPr/>
            <p:nvPr/>
          </p:nvSpPr>
          <p:spPr>
            <a:xfrm>
              <a:off x="2204865" y="1416271"/>
              <a:ext cx="163" cy="109"/>
            </a:xfrm>
            <a:custGeom>
              <a:rect b="b" l="l" r="r" t="t"/>
              <a:pathLst>
                <a:path extrusionOk="0" h="8" w="12">
                  <a:moveTo>
                    <a:pt x="1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6" name="Google Shape;7576;p129"/>
            <p:cNvSpPr/>
            <p:nvPr/>
          </p:nvSpPr>
          <p:spPr>
            <a:xfrm>
              <a:off x="2204485" y="1416461"/>
              <a:ext cx="109" cy="68"/>
            </a:xfrm>
            <a:custGeom>
              <a:rect b="b" l="l" r="r" t="t"/>
              <a:pathLst>
                <a:path extrusionOk="0" h="5" w="8">
                  <a:moveTo>
                    <a:pt x="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7" name="Google Shape;7577;p129"/>
            <p:cNvSpPr/>
            <p:nvPr/>
          </p:nvSpPr>
          <p:spPr>
            <a:xfrm>
              <a:off x="2205245" y="1416176"/>
              <a:ext cx="204" cy="68"/>
            </a:xfrm>
            <a:custGeom>
              <a:rect b="b" l="l" r="r" t="t"/>
              <a:pathLst>
                <a:path extrusionOk="0" h="5" w="15">
                  <a:moveTo>
                    <a:pt x="15"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8" name="Google Shape;7578;p129"/>
            <p:cNvSpPr/>
            <p:nvPr/>
          </p:nvSpPr>
          <p:spPr>
            <a:xfrm>
              <a:off x="2199162" y="1418932"/>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9" name="Google Shape;7579;p129"/>
            <p:cNvSpPr/>
            <p:nvPr/>
          </p:nvSpPr>
          <p:spPr>
            <a:xfrm>
              <a:off x="2198823" y="1419027"/>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0" name="Google Shape;7580;p129"/>
            <p:cNvSpPr/>
            <p:nvPr/>
          </p:nvSpPr>
          <p:spPr>
            <a:xfrm>
              <a:off x="2150921" y="1464471"/>
              <a:ext cx="4331" cy="8527"/>
            </a:xfrm>
            <a:custGeom>
              <a:rect b="b" l="l" r="r" t="t"/>
              <a:pathLst>
                <a:path extrusionOk="0" h="628" w="319">
                  <a:moveTo>
                    <a:pt x="319" y="0"/>
                  </a:moveTo>
                  <a:cubicBezTo>
                    <a:pt x="298" y="193"/>
                    <a:pt x="154" y="414"/>
                    <a:pt x="0" y="627"/>
                  </a:cubicBezTo>
                  <a:cubicBezTo>
                    <a:pt x="154" y="414"/>
                    <a:pt x="298" y="193"/>
                    <a:pt x="31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1" name="Google Shape;7581;p129"/>
            <p:cNvSpPr/>
            <p:nvPr/>
          </p:nvSpPr>
          <p:spPr>
            <a:xfrm>
              <a:off x="2200248" y="1418837"/>
              <a:ext cx="163" cy="14"/>
            </a:xfrm>
            <a:custGeom>
              <a:rect b="b" l="l" r="r" t="t"/>
              <a:pathLst>
                <a:path extrusionOk="0" h="1" w="12">
                  <a:moveTo>
                    <a:pt x="1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2" name="Google Shape;7582;p129"/>
            <p:cNvSpPr/>
            <p:nvPr/>
          </p:nvSpPr>
          <p:spPr>
            <a:xfrm>
              <a:off x="2199488" y="1418837"/>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3" name="Google Shape;7583;p129"/>
            <p:cNvSpPr/>
            <p:nvPr/>
          </p:nvSpPr>
          <p:spPr>
            <a:xfrm>
              <a:off x="2136556" y="1531015"/>
              <a:ext cx="68" cy="353"/>
            </a:xfrm>
            <a:custGeom>
              <a:rect b="b" l="l" r="r" t="t"/>
              <a:pathLst>
                <a:path extrusionOk="0" h="26" w="5">
                  <a:moveTo>
                    <a:pt x="1" y="1"/>
                  </a:moveTo>
                  <a:cubicBezTo>
                    <a:pt x="1" y="8"/>
                    <a:pt x="4" y="18"/>
                    <a:pt x="4" y="25"/>
                  </a:cubicBezTo>
                  <a:cubicBezTo>
                    <a:pt x="4" y="18"/>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4" name="Google Shape;7584;p129"/>
            <p:cNvSpPr/>
            <p:nvPr/>
          </p:nvSpPr>
          <p:spPr>
            <a:xfrm>
              <a:off x="2201158" y="1419082"/>
              <a:ext cx="244" cy="109"/>
            </a:xfrm>
            <a:custGeom>
              <a:rect b="b" l="l" r="r" t="t"/>
              <a:pathLst>
                <a:path extrusionOk="0" h="8" w="18">
                  <a:moveTo>
                    <a:pt x="18"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5" name="Google Shape;7585;p129"/>
            <p:cNvSpPr/>
            <p:nvPr/>
          </p:nvSpPr>
          <p:spPr>
            <a:xfrm>
              <a:off x="2188422" y="1425300"/>
              <a:ext cx="4290" cy="1208"/>
            </a:xfrm>
            <a:custGeom>
              <a:rect b="b" l="l" r="r" t="t"/>
              <a:pathLst>
                <a:path extrusionOk="0" h="89" w="316">
                  <a:moveTo>
                    <a:pt x="0" y="11"/>
                  </a:moveTo>
                  <a:cubicBezTo>
                    <a:pt x="105" y="8"/>
                    <a:pt x="214" y="1"/>
                    <a:pt x="315" y="88"/>
                  </a:cubicBezTo>
                  <a:cubicBezTo>
                    <a:pt x="214" y="1"/>
                    <a:pt x="105" y="8"/>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6" name="Google Shape;7586;p129"/>
            <p:cNvSpPr/>
            <p:nvPr/>
          </p:nvSpPr>
          <p:spPr>
            <a:xfrm>
              <a:off x="2199828" y="141883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7" name="Google Shape;7587;p129"/>
            <p:cNvSpPr/>
            <p:nvPr/>
          </p:nvSpPr>
          <p:spPr>
            <a:xfrm>
              <a:off x="2200683" y="1418932"/>
              <a:ext cx="204" cy="68"/>
            </a:xfrm>
            <a:custGeom>
              <a:rect b="b" l="l" r="r" t="t"/>
              <a:pathLst>
                <a:path extrusionOk="0" h="5" w="15">
                  <a:moveTo>
                    <a:pt x="15"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8" name="Google Shape;7588;p129"/>
            <p:cNvSpPr/>
            <p:nvPr/>
          </p:nvSpPr>
          <p:spPr>
            <a:xfrm>
              <a:off x="2133705" y="1540573"/>
              <a:ext cx="109" cy="14"/>
            </a:xfrm>
            <a:custGeom>
              <a:rect b="b" l="l" r="r" t="t"/>
              <a:pathLst>
                <a:path extrusionOk="0" h="1" w="8">
                  <a:moveTo>
                    <a:pt x="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9" name="Google Shape;7589;p129"/>
            <p:cNvSpPr/>
            <p:nvPr/>
          </p:nvSpPr>
          <p:spPr>
            <a:xfrm>
              <a:off x="2134275" y="1540668"/>
              <a:ext cx="163" cy="54"/>
            </a:xfrm>
            <a:custGeom>
              <a:rect b="b" l="l" r="r" t="t"/>
              <a:pathLst>
                <a:path extrusionOk="0" h="4" w="12">
                  <a:moveTo>
                    <a:pt x="1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0" name="Google Shape;7590;p129"/>
            <p:cNvSpPr/>
            <p:nvPr/>
          </p:nvSpPr>
          <p:spPr>
            <a:xfrm>
              <a:off x="3024851" y="1777922"/>
              <a:ext cx="15655" cy="12165"/>
            </a:xfrm>
            <a:custGeom>
              <a:rect b="b" l="l" r="r" t="t"/>
              <a:pathLst>
                <a:path extrusionOk="0" h="896" w="1153">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1" name="Google Shape;7591;p129"/>
            <p:cNvSpPr/>
            <p:nvPr/>
          </p:nvSpPr>
          <p:spPr>
            <a:xfrm>
              <a:off x="3003846" y="1783461"/>
              <a:ext cx="16795" cy="20366"/>
            </a:xfrm>
            <a:custGeom>
              <a:rect b="b" l="l" r="r" t="t"/>
              <a:pathLst>
                <a:path extrusionOk="0" h="1500" w="1237">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2" name="Google Shape;7592;p129"/>
            <p:cNvSpPr/>
            <p:nvPr/>
          </p:nvSpPr>
          <p:spPr>
            <a:xfrm>
              <a:off x="3013581" y="1718520"/>
              <a:ext cx="82443" cy="64127"/>
            </a:xfrm>
            <a:custGeom>
              <a:rect b="b" l="l" r="r" t="t"/>
              <a:pathLst>
                <a:path extrusionOk="0" h="4723" w="6072">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3" name="Google Shape;7593;p129"/>
            <p:cNvSpPr/>
            <p:nvPr/>
          </p:nvSpPr>
          <p:spPr>
            <a:xfrm>
              <a:off x="3080939" y="1680503"/>
              <a:ext cx="45973" cy="34283"/>
            </a:xfrm>
            <a:custGeom>
              <a:rect b="b" l="l" r="r" t="t"/>
              <a:pathLst>
                <a:path extrusionOk="0" h="2525" w="3386">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4" name="Google Shape;7594;p129"/>
            <p:cNvSpPr/>
            <p:nvPr/>
          </p:nvSpPr>
          <p:spPr>
            <a:xfrm>
              <a:off x="2932062" y="1853304"/>
              <a:ext cx="13143" cy="22009"/>
            </a:xfrm>
            <a:custGeom>
              <a:rect b="b" l="l" r="r" t="t"/>
              <a:pathLst>
                <a:path extrusionOk="0" h="1621" w="968">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5" name="Google Shape;7595;p129"/>
            <p:cNvSpPr/>
            <p:nvPr/>
          </p:nvSpPr>
          <p:spPr>
            <a:xfrm>
              <a:off x="2597485" y="1601971"/>
              <a:ext cx="442776" cy="287924"/>
            </a:xfrm>
            <a:custGeom>
              <a:rect b="b" l="l" r="r" t="t"/>
              <a:pathLst>
                <a:path extrusionOk="0" h="21206" w="32611">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6" name="Google Shape;7596;p129"/>
            <p:cNvSpPr/>
            <p:nvPr/>
          </p:nvSpPr>
          <p:spPr>
            <a:xfrm>
              <a:off x="2846836" y="1894023"/>
              <a:ext cx="15804" cy="11649"/>
            </a:xfrm>
            <a:custGeom>
              <a:rect b="b" l="l" r="r" t="t"/>
              <a:pathLst>
                <a:path extrusionOk="0" h="858" w="1164">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7" name="Google Shape;7597;p129"/>
            <p:cNvSpPr/>
            <p:nvPr/>
          </p:nvSpPr>
          <p:spPr>
            <a:xfrm>
              <a:off x="2648062" y="1810752"/>
              <a:ext cx="244" cy="434"/>
            </a:xfrm>
            <a:custGeom>
              <a:rect b="b" l="l" r="r" t="t"/>
              <a:pathLst>
                <a:path extrusionOk="0" h="32" w="18">
                  <a:moveTo>
                    <a:pt x="0" y="0"/>
                  </a:moveTo>
                  <a:cubicBezTo>
                    <a:pt x="7" y="11"/>
                    <a:pt x="14" y="21"/>
                    <a:pt x="18" y="32"/>
                  </a:cubicBezTo>
                  <a:cubicBezTo>
                    <a:pt x="14" y="21"/>
                    <a:pt x="7"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8" name="Google Shape;7598;p129"/>
            <p:cNvSpPr/>
            <p:nvPr/>
          </p:nvSpPr>
          <p:spPr>
            <a:xfrm>
              <a:off x="2732242" y="1823623"/>
              <a:ext cx="2770" cy="2064"/>
            </a:xfrm>
            <a:custGeom>
              <a:rect b="b" l="l" r="r" t="t"/>
              <a:pathLst>
                <a:path extrusionOk="0" h="152" w="204">
                  <a:moveTo>
                    <a:pt x="203" y="22"/>
                  </a:moveTo>
                  <a:cubicBezTo>
                    <a:pt x="74" y="1"/>
                    <a:pt x="32" y="88"/>
                    <a:pt x="0" y="151"/>
                  </a:cubicBezTo>
                  <a:cubicBezTo>
                    <a:pt x="32" y="88"/>
                    <a:pt x="74" y="1"/>
                    <a:pt x="203"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9" name="Google Shape;7599;p129"/>
            <p:cNvSpPr/>
            <p:nvPr/>
          </p:nvSpPr>
          <p:spPr>
            <a:xfrm>
              <a:off x="2647627" y="1810277"/>
              <a:ext cx="353" cy="434"/>
            </a:xfrm>
            <a:custGeom>
              <a:rect b="b" l="l" r="r" t="t"/>
              <a:pathLst>
                <a:path extrusionOk="0" h="32" w="26">
                  <a:moveTo>
                    <a:pt x="1" y="0"/>
                  </a:moveTo>
                  <a:cubicBezTo>
                    <a:pt x="11" y="11"/>
                    <a:pt x="18" y="21"/>
                    <a:pt x="25" y="32"/>
                  </a:cubicBezTo>
                  <a:cubicBezTo>
                    <a:pt x="18" y="21"/>
                    <a:pt x="11"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0" name="Google Shape;7600;p129"/>
            <p:cNvSpPr/>
            <p:nvPr/>
          </p:nvSpPr>
          <p:spPr>
            <a:xfrm>
              <a:off x="2648347" y="1811227"/>
              <a:ext cx="204" cy="434"/>
            </a:xfrm>
            <a:custGeom>
              <a:rect b="b" l="l" r="r" t="t"/>
              <a:pathLst>
                <a:path extrusionOk="0" h="32" w="15">
                  <a:moveTo>
                    <a:pt x="0" y="0"/>
                  </a:moveTo>
                  <a:cubicBezTo>
                    <a:pt x="7" y="11"/>
                    <a:pt x="11" y="21"/>
                    <a:pt x="14" y="32"/>
                  </a:cubicBezTo>
                  <a:cubicBezTo>
                    <a:pt x="11" y="21"/>
                    <a:pt x="7"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1" name="Google Shape;7601;p129"/>
            <p:cNvSpPr/>
            <p:nvPr/>
          </p:nvSpPr>
          <p:spPr>
            <a:xfrm>
              <a:off x="2698638" y="1829665"/>
              <a:ext cx="815" cy="489"/>
            </a:xfrm>
            <a:custGeom>
              <a:rect b="b" l="l" r="r" t="t"/>
              <a:pathLst>
                <a:path extrusionOk="0" h="36" w="60">
                  <a:moveTo>
                    <a:pt x="60" y="0"/>
                  </a:moveTo>
                  <a:lnTo>
                    <a:pt x="60" y="0"/>
                  </a:lnTo>
                  <a:cubicBezTo>
                    <a:pt x="39" y="7"/>
                    <a:pt x="18" y="21"/>
                    <a:pt x="0" y="35"/>
                  </a:cubicBezTo>
                  <a:cubicBezTo>
                    <a:pt x="18" y="21"/>
                    <a:pt x="39" y="11"/>
                    <a:pt x="6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2" name="Google Shape;7602;p129"/>
            <p:cNvSpPr/>
            <p:nvPr/>
          </p:nvSpPr>
          <p:spPr>
            <a:xfrm>
              <a:off x="2704530" y="1833752"/>
              <a:ext cx="14" cy="149"/>
            </a:xfrm>
            <a:custGeom>
              <a:rect b="b" l="l" r="r" t="t"/>
              <a:pathLst>
                <a:path extrusionOk="0" h="11" w="1">
                  <a:moveTo>
                    <a:pt x="0" y="7"/>
                  </a:moveTo>
                  <a:lnTo>
                    <a:pt x="0" y="0"/>
                  </a:ln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3" name="Google Shape;7603;p129"/>
            <p:cNvSpPr/>
            <p:nvPr/>
          </p:nvSpPr>
          <p:spPr>
            <a:xfrm>
              <a:off x="2645210" y="1808322"/>
              <a:ext cx="434" cy="299"/>
            </a:xfrm>
            <a:custGeom>
              <a:rect b="b" l="l" r="r" t="t"/>
              <a:pathLst>
                <a:path extrusionOk="0" h="22" w="32">
                  <a:moveTo>
                    <a:pt x="0" y="1"/>
                  </a:moveTo>
                  <a:lnTo>
                    <a:pt x="32"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4" name="Google Shape;7604;p129"/>
            <p:cNvSpPr/>
            <p:nvPr/>
          </p:nvSpPr>
          <p:spPr>
            <a:xfrm>
              <a:off x="2646201" y="1809041"/>
              <a:ext cx="448" cy="339"/>
            </a:xfrm>
            <a:custGeom>
              <a:rect b="b" l="l" r="r" t="t"/>
              <a:pathLst>
                <a:path extrusionOk="0" h="25" w="33">
                  <a:moveTo>
                    <a:pt x="1" y="0"/>
                  </a:moveTo>
                  <a:lnTo>
                    <a:pt x="32"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5" name="Google Shape;7605;p129"/>
            <p:cNvSpPr/>
            <p:nvPr/>
          </p:nvSpPr>
          <p:spPr>
            <a:xfrm>
              <a:off x="2645685" y="1808661"/>
              <a:ext cx="434" cy="339"/>
            </a:xfrm>
            <a:custGeom>
              <a:rect b="b" l="l" r="r" t="t"/>
              <a:pathLst>
                <a:path extrusionOk="0" h="25" w="32">
                  <a:moveTo>
                    <a:pt x="0" y="0"/>
                  </a:moveTo>
                  <a:lnTo>
                    <a:pt x="32"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6" name="Google Shape;7606;p129"/>
            <p:cNvSpPr/>
            <p:nvPr/>
          </p:nvSpPr>
          <p:spPr>
            <a:xfrm>
              <a:off x="2757863" y="1824818"/>
              <a:ext cx="149" cy="149"/>
            </a:xfrm>
            <a:custGeom>
              <a:rect b="b" l="l" r="r" t="t"/>
              <a:pathLst>
                <a:path extrusionOk="0" h="11" w="11">
                  <a:moveTo>
                    <a:pt x="11"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7" name="Google Shape;7607;p129"/>
            <p:cNvSpPr/>
            <p:nvPr/>
          </p:nvSpPr>
          <p:spPr>
            <a:xfrm>
              <a:off x="2622101" y="1766489"/>
              <a:ext cx="109" cy="258"/>
            </a:xfrm>
            <a:custGeom>
              <a:rect b="b" l="l" r="r" t="t"/>
              <a:pathLst>
                <a:path extrusionOk="0" h="19" w="8">
                  <a:moveTo>
                    <a:pt x="8" y="1"/>
                  </a:moveTo>
                  <a:lnTo>
                    <a:pt x="8" y="1"/>
                  </a:lnTo>
                  <a:lnTo>
                    <a:pt x="1" y="18"/>
                  </a:ln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8" name="Google Shape;7608;p129"/>
            <p:cNvSpPr/>
            <p:nvPr/>
          </p:nvSpPr>
          <p:spPr>
            <a:xfrm>
              <a:off x="2646731" y="1809421"/>
              <a:ext cx="434" cy="394"/>
            </a:xfrm>
            <a:custGeom>
              <a:rect b="b" l="l" r="r" t="t"/>
              <a:pathLst>
                <a:path extrusionOk="0" h="29" w="32">
                  <a:moveTo>
                    <a:pt x="0" y="0"/>
                  </a:moveTo>
                  <a:cubicBezTo>
                    <a:pt x="11" y="11"/>
                    <a:pt x="21" y="21"/>
                    <a:pt x="32" y="28"/>
                  </a:cubicBezTo>
                  <a:cubicBezTo>
                    <a:pt x="21" y="21"/>
                    <a:pt x="11"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9" name="Google Shape;7609;p129"/>
            <p:cNvSpPr/>
            <p:nvPr/>
          </p:nvSpPr>
          <p:spPr>
            <a:xfrm>
              <a:off x="2647152" y="1809801"/>
              <a:ext cx="448" cy="394"/>
            </a:xfrm>
            <a:custGeom>
              <a:rect b="b" l="l" r="r" t="t"/>
              <a:pathLst>
                <a:path extrusionOk="0" h="29" w="33">
                  <a:moveTo>
                    <a:pt x="1" y="0"/>
                  </a:moveTo>
                  <a:cubicBezTo>
                    <a:pt x="11" y="11"/>
                    <a:pt x="22" y="21"/>
                    <a:pt x="32" y="28"/>
                  </a:cubicBezTo>
                  <a:cubicBezTo>
                    <a:pt x="22" y="21"/>
                    <a:pt x="11"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0" name="Google Shape;7610;p129"/>
            <p:cNvSpPr/>
            <p:nvPr/>
          </p:nvSpPr>
          <p:spPr>
            <a:xfrm>
              <a:off x="2642685" y="1805321"/>
              <a:ext cx="163" cy="109"/>
            </a:xfrm>
            <a:custGeom>
              <a:rect b="b" l="l" r="r" t="t"/>
              <a:pathLst>
                <a:path extrusionOk="0" h="8" w="12">
                  <a:moveTo>
                    <a:pt x="1"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1" name="Google Shape;7611;p129"/>
            <p:cNvSpPr/>
            <p:nvPr/>
          </p:nvSpPr>
          <p:spPr>
            <a:xfrm>
              <a:off x="2643730" y="1806271"/>
              <a:ext cx="1494" cy="2064"/>
            </a:xfrm>
            <a:custGeom>
              <a:rect b="b" l="l" r="r" t="t"/>
              <a:pathLst>
                <a:path extrusionOk="0" h="152" w="110">
                  <a:moveTo>
                    <a:pt x="1" y="1"/>
                  </a:moveTo>
                  <a:cubicBezTo>
                    <a:pt x="43" y="50"/>
                    <a:pt x="78" y="99"/>
                    <a:pt x="109" y="152"/>
                  </a:cubicBezTo>
                  <a:cubicBezTo>
                    <a:pt x="78" y="99"/>
                    <a:pt x="43" y="50"/>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2" name="Google Shape;7612;p129"/>
            <p:cNvSpPr/>
            <p:nvPr/>
          </p:nvSpPr>
          <p:spPr>
            <a:xfrm>
              <a:off x="2634280" y="1782606"/>
              <a:ext cx="1765" cy="2770"/>
            </a:xfrm>
            <a:custGeom>
              <a:rect b="b" l="l" r="r" t="t"/>
              <a:pathLst>
                <a:path extrusionOk="0" h="204" w="130">
                  <a:moveTo>
                    <a:pt x="0" y="1"/>
                  </a:moveTo>
                  <a:cubicBezTo>
                    <a:pt x="0" y="39"/>
                    <a:pt x="70" y="127"/>
                    <a:pt x="130" y="204"/>
                  </a:cubicBezTo>
                  <a:cubicBezTo>
                    <a:pt x="70" y="127"/>
                    <a:pt x="0" y="39"/>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3" name="Google Shape;7613;p129"/>
            <p:cNvSpPr/>
            <p:nvPr/>
          </p:nvSpPr>
          <p:spPr>
            <a:xfrm>
              <a:off x="2643404" y="1805945"/>
              <a:ext cx="149" cy="149"/>
            </a:xfrm>
            <a:custGeom>
              <a:rect b="b" l="l" r="r" t="t"/>
              <a:pathLst>
                <a:path extrusionOk="0" h="11" w="11">
                  <a:moveTo>
                    <a:pt x="0" y="0"/>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4" name="Google Shape;7614;p129"/>
            <p:cNvSpPr/>
            <p:nvPr/>
          </p:nvSpPr>
          <p:spPr>
            <a:xfrm>
              <a:off x="2725915" y="1830616"/>
              <a:ext cx="543" cy="204"/>
            </a:xfrm>
            <a:custGeom>
              <a:rect b="b" l="l" r="r" t="t"/>
              <a:pathLst>
                <a:path extrusionOk="0" h="15" w="40">
                  <a:moveTo>
                    <a:pt x="39" y="0"/>
                  </a:moveTo>
                  <a:lnTo>
                    <a:pt x="1" y="14"/>
                  </a:ln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5" name="Google Shape;7615;p129"/>
            <p:cNvSpPr/>
            <p:nvPr/>
          </p:nvSpPr>
          <p:spPr>
            <a:xfrm>
              <a:off x="2701204" y="1827805"/>
              <a:ext cx="815" cy="353"/>
            </a:xfrm>
            <a:custGeom>
              <a:rect b="b" l="l" r="r" t="t"/>
              <a:pathLst>
                <a:path extrusionOk="0" h="26" w="60">
                  <a:moveTo>
                    <a:pt x="0" y="25"/>
                  </a:moveTo>
                  <a:cubicBezTo>
                    <a:pt x="18" y="11"/>
                    <a:pt x="39" y="1"/>
                    <a:pt x="60" y="1"/>
                  </a:cubicBezTo>
                  <a:cubicBezTo>
                    <a:pt x="39" y="1"/>
                    <a:pt x="18" y="11"/>
                    <a:pt x="0"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6" name="Google Shape;7616;p129"/>
            <p:cNvSpPr/>
            <p:nvPr/>
          </p:nvSpPr>
          <p:spPr>
            <a:xfrm>
              <a:off x="2757673" y="1824533"/>
              <a:ext cx="109" cy="149"/>
            </a:xfrm>
            <a:custGeom>
              <a:rect b="b" l="l" r="r" t="t"/>
              <a:pathLst>
                <a:path extrusionOk="0" h="11" w="8">
                  <a:moveTo>
                    <a:pt x="0" y="0"/>
                  </a:moveTo>
                  <a:cubicBezTo>
                    <a:pt x="0" y="4"/>
                    <a:pt x="4" y="7"/>
                    <a:pt x="7" y="11"/>
                  </a:cubicBezTo>
                  <a:cubicBezTo>
                    <a:pt x="4" y="7"/>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7" name="Google Shape;7617;p129"/>
            <p:cNvSpPr/>
            <p:nvPr/>
          </p:nvSpPr>
          <p:spPr>
            <a:xfrm>
              <a:off x="2758012" y="1824954"/>
              <a:ext cx="1955" cy="1018"/>
            </a:xfrm>
            <a:custGeom>
              <a:rect b="b" l="l" r="r" t="t"/>
              <a:pathLst>
                <a:path extrusionOk="0" h="75" w="144">
                  <a:moveTo>
                    <a:pt x="0" y="1"/>
                  </a:moveTo>
                  <a:lnTo>
                    <a:pt x="0" y="1"/>
                  </a:lnTo>
                  <a:cubicBezTo>
                    <a:pt x="42" y="36"/>
                    <a:pt x="91" y="60"/>
                    <a:pt x="143" y="74"/>
                  </a:cubicBezTo>
                  <a:cubicBezTo>
                    <a:pt x="91" y="57"/>
                    <a:pt x="42" y="36"/>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8" name="Google Shape;7618;p129"/>
            <p:cNvSpPr/>
            <p:nvPr/>
          </p:nvSpPr>
          <p:spPr>
            <a:xfrm>
              <a:off x="2626338" y="1766353"/>
              <a:ext cx="869" cy="679"/>
            </a:xfrm>
            <a:custGeom>
              <a:rect b="b" l="l" r="r" t="t"/>
              <a:pathLst>
                <a:path extrusionOk="0" h="50" w="64">
                  <a:moveTo>
                    <a:pt x="64" y="49"/>
                  </a:moveTo>
                  <a:cubicBezTo>
                    <a:pt x="43" y="32"/>
                    <a:pt x="22" y="14"/>
                    <a:pt x="1" y="0"/>
                  </a:cubicBezTo>
                  <a:cubicBezTo>
                    <a:pt x="22" y="14"/>
                    <a:pt x="43" y="32"/>
                    <a:pt x="64" y="4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9" name="Google Shape;7619;p129"/>
            <p:cNvSpPr/>
            <p:nvPr/>
          </p:nvSpPr>
          <p:spPr>
            <a:xfrm>
              <a:off x="2757768" y="1824669"/>
              <a:ext cx="109" cy="163"/>
            </a:xfrm>
            <a:custGeom>
              <a:rect b="b" l="l" r="r" t="t"/>
              <a:pathLst>
                <a:path extrusionOk="0" h="12" w="8">
                  <a:moveTo>
                    <a:pt x="0" y="1"/>
                  </a:moveTo>
                  <a:cubicBezTo>
                    <a:pt x="0" y="4"/>
                    <a:pt x="4" y="8"/>
                    <a:pt x="7" y="11"/>
                  </a:cubicBezTo>
                  <a:cubicBezTo>
                    <a:pt x="4" y="8"/>
                    <a:pt x="0"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0" name="Google Shape;7620;p129"/>
            <p:cNvSpPr/>
            <p:nvPr/>
          </p:nvSpPr>
          <p:spPr>
            <a:xfrm>
              <a:off x="2760049" y="1825959"/>
              <a:ext cx="204" cy="54"/>
            </a:xfrm>
            <a:custGeom>
              <a:rect b="b" l="l" r="r" t="t"/>
              <a:pathLst>
                <a:path extrusionOk="0" h="4" w="15">
                  <a:moveTo>
                    <a:pt x="0" y="0"/>
                  </a:moveTo>
                  <a:lnTo>
                    <a:pt x="1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1" name="Google Shape;7621;p129"/>
            <p:cNvSpPr/>
            <p:nvPr/>
          </p:nvSpPr>
          <p:spPr>
            <a:xfrm>
              <a:off x="2704571" y="1833223"/>
              <a:ext cx="68" cy="394"/>
            </a:xfrm>
            <a:custGeom>
              <a:rect b="b" l="l" r="r" t="t"/>
              <a:pathLst>
                <a:path extrusionOk="0" h="29" w="5">
                  <a:moveTo>
                    <a:pt x="4" y="1"/>
                  </a:moveTo>
                  <a:cubicBezTo>
                    <a:pt x="1" y="11"/>
                    <a:pt x="1" y="18"/>
                    <a:pt x="1" y="29"/>
                  </a:cubicBezTo>
                  <a:cubicBezTo>
                    <a:pt x="1" y="18"/>
                    <a:pt x="1" y="11"/>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2" name="Google Shape;7622;p129"/>
            <p:cNvSpPr/>
            <p:nvPr/>
          </p:nvSpPr>
          <p:spPr>
            <a:xfrm>
              <a:off x="2634280" y="1780800"/>
              <a:ext cx="339" cy="1819"/>
            </a:xfrm>
            <a:custGeom>
              <a:rect b="b" l="l" r="r" t="t"/>
              <a:pathLst>
                <a:path extrusionOk="0" h="134" w="25">
                  <a:moveTo>
                    <a:pt x="25" y="1"/>
                  </a:moveTo>
                  <a:lnTo>
                    <a:pt x="18" y="22"/>
                  </a:lnTo>
                  <a:cubicBezTo>
                    <a:pt x="11" y="57"/>
                    <a:pt x="4" y="95"/>
                    <a:pt x="0" y="134"/>
                  </a:cubicBezTo>
                  <a:cubicBezTo>
                    <a:pt x="4" y="95"/>
                    <a:pt x="11" y="60"/>
                    <a:pt x="18" y="25"/>
                  </a:cubicBez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3" name="Google Shape;7623;p129"/>
            <p:cNvSpPr/>
            <p:nvPr/>
          </p:nvSpPr>
          <p:spPr>
            <a:xfrm>
              <a:off x="2726580" y="1830426"/>
              <a:ext cx="299" cy="149"/>
            </a:xfrm>
            <a:custGeom>
              <a:rect b="b" l="l" r="r" t="t"/>
              <a:pathLst>
                <a:path extrusionOk="0" h="11" w="22">
                  <a:moveTo>
                    <a:pt x="1" y="11"/>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4" name="Google Shape;7624;p129"/>
            <p:cNvSpPr/>
            <p:nvPr/>
          </p:nvSpPr>
          <p:spPr>
            <a:xfrm>
              <a:off x="2917955" y="1668962"/>
              <a:ext cx="1575" cy="530"/>
            </a:xfrm>
            <a:custGeom>
              <a:rect b="b" l="l" r="r" t="t"/>
              <a:pathLst>
                <a:path extrusionOk="0" h="39" w="116">
                  <a:moveTo>
                    <a:pt x="0" y="39"/>
                  </a:moveTo>
                  <a:cubicBezTo>
                    <a:pt x="39" y="25"/>
                    <a:pt x="77" y="11"/>
                    <a:pt x="116" y="0"/>
                  </a:cubicBezTo>
                  <a:cubicBezTo>
                    <a:pt x="77" y="11"/>
                    <a:pt x="39" y="25"/>
                    <a:pt x="0"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5" name="Google Shape;7625;p129"/>
            <p:cNvSpPr/>
            <p:nvPr/>
          </p:nvSpPr>
          <p:spPr>
            <a:xfrm>
              <a:off x="2754577" y="170422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6" name="Google Shape;7626;p129"/>
            <p:cNvSpPr/>
            <p:nvPr/>
          </p:nvSpPr>
          <p:spPr>
            <a:xfrm>
              <a:off x="2822125" y="1713781"/>
              <a:ext cx="163" cy="109"/>
            </a:xfrm>
            <a:custGeom>
              <a:rect b="b" l="l" r="r" t="t"/>
              <a:pathLst>
                <a:path extrusionOk="0" h="8" w="12">
                  <a:moveTo>
                    <a:pt x="1" y="7"/>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7" name="Google Shape;7627;p129"/>
            <p:cNvSpPr/>
            <p:nvPr/>
          </p:nvSpPr>
          <p:spPr>
            <a:xfrm>
              <a:off x="2821324" y="1714297"/>
              <a:ext cx="95" cy="68"/>
            </a:xfrm>
            <a:custGeom>
              <a:rect b="b" l="l" r="r" t="t"/>
              <a:pathLst>
                <a:path extrusionOk="0" h="5" w="7">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8" name="Google Shape;7628;p129"/>
            <p:cNvSpPr/>
            <p:nvPr/>
          </p:nvSpPr>
          <p:spPr>
            <a:xfrm>
              <a:off x="2845370" y="1708079"/>
              <a:ext cx="1670" cy="299"/>
            </a:xfrm>
            <a:custGeom>
              <a:rect b="b" l="l" r="r" t="t"/>
              <a:pathLst>
                <a:path extrusionOk="0" h="22" w="123">
                  <a:moveTo>
                    <a:pt x="0" y="0"/>
                  </a:moveTo>
                  <a:lnTo>
                    <a:pt x="0" y="0"/>
                  </a:lnTo>
                  <a:cubicBezTo>
                    <a:pt x="46" y="11"/>
                    <a:pt x="88" y="18"/>
                    <a:pt x="123" y="21"/>
                  </a:cubicBezTo>
                  <a:cubicBezTo>
                    <a:pt x="88" y="18"/>
                    <a:pt x="46"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9" name="Google Shape;7629;p129"/>
            <p:cNvSpPr/>
            <p:nvPr/>
          </p:nvSpPr>
          <p:spPr>
            <a:xfrm>
              <a:off x="2819124" y="1715343"/>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0" name="Google Shape;7630;p129"/>
            <p:cNvSpPr/>
            <p:nvPr/>
          </p:nvSpPr>
          <p:spPr>
            <a:xfrm>
              <a:off x="2822980" y="1713211"/>
              <a:ext cx="204" cy="109"/>
            </a:xfrm>
            <a:custGeom>
              <a:rect b="b" l="l" r="r" t="t"/>
              <a:pathLst>
                <a:path extrusionOk="0" h="8" w="15">
                  <a:moveTo>
                    <a:pt x="1" y="7"/>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1" name="Google Shape;7631;p129"/>
            <p:cNvSpPr/>
            <p:nvPr/>
          </p:nvSpPr>
          <p:spPr>
            <a:xfrm>
              <a:off x="2924459" y="1658548"/>
              <a:ext cx="869" cy="720"/>
            </a:xfrm>
            <a:custGeom>
              <a:rect b="b" l="l" r="r" t="t"/>
              <a:pathLst>
                <a:path extrusionOk="0" h="53" w="64">
                  <a:moveTo>
                    <a:pt x="64" y="53"/>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2" name="Google Shape;7632;p129"/>
            <p:cNvSpPr/>
            <p:nvPr/>
          </p:nvSpPr>
          <p:spPr>
            <a:xfrm>
              <a:off x="2759424" y="1705363"/>
              <a:ext cx="5390" cy="204"/>
            </a:xfrm>
            <a:custGeom>
              <a:rect b="b" l="l" r="r" t="t"/>
              <a:pathLst>
                <a:path extrusionOk="0" h="15" w="397">
                  <a:moveTo>
                    <a:pt x="397" y="11"/>
                  </a:moveTo>
                  <a:cubicBezTo>
                    <a:pt x="288" y="1"/>
                    <a:pt x="179" y="1"/>
                    <a:pt x="74" y="11"/>
                  </a:cubicBezTo>
                  <a:lnTo>
                    <a:pt x="1" y="15"/>
                  </a:lnTo>
                  <a:lnTo>
                    <a:pt x="74" y="11"/>
                  </a:lnTo>
                  <a:cubicBezTo>
                    <a:pt x="179" y="1"/>
                    <a:pt x="288" y="1"/>
                    <a:pt x="397"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3" name="Google Shape;7633;p129"/>
            <p:cNvSpPr/>
            <p:nvPr/>
          </p:nvSpPr>
          <p:spPr>
            <a:xfrm>
              <a:off x="2818459" y="1715533"/>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4" name="Google Shape;7634;p129"/>
            <p:cNvSpPr/>
            <p:nvPr/>
          </p:nvSpPr>
          <p:spPr>
            <a:xfrm>
              <a:off x="2820550" y="171477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5" name="Google Shape;7635;p129"/>
            <p:cNvSpPr/>
            <p:nvPr/>
          </p:nvSpPr>
          <p:spPr>
            <a:xfrm>
              <a:off x="2697063" y="1644102"/>
              <a:ext cx="68" cy="244"/>
            </a:xfrm>
            <a:custGeom>
              <a:rect b="b" l="l" r="r" t="t"/>
              <a:pathLst>
                <a:path extrusionOk="0" h="18" w="5">
                  <a:moveTo>
                    <a:pt x="1" y="0"/>
                  </a:moveTo>
                  <a:cubicBezTo>
                    <a:pt x="1" y="4"/>
                    <a:pt x="4" y="11"/>
                    <a:pt x="4" y="18"/>
                  </a:cubicBezTo>
                  <a:cubicBezTo>
                    <a:pt x="4" y="11"/>
                    <a:pt x="4"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6" name="Google Shape;7636;p129"/>
            <p:cNvSpPr/>
            <p:nvPr/>
          </p:nvSpPr>
          <p:spPr>
            <a:xfrm>
              <a:off x="2810815" y="1712641"/>
              <a:ext cx="1385" cy="109"/>
            </a:xfrm>
            <a:custGeom>
              <a:rect b="b" l="l" r="r" t="t"/>
              <a:pathLst>
                <a:path extrusionOk="0" h="8" w="102">
                  <a:moveTo>
                    <a:pt x="102" y="0"/>
                  </a:moveTo>
                  <a:lnTo>
                    <a:pt x="81" y="0"/>
                  </a:lnTo>
                  <a:cubicBezTo>
                    <a:pt x="53" y="4"/>
                    <a:pt x="25" y="7"/>
                    <a:pt x="0" y="7"/>
                  </a:cubicBezTo>
                  <a:cubicBezTo>
                    <a:pt x="25" y="7"/>
                    <a:pt x="53" y="4"/>
                    <a:pt x="81" y="0"/>
                  </a:cubicBezTo>
                  <a:cubicBezTo>
                    <a:pt x="88" y="0"/>
                    <a:pt x="95" y="0"/>
                    <a:pt x="10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7" name="Google Shape;7637;p129"/>
            <p:cNvSpPr/>
            <p:nvPr/>
          </p:nvSpPr>
          <p:spPr>
            <a:xfrm>
              <a:off x="2817943" y="171558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8" name="Google Shape;7638;p129"/>
            <p:cNvSpPr/>
            <p:nvPr/>
          </p:nvSpPr>
          <p:spPr>
            <a:xfrm>
              <a:off x="2901594" y="1637965"/>
              <a:ext cx="5540" cy="10943"/>
            </a:xfrm>
            <a:custGeom>
              <a:rect b="b" l="l" r="r" t="t"/>
              <a:pathLst>
                <a:path extrusionOk="0" h="806" w="408">
                  <a:moveTo>
                    <a:pt x="407" y="1"/>
                  </a:moveTo>
                  <a:lnTo>
                    <a:pt x="1" y="80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9" name="Google Shape;7639;p129"/>
            <p:cNvSpPr/>
            <p:nvPr/>
          </p:nvSpPr>
          <p:spPr>
            <a:xfrm>
              <a:off x="2921988" y="1656213"/>
              <a:ext cx="774" cy="774"/>
            </a:xfrm>
            <a:custGeom>
              <a:rect b="b" l="l" r="r" t="t"/>
              <a:pathLst>
                <a:path extrusionOk="0" h="57" w="57">
                  <a:moveTo>
                    <a:pt x="1" y="1"/>
                  </a:moveTo>
                  <a:cubicBezTo>
                    <a:pt x="15" y="18"/>
                    <a:pt x="36" y="36"/>
                    <a:pt x="57" y="57"/>
                  </a:cubicBezTo>
                  <a:cubicBezTo>
                    <a:pt x="36" y="36"/>
                    <a:pt x="18" y="1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0" name="Google Shape;7640;p129"/>
            <p:cNvSpPr/>
            <p:nvPr/>
          </p:nvSpPr>
          <p:spPr>
            <a:xfrm>
              <a:off x="2803687" y="1710645"/>
              <a:ext cx="679" cy="394"/>
            </a:xfrm>
            <a:custGeom>
              <a:rect b="b" l="l" r="r" t="t"/>
              <a:pathLst>
                <a:path extrusionOk="0" h="29" w="50">
                  <a:moveTo>
                    <a:pt x="0" y="0"/>
                  </a:moveTo>
                  <a:lnTo>
                    <a:pt x="49"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1" name="Google Shape;7641;p129"/>
            <p:cNvSpPr/>
            <p:nvPr/>
          </p:nvSpPr>
          <p:spPr>
            <a:xfrm>
              <a:off x="2598395" y="1730373"/>
              <a:ext cx="54" cy="244"/>
            </a:xfrm>
            <a:custGeom>
              <a:rect b="b" l="l" r="r" t="t"/>
              <a:pathLst>
                <a:path extrusionOk="0" h="18" w="4">
                  <a:moveTo>
                    <a:pt x="4" y="0"/>
                  </a:moveTo>
                  <a:lnTo>
                    <a:pt x="4" y="0"/>
                  </a:lnTo>
                  <a:cubicBezTo>
                    <a:pt x="4" y="7"/>
                    <a:pt x="0" y="11"/>
                    <a:pt x="0" y="18"/>
                  </a:cubicBezTo>
                  <a:cubicBezTo>
                    <a:pt x="4" y="11"/>
                    <a:pt x="4"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2" name="Google Shape;7642;p129"/>
            <p:cNvSpPr/>
            <p:nvPr/>
          </p:nvSpPr>
          <p:spPr>
            <a:xfrm>
              <a:off x="2598531" y="1729463"/>
              <a:ext cx="14" cy="109"/>
            </a:xfrm>
            <a:custGeom>
              <a:rect b="b" l="l" r="r" t="t"/>
              <a:pathLst>
                <a:path extrusionOk="0" h="8" w="1">
                  <a:moveTo>
                    <a:pt x="1" y="1"/>
                  </a:moveTo>
                  <a:lnTo>
                    <a:pt x="1" y="8"/>
                  </a:lnTo>
                  <a:cubicBezTo>
                    <a:pt x="1" y="8"/>
                    <a:pt x="1"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3" name="Google Shape;7643;p129"/>
            <p:cNvSpPr/>
            <p:nvPr/>
          </p:nvSpPr>
          <p:spPr>
            <a:xfrm>
              <a:off x="2609176" y="1723815"/>
              <a:ext cx="1113" cy="679"/>
            </a:xfrm>
            <a:custGeom>
              <a:rect b="b" l="l" r="r" t="t"/>
              <a:pathLst>
                <a:path extrusionOk="0" h="50" w="82">
                  <a:moveTo>
                    <a:pt x="81" y="49"/>
                  </a:moveTo>
                  <a:cubicBezTo>
                    <a:pt x="57" y="32"/>
                    <a:pt x="29" y="14"/>
                    <a:pt x="1" y="0"/>
                  </a:cubicBezTo>
                  <a:cubicBezTo>
                    <a:pt x="29" y="14"/>
                    <a:pt x="57" y="32"/>
                    <a:pt x="81" y="4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4" name="Google Shape;7644;p129"/>
            <p:cNvSpPr/>
            <p:nvPr/>
          </p:nvSpPr>
          <p:spPr>
            <a:xfrm>
              <a:off x="2597825" y="1732030"/>
              <a:ext cx="109" cy="258"/>
            </a:xfrm>
            <a:custGeom>
              <a:rect b="b" l="l" r="r" t="t"/>
              <a:pathLst>
                <a:path extrusionOk="0" h="19" w="8">
                  <a:moveTo>
                    <a:pt x="7"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5" name="Google Shape;7645;p129"/>
            <p:cNvSpPr/>
            <p:nvPr/>
          </p:nvSpPr>
          <p:spPr>
            <a:xfrm>
              <a:off x="2643975" y="1710455"/>
              <a:ext cx="14" cy="14"/>
            </a:xfrm>
            <a:custGeom>
              <a:rect b="b" l="l" r="r" t="t"/>
              <a:pathLst>
                <a:path extrusionOk="0" h="1" w="1">
                  <a:moveTo>
                    <a:pt x="0"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6" name="Google Shape;7646;p129"/>
            <p:cNvSpPr/>
            <p:nvPr/>
          </p:nvSpPr>
          <p:spPr>
            <a:xfrm>
              <a:off x="2598490" y="1729898"/>
              <a:ext cx="14" cy="204"/>
            </a:xfrm>
            <a:custGeom>
              <a:rect b="b" l="l" r="r" t="t"/>
              <a:pathLst>
                <a:path extrusionOk="0" h="15" w="1">
                  <a:moveTo>
                    <a:pt x="0" y="0"/>
                  </a:moveTo>
                  <a:lnTo>
                    <a:pt x="0" y="14"/>
                  </a:lnTo>
                  <a:cubicBezTo>
                    <a:pt x="0" y="11"/>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7" name="Google Shape;7647;p129"/>
            <p:cNvSpPr/>
            <p:nvPr/>
          </p:nvSpPr>
          <p:spPr>
            <a:xfrm>
              <a:off x="2598056" y="1731459"/>
              <a:ext cx="109" cy="299"/>
            </a:xfrm>
            <a:custGeom>
              <a:rect b="b" l="l" r="r" t="t"/>
              <a:pathLst>
                <a:path extrusionOk="0" h="22" w="8">
                  <a:moveTo>
                    <a:pt x="8" y="1"/>
                  </a:moveTo>
                  <a:lnTo>
                    <a:pt x="8" y="1"/>
                  </a:lnTo>
                  <a:cubicBezTo>
                    <a:pt x="4" y="8"/>
                    <a:pt x="4" y="15"/>
                    <a:pt x="1" y="22"/>
                  </a:cubicBezTo>
                  <a:cubicBezTo>
                    <a:pt x="4" y="15"/>
                    <a:pt x="8" y="8"/>
                    <a:pt x="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8" name="Google Shape;7648;p129"/>
            <p:cNvSpPr/>
            <p:nvPr/>
          </p:nvSpPr>
          <p:spPr>
            <a:xfrm>
              <a:off x="2598246" y="1730943"/>
              <a:ext cx="109" cy="244"/>
            </a:xfrm>
            <a:custGeom>
              <a:rect b="b" l="l" r="r" t="t"/>
              <a:pathLst>
                <a:path extrusionOk="0" h="18" w="8">
                  <a:moveTo>
                    <a:pt x="8" y="0"/>
                  </a:moveTo>
                  <a:lnTo>
                    <a:pt x="8" y="0"/>
                  </a:lnTo>
                  <a:cubicBezTo>
                    <a:pt x="4" y="4"/>
                    <a:pt x="4" y="11"/>
                    <a:pt x="1" y="18"/>
                  </a:cubicBezTo>
                  <a:cubicBezTo>
                    <a:pt x="4" y="11"/>
                    <a:pt x="8" y="4"/>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9" name="Google Shape;7649;p129"/>
            <p:cNvSpPr/>
            <p:nvPr/>
          </p:nvSpPr>
          <p:spPr>
            <a:xfrm>
              <a:off x="2597485" y="1732600"/>
              <a:ext cx="163" cy="258"/>
            </a:xfrm>
            <a:custGeom>
              <a:rect b="b" l="l" r="r" t="t"/>
              <a:pathLst>
                <a:path extrusionOk="0" h="19" w="12">
                  <a:moveTo>
                    <a:pt x="11" y="1"/>
                  </a:moveTo>
                  <a:cubicBezTo>
                    <a:pt x="8" y="8"/>
                    <a:pt x="4" y="15"/>
                    <a:pt x="1" y="18"/>
                  </a:cubicBezTo>
                  <a:cubicBezTo>
                    <a:pt x="4" y="15"/>
                    <a:pt x="8" y="8"/>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0" name="Google Shape;7650;p129"/>
            <p:cNvSpPr/>
            <p:nvPr/>
          </p:nvSpPr>
          <p:spPr>
            <a:xfrm>
              <a:off x="2645156" y="1707604"/>
              <a:ext cx="14" cy="434"/>
            </a:xfrm>
            <a:custGeom>
              <a:rect b="b" l="l" r="r" t="t"/>
              <a:pathLst>
                <a:path extrusionOk="0" h="32" w="1">
                  <a:moveTo>
                    <a:pt x="1" y="32"/>
                  </a:moveTo>
                  <a:lnTo>
                    <a:pt x="1" y="0"/>
                  </a:lnTo>
                  <a:lnTo>
                    <a:pt x="1" y="0"/>
                  </a:lnTo>
                  <a:lnTo>
                    <a:pt x="1"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1" name="Google Shape;7651;p129"/>
            <p:cNvSpPr/>
            <p:nvPr/>
          </p:nvSpPr>
          <p:spPr>
            <a:xfrm>
              <a:off x="2625441" y="1716633"/>
              <a:ext cx="6612" cy="4141"/>
            </a:xfrm>
            <a:custGeom>
              <a:rect b="b" l="l" r="r" t="t"/>
              <a:pathLst>
                <a:path extrusionOk="0" h="305" w="487">
                  <a:moveTo>
                    <a:pt x="0" y="280"/>
                  </a:moveTo>
                  <a:cubicBezTo>
                    <a:pt x="298" y="305"/>
                    <a:pt x="420" y="133"/>
                    <a:pt x="487" y="0"/>
                  </a:cubicBezTo>
                  <a:cubicBezTo>
                    <a:pt x="420" y="133"/>
                    <a:pt x="298" y="305"/>
                    <a:pt x="0" y="28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2" name="Google Shape;7652;p129"/>
            <p:cNvSpPr/>
            <p:nvPr/>
          </p:nvSpPr>
          <p:spPr>
            <a:xfrm>
              <a:off x="2627437" y="1766639"/>
              <a:ext cx="109" cy="109"/>
            </a:xfrm>
            <a:custGeom>
              <a:rect b="b" l="l" r="r" t="t"/>
              <a:pathLst>
                <a:path extrusionOk="0" h="8" w="8">
                  <a:moveTo>
                    <a:pt x="0" y="7"/>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3" name="Google Shape;7653;p129"/>
            <p:cNvSpPr/>
            <p:nvPr/>
          </p:nvSpPr>
          <p:spPr>
            <a:xfrm>
              <a:off x="2629094" y="176525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4" name="Google Shape;7654;p129"/>
            <p:cNvSpPr/>
            <p:nvPr/>
          </p:nvSpPr>
          <p:spPr>
            <a:xfrm>
              <a:off x="2635896" y="1762742"/>
              <a:ext cx="7658" cy="4576"/>
            </a:xfrm>
            <a:custGeom>
              <a:rect b="b" l="l" r="r" t="t"/>
              <a:pathLst>
                <a:path extrusionOk="0" h="337" w="564">
                  <a:moveTo>
                    <a:pt x="0" y="0"/>
                  </a:moveTo>
                  <a:lnTo>
                    <a:pt x="0" y="0"/>
                  </a:lnTo>
                  <a:cubicBezTo>
                    <a:pt x="158" y="11"/>
                    <a:pt x="410" y="175"/>
                    <a:pt x="564" y="336"/>
                  </a:cubicBezTo>
                  <a:cubicBezTo>
                    <a:pt x="410" y="175"/>
                    <a:pt x="158"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5" name="Google Shape;7655;p129"/>
            <p:cNvSpPr/>
            <p:nvPr/>
          </p:nvSpPr>
          <p:spPr>
            <a:xfrm>
              <a:off x="2634701" y="176283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6" name="Google Shape;7656;p129"/>
            <p:cNvSpPr/>
            <p:nvPr/>
          </p:nvSpPr>
          <p:spPr>
            <a:xfrm>
              <a:off x="2634701" y="1780759"/>
              <a:ext cx="679" cy="54"/>
            </a:xfrm>
            <a:custGeom>
              <a:rect b="b" l="l" r="r" t="t"/>
              <a:pathLst>
                <a:path extrusionOk="0" h="4" w="50">
                  <a:moveTo>
                    <a:pt x="50"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7" name="Google Shape;7657;p129"/>
            <p:cNvSpPr/>
            <p:nvPr/>
          </p:nvSpPr>
          <p:spPr>
            <a:xfrm>
              <a:off x="2644925" y="1769055"/>
              <a:ext cx="530" cy="1969"/>
            </a:xfrm>
            <a:custGeom>
              <a:rect b="b" l="l" r="r" t="t"/>
              <a:pathLst>
                <a:path extrusionOk="0" h="145" w="39">
                  <a:moveTo>
                    <a:pt x="25" y="144"/>
                  </a:moveTo>
                  <a:cubicBezTo>
                    <a:pt x="39" y="95"/>
                    <a:pt x="28" y="43"/>
                    <a:pt x="0" y="1"/>
                  </a:cubicBezTo>
                  <a:cubicBezTo>
                    <a:pt x="28" y="43"/>
                    <a:pt x="39" y="95"/>
                    <a:pt x="25" y="14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8" name="Google Shape;7658;p129"/>
            <p:cNvSpPr/>
            <p:nvPr/>
          </p:nvSpPr>
          <p:spPr>
            <a:xfrm>
              <a:off x="2635421" y="1780705"/>
              <a:ext cx="625" cy="68"/>
            </a:xfrm>
            <a:custGeom>
              <a:rect b="b" l="l" r="r" t="t"/>
              <a:pathLst>
                <a:path extrusionOk="0" h="5" w="46">
                  <a:moveTo>
                    <a:pt x="46"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9" name="Google Shape;7659;p129"/>
            <p:cNvSpPr/>
            <p:nvPr/>
          </p:nvSpPr>
          <p:spPr>
            <a:xfrm>
              <a:off x="2636127" y="1780610"/>
              <a:ext cx="543" cy="68"/>
            </a:xfrm>
            <a:custGeom>
              <a:rect b="b" l="l" r="r" t="t"/>
              <a:pathLst>
                <a:path extrusionOk="0" h="5" w="40">
                  <a:moveTo>
                    <a:pt x="39"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0" name="Google Shape;7660;p129"/>
            <p:cNvSpPr/>
            <p:nvPr/>
          </p:nvSpPr>
          <p:spPr>
            <a:xfrm>
              <a:off x="2635272" y="176274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1" name="Google Shape;7661;p129"/>
            <p:cNvSpPr/>
            <p:nvPr/>
          </p:nvSpPr>
          <p:spPr>
            <a:xfrm>
              <a:off x="2636751" y="1780474"/>
              <a:ext cx="489" cy="109"/>
            </a:xfrm>
            <a:custGeom>
              <a:rect b="b" l="l" r="r" t="t"/>
              <a:pathLst>
                <a:path extrusionOk="0" h="8" w="36">
                  <a:moveTo>
                    <a:pt x="35"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2" name="Google Shape;7662;p129"/>
            <p:cNvSpPr/>
            <p:nvPr/>
          </p:nvSpPr>
          <p:spPr>
            <a:xfrm>
              <a:off x="2963060" y="1726992"/>
              <a:ext cx="109" cy="204"/>
            </a:xfrm>
            <a:custGeom>
              <a:rect b="b" l="l" r="r" t="t"/>
              <a:pathLst>
                <a:path extrusionOk="0" h="15" w="8">
                  <a:moveTo>
                    <a:pt x="8"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3" name="Google Shape;7663;p129"/>
            <p:cNvSpPr/>
            <p:nvPr/>
          </p:nvSpPr>
          <p:spPr>
            <a:xfrm>
              <a:off x="2962449" y="1728038"/>
              <a:ext cx="149" cy="258"/>
            </a:xfrm>
            <a:custGeom>
              <a:rect b="b" l="l" r="r" t="t"/>
              <a:pathLst>
                <a:path extrusionOk="0" h="19" w="11">
                  <a:moveTo>
                    <a:pt x="11"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4" name="Google Shape;7664;p129"/>
            <p:cNvSpPr/>
            <p:nvPr/>
          </p:nvSpPr>
          <p:spPr>
            <a:xfrm>
              <a:off x="3013201" y="1703272"/>
              <a:ext cx="299" cy="109"/>
            </a:xfrm>
            <a:custGeom>
              <a:rect b="b" l="l" r="r" t="t"/>
              <a:pathLst>
                <a:path extrusionOk="0" h="8" w="22">
                  <a:moveTo>
                    <a:pt x="22"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5" name="Google Shape;7665;p129"/>
            <p:cNvSpPr/>
            <p:nvPr/>
          </p:nvSpPr>
          <p:spPr>
            <a:xfrm>
              <a:off x="2963684" y="1726286"/>
              <a:ext cx="109" cy="149"/>
            </a:xfrm>
            <a:custGeom>
              <a:rect b="b" l="l" r="r" t="t"/>
              <a:pathLst>
                <a:path extrusionOk="0" h="11" w="8">
                  <a:moveTo>
                    <a:pt x="0" y="11"/>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6" name="Google Shape;7666;p129"/>
            <p:cNvSpPr/>
            <p:nvPr/>
          </p:nvSpPr>
          <p:spPr>
            <a:xfrm>
              <a:off x="2962204" y="1728662"/>
              <a:ext cx="109" cy="244"/>
            </a:xfrm>
            <a:custGeom>
              <a:rect b="b" l="l" r="r" t="t"/>
              <a:pathLst>
                <a:path extrusionOk="0" h="18" w="8">
                  <a:moveTo>
                    <a:pt x="8" y="0"/>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7" name="Google Shape;7667;p129"/>
            <p:cNvSpPr/>
            <p:nvPr/>
          </p:nvSpPr>
          <p:spPr>
            <a:xfrm>
              <a:off x="2962774" y="1727468"/>
              <a:ext cx="109" cy="258"/>
            </a:xfrm>
            <a:custGeom>
              <a:rect b="b" l="l" r="r" t="t"/>
              <a:pathLst>
                <a:path extrusionOk="0" h="19" w="8">
                  <a:moveTo>
                    <a:pt x="8" y="1"/>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8" name="Google Shape;7668;p129"/>
            <p:cNvSpPr/>
            <p:nvPr/>
          </p:nvSpPr>
          <p:spPr>
            <a:xfrm>
              <a:off x="3012536" y="1703177"/>
              <a:ext cx="258" cy="68"/>
            </a:xfrm>
            <a:custGeom>
              <a:rect b="b" l="l" r="r" t="t"/>
              <a:pathLst>
                <a:path extrusionOk="0" h="5" w="19">
                  <a:moveTo>
                    <a:pt x="18"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9" name="Google Shape;7669;p129"/>
            <p:cNvSpPr/>
            <p:nvPr/>
          </p:nvSpPr>
          <p:spPr>
            <a:xfrm>
              <a:off x="2963345" y="1726612"/>
              <a:ext cx="163" cy="163"/>
            </a:xfrm>
            <a:custGeom>
              <a:rect b="b" l="l" r="r" t="t"/>
              <a:pathLst>
                <a:path extrusionOk="0" h="12" w="12">
                  <a:moveTo>
                    <a:pt x="11"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0" name="Google Shape;7670;p129"/>
            <p:cNvSpPr/>
            <p:nvPr/>
          </p:nvSpPr>
          <p:spPr>
            <a:xfrm>
              <a:off x="2964010" y="1726042"/>
              <a:ext cx="109" cy="68"/>
            </a:xfrm>
            <a:custGeom>
              <a:rect b="b" l="l" r="r" t="t"/>
              <a:pathLst>
                <a:path extrusionOk="0" h="5" w="8">
                  <a:moveTo>
                    <a:pt x="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1" name="Google Shape;7671;p129"/>
            <p:cNvSpPr/>
            <p:nvPr/>
          </p:nvSpPr>
          <p:spPr>
            <a:xfrm>
              <a:off x="3009685" y="1703082"/>
              <a:ext cx="1344" cy="394"/>
            </a:xfrm>
            <a:custGeom>
              <a:rect b="b" l="l" r="r" t="t"/>
              <a:pathLst>
                <a:path extrusionOk="0" h="29" w="99">
                  <a:moveTo>
                    <a:pt x="1" y="1"/>
                  </a:moveTo>
                  <a:cubicBezTo>
                    <a:pt x="32" y="22"/>
                    <a:pt x="67" y="29"/>
                    <a:pt x="99" y="22"/>
                  </a:cubicBezTo>
                  <a:cubicBezTo>
                    <a:pt x="67" y="29"/>
                    <a:pt x="32" y="22"/>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2" name="Google Shape;7672;p129"/>
            <p:cNvSpPr/>
            <p:nvPr/>
          </p:nvSpPr>
          <p:spPr>
            <a:xfrm>
              <a:off x="3011966" y="170317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3" name="Google Shape;7673;p129"/>
            <p:cNvSpPr/>
            <p:nvPr/>
          </p:nvSpPr>
          <p:spPr>
            <a:xfrm>
              <a:off x="2991532" y="1712492"/>
              <a:ext cx="353" cy="1398"/>
            </a:xfrm>
            <a:custGeom>
              <a:rect b="b" l="l" r="r" t="t"/>
              <a:pathLst>
                <a:path extrusionOk="0" h="103" w="26">
                  <a:moveTo>
                    <a:pt x="25" y="102"/>
                  </a:moveTo>
                  <a:cubicBezTo>
                    <a:pt x="11" y="71"/>
                    <a:pt x="1" y="36"/>
                    <a:pt x="1" y="1"/>
                  </a:cubicBezTo>
                  <a:cubicBezTo>
                    <a:pt x="1" y="36"/>
                    <a:pt x="11" y="71"/>
                    <a:pt x="25" y="10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4" name="Google Shape;7674;p129"/>
            <p:cNvSpPr/>
            <p:nvPr/>
          </p:nvSpPr>
          <p:spPr>
            <a:xfrm>
              <a:off x="3011070" y="1703327"/>
              <a:ext cx="339" cy="54"/>
            </a:xfrm>
            <a:custGeom>
              <a:rect b="b" l="l" r="r" t="t"/>
              <a:pathLst>
                <a:path extrusionOk="0" h="4" w="25">
                  <a:moveTo>
                    <a:pt x="25" y="0"/>
                  </a:moveTo>
                  <a:cubicBezTo>
                    <a:pt x="14" y="0"/>
                    <a:pt x="7" y="4"/>
                    <a:pt x="0" y="4"/>
                  </a:cubicBezTo>
                  <a:cubicBezTo>
                    <a:pt x="7" y="4"/>
                    <a:pt x="14" y="0"/>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5" name="Google Shape;7675;p129"/>
            <p:cNvSpPr/>
            <p:nvPr/>
          </p:nvSpPr>
          <p:spPr>
            <a:xfrm>
              <a:off x="2650343" y="181141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6" name="Google Shape;7676;p129"/>
            <p:cNvSpPr/>
            <p:nvPr/>
          </p:nvSpPr>
          <p:spPr>
            <a:xfrm>
              <a:off x="2650723" y="1811322"/>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7" name="Google Shape;7677;p129"/>
            <p:cNvSpPr/>
            <p:nvPr/>
          </p:nvSpPr>
          <p:spPr>
            <a:xfrm>
              <a:off x="2698067" y="1830086"/>
              <a:ext cx="299" cy="14"/>
            </a:xfrm>
            <a:custGeom>
              <a:rect b="b" l="l" r="r" t="t"/>
              <a:pathLst>
                <a:path extrusionOk="0" h="1" w="22">
                  <a:moveTo>
                    <a:pt x="0" y="1"/>
                  </a:moveTo>
                  <a:lnTo>
                    <a:pt x="2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8" name="Google Shape;7678;p129"/>
            <p:cNvSpPr/>
            <p:nvPr/>
          </p:nvSpPr>
          <p:spPr>
            <a:xfrm>
              <a:off x="2651008" y="1811227"/>
              <a:ext cx="14" cy="14"/>
            </a:xfrm>
            <a:custGeom>
              <a:rect b="b" l="l" r="r" t="t"/>
              <a:pathLst>
                <a:path extrusionOk="0" h="1" w="1">
                  <a:moveTo>
                    <a:pt x="0"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9" name="Google Shape;7679;p129"/>
            <p:cNvSpPr/>
            <p:nvPr/>
          </p:nvSpPr>
          <p:spPr>
            <a:xfrm>
              <a:off x="2651198" y="181113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0" name="Google Shape;7680;p129"/>
            <p:cNvSpPr/>
            <p:nvPr/>
          </p:nvSpPr>
          <p:spPr>
            <a:xfrm>
              <a:off x="2649012" y="181160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1" name="Google Shape;7681;p129"/>
            <p:cNvSpPr/>
            <p:nvPr/>
          </p:nvSpPr>
          <p:spPr>
            <a:xfrm>
              <a:off x="2649487" y="1811553"/>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2" name="Google Shape;7682;p129"/>
            <p:cNvSpPr/>
            <p:nvPr/>
          </p:nvSpPr>
          <p:spPr>
            <a:xfrm>
              <a:off x="2649962" y="181145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3" name="Google Shape;7683;p129"/>
            <p:cNvSpPr/>
            <p:nvPr/>
          </p:nvSpPr>
          <p:spPr>
            <a:xfrm>
              <a:off x="2787041" y="1879305"/>
              <a:ext cx="2634" cy="421"/>
            </a:xfrm>
            <a:custGeom>
              <a:rect b="b" l="l" r="r" t="t"/>
              <a:pathLst>
                <a:path extrusionOk="0" h="31" w="194">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4" name="Google Shape;7684;p129"/>
            <p:cNvSpPr/>
            <p:nvPr/>
          </p:nvSpPr>
          <p:spPr>
            <a:xfrm>
              <a:off x="2774414" y="1867642"/>
              <a:ext cx="3326" cy="1629"/>
            </a:xfrm>
            <a:custGeom>
              <a:rect b="b" l="l" r="r" t="t"/>
              <a:pathLst>
                <a:path extrusionOk="0" h="120" w="245">
                  <a:moveTo>
                    <a:pt x="0" y="1"/>
                  </a:moveTo>
                  <a:lnTo>
                    <a:pt x="0" y="1"/>
                  </a:lnTo>
                  <a:cubicBezTo>
                    <a:pt x="115" y="11"/>
                    <a:pt x="199" y="53"/>
                    <a:pt x="245" y="120"/>
                  </a:cubicBezTo>
                  <a:cubicBezTo>
                    <a:pt x="203" y="53"/>
                    <a:pt x="115" y="1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5" name="Google Shape;7685;p129"/>
            <p:cNvSpPr/>
            <p:nvPr/>
          </p:nvSpPr>
          <p:spPr>
            <a:xfrm>
              <a:off x="2764774" y="1848443"/>
              <a:ext cx="5322" cy="8757"/>
            </a:xfrm>
            <a:custGeom>
              <a:rect b="b" l="l" r="r" t="t"/>
              <a:pathLst>
                <a:path extrusionOk="0" h="645" w="392">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6" name="Google Shape;7686;p129"/>
            <p:cNvSpPr/>
            <p:nvPr/>
          </p:nvSpPr>
          <p:spPr>
            <a:xfrm>
              <a:off x="2771603" y="1838694"/>
              <a:ext cx="1765" cy="8051"/>
            </a:xfrm>
            <a:custGeom>
              <a:rect b="b" l="l" r="r" t="t"/>
              <a:pathLst>
                <a:path extrusionOk="0" h="593" w="130">
                  <a:moveTo>
                    <a:pt x="0" y="592"/>
                  </a:moveTo>
                  <a:cubicBezTo>
                    <a:pt x="130" y="407"/>
                    <a:pt x="112" y="193"/>
                    <a:pt x="95" y="1"/>
                  </a:cubicBezTo>
                  <a:cubicBezTo>
                    <a:pt x="112" y="193"/>
                    <a:pt x="130" y="407"/>
                    <a:pt x="0" y="59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7" name="Google Shape;7687;p129"/>
            <p:cNvSpPr/>
            <p:nvPr/>
          </p:nvSpPr>
          <p:spPr>
            <a:xfrm>
              <a:off x="2786661" y="1879766"/>
              <a:ext cx="394" cy="149"/>
            </a:xfrm>
            <a:custGeom>
              <a:rect b="b" l="l" r="r" t="t"/>
              <a:pathLst>
                <a:path extrusionOk="0" h="11" w="29">
                  <a:moveTo>
                    <a:pt x="1" y="11"/>
                  </a:moveTo>
                  <a:lnTo>
                    <a:pt x="2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8" name="Google Shape;7688;p129"/>
            <p:cNvSpPr/>
            <p:nvPr/>
          </p:nvSpPr>
          <p:spPr>
            <a:xfrm>
              <a:off x="2761230" y="1825999"/>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9" name="Google Shape;7689;p129"/>
            <p:cNvSpPr/>
            <p:nvPr/>
          </p:nvSpPr>
          <p:spPr>
            <a:xfrm>
              <a:off x="2761474" y="1825864"/>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0" name="Google Shape;7690;p129"/>
            <p:cNvSpPr/>
            <p:nvPr/>
          </p:nvSpPr>
          <p:spPr>
            <a:xfrm>
              <a:off x="2761705" y="1825769"/>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1" name="Google Shape;7691;p129"/>
            <p:cNvSpPr/>
            <p:nvPr/>
          </p:nvSpPr>
          <p:spPr>
            <a:xfrm>
              <a:off x="2760945" y="1826149"/>
              <a:ext cx="68" cy="54"/>
            </a:xfrm>
            <a:custGeom>
              <a:rect b="b" l="l" r="r" t="t"/>
              <a:pathLst>
                <a:path extrusionOk="0" h="4" w="5">
                  <a:moveTo>
                    <a:pt x="4" y="0"/>
                  </a:moveTo>
                  <a:lnTo>
                    <a:pt x="1" y="4"/>
                  </a:ln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2" name="Google Shape;7692;p129"/>
            <p:cNvSpPr/>
            <p:nvPr/>
          </p:nvSpPr>
          <p:spPr>
            <a:xfrm>
              <a:off x="2704530" y="1833793"/>
              <a:ext cx="54" cy="68"/>
            </a:xfrm>
            <a:custGeom>
              <a:rect b="b" l="l" r="r" t="t"/>
              <a:pathLst>
                <a:path extrusionOk="0" h="5" w="4">
                  <a:moveTo>
                    <a:pt x="4" y="1"/>
                  </a:moveTo>
                  <a:lnTo>
                    <a:pt x="0" y="4"/>
                  </a:ln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3" name="Google Shape;7693;p129"/>
            <p:cNvSpPr/>
            <p:nvPr/>
          </p:nvSpPr>
          <p:spPr>
            <a:xfrm>
              <a:off x="2712894" y="1827004"/>
              <a:ext cx="4766" cy="1724"/>
            </a:xfrm>
            <a:custGeom>
              <a:rect b="b" l="l" r="r" t="t"/>
              <a:pathLst>
                <a:path extrusionOk="0" h="127" w="351">
                  <a:moveTo>
                    <a:pt x="1" y="0"/>
                  </a:moveTo>
                  <a:cubicBezTo>
                    <a:pt x="102" y="4"/>
                    <a:pt x="214" y="56"/>
                    <a:pt x="351" y="126"/>
                  </a:cubicBezTo>
                  <a:cubicBezTo>
                    <a:pt x="214" y="56"/>
                    <a:pt x="102"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4" name="Google Shape;7694;p129"/>
            <p:cNvSpPr/>
            <p:nvPr/>
          </p:nvSpPr>
          <p:spPr>
            <a:xfrm>
              <a:off x="2719126" y="1828946"/>
              <a:ext cx="964" cy="163"/>
            </a:xfrm>
            <a:custGeom>
              <a:rect b="b" l="l" r="r" t="t"/>
              <a:pathLst>
                <a:path extrusionOk="0" h="12" w="71">
                  <a:moveTo>
                    <a:pt x="70" y="1"/>
                  </a:moveTo>
                  <a:cubicBezTo>
                    <a:pt x="46" y="4"/>
                    <a:pt x="25" y="8"/>
                    <a:pt x="0" y="11"/>
                  </a:cubicBezTo>
                  <a:cubicBezTo>
                    <a:pt x="25" y="8"/>
                    <a:pt x="46" y="4"/>
                    <a:pt x="7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5" name="Google Shape;7695;p129"/>
            <p:cNvSpPr/>
            <p:nvPr/>
          </p:nvSpPr>
          <p:spPr>
            <a:xfrm>
              <a:off x="2724204" y="1829570"/>
              <a:ext cx="258" cy="149"/>
            </a:xfrm>
            <a:custGeom>
              <a:rect b="b" l="l" r="r" t="t"/>
              <a:pathLst>
                <a:path extrusionOk="0" h="11" w="19">
                  <a:moveTo>
                    <a:pt x="1" y="0"/>
                  </a:moveTo>
                  <a:lnTo>
                    <a:pt x="1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6" name="Google Shape;7696;p129"/>
            <p:cNvSpPr/>
            <p:nvPr/>
          </p:nvSpPr>
          <p:spPr>
            <a:xfrm>
              <a:off x="2722208" y="1828851"/>
              <a:ext cx="204" cy="68"/>
            </a:xfrm>
            <a:custGeom>
              <a:rect b="b" l="l" r="r" t="t"/>
              <a:pathLst>
                <a:path extrusionOk="0" h="5" w="15">
                  <a:moveTo>
                    <a:pt x="1" y="1"/>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7" name="Google Shape;7697;p129"/>
            <p:cNvSpPr/>
            <p:nvPr/>
          </p:nvSpPr>
          <p:spPr>
            <a:xfrm>
              <a:off x="2724679" y="1829855"/>
              <a:ext cx="204" cy="149"/>
            </a:xfrm>
            <a:custGeom>
              <a:rect b="b" l="l" r="r" t="t"/>
              <a:pathLst>
                <a:path extrusionOk="0" h="11" w="15">
                  <a:moveTo>
                    <a:pt x="1" y="0"/>
                  </a:moveTo>
                  <a:lnTo>
                    <a:pt x="15"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8" name="Google Shape;7698;p129"/>
            <p:cNvSpPr/>
            <p:nvPr/>
          </p:nvSpPr>
          <p:spPr>
            <a:xfrm>
              <a:off x="2720593" y="1828905"/>
              <a:ext cx="204" cy="14"/>
            </a:xfrm>
            <a:custGeom>
              <a:rect b="b" l="l" r="r" t="t"/>
              <a:pathLst>
                <a:path extrusionOk="0" h="1" w="15">
                  <a:moveTo>
                    <a:pt x="1" y="0"/>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9" name="Google Shape;7699;p129"/>
            <p:cNvSpPr/>
            <p:nvPr/>
          </p:nvSpPr>
          <p:spPr>
            <a:xfrm>
              <a:off x="2720077" y="1828905"/>
              <a:ext cx="489" cy="54"/>
            </a:xfrm>
            <a:custGeom>
              <a:rect b="b" l="l" r="r" t="t"/>
              <a:pathLst>
                <a:path extrusionOk="0" h="4" w="36">
                  <a:moveTo>
                    <a:pt x="0" y="4"/>
                  </a:moveTo>
                  <a:lnTo>
                    <a:pt x="3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0" name="Google Shape;7700;p129"/>
            <p:cNvSpPr/>
            <p:nvPr/>
          </p:nvSpPr>
          <p:spPr>
            <a:xfrm>
              <a:off x="2722588" y="1828946"/>
              <a:ext cx="204" cy="68"/>
            </a:xfrm>
            <a:custGeom>
              <a:rect b="b" l="l" r="r" t="t"/>
              <a:pathLst>
                <a:path extrusionOk="0" h="5" w="15">
                  <a:moveTo>
                    <a:pt x="1" y="1"/>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1" name="Google Shape;7701;p129"/>
            <p:cNvSpPr/>
            <p:nvPr/>
          </p:nvSpPr>
          <p:spPr>
            <a:xfrm>
              <a:off x="2723349" y="1829190"/>
              <a:ext cx="204" cy="54"/>
            </a:xfrm>
            <a:custGeom>
              <a:rect b="b" l="l" r="r" t="t"/>
              <a:pathLst>
                <a:path extrusionOk="0" h="4" w="15">
                  <a:moveTo>
                    <a:pt x="1" y="0"/>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2" name="Google Shape;7702;p129"/>
            <p:cNvSpPr/>
            <p:nvPr/>
          </p:nvSpPr>
          <p:spPr>
            <a:xfrm>
              <a:off x="2722969" y="1829041"/>
              <a:ext cx="204" cy="68"/>
            </a:xfrm>
            <a:custGeom>
              <a:rect b="b" l="l" r="r" t="t"/>
              <a:pathLst>
                <a:path extrusionOk="0" h="5" w="15">
                  <a:moveTo>
                    <a:pt x="1" y="1"/>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3" name="Google Shape;7703;p129"/>
            <p:cNvSpPr/>
            <p:nvPr/>
          </p:nvSpPr>
          <p:spPr>
            <a:xfrm>
              <a:off x="2723783" y="1829380"/>
              <a:ext cx="204" cy="109"/>
            </a:xfrm>
            <a:custGeom>
              <a:rect b="b" l="l" r="r" t="t"/>
              <a:pathLst>
                <a:path extrusionOk="0" h="8" w="15">
                  <a:moveTo>
                    <a:pt x="0" y="0"/>
                  </a:moveTo>
                  <a:lnTo>
                    <a:pt x="14"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4" name="Google Shape;7704;p129"/>
            <p:cNvSpPr/>
            <p:nvPr/>
          </p:nvSpPr>
          <p:spPr>
            <a:xfrm>
              <a:off x="2720878" y="1828851"/>
              <a:ext cx="204" cy="14"/>
            </a:xfrm>
            <a:custGeom>
              <a:rect b="b" l="l" r="r" t="t"/>
              <a:pathLst>
                <a:path extrusionOk="0" h="1" w="15">
                  <a:moveTo>
                    <a:pt x="1"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5" name="Google Shape;7705;p129"/>
            <p:cNvSpPr/>
            <p:nvPr/>
          </p:nvSpPr>
          <p:spPr>
            <a:xfrm>
              <a:off x="2721217" y="1828810"/>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6" name="Google Shape;7706;p129"/>
            <p:cNvSpPr/>
            <p:nvPr/>
          </p:nvSpPr>
          <p:spPr>
            <a:xfrm>
              <a:off x="2721882" y="1828810"/>
              <a:ext cx="149" cy="14"/>
            </a:xfrm>
            <a:custGeom>
              <a:rect b="b" l="l" r="r" t="t"/>
              <a:pathLst>
                <a:path extrusionOk="0" h="1" w="11">
                  <a:moveTo>
                    <a:pt x="0"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7" name="Google Shape;7707;p129"/>
            <p:cNvSpPr/>
            <p:nvPr/>
          </p:nvSpPr>
          <p:spPr>
            <a:xfrm>
              <a:off x="2725155" y="1830181"/>
              <a:ext cx="258" cy="163"/>
            </a:xfrm>
            <a:custGeom>
              <a:rect b="b" l="l" r="r" t="t"/>
              <a:pathLst>
                <a:path extrusionOk="0" h="12" w="19">
                  <a:moveTo>
                    <a:pt x="1" y="1"/>
                  </a:moveTo>
                  <a:lnTo>
                    <a:pt x="1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8" name="Google Shape;7708;p129"/>
            <p:cNvSpPr/>
            <p:nvPr/>
          </p:nvSpPr>
          <p:spPr>
            <a:xfrm>
              <a:off x="2721543" y="182881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9" name="Google Shape;7709;p129"/>
            <p:cNvSpPr/>
            <p:nvPr/>
          </p:nvSpPr>
          <p:spPr>
            <a:xfrm>
              <a:off x="2725630" y="1830616"/>
              <a:ext cx="258" cy="204"/>
            </a:xfrm>
            <a:custGeom>
              <a:rect b="b" l="l" r="r" t="t"/>
              <a:pathLst>
                <a:path extrusionOk="0" h="15" w="19">
                  <a:moveTo>
                    <a:pt x="1" y="0"/>
                  </a:moveTo>
                  <a:lnTo>
                    <a:pt x="18"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0" name="Google Shape;7710;p129"/>
            <p:cNvSpPr/>
            <p:nvPr/>
          </p:nvSpPr>
          <p:spPr>
            <a:xfrm>
              <a:off x="2704530" y="183388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1" name="Google Shape;7711;p129"/>
            <p:cNvSpPr/>
            <p:nvPr/>
          </p:nvSpPr>
          <p:spPr>
            <a:xfrm>
              <a:off x="2801976" y="1871403"/>
              <a:ext cx="109" cy="54"/>
            </a:xfrm>
            <a:custGeom>
              <a:rect b="b" l="l" r="r" t="t"/>
              <a:pathLst>
                <a:path extrusionOk="0" h="4" w="8">
                  <a:moveTo>
                    <a:pt x="7"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2" name="Google Shape;7712;p129"/>
            <p:cNvSpPr/>
            <p:nvPr/>
          </p:nvSpPr>
          <p:spPr>
            <a:xfrm>
              <a:off x="2821894" y="1866270"/>
              <a:ext cx="815" cy="339"/>
            </a:xfrm>
            <a:custGeom>
              <a:rect b="b" l="l" r="r" t="t"/>
              <a:pathLst>
                <a:path extrusionOk="0" h="25" w="60">
                  <a:moveTo>
                    <a:pt x="60" y="25"/>
                  </a:moveTo>
                  <a:cubicBezTo>
                    <a:pt x="42" y="11"/>
                    <a:pt x="21" y="0"/>
                    <a:pt x="0" y="0"/>
                  </a:cubicBezTo>
                  <a:cubicBezTo>
                    <a:pt x="21" y="0"/>
                    <a:pt x="42" y="11"/>
                    <a:pt x="60"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3" name="Google Shape;7713;p129"/>
            <p:cNvSpPr/>
            <p:nvPr/>
          </p:nvSpPr>
          <p:spPr>
            <a:xfrm>
              <a:off x="2797414" y="1872774"/>
              <a:ext cx="434" cy="299"/>
            </a:xfrm>
            <a:custGeom>
              <a:rect b="b" l="l" r="r" t="t"/>
              <a:pathLst>
                <a:path extrusionOk="0" h="22" w="32">
                  <a:moveTo>
                    <a:pt x="32" y="1"/>
                  </a:moveTo>
                  <a:cubicBezTo>
                    <a:pt x="21" y="8"/>
                    <a:pt x="11" y="15"/>
                    <a:pt x="0" y="22"/>
                  </a:cubicBezTo>
                  <a:cubicBezTo>
                    <a:pt x="11" y="18"/>
                    <a:pt x="21" y="11"/>
                    <a:pt x="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4" name="Google Shape;7714;p129"/>
            <p:cNvSpPr/>
            <p:nvPr/>
          </p:nvSpPr>
          <p:spPr>
            <a:xfrm>
              <a:off x="2804108" y="1870452"/>
              <a:ext cx="1874" cy="1100"/>
            </a:xfrm>
            <a:custGeom>
              <a:rect b="b" l="l" r="r" t="t"/>
              <a:pathLst>
                <a:path extrusionOk="0" h="81" w="138">
                  <a:moveTo>
                    <a:pt x="1" y="81"/>
                  </a:moveTo>
                  <a:cubicBezTo>
                    <a:pt x="29" y="32"/>
                    <a:pt x="81" y="0"/>
                    <a:pt x="137" y="0"/>
                  </a:cubicBezTo>
                  <a:cubicBezTo>
                    <a:pt x="81" y="0"/>
                    <a:pt x="29" y="32"/>
                    <a:pt x="1" y="8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5" name="Google Shape;7715;p129"/>
            <p:cNvSpPr/>
            <p:nvPr/>
          </p:nvSpPr>
          <p:spPr>
            <a:xfrm>
              <a:off x="2837902" y="1879617"/>
              <a:ext cx="353" cy="109"/>
            </a:xfrm>
            <a:custGeom>
              <a:rect b="b" l="l" r="r" t="t"/>
              <a:pathLst>
                <a:path extrusionOk="0" h="8" w="26">
                  <a:moveTo>
                    <a:pt x="1" y="1"/>
                  </a:moveTo>
                  <a:cubicBezTo>
                    <a:pt x="8" y="4"/>
                    <a:pt x="18" y="4"/>
                    <a:pt x="25" y="8"/>
                  </a:cubicBezTo>
                  <a:cubicBezTo>
                    <a:pt x="18" y="4"/>
                    <a:pt x="8"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6" name="Google Shape;7716;p129"/>
            <p:cNvSpPr/>
            <p:nvPr/>
          </p:nvSpPr>
          <p:spPr>
            <a:xfrm>
              <a:off x="2822750" y="1866596"/>
              <a:ext cx="109" cy="109"/>
            </a:xfrm>
            <a:custGeom>
              <a:rect b="b" l="l" r="r" t="t"/>
              <a:pathLst>
                <a:path extrusionOk="0" h="8" w="8">
                  <a:moveTo>
                    <a:pt x="7"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7" name="Google Shape;7717;p129"/>
            <p:cNvSpPr/>
            <p:nvPr/>
          </p:nvSpPr>
          <p:spPr>
            <a:xfrm>
              <a:off x="2838282" y="1879712"/>
              <a:ext cx="353" cy="204"/>
            </a:xfrm>
            <a:custGeom>
              <a:rect b="b" l="l" r="r" t="t"/>
              <a:pathLst>
                <a:path extrusionOk="0" h="15" w="26">
                  <a:moveTo>
                    <a:pt x="25" y="15"/>
                  </a:moveTo>
                  <a:cubicBezTo>
                    <a:pt x="18" y="8"/>
                    <a:pt x="8" y="4"/>
                    <a:pt x="1" y="1"/>
                  </a:cubicBezTo>
                  <a:cubicBezTo>
                    <a:pt x="8" y="4"/>
                    <a:pt x="18" y="8"/>
                    <a:pt x="25"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8" name="Google Shape;7718;p129"/>
            <p:cNvSpPr/>
            <p:nvPr/>
          </p:nvSpPr>
          <p:spPr>
            <a:xfrm>
              <a:off x="2796939" y="1873113"/>
              <a:ext cx="434" cy="244"/>
            </a:xfrm>
            <a:custGeom>
              <a:rect b="b" l="l" r="r" t="t"/>
              <a:pathLst>
                <a:path extrusionOk="0" h="18" w="32">
                  <a:moveTo>
                    <a:pt x="32" y="0"/>
                  </a:moveTo>
                  <a:lnTo>
                    <a:pt x="7" y="14"/>
                  </a:lnTo>
                  <a:lnTo>
                    <a:pt x="0" y="18"/>
                  </a:lnTo>
                  <a:cubicBezTo>
                    <a:pt x="11" y="14"/>
                    <a:pt x="21" y="7"/>
                    <a:pt x="3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9" name="Google Shape;7719;p129"/>
            <p:cNvSpPr/>
            <p:nvPr/>
          </p:nvSpPr>
          <p:spPr>
            <a:xfrm>
              <a:off x="2797889" y="1872543"/>
              <a:ext cx="299" cy="244"/>
            </a:xfrm>
            <a:custGeom>
              <a:rect b="b" l="l" r="r" t="t"/>
              <a:pathLst>
                <a:path extrusionOk="0" h="18" w="22">
                  <a:moveTo>
                    <a:pt x="21" y="0"/>
                  </a:moveTo>
                  <a:cubicBezTo>
                    <a:pt x="14" y="4"/>
                    <a:pt x="7" y="11"/>
                    <a:pt x="0" y="18"/>
                  </a:cubicBezTo>
                  <a:cubicBezTo>
                    <a:pt x="7" y="11"/>
                    <a:pt x="14" y="4"/>
                    <a:pt x="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0" name="Google Shape;7720;p129"/>
            <p:cNvSpPr/>
            <p:nvPr/>
          </p:nvSpPr>
          <p:spPr>
            <a:xfrm>
              <a:off x="2838662" y="1879956"/>
              <a:ext cx="828" cy="720"/>
            </a:xfrm>
            <a:custGeom>
              <a:rect b="b" l="l" r="r" t="t"/>
              <a:pathLst>
                <a:path extrusionOk="0" h="53" w="61">
                  <a:moveTo>
                    <a:pt x="1" y="0"/>
                  </a:moveTo>
                  <a:cubicBezTo>
                    <a:pt x="22" y="14"/>
                    <a:pt x="43" y="32"/>
                    <a:pt x="60" y="53"/>
                  </a:cubicBezTo>
                  <a:cubicBezTo>
                    <a:pt x="43" y="32"/>
                    <a:pt x="22"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1" name="Google Shape;7721;p129"/>
            <p:cNvSpPr/>
            <p:nvPr/>
          </p:nvSpPr>
          <p:spPr>
            <a:xfrm>
              <a:off x="2796178" y="1873684"/>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2" name="Google Shape;7722;p129"/>
            <p:cNvSpPr/>
            <p:nvPr/>
          </p:nvSpPr>
          <p:spPr>
            <a:xfrm>
              <a:off x="2795798" y="1873779"/>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3" name="Google Shape;7723;p129"/>
            <p:cNvSpPr/>
            <p:nvPr/>
          </p:nvSpPr>
          <p:spPr>
            <a:xfrm>
              <a:off x="2795459" y="1873779"/>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4" name="Google Shape;7724;p129"/>
            <p:cNvSpPr/>
            <p:nvPr/>
          </p:nvSpPr>
          <p:spPr>
            <a:xfrm>
              <a:off x="2789661" y="1879671"/>
              <a:ext cx="3476" cy="3476"/>
            </a:xfrm>
            <a:custGeom>
              <a:rect b="b" l="l" r="r" t="t"/>
              <a:pathLst>
                <a:path extrusionOk="0" h="256" w="256">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5" name="Google Shape;7725;p129"/>
            <p:cNvSpPr/>
            <p:nvPr/>
          </p:nvSpPr>
          <p:spPr>
            <a:xfrm>
              <a:off x="2796559" y="1873399"/>
              <a:ext cx="299" cy="149"/>
            </a:xfrm>
            <a:custGeom>
              <a:rect b="b" l="l" r="r" t="t"/>
              <a:pathLst>
                <a:path extrusionOk="0" h="11" w="22">
                  <a:moveTo>
                    <a:pt x="0" y="11"/>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6" name="Google Shape;7726;p129"/>
            <p:cNvSpPr/>
            <p:nvPr/>
          </p:nvSpPr>
          <p:spPr>
            <a:xfrm>
              <a:off x="2794984" y="1873724"/>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7" name="Google Shape;7727;p129"/>
            <p:cNvSpPr/>
            <p:nvPr/>
          </p:nvSpPr>
          <p:spPr>
            <a:xfrm>
              <a:off x="2789661" y="1879671"/>
              <a:ext cx="54" cy="14"/>
            </a:xfrm>
            <a:custGeom>
              <a:rect b="b" l="l" r="r" t="t"/>
              <a:pathLst>
                <a:path extrusionOk="0" h="1" w="4">
                  <a:moveTo>
                    <a:pt x="4" y="0"/>
                  </a:moveTo>
                  <a:lnTo>
                    <a:pt x="4" y="0"/>
                  </a:lnTo>
                  <a:lnTo>
                    <a:pt x="0" y="0"/>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8" name="Google Shape;7728;p129"/>
            <p:cNvSpPr/>
            <p:nvPr/>
          </p:nvSpPr>
          <p:spPr>
            <a:xfrm>
              <a:off x="2796980" y="1873303"/>
              <a:ext cx="109" cy="54"/>
            </a:xfrm>
            <a:custGeom>
              <a:rect b="b" l="l" r="r" t="t"/>
              <a:pathLst>
                <a:path extrusionOk="0" h="4" w="8">
                  <a:moveTo>
                    <a:pt x="8"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9" name="Google Shape;7729;p129"/>
            <p:cNvSpPr/>
            <p:nvPr/>
          </p:nvSpPr>
          <p:spPr>
            <a:xfrm>
              <a:off x="2959964" y="1971102"/>
              <a:ext cx="4345" cy="3082"/>
            </a:xfrm>
            <a:custGeom>
              <a:rect b="b" l="l" r="r" t="t"/>
              <a:pathLst>
                <a:path extrusionOk="0" h="227" w="32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0" name="Google Shape;7730;p129"/>
            <p:cNvSpPr/>
            <p:nvPr/>
          </p:nvSpPr>
          <p:spPr>
            <a:xfrm>
              <a:off x="2945287" y="1972446"/>
              <a:ext cx="34378" cy="30916"/>
            </a:xfrm>
            <a:custGeom>
              <a:rect b="b" l="l" r="r" t="t"/>
              <a:pathLst>
                <a:path extrusionOk="0" h="2277" w="2532">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1" name="Google Shape;7731;p129"/>
            <p:cNvSpPr/>
            <p:nvPr/>
          </p:nvSpPr>
          <p:spPr>
            <a:xfrm>
              <a:off x="2934927" y="1945305"/>
              <a:ext cx="6191" cy="6463"/>
            </a:xfrm>
            <a:custGeom>
              <a:rect b="b" l="l" r="r" t="t"/>
              <a:pathLst>
                <a:path extrusionOk="0" h="476" w="456">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2" name="Google Shape;7732;p129"/>
            <p:cNvSpPr/>
            <p:nvPr/>
          </p:nvSpPr>
          <p:spPr>
            <a:xfrm>
              <a:off x="2944567" y="1938516"/>
              <a:ext cx="27875" cy="31432"/>
            </a:xfrm>
            <a:custGeom>
              <a:rect b="b" l="l" r="r" t="t"/>
              <a:pathLst>
                <a:path extrusionOk="0" h="2315" w="2053">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3" name="Google Shape;7733;p129"/>
            <p:cNvSpPr/>
            <p:nvPr/>
          </p:nvSpPr>
          <p:spPr>
            <a:xfrm>
              <a:off x="2944187" y="1956588"/>
              <a:ext cx="15030" cy="20258"/>
            </a:xfrm>
            <a:custGeom>
              <a:rect b="b" l="l" r="r" t="t"/>
              <a:pathLst>
                <a:path extrusionOk="0" h="1492" w="1107">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4" name="Google Shape;7734;p129"/>
            <p:cNvSpPr/>
            <p:nvPr/>
          </p:nvSpPr>
          <p:spPr>
            <a:xfrm>
              <a:off x="2930066" y="1906039"/>
              <a:ext cx="18126" cy="34270"/>
            </a:xfrm>
            <a:custGeom>
              <a:rect b="b" l="l" r="r" t="t"/>
              <a:pathLst>
                <a:path extrusionOk="0" h="2524" w="1335">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5" name="Google Shape;7735;p129"/>
            <p:cNvSpPr/>
            <p:nvPr/>
          </p:nvSpPr>
          <p:spPr>
            <a:xfrm>
              <a:off x="2911587" y="1962426"/>
              <a:ext cx="15410" cy="19171"/>
            </a:xfrm>
            <a:custGeom>
              <a:rect b="b" l="l" r="r" t="t"/>
              <a:pathLst>
                <a:path extrusionOk="0" h="1412" w="1135">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6" name="Google Shape;7736;p129"/>
            <p:cNvSpPr/>
            <p:nvPr/>
          </p:nvSpPr>
          <p:spPr>
            <a:xfrm>
              <a:off x="3088163" y="2067136"/>
              <a:ext cx="69218" cy="57636"/>
            </a:xfrm>
            <a:custGeom>
              <a:rect b="b" l="l" r="r" t="t"/>
              <a:pathLst>
                <a:path extrusionOk="0" h="4245" w="5098">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7" name="Google Shape;7737;p129"/>
            <p:cNvSpPr/>
            <p:nvPr/>
          </p:nvSpPr>
          <p:spPr>
            <a:xfrm>
              <a:off x="2639603" y="1973302"/>
              <a:ext cx="14229" cy="26680"/>
            </a:xfrm>
            <a:custGeom>
              <a:rect b="b" l="l" r="r" t="t"/>
              <a:pathLst>
                <a:path extrusionOk="0" h="1965" w="1048">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8" name="Google Shape;7738;p129"/>
            <p:cNvSpPr/>
            <p:nvPr/>
          </p:nvSpPr>
          <p:spPr>
            <a:xfrm>
              <a:off x="2363531" y="2134820"/>
              <a:ext cx="53061" cy="102877"/>
            </a:xfrm>
            <a:custGeom>
              <a:rect b="b" l="l" r="r" t="t"/>
              <a:pathLst>
                <a:path extrusionOk="0" h="7577" w="3908">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9" name="Google Shape;7739;p129"/>
            <p:cNvSpPr/>
            <p:nvPr/>
          </p:nvSpPr>
          <p:spPr>
            <a:xfrm>
              <a:off x="2441765" y="1949718"/>
              <a:ext cx="5621" cy="1466"/>
            </a:xfrm>
            <a:custGeom>
              <a:rect b="b" l="l" r="r" t="t"/>
              <a:pathLst>
                <a:path extrusionOk="0" h="108" w="414">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0" name="Google Shape;7740;p129"/>
            <p:cNvSpPr/>
            <p:nvPr/>
          </p:nvSpPr>
          <p:spPr>
            <a:xfrm>
              <a:off x="2361345" y="1900730"/>
              <a:ext cx="77012" cy="46109"/>
            </a:xfrm>
            <a:custGeom>
              <a:rect b="b" l="l" r="r" t="t"/>
              <a:pathLst>
                <a:path extrusionOk="0" h="3396" w="5672">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1" name="Google Shape;7741;p129"/>
            <p:cNvSpPr/>
            <p:nvPr/>
          </p:nvSpPr>
          <p:spPr>
            <a:xfrm>
              <a:off x="2379743" y="1913221"/>
              <a:ext cx="5146" cy="1018"/>
            </a:xfrm>
            <a:custGeom>
              <a:rect b="b" l="l" r="r" t="t"/>
              <a:pathLst>
                <a:path extrusionOk="0" h="75" w="379">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2" name="Google Shape;7742;p129"/>
            <p:cNvSpPr/>
            <p:nvPr/>
          </p:nvSpPr>
          <p:spPr>
            <a:xfrm>
              <a:off x="2364237" y="1918829"/>
              <a:ext cx="109" cy="68"/>
            </a:xfrm>
            <a:custGeom>
              <a:rect b="b" l="l" r="r" t="t"/>
              <a:pathLst>
                <a:path extrusionOk="0" h="5" w="8">
                  <a:moveTo>
                    <a:pt x="1" y="4"/>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3" name="Google Shape;7743;p129"/>
            <p:cNvSpPr/>
            <p:nvPr/>
          </p:nvSpPr>
          <p:spPr>
            <a:xfrm>
              <a:off x="2364713" y="1918503"/>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4" name="Google Shape;7744;p129"/>
            <p:cNvSpPr/>
            <p:nvPr/>
          </p:nvSpPr>
          <p:spPr>
            <a:xfrm>
              <a:off x="2364102" y="1918978"/>
              <a:ext cx="109" cy="54"/>
            </a:xfrm>
            <a:custGeom>
              <a:rect b="b" l="l" r="r" t="t"/>
              <a:pathLst>
                <a:path extrusionOk="0" h="4" w="8">
                  <a:moveTo>
                    <a:pt x="0" y="4"/>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5" name="Google Shape;7745;p129"/>
            <p:cNvSpPr/>
            <p:nvPr/>
          </p:nvSpPr>
          <p:spPr>
            <a:xfrm>
              <a:off x="2364672" y="1918544"/>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6" name="Google Shape;7746;p129"/>
            <p:cNvSpPr/>
            <p:nvPr/>
          </p:nvSpPr>
          <p:spPr>
            <a:xfrm>
              <a:off x="2364523" y="1918693"/>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7" name="Google Shape;7747;p129"/>
            <p:cNvSpPr/>
            <p:nvPr/>
          </p:nvSpPr>
          <p:spPr>
            <a:xfrm>
              <a:off x="2364387" y="1918734"/>
              <a:ext cx="54" cy="68"/>
            </a:xfrm>
            <a:custGeom>
              <a:rect b="b" l="l" r="r" t="t"/>
              <a:pathLst>
                <a:path extrusionOk="0" h="5" w="4">
                  <a:moveTo>
                    <a:pt x="0"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8" name="Google Shape;7748;p129"/>
            <p:cNvSpPr/>
            <p:nvPr/>
          </p:nvSpPr>
          <p:spPr>
            <a:xfrm>
              <a:off x="2363857" y="1919073"/>
              <a:ext cx="163" cy="54"/>
            </a:xfrm>
            <a:custGeom>
              <a:rect b="b" l="l" r="r" t="t"/>
              <a:pathLst>
                <a:path extrusionOk="0" h="4" w="12">
                  <a:moveTo>
                    <a:pt x="1"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9" name="Google Shape;7749;p129"/>
            <p:cNvSpPr/>
            <p:nvPr/>
          </p:nvSpPr>
          <p:spPr>
            <a:xfrm>
              <a:off x="2363341" y="1919358"/>
              <a:ext cx="204" cy="109"/>
            </a:xfrm>
            <a:custGeom>
              <a:rect b="b" l="l" r="r" t="t"/>
              <a:pathLst>
                <a:path extrusionOk="0" h="8" w="15">
                  <a:moveTo>
                    <a:pt x="0" y="8"/>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0" name="Google Shape;7750;p129"/>
            <p:cNvSpPr/>
            <p:nvPr/>
          </p:nvSpPr>
          <p:spPr>
            <a:xfrm>
              <a:off x="2362242" y="1919508"/>
              <a:ext cx="1018" cy="530"/>
            </a:xfrm>
            <a:custGeom>
              <a:rect b="b" l="l" r="r" t="t"/>
              <a:pathLst>
                <a:path extrusionOk="0" h="39" w="75">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1" name="Google Shape;7751;p129"/>
            <p:cNvSpPr/>
            <p:nvPr/>
          </p:nvSpPr>
          <p:spPr>
            <a:xfrm>
              <a:off x="2363626" y="1919209"/>
              <a:ext cx="149" cy="68"/>
            </a:xfrm>
            <a:custGeom>
              <a:rect b="b" l="l" r="r" t="t"/>
              <a:pathLst>
                <a:path extrusionOk="0" h="5" w="11">
                  <a:moveTo>
                    <a:pt x="0" y="5"/>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2" name="Google Shape;7752;p129"/>
            <p:cNvSpPr/>
            <p:nvPr/>
          </p:nvSpPr>
          <p:spPr>
            <a:xfrm>
              <a:off x="2361766" y="1920024"/>
              <a:ext cx="394" cy="204"/>
            </a:xfrm>
            <a:custGeom>
              <a:rect b="b" l="l" r="r" t="t"/>
              <a:pathLst>
                <a:path extrusionOk="0" h="15" w="29">
                  <a:moveTo>
                    <a:pt x="1" y="15"/>
                  </a:move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3" name="Google Shape;7753;p129"/>
            <p:cNvSpPr/>
            <p:nvPr/>
          </p:nvSpPr>
          <p:spPr>
            <a:xfrm>
              <a:off x="2423463" y="1902672"/>
              <a:ext cx="163" cy="14"/>
            </a:xfrm>
            <a:custGeom>
              <a:rect b="b" l="l" r="r" t="t"/>
              <a:pathLst>
                <a:path extrusionOk="0" h="1" w="12">
                  <a:moveTo>
                    <a:pt x="1"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4" name="Google Shape;7754;p129"/>
            <p:cNvSpPr/>
            <p:nvPr/>
          </p:nvSpPr>
          <p:spPr>
            <a:xfrm>
              <a:off x="2367333" y="1912040"/>
              <a:ext cx="1100" cy="244"/>
            </a:xfrm>
            <a:custGeom>
              <a:rect b="b" l="l" r="r" t="t"/>
              <a:pathLst>
                <a:path extrusionOk="0" h="18" w="81">
                  <a:moveTo>
                    <a:pt x="81" y="18"/>
                  </a:moveTo>
                  <a:cubicBezTo>
                    <a:pt x="56" y="7"/>
                    <a:pt x="28" y="0"/>
                    <a:pt x="0" y="0"/>
                  </a:cubicBezTo>
                  <a:cubicBezTo>
                    <a:pt x="28" y="0"/>
                    <a:pt x="56" y="7"/>
                    <a:pt x="8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5" name="Google Shape;7755;p129"/>
            <p:cNvSpPr/>
            <p:nvPr/>
          </p:nvSpPr>
          <p:spPr>
            <a:xfrm>
              <a:off x="2364618" y="191859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6" name="Google Shape;7756;p129"/>
            <p:cNvSpPr/>
            <p:nvPr/>
          </p:nvSpPr>
          <p:spPr>
            <a:xfrm>
              <a:off x="2364767" y="191840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7" name="Google Shape;7757;p129"/>
            <p:cNvSpPr/>
            <p:nvPr/>
          </p:nvSpPr>
          <p:spPr>
            <a:xfrm>
              <a:off x="2414298" y="1903201"/>
              <a:ext cx="3286" cy="54"/>
            </a:xfrm>
            <a:custGeom>
              <a:rect b="b" l="l" r="r" t="t"/>
              <a:pathLst>
                <a:path extrusionOk="0" h="4" w="242">
                  <a:moveTo>
                    <a:pt x="0" y="4"/>
                  </a:moveTo>
                  <a:cubicBezTo>
                    <a:pt x="81" y="4"/>
                    <a:pt x="161" y="4"/>
                    <a:pt x="242" y="0"/>
                  </a:cubicBezTo>
                  <a:cubicBezTo>
                    <a:pt x="161" y="4"/>
                    <a:pt x="81" y="4"/>
                    <a:pt x="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8" name="Google Shape;7758;p129"/>
            <p:cNvSpPr/>
            <p:nvPr/>
          </p:nvSpPr>
          <p:spPr>
            <a:xfrm>
              <a:off x="2373131" y="1912746"/>
              <a:ext cx="1779" cy="109"/>
            </a:xfrm>
            <a:custGeom>
              <a:rect b="b" l="l" r="r" t="t"/>
              <a:pathLst>
                <a:path extrusionOk="0" h="8" w="131">
                  <a:moveTo>
                    <a:pt x="1" y="8"/>
                  </a:moveTo>
                  <a:cubicBezTo>
                    <a:pt x="43" y="4"/>
                    <a:pt x="88" y="1"/>
                    <a:pt x="130" y="4"/>
                  </a:cubicBezTo>
                  <a:cubicBezTo>
                    <a:pt x="88" y="1"/>
                    <a:pt x="43" y="4"/>
                    <a:pt x="1"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9" name="Google Shape;7759;p129"/>
            <p:cNvSpPr/>
            <p:nvPr/>
          </p:nvSpPr>
          <p:spPr>
            <a:xfrm>
              <a:off x="2437773" y="1917172"/>
              <a:ext cx="394" cy="774"/>
            </a:xfrm>
            <a:custGeom>
              <a:rect b="b" l="l" r="r" t="t"/>
              <a:pathLst>
                <a:path extrusionOk="0" h="57" w="29">
                  <a:moveTo>
                    <a:pt x="1" y="0"/>
                  </a:moveTo>
                  <a:lnTo>
                    <a:pt x="29" y="5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0" name="Google Shape;7760;p129"/>
            <p:cNvSpPr/>
            <p:nvPr/>
          </p:nvSpPr>
          <p:spPr>
            <a:xfrm>
              <a:off x="2437203" y="1916032"/>
              <a:ext cx="448" cy="774"/>
            </a:xfrm>
            <a:custGeom>
              <a:rect b="b" l="l" r="r" t="t"/>
              <a:pathLst>
                <a:path extrusionOk="0" h="57" w="33">
                  <a:moveTo>
                    <a:pt x="1" y="0"/>
                  </a:moveTo>
                  <a:lnTo>
                    <a:pt x="32" y="5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1" name="Google Shape;7761;p129"/>
            <p:cNvSpPr/>
            <p:nvPr/>
          </p:nvSpPr>
          <p:spPr>
            <a:xfrm>
              <a:off x="2436062" y="1913656"/>
              <a:ext cx="394" cy="774"/>
            </a:xfrm>
            <a:custGeom>
              <a:rect b="b" l="l" r="r" t="t"/>
              <a:pathLst>
                <a:path extrusionOk="0" h="57" w="29">
                  <a:moveTo>
                    <a:pt x="1" y="0"/>
                  </a:moveTo>
                  <a:lnTo>
                    <a:pt x="29" y="5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2" name="Google Shape;7762;p129"/>
            <p:cNvSpPr/>
            <p:nvPr/>
          </p:nvSpPr>
          <p:spPr>
            <a:xfrm>
              <a:off x="2436687" y="1914932"/>
              <a:ext cx="394" cy="733"/>
            </a:xfrm>
            <a:custGeom>
              <a:rect b="b" l="l" r="r" t="t"/>
              <a:pathLst>
                <a:path extrusionOk="0" h="54" w="29">
                  <a:moveTo>
                    <a:pt x="0" y="1"/>
                  </a:moveTo>
                  <a:lnTo>
                    <a:pt x="28" y="5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3" name="Google Shape;7763;p129"/>
            <p:cNvSpPr/>
            <p:nvPr/>
          </p:nvSpPr>
          <p:spPr>
            <a:xfrm>
              <a:off x="2429885" y="1900825"/>
              <a:ext cx="6096" cy="12600"/>
            </a:xfrm>
            <a:custGeom>
              <a:rect b="b" l="l" r="r" t="t"/>
              <a:pathLst>
                <a:path extrusionOk="0" h="928" w="449">
                  <a:moveTo>
                    <a:pt x="1" y="0"/>
                  </a:moveTo>
                  <a:lnTo>
                    <a:pt x="1" y="0"/>
                  </a:lnTo>
                  <a:cubicBezTo>
                    <a:pt x="123" y="259"/>
                    <a:pt x="288" y="595"/>
                    <a:pt x="449" y="928"/>
                  </a:cubicBezTo>
                  <a:cubicBezTo>
                    <a:pt x="288" y="595"/>
                    <a:pt x="123" y="259"/>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4" name="Google Shape;7764;p129"/>
            <p:cNvSpPr/>
            <p:nvPr/>
          </p:nvSpPr>
          <p:spPr>
            <a:xfrm>
              <a:off x="3053662" y="2325828"/>
              <a:ext cx="6762" cy="1426"/>
            </a:xfrm>
            <a:custGeom>
              <a:rect b="b" l="l" r="r" t="t"/>
              <a:pathLst>
                <a:path extrusionOk="0" h="105" w="498">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5" name="Google Shape;7765;p129"/>
            <p:cNvSpPr/>
            <p:nvPr/>
          </p:nvSpPr>
          <p:spPr>
            <a:xfrm>
              <a:off x="2878838" y="2126931"/>
              <a:ext cx="301597" cy="226799"/>
            </a:xfrm>
            <a:custGeom>
              <a:rect b="b" l="l" r="r" t="t"/>
              <a:pathLst>
                <a:path extrusionOk="0" h="16704" w="22213">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6" name="Google Shape;7766;p129"/>
            <p:cNvSpPr/>
            <p:nvPr/>
          </p:nvSpPr>
          <p:spPr>
            <a:xfrm>
              <a:off x="3006548" y="2132321"/>
              <a:ext cx="7861" cy="1765"/>
            </a:xfrm>
            <a:custGeom>
              <a:rect b="b" l="l" r="r" t="t"/>
              <a:pathLst>
                <a:path extrusionOk="0" h="130" w="579">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7" name="Google Shape;7767;p129"/>
            <p:cNvSpPr/>
            <p:nvPr/>
          </p:nvSpPr>
          <p:spPr>
            <a:xfrm>
              <a:off x="3116594" y="2348014"/>
              <a:ext cx="679" cy="1344"/>
            </a:xfrm>
            <a:custGeom>
              <a:rect b="b" l="l" r="r" t="t"/>
              <a:pathLst>
                <a:path extrusionOk="0" h="99" w="5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8" name="Google Shape;7768;p129"/>
            <p:cNvSpPr/>
            <p:nvPr/>
          </p:nvSpPr>
          <p:spPr>
            <a:xfrm>
              <a:off x="3114883" y="2370254"/>
              <a:ext cx="25675" cy="24575"/>
            </a:xfrm>
            <a:custGeom>
              <a:rect b="b" l="l" r="r" t="t"/>
              <a:pathLst>
                <a:path extrusionOk="0" h="1810" w="1891">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9" name="Google Shape;7769;p129"/>
            <p:cNvSpPr/>
            <p:nvPr/>
          </p:nvSpPr>
          <p:spPr>
            <a:xfrm>
              <a:off x="3286190" y="2425120"/>
              <a:ext cx="2770" cy="2322"/>
            </a:xfrm>
            <a:custGeom>
              <a:rect b="b" l="l" r="r" t="t"/>
              <a:pathLst>
                <a:path extrusionOk="0" h="171" w="204">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0" name="Google Shape;7770;p129"/>
            <p:cNvSpPr/>
            <p:nvPr/>
          </p:nvSpPr>
          <p:spPr>
            <a:xfrm>
              <a:off x="3278682" y="2370688"/>
              <a:ext cx="55858" cy="52287"/>
            </a:xfrm>
            <a:custGeom>
              <a:rect b="b" l="l" r="r" t="t"/>
              <a:pathLst>
                <a:path extrusionOk="0" h="3851" w="4114">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1" name="Google Shape;7771;p129"/>
            <p:cNvSpPr/>
            <p:nvPr/>
          </p:nvSpPr>
          <p:spPr>
            <a:xfrm>
              <a:off x="3327113" y="2318822"/>
              <a:ext cx="40271" cy="57243"/>
            </a:xfrm>
            <a:custGeom>
              <a:rect b="b" l="l" r="r" t="t"/>
              <a:pathLst>
                <a:path extrusionOk="0" h="4216" w="2966">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2" name="Google Shape;7772;p129"/>
            <p:cNvSpPr/>
            <p:nvPr/>
          </p:nvSpPr>
          <p:spPr>
            <a:xfrm>
              <a:off x="2437868" y="1704617"/>
              <a:ext cx="103542" cy="63855"/>
            </a:xfrm>
            <a:custGeom>
              <a:rect b="b" l="l" r="r" t="t"/>
              <a:pathLst>
                <a:path extrusionOk="0" h="4703" w="7626">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3" name="Google Shape;7773;p129"/>
            <p:cNvSpPr/>
            <p:nvPr/>
          </p:nvSpPr>
          <p:spPr>
            <a:xfrm>
              <a:off x="2461928" y="1715967"/>
              <a:ext cx="204" cy="109"/>
            </a:xfrm>
            <a:custGeom>
              <a:rect b="b" l="l" r="r" t="t"/>
              <a:pathLst>
                <a:path extrusionOk="0" h="8" w="15">
                  <a:moveTo>
                    <a:pt x="14"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4" name="Google Shape;7774;p129"/>
            <p:cNvSpPr/>
            <p:nvPr/>
          </p:nvSpPr>
          <p:spPr>
            <a:xfrm>
              <a:off x="2465159" y="1716823"/>
              <a:ext cx="244" cy="54"/>
            </a:xfrm>
            <a:custGeom>
              <a:rect b="b" l="l" r="r" t="t"/>
              <a:pathLst>
                <a:path extrusionOk="0" h="4" w="18">
                  <a:moveTo>
                    <a:pt x="18"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5" name="Google Shape;7775;p129"/>
            <p:cNvSpPr/>
            <p:nvPr/>
          </p:nvSpPr>
          <p:spPr>
            <a:xfrm>
              <a:off x="2462498" y="1716157"/>
              <a:ext cx="244" cy="109"/>
            </a:xfrm>
            <a:custGeom>
              <a:rect b="b" l="l" r="r" t="t"/>
              <a:pathLst>
                <a:path extrusionOk="0" h="8" w="18">
                  <a:moveTo>
                    <a:pt x="18"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6" name="Google Shape;7776;p129"/>
            <p:cNvSpPr/>
            <p:nvPr/>
          </p:nvSpPr>
          <p:spPr>
            <a:xfrm>
              <a:off x="2463733" y="1716538"/>
              <a:ext cx="299" cy="109"/>
            </a:xfrm>
            <a:custGeom>
              <a:rect b="b" l="l" r="r" t="t"/>
              <a:pathLst>
                <a:path extrusionOk="0" h="8" w="22">
                  <a:moveTo>
                    <a:pt x="21"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7" name="Google Shape;7777;p129"/>
            <p:cNvSpPr/>
            <p:nvPr/>
          </p:nvSpPr>
          <p:spPr>
            <a:xfrm>
              <a:off x="2463109" y="1716388"/>
              <a:ext cx="258" cy="68"/>
            </a:xfrm>
            <a:custGeom>
              <a:rect b="b" l="l" r="r" t="t"/>
              <a:pathLst>
                <a:path extrusionOk="0" h="5" w="19">
                  <a:moveTo>
                    <a:pt x="18"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8" name="Google Shape;7778;p129"/>
            <p:cNvSpPr/>
            <p:nvPr/>
          </p:nvSpPr>
          <p:spPr>
            <a:xfrm>
              <a:off x="2464399" y="1716728"/>
              <a:ext cx="299" cy="54"/>
            </a:xfrm>
            <a:custGeom>
              <a:rect b="b" l="l" r="r" t="t"/>
              <a:pathLst>
                <a:path extrusionOk="0" h="4" w="22">
                  <a:moveTo>
                    <a:pt x="2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9" name="Google Shape;7779;p129"/>
            <p:cNvSpPr/>
            <p:nvPr/>
          </p:nvSpPr>
          <p:spPr>
            <a:xfrm>
              <a:off x="2541071" y="1746150"/>
              <a:ext cx="394" cy="3530"/>
            </a:xfrm>
            <a:custGeom>
              <a:rect b="b" l="l" r="r" t="t"/>
              <a:pathLst>
                <a:path extrusionOk="0" h="260" w="29">
                  <a:moveTo>
                    <a:pt x="0" y="0"/>
                  </a:moveTo>
                  <a:lnTo>
                    <a:pt x="28" y="259"/>
                  </a:lnTo>
                  <a:lnTo>
                    <a:pt x="28" y="25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0" name="Google Shape;7780;p129"/>
            <p:cNvSpPr/>
            <p:nvPr/>
          </p:nvSpPr>
          <p:spPr>
            <a:xfrm>
              <a:off x="2465919" y="1716959"/>
              <a:ext cx="244" cy="14"/>
            </a:xfrm>
            <a:custGeom>
              <a:rect b="b" l="l" r="r" t="t"/>
              <a:pathLst>
                <a:path extrusionOk="0" h="1" w="18">
                  <a:moveTo>
                    <a:pt x="1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1" name="Google Shape;7781;p129"/>
            <p:cNvSpPr/>
            <p:nvPr/>
          </p:nvSpPr>
          <p:spPr>
            <a:xfrm>
              <a:off x="2373470" y="1729138"/>
              <a:ext cx="143134" cy="121505"/>
            </a:xfrm>
            <a:custGeom>
              <a:rect b="b" l="l" r="r" t="t"/>
              <a:pathLst>
                <a:path extrusionOk="0" h="8949" w="10542">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2" name="Google Shape;7782;p129"/>
            <p:cNvSpPr/>
            <p:nvPr/>
          </p:nvSpPr>
          <p:spPr>
            <a:xfrm>
              <a:off x="2377313" y="1749667"/>
              <a:ext cx="299" cy="584"/>
            </a:xfrm>
            <a:custGeom>
              <a:rect b="b" l="l" r="r" t="t"/>
              <a:pathLst>
                <a:path extrusionOk="0" h="43" w="22">
                  <a:moveTo>
                    <a:pt x="1" y="0"/>
                  </a:moveTo>
                  <a:cubicBezTo>
                    <a:pt x="11" y="14"/>
                    <a:pt x="18" y="32"/>
                    <a:pt x="22" y="43"/>
                  </a:cubicBezTo>
                  <a:cubicBezTo>
                    <a:pt x="18" y="32"/>
                    <a:pt x="11"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3" name="Google Shape;7783;p129"/>
            <p:cNvSpPr/>
            <p:nvPr/>
          </p:nvSpPr>
          <p:spPr>
            <a:xfrm>
              <a:off x="2378073" y="1751907"/>
              <a:ext cx="14" cy="204"/>
            </a:xfrm>
            <a:custGeom>
              <a:rect b="b" l="l" r="r" t="t"/>
              <a:pathLst>
                <a:path extrusionOk="0" h="15" w="1">
                  <a:moveTo>
                    <a:pt x="1" y="0"/>
                  </a:moveTo>
                  <a:cubicBezTo>
                    <a:pt x="1" y="4"/>
                    <a:pt x="1" y="11"/>
                    <a:pt x="1" y="14"/>
                  </a:cubicBezTo>
                  <a:cubicBezTo>
                    <a:pt x="1" y="11"/>
                    <a:pt x="1"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4" name="Google Shape;7784;p129"/>
            <p:cNvSpPr/>
            <p:nvPr/>
          </p:nvSpPr>
          <p:spPr>
            <a:xfrm>
              <a:off x="2377978" y="1751282"/>
              <a:ext cx="68" cy="353"/>
            </a:xfrm>
            <a:custGeom>
              <a:rect b="b" l="l" r="r" t="t"/>
              <a:pathLst>
                <a:path extrusionOk="0" h="26" w="5">
                  <a:moveTo>
                    <a:pt x="1" y="1"/>
                  </a:moveTo>
                  <a:cubicBezTo>
                    <a:pt x="1" y="8"/>
                    <a:pt x="4" y="18"/>
                    <a:pt x="4" y="25"/>
                  </a:cubicBezTo>
                  <a:cubicBezTo>
                    <a:pt x="4" y="18"/>
                    <a:pt x="4"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5" name="Google Shape;7785;p129"/>
            <p:cNvSpPr/>
            <p:nvPr/>
          </p:nvSpPr>
          <p:spPr>
            <a:xfrm>
              <a:off x="2373755" y="1729233"/>
              <a:ext cx="1629" cy="3761"/>
            </a:xfrm>
            <a:custGeom>
              <a:rect b="b" l="l" r="r" t="t"/>
              <a:pathLst>
                <a:path extrusionOk="0" h="277" w="12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6" name="Google Shape;7786;p129"/>
            <p:cNvSpPr/>
            <p:nvPr/>
          </p:nvSpPr>
          <p:spPr>
            <a:xfrm>
              <a:off x="2378032" y="1751622"/>
              <a:ext cx="14" cy="299"/>
            </a:xfrm>
            <a:custGeom>
              <a:rect b="b" l="l" r="r" t="t"/>
              <a:pathLst>
                <a:path extrusionOk="0" h="22" w="1">
                  <a:moveTo>
                    <a:pt x="0" y="0"/>
                  </a:moveTo>
                  <a:cubicBezTo>
                    <a:pt x="0" y="7"/>
                    <a:pt x="0" y="14"/>
                    <a:pt x="0" y="21"/>
                  </a:cubicBezTo>
                  <a:cubicBezTo>
                    <a:pt x="0" y="14"/>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7" name="Google Shape;7787;p129"/>
            <p:cNvSpPr/>
            <p:nvPr/>
          </p:nvSpPr>
          <p:spPr>
            <a:xfrm>
              <a:off x="2374135" y="1744385"/>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8" name="Google Shape;7788;p129"/>
            <p:cNvSpPr/>
            <p:nvPr/>
          </p:nvSpPr>
          <p:spPr>
            <a:xfrm>
              <a:off x="2377842" y="1750862"/>
              <a:ext cx="149" cy="394"/>
            </a:xfrm>
            <a:custGeom>
              <a:rect b="b" l="l" r="r" t="t"/>
              <a:pathLst>
                <a:path extrusionOk="0" h="29" w="11">
                  <a:moveTo>
                    <a:pt x="0" y="0"/>
                  </a:moveTo>
                  <a:cubicBezTo>
                    <a:pt x="4" y="11"/>
                    <a:pt x="7" y="21"/>
                    <a:pt x="11" y="28"/>
                  </a:cubicBezTo>
                  <a:cubicBezTo>
                    <a:pt x="7" y="21"/>
                    <a:pt x="4"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9" name="Google Shape;7789;p129"/>
            <p:cNvSpPr/>
            <p:nvPr/>
          </p:nvSpPr>
          <p:spPr>
            <a:xfrm>
              <a:off x="2373470" y="1733034"/>
              <a:ext cx="244" cy="14"/>
            </a:xfrm>
            <a:custGeom>
              <a:rect b="b" l="l" r="r" t="t"/>
              <a:pathLst>
                <a:path extrusionOk="0" h="1" w="18">
                  <a:moveTo>
                    <a:pt x="18" y="0"/>
                  </a:moveTo>
                  <a:cubicBezTo>
                    <a:pt x="11" y="0"/>
                    <a:pt x="7" y="0"/>
                    <a:pt x="0" y="0"/>
                  </a:cubicBezTo>
                  <a:cubicBezTo>
                    <a:pt x="7" y="0"/>
                    <a:pt x="11" y="0"/>
                    <a:pt x="1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0" name="Google Shape;7790;p129"/>
            <p:cNvSpPr/>
            <p:nvPr/>
          </p:nvSpPr>
          <p:spPr>
            <a:xfrm>
              <a:off x="2374135" y="1745485"/>
              <a:ext cx="2295" cy="2485"/>
            </a:xfrm>
            <a:custGeom>
              <a:rect b="b" l="l" r="r" t="t"/>
              <a:pathLst>
                <a:path extrusionOk="0" h="183" w="169">
                  <a:moveTo>
                    <a:pt x="168" y="182"/>
                  </a:moveTo>
                  <a:cubicBezTo>
                    <a:pt x="123" y="109"/>
                    <a:pt x="60" y="28"/>
                    <a:pt x="0" y="0"/>
                  </a:cubicBezTo>
                  <a:lnTo>
                    <a:pt x="0" y="0"/>
                  </a:lnTo>
                  <a:cubicBezTo>
                    <a:pt x="60" y="28"/>
                    <a:pt x="123" y="109"/>
                    <a:pt x="168" y="18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1" name="Google Shape;7791;p129"/>
            <p:cNvSpPr/>
            <p:nvPr/>
          </p:nvSpPr>
          <p:spPr>
            <a:xfrm>
              <a:off x="2377652" y="1750291"/>
              <a:ext cx="204" cy="530"/>
            </a:xfrm>
            <a:custGeom>
              <a:rect b="b" l="l" r="r" t="t"/>
              <a:pathLst>
                <a:path extrusionOk="0" h="39" w="15">
                  <a:moveTo>
                    <a:pt x="0" y="0"/>
                  </a:moveTo>
                  <a:cubicBezTo>
                    <a:pt x="4" y="14"/>
                    <a:pt x="11" y="28"/>
                    <a:pt x="14" y="39"/>
                  </a:cubicBezTo>
                  <a:cubicBezTo>
                    <a:pt x="11" y="28"/>
                    <a:pt x="4" y="1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2" name="Google Shape;7792;p129"/>
            <p:cNvSpPr/>
            <p:nvPr/>
          </p:nvSpPr>
          <p:spPr>
            <a:xfrm>
              <a:off x="2376932" y="1748852"/>
              <a:ext cx="394" cy="774"/>
            </a:xfrm>
            <a:custGeom>
              <a:rect b="b" l="l" r="r" t="t"/>
              <a:pathLst>
                <a:path extrusionOk="0" h="57" w="29">
                  <a:moveTo>
                    <a:pt x="1" y="1"/>
                  </a:moveTo>
                  <a:cubicBezTo>
                    <a:pt x="11" y="22"/>
                    <a:pt x="22" y="39"/>
                    <a:pt x="29" y="57"/>
                  </a:cubicBezTo>
                  <a:cubicBezTo>
                    <a:pt x="22" y="39"/>
                    <a:pt x="11" y="22"/>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3" name="Google Shape;7793;p129"/>
            <p:cNvSpPr/>
            <p:nvPr/>
          </p:nvSpPr>
          <p:spPr>
            <a:xfrm>
              <a:off x="2374135" y="1742063"/>
              <a:ext cx="244" cy="2335"/>
            </a:xfrm>
            <a:custGeom>
              <a:rect b="b" l="l" r="r" t="t"/>
              <a:pathLst>
                <a:path extrusionOk="0" h="172" w="18">
                  <a:moveTo>
                    <a:pt x="18" y="0"/>
                  </a:moveTo>
                  <a:cubicBezTo>
                    <a:pt x="14" y="46"/>
                    <a:pt x="4" y="116"/>
                    <a:pt x="0" y="172"/>
                  </a:cubicBezTo>
                  <a:cubicBezTo>
                    <a:pt x="4" y="116"/>
                    <a:pt x="14" y="49"/>
                    <a:pt x="1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4" name="Google Shape;7794;p129"/>
            <p:cNvSpPr/>
            <p:nvPr/>
          </p:nvSpPr>
          <p:spPr>
            <a:xfrm>
              <a:off x="2378073" y="1752138"/>
              <a:ext cx="14" cy="109"/>
            </a:xfrm>
            <a:custGeom>
              <a:rect b="b" l="l" r="r" t="t"/>
              <a:pathLst>
                <a:path extrusionOk="0" h="8" w="1">
                  <a:moveTo>
                    <a:pt x="1" y="1"/>
                  </a:moveTo>
                  <a:cubicBezTo>
                    <a:pt x="1" y="1"/>
                    <a:pt x="1" y="4"/>
                    <a:pt x="1" y="8"/>
                  </a:cubicBezTo>
                  <a:cubicBezTo>
                    <a:pt x="1" y="4"/>
                    <a:pt x="1"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5" name="Google Shape;7795;p129"/>
            <p:cNvSpPr/>
            <p:nvPr/>
          </p:nvSpPr>
          <p:spPr>
            <a:xfrm>
              <a:off x="2374135" y="1744820"/>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6" name="Google Shape;7796;p129"/>
            <p:cNvSpPr/>
            <p:nvPr/>
          </p:nvSpPr>
          <p:spPr>
            <a:xfrm>
              <a:off x="2402173" y="1806665"/>
              <a:ext cx="109" cy="190"/>
            </a:xfrm>
            <a:custGeom>
              <a:rect b="b" l="l" r="r" t="t"/>
              <a:pathLst>
                <a:path extrusionOk="0" h="14" w="8">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7" name="Google Shape;7797;p129"/>
            <p:cNvSpPr/>
            <p:nvPr/>
          </p:nvSpPr>
          <p:spPr>
            <a:xfrm>
              <a:off x="2402458" y="1807181"/>
              <a:ext cx="163" cy="204"/>
            </a:xfrm>
            <a:custGeom>
              <a:rect b="b" l="l" r="r" t="t"/>
              <a:pathLst>
                <a:path extrusionOk="0" h="15" w="12">
                  <a:moveTo>
                    <a:pt x="11"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8" name="Google Shape;7798;p129"/>
            <p:cNvSpPr/>
            <p:nvPr/>
          </p:nvSpPr>
          <p:spPr>
            <a:xfrm>
              <a:off x="2403218" y="1808186"/>
              <a:ext cx="109" cy="149"/>
            </a:xfrm>
            <a:custGeom>
              <a:rect b="b" l="l" r="r" t="t"/>
              <a:pathLst>
                <a:path extrusionOk="0" h="11" w="8">
                  <a:moveTo>
                    <a:pt x="8"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9" name="Google Shape;7799;p129"/>
            <p:cNvSpPr/>
            <p:nvPr/>
          </p:nvSpPr>
          <p:spPr>
            <a:xfrm>
              <a:off x="2403504" y="1808566"/>
              <a:ext cx="109" cy="109"/>
            </a:xfrm>
            <a:custGeom>
              <a:rect b="b" l="l" r="r" t="t"/>
              <a:pathLst>
                <a:path extrusionOk="0" h="8" w="8">
                  <a:moveTo>
                    <a:pt x="8"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0" name="Google Shape;7800;p129"/>
            <p:cNvSpPr/>
            <p:nvPr/>
          </p:nvSpPr>
          <p:spPr>
            <a:xfrm>
              <a:off x="2402132" y="1806421"/>
              <a:ext cx="14" cy="149"/>
            </a:xfrm>
            <a:custGeom>
              <a:rect b="b" l="l" r="r" t="t"/>
              <a:pathLst>
                <a:path extrusionOk="0" h="11" w="1">
                  <a:moveTo>
                    <a:pt x="0" y="11"/>
                  </a:moveTo>
                  <a:cubicBezTo>
                    <a:pt x="0" y="7"/>
                    <a:pt x="0" y="4"/>
                    <a:pt x="0" y="0"/>
                  </a:cubicBezTo>
                  <a:cubicBezTo>
                    <a:pt x="0" y="4"/>
                    <a:pt x="0" y="7"/>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1" name="Google Shape;7801;p129"/>
            <p:cNvSpPr/>
            <p:nvPr/>
          </p:nvSpPr>
          <p:spPr>
            <a:xfrm>
              <a:off x="2403789" y="1808892"/>
              <a:ext cx="109" cy="109"/>
            </a:xfrm>
            <a:custGeom>
              <a:rect b="b" l="l" r="r" t="t"/>
              <a:pathLst>
                <a:path extrusionOk="0" h="8" w="8">
                  <a:moveTo>
                    <a:pt x="8"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2" name="Google Shape;7802;p129"/>
            <p:cNvSpPr/>
            <p:nvPr/>
          </p:nvSpPr>
          <p:spPr>
            <a:xfrm>
              <a:off x="2402078" y="1806136"/>
              <a:ext cx="14" cy="204"/>
            </a:xfrm>
            <a:custGeom>
              <a:rect b="b" l="l" r="r" t="t"/>
              <a:pathLst>
                <a:path extrusionOk="0" h="15" w="1">
                  <a:moveTo>
                    <a:pt x="1" y="14"/>
                  </a:moveTo>
                  <a:cubicBezTo>
                    <a:pt x="1" y="11"/>
                    <a:pt x="1" y="4"/>
                    <a:pt x="1" y="0"/>
                  </a:cubicBezTo>
                  <a:cubicBezTo>
                    <a:pt x="1" y="4"/>
                    <a:pt x="1" y="11"/>
                    <a:pt x="1"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3" name="Google Shape;7803;p129"/>
            <p:cNvSpPr/>
            <p:nvPr/>
          </p:nvSpPr>
          <p:spPr>
            <a:xfrm>
              <a:off x="2404508" y="180965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4" name="Google Shape;7804;p129"/>
            <p:cNvSpPr/>
            <p:nvPr/>
          </p:nvSpPr>
          <p:spPr>
            <a:xfrm>
              <a:off x="2402703" y="1807520"/>
              <a:ext cx="109" cy="149"/>
            </a:xfrm>
            <a:custGeom>
              <a:rect b="b" l="l" r="r" t="t"/>
              <a:pathLst>
                <a:path extrusionOk="0" h="11" w="8">
                  <a:moveTo>
                    <a:pt x="7"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5" name="Google Shape;7805;p129"/>
            <p:cNvSpPr/>
            <p:nvPr/>
          </p:nvSpPr>
          <p:spPr>
            <a:xfrm>
              <a:off x="2402933" y="1807901"/>
              <a:ext cx="109" cy="149"/>
            </a:xfrm>
            <a:custGeom>
              <a:rect b="b" l="l" r="r" t="t"/>
              <a:pathLst>
                <a:path extrusionOk="0" h="11" w="8">
                  <a:moveTo>
                    <a:pt x="8"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6" name="Google Shape;7806;p129"/>
            <p:cNvSpPr/>
            <p:nvPr/>
          </p:nvSpPr>
          <p:spPr>
            <a:xfrm>
              <a:off x="2404128" y="1809272"/>
              <a:ext cx="54" cy="68"/>
            </a:xfrm>
            <a:custGeom>
              <a:rect b="b" l="l" r="r" t="t"/>
              <a:pathLst>
                <a:path extrusionOk="0" h="5" w="4">
                  <a:moveTo>
                    <a:pt x="4"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7" name="Google Shape;7807;p129"/>
            <p:cNvSpPr/>
            <p:nvPr/>
          </p:nvSpPr>
          <p:spPr>
            <a:xfrm>
              <a:off x="2378697" y="1753468"/>
              <a:ext cx="204" cy="299"/>
            </a:xfrm>
            <a:custGeom>
              <a:rect b="b" l="l" r="r" t="t"/>
              <a:pathLst>
                <a:path extrusionOk="0" h="22" w="15">
                  <a:moveTo>
                    <a:pt x="14" y="22"/>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8" name="Google Shape;7808;p129"/>
            <p:cNvSpPr/>
            <p:nvPr/>
          </p:nvSpPr>
          <p:spPr>
            <a:xfrm>
              <a:off x="2388487" y="1786652"/>
              <a:ext cx="6476" cy="3910"/>
            </a:xfrm>
            <a:custGeom>
              <a:rect b="b" l="l" r="r" t="t"/>
              <a:pathLst>
                <a:path extrusionOk="0" h="288" w="477">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9" name="Google Shape;7809;p129"/>
            <p:cNvSpPr/>
            <p:nvPr/>
          </p:nvSpPr>
          <p:spPr>
            <a:xfrm>
              <a:off x="2378032" y="1752233"/>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0" name="Google Shape;7810;p129"/>
            <p:cNvSpPr/>
            <p:nvPr/>
          </p:nvSpPr>
          <p:spPr>
            <a:xfrm>
              <a:off x="2402268" y="1806896"/>
              <a:ext cx="109" cy="204"/>
            </a:xfrm>
            <a:custGeom>
              <a:rect b="b" l="l" r="r" t="t"/>
              <a:pathLst>
                <a:path extrusionOk="0" h="15" w="8">
                  <a:moveTo>
                    <a:pt x="8"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1" name="Google Shape;7811;p129"/>
            <p:cNvSpPr/>
            <p:nvPr/>
          </p:nvSpPr>
          <p:spPr>
            <a:xfrm>
              <a:off x="2449043" y="1751187"/>
              <a:ext cx="299" cy="68"/>
            </a:xfrm>
            <a:custGeom>
              <a:rect b="b" l="l" r="r" t="t"/>
              <a:pathLst>
                <a:path extrusionOk="0" h="5" w="22">
                  <a:moveTo>
                    <a:pt x="21"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2" name="Google Shape;7812;p129"/>
            <p:cNvSpPr/>
            <p:nvPr/>
          </p:nvSpPr>
          <p:spPr>
            <a:xfrm>
              <a:off x="2452559" y="1750088"/>
              <a:ext cx="54" cy="68"/>
            </a:xfrm>
            <a:custGeom>
              <a:rect b="b" l="l" r="r" t="t"/>
              <a:pathLst>
                <a:path extrusionOk="0" h="5" w="4">
                  <a:moveTo>
                    <a:pt x="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3" name="Google Shape;7813;p129"/>
            <p:cNvSpPr/>
            <p:nvPr/>
          </p:nvSpPr>
          <p:spPr>
            <a:xfrm>
              <a:off x="2448418" y="1751242"/>
              <a:ext cx="299" cy="14"/>
            </a:xfrm>
            <a:custGeom>
              <a:rect b="b" l="l" r="r" t="t"/>
              <a:pathLst>
                <a:path extrusionOk="0" h="1" w="22">
                  <a:moveTo>
                    <a:pt x="22"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4" name="Google Shape;7814;p129"/>
            <p:cNvSpPr/>
            <p:nvPr/>
          </p:nvSpPr>
          <p:spPr>
            <a:xfrm>
              <a:off x="2451419" y="1750712"/>
              <a:ext cx="149" cy="54"/>
            </a:xfrm>
            <a:custGeom>
              <a:rect b="b" l="l" r="r" t="t"/>
              <a:pathLst>
                <a:path extrusionOk="0" h="4" w="11">
                  <a:moveTo>
                    <a:pt x="11"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5" name="Google Shape;7815;p129"/>
            <p:cNvSpPr/>
            <p:nvPr/>
          </p:nvSpPr>
          <p:spPr>
            <a:xfrm>
              <a:off x="2451038" y="1750807"/>
              <a:ext cx="204" cy="54"/>
            </a:xfrm>
            <a:custGeom>
              <a:rect b="b" l="l" r="r" t="t"/>
              <a:pathLst>
                <a:path extrusionOk="0" h="4" w="15">
                  <a:moveTo>
                    <a:pt x="1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6" name="Google Shape;7816;p129"/>
            <p:cNvSpPr/>
            <p:nvPr/>
          </p:nvSpPr>
          <p:spPr>
            <a:xfrm>
              <a:off x="2452179" y="1750332"/>
              <a:ext cx="109" cy="54"/>
            </a:xfrm>
            <a:custGeom>
              <a:rect b="b" l="l" r="r" t="t"/>
              <a:pathLst>
                <a:path extrusionOk="0" h="4" w="8">
                  <a:moveTo>
                    <a:pt x="7"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7" name="Google Shape;7817;p129"/>
            <p:cNvSpPr/>
            <p:nvPr/>
          </p:nvSpPr>
          <p:spPr>
            <a:xfrm>
              <a:off x="2447658" y="1751282"/>
              <a:ext cx="299" cy="14"/>
            </a:xfrm>
            <a:custGeom>
              <a:rect b="b" l="l" r="r" t="t"/>
              <a:pathLst>
                <a:path extrusionOk="0" h="1" w="22">
                  <a:moveTo>
                    <a:pt x="22"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8" name="Google Shape;7818;p129"/>
            <p:cNvSpPr/>
            <p:nvPr/>
          </p:nvSpPr>
          <p:spPr>
            <a:xfrm>
              <a:off x="2446857" y="175133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9" name="Google Shape;7819;p129"/>
            <p:cNvSpPr/>
            <p:nvPr/>
          </p:nvSpPr>
          <p:spPr>
            <a:xfrm>
              <a:off x="2500610" y="1758560"/>
              <a:ext cx="14" cy="149"/>
            </a:xfrm>
            <a:custGeom>
              <a:rect b="b" l="l" r="r" t="t"/>
              <a:pathLst>
                <a:path extrusionOk="0" h="11" w="1">
                  <a:moveTo>
                    <a:pt x="1" y="11"/>
                  </a:moveTo>
                  <a:lnTo>
                    <a:pt x="1" y="0"/>
                  </a:lnTo>
                  <a:cubicBezTo>
                    <a:pt x="1" y="4"/>
                    <a:pt x="1" y="7"/>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0" name="Google Shape;7820;p129"/>
            <p:cNvSpPr/>
            <p:nvPr/>
          </p:nvSpPr>
          <p:spPr>
            <a:xfrm>
              <a:off x="2500610" y="1758886"/>
              <a:ext cx="14" cy="204"/>
            </a:xfrm>
            <a:custGeom>
              <a:rect b="b" l="l" r="r" t="t"/>
              <a:pathLst>
                <a:path extrusionOk="0" h="15" w="1">
                  <a:moveTo>
                    <a:pt x="1"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1" name="Google Shape;7821;p129"/>
            <p:cNvSpPr/>
            <p:nvPr/>
          </p:nvSpPr>
          <p:spPr>
            <a:xfrm>
              <a:off x="2450658" y="1750902"/>
              <a:ext cx="204" cy="54"/>
            </a:xfrm>
            <a:custGeom>
              <a:rect b="b" l="l" r="r" t="t"/>
              <a:pathLst>
                <a:path extrusionOk="0" h="4" w="15">
                  <a:moveTo>
                    <a:pt x="1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2" name="Google Shape;7822;p129"/>
            <p:cNvSpPr/>
            <p:nvPr/>
          </p:nvSpPr>
          <p:spPr>
            <a:xfrm>
              <a:off x="2451989" y="1750481"/>
              <a:ext cx="109" cy="54"/>
            </a:xfrm>
            <a:custGeom>
              <a:rect b="b" l="l" r="r" t="t"/>
              <a:pathLst>
                <a:path extrusionOk="0" h="4" w="8">
                  <a:moveTo>
                    <a:pt x="7"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3" name="Google Shape;7823;p129"/>
            <p:cNvSpPr/>
            <p:nvPr/>
          </p:nvSpPr>
          <p:spPr>
            <a:xfrm>
              <a:off x="2449654" y="1751092"/>
              <a:ext cx="258" cy="68"/>
            </a:xfrm>
            <a:custGeom>
              <a:rect b="b" l="l" r="r" t="t"/>
              <a:pathLst>
                <a:path extrusionOk="0" h="5" w="19">
                  <a:moveTo>
                    <a:pt x="1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4" name="Google Shape;7824;p129"/>
            <p:cNvSpPr/>
            <p:nvPr/>
          </p:nvSpPr>
          <p:spPr>
            <a:xfrm>
              <a:off x="2500664" y="1759266"/>
              <a:ext cx="14" cy="258"/>
            </a:xfrm>
            <a:custGeom>
              <a:rect b="b" l="l" r="r" t="t"/>
              <a:pathLst>
                <a:path extrusionOk="0" h="19" w="1">
                  <a:moveTo>
                    <a:pt x="0"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5" name="Google Shape;7825;p129"/>
            <p:cNvSpPr/>
            <p:nvPr/>
          </p:nvSpPr>
          <p:spPr>
            <a:xfrm>
              <a:off x="2500800" y="1760787"/>
              <a:ext cx="14" cy="299"/>
            </a:xfrm>
            <a:custGeom>
              <a:rect b="b" l="l" r="r" t="t"/>
              <a:pathLst>
                <a:path extrusionOk="0" h="22" w="1">
                  <a:moveTo>
                    <a:pt x="1"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6" name="Google Shape;7826;p129"/>
            <p:cNvSpPr/>
            <p:nvPr/>
          </p:nvSpPr>
          <p:spPr>
            <a:xfrm>
              <a:off x="2500664" y="1759741"/>
              <a:ext cx="54" cy="258"/>
            </a:xfrm>
            <a:custGeom>
              <a:rect b="b" l="l" r="r" t="t"/>
              <a:pathLst>
                <a:path extrusionOk="0" h="19" w="4">
                  <a:moveTo>
                    <a:pt x="4" y="1"/>
                  </a:moveTo>
                  <a:cubicBezTo>
                    <a:pt x="0" y="4"/>
                    <a:pt x="4" y="11"/>
                    <a:pt x="4" y="18"/>
                  </a:cubicBez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7" name="Google Shape;7827;p129"/>
            <p:cNvSpPr/>
            <p:nvPr/>
          </p:nvSpPr>
          <p:spPr>
            <a:xfrm>
              <a:off x="2500759" y="1760216"/>
              <a:ext cx="14" cy="353"/>
            </a:xfrm>
            <a:custGeom>
              <a:rect b="b" l="l" r="r" t="t"/>
              <a:pathLst>
                <a:path extrusionOk="0" h="26" w="1">
                  <a:moveTo>
                    <a:pt x="0"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8" name="Google Shape;7828;p129"/>
            <p:cNvSpPr/>
            <p:nvPr/>
          </p:nvSpPr>
          <p:spPr>
            <a:xfrm>
              <a:off x="2451704" y="1750576"/>
              <a:ext cx="149" cy="95"/>
            </a:xfrm>
            <a:custGeom>
              <a:rect b="b" l="l" r="r" t="t"/>
              <a:pathLst>
                <a:path extrusionOk="0" h="7" w="11">
                  <a:moveTo>
                    <a:pt x="11"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9" name="Google Shape;7829;p129"/>
            <p:cNvSpPr/>
            <p:nvPr/>
          </p:nvSpPr>
          <p:spPr>
            <a:xfrm>
              <a:off x="2450183" y="1750997"/>
              <a:ext cx="204" cy="54"/>
            </a:xfrm>
            <a:custGeom>
              <a:rect b="b" l="l" r="r" t="t"/>
              <a:pathLst>
                <a:path extrusionOk="0" h="4" w="15">
                  <a:moveTo>
                    <a:pt x="1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0" name="Google Shape;7830;p129"/>
            <p:cNvSpPr/>
            <p:nvPr/>
          </p:nvSpPr>
          <p:spPr>
            <a:xfrm>
              <a:off x="2452695" y="1749952"/>
              <a:ext cx="14" cy="54"/>
            </a:xfrm>
            <a:custGeom>
              <a:rect b="b" l="l" r="r" t="t"/>
              <a:pathLst>
                <a:path extrusionOk="0" h="4" w="1">
                  <a:moveTo>
                    <a:pt x="1"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1" name="Google Shape;7831;p129"/>
            <p:cNvSpPr/>
            <p:nvPr/>
          </p:nvSpPr>
          <p:spPr>
            <a:xfrm>
              <a:off x="2501044" y="1763312"/>
              <a:ext cx="54" cy="339"/>
            </a:xfrm>
            <a:custGeom>
              <a:rect b="b" l="l" r="r" t="t"/>
              <a:pathLst>
                <a:path extrusionOk="0" h="25" w="4">
                  <a:moveTo>
                    <a:pt x="4" y="25"/>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2" name="Google Shape;7832;p129"/>
            <p:cNvSpPr/>
            <p:nvPr/>
          </p:nvSpPr>
          <p:spPr>
            <a:xfrm>
              <a:off x="2501275" y="1764683"/>
              <a:ext cx="68" cy="299"/>
            </a:xfrm>
            <a:custGeom>
              <a:rect b="b" l="l" r="r" t="t"/>
              <a:pathLst>
                <a:path extrusionOk="0" h="22" w="5">
                  <a:moveTo>
                    <a:pt x="4"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3" name="Google Shape;7833;p129"/>
            <p:cNvSpPr/>
            <p:nvPr/>
          </p:nvSpPr>
          <p:spPr>
            <a:xfrm>
              <a:off x="2501180" y="1763977"/>
              <a:ext cx="68" cy="339"/>
            </a:xfrm>
            <a:custGeom>
              <a:rect b="b" l="l" r="r" t="t"/>
              <a:pathLst>
                <a:path extrusionOk="0" h="25" w="5">
                  <a:moveTo>
                    <a:pt x="4"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4" name="Google Shape;7834;p129"/>
            <p:cNvSpPr/>
            <p:nvPr/>
          </p:nvSpPr>
          <p:spPr>
            <a:xfrm>
              <a:off x="2452369" y="1750237"/>
              <a:ext cx="109" cy="54"/>
            </a:xfrm>
            <a:custGeom>
              <a:rect b="b" l="l" r="r" t="t"/>
              <a:pathLst>
                <a:path extrusionOk="0" h="4" w="8">
                  <a:moveTo>
                    <a:pt x="7"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5" name="Google Shape;7835;p129"/>
            <p:cNvSpPr/>
            <p:nvPr/>
          </p:nvSpPr>
          <p:spPr>
            <a:xfrm>
              <a:off x="2501425" y="1765403"/>
              <a:ext cx="54" cy="244"/>
            </a:xfrm>
            <a:custGeom>
              <a:rect b="b" l="l" r="r" t="t"/>
              <a:pathLst>
                <a:path extrusionOk="0" h="18" w="4">
                  <a:moveTo>
                    <a:pt x="4" y="1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6" name="Google Shape;7836;p129"/>
            <p:cNvSpPr/>
            <p:nvPr/>
          </p:nvSpPr>
          <p:spPr>
            <a:xfrm>
              <a:off x="2500800" y="1761357"/>
              <a:ext cx="68" cy="353"/>
            </a:xfrm>
            <a:custGeom>
              <a:rect b="b" l="l" r="r" t="t"/>
              <a:pathLst>
                <a:path extrusionOk="0" h="26" w="5">
                  <a:moveTo>
                    <a:pt x="4" y="2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7" name="Google Shape;7837;p129"/>
            <p:cNvSpPr/>
            <p:nvPr/>
          </p:nvSpPr>
          <p:spPr>
            <a:xfrm>
              <a:off x="2500895" y="1761982"/>
              <a:ext cx="68" cy="339"/>
            </a:xfrm>
            <a:custGeom>
              <a:rect b="b" l="l" r="r" t="t"/>
              <a:pathLst>
                <a:path extrusionOk="0" h="25" w="5">
                  <a:moveTo>
                    <a:pt x="4"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8" name="Google Shape;7838;p129"/>
            <p:cNvSpPr/>
            <p:nvPr/>
          </p:nvSpPr>
          <p:spPr>
            <a:xfrm>
              <a:off x="2500949" y="1762647"/>
              <a:ext cx="54" cy="339"/>
            </a:xfrm>
            <a:custGeom>
              <a:rect b="b" l="l" r="r" t="t"/>
              <a:pathLst>
                <a:path extrusionOk="0" h="25" w="4">
                  <a:moveTo>
                    <a:pt x="4" y="25"/>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9" name="Google Shape;7839;p129"/>
            <p:cNvSpPr/>
            <p:nvPr/>
          </p:nvSpPr>
          <p:spPr>
            <a:xfrm>
              <a:off x="2501615" y="1766258"/>
              <a:ext cx="54" cy="204"/>
            </a:xfrm>
            <a:custGeom>
              <a:rect b="b" l="l" r="r" t="t"/>
              <a:pathLst>
                <a:path extrusionOk="0" h="15" w="4">
                  <a:moveTo>
                    <a:pt x="4"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0" name="Google Shape;7840;p129"/>
            <p:cNvSpPr/>
            <p:nvPr/>
          </p:nvSpPr>
          <p:spPr>
            <a:xfrm>
              <a:off x="2391759" y="1582202"/>
              <a:ext cx="300144" cy="138721"/>
            </a:xfrm>
            <a:custGeom>
              <a:rect b="b" l="l" r="r" t="t"/>
              <a:pathLst>
                <a:path extrusionOk="0" h="10217" w="22106">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1" name="Google Shape;7841;p129"/>
            <p:cNvSpPr/>
            <p:nvPr/>
          </p:nvSpPr>
          <p:spPr>
            <a:xfrm>
              <a:off x="2571159" y="1710115"/>
              <a:ext cx="54" cy="163"/>
            </a:xfrm>
            <a:custGeom>
              <a:rect b="b" l="l" r="r" t="t"/>
              <a:pathLst>
                <a:path extrusionOk="0" h="12" w="4">
                  <a:moveTo>
                    <a:pt x="0" y="1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2" name="Google Shape;7842;p129"/>
            <p:cNvSpPr/>
            <p:nvPr/>
          </p:nvSpPr>
          <p:spPr>
            <a:xfrm>
              <a:off x="2571960" y="1708839"/>
              <a:ext cx="109" cy="109"/>
            </a:xfrm>
            <a:custGeom>
              <a:rect b="b" l="l" r="r" t="t"/>
              <a:pathLst>
                <a:path extrusionOk="0" h="8" w="8">
                  <a:moveTo>
                    <a:pt x="1" y="7"/>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3" name="Google Shape;7843;p129"/>
            <p:cNvSpPr/>
            <p:nvPr/>
          </p:nvSpPr>
          <p:spPr>
            <a:xfrm>
              <a:off x="2572340" y="1708500"/>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4" name="Google Shape;7844;p129"/>
            <p:cNvSpPr/>
            <p:nvPr/>
          </p:nvSpPr>
          <p:spPr>
            <a:xfrm>
              <a:off x="2572245" y="1708595"/>
              <a:ext cx="68" cy="68"/>
            </a:xfrm>
            <a:custGeom>
              <a:rect b="b" l="l" r="r" t="t"/>
              <a:pathLst>
                <a:path extrusionOk="0" h="5" w="5">
                  <a:moveTo>
                    <a:pt x="1"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5" name="Google Shape;7845;p129"/>
            <p:cNvSpPr/>
            <p:nvPr/>
          </p:nvSpPr>
          <p:spPr>
            <a:xfrm>
              <a:off x="2571539" y="1709505"/>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6" name="Google Shape;7846;p129"/>
            <p:cNvSpPr/>
            <p:nvPr/>
          </p:nvSpPr>
          <p:spPr>
            <a:xfrm>
              <a:off x="2571729" y="1709219"/>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7" name="Google Shape;7847;p129"/>
            <p:cNvSpPr/>
            <p:nvPr/>
          </p:nvSpPr>
          <p:spPr>
            <a:xfrm>
              <a:off x="2571349" y="1709790"/>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8" name="Google Shape;7848;p129"/>
            <p:cNvSpPr/>
            <p:nvPr/>
          </p:nvSpPr>
          <p:spPr>
            <a:xfrm>
              <a:off x="2572109" y="1708690"/>
              <a:ext cx="54" cy="68"/>
            </a:xfrm>
            <a:custGeom>
              <a:rect b="b" l="l" r="r" t="t"/>
              <a:pathLst>
                <a:path extrusionOk="0" h="5" w="4">
                  <a:moveTo>
                    <a:pt x="0"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9" name="Google Shape;7849;p129"/>
            <p:cNvSpPr/>
            <p:nvPr/>
          </p:nvSpPr>
          <p:spPr>
            <a:xfrm>
              <a:off x="2570968" y="1710550"/>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0" name="Google Shape;7850;p129"/>
            <p:cNvSpPr/>
            <p:nvPr/>
          </p:nvSpPr>
          <p:spPr>
            <a:xfrm>
              <a:off x="2641218" y="170617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1" name="Google Shape;7851;p129"/>
            <p:cNvSpPr/>
            <p:nvPr/>
          </p:nvSpPr>
          <p:spPr>
            <a:xfrm>
              <a:off x="2572584" y="1708364"/>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2" name="Google Shape;7852;p129"/>
            <p:cNvSpPr/>
            <p:nvPr/>
          </p:nvSpPr>
          <p:spPr>
            <a:xfrm>
              <a:off x="2641829" y="1706178"/>
              <a:ext cx="204" cy="14"/>
            </a:xfrm>
            <a:custGeom>
              <a:rect b="b" l="l" r="r" t="t"/>
              <a:pathLst>
                <a:path extrusionOk="0" h="1" w="15">
                  <a:moveTo>
                    <a:pt x="1" y="0"/>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3" name="Google Shape;7853;p129"/>
            <p:cNvSpPr/>
            <p:nvPr/>
          </p:nvSpPr>
          <p:spPr>
            <a:xfrm>
              <a:off x="2571824" y="1709029"/>
              <a:ext cx="109" cy="109"/>
            </a:xfrm>
            <a:custGeom>
              <a:rect b="b" l="l" r="r" t="t"/>
              <a:pathLst>
                <a:path extrusionOk="0" h="8" w="8">
                  <a:moveTo>
                    <a:pt x="0" y="7"/>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4" name="Google Shape;7854;p129"/>
            <p:cNvSpPr/>
            <p:nvPr/>
          </p:nvSpPr>
          <p:spPr>
            <a:xfrm>
              <a:off x="2642305" y="1706219"/>
              <a:ext cx="258" cy="68"/>
            </a:xfrm>
            <a:custGeom>
              <a:rect b="b" l="l" r="r" t="t"/>
              <a:pathLst>
                <a:path extrusionOk="0" h="5" w="19">
                  <a:moveTo>
                    <a:pt x="1" y="1"/>
                  </a:moveTo>
                  <a:lnTo>
                    <a:pt x="1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5" name="Google Shape;7855;p129"/>
            <p:cNvSpPr/>
            <p:nvPr/>
          </p:nvSpPr>
          <p:spPr>
            <a:xfrm>
              <a:off x="2642780" y="1706273"/>
              <a:ext cx="353" cy="149"/>
            </a:xfrm>
            <a:custGeom>
              <a:rect b="b" l="l" r="r" t="t"/>
              <a:pathLst>
                <a:path extrusionOk="0" h="11" w="26">
                  <a:moveTo>
                    <a:pt x="1" y="0"/>
                  </a:moveTo>
                  <a:cubicBezTo>
                    <a:pt x="8" y="4"/>
                    <a:pt x="18" y="7"/>
                    <a:pt x="25" y="11"/>
                  </a:cubicBezTo>
                  <a:cubicBezTo>
                    <a:pt x="18" y="7"/>
                    <a:pt x="8"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6" name="Google Shape;7856;p129"/>
            <p:cNvSpPr/>
            <p:nvPr/>
          </p:nvSpPr>
          <p:spPr>
            <a:xfrm>
              <a:off x="2634756" y="1702852"/>
              <a:ext cx="4005" cy="2200"/>
            </a:xfrm>
            <a:custGeom>
              <a:rect b="b" l="l" r="r" t="t"/>
              <a:pathLst>
                <a:path extrusionOk="0" h="162" w="295">
                  <a:moveTo>
                    <a:pt x="0" y="0"/>
                  </a:moveTo>
                  <a:cubicBezTo>
                    <a:pt x="91" y="0"/>
                    <a:pt x="175" y="28"/>
                    <a:pt x="294" y="161"/>
                  </a:cubicBezTo>
                  <a:cubicBezTo>
                    <a:pt x="175" y="28"/>
                    <a:pt x="95"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7" name="Google Shape;7857;p129"/>
            <p:cNvSpPr/>
            <p:nvPr/>
          </p:nvSpPr>
          <p:spPr>
            <a:xfrm>
              <a:off x="2572489" y="1708459"/>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8" name="Google Shape;7858;p129"/>
            <p:cNvSpPr/>
            <p:nvPr/>
          </p:nvSpPr>
          <p:spPr>
            <a:xfrm>
              <a:off x="2506177" y="1694053"/>
              <a:ext cx="244" cy="299"/>
            </a:xfrm>
            <a:custGeom>
              <a:rect b="b" l="l" r="r" t="t"/>
              <a:pathLst>
                <a:path extrusionOk="0" h="22" w="18">
                  <a:moveTo>
                    <a:pt x="0" y="1"/>
                  </a:moveTo>
                  <a:lnTo>
                    <a:pt x="18"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9" name="Google Shape;7859;p129"/>
            <p:cNvSpPr/>
            <p:nvPr/>
          </p:nvSpPr>
          <p:spPr>
            <a:xfrm>
              <a:off x="2504602" y="1692152"/>
              <a:ext cx="299" cy="339"/>
            </a:xfrm>
            <a:custGeom>
              <a:rect b="b" l="l" r="r" t="t"/>
              <a:pathLst>
                <a:path extrusionOk="0" h="25" w="22">
                  <a:moveTo>
                    <a:pt x="1" y="0"/>
                  </a:moveTo>
                  <a:lnTo>
                    <a:pt x="22"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0" name="Google Shape;7860;p129"/>
            <p:cNvSpPr/>
            <p:nvPr/>
          </p:nvSpPr>
          <p:spPr>
            <a:xfrm>
              <a:off x="2505172" y="1692818"/>
              <a:ext cx="299" cy="339"/>
            </a:xfrm>
            <a:custGeom>
              <a:rect b="b" l="l" r="r" t="t"/>
              <a:pathLst>
                <a:path extrusionOk="0" h="25" w="22">
                  <a:moveTo>
                    <a:pt x="1" y="0"/>
                  </a:moveTo>
                  <a:lnTo>
                    <a:pt x="22"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1" name="Google Shape;7861;p129"/>
            <p:cNvSpPr/>
            <p:nvPr/>
          </p:nvSpPr>
          <p:spPr>
            <a:xfrm>
              <a:off x="2503325" y="1690768"/>
              <a:ext cx="339" cy="353"/>
            </a:xfrm>
            <a:custGeom>
              <a:rect b="b" l="l" r="r" t="t"/>
              <a:pathLst>
                <a:path extrusionOk="0" h="26" w="25">
                  <a:moveTo>
                    <a:pt x="0" y="1"/>
                  </a:moveTo>
                  <a:lnTo>
                    <a:pt x="25"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2" name="Google Shape;7862;p129"/>
            <p:cNvSpPr/>
            <p:nvPr/>
          </p:nvSpPr>
          <p:spPr>
            <a:xfrm>
              <a:off x="2568497" y="1712166"/>
              <a:ext cx="244" cy="54"/>
            </a:xfrm>
            <a:custGeom>
              <a:rect b="b" l="l" r="r" t="t"/>
              <a:pathLst>
                <a:path extrusionOk="0" h="4" w="18">
                  <a:moveTo>
                    <a:pt x="0" y="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3" name="Google Shape;7863;p129"/>
            <p:cNvSpPr/>
            <p:nvPr/>
          </p:nvSpPr>
          <p:spPr>
            <a:xfrm>
              <a:off x="2567778" y="1712356"/>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4" name="Google Shape;7864;p129"/>
            <p:cNvSpPr/>
            <p:nvPr/>
          </p:nvSpPr>
          <p:spPr>
            <a:xfrm>
              <a:off x="2461873" y="1676280"/>
              <a:ext cx="19022" cy="5051"/>
            </a:xfrm>
            <a:custGeom>
              <a:rect b="b" l="l" r="r" t="t"/>
              <a:pathLst>
                <a:path extrusionOk="0" h="372" w="1401">
                  <a:moveTo>
                    <a:pt x="1401" y="0"/>
                  </a:moveTo>
                  <a:lnTo>
                    <a:pt x="1" y="37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5" name="Google Shape;7865;p129"/>
            <p:cNvSpPr/>
            <p:nvPr/>
          </p:nvSpPr>
          <p:spPr>
            <a:xfrm>
              <a:off x="2516061" y="1694583"/>
              <a:ext cx="394" cy="95"/>
            </a:xfrm>
            <a:custGeom>
              <a:rect b="b" l="l" r="r" t="t"/>
              <a:pathLst>
                <a:path extrusionOk="0" h="7" w="29">
                  <a:moveTo>
                    <a:pt x="1" y="0"/>
                  </a:moveTo>
                  <a:cubicBezTo>
                    <a:pt x="11" y="0"/>
                    <a:pt x="18" y="4"/>
                    <a:pt x="29" y="7"/>
                  </a:cubicBezTo>
                  <a:cubicBezTo>
                    <a:pt x="18" y="4"/>
                    <a:pt x="11"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6" name="Google Shape;7866;p129"/>
            <p:cNvSpPr/>
            <p:nvPr/>
          </p:nvSpPr>
          <p:spPr>
            <a:xfrm>
              <a:off x="2515260" y="169452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7" name="Google Shape;7867;p129"/>
            <p:cNvSpPr/>
            <p:nvPr/>
          </p:nvSpPr>
          <p:spPr>
            <a:xfrm>
              <a:off x="2514690" y="1694624"/>
              <a:ext cx="149" cy="14"/>
            </a:xfrm>
            <a:custGeom>
              <a:rect b="b" l="l" r="r" t="t"/>
              <a:pathLst>
                <a:path extrusionOk="0" h="1" w="11">
                  <a:moveTo>
                    <a:pt x="0"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8" name="Google Shape;7868;p129"/>
            <p:cNvSpPr/>
            <p:nvPr/>
          </p:nvSpPr>
          <p:spPr>
            <a:xfrm>
              <a:off x="2514119" y="1694678"/>
              <a:ext cx="149" cy="0"/>
            </a:xfrm>
            <a:custGeom>
              <a:rect b="b" l="l" r="r" t="t"/>
              <a:pathLst>
                <a:path extrusionOk="0" h="0" w="11">
                  <a:moveTo>
                    <a:pt x="0"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9" name="Google Shape;7869;p129"/>
            <p:cNvSpPr/>
            <p:nvPr/>
          </p:nvSpPr>
          <p:spPr>
            <a:xfrm>
              <a:off x="2499374" y="1686830"/>
              <a:ext cx="299" cy="299"/>
            </a:xfrm>
            <a:custGeom>
              <a:rect b="b" l="l" r="r" t="t"/>
              <a:pathLst>
                <a:path extrusionOk="0" h="22" w="22">
                  <a:moveTo>
                    <a:pt x="1" y="0"/>
                  </a:moveTo>
                  <a:lnTo>
                    <a:pt x="22"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0" name="Google Shape;7870;p129"/>
            <p:cNvSpPr/>
            <p:nvPr/>
          </p:nvSpPr>
          <p:spPr>
            <a:xfrm>
              <a:off x="2505742" y="1693483"/>
              <a:ext cx="258" cy="299"/>
            </a:xfrm>
            <a:custGeom>
              <a:rect b="b" l="l" r="r" t="t"/>
              <a:pathLst>
                <a:path extrusionOk="0" h="22" w="19">
                  <a:moveTo>
                    <a:pt x="1" y="0"/>
                  </a:moveTo>
                  <a:lnTo>
                    <a:pt x="18"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1" name="Google Shape;7871;p129"/>
            <p:cNvSpPr/>
            <p:nvPr/>
          </p:nvSpPr>
          <p:spPr>
            <a:xfrm>
              <a:off x="2498804" y="1686301"/>
              <a:ext cx="258" cy="258"/>
            </a:xfrm>
            <a:custGeom>
              <a:rect b="b" l="l" r="r" t="t"/>
              <a:pathLst>
                <a:path extrusionOk="0" h="19" w="19">
                  <a:moveTo>
                    <a:pt x="1" y="1"/>
                  </a:moveTo>
                  <a:lnTo>
                    <a:pt x="1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2" name="Google Shape;7872;p129"/>
            <p:cNvSpPr/>
            <p:nvPr/>
          </p:nvSpPr>
          <p:spPr>
            <a:xfrm>
              <a:off x="2507168" y="1695574"/>
              <a:ext cx="109" cy="163"/>
            </a:xfrm>
            <a:custGeom>
              <a:rect b="b" l="l" r="r" t="t"/>
              <a:pathLst>
                <a:path extrusionOk="0" h="12" w="8">
                  <a:moveTo>
                    <a:pt x="1" y="1"/>
                  </a:moveTo>
                  <a:cubicBezTo>
                    <a:pt x="1" y="4"/>
                    <a:pt x="4" y="8"/>
                    <a:pt x="8" y="11"/>
                  </a:cubicBezTo>
                  <a:cubicBezTo>
                    <a:pt x="8" y="8"/>
                    <a:pt x="4"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3" name="Google Shape;7873;p129"/>
            <p:cNvSpPr/>
            <p:nvPr/>
          </p:nvSpPr>
          <p:spPr>
            <a:xfrm>
              <a:off x="2501329" y="1688677"/>
              <a:ext cx="339" cy="353"/>
            </a:xfrm>
            <a:custGeom>
              <a:rect b="b" l="l" r="r" t="t"/>
              <a:pathLst>
                <a:path extrusionOk="0" h="26" w="25">
                  <a:moveTo>
                    <a:pt x="0" y="1"/>
                  </a:moveTo>
                  <a:lnTo>
                    <a:pt x="25"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4" name="Google Shape;7874;p129"/>
            <p:cNvSpPr/>
            <p:nvPr/>
          </p:nvSpPr>
          <p:spPr>
            <a:xfrm>
              <a:off x="2557133" y="1719389"/>
              <a:ext cx="910" cy="1249"/>
            </a:xfrm>
            <a:custGeom>
              <a:rect b="b" l="l" r="r" t="t"/>
              <a:pathLst>
                <a:path extrusionOk="0" h="92" w="67">
                  <a:moveTo>
                    <a:pt x="67" y="0"/>
                  </a:moveTo>
                  <a:cubicBezTo>
                    <a:pt x="56" y="39"/>
                    <a:pt x="32" y="70"/>
                    <a:pt x="0" y="91"/>
                  </a:cubicBezTo>
                  <a:cubicBezTo>
                    <a:pt x="32" y="70"/>
                    <a:pt x="56" y="39"/>
                    <a:pt x="6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5" name="Google Shape;7875;p129"/>
            <p:cNvSpPr/>
            <p:nvPr/>
          </p:nvSpPr>
          <p:spPr>
            <a:xfrm>
              <a:off x="2501995" y="1689342"/>
              <a:ext cx="339" cy="353"/>
            </a:xfrm>
            <a:custGeom>
              <a:rect b="b" l="l" r="r" t="t"/>
              <a:pathLst>
                <a:path extrusionOk="0" h="26" w="25">
                  <a:moveTo>
                    <a:pt x="0" y="1"/>
                  </a:moveTo>
                  <a:lnTo>
                    <a:pt x="25"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6" name="Google Shape;7876;p129"/>
            <p:cNvSpPr/>
            <p:nvPr/>
          </p:nvSpPr>
          <p:spPr>
            <a:xfrm>
              <a:off x="2500664" y="1688011"/>
              <a:ext cx="299" cy="299"/>
            </a:xfrm>
            <a:custGeom>
              <a:rect b="b" l="l" r="r" t="t"/>
              <a:pathLst>
                <a:path extrusionOk="0" h="22" w="22">
                  <a:moveTo>
                    <a:pt x="0" y="1"/>
                  </a:moveTo>
                  <a:lnTo>
                    <a:pt x="2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7" name="Google Shape;7877;p129"/>
            <p:cNvSpPr/>
            <p:nvPr/>
          </p:nvSpPr>
          <p:spPr>
            <a:xfrm>
              <a:off x="2506937" y="1695153"/>
              <a:ext cx="149" cy="204"/>
            </a:xfrm>
            <a:custGeom>
              <a:rect b="b" l="l" r="r" t="t"/>
              <a:pathLst>
                <a:path extrusionOk="0" h="15" w="11">
                  <a:moveTo>
                    <a:pt x="0" y="0"/>
                  </a:moveTo>
                  <a:lnTo>
                    <a:pt x="1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8" name="Google Shape;7878;p129"/>
            <p:cNvSpPr/>
            <p:nvPr/>
          </p:nvSpPr>
          <p:spPr>
            <a:xfrm>
              <a:off x="2503991" y="1691487"/>
              <a:ext cx="299" cy="339"/>
            </a:xfrm>
            <a:custGeom>
              <a:rect b="b" l="l" r="r" t="t"/>
              <a:pathLst>
                <a:path extrusionOk="0" h="25" w="22">
                  <a:moveTo>
                    <a:pt x="0" y="0"/>
                  </a:moveTo>
                  <a:lnTo>
                    <a:pt x="2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9" name="Google Shape;7879;p129"/>
            <p:cNvSpPr/>
            <p:nvPr/>
          </p:nvSpPr>
          <p:spPr>
            <a:xfrm>
              <a:off x="2506598" y="1694624"/>
              <a:ext cx="204" cy="258"/>
            </a:xfrm>
            <a:custGeom>
              <a:rect b="b" l="l" r="r" t="t"/>
              <a:pathLst>
                <a:path extrusionOk="0" h="19" w="15">
                  <a:moveTo>
                    <a:pt x="1" y="1"/>
                  </a:moveTo>
                  <a:lnTo>
                    <a:pt x="15"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0" name="Google Shape;7880;p129"/>
            <p:cNvSpPr/>
            <p:nvPr/>
          </p:nvSpPr>
          <p:spPr>
            <a:xfrm>
              <a:off x="2515640" y="1694529"/>
              <a:ext cx="299" cy="14"/>
            </a:xfrm>
            <a:custGeom>
              <a:rect b="b" l="l" r="r" t="t"/>
              <a:pathLst>
                <a:path extrusionOk="0" h="1" w="22">
                  <a:moveTo>
                    <a:pt x="0" y="1"/>
                  </a:moveTo>
                  <a:lnTo>
                    <a:pt x="2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1" name="Google Shape;7881;p129"/>
            <p:cNvSpPr/>
            <p:nvPr/>
          </p:nvSpPr>
          <p:spPr>
            <a:xfrm>
              <a:off x="2568973" y="1712111"/>
              <a:ext cx="1344" cy="109"/>
            </a:xfrm>
            <a:custGeom>
              <a:rect b="b" l="l" r="r" t="t"/>
              <a:pathLst>
                <a:path extrusionOk="0" h="8" w="99">
                  <a:moveTo>
                    <a:pt x="98" y="8"/>
                  </a:moveTo>
                  <a:lnTo>
                    <a:pt x="98" y="8"/>
                  </a:lnTo>
                  <a:cubicBezTo>
                    <a:pt x="67" y="1"/>
                    <a:pt x="35" y="1"/>
                    <a:pt x="0" y="4"/>
                  </a:cubicBezTo>
                  <a:cubicBezTo>
                    <a:pt x="35" y="1"/>
                    <a:pt x="67" y="1"/>
                    <a:pt x="98"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2" name="Google Shape;7882;p129"/>
            <p:cNvSpPr/>
            <p:nvPr/>
          </p:nvSpPr>
          <p:spPr>
            <a:xfrm>
              <a:off x="2512640" y="1694909"/>
              <a:ext cx="258" cy="68"/>
            </a:xfrm>
            <a:custGeom>
              <a:rect b="b" l="l" r="r" t="t"/>
              <a:pathLst>
                <a:path extrusionOk="0" h="5" w="19">
                  <a:moveTo>
                    <a:pt x="1" y="4"/>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3" name="Google Shape;7883;p129"/>
            <p:cNvSpPr/>
            <p:nvPr/>
          </p:nvSpPr>
          <p:spPr>
            <a:xfrm>
              <a:off x="2499999" y="1687400"/>
              <a:ext cx="299" cy="299"/>
            </a:xfrm>
            <a:custGeom>
              <a:rect b="b" l="l" r="r" t="t"/>
              <a:pathLst>
                <a:path extrusionOk="0" h="22" w="22">
                  <a:moveTo>
                    <a:pt x="0" y="0"/>
                  </a:moveTo>
                  <a:lnTo>
                    <a:pt x="21"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4" name="Google Shape;7884;p129"/>
            <p:cNvSpPr/>
            <p:nvPr/>
          </p:nvSpPr>
          <p:spPr>
            <a:xfrm>
              <a:off x="2513400" y="1694773"/>
              <a:ext cx="163" cy="54"/>
            </a:xfrm>
            <a:custGeom>
              <a:rect b="b" l="l" r="r" t="t"/>
              <a:pathLst>
                <a:path extrusionOk="0" h="4" w="12">
                  <a:moveTo>
                    <a:pt x="1"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5" name="Google Shape;7885;p129"/>
            <p:cNvSpPr/>
            <p:nvPr/>
          </p:nvSpPr>
          <p:spPr>
            <a:xfrm>
              <a:off x="2566963" y="1712546"/>
              <a:ext cx="163" cy="54"/>
            </a:xfrm>
            <a:custGeom>
              <a:rect b="b" l="l" r="r" t="t"/>
              <a:pathLst>
                <a:path extrusionOk="0" h="4" w="12">
                  <a:moveTo>
                    <a:pt x="1"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6" name="Google Shape;7886;p129"/>
            <p:cNvSpPr/>
            <p:nvPr/>
          </p:nvSpPr>
          <p:spPr>
            <a:xfrm>
              <a:off x="2502660" y="1690062"/>
              <a:ext cx="339" cy="339"/>
            </a:xfrm>
            <a:custGeom>
              <a:rect b="b" l="l" r="r" t="t"/>
              <a:pathLst>
                <a:path extrusionOk="0" h="25" w="25">
                  <a:moveTo>
                    <a:pt x="0" y="0"/>
                  </a:moveTo>
                  <a:lnTo>
                    <a:pt x="25"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7" name="Google Shape;7887;p129"/>
            <p:cNvSpPr/>
            <p:nvPr/>
          </p:nvSpPr>
          <p:spPr>
            <a:xfrm>
              <a:off x="2690844" y="1643097"/>
              <a:ext cx="339" cy="489"/>
            </a:xfrm>
            <a:custGeom>
              <a:rect b="b" l="l" r="r" t="t"/>
              <a:pathLst>
                <a:path extrusionOk="0" h="36" w="25">
                  <a:moveTo>
                    <a:pt x="25" y="1"/>
                  </a:moveTo>
                  <a:lnTo>
                    <a:pt x="0" y="3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8" name="Google Shape;7888;p129"/>
            <p:cNvSpPr/>
            <p:nvPr/>
          </p:nvSpPr>
          <p:spPr>
            <a:xfrm>
              <a:off x="2691319" y="1642622"/>
              <a:ext cx="244" cy="353"/>
            </a:xfrm>
            <a:custGeom>
              <a:rect b="b" l="l" r="r" t="t"/>
              <a:pathLst>
                <a:path extrusionOk="0" h="26" w="18">
                  <a:moveTo>
                    <a:pt x="18" y="1"/>
                  </a:move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9" name="Google Shape;7889;p129"/>
            <p:cNvSpPr/>
            <p:nvPr/>
          </p:nvSpPr>
          <p:spPr>
            <a:xfrm>
              <a:off x="2691645" y="1642147"/>
              <a:ext cx="204" cy="353"/>
            </a:xfrm>
            <a:custGeom>
              <a:rect b="b" l="l" r="r" t="t"/>
              <a:pathLst>
                <a:path extrusionOk="0" h="26" w="15">
                  <a:moveTo>
                    <a:pt x="15" y="1"/>
                  </a:moveTo>
                  <a:cubicBezTo>
                    <a:pt x="11" y="8"/>
                    <a:pt x="4" y="15"/>
                    <a:pt x="1" y="25"/>
                  </a:cubicBezTo>
                  <a:cubicBezTo>
                    <a:pt x="8" y="15"/>
                    <a:pt x="11" y="8"/>
                    <a:pt x="1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0" name="Google Shape;7890;p129"/>
            <p:cNvSpPr/>
            <p:nvPr/>
          </p:nvSpPr>
          <p:spPr>
            <a:xfrm>
              <a:off x="2655339" y="1679838"/>
              <a:ext cx="4141" cy="1113"/>
            </a:xfrm>
            <a:custGeom>
              <a:rect b="b" l="l" r="r" t="t"/>
              <a:pathLst>
                <a:path extrusionOk="0" h="82" w="305">
                  <a:moveTo>
                    <a:pt x="305" y="81"/>
                  </a:moveTo>
                  <a:cubicBezTo>
                    <a:pt x="116" y="78"/>
                    <a:pt x="35" y="36"/>
                    <a:pt x="0" y="1"/>
                  </a:cubicBezTo>
                  <a:cubicBezTo>
                    <a:pt x="35" y="36"/>
                    <a:pt x="116" y="78"/>
                    <a:pt x="305" y="8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1" name="Google Shape;7891;p129"/>
            <p:cNvSpPr/>
            <p:nvPr/>
          </p:nvSpPr>
          <p:spPr>
            <a:xfrm>
              <a:off x="2691930" y="1641861"/>
              <a:ext cx="68" cy="109"/>
            </a:xfrm>
            <a:custGeom>
              <a:rect b="b" l="l" r="r" t="t"/>
              <a:pathLst>
                <a:path extrusionOk="0" h="8" w="5">
                  <a:moveTo>
                    <a:pt x="4" y="1"/>
                  </a:moveTo>
                  <a:lnTo>
                    <a:pt x="1" y="8"/>
                  </a:lnTo>
                  <a:cubicBezTo>
                    <a:pt x="4" y="4"/>
                    <a:pt x="4" y="4"/>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2" name="Google Shape;7892;p129"/>
            <p:cNvSpPr/>
            <p:nvPr/>
          </p:nvSpPr>
          <p:spPr>
            <a:xfrm>
              <a:off x="2643255" y="1705934"/>
              <a:ext cx="14" cy="163"/>
            </a:xfrm>
            <a:custGeom>
              <a:rect b="b" l="l" r="r" t="t"/>
              <a:pathLst>
                <a:path extrusionOk="0" h="12" w="1">
                  <a:moveTo>
                    <a:pt x="1" y="1"/>
                  </a:moveTo>
                  <a:lnTo>
                    <a:pt x="1" y="11"/>
                  </a:lnTo>
                  <a:cubicBezTo>
                    <a:pt x="1" y="8"/>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3" name="Google Shape;7893;p129"/>
            <p:cNvSpPr/>
            <p:nvPr/>
          </p:nvSpPr>
          <p:spPr>
            <a:xfrm>
              <a:off x="2438968" y="1708269"/>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4" name="Google Shape;7894;p129"/>
            <p:cNvSpPr/>
            <p:nvPr/>
          </p:nvSpPr>
          <p:spPr>
            <a:xfrm>
              <a:off x="2438873" y="1708554"/>
              <a:ext cx="14" cy="109"/>
            </a:xfrm>
            <a:custGeom>
              <a:rect b="b" l="l" r="r" t="t"/>
              <a:pathLst>
                <a:path extrusionOk="0" h="8" w="1">
                  <a:moveTo>
                    <a:pt x="0"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5" name="Google Shape;7895;p129"/>
            <p:cNvSpPr/>
            <p:nvPr/>
          </p:nvSpPr>
          <p:spPr>
            <a:xfrm>
              <a:off x="2438819" y="1710401"/>
              <a:ext cx="68" cy="204"/>
            </a:xfrm>
            <a:custGeom>
              <a:rect b="b" l="l" r="r" t="t"/>
              <a:pathLst>
                <a:path extrusionOk="0" h="15" w="5">
                  <a:moveTo>
                    <a:pt x="1" y="1"/>
                  </a:moveTo>
                  <a:cubicBezTo>
                    <a:pt x="1" y="4"/>
                    <a:pt x="1" y="8"/>
                    <a:pt x="4" y="15"/>
                  </a:cubicBezTo>
                  <a:cubicBezTo>
                    <a:pt x="4" y="8"/>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6" name="Google Shape;7896;p129"/>
            <p:cNvSpPr/>
            <p:nvPr/>
          </p:nvSpPr>
          <p:spPr>
            <a:xfrm>
              <a:off x="2438683" y="1709545"/>
              <a:ext cx="14" cy="163"/>
            </a:xfrm>
            <a:custGeom>
              <a:rect b="b" l="l" r="r" t="t"/>
              <a:pathLst>
                <a:path extrusionOk="0" h="12" w="1">
                  <a:moveTo>
                    <a:pt x="0"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7" name="Google Shape;7897;p129"/>
            <p:cNvSpPr/>
            <p:nvPr/>
          </p:nvSpPr>
          <p:spPr>
            <a:xfrm>
              <a:off x="2438778" y="1708785"/>
              <a:ext cx="14" cy="204"/>
            </a:xfrm>
            <a:custGeom>
              <a:rect b="b" l="l" r="r" t="t"/>
              <a:pathLst>
                <a:path extrusionOk="0" h="15" w="1">
                  <a:moveTo>
                    <a:pt x="0" y="15"/>
                  </a:moveTo>
                  <a:lnTo>
                    <a:pt x="0" y="4"/>
                  </a:lnTo>
                  <a:cubicBezTo>
                    <a:pt x="0" y="1"/>
                    <a:pt x="0" y="11"/>
                    <a:pt x="0"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8" name="Google Shape;7898;p129"/>
            <p:cNvSpPr/>
            <p:nvPr/>
          </p:nvSpPr>
          <p:spPr>
            <a:xfrm>
              <a:off x="2438724" y="1709165"/>
              <a:ext cx="14" cy="163"/>
            </a:xfrm>
            <a:custGeom>
              <a:rect b="b" l="l" r="r" t="t"/>
              <a:pathLst>
                <a:path extrusionOk="0" h="12" w="1">
                  <a:moveTo>
                    <a:pt x="1" y="11"/>
                  </a:moveTo>
                  <a:lnTo>
                    <a:pt x="1" y="1"/>
                  </a:lnTo>
                  <a:cubicBezTo>
                    <a:pt x="1" y="4"/>
                    <a:pt x="1" y="8"/>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9" name="Google Shape;7899;p129"/>
            <p:cNvSpPr/>
            <p:nvPr/>
          </p:nvSpPr>
          <p:spPr>
            <a:xfrm>
              <a:off x="2438724" y="1709925"/>
              <a:ext cx="14" cy="204"/>
            </a:xfrm>
            <a:custGeom>
              <a:rect b="b" l="l" r="r" t="t"/>
              <a:pathLst>
                <a:path extrusionOk="0" h="15" w="1">
                  <a:moveTo>
                    <a:pt x="1" y="15"/>
                  </a:moveTo>
                  <a:lnTo>
                    <a:pt x="1" y="1"/>
                  </a:lnTo>
                  <a:cubicBezTo>
                    <a:pt x="1" y="8"/>
                    <a:pt x="1" y="11"/>
                    <a:pt x="1"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0" name="Google Shape;7900;p129"/>
            <p:cNvSpPr/>
            <p:nvPr/>
          </p:nvSpPr>
          <p:spPr>
            <a:xfrm>
              <a:off x="3083315" y="1349877"/>
              <a:ext cx="6436" cy="2648"/>
            </a:xfrm>
            <a:custGeom>
              <a:rect b="b" l="l" r="r" t="t"/>
              <a:pathLst>
                <a:path extrusionOk="0" h="195" w="474">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1" name="Google Shape;7901;p129"/>
            <p:cNvSpPr/>
            <p:nvPr/>
          </p:nvSpPr>
          <p:spPr>
            <a:xfrm>
              <a:off x="2740470" y="1256152"/>
              <a:ext cx="41452" cy="20869"/>
            </a:xfrm>
            <a:custGeom>
              <a:rect b="b" l="l" r="r" t="t"/>
              <a:pathLst>
                <a:path extrusionOk="0" h="1537" w="3053">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2" name="Google Shape;7902;p129"/>
            <p:cNvSpPr/>
            <p:nvPr/>
          </p:nvSpPr>
          <p:spPr>
            <a:xfrm>
              <a:off x="2779112" y="1267720"/>
              <a:ext cx="44453" cy="23136"/>
            </a:xfrm>
            <a:custGeom>
              <a:rect b="b" l="l" r="r" t="t"/>
              <a:pathLst>
                <a:path extrusionOk="0" h="1704" w="3274">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3" name="Google Shape;7903;p129"/>
            <p:cNvSpPr/>
            <p:nvPr/>
          </p:nvSpPr>
          <p:spPr>
            <a:xfrm>
              <a:off x="3087022" y="1356164"/>
              <a:ext cx="21412" cy="7834"/>
            </a:xfrm>
            <a:custGeom>
              <a:rect b="b" l="l" r="r" t="t"/>
              <a:pathLst>
                <a:path extrusionOk="0" h="577" w="1577">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4" name="Google Shape;7904;p129"/>
            <p:cNvSpPr/>
            <p:nvPr/>
          </p:nvSpPr>
          <p:spPr>
            <a:xfrm>
              <a:off x="2249874" y="1296871"/>
              <a:ext cx="1208533" cy="418540"/>
            </a:xfrm>
            <a:custGeom>
              <a:rect b="b" l="l" r="r" t="t"/>
              <a:pathLst>
                <a:path extrusionOk="0" h="30826" w="8901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5" name="Google Shape;7905;p129"/>
            <p:cNvSpPr/>
            <p:nvPr/>
          </p:nvSpPr>
          <p:spPr>
            <a:xfrm>
              <a:off x="2192984" y="1581360"/>
              <a:ext cx="21262" cy="7753"/>
            </a:xfrm>
            <a:custGeom>
              <a:rect b="b" l="l" r="r" t="t"/>
              <a:pathLst>
                <a:path extrusionOk="0" h="571" w="1566">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6" name="Google Shape;7906;p129"/>
            <p:cNvSpPr/>
            <p:nvPr/>
          </p:nvSpPr>
          <p:spPr>
            <a:xfrm>
              <a:off x="2688889" y="1342735"/>
              <a:ext cx="3394" cy="828"/>
            </a:xfrm>
            <a:custGeom>
              <a:rect b="b" l="l" r="r" t="t"/>
              <a:pathLst>
                <a:path extrusionOk="0" h="61" w="25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7" name="Google Shape;7907;p129"/>
            <p:cNvSpPr/>
            <p:nvPr/>
          </p:nvSpPr>
          <p:spPr>
            <a:xfrm>
              <a:off x="3095345" y="1594612"/>
              <a:ext cx="18737" cy="78777"/>
            </a:xfrm>
            <a:custGeom>
              <a:rect b="b" l="l" r="r" t="t"/>
              <a:pathLst>
                <a:path extrusionOk="0" h="5802" w="138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8" name="Google Shape;7908;p129"/>
            <p:cNvSpPr/>
            <p:nvPr/>
          </p:nvSpPr>
          <p:spPr>
            <a:xfrm>
              <a:off x="2726485" y="1235772"/>
              <a:ext cx="39185" cy="27603"/>
            </a:xfrm>
            <a:custGeom>
              <a:rect b="b" l="l" r="r" t="t"/>
              <a:pathLst>
                <a:path extrusionOk="0" h="2033" w="2886">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9" name="Google Shape;7909;p129"/>
            <p:cNvSpPr/>
            <p:nvPr/>
          </p:nvSpPr>
          <p:spPr>
            <a:xfrm>
              <a:off x="2452749" y="1237876"/>
              <a:ext cx="24249" cy="7875"/>
            </a:xfrm>
            <a:custGeom>
              <a:rect b="b" l="l" r="r" t="t"/>
              <a:pathLst>
                <a:path extrusionOk="0" h="580" w="1786">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0" name="Google Shape;7910;p129"/>
            <p:cNvSpPr/>
            <p:nvPr/>
          </p:nvSpPr>
          <p:spPr>
            <a:xfrm>
              <a:off x="2405554" y="1415592"/>
              <a:ext cx="14406" cy="8065"/>
            </a:xfrm>
            <a:custGeom>
              <a:rect b="b" l="l" r="r" t="t"/>
              <a:pathLst>
                <a:path extrusionOk="0" h="594" w="1061">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1" name="Google Shape;7911;p129"/>
            <p:cNvSpPr/>
            <p:nvPr/>
          </p:nvSpPr>
          <p:spPr>
            <a:xfrm>
              <a:off x="2399471" y="1241556"/>
              <a:ext cx="30047" cy="12613"/>
            </a:xfrm>
            <a:custGeom>
              <a:rect b="b" l="l" r="r" t="t"/>
              <a:pathLst>
                <a:path extrusionOk="0" h="929" w="2213">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2" name="Google Shape;7912;p129"/>
            <p:cNvSpPr/>
            <p:nvPr/>
          </p:nvSpPr>
          <p:spPr>
            <a:xfrm>
              <a:off x="2429179" y="1308887"/>
              <a:ext cx="131865" cy="90535"/>
            </a:xfrm>
            <a:custGeom>
              <a:rect b="b" l="l" r="r" t="t"/>
              <a:pathLst>
                <a:path extrusionOk="0" h="6668" w="9712">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3" name="Google Shape;7913;p129"/>
            <p:cNvSpPr/>
            <p:nvPr/>
          </p:nvSpPr>
          <p:spPr>
            <a:xfrm>
              <a:off x="2439104" y="1251861"/>
              <a:ext cx="6857" cy="1833"/>
            </a:xfrm>
            <a:custGeom>
              <a:rect b="b" l="l" r="r" t="t"/>
              <a:pathLst>
                <a:path extrusionOk="0" h="135" w="505">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4" name="Google Shape;7914;p129"/>
            <p:cNvSpPr/>
            <p:nvPr/>
          </p:nvSpPr>
          <p:spPr>
            <a:xfrm>
              <a:off x="2870271" y="1345763"/>
              <a:ext cx="11758" cy="4576"/>
            </a:xfrm>
            <a:custGeom>
              <a:rect b="b" l="l" r="r" t="t"/>
              <a:pathLst>
                <a:path extrusionOk="0" h="337" w="866">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5" name="Google Shape;7915;p129"/>
            <p:cNvSpPr/>
            <p:nvPr/>
          </p:nvSpPr>
          <p:spPr>
            <a:xfrm>
              <a:off x="2384020" y="1243620"/>
              <a:ext cx="22783" cy="4983"/>
            </a:xfrm>
            <a:custGeom>
              <a:rect b="b" l="l" r="r" t="t"/>
              <a:pathLst>
                <a:path extrusionOk="0" h="367" w="1678">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6" name="Google Shape;7916;p129"/>
            <p:cNvSpPr/>
            <p:nvPr/>
          </p:nvSpPr>
          <p:spPr>
            <a:xfrm>
              <a:off x="2517202" y="1238691"/>
              <a:ext cx="17406" cy="5404"/>
            </a:xfrm>
            <a:custGeom>
              <a:rect b="b" l="l" r="r" t="t"/>
              <a:pathLst>
                <a:path extrusionOk="0" h="398" w="1282">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7" name="Google Shape;7917;p129"/>
            <p:cNvSpPr/>
            <p:nvPr/>
          </p:nvSpPr>
          <p:spPr>
            <a:xfrm>
              <a:off x="2718026" y="1237646"/>
              <a:ext cx="8757" cy="2403"/>
            </a:xfrm>
            <a:custGeom>
              <a:rect b="b" l="l" r="r" t="t"/>
              <a:pathLst>
                <a:path extrusionOk="0" h="177" w="645">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8" name="Google Shape;7918;p129"/>
            <p:cNvSpPr/>
            <p:nvPr/>
          </p:nvSpPr>
          <p:spPr>
            <a:xfrm>
              <a:off x="2570534" y="1361377"/>
              <a:ext cx="11229" cy="4209"/>
            </a:xfrm>
            <a:custGeom>
              <a:rect b="b" l="l" r="r" t="t"/>
              <a:pathLst>
                <a:path extrusionOk="0" h="310" w="827">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9" name="Google Shape;7919;p129"/>
            <p:cNvSpPr/>
            <p:nvPr/>
          </p:nvSpPr>
          <p:spPr>
            <a:xfrm>
              <a:off x="2635516" y="1366890"/>
              <a:ext cx="4616" cy="2865"/>
            </a:xfrm>
            <a:custGeom>
              <a:rect b="b" l="l" r="r" t="t"/>
              <a:pathLst>
                <a:path extrusionOk="0" h="211" w="34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0" name="Google Shape;7920;p129"/>
            <p:cNvSpPr/>
            <p:nvPr/>
          </p:nvSpPr>
          <p:spPr>
            <a:xfrm>
              <a:off x="2491961" y="1240701"/>
              <a:ext cx="20176" cy="8119"/>
            </a:xfrm>
            <a:custGeom>
              <a:rect b="b" l="l" r="r" t="t"/>
              <a:pathLst>
                <a:path extrusionOk="0" h="598" w="1486">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1" name="Google Shape;7921;p129"/>
            <p:cNvSpPr/>
            <p:nvPr/>
          </p:nvSpPr>
          <p:spPr>
            <a:xfrm>
              <a:off x="2465159" y="1249621"/>
              <a:ext cx="23394" cy="6734"/>
            </a:xfrm>
            <a:custGeom>
              <a:rect b="b" l="l" r="r" t="t"/>
              <a:pathLst>
                <a:path extrusionOk="0" h="496" w="1723">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2" name="Google Shape;7922;p129"/>
            <p:cNvSpPr/>
            <p:nvPr/>
          </p:nvSpPr>
          <p:spPr>
            <a:xfrm>
              <a:off x="2466530" y="1232500"/>
              <a:ext cx="20597" cy="4358"/>
            </a:xfrm>
            <a:custGeom>
              <a:rect b="b" l="l" r="r" t="t"/>
              <a:pathLst>
                <a:path extrusionOk="0" h="321" w="1517">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3" name="Google Shape;7923;p129"/>
            <p:cNvSpPr/>
            <p:nvPr/>
          </p:nvSpPr>
          <p:spPr>
            <a:xfrm>
              <a:off x="2698353" y="1642147"/>
              <a:ext cx="54" cy="109"/>
            </a:xfrm>
            <a:custGeom>
              <a:rect b="b" l="l" r="r" t="t"/>
              <a:pathLst>
                <a:path extrusionOk="0" h="8" w="4">
                  <a:moveTo>
                    <a:pt x="0"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4" name="Google Shape;7924;p129"/>
            <p:cNvSpPr/>
            <p:nvPr/>
          </p:nvSpPr>
          <p:spPr>
            <a:xfrm>
              <a:off x="2818038" y="1630266"/>
              <a:ext cx="3625" cy="530"/>
            </a:xfrm>
            <a:custGeom>
              <a:rect b="b" l="l" r="r" t="t"/>
              <a:pathLst>
                <a:path extrusionOk="0" h="39" w="267">
                  <a:moveTo>
                    <a:pt x="0" y="39"/>
                  </a:moveTo>
                  <a:cubicBezTo>
                    <a:pt x="88" y="21"/>
                    <a:pt x="179" y="7"/>
                    <a:pt x="267" y="0"/>
                  </a:cubicBezTo>
                  <a:cubicBezTo>
                    <a:pt x="179" y="7"/>
                    <a:pt x="88" y="21"/>
                    <a:pt x="0"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5" name="Google Shape;7925;p129"/>
            <p:cNvSpPr/>
            <p:nvPr/>
          </p:nvSpPr>
          <p:spPr>
            <a:xfrm>
              <a:off x="2835580" y="1633878"/>
              <a:ext cx="2430" cy="815"/>
            </a:xfrm>
            <a:custGeom>
              <a:rect b="b" l="l" r="r" t="t"/>
              <a:pathLst>
                <a:path extrusionOk="0" h="60" w="179">
                  <a:moveTo>
                    <a:pt x="0" y="0"/>
                  </a:moveTo>
                  <a:cubicBezTo>
                    <a:pt x="18" y="18"/>
                    <a:pt x="119" y="42"/>
                    <a:pt x="179" y="60"/>
                  </a:cubicBezTo>
                  <a:cubicBezTo>
                    <a:pt x="119" y="42"/>
                    <a:pt x="18" y="18"/>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6" name="Google Shape;7926;p129"/>
            <p:cNvSpPr/>
            <p:nvPr/>
          </p:nvSpPr>
          <p:spPr>
            <a:xfrm>
              <a:off x="2863808" y="1641861"/>
              <a:ext cx="584" cy="299"/>
            </a:xfrm>
            <a:custGeom>
              <a:rect b="b" l="l" r="r" t="t"/>
              <a:pathLst>
                <a:path extrusionOk="0" h="22" w="43">
                  <a:moveTo>
                    <a:pt x="1" y="22"/>
                  </a:moveTo>
                  <a:cubicBezTo>
                    <a:pt x="15" y="15"/>
                    <a:pt x="25" y="8"/>
                    <a:pt x="43" y="1"/>
                  </a:cubicBezTo>
                  <a:cubicBezTo>
                    <a:pt x="25" y="8"/>
                    <a:pt x="15" y="15"/>
                    <a:pt x="1"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7" name="Google Shape;7927;p129"/>
            <p:cNvSpPr/>
            <p:nvPr/>
          </p:nvSpPr>
          <p:spPr>
            <a:xfrm>
              <a:off x="2807149" y="1632778"/>
              <a:ext cx="2729" cy="1059"/>
            </a:xfrm>
            <a:custGeom>
              <a:rect b="b" l="l" r="r" t="t"/>
              <a:pathLst>
                <a:path extrusionOk="0" h="78" w="201">
                  <a:moveTo>
                    <a:pt x="1" y="1"/>
                  </a:moveTo>
                  <a:cubicBezTo>
                    <a:pt x="64" y="32"/>
                    <a:pt x="130" y="60"/>
                    <a:pt x="200" y="78"/>
                  </a:cubicBezTo>
                  <a:cubicBezTo>
                    <a:pt x="130" y="60"/>
                    <a:pt x="64" y="32"/>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8" name="Google Shape;7928;p129"/>
            <p:cNvSpPr/>
            <p:nvPr/>
          </p:nvSpPr>
          <p:spPr>
            <a:xfrm>
              <a:off x="2901553" y="1635249"/>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9" name="Google Shape;7929;p129"/>
            <p:cNvSpPr/>
            <p:nvPr/>
          </p:nvSpPr>
          <p:spPr>
            <a:xfrm>
              <a:off x="2907351" y="1636064"/>
              <a:ext cx="584" cy="299"/>
            </a:xfrm>
            <a:custGeom>
              <a:rect b="b" l="l" r="r" t="t"/>
              <a:pathLst>
                <a:path extrusionOk="0" h="22" w="43">
                  <a:moveTo>
                    <a:pt x="1" y="0"/>
                  </a:moveTo>
                  <a:cubicBezTo>
                    <a:pt x="15" y="7"/>
                    <a:pt x="29" y="14"/>
                    <a:pt x="39" y="21"/>
                  </a:cubicBezTo>
                  <a:lnTo>
                    <a:pt x="43" y="18"/>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0" name="Google Shape;7930;p129"/>
            <p:cNvSpPr/>
            <p:nvPr/>
          </p:nvSpPr>
          <p:spPr>
            <a:xfrm>
              <a:off x="2902355" y="163515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1" name="Google Shape;7931;p129"/>
            <p:cNvSpPr/>
            <p:nvPr/>
          </p:nvSpPr>
          <p:spPr>
            <a:xfrm>
              <a:off x="2873367" y="1638915"/>
              <a:ext cx="3286" cy="1018"/>
            </a:xfrm>
            <a:custGeom>
              <a:rect b="b" l="l" r="r" t="t"/>
              <a:pathLst>
                <a:path extrusionOk="0" h="75" w="242">
                  <a:moveTo>
                    <a:pt x="242" y="1"/>
                  </a:moveTo>
                  <a:lnTo>
                    <a:pt x="242" y="1"/>
                  </a:lnTo>
                  <a:cubicBezTo>
                    <a:pt x="151" y="15"/>
                    <a:pt x="60" y="29"/>
                    <a:pt x="0" y="74"/>
                  </a:cubicBezTo>
                  <a:cubicBezTo>
                    <a:pt x="60" y="29"/>
                    <a:pt x="154" y="15"/>
                    <a:pt x="24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2" name="Google Shape;7932;p129"/>
            <p:cNvSpPr/>
            <p:nvPr/>
          </p:nvSpPr>
          <p:spPr>
            <a:xfrm>
              <a:off x="2746879" y="1634258"/>
              <a:ext cx="3299" cy="1494"/>
            </a:xfrm>
            <a:custGeom>
              <a:rect b="b" l="l" r="r" t="t"/>
              <a:pathLst>
                <a:path extrusionOk="0" h="110" w="243">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3" name="Google Shape;7933;p129"/>
            <p:cNvSpPr/>
            <p:nvPr/>
          </p:nvSpPr>
          <p:spPr>
            <a:xfrm>
              <a:off x="2716221" y="1632113"/>
              <a:ext cx="2444" cy="1534"/>
            </a:xfrm>
            <a:custGeom>
              <a:rect b="b" l="l" r="r" t="t"/>
              <a:pathLst>
                <a:path extrusionOk="0" h="113" w="180">
                  <a:moveTo>
                    <a:pt x="1" y="113"/>
                  </a:moveTo>
                  <a:cubicBezTo>
                    <a:pt x="57" y="67"/>
                    <a:pt x="116" y="29"/>
                    <a:pt x="179" y="1"/>
                  </a:cubicBezTo>
                  <a:cubicBezTo>
                    <a:pt x="116" y="29"/>
                    <a:pt x="57" y="67"/>
                    <a:pt x="1" y="11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4" name="Google Shape;7934;p129"/>
            <p:cNvSpPr/>
            <p:nvPr/>
          </p:nvSpPr>
          <p:spPr>
            <a:xfrm>
              <a:off x="2699059" y="1641440"/>
              <a:ext cx="109" cy="54"/>
            </a:xfrm>
            <a:custGeom>
              <a:rect b="b" l="l" r="r" t="t"/>
              <a:pathLst>
                <a:path extrusionOk="0" h="4" w="8">
                  <a:moveTo>
                    <a:pt x="1" y="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5" name="Google Shape;7935;p129"/>
            <p:cNvSpPr/>
            <p:nvPr/>
          </p:nvSpPr>
          <p:spPr>
            <a:xfrm>
              <a:off x="2698869" y="1641576"/>
              <a:ext cx="68" cy="109"/>
            </a:xfrm>
            <a:custGeom>
              <a:rect b="b" l="l" r="r" t="t"/>
              <a:pathLst>
                <a:path extrusionOk="0" h="8" w="5">
                  <a:moveTo>
                    <a:pt x="1"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6" name="Google Shape;7936;p129"/>
            <p:cNvSpPr/>
            <p:nvPr/>
          </p:nvSpPr>
          <p:spPr>
            <a:xfrm>
              <a:off x="2698678" y="1641726"/>
              <a:ext cx="68" cy="109"/>
            </a:xfrm>
            <a:custGeom>
              <a:rect b="b" l="l" r="r" t="t"/>
              <a:pathLst>
                <a:path extrusionOk="0" h="8" w="5">
                  <a:moveTo>
                    <a:pt x="1"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7" name="Google Shape;7937;p129"/>
            <p:cNvSpPr/>
            <p:nvPr/>
          </p:nvSpPr>
          <p:spPr>
            <a:xfrm>
              <a:off x="2698543" y="1641916"/>
              <a:ext cx="54" cy="54"/>
            </a:xfrm>
            <a:custGeom>
              <a:rect b="b" l="l" r="r" t="t"/>
              <a:pathLst>
                <a:path extrusionOk="0" h="4" w="4">
                  <a:moveTo>
                    <a:pt x="0" y="4"/>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8" name="Google Shape;7938;p129"/>
            <p:cNvSpPr/>
            <p:nvPr/>
          </p:nvSpPr>
          <p:spPr>
            <a:xfrm>
              <a:off x="2700348" y="1640870"/>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9" name="Google Shape;7939;p129"/>
            <p:cNvSpPr/>
            <p:nvPr/>
          </p:nvSpPr>
          <p:spPr>
            <a:xfrm>
              <a:off x="2699629" y="1641155"/>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0" name="Google Shape;7940;p129"/>
            <p:cNvSpPr/>
            <p:nvPr/>
          </p:nvSpPr>
          <p:spPr>
            <a:xfrm>
              <a:off x="2698448" y="1642051"/>
              <a:ext cx="54" cy="68"/>
            </a:xfrm>
            <a:custGeom>
              <a:rect b="b" l="l" r="r" t="t"/>
              <a:pathLst>
                <a:path extrusionOk="0" h="5" w="4">
                  <a:moveTo>
                    <a:pt x="0"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1" name="Google Shape;7941;p129"/>
            <p:cNvSpPr/>
            <p:nvPr/>
          </p:nvSpPr>
          <p:spPr>
            <a:xfrm>
              <a:off x="2699968" y="1641006"/>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2" name="Google Shape;7942;p129"/>
            <p:cNvSpPr/>
            <p:nvPr/>
          </p:nvSpPr>
          <p:spPr>
            <a:xfrm>
              <a:off x="2699303" y="1641291"/>
              <a:ext cx="109" cy="68"/>
            </a:xfrm>
            <a:custGeom>
              <a:rect b="b" l="l" r="r" t="t"/>
              <a:pathLst>
                <a:path extrusionOk="0" h="5"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3" name="Google Shape;7943;p129"/>
            <p:cNvSpPr/>
            <p:nvPr/>
          </p:nvSpPr>
          <p:spPr>
            <a:xfrm>
              <a:off x="2750164" y="1633688"/>
              <a:ext cx="6952" cy="2050"/>
            </a:xfrm>
            <a:custGeom>
              <a:rect b="b" l="l" r="r" t="t"/>
              <a:pathLst>
                <a:path extrusionOk="0" h="151" w="512">
                  <a:moveTo>
                    <a:pt x="511" y="116"/>
                  </a:moveTo>
                  <a:cubicBezTo>
                    <a:pt x="319" y="0"/>
                    <a:pt x="98" y="74"/>
                    <a:pt x="0" y="151"/>
                  </a:cubicBezTo>
                  <a:lnTo>
                    <a:pt x="0" y="151"/>
                  </a:lnTo>
                  <a:cubicBezTo>
                    <a:pt x="98" y="74"/>
                    <a:pt x="319" y="0"/>
                    <a:pt x="511" y="11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4" name="Google Shape;7944;p129"/>
            <p:cNvSpPr/>
            <p:nvPr/>
          </p:nvSpPr>
          <p:spPr>
            <a:xfrm>
              <a:off x="2757102" y="1635249"/>
              <a:ext cx="3666" cy="2009"/>
            </a:xfrm>
            <a:custGeom>
              <a:rect b="b" l="l" r="r" t="t"/>
              <a:pathLst>
                <a:path extrusionOk="0" h="148" w="27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5" name="Google Shape;7945;p129"/>
            <p:cNvSpPr/>
            <p:nvPr/>
          </p:nvSpPr>
          <p:spPr>
            <a:xfrm>
              <a:off x="2728291" y="1626980"/>
              <a:ext cx="3489" cy="204"/>
            </a:xfrm>
            <a:custGeom>
              <a:rect b="b" l="l" r="r" t="t"/>
              <a:pathLst>
                <a:path extrusionOk="0" h="15" w="257">
                  <a:moveTo>
                    <a:pt x="256" y="15"/>
                  </a:moveTo>
                  <a:cubicBezTo>
                    <a:pt x="172" y="1"/>
                    <a:pt x="85" y="1"/>
                    <a:pt x="1" y="11"/>
                  </a:cubicBezTo>
                  <a:cubicBezTo>
                    <a:pt x="85" y="1"/>
                    <a:pt x="172" y="1"/>
                    <a:pt x="256"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6" name="Google Shape;7946;p129"/>
            <p:cNvSpPr/>
            <p:nvPr/>
          </p:nvSpPr>
          <p:spPr>
            <a:xfrm>
              <a:off x="2720688" y="1629126"/>
              <a:ext cx="3340" cy="1670"/>
            </a:xfrm>
            <a:custGeom>
              <a:rect b="b" l="l" r="r" t="t"/>
              <a:pathLst>
                <a:path extrusionOk="0" h="123" w="246">
                  <a:moveTo>
                    <a:pt x="246" y="0"/>
                  </a:moveTo>
                  <a:cubicBezTo>
                    <a:pt x="144" y="21"/>
                    <a:pt x="39" y="42"/>
                    <a:pt x="1" y="123"/>
                  </a:cubicBezTo>
                  <a:cubicBezTo>
                    <a:pt x="39" y="46"/>
                    <a:pt x="144" y="21"/>
                    <a:pt x="2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7" name="Google Shape;7947;p129"/>
            <p:cNvSpPr/>
            <p:nvPr/>
          </p:nvSpPr>
          <p:spPr>
            <a:xfrm>
              <a:off x="2697877" y="1642337"/>
              <a:ext cx="434" cy="109"/>
            </a:xfrm>
            <a:custGeom>
              <a:rect b="b" l="l" r="r" t="t"/>
              <a:pathLst>
                <a:path extrusionOk="0" h="8" w="32">
                  <a:moveTo>
                    <a:pt x="25" y="8"/>
                  </a:moveTo>
                  <a:lnTo>
                    <a:pt x="32" y="8"/>
                  </a:lnTo>
                  <a:lnTo>
                    <a:pt x="32" y="1"/>
                  </a:lnTo>
                  <a:lnTo>
                    <a:pt x="32" y="8"/>
                  </a:lnTo>
                  <a:cubicBezTo>
                    <a:pt x="21" y="8"/>
                    <a:pt x="11" y="8"/>
                    <a:pt x="0" y="8"/>
                  </a:cubicBez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8" name="Google Shape;7948;p129"/>
            <p:cNvSpPr/>
            <p:nvPr/>
          </p:nvSpPr>
          <p:spPr>
            <a:xfrm>
              <a:off x="2761094" y="1634923"/>
              <a:ext cx="3666" cy="2200"/>
            </a:xfrm>
            <a:custGeom>
              <a:rect b="b" l="l" r="r" t="t"/>
              <a:pathLst>
                <a:path extrusionOk="0" h="162" w="270">
                  <a:moveTo>
                    <a:pt x="270" y="0"/>
                  </a:moveTo>
                  <a:cubicBezTo>
                    <a:pt x="154" y="42"/>
                    <a:pt x="46" y="84"/>
                    <a:pt x="0" y="161"/>
                  </a:cubicBezTo>
                  <a:cubicBezTo>
                    <a:pt x="46" y="84"/>
                    <a:pt x="154" y="42"/>
                    <a:pt x="27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9" name="Google Shape;7949;p129"/>
            <p:cNvSpPr/>
            <p:nvPr/>
          </p:nvSpPr>
          <p:spPr>
            <a:xfrm>
              <a:off x="2741991" y="1628963"/>
              <a:ext cx="2240" cy="2688"/>
            </a:xfrm>
            <a:custGeom>
              <a:rect b="b" l="l" r="r" t="t"/>
              <a:pathLst>
                <a:path extrusionOk="0" h="198" w="165">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0" name="Google Shape;7950;p129"/>
            <p:cNvSpPr/>
            <p:nvPr/>
          </p:nvSpPr>
          <p:spPr>
            <a:xfrm>
              <a:off x="2895851" y="1634774"/>
              <a:ext cx="3571" cy="964"/>
            </a:xfrm>
            <a:custGeom>
              <a:rect b="b" l="l" r="r" t="t"/>
              <a:pathLst>
                <a:path extrusionOk="0" h="71" w="263">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1" name="Google Shape;7951;p129"/>
            <p:cNvSpPr/>
            <p:nvPr/>
          </p:nvSpPr>
          <p:spPr>
            <a:xfrm>
              <a:off x="2850271" y="1641576"/>
              <a:ext cx="6191" cy="1208"/>
            </a:xfrm>
            <a:custGeom>
              <a:rect b="b" l="l" r="r" t="t"/>
              <a:pathLst>
                <a:path extrusionOk="0" h="89" w="456">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2" name="Google Shape;7952;p129"/>
            <p:cNvSpPr/>
            <p:nvPr/>
          </p:nvSpPr>
          <p:spPr>
            <a:xfrm>
              <a:off x="2868370" y="1640300"/>
              <a:ext cx="3965" cy="774"/>
            </a:xfrm>
            <a:custGeom>
              <a:rect b="b" l="l" r="r" t="t"/>
              <a:pathLst>
                <a:path extrusionOk="0" h="57" w="292">
                  <a:moveTo>
                    <a:pt x="291" y="0"/>
                  </a:moveTo>
                  <a:cubicBezTo>
                    <a:pt x="211" y="21"/>
                    <a:pt x="95" y="39"/>
                    <a:pt x="1" y="56"/>
                  </a:cubicBezTo>
                  <a:cubicBezTo>
                    <a:pt x="95" y="42"/>
                    <a:pt x="211" y="21"/>
                    <a:pt x="29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3" name="Google Shape;7953;p129"/>
            <p:cNvSpPr/>
            <p:nvPr/>
          </p:nvSpPr>
          <p:spPr>
            <a:xfrm>
              <a:off x="2799315" y="1625840"/>
              <a:ext cx="394" cy="2824"/>
            </a:xfrm>
            <a:custGeom>
              <a:rect b="b" l="l" r="r" t="t"/>
              <a:pathLst>
                <a:path extrusionOk="0" h="208" w="29">
                  <a:moveTo>
                    <a:pt x="28" y="207"/>
                  </a:moveTo>
                  <a:cubicBezTo>
                    <a:pt x="0" y="176"/>
                    <a:pt x="4" y="78"/>
                    <a:pt x="4" y="1"/>
                  </a:cubicBezTo>
                  <a:cubicBezTo>
                    <a:pt x="4" y="78"/>
                    <a:pt x="0" y="176"/>
                    <a:pt x="28" y="20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4" name="Google Shape;7954;p129"/>
            <p:cNvSpPr/>
            <p:nvPr/>
          </p:nvSpPr>
          <p:spPr>
            <a:xfrm>
              <a:off x="2845696" y="1640911"/>
              <a:ext cx="4290" cy="638"/>
            </a:xfrm>
            <a:custGeom>
              <a:rect b="b" l="l" r="r" t="t"/>
              <a:pathLst>
                <a:path extrusionOk="0" h="47" w="316">
                  <a:moveTo>
                    <a:pt x="316" y="46"/>
                  </a:moveTo>
                  <a:cubicBezTo>
                    <a:pt x="211" y="43"/>
                    <a:pt x="22" y="36"/>
                    <a:pt x="1" y="1"/>
                  </a:cubicBezTo>
                  <a:cubicBezTo>
                    <a:pt x="22" y="36"/>
                    <a:pt x="211" y="43"/>
                    <a:pt x="316" y="4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5" name="Google Shape;7955;p129"/>
            <p:cNvSpPr/>
            <p:nvPr/>
          </p:nvSpPr>
          <p:spPr>
            <a:xfrm>
              <a:off x="2342147" y="1694393"/>
              <a:ext cx="190" cy="54"/>
            </a:xfrm>
            <a:custGeom>
              <a:rect b="b" l="l" r="r" t="t"/>
              <a:pathLst>
                <a:path extrusionOk="0" h="4" w="14">
                  <a:moveTo>
                    <a:pt x="0" y="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6" name="Google Shape;7956;p129"/>
            <p:cNvSpPr/>
            <p:nvPr/>
          </p:nvSpPr>
          <p:spPr>
            <a:xfrm>
              <a:off x="2342527" y="1694243"/>
              <a:ext cx="109" cy="54"/>
            </a:xfrm>
            <a:custGeom>
              <a:rect b="b" l="l" r="r" t="t"/>
              <a:pathLst>
                <a:path extrusionOk="0" h="4"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7" name="Google Shape;7957;p129"/>
            <p:cNvSpPr/>
            <p:nvPr/>
          </p:nvSpPr>
          <p:spPr>
            <a:xfrm>
              <a:off x="2342812" y="1694148"/>
              <a:ext cx="109" cy="54"/>
            </a:xfrm>
            <a:custGeom>
              <a:rect b="b" l="l" r="r" t="t"/>
              <a:pathLst>
                <a:path extrusionOk="0" h="4"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8" name="Google Shape;7958;p129"/>
            <p:cNvSpPr/>
            <p:nvPr/>
          </p:nvSpPr>
          <p:spPr>
            <a:xfrm>
              <a:off x="2341767" y="1694529"/>
              <a:ext cx="190" cy="109"/>
            </a:xfrm>
            <a:custGeom>
              <a:rect b="b" l="l" r="r" t="t"/>
              <a:pathLst>
                <a:path extrusionOk="0" h="8" w="14">
                  <a:moveTo>
                    <a:pt x="0" y="8"/>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9" name="Google Shape;7959;p129"/>
            <p:cNvSpPr/>
            <p:nvPr/>
          </p:nvSpPr>
          <p:spPr>
            <a:xfrm>
              <a:off x="2341278" y="1694773"/>
              <a:ext cx="258" cy="109"/>
            </a:xfrm>
            <a:custGeom>
              <a:rect b="b" l="l" r="r" t="t"/>
              <a:pathLst>
                <a:path extrusionOk="0" h="8" w="19">
                  <a:moveTo>
                    <a:pt x="1" y="7"/>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0" name="Google Shape;7960;p129"/>
            <p:cNvSpPr/>
            <p:nvPr/>
          </p:nvSpPr>
          <p:spPr>
            <a:xfrm>
              <a:off x="2371230" y="1702227"/>
              <a:ext cx="1208" cy="923"/>
            </a:xfrm>
            <a:custGeom>
              <a:rect b="b" l="l" r="r" t="t"/>
              <a:pathLst>
                <a:path extrusionOk="0" h="68" w="89">
                  <a:moveTo>
                    <a:pt x="1" y="1"/>
                  </a:moveTo>
                  <a:cubicBezTo>
                    <a:pt x="29" y="25"/>
                    <a:pt x="57" y="50"/>
                    <a:pt x="88" y="67"/>
                  </a:cubicBezTo>
                  <a:cubicBezTo>
                    <a:pt x="57" y="50"/>
                    <a:pt x="29" y="2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1" name="Google Shape;7961;p129"/>
            <p:cNvSpPr/>
            <p:nvPr/>
          </p:nvSpPr>
          <p:spPr>
            <a:xfrm>
              <a:off x="2343043" y="1694148"/>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2" name="Google Shape;7962;p129"/>
            <p:cNvSpPr/>
            <p:nvPr/>
          </p:nvSpPr>
          <p:spPr>
            <a:xfrm>
              <a:off x="2385676" y="1707223"/>
              <a:ext cx="14" cy="54"/>
            </a:xfrm>
            <a:custGeom>
              <a:rect b="b" l="l" r="r" t="t"/>
              <a:pathLst>
                <a:path extrusionOk="0" h="4" w="1">
                  <a:moveTo>
                    <a:pt x="1"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3" name="Google Shape;7963;p129"/>
            <p:cNvSpPr/>
            <p:nvPr/>
          </p:nvSpPr>
          <p:spPr>
            <a:xfrm>
              <a:off x="2340708" y="1695058"/>
              <a:ext cx="299" cy="149"/>
            </a:xfrm>
            <a:custGeom>
              <a:rect b="b" l="l" r="r" t="t"/>
              <a:pathLst>
                <a:path extrusionOk="0" h="11" w="22">
                  <a:moveTo>
                    <a:pt x="1" y="11"/>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4" name="Google Shape;7964;p129"/>
            <p:cNvSpPr/>
            <p:nvPr/>
          </p:nvSpPr>
          <p:spPr>
            <a:xfrm>
              <a:off x="2372520" y="1702892"/>
              <a:ext cx="489" cy="299"/>
            </a:xfrm>
            <a:custGeom>
              <a:rect b="b" l="l" r="r" t="t"/>
              <a:pathLst>
                <a:path extrusionOk="0" h="22" w="36">
                  <a:moveTo>
                    <a:pt x="0" y="22"/>
                  </a:moveTo>
                  <a:cubicBezTo>
                    <a:pt x="11" y="11"/>
                    <a:pt x="21" y="4"/>
                    <a:pt x="35" y="1"/>
                  </a:cubicBezTo>
                  <a:cubicBezTo>
                    <a:pt x="21" y="4"/>
                    <a:pt x="11" y="11"/>
                    <a:pt x="0"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5" name="Google Shape;7965;p129"/>
            <p:cNvSpPr/>
            <p:nvPr/>
          </p:nvSpPr>
          <p:spPr>
            <a:xfrm>
              <a:off x="2372995" y="1701942"/>
              <a:ext cx="7617" cy="923"/>
            </a:xfrm>
            <a:custGeom>
              <a:rect b="b" l="l" r="r" t="t"/>
              <a:pathLst>
                <a:path extrusionOk="0" h="68" w="561">
                  <a:moveTo>
                    <a:pt x="560" y="1"/>
                  </a:moveTo>
                  <a:cubicBezTo>
                    <a:pt x="273" y="1"/>
                    <a:pt x="91" y="25"/>
                    <a:pt x="0" y="67"/>
                  </a:cubicBezTo>
                  <a:cubicBezTo>
                    <a:pt x="91" y="25"/>
                    <a:pt x="273" y="4"/>
                    <a:pt x="56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6" name="Google Shape;7966;p129"/>
            <p:cNvSpPr/>
            <p:nvPr/>
          </p:nvSpPr>
          <p:spPr>
            <a:xfrm>
              <a:off x="2343287" y="1694040"/>
              <a:ext cx="9518" cy="2878"/>
            </a:xfrm>
            <a:custGeom>
              <a:rect b="b" l="l" r="r" t="t"/>
              <a:pathLst>
                <a:path extrusionOk="0" h="212" w="701">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7" name="Google Shape;7967;p129"/>
            <p:cNvSpPr/>
            <p:nvPr/>
          </p:nvSpPr>
          <p:spPr>
            <a:xfrm>
              <a:off x="2385771" y="1707509"/>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8" name="Google Shape;7968;p129"/>
            <p:cNvSpPr/>
            <p:nvPr/>
          </p:nvSpPr>
          <p:spPr>
            <a:xfrm>
              <a:off x="2386667" y="1707807"/>
              <a:ext cx="3870" cy="2227"/>
            </a:xfrm>
            <a:custGeom>
              <a:rect b="b" l="l" r="r" t="t"/>
              <a:pathLst>
                <a:path extrusionOk="0" h="164" w="285">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9" name="Google Shape;7969;p129"/>
            <p:cNvSpPr/>
            <p:nvPr/>
          </p:nvSpPr>
          <p:spPr>
            <a:xfrm>
              <a:off x="2210472" y="1589344"/>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0" name="Google Shape;7970;p129"/>
            <p:cNvSpPr/>
            <p:nvPr/>
          </p:nvSpPr>
          <p:spPr>
            <a:xfrm>
              <a:off x="2211138" y="1589344"/>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1" name="Google Shape;7971;p129"/>
            <p:cNvSpPr/>
            <p:nvPr/>
          </p:nvSpPr>
          <p:spPr>
            <a:xfrm>
              <a:off x="2198728" y="1588678"/>
              <a:ext cx="353" cy="54"/>
            </a:xfrm>
            <a:custGeom>
              <a:rect b="b" l="l" r="r" t="t"/>
              <a:pathLst>
                <a:path extrusionOk="0" h="4" w="26">
                  <a:moveTo>
                    <a:pt x="25"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2" name="Google Shape;7972;p129"/>
            <p:cNvSpPr/>
            <p:nvPr/>
          </p:nvSpPr>
          <p:spPr>
            <a:xfrm>
              <a:off x="2198253" y="1588678"/>
              <a:ext cx="258" cy="14"/>
            </a:xfrm>
            <a:custGeom>
              <a:rect b="b" l="l" r="r" t="t"/>
              <a:pathLst>
                <a:path extrusionOk="0" h="1" w="19">
                  <a:moveTo>
                    <a:pt x="1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3" name="Google Shape;7973;p129"/>
            <p:cNvSpPr/>
            <p:nvPr/>
          </p:nvSpPr>
          <p:spPr>
            <a:xfrm>
              <a:off x="2194071" y="1587579"/>
              <a:ext cx="163" cy="68"/>
            </a:xfrm>
            <a:custGeom>
              <a:rect b="b" l="l" r="r" t="t"/>
              <a:pathLst>
                <a:path extrusionOk="0" h="5" w="12">
                  <a:moveTo>
                    <a:pt x="1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4" name="Google Shape;7974;p129"/>
            <p:cNvSpPr/>
            <p:nvPr/>
          </p:nvSpPr>
          <p:spPr>
            <a:xfrm>
              <a:off x="2193650" y="1587443"/>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5" name="Google Shape;7975;p129"/>
            <p:cNvSpPr/>
            <p:nvPr/>
          </p:nvSpPr>
          <p:spPr>
            <a:xfrm>
              <a:off x="2197777" y="1588583"/>
              <a:ext cx="204" cy="14"/>
            </a:xfrm>
            <a:custGeom>
              <a:rect b="b" l="l" r="r" t="t"/>
              <a:pathLst>
                <a:path extrusionOk="0" h="1" w="15">
                  <a:moveTo>
                    <a:pt x="1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6" name="Google Shape;7976;p129"/>
            <p:cNvSpPr/>
            <p:nvPr/>
          </p:nvSpPr>
          <p:spPr>
            <a:xfrm>
              <a:off x="2209807" y="158938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7" name="Google Shape;7977;p129"/>
            <p:cNvSpPr/>
            <p:nvPr/>
          </p:nvSpPr>
          <p:spPr>
            <a:xfrm>
              <a:off x="2199298" y="1588719"/>
              <a:ext cx="353" cy="68"/>
            </a:xfrm>
            <a:custGeom>
              <a:rect b="b" l="l" r="r" t="t"/>
              <a:pathLst>
                <a:path extrusionOk="0" h="5" w="26">
                  <a:moveTo>
                    <a:pt x="25"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8" name="Google Shape;7978;p129"/>
            <p:cNvSpPr/>
            <p:nvPr/>
          </p:nvSpPr>
          <p:spPr>
            <a:xfrm>
              <a:off x="2208436" y="1589344"/>
              <a:ext cx="679" cy="14"/>
            </a:xfrm>
            <a:custGeom>
              <a:rect b="b" l="l" r="r" t="t"/>
              <a:pathLst>
                <a:path extrusionOk="0" h="1" w="50">
                  <a:moveTo>
                    <a:pt x="49"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9" name="Google Shape;7979;p129"/>
            <p:cNvSpPr/>
            <p:nvPr/>
          </p:nvSpPr>
          <p:spPr>
            <a:xfrm>
              <a:off x="2202448" y="1589004"/>
              <a:ext cx="5947" cy="353"/>
            </a:xfrm>
            <a:custGeom>
              <a:rect b="b" l="l" r="r" t="t"/>
              <a:pathLst>
                <a:path extrusionOk="0" h="26" w="438">
                  <a:moveTo>
                    <a:pt x="438" y="25"/>
                  </a:moveTo>
                  <a:cubicBezTo>
                    <a:pt x="294" y="22"/>
                    <a:pt x="140" y="11"/>
                    <a:pt x="0" y="1"/>
                  </a:cubicBezTo>
                  <a:cubicBezTo>
                    <a:pt x="140" y="11"/>
                    <a:pt x="294" y="22"/>
                    <a:pt x="438"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0" name="Google Shape;7980;p129"/>
            <p:cNvSpPr/>
            <p:nvPr/>
          </p:nvSpPr>
          <p:spPr>
            <a:xfrm>
              <a:off x="2213228" y="1589194"/>
              <a:ext cx="299" cy="14"/>
            </a:xfrm>
            <a:custGeom>
              <a:rect b="b" l="l" r="r" t="t"/>
              <a:pathLst>
                <a:path extrusionOk="0" h="1" w="22">
                  <a:moveTo>
                    <a:pt x="22"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1" name="Google Shape;7981;p129"/>
            <p:cNvSpPr/>
            <p:nvPr/>
          </p:nvSpPr>
          <p:spPr>
            <a:xfrm>
              <a:off x="2212047" y="1589289"/>
              <a:ext cx="339" cy="14"/>
            </a:xfrm>
            <a:custGeom>
              <a:rect b="b" l="l" r="r" t="t"/>
              <a:pathLst>
                <a:path extrusionOk="0" h="1" w="25">
                  <a:moveTo>
                    <a:pt x="25"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2" name="Google Shape;7982;p129"/>
            <p:cNvSpPr/>
            <p:nvPr/>
          </p:nvSpPr>
          <p:spPr>
            <a:xfrm>
              <a:off x="2211382" y="1589289"/>
              <a:ext cx="394" cy="14"/>
            </a:xfrm>
            <a:custGeom>
              <a:rect b="b" l="l" r="r" t="t"/>
              <a:pathLst>
                <a:path extrusionOk="0" h="1" w="29">
                  <a:moveTo>
                    <a:pt x="2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3" name="Google Shape;7983;p129"/>
            <p:cNvSpPr/>
            <p:nvPr/>
          </p:nvSpPr>
          <p:spPr>
            <a:xfrm>
              <a:off x="2195876" y="1588244"/>
              <a:ext cx="109" cy="68"/>
            </a:xfrm>
            <a:custGeom>
              <a:rect b="b" l="l" r="r" t="t"/>
              <a:pathLst>
                <a:path extrusionOk="0" h="5" w="8">
                  <a:moveTo>
                    <a:pt x="8"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4" name="Google Shape;7984;p129"/>
            <p:cNvSpPr/>
            <p:nvPr/>
          </p:nvSpPr>
          <p:spPr>
            <a:xfrm>
              <a:off x="2195456" y="1588108"/>
              <a:ext cx="149" cy="109"/>
            </a:xfrm>
            <a:custGeom>
              <a:rect b="b" l="l" r="r" t="t"/>
              <a:pathLst>
                <a:path extrusionOk="0" h="8" w="11">
                  <a:moveTo>
                    <a:pt x="11"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5" name="Google Shape;7985;p129"/>
            <p:cNvSpPr/>
            <p:nvPr/>
          </p:nvSpPr>
          <p:spPr>
            <a:xfrm>
              <a:off x="2196067" y="1588339"/>
              <a:ext cx="163" cy="14"/>
            </a:xfrm>
            <a:custGeom>
              <a:rect b="b" l="l" r="r" t="t"/>
              <a:pathLst>
                <a:path extrusionOk="0" h="1" w="12">
                  <a:moveTo>
                    <a:pt x="1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6" name="Google Shape;7986;p129"/>
            <p:cNvSpPr/>
            <p:nvPr/>
          </p:nvSpPr>
          <p:spPr>
            <a:xfrm>
              <a:off x="2212658" y="1589249"/>
              <a:ext cx="299" cy="14"/>
            </a:xfrm>
            <a:custGeom>
              <a:rect b="b" l="l" r="r" t="t"/>
              <a:pathLst>
                <a:path extrusionOk="0" h="1" w="22">
                  <a:moveTo>
                    <a:pt x="22"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7" name="Google Shape;7987;p129"/>
            <p:cNvSpPr/>
            <p:nvPr/>
          </p:nvSpPr>
          <p:spPr>
            <a:xfrm>
              <a:off x="2196352" y="1588393"/>
              <a:ext cx="109" cy="14"/>
            </a:xfrm>
            <a:custGeom>
              <a:rect b="b" l="l" r="r" t="t"/>
              <a:pathLst>
                <a:path extrusionOk="0" h="1" w="8">
                  <a:moveTo>
                    <a:pt x="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8" name="Google Shape;7988;p129"/>
            <p:cNvSpPr/>
            <p:nvPr/>
          </p:nvSpPr>
          <p:spPr>
            <a:xfrm>
              <a:off x="2194641" y="1587769"/>
              <a:ext cx="258" cy="109"/>
            </a:xfrm>
            <a:custGeom>
              <a:rect b="b" l="l" r="r" t="t"/>
              <a:pathLst>
                <a:path extrusionOk="0" h="8" w="19">
                  <a:moveTo>
                    <a:pt x="18"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9" name="Google Shape;7989;p129"/>
            <p:cNvSpPr/>
            <p:nvPr/>
          </p:nvSpPr>
          <p:spPr>
            <a:xfrm>
              <a:off x="2196976" y="1588488"/>
              <a:ext cx="149" cy="14"/>
            </a:xfrm>
            <a:custGeom>
              <a:rect b="b" l="l" r="r" t="t"/>
              <a:pathLst>
                <a:path extrusionOk="0" h="1" w="11">
                  <a:moveTo>
                    <a:pt x="11"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0" name="Google Shape;7990;p129"/>
            <p:cNvSpPr/>
            <p:nvPr/>
          </p:nvSpPr>
          <p:spPr>
            <a:xfrm>
              <a:off x="2195075" y="1587959"/>
              <a:ext cx="204" cy="68"/>
            </a:xfrm>
            <a:custGeom>
              <a:rect b="b" l="l" r="r" t="t"/>
              <a:pathLst>
                <a:path extrusionOk="0" h="5" w="15">
                  <a:moveTo>
                    <a:pt x="14"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1" name="Google Shape;7991;p129"/>
            <p:cNvSpPr/>
            <p:nvPr/>
          </p:nvSpPr>
          <p:spPr>
            <a:xfrm>
              <a:off x="2197356" y="1588529"/>
              <a:ext cx="204" cy="14"/>
            </a:xfrm>
            <a:custGeom>
              <a:rect b="b" l="l" r="r" t="t"/>
              <a:pathLst>
                <a:path extrusionOk="0" h="1" w="15">
                  <a:moveTo>
                    <a:pt x="1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2" name="Google Shape;7992;p129"/>
            <p:cNvSpPr/>
            <p:nvPr/>
          </p:nvSpPr>
          <p:spPr>
            <a:xfrm>
              <a:off x="2196637" y="1588434"/>
              <a:ext cx="163" cy="14"/>
            </a:xfrm>
            <a:custGeom>
              <a:rect b="b" l="l" r="r" t="t"/>
              <a:pathLst>
                <a:path extrusionOk="0" h="1" w="12">
                  <a:moveTo>
                    <a:pt x="1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3" name="Google Shape;7993;p129"/>
            <p:cNvSpPr/>
            <p:nvPr/>
          </p:nvSpPr>
          <p:spPr>
            <a:xfrm>
              <a:off x="2201783" y="1588963"/>
              <a:ext cx="625" cy="54"/>
            </a:xfrm>
            <a:custGeom>
              <a:rect b="b" l="l" r="r" t="t"/>
              <a:pathLst>
                <a:path extrusionOk="0" h="4" w="46">
                  <a:moveTo>
                    <a:pt x="46"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4" name="Google Shape;7994;p129"/>
            <p:cNvSpPr/>
            <p:nvPr/>
          </p:nvSpPr>
          <p:spPr>
            <a:xfrm>
              <a:off x="2201117" y="1588909"/>
              <a:ext cx="530" cy="68"/>
            </a:xfrm>
            <a:custGeom>
              <a:rect b="b" l="l" r="r" t="t"/>
              <a:pathLst>
                <a:path extrusionOk="0" h="5" w="39">
                  <a:moveTo>
                    <a:pt x="39"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5" name="Google Shape;7995;p129"/>
            <p:cNvSpPr/>
            <p:nvPr/>
          </p:nvSpPr>
          <p:spPr>
            <a:xfrm>
              <a:off x="2199868" y="1588814"/>
              <a:ext cx="394" cy="14"/>
            </a:xfrm>
            <a:custGeom>
              <a:rect b="b" l="l" r="r" t="t"/>
              <a:pathLst>
                <a:path extrusionOk="0" h="1" w="29">
                  <a:moveTo>
                    <a:pt x="29"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6" name="Google Shape;7996;p129"/>
            <p:cNvSpPr/>
            <p:nvPr/>
          </p:nvSpPr>
          <p:spPr>
            <a:xfrm>
              <a:off x="2200493" y="1588868"/>
              <a:ext cx="489" cy="54"/>
            </a:xfrm>
            <a:custGeom>
              <a:rect b="b" l="l" r="r" t="t"/>
              <a:pathLst>
                <a:path extrusionOk="0" h="4" w="36">
                  <a:moveTo>
                    <a:pt x="36"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7" name="Google Shape;7997;p129"/>
            <p:cNvSpPr/>
            <p:nvPr/>
          </p:nvSpPr>
          <p:spPr>
            <a:xfrm>
              <a:off x="2213799" y="1589154"/>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8" name="Google Shape;7998;p129"/>
            <p:cNvSpPr/>
            <p:nvPr/>
          </p:nvSpPr>
          <p:spPr>
            <a:xfrm>
              <a:off x="2328882" y="1660259"/>
              <a:ext cx="54" cy="149"/>
            </a:xfrm>
            <a:custGeom>
              <a:rect b="b" l="l" r="r" t="t"/>
              <a:pathLst>
                <a:path extrusionOk="0" h="11" w="4">
                  <a:moveTo>
                    <a:pt x="4"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9" name="Google Shape;7999;p129"/>
            <p:cNvSpPr/>
            <p:nvPr/>
          </p:nvSpPr>
          <p:spPr>
            <a:xfrm>
              <a:off x="2335860" y="1655032"/>
              <a:ext cx="1534" cy="204"/>
            </a:xfrm>
            <a:custGeom>
              <a:rect b="b" l="l" r="r" t="t"/>
              <a:pathLst>
                <a:path extrusionOk="0" h="15" w="113">
                  <a:moveTo>
                    <a:pt x="113"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0" name="Google Shape;8000;p129"/>
            <p:cNvSpPr/>
            <p:nvPr/>
          </p:nvSpPr>
          <p:spPr>
            <a:xfrm>
              <a:off x="2341468" y="1648039"/>
              <a:ext cx="964" cy="1344"/>
            </a:xfrm>
            <a:custGeom>
              <a:rect b="b" l="l" r="r" t="t"/>
              <a:pathLst>
                <a:path extrusionOk="0" h="99" w="71">
                  <a:moveTo>
                    <a:pt x="1" y="1"/>
                  </a:moveTo>
                  <a:cubicBezTo>
                    <a:pt x="29" y="29"/>
                    <a:pt x="54" y="64"/>
                    <a:pt x="71" y="99"/>
                  </a:cubicBezTo>
                  <a:cubicBezTo>
                    <a:pt x="54" y="64"/>
                    <a:pt x="29" y="29"/>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1" name="Google Shape;8001;p129"/>
            <p:cNvSpPr/>
            <p:nvPr/>
          </p:nvSpPr>
          <p:spPr>
            <a:xfrm>
              <a:off x="2309574" y="1627510"/>
              <a:ext cx="14" cy="434"/>
            </a:xfrm>
            <a:custGeom>
              <a:rect b="b" l="l" r="r" t="t"/>
              <a:pathLst>
                <a:path extrusionOk="0" h="32" w="1">
                  <a:moveTo>
                    <a:pt x="1" y="0"/>
                  </a:moveTo>
                  <a:cubicBezTo>
                    <a:pt x="1" y="11"/>
                    <a:pt x="1" y="21"/>
                    <a:pt x="1" y="32"/>
                  </a:cubicBezTo>
                  <a:cubicBezTo>
                    <a:pt x="1" y="21"/>
                    <a:pt x="1"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2" name="Google Shape;8002;p129"/>
            <p:cNvSpPr/>
            <p:nvPr/>
          </p:nvSpPr>
          <p:spPr>
            <a:xfrm>
              <a:off x="2281483" y="1611298"/>
              <a:ext cx="1303" cy="475"/>
            </a:xfrm>
            <a:custGeom>
              <a:rect b="b" l="l" r="r" t="t"/>
              <a:pathLst>
                <a:path extrusionOk="0" h="35" w="96">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3" name="Google Shape;8003;p129"/>
            <p:cNvSpPr/>
            <p:nvPr/>
          </p:nvSpPr>
          <p:spPr>
            <a:xfrm>
              <a:off x="2284714" y="1609778"/>
              <a:ext cx="1833" cy="1113"/>
            </a:xfrm>
            <a:custGeom>
              <a:rect b="b" l="l" r="r" t="t"/>
              <a:pathLst>
                <a:path extrusionOk="0" h="82" w="135">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4" name="Google Shape;8004;p129"/>
            <p:cNvSpPr/>
            <p:nvPr/>
          </p:nvSpPr>
          <p:spPr>
            <a:xfrm>
              <a:off x="2314625" y="1629832"/>
              <a:ext cx="1860" cy="1018"/>
            </a:xfrm>
            <a:custGeom>
              <a:rect b="b" l="l" r="r" t="t"/>
              <a:pathLst>
                <a:path extrusionOk="0" h="75" w="137">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5" name="Google Shape;8005;p129"/>
            <p:cNvSpPr/>
            <p:nvPr/>
          </p:nvSpPr>
          <p:spPr>
            <a:xfrm>
              <a:off x="2299079" y="1615860"/>
              <a:ext cx="339" cy="1494"/>
            </a:xfrm>
            <a:custGeom>
              <a:rect b="b" l="l" r="r" t="t"/>
              <a:pathLst>
                <a:path extrusionOk="0" h="110" w="25">
                  <a:moveTo>
                    <a:pt x="25" y="1"/>
                  </a:moveTo>
                  <a:cubicBezTo>
                    <a:pt x="25" y="39"/>
                    <a:pt x="14" y="78"/>
                    <a:pt x="0" y="109"/>
                  </a:cubicBezTo>
                  <a:cubicBezTo>
                    <a:pt x="14" y="78"/>
                    <a:pt x="25" y="39"/>
                    <a:pt x="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6" name="Google Shape;8006;p129"/>
            <p:cNvSpPr/>
            <p:nvPr/>
          </p:nvSpPr>
          <p:spPr>
            <a:xfrm>
              <a:off x="2291136" y="1609398"/>
              <a:ext cx="2824" cy="339"/>
            </a:xfrm>
            <a:custGeom>
              <a:rect b="b" l="l" r="r" t="t"/>
              <a:pathLst>
                <a:path extrusionOk="0" h="25" w="208">
                  <a:moveTo>
                    <a:pt x="1" y="25"/>
                  </a:moveTo>
                  <a:cubicBezTo>
                    <a:pt x="67" y="8"/>
                    <a:pt x="137" y="1"/>
                    <a:pt x="207" y="1"/>
                  </a:cubicBezTo>
                  <a:cubicBezTo>
                    <a:pt x="137" y="1"/>
                    <a:pt x="67" y="8"/>
                    <a:pt x="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7" name="Google Shape;8007;p129"/>
            <p:cNvSpPr/>
            <p:nvPr/>
          </p:nvSpPr>
          <p:spPr>
            <a:xfrm>
              <a:off x="2341862" y="1642581"/>
              <a:ext cx="339" cy="339"/>
            </a:xfrm>
            <a:custGeom>
              <a:rect b="b" l="l" r="r" t="t"/>
              <a:pathLst>
                <a:path extrusionOk="0" h="25" w="25">
                  <a:moveTo>
                    <a:pt x="25" y="0"/>
                  </a:move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8" name="Google Shape;8008;p129"/>
            <p:cNvSpPr/>
            <p:nvPr/>
          </p:nvSpPr>
          <p:spPr>
            <a:xfrm>
              <a:off x="2337476" y="165522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9" name="Google Shape;8009;p129"/>
            <p:cNvSpPr/>
            <p:nvPr/>
          </p:nvSpPr>
          <p:spPr>
            <a:xfrm>
              <a:off x="2328692" y="1659023"/>
              <a:ext cx="14" cy="149"/>
            </a:xfrm>
            <a:custGeom>
              <a:rect b="b" l="l" r="r" t="t"/>
              <a:pathLst>
                <a:path extrusionOk="0" h="11" w="1">
                  <a:moveTo>
                    <a:pt x="0"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0" name="Google Shape;8010;p129"/>
            <p:cNvSpPr/>
            <p:nvPr/>
          </p:nvSpPr>
          <p:spPr>
            <a:xfrm>
              <a:off x="2328787" y="1659594"/>
              <a:ext cx="14" cy="204"/>
            </a:xfrm>
            <a:custGeom>
              <a:rect b="b" l="l" r="r" t="t"/>
              <a:pathLst>
                <a:path extrusionOk="0" h="15" w="1">
                  <a:moveTo>
                    <a:pt x="0"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1" name="Google Shape;8011;p129"/>
            <p:cNvSpPr/>
            <p:nvPr/>
          </p:nvSpPr>
          <p:spPr>
            <a:xfrm>
              <a:off x="2328692" y="1658779"/>
              <a:ext cx="14" cy="163"/>
            </a:xfrm>
            <a:custGeom>
              <a:rect b="b" l="l" r="r" t="t"/>
              <a:pathLst>
                <a:path extrusionOk="0" h="12" w="1">
                  <a:moveTo>
                    <a:pt x="0" y="11"/>
                  </a:moveTo>
                  <a:cubicBezTo>
                    <a:pt x="0" y="8"/>
                    <a:pt x="0" y="4"/>
                    <a:pt x="0" y="1"/>
                  </a:cubicBezTo>
                  <a:cubicBezTo>
                    <a:pt x="0" y="4"/>
                    <a:pt x="0" y="8"/>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2" name="Google Shape;8012;p129"/>
            <p:cNvSpPr/>
            <p:nvPr/>
          </p:nvSpPr>
          <p:spPr>
            <a:xfrm>
              <a:off x="2328827" y="1659919"/>
              <a:ext cx="68" cy="163"/>
            </a:xfrm>
            <a:custGeom>
              <a:rect b="b" l="l" r="r" t="t"/>
              <a:pathLst>
                <a:path extrusionOk="0" h="12" w="5">
                  <a:moveTo>
                    <a:pt x="1" y="1"/>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3" name="Google Shape;8013;p129"/>
            <p:cNvSpPr/>
            <p:nvPr/>
          </p:nvSpPr>
          <p:spPr>
            <a:xfrm>
              <a:off x="2328732" y="1659254"/>
              <a:ext cx="14" cy="258"/>
            </a:xfrm>
            <a:custGeom>
              <a:rect b="b" l="l" r="r" t="t"/>
              <a:pathLst>
                <a:path extrusionOk="0" h="19" w="1">
                  <a:moveTo>
                    <a:pt x="1" y="1"/>
                  </a:moveTo>
                  <a:cubicBezTo>
                    <a:pt x="1" y="8"/>
                    <a:pt x="1" y="11"/>
                    <a:pt x="1" y="18"/>
                  </a:cubicBezTo>
                  <a:cubicBezTo>
                    <a:pt x="1" y="11"/>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4" name="Google Shape;8014;p129"/>
            <p:cNvSpPr/>
            <p:nvPr/>
          </p:nvSpPr>
          <p:spPr>
            <a:xfrm>
              <a:off x="2341957" y="1637680"/>
              <a:ext cx="1914" cy="3489"/>
            </a:xfrm>
            <a:custGeom>
              <a:rect b="b" l="l" r="r" t="t"/>
              <a:pathLst>
                <a:path extrusionOk="0" h="257" w="141">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5" name="Google Shape;8015;p129"/>
            <p:cNvSpPr/>
            <p:nvPr/>
          </p:nvSpPr>
          <p:spPr>
            <a:xfrm>
              <a:off x="2282908" y="1603600"/>
              <a:ext cx="448" cy="14"/>
            </a:xfrm>
            <a:custGeom>
              <a:rect b="b" l="l" r="r" t="t"/>
              <a:pathLst>
                <a:path extrusionOk="0" h="1" w="33">
                  <a:moveTo>
                    <a:pt x="32" y="0"/>
                  </a:moveTo>
                  <a:cubicBezTo>
                    <a:pt x="22" y="0"/>
                    <a:pt x="8" y="0"/>
                    <a:pt x="1" y="0"/>
                  </a:cubicBezTo>
                  <a:cubicBezTo>
                    <a:pt x="8" y="0"/>
                    <a:pt x="22" y="0"/>
                    <a:pt x="3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6" name="Google Shape;8016;p129"/>
            <p:cNvSpPr/>
            <p:nvPr/>
          </p:nvSpPr>
          <p:spPr>
            <a:xfrm>
              <a:off x="2279161" y="1602364"/>
              <a:ext cx="109" cy="14"/>
            </a:xfrm>
            <a:custGeom>
              <a:rect b="b" l="l" r="r" t="t"/>
              <a:pathLst>
                <a:path extrusionOk="0" h="1" w="8">
                  <a:moveTo>
                    <a:pt x="0" y="0"/>
                  </a:moveTo>
                  <a:cubicBezTo>
                    <a:pt x="4" y="0"/>
                    <a:pt x="7" y="0"/>
                    <a:pt x="7" y="0"/>
                  </a:cubicBezTo>
                  <a:cubicBezTo>
                    <a:pt x="7" y="0"/>
                    <a:pt x="4"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7" name="Google Shape;8017;p129"/>
            <p:cNvSpPr/>
            <p:nvPr/>
          </p:nvSpPr>
          <p:spPr>
            <a:xfrm>
              <a:off x="2283438" y="159432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8" name="Google Shape;8018;p129"/>
            <p:cNvSpPr/>
            <p:nvPr/>
          </p:nvSpPr>
          <p:spPr>
            <a:xfrm>
              <a:off x="2280342" y="1602690"/>
              <a:ext cx="2580" cy="869"/>
            </a:xfrm>
            <a:custGeom>
              <a:rect b="b" l="l" r="r" t="t"/>
              <a:pathLst>
                <a:path extrusionOk="0" h="64" w="190">
                  <a:moveTo>
                    <a:pt x="1" y="1"/>
                  </a:moveTo>
                  <a:lnTo>
                    <a:pt x="32" y="15"/>
                  </a:lnTo>
                  <a:cubicBezTo>
                    <a:pt x="81" y="39"/>
                    <a:pt x="134" y="57"/>
                    <a:pt x="190" y="64"/>
                  </a:cubicBezTo>
                  <a:cubicBezTo>
                    <a:pt x="134" y="57"/>
                    <a:pt x="81" y="39"/>
                    <a:pt x="32"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9" name="Google Shape;8019;p129"/>
            <p:cNvSpPr/>
            <p:nvPr/>
          </p:nvSpPr>
          <p:spPr>
            <a:xfrm>
              <a:off x="2280532" y="1608488"/>
              <a:ext cx="964" cy="2824"/>
            </a:xfrm>
            <a:custGeom>
              <a:rect b="b" l="l" r="r" t="t"/>
              <a:pathLst>
                <a:path extrusionOk="0" h="208" w="71">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0" name="Google Shape;8020;p129"/>
            <p:cNvSpPr/>
            <p:nvPr/>
          </p:nvSpPr>
          <p:spPr>
            <a:xfrm>
              <a:off x="2278631" y="1589724"/>
              <a:ext cx="869" cy="679"/>
            </a:xfrm>
            <a:custGeom>
              <a:rect b="b" l="l" r="r" t="t"/>
              <a:pathLst>
                <a:path extrusionOk="0" h="50" w="64">
                  <a:moveTo>
                    <a:pt x="1" y="0"/>
                  </a:moveTo>
                  <a:lnTo>
                    <a:pt x="1" y="0"/>
                  </a:lnTo>
                  <a:cubicBezTo>
                    <a:pt x="15" y="25"/>
                    <a:pt x="39" y="42"/>
                    <a:pt x="64" y="49"/>
                  </a:cubicBezTo>
                  <a:cubicBezTo>
                    <a:pt x="39" y="42"/>
                    <a:pt x="18" y="25"/>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1" name="Google Shape;8021;p129"/>
            <p:cNvSpPr/>
            <p:nvPr/>
          </p:nvSpPr>
          <p:spPr>
            <a:xfrm>
              <a:off x="2256066" y="1570376"/>
              <a:ext cx="149" cy="244"/>
            </a:xfrm>
            <a:custGeom>
              <a:rect b="b" l="l" r="r" t="t"/>
              <a:pathLst>
                <a:path extrusionOk="0" h="18" w="11">
                  <a:moveTo>
                    <a:pt x="0" y="0"/>
                  </a:moveTo>
                  <a:lnTo>
                    <a:pt x="7" y="14"/>
                  </a:lnTo>
                  <a:cubicBezTo>
                    <a:pt x="7" y="14"/>
                    <a:pt x="7" y="18"/>
                    <a:pt x="10" y="18"/>
                  </a:cubicBezTo>
                  <a:cubicBezTo>
                    <a:pt x="7" y="11"/>
                    <a:pt x="3"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2" name="Google Shape;8022;p129"/>
            <p:cNvSpPr/>
            <p:nvPr/>
          </p:nvSpPr>
          <p:spPr>
            <a:xfrm>
              <a:off x="2276215" y="1585868"/>
              <a:ext cx="1724" cy="2349"/>
            </a:xfrm>
            <a:custGeom>
              <a:rect b="b" l="l" r="r" t="t"/>
              <a:pathLst>
                <a:path extrusionOk="0" h="173" w="127">
                  <a:moveTo>
                    <a:pt x="126" y="172"/>
                  </a:moveTo>
                  <a:cubicBezTo>
                    <a:pt x="105" y="102"/>
                    <a:pt x="60" y="43"/>
                    <a:pt x="0" y="1"/>
                  </a:cubicBezTo>
                  <a:cubicBezTo>
                    <a:pt x="60" y="43"/>
                    <a:pt x="105" y="102"/>
                    <a:pt x="126" y="17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3" name="Google Shape;8023;p129"/>
            <p:cNvSpPr/>
            <p:nvPr/>
          </p:nvSpPr>
          <p:spPr>
            <a:xfrm>
              <a:off x="2281293" y="1611013"/>
              <a:ext cx="299" cy="394"/>
            </a:xfrm>
            <a:custGeom>
              <a:rect b="b" l="l" r="r" t="t"/>
              <a:pathLst>
                <a:path extrusionOk="0" h="29" w="22">
                  <a:moveTo>
                    <a:pt x="1" y="1"/>
                  </a:moveTo>
                  <a:lnTo>
                    <a:pt x="1" y="1"/>
                  </a:lnTo>
                  <a:cubicBezTo>
                    <a:pt x="8" y="11"/>
                    <a:pt x="15" y="22"/>
                    <a:pt x="22" y="29"/>
                  </a:cubicBezTo>
                  <a:lnTo>
                    <a:pt x="15" y="18"/>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4" name="Google Shape;8024;p129"/>
            <p:cNvSpPr/>
            <p:nvPr/>
          </p:nvSpPr>
          <p:spPr>
            <a:xfrm>
              <a:off x="2250879" y="1556826"/>
              <a:ext cx="299" cy="353"/>
            </a:xfrm>
            <a:custGeom>
              <a:rect b="b" l="l" r="r" t="t"/>
              <a:pathLst>
                <a:path extrusionOk="0" h="26" w="22">
                  <a:moveTo>
                    <a:pt x="0" y="1"/>
                  </a:moveTo>
                  <a:cubicBezTo>
                    <a:pt x="4" y="11"/>
                    <a:pt x="14" y="18"/>
                    <a:pt x="21" y="25"/>
                  </a:cubicBezTo>
                  <a:cubicBezTo>
                    <a:pt x="14" y="18"/>
                    <a:pt x="7" y="1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5" name="Google Shape;8025;p129"/>
            <p:cNvSpPr/>
            <p:nvPr/>
          </p:nvSpPr>
          <p:spPr>
            <a:xfrm>
              <a:off x="2250539" y="1556445"/>
              <a:ext cx="258" cy="299"/>
            </a:xfrm>
            <a:custGeom>
              <a:rect b="b" l="l" r="r" t="t"/>
              <a:pathLst>
                <a:path extrusionOk="0" h="22" w="19">
                  <a:moveTo>
                    <a:pt x="1" y="1"/>
                  </a:moveTo>
                  <a:cubicBezTo>
                    <a:pt x="4" y="8"/>
                    <a:pt x="11" y="15"/>
                    <a:pt x="18" y="22"/>
                  </a:cubicBezTo>
                  <a:cubicBezTo>
                    <a:pt x="11" y="15"/>
                    <a:pt x="4"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6" name="Google Shape;8026;p129"/>
            <p:cNvSpPr/>
            <p:nvPr/>
          </p:nvSpPr>
          <p:spPr>
            <a:xfrm>
              <a:off x="2255577" y="1568760"/>
              <a:ext cx="489" cy="1629"/>
            </a:xfrm>
            <a:custGeom>
              <a:rect b="b" l="l" r="r" t="t"/>
              <a:pathLst>
                <a:path extrusionOk="0" h="120" w="36">
                  <a:moveTo>
                    <a:pt x="1" y="0"/>
                  </a:moveTo>
                  <a:cubicBezTo>
                    <a:pt x="8" y="42"/>
                    <a:pt x="18" y="81"/>
                    <a:pt x="36" y="119"/>
                  </a:cubicBezTo>
                  <a:lnTo>
                    <a:pt x="29" y="102"/>
                  </a:lnTo>
                  <a:cubicBezTo>
                    <a:pt x="18" y="70"/>
                    <a:pt x="8" y="35"/>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7" name="Google Shape;8027;p129"/>
            <p:cNvSpPr/>
            <p:nvPr/>
          </p:nvSpPr>
          <p:spPr>
            <a:xfrm>
              <a:off x="2250119" y="1555590"/>
              <a:ext cx="394" cy="828"/>
            </a:xfrm>
            <a:custGeom>
              <a:rect b="b" l="l" r="r" t="t"/>
              <a:pathLst>
                <a:path extrusionOk="0" h="61" w="29">
                  <a:moveTo>
                    <a:pt x="0" y="1"/>
                  </a:moveTo>
                  <a:lnTo>
                    <a:pt x="4" y="15"/>
                  </a:lnTo>
                  <a:cubicBezTo>
                    <a:pt x="11" y="32"/>
                    <a:pt x="21" y="46"/>
                    <a:pt x="28" y="60"/>
                  </a:cubicBezTo>
                  <a:cubicBezTo>
                    <a:pt x="18" y="39"/>
                    <a:pt x="7" y="22"/>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8" name="Google Shape;8028;p129"/>
            <p:cNvSpPr/>
            <p:nvPr/>
          </p:nvSpPr>
          <p:spPr>
            <a:xfrm>
              <a:off x="2255957" y="1570131"/>
              <a:ext cx="204" cy="448"/>
            </a:xfrm>
            <a:custGeom>
              <a:rect b="b" l="l" r="r" t="t"/>
              <a:pathLst>
                <a:path extrusionOk="0" h="33" w="15">
                  <a:moveTo>
                    <a:pt x="1" y="1"/>
                  </a:moveTo>
                  <a:lnTo>
                    <a:pt x="1" y="1"/>
                  </a:lnTo>
                  <a:cubicBezTo>
                    <a:pt x="4" y="11"/>
                    <a:pt x="8" y="22"/>
                    <a:pt x="15" y="32"/>
                  </a:cubicBezTo>
                  <a:lnTo>
                    <a:pt x="8" y="18"/>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9" name="Google Shape;8029;p129"/>
            <p:cNvSpPr/>
            <p:nvPr/>
          </p:nvSpPr>
          <p:spPr>
            <a:xfrm>
              <a:off x="2211667" y="1583302"/>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0" name="Google Shape;8030;p129"/>
            <p:cNvSpPr/>
            <p:nvPr/>
          </p:nvSpPr>
          <p:spPr>
            <a:xfrm>
              <a:off x="2211898" y="1583356"/>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1" name="Google Shape;8031;p129"/>
            <p:cNvSpPr/>
            <p:nvPr/>
          </p:nvSpPr>
          <p:spPr>
            <a:xfrm>
              <a:off x="2211382" y="158330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2" name="Google Shape;8032;p129"/>
            <p:cNvSpPr/>
            <p:nvPr/>
          </p:nvSpPr>
          <p:spPr>
            <a:xfrm>
              <a:off x="2211477" y="1583302"/>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3" name="Google Shape;8033;p129"/>
            <p:cNvSpPr/>
            <p:nvPr/>
          </p:nvSpPr>
          <p:spPr>
            <a:xfrm>
              <a:off x="2212753" y="1583736"/>
              <a:ext cx="109" cy="54"/>
            </a:xfrm>
            <a:custGeom>
              <a:rect b="b" l="l" r="r" t="t"/>
              <a:pathLst>
                <a:path extrusionOk="0" h="4" w="8">
                  <a:moveTo>
                    <a:pt x="1" y="0"/>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4" name="Google Shape;8034;p129"/>
            <p:cNvSpPr/>
            <p:nvPr/>
          </p:nvSpPr>
          <p:spPr>
            <a:xfrm>
              <a:off x="2212427" y="1583546"/>
              <a:ext cx="109" cy="54"/>
            </a:xfrm>
            <a:custGeom>
              <a:rect b="b" l="l" r="r" t="t"/>
              <a:pathLst>
                <a:path extrusionOk="0" h="4" w="8">
                  <a:moveTo>
                    <a:pt x="0" y="0"/>
                  </a:moveTo>
                  <a:lnTo>
                    <a:pt x="7"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5" name="Google Shape;8035;p129"/>
            <p:cNvSpPr/>
            <p:nvPr/>
          </p:nvSpPr>
          <p:spPr>
            <a:xfrm>
              <a:off x="2212142" y="1583451"/>
              <a:ext cx="109" cy="14"/>
            </a:xfrm>
            <a:custGeom>
              <a:rect b="b" l="l" r="r" t="t"/>
              <a:pathLst>
                <a:path extrusionOk="0" h="1" w="8">
                  <a:moveTo>
                    <a:pt x="0" y="0"/>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6" name="Google Shape;8036;p129"/>
            <p:cNvSpPr/>
            <p:nvPr/>
          </p:nvSpPr>
          <p:spPr>
            <a:xfrm>
              <a:off x="2213093" y="1583872"/>
              <a:ext cx="339" cy="258"/>
            </a:xfrm>
            <a:custGeom>
              <a:rect b="b" l="l" r="r" t="t"/>
              <a:pathLst>
                <a:path extrusionOk="0" h="19" w="25">
                  <a:moveTo>
                    <a:pt x="0" y="1"/>
                  </a:moveTo>
                  <a:lnTo>
                    <a:pt x="0" y="1"/>
                  </a:lnTo>
                  <a:cubicBezTo>
                    <a:pt x="7" y="8"/>
                    <a:pt x="14" y="11"/>
                    <a:pt x="25" y="18"/>
                  </a:cubicBezTo>
                  <a:cubicBezTo>
                    <a:pt x="14" y="11"/>
                    <a:pt x="7"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7" name="Google Shape;8037;p129"/>
            <p:cNvSpPr/>
            <p:nvPr/>
          </p:nvSpPr>
          <p:spPr>
            <a:xfrm>
              <a:off x="2213853" y="1584972"/>
              <a:ext cx="394" cy="4195"/>
            </a:xfrm>
            <a:custGeom>
              <a:rect b="b" l="l" r="r" t="t"/>
              <a:pathLst>
                <a:path extrusionOk="0" h="309" w="29">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8" name="Google Shape;8038;p129"/>
            <p:cNvSpPr/>
            <p:nvPr/>
          </p:nvSpPr>
          <p:spPr>
            <a:xfrm>
              <a:off x="2204009" y="1581143"/>
              <a:ext cx="774" cy="27"/>
            </a:xfrm>
            <a:custGeom>
              <a:rect b="b" l="l" r="r" t="t"/>
              <a:pathLst>
                <a:path extrusionOk="0" h="2" w="57">
                  <a:moveTo>
                    <a:pt x="38" y="0"/>
                  </a:moveTo>
                  <a:cubicBezTo>
                    <a:pt x="25" y="0"/>
                    <a:pt x="12" y="2"/>
                    <a:pt x="1" y="2"/>
                  </a:cubicBezTo>
                  <a:lnTo>
                    <a:pt x="57" y="2"/>
                  </a:lnTo>
                  <a:cubicBezTo>
                    <a:pt x="51" y="1"/>
                    <a:pt x="45" y="0"/>
                    <a:pt x="3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9" name="Google Shape;8039;p129"/>
            <p:cNvSpPr/>
            <p:nvPr/>
          </p:nvSpPr>
          <p:spPr>
            <a:xfrm>
              <a:off x="2205815" y="1581360"/>
              <a:ext cx="5485" cy="2172"/>
            </a:xfrm>
            <a:custGeom>
              <a:rect b="b" l="l" r="r" t="t"/>
              <a:pathLst>
                <a:path extrusionOk="0" h="160" w="404">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0" name="Google Shape;8040;p129"/>
            <p:cNvSpPr/>
            <p:nvPr/>
          </p:nvSpPr>
          <p:spPr>
            <a:xfrm>
              <a:off x="2204824" y="1581116"/>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1" name="Google Shape;8041;p129"/>
            <p:cNvSpPr/>
            <p:nvPr/>
          </p:nvSpPr>
          <p:spPr>
            <a:xfrm>
              <a:off x="2205720" y="1581265"/>
              <a:ext cx="14" cy="0"/>
            </a:xfrm>
            <a:custGeom>
              <a:rect b="b" l="l" r="r" t="t"/>
              <a:pathLst>
                <a:path extrusionOk="0" h="0"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2" name="Google Shape;8042;p129"/>
            <p:cNvSpPr/>
            <p:nvPr/>
          </p:nvSpPr>
          <p:spPr>
            <a:xfrm>
              <a:off x="2205530" y="1581211"/>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3" name="Google Shape;8043;p129"/>
            <p:cNvSpPr/>
            <p:nvPr/>
          </p:nvSpPr>
          <p:spPr>
            <a:xfrm>
              <a:off x="2205055" y="1581156"/>
              <a:ext cx="163" cy="14"/>
            </a:xfrm>
            <a:custGeom>
              <a:rect b="b" l="l" r="r" t="t"/>
              <a:pathLst>
                <a:path extrusionOk="0" h="1" w="12">
                  <a:moveTo>
                    <a:pt x="1"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4" name="Google Shape;8044;p129"/>
            <p:cNvSpPr/>
            <p:nvPr/>
          </p:nvSpPr>
          <p:spPr>
            <a:xfrm>
              <a:off x="2205299" y="1581156"/>
              <a:ext cx="149" cy="14"/>
            </a:xfrm>
            <a:custGeom>
              <a:rect b="b" l="l" r="r" t="t"/>
              <a:pathLst>
                <a:path extrusionOk="0" h="1" w="11">
                  <a:moveTo>
                    <a:pt x="0"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5" name="Google Shape;8045;p129"/>
            <p:cNvSpPr/>
            <p:nvPr/>
          </p:nvSpPr>
          <p:spPr>
            <a:xfrm>
              <a:off x="2213894" y="1589154"/>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6" name="Google Shape;8046;p129"/>
            <p:cNvSpPr/>
            <p:nvPr/>
          </p:nvSpPr>
          <p:spPr>
            <a:xfrm>
              <a:off x="2269276" y="1477017"/>
              <a:ext cx="1629" cy="1303"/>
            </a:xfrm>
            <a:custGeom>
              <a:rect b="b" l="l" r="r" t="t"/>
              <a:pathLst>
                <a:path extrusionOk="0" h="96" w="120">
                  <a:moveTo>
                    <a:pt x="0" y="1"/>
                  </a:moveTo>
                  <a:cubicBezTo>
                    <a:pt x="32" y="43"/>
                    <a:pt x="74" y="74"/>
                    <a:pt x="119" y="95"/>
                  </a:cubicBezTo>
                  <a:cubicBezTo>
                    <a:pt x="74" y="74"/>
                    <a:pt x="32" y="43"/>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7" name="Google Shape;8047;p129"/>
            <p:cNvSpPr/>
            <p:nvPr/>
          </p:nvSpPr>
          <p:spPr>
            <a:xfrm>
              <a:off x="2260193" y="1430147"/>
              <a:ext cx="3394" cy="1398"/>
            </a:xfrm>
            <a:custGeom>
              <a:rect b="b" l="l" r="r" t="t"/>
              <a:pathLst>
                <a:path extrusionOk="0" h="103" w="25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8" name="Google Shape;8048;p129"/>
            <p:cNvSpPr/>
            <p:nvPr/>
          </p:nvSpPr>
          <p:spPr>
            <a:xfrm>
              <a:off x="2262664" y="1417466"/>
              <a:ext cx="1344" cy="2009"/>
            </a:xfrm>
            <a:custGeom>
              <a:rect b="b" l="l" r="r" t="t"/>
              <a:pathLst>
                <a:path extrusionOk="0" h="148" w="99">
                  <a:moveTo>
                    <a:pt x="99" y="0"/>
                  </a:moveTo>
                  <a:lnTo>
                    <a:pt x="81" y="18"/>
                  </a:lnTo>
                  <a:cubicBezTo>
                    <a:pt x="46" y="53"/>
                    <a:pt x="18" y="98"/>
                    <a:pt x="1" y="147"/>
                  </a:cubicBezTo>
                  <a:cubicBezTo>
                    <a:pt x="22" y="91"/>
                    <a:pt x="57" y="42"/>
                    <a:pt x="9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9" name="Google Shape;8049;p129"/>
            <p:cNvSpPr/>
            <p:nvPr/>
          </p:nvSpPr>
          <p:spPr>
            <a:xfrm>
              <a:off x="2263520" y="1448640"/>
              <a:ext cx="6246" cy="10047"/>
            </a:xfrm>
            <a:custGeom>
              <a:rect b="b" l="l" r="r" t="t"/>
              <a:pathLst>
                <a:path extrusionOk="0" h="740" w="460">
                  <a:moveTo>
                    <a:pt x="1" y="1"/>
                  </a:moveTo>
                  <a:lnTo>
                    <a:pt x="1" y="1"/>
                  </a:lnTo>
                  <a:cubicBezTo>
                    <a:pt x="113" y="169"/>
                    <a:pt x="316" y="477"/>
                    <a:pt x="459" y="739"/>
                  </a:cubicBezTo>
                  <a:cubicBezTo>
                    <a:pt x="316" y="477"/>
                    <a:pt x="113" y="16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0" name="Google Shape;8050;p129"/>
            <p:cNvSpPr/>
            <p:nvPr/>
          </p:nvSpPr>
          <p:spPr>
            <a:xfrm>
              <a:off x="2269127" y="1476542"/>
              <a:ext cx="14" cy="163"/>
            </a:xfrm>
            <a:custGeom>
              <a:rect b="b" l="l" r="r" t="t"/>
              <a:pathLst>
                <a:path extrusionOk="0" h="12" w="1">
                  <a:moveTo>
                    <a:pt x="1" y="11"/>
                  </a:moveTo>
                  <a:cubicBezTo>
                    <a:pt x="1" y="8"/>
                    <a:pt x="1" y="4"/>
                    <a:pt x="1" y="1"/>
                  </a:cubicBezTo>
                  <a:cubicBezTo>
                    <a:pt x="1" y="4"/>
                    <a:pt x="1" y="8"/>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1" name="Google Shape;8051;p129"/>
            <p:cNvSpPr/>
            <p:nvPr/>
          </p:nvSpPr>
          <p:spPr>
            <a:xfrm>
              <a:off x="2257002" y="1519610"/>
              <a:ext cx="109" cy="149"/>
            </a:xfrm>
            <a:custGeom>
              <a:rect b="b" l="l" r="r" t="t"/>
              <a:pathLst>
                <a:path extrusionOk="0" h="11" w="8">
                  <a:moveTo>
                    <a:pt x="1" y="11"/>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2" name="Google Shape;8052;p129"/>
            <p:cNvSpPr/>
            <p:nvPr/>
          </p:nvSpPr>
          <p:spPr>
            <a:xfrm>
              <a:off x="2271082" y="1504593"/>
              <a:ext cx="3476" cy="2716"/>
            </a:xfrm>
            <a:custGeom>
              <a:rect b="b" l="l" r="r" t="t"/>
              <a:pathLst>
                <a:path extrusionOk="0" h="200" w="256">
                  <a:moveTo>
                    <a:pt x="0" y="200"/>
                  </a:moveTo>
                  <a:cubicBezTo>
                    <a:pt x="81" y="130"/>
                    <a:pt x="168" y="63"/>
                    <a:pt x="256" y="0"/>
                  </a:cubicBezTo>
                  <a:cubicBezTo>
                    <a:pt x="168" y="63"/>
                    <a:pt x="81" y="130"/>
                    <a:pt x="0" y="20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3" name="Google Shape;8053;p129"/>
            <p:cNvSpPr/>
            <p:nvPr/>
          </p:nvSpPr>
          <p:spPr>
            <a:xfrm>
              <a:off x="2268801" y="1485625"/>
              <a:ext cx="3286" cy="2295"/>
            </a:xfrm>
            <a:custGeom>
              <a:rect b="b" l="l" r="r" t="t"/>
              <a:pathLst>
                <a:path extrusionOk="0" h="169" w="242">
                  <a:moveTo>
                    <a:pt x="0" y="0"/>
                  </a:moveTo>
                  <a:cubicBezTo>
                    <a:pt x="25" y="39"/>
                    <a:pt x="154" y="116"/>
                    <a:pt x="242" y="168"/>
                  </a:cubicBezTo>
                  <a:cubicBezTo>
                    <a:pt x="154" y="116"/>
                    <a:pt x="25" y="39"/>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4" name="Google Shape;8054;p129"/>
            <p:cNvSpPr/>
            <p:nvPr/>
          </p:nvSpPr>
          <p:spPr>
            <a:xfrm>
              <a:off x="2257966" y="1513187"/>
              <a:ext cx="8282" cy="5580"/>
            </a:xfrm>
            <a:custGeom>
              <a:rect b="b" l="l" r="r" t="t"/>
              <a:pathLst>
                <a:path extrusionOk="0" h="411" w="61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5" name="Google Shape;8055;p129"/>
            <p:cNvSpPr/>
            <p:nvPr/>
          </p:nvSpPr>
          <p:spPr>
            <a:xfrm>
              <a:off x="2256581" y="1520126"/>
              <a:ext cx="54" cy="109"/>
            </a:xfrm>
            <a:custGeom>
              <a:rect b="b" l="l" r="r" t="t"/>
              <a:pathLst>
                <a:path extrusionOk="0" h="8" w="4">
                  <a:moveTo>
                    <a:pt x="0"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6" name="Google Shape;8056;p129"/>
            <p:cNvSpPr/>
            <p:nvPr/>
          </p:nvSpPr>
          <p:spPr>
            <a:xfrm>
              <a:off x="2274449" y="1489372"/>
              <a:ext cx="6056" cy="6816"/>
            </a:xfrm>
            <a:custGeom>
              <a:rect b="b" l="l" r="r" t="t"/>
              <a:pathLst>
                <a:path extrusionOk="0" h="502" w="446">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7" name="Google Shape;8057;p129"/>
            <p:cNvSpPr/>
            <p:nvPr/>
          </p:nvSpPr>
          <p:spPr>
            <a:xfrm>
              <a:off x="2275929" y="1499121"/>
              <a:ext cx="4195" cy="4481"/>
            </a:xfrm>
            <a:custGeom>
              <a:rect b="b" l="l" r="r" t="t"/>
              <a:pathLst>
                <a:path extrusionOk="0" h="330" w="309">
                  <a:moveTo>
                    <a:pt x="308" y="1"/>
                  </a:moveTo>
                  <a:lnTo>
                    <a:pt x="308" y="1"/>
                  </a:lnTo>
                  <a:cubicBezTo>
                    <a:pt x="263" y="120"/>
                    <a:pt x="144" y="225"/>
                    <a:pt x="0" y="330"/>
                  </a:cubicBezTo>
                  <a:cubicBezTo>
                    <a:pt x="144" y="225"/>
                    <a:pt x="266" y="120"/>
                    <a:pt x="30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8" name="Google Shape;8058;p129"/>
            <p:cNvSpPr/>
            <p:nvPr/>
          </p:nvSpPr>
          <p:spPr>
            <a:xfrm>
              <a:off x="2249874" y="1554544"/>
              <a:ext cx="258" cy="1059"/>
            </a:xfrm>
            <a:custGeom>
              <a:rect b="b" l="l" r="r" t="t"/>
              <a:pathLst>
                <a:path extrusionOk="0" h="78" w="19">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9" name="Google Shape;8059;p129"/>
            <p:cNvSpPr/>
            <p:nvPr/>
          </p:nvSpPr>
          <p:spPr>
            <a:xfrm>
              <a:off x="2251965" y="1550498"/>
              <a:ext cx="774" cy="1724"/>
            </a:xfrm>
            <a:custGeom>
              <a:rect b="b" l="l" r="r" t="t"/>
              <a:pathLst>
                <a:path extrusionOk="0" h="127" w="57">
                  <a:moveTo>
                    <a:pt x="1" y="1"/>
                  </a:moveTo>
                  <a:lnTo>
                    <a:pt x="22" y="29"/>
                  </a:lnTo>
                  <a:cubicBezTo>
                    <a:pt x="43" y="57"/>
                    <a:pt x="57" y="88"/>
                    <a:pt x="57" y="127"/>
                  </a:cubicBezTo>
                  <a:cubicBezTo>
                    <a:pt x="57" y="88"/>
                    <a:pt x="43" y="57"/>
                    <a:pt x="22"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0" name="Google Shape;8060;p129"/>
            <p:cNvSpPr/>
            <p:nvPr/>
          </p:nvSpPr>
          <p:spPr>
            <a:xfrm>
              <a:off x="2254871" y="1536147"/>
              <a:ext cx="14" cy="14"/>
            </a:xfrm>
            <a:custGeom>
              <a:rect b="b" l="l" r="r" t="t"/>
              <a:pathLst>
                <a:path extrusionOk="0" h="1" w="1">
                  <a:moveTo>
                    <a:pt x="0" y="1"/>
                  </a:moveTo>
                  <a:lnTo>
                    <a:pt x="0" y="1"/>
                  </a:lnTo>
                  <a:cubicBezTo>
                    <a:pt x="0" y="1"/>
                    <a:pt x="0"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1" name="Google Shape;8061;p129"/>
            <p:cNvSpPr/>
            <p:nvPr/>
          </p:nvSpPr>
          <p:spPr>
            <a:xfrm>
              <a:off x="2254681" y="1537002"/>
              <a:ext cx="54" cy="109"/>
            </a:xfrm>
            <a:custGeom>
              <a:rect b="b" l="l" r="r" t="t"/>
              <a:pathLst>
                <a:path extrusionOk="0" h="8" w="4">
                  <a:moveTo>
                    <a:pt x="0"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2" name="Google Shape;8062;p129"/>
            <p:cNvSpPr/>
            <p:nvPr/>
          </p:nvSpPr>
          <p:spPr>
            <a:xfrm>
              <a:off x="2253961" y="1538048"/>
              <a:ext cx="68" cy="68"/>
            </a:xfrm>
            <a:custGeom>
              <a:rect b="b" l="l" r="r" t="t"/>
              <a:pathLst>
                <a:path extrusionOk="0" h="5" w="5">
                  <a:moveTo>
                    <a:pt x="1"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3" name="Google Shape;8063;p129"/>
            <p:cNvSpPr/>
            <p:nvPr/>
          </p:nvSpPr>
          <p:spPr>
            <a:xfrm>
              <a:off x="2254110" y="1537858"/>
              <a:ext cx="109" cy="68"/>
            </a:xfrm>
            <a:custGeom>
              <a:rect b="b" l="l" r="r" t="t"/>
              <a:pathLst>
                <a:path extrusionOk="0" h="5"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4" name="Google Shape;8064;p129"/>
            <p:cNvSpPr/>
            <p:nvPr/>
          </p:nvSpPr>
          <p:spPr>
            <a:xfrm>
              <a:off x="2253825" y="1538238"/>
              <a:ext cx="54" cy="68"/>
            </a:xfrm>
            <a:custGeom>
              <a:rect b="b" l="l" r="r" t="t"/>
              <a:pathLst>
                <a:path extrusionOk="0" h="5" w="4">
                  <a:moveTo>
                    <a:pt x="0"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5" name="Google Shape;8065;p129"/>
            <p:cNvSpPr/>
            <p:nvPr/>
          </p:nvSpPr>
          <p:spPr>
            <a:xfrm>
              <a:off x="2250974" y="1540519"/>
              <a:ext cx="1249" cy="1629"/>
            </a:xfrm>
            <a:custGeom>
              <a:rect b="b" l="l" r="r" t="t"/>
              <a:pathLst>
                <a:path extrusionOk="0" h="120" w="92">
                  <a:moveTo>
                    <a:pt x="0" y="120"/>
                  </a:moveTo>
                  <a:cubicBezTo>
                    <a:pt x="35" y="85"/>
                    <a:pt x="67" y="43"/>
                    <a:pt x="91" y="1"/>
                  </a:cubicBezTo>
                  <a:cubicBezTo>
                    <a:pt x="67" y="43"/>
                    <a:pt x="35" y="85"/>
                    <a:pt x="0" y="12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6" name="Google Shape;8066;p129"/>
            <p:cNvSpPr/>
            <p:nvPr/>
          </p:nvSpPr>
          <p:spPr>
            <a:xfrm>
              <a:off x="2252875" y="1538428"/>
              <a:ext cx="774" cy="923"/>
            </a:xfrm>
            <a:custGeom>
              <a:rect b="b" l="l" r="r" t="t"/>
              <a:pathLst>
                <a:path extrusionOk="0" h="68" w="57">
                  <a:moveTo>
                    <a:pt x="0" y="67"/>
                  </a:moveTo>
                  <a:cubicBezTo>
                    <a:pt x="18" y="43"/>
                    <a:pt x="35" y="22"/>
                    <a:pt x="56" y="1"/>
                  </a:cubicBezTo>
                  <a:cubicBezTo>
                    <a:pt x="35" y="22"/>
                    <a:pt x="18" y="43"/>
                    <a:pt x="0" y="6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7" name="Google Shape;8067;p129"/>
            <p:cNvSpPr/>
            <p:nvPr/>
          </p:nvSpPr>
          <p:spPr>
            <a:xfrm>
              <a:off x="2254300" y="1537668"/>
              <a:ext cx="54" cy="68"/>
            </a:xfrm>
            <a:custGeom>
              <a:rect b="b" l="l" r="r" t="t"/>
              <a:pathLst>
                <a:path extrusionOk="0" h="5" w="4">
                  <a:moveTo>
                    <a:pt x="0"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8" name="Google Shape;8068;p129"/>
            <p:cNvSpPr/>
            <p:nvPr/>
          </p:nvSpPr>
          <p:spPr>
            <a:xfrm>
              <a:off x="2252820" y="1539378"/>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9" name="Google Shape;8069;p129"/>
            <p:cNvSpPr/>
            <p:nvPr/>
          </p:nvSpPr>
          <p:spPr>
            <a:xfrm>
              <a:off x="2254531" y="1534721"/>
              <a:ext cx="68" cy="163"/>
            </a:xfrm>
            <a:custGeom>
              <a:rect b="b" l="l" r="r" t="t"/>
              <a:pathLst>
                <a:path extrusionOk="0" h="12" w="5">
                  <a:moveTo>
                    <a:pt x="4"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0" name="Google Shape;8070;p129"/>
            <p:cNvSpPr/>
            <p:nvPr/>
          </p:nvSpPr>
          <p:spPr>
            <a:xfrm>
              <a:off x="2254776" y="1535427"/>
              <a:ext cx="54" cy="163"/>
            </a:xfrm>
            <a:custGeom>
              <a:rect b="b" l="l" r="r" t="t"/>
              <a:pathLst>
                <a:path extrusionOk="0" h="12" w="4">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1" name="Google Shape;8071;p129"/>
            <p:cNvSpPr/>
            <p:nvPr/>
          </p:nvSpPr>
          <p:spPr>
            <a:xfrm>
              <a:off x="2254436" y="1537437"/>
              <a:ext cx="68" cy="109"/>
            </a:xfrm>
            <a:custGeom>
              <a:rect b="b" l="l" r="r" t="t"/>
              <a:pathLst>
                <a:path extrusionOk="0" h="8" w="5">
                  <a:moveTo>
                    <a:pt x="1"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2" name="Google Shape;8072;p129"/>
            <p:cNvSpPr/>
            <p:nvPr/>
          </p:nvSpPr>
          <p:spPr>
            <a:xfrm>
              <a:off x="2254871" y="1535767"/>
              <a:ext cx="14" cy="163"/>
            </a:xfrm>
            <a:custGeom>
              <a:rect b="b" l="l" r="r" t="t"/>
              <a:pathLst>
                <a:path extrusionOk="0" h="12" w="1">
                  <a:moveTo>
                    <a:pt x="0"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3" name="Google Shape;8073;p129"/>
            <p:cNvSpPr/>
            <p:nvPr/>
          </p:nvSpPr>
          <p:spPr>
            <a:xfrm>
              <a:off x="2254681" y="1535102"/>
              <a:ext cx="54" cy="163"/>
            </a:xfrm>
            <a:custGeom>
              <a:rect b="b" l="l" r="r" t="t"/>
              <a:pathLst>
                <a:path extrusionOk="0" h="12" w="4">
                  <a:moveTo>
                    <a:pt x="4"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4" name="Google Shape;8074;p129"/>
            <p:cNvSpPr/>
            <p:nvPr/>
          </p:nvSpPr>
          <p:spPr>
            <a:xfrm>
              <a:off x="2254816" y="1536432"/>
              <a:ext cx="14" cy="109"/>
            </a:xfrm>
            <a:custGeom>
              <a:rect b="b" l="l" r="r" t="t"/>
              <a:pathLst>
                <a:path extrusionOk="0" h="8" w="1">
                  <a:moveTo>
                    <a:pt x="1" y="8"/>
                  </a:moveTo>
                  <a:lnTo>
                    <a:pt x="1" y="4"/>
                  </a:lnTo>
                  <a:cubicBezTo>
                    <a:pt x="1" y="1"/>
                    <a:pt x="1" y="8"/>
                    <a:pt x="1"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5" name="Google Shape;8075;p129"/>
            <p:cNvSpPr/>
            <p:nvPr/>
          </p:nvSpPr>
          <p:spPr>
            <a:xfrm>
              <a:off x="2254531" y="1537192"/>
              <a:ext cx="109" cy="109"/>
            </a:xfrm>
            <a:custGeom>
              <a:rect b="b" l="l" r="r" t="t"/>
              <a:pathLst>
                <a:path extrusionOk="0" h="8" w="8">
                  <a:moveTo>
                    <a:pt x="1" y="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6" name="Google Shape;8076;p129"/>
            <p:cNvSpPr/>
            <p:nvPr/>
          </p:nvSpPr>
          <p:spPr>
            <a:xfrm>
              <a:off x="2254776" y="1536717"/>
              <a:ext cx="54" cy="109"/>
            </a:xfrm>
            <a:custGeom>
              <a:rect b="b" l="l" r="r" t="t"/>
              <a:pathLst>
                <a:path extrusionOk="0" h="8" w="4">
                  <a:moveTo>
                    <a:pt x="0"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7" name="Google Shape;8077;p129"/>
            <p:cNvSpPr/>
            <p:nvPr/>
          </p:nvSpPr>
          <p:spPr>
            <a:xfrm>
              <a:off x="2250024" y="1555359"/>
              <a:ext cx="149" cy="489"/>
            </a:xfrm>
            <a:custGeom>
              <a:rect b="b" l="l" r="r" t="t"/>
              <a:pathLst>
                <a:path extrusionOk="0" h="36" w="11">
                  <a:moveTo>
                    <a:pt x="0" y="0"/>
                  </a:moveTo>
                  <a:cubicBezTo>
                    <a:pt x="4" y="11"/>
                    <a:pt x="7" y="25"/>
                    <a:pt x="11" y="35"/>
                  </a:cubicBezTo>
                  <a:lnTo>
                    <a:pt x="7" y="18"/>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8" name="Google Shape;8078;p129"/>
            <p:cNvSpPr/>
            <p:nvPr/>
          </p:nvSpPr>
          <p:spPr>
            <a:xfrm>
              <a:off x="2263995" y="1416040"/>
              <a:ext cx="2770" cy="1439"/>
            </a:xfrm>
            <a:custGeom>
              <a:rect b="b" l="l" r="r" t="t"/>
              <a:pathLst>
                <a:path extrusionOk="0" h="106" w="204">
                  <a:moveTo>
                    <a:pt x="204" y="0"/>
                  </a:moveTo>
                  <a:lnTo>
                    <a:pt x="204" y="0"/>
                  </a:lnTo>
                  <a:cubicBezTo>
                    <a:pt x="127" y="7"/>
                    <a:pt x="53" y="46"/>
                    <a:pt x="1" y="105"/>
                  </a:cubicBezTo>
                  <a:lnTo>
                    <a:pt x="18" y="88"/>
                  </a:lnTo>
                  <a:cubicBezTo>
                    <a:pt x="67" y="39"/>
                    <a:pt x="134" y="7"/>
                    <a:pt x="20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9" name="Google Shape;8079;p129"/>
            <p:cNvSpPr/>
            <p:nvPr/>
          </p:nvSpPr>
          <p:spPr>
            <a:xfrm>
              <a:off x="2276350" y="1412130"/>
              <a:ext cx="258" cy="258"/>
            </a:xfrm>
            <a:custGeom>
              <a:rect b="b" l="l" r="r" t="t"/>
              <a:pathLst>
                <a:path extrusionOk="0" h="19" w="19">
                  <a:moveTo>
                    <a:pt x="18" y="1"/>
                  </a:moveTo>
                  <a:cubicBezTo>
                    <a:pt x="11" y="8"/>
                    <a:pt x="4" y="15"/>
                    <a:pt x="1" y="19"/>
                  </a:cubicBezTo>
                  <a:cubicBezTo>
                    <a:pt x="4" y="15"/>
                    <a:pt x="11" y="8"/>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0" name="Google Shape;8080;p129"/>
            <p:cNvSpPr/>
            <p:nvPr/>
          </p:nvSpPr>
          <p:spPr>
            <a:xfrm>
              <a:off x="2276921" y="1411139"/>
              <a:ext cx="258" cy="489"/>
            </a:xfrm>
            <a:custGeom>
              <a:rect b="b" l="l" r="r" t="t"/>
              <a:pathLst>
                <a:path extrusionOk="0" h="36" w="19">
                  <a:moveTo>
                    <a:pt x="1" y="35"/>
                  </a:moveTo>
                  <a:cubicBezTo>
                    <a:pt x="8" y="25"/>
                    <a:pt x="15" y="14"/>
                    <a:pt x="18" y="0"/>
                  </a:cubicBezTo>
                  <a:cubicBezTo>
                    <a:pt x="15" y="14"/>
                    <a:pt x="8" y="25"/>
                    <a:pt x="1" y="3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1" name="Google Shape;8081;p129"/>
            <p:cNvSpPr/>
            <p:nvPr/>
          </p:nvSpPr>
          <p:spPr>
            <a:xfrm>
              <a:off x="2275875" y="1412470"/>
              <a:ext cx="394" cy="299"/>
            </a:xfrm>
            <a:custGeom>
              <a:rect b="b" l="l" r="r" t="t"/>
              <a:pathLst>
                <a:path extrusionOk="0" h="22" w="29">
                  <a:moveTo>
                    <a:pt x="1" y="22"/>
                  </a:moveTo>
                  <a:cubicBezTo>
                    <a:pt x="11" y="15"/>
                    <a:pt x="18" y="8"/>
                    <a:pt x="29" y="1"/>
                  </a:cubicBezTo>
                  <a:cubicBezTo>
                    <a:pt x="18" y="8"/>
                    <a:pt x="11" y="15"/>
                    <a:pt x="1"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2" name="Google Shape;8082;p129"/>
            <p:cNvSpPr/>
            <p:nvPr/>
          </p:nvSpPr>
          <p:spPr>
            <a:xfrm>
              <a:off x="2276690" y="1411709"/>
              <a:ext cx="204" cy="339"/>
            </a:xfrm>
            <a:custGeom>
              <a:rect b="b" l="l" r="r" t="t"/>
              <a:pathLst>
                <a:path extrusionOk="0" h="25" w="15">
                  <a:moveTo>
                    <a:pt x="0" y="25"/>
                  </a:moveTo>
                  <a:cubicBezTo>
                    <a:pt x="4" y="14"/>
                    <a:pt x="11" y="7"/>
                    <a:pt x="14" y="0"/>
                  </a:cubicBezTo>
                  <a:cubicBezTo>
                    <a:pt x="11" y="7"/>
                    <a:pt x="4" y="14"/>
                    <a:pt x="0"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3" name="Google Shape;8083;p129"/>
            <p:cNvSpPr/>
            <p:nvPr/>
          </p:nvSpPr>
          <p:spPr>
            <a:xfrm>
              <a:off x="2263764" y="1417222"/>
              <a:ext cx="434" cy="448"/>
            </a:xfrm>
            <a:custGeom>
              <a:rect b="b" l="l" r="r" t="t"/>
              <a:pathLst>
                <a:path extrusionOk="0" h="33" w="32">
                  <a:moveTo>
                    <a:pt x="32" y="1"/>
                  </a:moveTo>
                  <a:lnTo>
                    <a:pt x="18" y="15"/>
                  </a:lnTo>
                  <a:lnTo>
                    <a:pt x="0" y="32"/>
                  </a:lnTo>
                  <a:cubicBezTo>
                    <a:pt x="14" y="22"/>
                    <a:pt x="21" y="11"/>
                    <a:pt x="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4" name="Google Shape;8084;p129"/>
            <p:cNvSpPr/>
            <p:nvPr/>
          </p:nvSpPr>
          <p:spPr>
            <a:xfrm>
              <a:off x="3015482" y="1689586"/>
              <a:ext cx="163" cy="1195"/>
            </a:xfrm>
            <a:custGeom>
              <a:rect b="b" l="l" r="r" t="t"/>
              <a:pathLst>
                <a:path extrusionOk="0" h="88" w="12">
                  <a:moveTo>
                    <a:pt x="1" y="0"/>
                  </a:moveTo>
                  <a:cubicBezTo>
                    <a:pt x="8" y="28"/>
                    <a:pt x="11" y="56"/>
                    <a:pt x="11" y="88"/>
                  </a:cubicBezTo>
                  <a:cubicBezTo>
                    <a:pt x="11" y="56"/>
                    <a:pt x="8" y="2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5" name="Google Shape;8085;p129"/>
            <p:cNvSpPr/>
            <p:nvPr/>
          </p:nvSpPr>
          <p:spPr>
            <a:xfrm>
              <a:off x="2958307" y="1600694"/>
              <a:ext cx="3150" cy="353"/>
            </a:xfrm>
            <a:custGeom>
              <a:rect b="b" l="l" r="r" t="t"/>
              <a:pathLst>
                <a:path extrusionOk="0" h="26" w="232">
                  <a:moveTo>
                    <a:pt x="0" y="8"/>
                  </a:moveTo>
                  <a:cubicBezTo>
                    <a:pt x="77" y="1"/>
                    <a:pt x="154" y="8"/>
                    <a:pt x="231" y="25"/>
                  </a:cubicBezTo>
                  <a:cubicBezTo>
                    <a:pt x="154" y="8"/>
                    <a:pt x="77" y="1"/>
                    <a:pt x="0"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6" name="Google Shape;8086;p129"/>
            <p:cNvSpPr/>
            <p:nvPr/>
          </p:nvSpPr>
          <p:spPr>
            <a:xfrm>
              <a:off x="2924961" y="1625555"/>
              <a:ext cx="3408" cy="7671"/>
            </a:xfrm>
            <a:custGeom>
              <a:rect b="b" l="l" r="r" t="t"/>
              <a:pathLst>
                <a:path extrusionOk="0" h="565" w="251">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7" name="Google Shape;8087;p129"/>
            <p:cNvSpPr/>
            <p:nvPr/>
          </p:nvSpPr>
          <p:spPr>
            <a:xfrm>
              <a:off x="2928546" y="1617856"/>
              <a:ext cx="4535" cy="7196"/>
            </a:xfrm>
            <a:custGeom>
              <a:rect b="b" l="l" r="r" t="t"/>
              <a:pathLst>
                <a:path extrusionOk="0" h="530" w="334">
                  <a:moveTo>
                    <a:pt x="1" y="529"/>
                  </a:moveTo>
                  <a:cubicBezTo>
                    <a:pt x="32" y="410"/>
                    <a:pt x="214" y="102"/>
                    <a:pt x="333" y="1"/>
                  </a:cubicBezTo>
                  <a:cubicBezTo>
                    <a:pt x="214" y="102"/>
                    <a:pt x="32" y="410"/>
                    <a:pt x="1" y="5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8" name="Google Shape;8088;p129"/>
            <p:cNvSpPr/>
            <p:nvPr/>
          </p:nvSpPr>
          <p:spPr>
            <a:xfrm>
              <a:off x="2906265" y="1635629"/>
              <a:ext cx="339" cy="109"/>
            </a:xfrm>
            <a:custGeom>
              <a:rect b="b" l="l" r="r" t="t"/>
              <a:pathLst>
                <a:path extrusionOk="0" h="8" w="25">
                  <a:moveTo>
                    <a:pt x="0" y="1"/>
                  </a:moveTo>
                  <a:lnTo>
                    <a:pt x="0" y="1"/>
                  </a:lnTo>
                  <a:lnTo>
                    <a:pt x="25"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9" name="Google Shape;8089;p129"/>
            <p:cNvSpPr/>
            <p:nvPr/>
          </p:nvSpPr>
          <p:spPr>
            <a:xfrm>
              <a:off x="2908301" y="1636634"/>
              <a:ext cx="638" cy="625"/>
            </a:xfrm>
            <a:custGeom>
              <a:rect b="b" l="l" r="r" t="t"/>
              <a:pathLst>
                <a:path extrusionOk="0" h="46" w="47">
                  <a:moveTo>
                    <a:pt x="1" y="1"/>
                  </a:moveTo>
                  <a:cubicBezTo>
                    <a:pt x="18" y="11"/>
                    <a:pt x="32" y="29"/>
                    <a:pt x="46" y="46"/>
                  </a:cubicBezTo>
                  <a:cubicBezTo>
                    <a:pt x="36" y="29"/>
                    <a:pt x="18"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0" name="Google Shape;8090;p129"/>
            <p:cNvSpPr/>
            <p:nvPr/>
          </p:nvSpPr>
          <p:spPr>
            <a:xfrm>
              <a:off x="2908967" y="1637299"/>
              <a:ext cx="258" cy="339"/>
            </a:xfrm>
            <a:custGeom>
              <a:rect b="b" l="l" r="r" t="t"/>
              <a:pathLst>
                <a:path extrusionOk="0" h="25" w="19">
                  <a:moveTo>
                    <a:pt x="18" y="25"/>
                  </a:moveTo>
                  <a:cubicBezTo>
                    <a:pt x="11" y="14"/>
                    <a:pt x="8" y="7"/>
                    <a:pt x="1" y="0"/>
                  </a:cubicBezTo>
                  <a:cubicBezTo>
                    <a:pt x="8" y="7"/>
                    <a:pt x="11" y="14"/>
                    <a:pt x="18"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1" name="Google Shape;8091;p129"/>
            <p:cNvSpPr/>
            <p:nvPr/>
          </p:nvSpPr>
          <p:spPr>
            <a:xfrm>
              <a:off x="2935633" y="1611163"/>
              <a:ext cx="828" cy="3530"/>
            </a:xfrm>
            <a:custGeom>
              <a:rect b="b" l="l" r="r" t="t"/>
              <a:pathLst>
                <a:path extrusionOk="0" h="260" w="61">
                  <a:moveTo>
                    <a:pt x="1" y="0"/>
                  </a:moveTo>
                  <a:cubicBezTo>
                    <a:pt x="29" y="84"/>
                    <a:pt x="50" y="172"/>
                    <a:pt x="60" y="259"/>
                  </a:cubicBezTo>
                  <a:cubicBezTo>
                    <a:pt x="50" y="172"/>
                    <a:pt x="29" y="8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2" name="Google Shape;8092;p129"/>
            <p:cNvSpPr/>
            <p:nvPr/>
          </p:nvSpPr>
          <p:spPr>
            <a:xfrm>
              <a:off x="2907976" y="1636390"/>
              <a:ext cx="244" cy="204"/>
            </a:xfrm>
            <a:custGeom>
              <a:rect b="b" l="l" r="r" t="t"/>
              <a:pathLst>
                <a:path extrusionOk="0" h="15" w="18">
                  <a:moveTo>
                    <a:pt x="0" y="1"/>
                  </a:moveTo>
                  <a:lnTo>
                    <a:pt x="18" y="15"/>
                  </a:lnTo>
                  <a:cubicBezTo>
                    <a:pt x="14" y="8"/>
                    <a:pt x="7"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3" name="Google Shape;8093;p129"/>
            <p:cNvSpPr/>
            <p:nvPr/>
          </p:nvSpPr>
          <p:spPr>
            <a:xfrm>
              <a:off x="2695420" y="1641956"/>
              <a:ext cx="2417" cy="448"/>
            </a:xfrm>
            <a:custGeom>
              <a:rect b="b" l="l" r="r" t="t"/>
              <a:pathLst>
                <a:path extrusionOk="0" h="33" w="178">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4" name="Google Shape;8094;p129"/>
            <p:cNvSpPr/>
            <p:nvPr/>
          </p:nvSpPr>
          <p:spPr>
            <a:xfrm>
              <a:off x="2693641" y="1641060"/>
              <a:ext cx="1208" cy="869"/>
            </a:xfrm>
            <a:custGeom>
              <a:rect b="b" l="l" r="r" t="t"/>
              <a:pathLst>
                <a:path extrusionOk="0" h="64" w="89">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5" name="Google Shape;8095;p129"/>
            <p:cNvSpPr/>
            <p:nvPr/>
          </p:nvSpPr>
          <p:spPr>
            <a:xfrm>
              <a:off x="2974655" y="1606071"/>
              <a:ext cx="3584" cy="4481"/>
            </a:xfrm>
            <a:custGeom>
              <a:rect b="b" l="l" r="r" t="t"/>
              <a:pathLst>
                <a:path extrusionOk="0" h="330" w="264">
                  <a:moveTo>
                    <a:pt x="1" y="0"/>
                  </a:moveTo>
                  <a:cubicBezTo>
                    <a:pt x="113" y="77"/>
                    <a:pt x="263" y="175"/>
                    <a:pt x="246" y="330"/>
                  </a:cubicBezTo>
                  <a:cubicBezTo>
                    <a:pt x="263" y="175"/>
                    <a:pt x="113" y="7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6" name="Google Shape;8096;p129"/>
            <p:cNvSpPr/>
            <p:nvPr/>
          </p:nvSpPr>
          <p:spPr>
            <a:xfrm>
              <a:off x="3023194" y="1657313"/>
              <a:ext cx="1100" cy="54"/>
            </a:xfrm>
            <a:custGeom>
              <a:rect b="b" l="l" r="r" t="t"/>
              <a:pathLst>
                <a:path extrusionOk="0" h="4" w="81">
                  <a:moveTo>
                    <a:pt x="81" y="4"/>
                  </a:moveTo>
                  <a:cubicBezTo>
                    <a:pt x="56" y="4"/>
                    <a:pt x="32" y="4"/>
                    <a:pt x="0" y="0"/>
                  </a:cubicBezTo>
                  <a:cubicBezTo>
                    <a:pt x="32" y="4"/>
                    <a:pt x="56" y="4"/>
                    <a:pt x="81"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7" name="Google Shape;8097;p129"/>
            <p:cNvSpPr/>
            <p:nvPr/>
          </p:nvSpPr>
          <p:spPr>
            <a:xfrm>
              <a:off x="3010594" y="1646478"/>
              <a:ext cx="1874" cy="2620"/>
            </a:xfrm>
            <a:custGeom>
              <a:rect b="b" l="l" r="r" t="t"/>
              <a:pathLst>
                <a:path extrusionOk="0" h="193" w="138">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8" name="Google Shape;8098;p129"/>
            <p:cNvSpPr/>
            <p:nvPr/>
          </p:nvSpPr>
          <p:spPr>
            <a:xfrm>
              <a:off x="3041863" y="1659634"/>
              <a:ext cx="163" cy="448"/>
            </a:xfrm>
            <a:custGeom>
              <a:rect b="b" l="l" r="r" t="t"/>
              <a:pathLst>
                <a:path extrusionOk="0" h="33" w="12">
                  <a:moveTo>
                    <a:pt x="11" y="32"/>
                  </a:moveTo>
                  <a:cubicBezTo>
                    <a:pt x="8" y="22"/>
                    <a:pt x="4" y="11"/>
                    <a:pt x="1" y="1"/>
                  </a:cubicBezTo>
                  <a:cubicBezTo>
                    <a:pt x="4" y="11"/>
                    <a:pt x="8" y="22"/>
                    <a:pt x="11"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9" name="Google Shape;8099;p129"/>
            <p:cNvSpPr/>
            <p:nvPr/>
          </p:nvSpPr>
          <p:spPr>
            <a:xfrm>
              <a:off x="3006888" y="1644862"/>
              <a:ext cx="1534" cy="964"/>
            </a:xfrm>
            <a:custGeom>
              <a:rect b="b" l="l" r="r" t="t"/>
              <a:pathLst>
                <a:path extrusionOk="0" h="71" w="113">
                  <a:moveTo>
                    <a:pt x="112" y="70"/>
                  </a:moveTo>
                  <a:cubicBezTo>
                    <a:pt x="70" y="56"/>
                    <a:pt x="32" y="32"/>
                    <a:pt x="0" y="0"/>
                  </a:cubicBezTo>
                  <a:cubicBezTo>
                    <a:pt x="32" y="32"/>
                    <a:pt x="70" y="56"/>
                    <a:pt x="112" y="7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0" name="Google Shape;8100;p129"/>
            <p:cNvSpPr/>
            <p:nvPr/>
          </p:nvSpPr>
          <p:spPr>
            <a:xfrm>
              <a:off x="3014722" y="1656362"/>
              <a:ext cx="5159" cy="1154"/>
            </a:xfrm>
            <a:custGeom>
              <a:rect b="b" l="l" r="r" t="t"/>
              <a:pathLst>
                <a:path extrusionOk="0" h="85" w="380">
                  <a:moveTo>
                    <a:pt x="1" y="0"/>
                  </a:moveTo>
                  <a:cubicBezTo>
                    <a:pt x="116" y="60"/>
                    <a:pt x="249" y="84"/>
                    <a:pt x="379" y="74"/>
                  </a:cubicBezTo>
                  <a:cubicBezTo>
                    <a:pt x="249" y="84"/>
                    <a:pt x="116" y="6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1" name="Google Shape;8101;p129"/>
            <p:cNvSpPr/>
            <p:nvPr/>
          </p:nvSpPr>
          <p:spPr>
            <a:xfrm>
              <a:off x="3033880" y="1652031"/>
              <a:ext cx="3680" cy="1113"/>
            </a:xfrm>
            <a:custGeom>
              <a:rect b="b" l="l" r="r" t="t"/>
              <a:pathLst>
                <a:path extrusionOk="0" h="82" w="271">
                  <a:moveTo>
                    <a:pt x="1" y="81"/>
                  </a:moveTo>
                  <a:cubicBezTo>
                    <a:pt x="81" y="32"/>
                    <a:pt x="176" y="4"/>
                    <a:pt x="270" y="1"/>
                  </a:cubicBezTo>
                  <a:cubicBezTo>
                    <a:pt x="176" y="4"/>
                    <a:pt x="81" y="32"/>
                    <a:pt x="1" y="8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2" name="Google Shape;8102;p129"/>
            <p:cNvSpPr/>
            <p:nvPr/>
          </p:nvSpPr>
          <p:spPr>
            <a:xfrm>
              <a:off x="3018632" y="1682254"/>
              <a:ext cx="2715" cy="1494"/>
            </a:xfrm>
            <a:custGeom>
              <a:rect b="b" l="l" r="r" t="t"/>
              <a:pathLst>
                <a:path extrusionOk="0" h="110" w="20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3" name="Google Shape;8103;p129"/>
            <p:cNvSpPr/>
            <p:nvPr/>
          </p:nvSpPr>
          <p:spPr>
            <a:xfrm>
              <a:off x="2985965" y="1626560"/>
              <a:ext cx="3720" cy="8608"/>
            </a:xfrm>
            <a:custGeom>
              <a:rect b="b" l="l" r="r" t="t"/>
              <a:pathLst>
                <a:path extrusionOk="0" h="634" w="274">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4" name="Google Shape;8104;p129"/>
            <p:cNvSpPr/>
            <p:nvPr/>
          </p:nvSpPr>
          <p:spPr>
            <a:xfrm>
              <a:off x="2972944" y="1604741"/>
              <a:ext cx="1724" cy="1344"/>
            </a:xfrm>
            <a:custGeom>
              <a:rect b="b" l="l" r="r" t="t"/>
              <a:pathLst>
                <a:path extrusionOk="0" h="99" w="127">
                  <a:moveTo>
                    <a:pt x="1" y="0"/>
                  </a:moveTo>
                  <a:cubicBezTo>
                    <a:pt x="39" y="39"/>
                    <a:pt x="81" y="74"/>
                    <a:pt x="127" y="98"/>
                  </a:cubicBezTo>
                  <a:cubicBezTo>
                    <a:pt x="81" y="74"/>
                    <a:pt x="39" y="39"/>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5" name="Google Shape;8105;p129"/>
            <p:cNvSpPr/>
            <p:nvPr/>
          </p:nvSpPr>
          <p:spPr>
            <a:xfrm>
              <a:off x="3042013" y="1660069"/>
              <a:ext cx="54" cy="434"/>
            </a:xfrm>
            <a:custGeom>
              <a:rect b="b" l="l" r="r" t="t"/>
              <a:pathLst>
                <a:path extrusionOk="0" h="32" w="4">
                  <a:moveTo>
                    <a:pt x="0" y="0"/>
                  </a:moveTo>
                  <a:cubicBezTo>
                    <a:pt x="4" y="11"/>
                    <a:pt x="4" y="21"/>
                    <a:pt x="4" y="32"/>
                  </a:cubicBezTo>
                  <a:cubicBezTo>
                    <a:pt x="4" y="21"/>
                    <a:pt x="4"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6" name="Google Shape;8106;p129"/>
            <p:cNvSpPr/>
            <p:nvPr/>
          </p:nvSpPr>
          <p:spPr>
            <a:xfrm>
              <a:off x="3015876" y="1695628"/>
              <a:ext cx="475" cy="4046"/>
            </a:xfrm>
            <a:custGeom>
              <a:rect b="b" l="l" r="r" t="t"/>
              <a:pathLst>
                <a:path extrusionOk="0" h="298" w="35">
                  <a:moveTo>
                    <a:pt x="0" y="1"/>
                  </a:moveTo>
                  <a:lnTo>
                    <a:pt x="0" y="1"/>
                  </a:lnTo>
                  <a:cubicBezTo>
                    <a:pt x="31" y="74"/>
                    <a:pt x="31" y="179"/>
                    <a:pt x="35" y="298"/>
                  </a:cubicBezTo>
                  <a:cubicBezTo>
                    <a:pt x="31" y="175"/>
                    <a:pt x="31" y="7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7" name="Google Shape;8107;p129"/>
            <p:cNvSpPr/>
            <p:nvPr/>
          </p:nvSpPr>
          <p:spPr>
            <a:xfrm>
              <a:off x="2961824" y="1601129"/>
              <a:ext cx="339" cy="109"/>
            </a:xfrm>
            <a:custGeom>
              <a:rect b="b" l="l" r="r" t="t"/>
              <a:pathLst>
                <a:path extrusionOk="0" h="8" w="25">
                  <a:moveTo>
                    <a:pt x="25"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8" name="Google Shape;8108;p129"/>
            <p:cNvSpPr/>
            <p:nvPr/>
          </p:nvSpPr>
          <p:spPr>
            <a:xfrm>
              <a:off x="2989291" y="1637109"/>
              <a:ext cx="68" cy="299"/>
            </a:xfrm>
            <a:custGeom>
              <a:rect b="b" l="l" r="r" t="t"/>
              <a:pathLst>
                <a:path extrusionOk="0" h="22" w="5">
                  <a:moveTo>
                    <a:pt x="4" y="21"/>
                  </a:moveTo>
                  <a:cubicBezTo>
                    <a:pt x="4" y="14"/>
                    <a:pt x="1" y="7"/>
                    <a:pt x="1" y="0"/>
                  </a:cubicBezTo>
                  <a:cubicBezTo>
                    <a:pt x="1" y="7"/>
                    <a:pt x="4" y="14"/>
                    <a:pt x="4"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9" name="Google Shape;8109;p129"/>
            <p:cNvSpPr/>
            <p:nvPr/>
          </p:nvSpPr>
          <p:spPr>
            <a:xfrm>
              <a:off x="2977845" y="1610973"/>
              <a:ext cx="109" cy="394"/>
            </a:xfrm>
            <a:custGeom>
              <a:rect b="b" l="l" r="r" t="t"/>
              <a:pathLst>
                <a:path extrusionOk="0" h="29" w="8">
                  <a:moveTo>
                    <a:pt x="0" y="28"/>
                  </a:moveTo>
                  <a:cubicBezTo>
                    <a:pt x="4" y="18"/>
                    <a:pt x="4" y="11"/>
                    <a:pt x="7" y="0"/>
                  </a:cubicBezTo>
                  <a:cubicBezTo>
                    <a:pt x="4" y="11"/>
                    <a:pt x="4" y="18"/>
                    <a:pt x="0"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0" name="Google Shape;8110;p129"/>
            <p:cNvSpPr/>
            <p:nvPr/>
          </p:nvSpPr>
          <p:spPr>
            <a:xfrm>
              <a:off x="2962829" y="1601509"/>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1" name="Google Shape;8111;p129"/>
            <p:cNvSpPr/>
            <p:nvPr/>
          </p:nvSpPr>
          <p:spPr>
            <a:xfrm>
              <a:off x="2955117" y="1600464"/>
              <a:ext cx="2444" cy="339"/>
            </a:xfrm>
            <a:custGeom>
              <a:rect b="b" l="l" r="r" t="t"/>
              <a:pathLst>
                <a:path extrusionOk="0" h="25" w="180">
                  <a:moveTo>
                    <a:pt x="179" y="25"/>
                  </a:moveTo>
                  <a:cubicBezTo>
                    <a:pt x="120" y="25"/>
                    <a:pt x="60" y="18"/>
                    <a:pt x="1" y="0"/>
                  </a:cubicBezTo>
                  <a:cubicBezTo>
                    <a:pt x="60" y="18"/>
                    <a:pt x="120" y="25"/>
                    <a:pt x="179"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2" name="Google Shape;8112;p129"/>
            <p:cNvSpPr/>
            <p:nvPr/>
          </p:nvSpPr>
          <p:spPr>
            <a:xfrm>
              <a:off x="2998429" y="1641250"/>
              <a:ext cx="149" cy="54"/>
            </a:xfrm>
            <a:custGeom>
              <a:rect b="b" l="l" r="r" t="t"/>
              <a:pathLst>
                <a:path extrusionOk="0" h="4" w="11">
                  <a:moveTo>
                    <a:pt x="11" y="4"/>
                  </a:moveTo>
                  <a:lnTo>
                    <a:pt x="11" y="4"/>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3" name="Google Shape;8113;p129"/>
            <p:cNvSpPr/>
            <p:nvPr/>
          </p:nvSpPr>
          <p:spPr>
            <a:xfrm>
              <a:off x="2694931" y="1641956"/>
              <a:ext cx="434" cy="14"/>
            </a:xfrm>
            <a:custGeom>
              <a:rect b="b" l="l" r="r" t="t"/>
              <a:pathLst>
                <a:path extrusionOk="0" h="1" w="32">
                  <a:moveTo>
                    <a:pt x="0" y="1"/>
                  </a:moveTo>
                  <a:lnTo>
                    <a:pt x="32" y="1"/>
                  </a:lnTo>
                  <a:cubicBezTo>
                    <a:pt x="21" y="1"/>
                    <a:pt x="11"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4" name="Google Shape;8114;p129"/>
            <p:cNvSpPr/>
            <p:nvPr/>
          </p:nvSpPr>
          <p:spPr>
            <a:xfrm>
              <a:off x="2697538" y="1642337"/>
              <a:ext cx="679" cy="109"/>
            </a:xfrm>
            <a:custGeom>
              <a:rect b="b" l="l" r="r" t="t"/>
              <a:pathLst>
                <a:path extrusionOk="0" h="8" w="50">
                  <a:moveTo>
                    <a:pt x="1" y="1"/>
                  </a:moveTo>
                  <a:lnTo>
                    <a:pt x="1" y="1"/>
                  </a:lnTo>
                  <a:cubicBezTo>
                    <a:pt x="15" y="4"/>
                    <a:pt x="32" y="8"/>
                    <a:pt x="50" y="8"/>
                  </a:cubicBezTo>
                  <a:lnTo>
                    <a:pt x="25" y="4"/>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5" name="Google Shape;8115;p129"/>
            <p:cNvSpPr/>
            <p:nvPr/>
          </p:nvSpPr>
          <p:spPr>
            <a:xfrm>
              <a:off x="2409736" y="1625609"/>
              <a:ext cx="1534" cy="1344"/>
            </a:xfrm>
            <a:custGeom>
              <a:rect b="b" l="l" r="r" t="t"/>
              <a:pathLst>
                <a:path extrusionOk="0" h="99" w="113">
                  <a:moveTo>
                    <a:pt x="112" y="0"/>
                  </a:moveTo>
                  <a:cubicBezTo>
                    <a:pt x="95" y="53"/>
                    <a:pt x="53" y="88"/>
                    <a:pt x="0" y="98"/>
                  </a:cubicBezTo>
                  <a:cubicBezTo>
                    <a:pt x="53" y="88"/>
                    <a:pt x="95" y="53"/>
                    <a:pt x="11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6" name="Google Shape;8116;p129"/>
            <p:cNvSpPr/>
            <p:nvPr/>
          </p:nvSpPr>
          <p:spPr>
            <a:xfrm>
              <a:off x="2425798" y="1617761"/>
              <a:ext cx="2824" cy="828"/>
            </a:xfrm>
            <a:custGeom>
              <a:rect b="b" l="l" r="r" t="t"/>
              <a:pathLst>
                <a:path extrusionOk="0" h="61" w="208">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7" name="Google Shape;8117;p129"/>
            <p:cNvSpPr/>
            <p:nvPr/>
          </p:nvSpPr>
          <p:spPr>
            <a:xfrm>
              <a:off x="2458167" y="1627035"/>
              <a:ext cx="4440" cy="828"/>
            </a:xfrm>
            <a:custGeom>
              <a:rect b="b" l="l" r="r" t="t"/>
              <a:pathLst>
                <a:path extrusionOk="0" h="61" w="327">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8" name="Google Shape;8118;p129"/>
            <p:cNvSpPr/>
            <p:nvPr/>
          </p:nvSpPr>
          <p:spPr>
            <a:xfrm>
              <a:off x="2567398" y="1580681"/>
              <a:ext cx="5051" cy="1303"/>
            </a:xfrm>
            <a:custGeom>
              <a:rect b="b" l="l" r="r" t="t"/>
              <a:pathLst>
                <a:path extrusionOk="0" h="96" w="372">
                  <a:moveTo>
                    <a:pt x="372" y="61"/>
                  </a:moveTo>
                  <a:cubicBezTo>
                    <a:pt x="291" y="96"/>
                    <a:pt x="155" y="71"/>
                    <a:pt x="1" y="1"/>
                  </a:cubicBezTo>
                  <a:cubicBezTo>
                    <a:pt x="155" y="71"/>
                    <a:pt x="291" y="96"/>
                    <a:pt x="372" y="6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9" name="Google Shape;8119;p129"/>
            <p:cNvSpPr/>
            <p:nvPr/>
          </p:nvSpPr>
          <p:spPr>
            <a:xfrm>
              <a:off x="2468336" y="1623505"/>
              <a:ext cx="4100" cy="638"/>
            </a:xfrm>
            <a:custGeom>
              <a:rect b="b" l="l" r="r" t="t"/>
              <a:pathLst>
                <a:path extrusionOk="0" h="47" w="302">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0" name="Google Shape;8120;p129"/>
            <p:cNvSpPr/>
            <p:nvPr/>
          </p:nvSpPr>
          <p:spPr>
            <a:xfrm>
              <a:off x="2501995" y="1594001"/>
              <a:ext cx="1914" cy="434"/>
            </a:xfrm>
            <a:custGeom>
              <a:rect b="b" l="l" r="r" t="t"/>
              <a:pathLst>
                <a:path extrusionOk="0" h="32" w="141">
                  <a:moveTo>
                    <a:pt x="140" y="4"/>
                  </a:moveTo>
                  <a:cubicBezTo>
                    <a:pt x="91" y="0"/>
                    <a:pt x="42" y="11"/>
                    <a:pt x="0" y="32"/>
                  </a:cubicBezTo>
                  <a:cubicBezTo>
                    <a:pt x="42" y="11"/>
                    <a:pt x="91" y="0"/>
                    <a:pt x="14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1" name="Google Shape;8121;p129"/>
            <p:cNvSpPr/>
            <p:nvPr/>
          </p:nvSpPr>
          <p:spPr>
            <a:xfrm>
              <a:off x="2407020" y="1631787"/>
              <a:ext cx="448" cy="1154"/>
            </a:xfrm>
            <a:custGeom>
              <a:rect b="b" l="l" r="r" t="t"/>
              <a:pathLst>
                <a:path extrusionOk="0" h="85" w="33">
                  <a:moveTo>
                    <a:pt x="1" y="0"/>
                  </a:moveTo>
                  <a:lnTo>
                    <a:pt x="4" y="14"/>
                  </a:lnTo>
                  <a:cubicBezTo>
                    <a:pt x="11" y="39"/>
                    <a:pt x="22" y="63"/>
                    <a:pt x="32" y="84"/>
                  </a:cubicBezTo>
                  <a:cubicBezTo>
                    <a:pt x="22" y="63"/>
                    <a:pt x="11" y="39"/>
                    <a:pt x="4"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2" name="Google Shape;8122;p129"/>
            <p:cNvSpPr/>
            <p:nvPr/>
          </p:nvSpPr>
          <p:spPr>
            <a:xfrm>
              <a:off x="2480882" y="1622989"/>
              <a:ext cx="638" cy="109"/>
            </a:xfrm>
            <a:custGeom>
              <a:rect b="b" l="l" r="r" t="t"/>
              <a:pathLst>
                <a:path extrusionOk="0" h="8" w="47">
                  <a:moveTo>
                    <a:pt x="1" y="1"/>
                  </a:moveTo>
                  <a:cubicBezTo>
                    <a:pt x="15" y="4"/>
                    <a:pt x="32" y="8"/>
                    <a:pt x="46" y="8"/>
                  </a:cubicBezTo>
                  <a:cubicBezTo>
                    <a:pt x="32" y="4"/>
                    <a:pt x="15"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3" name="Google Shape;8123;p129"/>
            <p:cNvSpPr/>
            <p:nvPr/>
          </p:nvSpPr>
          <p:spPr>
            <a:xfrm>
              <a:off x="2472898" y="1624509"/>
              <a:ext cx="2634" cy="1208"/>
            </a:xfrm>
            <a:custGeom>
              <a:rect b="b" l="l" r="r" t="t"/>
              <a:pathLst>
                <a:path extrusionOk="0" h="89" w="194">
                  <a:moveTo>
                    <a:pt x="193" y="1"/>
                  </a:moveTo>
                  <a:cubicBezTo>
                    <a:pt x="106" y="88"/>
                    <a:pt x="95" y="81"/>
                    <a:pt x="1" y="1"/>
                  </a:cubicBezTo>
                  <a:cubicBezTo>
                    <a:pt x="95" y="81"/>
                    <a:pt x="106" y="88"/>
                    <a:pt x="19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4" name="Google Shape;8124;p129"/>
            <p:cNvSpPr/>
            <p:nvPr/>
          </p:nvSpPr>
          <p:spPr>
            <a:xfrm>
              <a:off x="2643499" y="1625270"/>
              <a:ext cx="1059" cy="1629"/>
            </a:xfrm>
            <a:custGeom>
              <a:rect b="b" l="l" r="r" t="t"/>
              <a:pathLst>
                <a:path extrusionOk="0" h="120" w="78">
                  <a:moveTo>
                    <a:pt x="77" y="1"/>
                  </a:moveTo>
                  <a:cubicBezTo>
                    <a:pt x="56" y="43"/>
                    <a:pt x="32" y="85"/>
                    <a:pt x="0" y="120"/>
                  </a:cubicBezTo>
                  <a:cubicBezTo>
                    <a:pt x="32" y="85"/>
                    <a:pt x="56" y="46"/>
                    <a:pt x="7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5" name="Google Shape;8125;p129"/>
            <p:cNvSpPr/>
            <p:nvPr/>
          </p:nvSpPr>
          <p:spPr>
            <a:xfrm>
              <a:off x="2626772" y="1600559"/>
              <a:ext cx="9708" cy="13415"/>
            </a:xfrm>
            <a:custGeom>
              <a:rect b="b" l="l" r="r" t="t"/>
              <a:pathLst>
                <a:path extrusionOk="0" h="988" w="715">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6" name="Google Shape;8126;p129"/>
            <p:cNvSpPr/>
            <p:nvPr/>
          </p:nvSpPr>
          <p:spPr>
            <a:xfrm>
              <a:off x="2691319" y="1637245"/>
              <a:ext cx="910" cy="1208"/>
            </a:xfrm>
            <a:custGeom>
              <a:rect b="b" l="l" r="r" t="t"/>
              <a:pathLst>
                <a:path extrusionOk="0" h="89" w="67">
                  <a:moveTo>
                    <a:pt x="67" y="89"/>
                  </a:moveTo>
                  <a:cubicBezTo>
                    <a:pt x="60" y="50"/>
                    <a:pt x="35" y="15"/>
                    <a:pt x="0" y="1"/>
                  </a:cubicBezTo>
                  <a:cubicBezTo>
                    <a:pt x="35" y="15"/>
                    <a:pt x="60" y="50"/>
                    <a:pt x="67" y="8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7" name="Google Shape;8127;p129"/>
            <p:cNvSpPr/>
            <p:nvPr/>
          </p:nvSpPr>
          <p:spPr>
            <a:xfrm>
              <a:off x="2692216" y="1638494"/>
              <a:ext cx="1398" cy="2580"/>
            </a:xfrm>
            <a:custGeom>
              <a:rect b="b" l="l" r="r" t="t"/>
              <a:pathLst>
                <a:path extrusionOk="0" h="190" w="103">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8" name="Google Shape;8128;p129"/>
            <p:cNvSpPr/>
            <p:nvPr/>
          </p:nvSpPr>
          <p:spPr>
            <a:xfrm>
              <a:off x="2584125" y="1590959"/>
              <a:ext cx="2390" cy="1005"/>
            </a:xfrm>
            <a:custGeom>
              <a:rect b="b" l="l" r="r" t="t"/>
              <a:pathLst>
                <a:path extrusionOk="0" h="74" w="176">
                  <a:moveTo>
                    <a:pt x="176" y="25"/>
                  </a:moveTo>
                  <a:cubicBezTo>
                    <a:pt x="113" y="0"/>
                    <a:pt x="43" y="21"/>
                    <a:pt x="1" y="74"/>
                  </a:cubicBezTo>
                  <a:cubicBezTo>
                    <a:pt x="43" y="21"/>
                    <a:pt x="113" y="0"/>
                    <a:pt x="176"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9" name="Google Shape;8129;p129"/>
            <p:cNvSpPr/>
            <p:nvPr/>
          </p:nvSpPr>
          <p:spPr>
            <a:xfrm>
              <a:off x="2673723" y="1629737"/>
              <a:ext cx="3815" cy="3245"/>
            </a:xfrm>
            <a:custGeom>
              <a:rect b="b" l="l" r="r" t="t"/>
              <a:pathLst>
                <a:path extrusionOk="0" h="239" w="281">
                  <a:moveTo>
                    <a:pt x="1" y="1"/>
                  </a:moveTo>
                  <a:lnTo>
                    <a:pt x="1" y="1"/>
                  </a:lnTo>
                  <a:cubicBezTo>
                    <a:pt x="88" y="211"/>
                    <a:pt x="214" y="239"/>
                    <a:pt x="281" y="239"/>
                  </a:cubicBezTo>
                  <a:cubicBezTo>
                    <a:pt x="214" y="239"/>
                    <a:pt x="88" y="207"/>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0" name="Google Shape;8130;p129"/>
            <p:cNvSpPr/>
            <p:nvPr/>
          </p:nvSpPr>
          <p:spPr>
            <a:xfrm>
              <a:off x="2619345" y="1593335"/>
              <a:ext cx="1208" cy="2050"/>
            </a:xfrm>
            <a:custGeom>
              <a:rect b="b" l="l" r="r" t="t"/>
              <a:pathLst>
                <a:path extrusionOk="0" h="151" w="89">
                  <a:moveTo>
                    <a:pt x="15" y="151"/>
                  </a:moveTo>
                  <a:cubicBezTo>
                    <a:pt x="1" y="98"/>
                    <a:pt x="53" y="35"/>
                    <a:pt x="88" y="0"/>
                  </a:cubicBezTo>
                  <a:cubicBezTo>
                    <a:pt x="53" y="35"/>
                    <a:pt x="1" y="98"/>
                    <a:pt x="15" y="15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1" name="Google Shape;8131;p129"/>
            <p:cNvSpPr/>
            <p:nvPr/>
          </p:nvSpPr>
          <p:spPr>
            <a:xfrm>
              <a:off x="2593969" y="159470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2" name="Google Shape;8132;p129"/>
            <p:cNvSpPr/>
            <p:nvPr/>
          </p:nvSpPr>
          <p:spPr>
            <a:xfrm>
              <a:off x="2594919" y="1599269"/>
              <a:ext cx="299" cy="448"/>
            </a:xfrm>
            <a:custGeom>
              <a:rect b="b" l="l" r="r" t="t"/>
              <a:pathLst>
                <a:path extrusionOk="0" h="33" w="22">
                  <a:moveTo>
                    <a:pt x="0" y="32"/>
                  </a:moveTo>
                  <a:cubicBezTo>
                    <a:pt x="4" y="18"/>
                    <a:pt x="11" y="8"/>
                    <a:pt x="21" y="1"/>
                  </a:cubicBezTo>
                  <a:cubicBezTo>
                    <a:pt x="11" y="8"/>
                    <a:pt x="4" y="18"/>
                    <a:pt x="0"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3" name="Google Shape;8133;p129"/>
            <p:cNvSpPr/>
            <p:nvPr/>
          </p:nvSpPr>
          <p:spPr>
            <a:xfrm>
              <a:off x="2600391" y="1598413"/>
              <a:ext cx="1195" cy="163"/>
            </a:xfrm>
            <a:custGeom>
              <a:rect b="b" l="l" r="r" t="t"/>
              <a:pathLst>
                <a:path extrusionOk="0" h="12" w="88">
                  <a:moveTo>
                    <a:pt x="88" y="1"/>
                  </a:moveTo>
                  <a:cubicBezTo>
                    <a:pt x="60" y="11"/>
                    <a:pt x="28" y="11"/>
                    <a:pt x="0" y="1"/>
                  </a:cubicBezTo>
                  <a:cubicBezTo>
                    <a:pt x="28" y="11"/>
                    <a:pt x="60" y="11"/>
                    <a:pt x="8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4" name="Google Shape;8134;p129"/>
            <p:cNvSpPr/>
            <p:nvPr/>
          </p:nvSpPr>
          <p:spPr>
            <a:xfrm>
              <a:off x="2607994" y="1592711"/>
              <a:ext cx="4576" cy="2444"/>
            </a:xfrm>
            <a:custGeom>
              <a:rect b="b" l="l" r="r" t="t"/>
              <a:pathLst>
                <a:path extrusionOk="0" h="180" w="337">
                  <a:moveTo>
                    <a:pt x="0" y="179"/>
                  </a:moveTo>
                  <a:cubicBezTo>
                    <a:pt x="109" y="155"/>
                    <a:pt x="228" y="74"/>
                    <a:pt x="336" y="1"/>
                  </a:cubicBezTo>
                  <a:cubicBezTo>
                    <a:pt x="228" y="74"/>
                    <a:pt x="109" y="155"/>
                    <a:pt x="0" y="17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5" name="Google Shape;8135;p129"/>
            <p:cNvSpPr/>
            <p:nvPr/>
          </p:nvSpPr>
          <p:spPr>
            <a:xfrm>
              <a:off x="2408921" y="1669763"/>
              <a:ext cx="1113" cy="638"/>
            </a:xfrm>
            <a:custGeom>
              <a:rect b="b" l="l" r="r" t="t"/>
              <a:pathLst>
                <a:path extrusionOk="0" h="47" w="82">
                  <a:moveTo>
                    <a:pt x="1" y="1"/>
                  </a:moveTo>
                  <a:cubicBezTo>
                    <a:pt x="25" y="15"/>
                    <a:pt x="53" y="29"/>
                    <a:pt x="81" y="46"/>
                  </a:cubicBezTo>
                  <a:lnTo>
                    <a:pt x="81" y="46"/>
                  </a:lnTo>
                  <a:cubicBezTo>
                    <a:pt x="53" y="29"/>
                    <a:pt x="25" y="1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6" name="Google Shape;8136;p129"/>
            <p:cNvSpPr/>
            <p:nvPr/>
          </p:nvSpPr>
          <p:spPr>
            <a:xfrm>
              <a:off x="2397041" y="1656498"/>
              <a:ext cx="3965" cy="489"/>
            </a:xfrm>
            <a:custGeom>
              <a:rect b="b" l="l" r="r" t="t"/>
              <a:pathLst>
                <a:path extrusionOk="0" h="36" w="292">
                  <a:moveTo>
                    <a:pt x="0" y="36"/>
                  </a:moveTo>
                  <a:cubicBezTo>
                    <a:pt x="95" y="8"/>
                    <a:pt x="193" y="1"/>
                    <a:pt x="291" y="11"/>
                  </a:cubicBezTo>
                  <a:cubicBezTo>
                    <a:pt x="193" y="1"/>
                    <a:pt x="95" y="8"/>
                    <a:pt x="0" y="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7" name="Google Shape;8137;p129"/>
            <p:cNvSpPr/>
            <p:nvPr/>
          </p:nvSpPr>
          <p:spPr>
            <a:xfrm>
              <a:off x="2395045" y="1656742"/>
              <a:ext cx="2009" cy="530"/>
            </a:xfrm>
            <a:custGeom>
              <a:rect b="b" l="l" r="r" t="t"/>
              <a:pathLst>
                <a:path extrusionOk="0" h="39" w="148">
                  <a:moveTo>
                    <a:pt x="0" y="0"/>
                  </a:moveTo>
                  <a:cubicBezTo>
                    <a:pt x="42" y="32"/>
                    <a:pt x="98" y="39"/>
                    <a:pt x="147" y="18"/>
                  </a:cubicBezTo>
                  <a:cubicBezTo>
                    <a:pt x="98" y="39"/>
                    <a:pt x="42" y="32"/>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8" name="Google Shape;8138;p129"/>
            <p:cNvSpPr/>
            <p:nvPr/>
          </p:nvSpPr>
          <p:spPr>
            <a:xfrm>
              <a:off x="2498668" y="1608732"/>
              <a:ext cx="679" cy="2919"/>
            </a:xfrm>
            <a:custGeom>
              <a:rect b="b" l="l" r="r" t="t"/>
              <a:pathLst>
                <a:path extrusionOk="0" h="215" w="50">
                  <a:moveTo>
                    <a:pt x="49" y="214"/>
                  </a:moveTo>
                  <a:cubicBezTo>
                    <a:pt x="21" y="148"/>
                    <a:pt x="7" y="74"/>
                    <a:pt x="0" y="0"/>
                  </a:cubicBezTo>
                  <a:cubicBezTo>
                    <a:pt x="7" y="74"/>
                    <a:pt x="21" y="148"/>
                    <a:pt x="49" y="2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9" name="Google Shape;8139;p129"/>
            <p:cNvSpPr/>
            <p:nvPr/>
          </p:nvSpPr>
          <p:spPr>
            <a:xfrm>
              <a:off x="2403748" y="1658684"/>
              <a:ext cx="2240" cy="2960"/>
            </a:xfrm>
            <a:custGeom>
              <a:rect b="b" l="l" r="r" t="t"/>
              <a:pathLst>
                <a:path extrusionOk="0" h="218" w="165">
                  <a:moveTo>
                    <a:pt x="165" y="218"/>
                  </a:moveTo>
                  <a:cubicBezTo>
                    <a:pt x="105" y="148"/>
                    <a:pt x="49" y="74"/>
                    <a:pt x="0" y="1"/>
                  </a:cubicBezTo>
                  <a:cubicBezTo>
                    <a:pt x="49" y="74"/>
                    <a:pt x="105" y="148"/>
                    <a:pt x="165" y="2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0" name="Google Shape;8140;p129"/>
            <p:cNvSpPr/>
            <p:nvPr/>
          </p:nvSpPr>
          <p:spPr>
            <a:xfrm>
              <a:off x="2475519" y="1622853"/>
              <a:ext cx="4521" cy="1670"/>
            </a:xfrm>
            <a:custGeom>
              <a:rect b="b" l="l" r="r" t="t"/>
              <a:pathLst>
                <a:path extrusionOk="0" h="123" w="333">
                  <a:moveTo>
                    <a:pt x="0" y="123"/>
                  </a:moveTo>
                  <a:cubicBezTo>
                    <a:pt x="88" y="42"/>
                    <a:pt x="210" y="0"/>
                    <a:pt x="333" y="7"/>
                  </a:cubicBezTo>
                  <a:cubicBezTo>
                    <a:pt x="210" y="0"/>
                    <a:pt x="88" y="42"/>
                    <a:pt x="0" y="12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1" name="Google Shape;8141;p129"/>
            <p:cNvSpPr/>
            <p:nvPr/>
          </p:nvSpPr>
          <p:spPr>
            <a:xfrm>
              <a:off x="2428608" y="1618576"/>
              <a:ext cx="1195" cy="584"/>
            </a:xfrm>
            <a:custGeom>
              <a:rect b="b" l="l" r="r" t="t"/>
              <a:pathLst>
                <a:path extrusionOk="0" h="43" w="88">
                  <a:moveTo>
                    <a:pt x="0" y="0"/>
                  </a:moveTo>
                  <a:cubicBezTo>
                    <a:pt x="28" y="18"/>
                    <a:pt x="56" y="32"/>
                    <a:pt x="88" y="42"/>
                  </a:cubicBezTo>
                  <a:cubicBezTo>
                    <a:pt x="56" y="32"/>
                    <a:pt x="28" y="18"/>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2" name="Google Shape;8142;p129"/>
            <p:cNvSpPr/>
            <p:nvPr/>
          </p:nvSpPr>
          <p:spPr>
            <a:xfrm>
              <a:off x="2493862" y="1615480"/>
              <a:ext cx="204" cy="828"/>
            </a:xfrm>
            <a:custGeom>
              <a:rect b="b" l="l" r="r" t="t"/>
              <a:pathLst>
                <a:path extrusionOk="0" h="61" w="15">
                  <a:moveTo>
                    <a:pt x="1" y="60"/>
                  </a:moveTo>
                  <a:cubicBezTo>
                    <a:pt x="1" y="39"/>
                    <a:pt x="4" y="22"/>
                    <a:pt x="15" y="1"/>
                  </a:cubicBezTo>
                  <a:cubicBezTo>
                    <a:pt x="4" y="22"/>
                    <a:pt x="1" y="39"/>
                    <a:pt x="1" y="6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3" name="Google Shape;8143;p129"/>
            <p:cNvSpPr/>
            <p:nvPr/>
          </p:nvSpPr>
          <p:spPr>
            <a:xfrm>
              <a:off x="2578667" y="1593050"/>
              <a:ext cx="1249" cy="339"/>
            </a:xfrm>
            <a:custGeom>
              <a:rect b="b" l="l" r="r" t="t"/>
              <a:pathLst>
                <a:path extrusionOk="0" h="25" w="92">
                  <a:moveTo>
                    <a:pt x="91" y="21"/>
                  </a:moveTo>
                  <a:lnTo>
                    <a:pt x="91" y="21"/>
                  </a:lnTo>
                  <a:cubicBezTo>
                    <a:pt x="60" y="25"/>
                    <a:pt x="32" y="21"/>
                    <a:pt x="7" y="7"/>
                  </a:cubicBezTo>
                  <a:lnTo>
                    <a:pt x="0" y="0"/>
                  </a:lnTo>
                  <a:lnTo>
                    <a:pt x="7" y="7"/>
                  </a:lnTo>
                  <a:cubicBezTo>
                    <a:pt x="32" y="21"/>
                    <a:pt x="60" y="25"/>
                    <a:pt x="91"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4" name="Google Shape;8144;p129"/>
            <p:cNvSpPr/>
            <p:nvPr/>
          </p:nvSpPr>
          <p:spPr>
            <a:xfrm>
              <a:off x="2601667" y="1598318"/>
              <a:ext cx="204" cy="109"/>
            </a:xfrm>
            <a:custGeom>
              <a:rect b="b" l="l" r="r" t="t"/>
              <a:pathLst>
                <a:path extrusionOk="0" h="8" w="15">
                  <a:moveTo>
                    <a:pt x="1" y="8"/>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5" name="Google Shape;8145;p129"/>
            <p:cNvSpPr/>
            <p:nvPr/>
          </p:nvSpPr>
          <p:spPr>
            <a:xfrm>
              <a:off x="2398561" y="1629913"/>
              <a:ext cx="3340" cy="787"/>
            </a:xfrm>
            <a:custGeom>
              <a:rect b="b" l="l" r="r" t="t"/>
              <a:pathLst>
                <a:path extrusionOk="0" h="58" w="246">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6" name="Google Shape;8146;p129"/>
            <p:cNvSpPr/>
            <p:nvPr/>
          </p:nvSpPr>
          <p:spPr>
            <a:xfrm>
              <a:off x="2603473" y="1596798"/>
              <a:ext cx="1208" cy="774"/>
            </a:xfrm>
            <a:custGeom>
              <a:rect b="b" l="l" r="r" t="t"/>
              <a:pathLst>
                <a:path extrusionOk="0" h="57" w="89">
                  <a:moveTo>
                    <a:pt x="1" y="57"/>
                  </a:moveTo>
                  <a:cubicBezTo>
                    <a:pt x="32" y="39"/>
                    <a:pt x="60" y="18"/>
                    <a:pt x="88" y="1"/>
                  </a:cubicBezTo>
                  <a:cubicBezTo>
                    <a:pt x="60" y="18"/>
                    <a:pt x="32" y="39"/>
                    <a:pt x="1" y="5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7" name="Google Shape;8147;p129"/>
            <p:cNvSpPr/>
            <p:nvPr/>
          </p:nvSpPr>
          <p:spPr>
            <a:xfrm>
              <a:off x="2501370" y="1605066"/>
              <a:ext cx="733" cy="109"/>
            </a:xfrm>
            <a:custGeom>
              <a:rect b="b" l="l" r="r" t="t"/>
              <a:pathLst>
                <a:path extrusionOk="0" h="8" w="54">
                  <a:moveTo>
                    <a:pt x="1" y="8"/>
                  </a:moveTo>
                  <a:lnTo>
                    <a:pt x="53"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8" name="Google Shape;8148;p129"/>
            <p:cNvSpPr/>
            <p:nvPr/>
          </p:nvSpPr>
          <p:spPr>
            <a:xfrm>
              <a:off x="2590398" y="159324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9" name="Google Shape;8149;p129"/>
            <p:cNvSpPr/>
            <p:nvPr/>
          </p:nvSpPr>
          <p:spPr>
            <a:xfrm>
              <a:off x="2693587" y="1641047"/>
              <a:ext cx="122" cy="122"/>
            </a:xfrm>
            <a:custGeom>
              <a:rect b="b" l="l" r="r" t="t"/>
              <a:pathLst>
                <a:path extrusionOk="0" h="9" w="9">
                  <a:moveTo>
                    <a:pt x="1" y="1"/>
                  </a:moveTo>
                  <a:lnTo>
                    <a:pt x="1" y="1"/>
                  </a:lnTo>
                  <a:lnTo>
                    <a:pt x="8" y="8"/>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0" name="Google Shape;8150;p129"/>
            <p:cNvSpPr/>
            <p:nvPr/>
          </p:nvSpPr>
          <p:spPr>
            <a:xfrm>
              <a:off x="2139177" y="2004096"/>
              <a:ext cx="134295" cy="138844"/>
            </a:xfrm>
            <a:custGeom>
              <a:rect b="b" l="l" r="r" t="t"/>
              <a:pathLst>
                <a:path extrusionOk="0" h="10226" w="9891">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1" name="Google Shape;8151;p129"/>
            <p:cNvSpPr/>
            <p:nvPr/>
          </p:nvSpPr>
          <p:spPr>
            <a:xfrm>
              <a:off x="2142218" y="2087909"/>
              <a:ext cx="584" cy="339"/>
            </a:xfrm>
            <a:custGeom>
              <a:rect b="b" l="l" r="r" t="t"/>
              <a:pathLst>
                <a:path extrusionOk="0" h="25" w="43">
                  <a:moveTo>
                    <a:pt x="42" y="0"/>
                  </a:move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2" name="Google Shape;8152;p129"/>
            <p:cNvSpPr/>
            <p:nvPr/>
          </p:nvSpPr>
          <p:spPr>
            <a:xfrm>
              <a:off x="2143834" y="2087244"/>
              <a:ext cx="339" cy="109"/>
            </a:xfrm>
            <a:custGeom>
              <a:rect b="b" l="l" r="r" t="t"/>
              <a:pathLst>
                <a:path extrusionOk="0" h="8" w="25">
                  <a:moveTo>
                    <a:pt x="25"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3" name="Google Shape;8153;p129"/>
            <p:cNvSpPr/>
            <p:nvPr/>
          </p:nvSpPr>
          <p:spPr>
            <a:xfrm>
              <a:off x="2143399" y="2087380"/>
              <a:ext cx="448" cy="204"/>
            </a:xfrm>
            <a:custGeom>
              <a:rect b="b" l="l" r="r" t="t"/>
              <a:pathLst>
                <a:path extrusionOk="0" h="15" w="33">
                  <a:moveTo>
                    <a:pt x="32"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4" name="Google Shape;8154;p129"/>
            <p:cNvSpPr/>
            <p:nvPr/>
          </p:nvSpPr>
          <p:spPr>
            <a:xfrm>
              <a:off x="2141553" y="2088235"/>
              <a:ext cx="679" cy="448"/>
            </a:xfrm>
            <a:custGeom>
              <a:rect b="b" l="l" r="r" t="t"/>
              <a:pathLst>
                <a:path extrusionOk="0" h="33" w="50">
                  <a:moveTo>
                    <a:pt x="49" y="1"/>
                  </a:moveTo>
                  <a:lnTo>
                    <a:pt x="0" y="3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5" name="Google Shape;8155;p129"/>
            <p:cNvSpPr/>
            <p:nvPr/>
          </p:nvSpPr>
          <p:spPr>
            <a:xfrm>
              <a:off x="2142829" y="2087624"/>
              <a:ext cx="489" cy="244"/>
            </a:xfrm>
            <a:custGeom>
              <a:rect b="b" l="l" r="r" t="t"/>
              <a:pathLst>
                <a:path extrusionOk="0" h="18" w="36">
                  <a:moveTo>
                    <a:pt x="36" y="0"/>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6" name="Google Shape;8156;p129"/>
            <p:cNvSpPr/>
            <p:nvPr/>
          </p:nvSpPr>
          <p:spPr>
            <a:xfrm>
              <a:off x="2144214" y="2087095"/>
              <a:ext cx="299" cy="109"/>
            </a:xfrm>
            <a:custGeom>
              <a:rect b="b" l="l" r="r" t="t"/>
              <a:pathLst>
                <a:path extrusionOk="0" h="8" w="22">
                  <a:moveTo>
                    <a:pt x="22"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7" name="Google Shape;8157;p129"/>
            <p:cNvSpPr/>
            <p:nvPr/>
          </p:nvSpPr>
          <p:spPr>
            <a:xfrm>
              <a:off x="2144554" y="2087054"/>
              <a:ext cx="244" cy="54"/>
            </a:xfrm>
            <a:custGeom>
              <a:rect b="b" l="l" r="r" t="t"/>
              <a:pathLst>
                <a:path extrusionOk="0" h="4" w="18">
                  <a:moveTo>
                    <a:pt x="18"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8" name="Google Shape;8158;p129"/>
            <p:cNvSpPr/>
            <p:nvPr/>
          </p:nvSpPr>
          <p:spPr>
            <a:xfrm>
              <a:off x="2144839" y="2087000"/>
              <a:ext cx="190" cy="68"/>
            </a:xfrm>
            <a:custGeom>
              <a:rect b="b" l="l" r="r" t="t"/>
              <a:pathLst>
                <a:path extrusionOk="0" h="5" w="14">
                  <a:moveTo>
                    <a:pt x="1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9" name="Google Shape;8159;p129"/>
            <p:cNvSpPr/>
            <p:nvPr/>
          </p:nvSpPr>
          <p:spPr>
            <a:xfrm>
              <a:off x="2222597" y="2124039"/>
              <a:ext cx="584" cy="339"/>
            </a:xfrm>
            <a:custGeom>
              <a:rect b="b" l="l" r="r" t="t"/>
              <a:pathLst>
                <a:path extrusionOk="0" h="25" w="43">
                  <a:moveTo>
                    <a:pt x="1" y="0"/>
                  </a:moveTo>
                  <a:cubicBezTo>
                    <a:pt x="15" y="7"/>
                    <a:pt x="29" y="14"/>
                    <a:pt x="42" y="25"/>
                  </a:cubicBezTo>
                  <a:lnTo>
                    <a:pt x="42" y="21"/>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0" name="Google Shape;8160;p129"/>
            <p:cNvSpPr/>
            <p:nvPr/>
          </p:nvSpPr>
          <p:spPr>
            <a:xfrm>
              <a:off x="2254816" y="2135539"/>
              <a:ext cx="258" cy="204"/>
            </a:xfrm>
            <a:custGeom>
              <a:rect b="b" l="l" r="r" t="t"/>
              <a:pathLst>
                <a:path extrusionOk="0" h="15" w="19">
                  <a:moveTo>
                    <a:pt x="1" y="0"/>
                  </a:moveTo>
                  <a:cubicBezTo>
                    <a:pt x="8" y="4"/>
                    <a:pt x="15" y="11"/>
                    <a:pt x="18" y="14"/>
                  </a:cubicBezTo>
                  <a:cubicBezTo>
                    <a:pt x="15" y="11"/>
                    <a:pt x="8"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1" name="Google Shape;8161;p129"/>
            <p:cNvSpPr/>
            <p:nvPr/>
          </p:nvSpPr>
          <p:spPr>
            <a:xfrm>
              <a:off x="2249168" y="2134725"/>
              <a:ext cx="5621" cy="828"/>
            </a:xfrm>
            <a:custGeom>
              <a:rect b="b" l="l" r="r" t="t"/>
              <a:pathLst>
                <a:path extrusionOk="0" h="61" w="414">
                  <a:moveTo>
                    <a:pt x="0" y="1"/>
                  </a:moveTo>
                  <a:cubicBezTo>
                    <a:pt x="88" y="1"/>
                    <a:pt x="175" y="4"/>
                    <a:pt x="263" y="15"/>
                  </a:cubicBezTo>
                  <a:cubicBezTo>
                    <a:pt x="315" y="22"/>
                    <a:pt x="368" y="36"/>
                    <a:pt x="413" y="60"/>
                  </a:cubicBezTo>
                  <a:cubicBezTo>
                    <a:pt x="326" y="8"/>
                    <a:pt x="161"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2" name="Google Shape;8162;p129"/>
            <p:cNvSpPr/>
            <p:nvPr/>
          </p:nvSpPr>
          <p:spPr>
            <a:xfrm>
              <a:off x="2245787" y="2130597"/>
              <a:ext cx="258" cy="394"/>
            </a:xfrm>
            <a:custGeom>
              <a:rect b="b" l="l" r="r" t="t"/>
              <a:pathLst>
                <a:path extrusionOk="0" h="29" w="19">
                  <a:moveTo>
                    <a:pt x="1" y="0"/>
                  </a:moveTo>
                  <a:cubicBezTo>
                    <a:pt x="8" y="7"/>
                    <a:pt x="15" y="18"/>
                    <a:pt x="18" y="28"/>
                  </a:cubicBezTo>
                  <a:cubicBezTo>
                    <a:pt x="15" y="18"/>
                    <a:pt x="8"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3" name="Google Shape;8163;p129"/>
            <p:cNvSpPr/>
            <p:nvPr/>
          </p:nvSpPr>
          <p:spPr>
            <a:xfrm>
              <a:off x="2255387" y="2136110"/>
              <a:ext cx="109" cy="109"/>
            </a:xfrm>
            <a:custGeom>
              <a:rect b="b" l="l" r="r" t="t"/>
              <a:pathLst>
                <a:path extrusionOk="0" h="8" w="8">
                  <a:moveTo>
                    <a:pt x="1" y="0"/>
                  </a:moveTo>
                  <a:cubicBezTo>
                    <a:pt x="4" y="0"/>
                    <a:pt x="8" y="4"/>
                    <a:pt x="8" y="7"/>
                  </a:cubicBezTo>
                  <a:cubicBezTo>
                    <a:pt x="8" y="4"/>
                    <a:pt x="4"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4" name="Google Shape;8164;p129"/>
            <p:cNvSpPr/>
            <p:nvPr/>
          </p:nvSpPr>
          <p:spPr>
            <a:xfrm>
              <a:off x="2255577" y="2136340"/>
              <a:ext cx="68" cy="204"/>
            </a:xfrm>
            <a:custGeom>
              <a:rect b="b" l="l" r="r" t="t"/>
              <a:pathLst>
                <a:path extrusionOk="0" h="15" w="5">
                  <a:moveTo>
                    <a:pt x="1" y="1"/>
                  </a:moveTo>
                  <a:cubicBezTo>
                    <a:pt x="1" y="4"/>
                    <a:pt x="4" y="8"/>
                    <a:pt x="4" y="15"/>
                  </a:cubicBezTo>
                  <a:cubicBezTo>
                    <a:pt x="4" y="8"/>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5" name="Google Shape;8165;p129"/>
            <p:cNvSpPr/>
            <p:nvPr/>
          </p:nvSpPr>
          <p:spPr>
            <a:xfrm>
              <a:off x="2253866" y="2114331"/>
              <a:ext cx="1154" cy="1684"/>
            </a:xfrm>
            <a:custGeom>
              <a:rect b="b" l="l" r="r" t="t"/>
              <a:pathLst>
                <a:path extrusionOk="0" h="124" w="85">
                  <a:moveTo>
                    <a:pt x="1" y="1"/>
                  </a:moveTo>
                  <a:cubicBezTo>
                    <a:pt x="8" y="53"/>
                    <a:pt x="36" y="99"/>
                    <a:pt x="85" y="123"/>
                  </a:cubicBezTo>
                  <a:cubicBezTo>
                    <a:pt x="36" y="99"/>
                    <a:pt x="8" y="53"/>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6" name="Google Shape;8166;p129"/>
            <p:cNvSpPr/>
            <p:nvPr/>
          </p:nvSpPr>
          <p:spPr>
            <a:xfrm>
              <a:off x="2266710" y="2104216"/>
              <a:ext cx="204" cy="204"/>
            </a:xfrm>
            <a:custGeom>
              <a:rect b="b" l="l" r="r" t="t"/>
              <a:pathLst>
                <a:path extrusionOk="0" h="15" w="15">
                  <a:moveTo>
                    <a:pt x="14" y="0"/>
                  </a:moveTo>
                  <a:lnTo>
                    <a:pt x="14" y="0"/>
                  </a:lnTo>
                  <a:lnTo>
                    <a:pt x="0" y="14"/>
                  </a:ln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7" name="Google Shape;8167;p129"/>
            <p:cNvSpPr/>
            <p:nvPr/>
          </p:nvSpPr>
          <p:spPr>
            <a:xfrm>
              <a:off x="2254246" y="2120468"/>
              <a:ext cx="394" cy="3014"/>
            </a:xfrm>
            <a:custGeom>
              <a:rect b="b" l="l" r="r" t="t"/>
              <a:pathLst>
                <a:path extrusionOk="0" h="222" w="29">
                  <a:moveTo>
                    <a:pt x="1" y="221"/>
                  </a:moveTo>
                  <a:cubicBezTo>
                    <a:pt x="4" y="148"/>
                    <a:pt x="15" y="74"/>
                    <a:pt x="29" y="1"/>
                  </a:cubicBezTo>
                  <a:cubicBezTo>
                    <a:pt x="15" y="74"/>
                    <a:pt x="4" y="148"/>
                    <a:pt x="1" y="2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8" name="Google Shape;8168;p129"/>
            <p:cNvSpPr/>
            <p:nvPr/>
          </p:nvSpPr>
          <p:spPr>
            <a:xfrm>
              <a:off x="2223167" y="2124365"/>
              <a:ext cx="1724" cy="1819"/>
            </a:xfrm>
            <a:custGeom>
              <a:rect b="b" l="l" r="r" t="t"/>
              <a:pathLst>
                <a:path extrusionOk="0" h="134" w="127">
                  <a:moveTo>
                    <a:pt x="126" y="134"/>
                  </a:moveTo>
                  <a:cubicBezTo>
                    <a:pt x="95" y="81"/>
                    <a:pt x="49" y="36"/>
                    <a:pt x="0" y="1"/>
                  </a:cubicBezTo>
                  <a:lnTo>
                    <a:pt x="0" y="1"/>
                  </a:lnTo>
                  <a:cubicBezTo>
                    <a:pt x="49" y="36"/>
                    <a:pt x="95" y="81"/>
                    <a:pt x="126" y="13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9" name="Google Shape;8169;p129"/>
            <p:cNvSpPr/>
            <p:nvPr/>
          </p:nvSpPr>
          <p:spPr>
            <a:xfrm>
              <a:off x="2232196" y="2130353"/>
              <a:ext cx="489" cy="543"/>
            </a:xfrm>
            <a:custGeom>
              <a:rect b="b" l="l" r="r" t="t"/>
              <a:pathLst>
                <a:path extrusionOk="0" h="40" w="36">
                  <a:moveTo>
                    <a:pt x="1" y="1"/>
                  </a:moveTo>
                  <a:lnTo>
                    <a:pt x="1" y="1"/>
                  </a:lnTo>
                  <a:cubicBezTo>
                    <a:pt x="18" y="32"/>
                    <a:pt x="32" y="39"/>
                    <a:pt x="36" y="39"/>
                  </a:cubicBezTo>
                  <a:cubicBezTo>
                    <a:pt x="36" y="39"/>
                    <a:pt x="18" y="32"/>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0" name="Google Shape;8170;p129"/>
            <p:cNvSpPr/>
            <p:nvPr/>
          </p:nvSpPr>
          <p:spPr>
            <a:xfrm>
              <a:off x="2255156" y="2135770"/>
              <a:ext cx="204" cy="204"/>
            </a:xfrm>
            <a:custGeom>
              <a:rect b="b" l="l" r="r" t="t"/>
              <a:pathLst>
                <a:path extrusionOk="0" h="15" w="15">
                  <a:moveTo>
                    <a:pt x="0" y="1"/>
                  </a:moveTo>
                  <a:cubicBezTo>
                    <a:pt x="4" y="4"/>
                    <a:pt x="11" y="11"/>
                    <a:pt x="14" y="15"/>
                  </a:cubicBezTo>
                  <a:cubicBezTo>
                    <a:pt x="11" y="11"/>
                    <a:pt x="4"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1" name="Google Shape;8171;p129"/>
            <p:cNvSpPr/>
            <p:nvPr/>
          </p:nvSpPr>
          <p:spPr>
            <a:xfrm>
              <a:off x="2245027" y="2130068"/>
              <a:ext cx="353" cy="163"/>
            </a:xfrm>
            <a:custGeom>
              <a:rect b="b" l="l" r="r" t="t"/>
              <a:pathLst>
                <a:path extrusionOk="0" h="12" w="26">
                  <a:moveTo>
                    <a:pt x="1" y="1"/>
                  </a:moveTo>
                  <a:cubicBezTo>
                    <a:pt x="8" y="1"/>
                    <a:pt x="18" y="4"/>
                    <a:pt x="25" y="11"/>
                  </a:cubicBezTo>
                  <a:cubicBezTo>
                    <a:pt x="18" y="4"/>
                    <a:pt x="8"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2" name="Google Shape;8172;p129"/>
            <p:cNvSpPr/>
            <p:nvPr/>
          </p:nvSpPr>
          <p:spPr>
            <a:xfrm>
              <a:off x="2221497" y="2123510"/>
              <a:ext cx="1208" cy="584"/>
            </a:xfrm>
            <a:custGeom>
              <a:rect b="b" l="l" r="r" t="t"/>
              <a:pathLst>
                <a:path extrusionOk="0" h="43" w="89">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3" name="Google Shape;8173;p129"/>
            <p:cNvSpPr/>
            <p:nvPr/>
          </p:nvSpPr>
          <p:spPr>
            <a:xfrm>
              <a:off x="2244552" y="2129973"/>
              <a:ext cx="448" cy="68"/>
            </a:xfrm>
            <a:custGeom>
              <a:rect b="b" l="l" r="r" t="t"/>
              <a:pathLst>
                <a:path extrusionOk="0" h="5" w="33">
                  <a:moveTo>
                    <a:pt x="1" y="1"/>
                  </a:moveTo>
                  <a:cubicBezTo>
                    <a:pt x="11" y="1"/>
                    <a:pt x="22" y="4"/>
                    <a:pt x="32" y="4"/>
                  </a:cubicBezTo>
                  <a:cubicBezTo>
                    <a:pt x="22" y="4"/>
                    <a:pt x="11"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4" name="Google Shape;8174;p129"/>
            <p:cNvSpPr/>
            <p:nvPr/>
          </p:nvSpPr>
          <p:spPr>
            <a:xfrm>
              <a:off x="2244036" y="2130027"/>
              <a:ext cx="434" cy="54"/>
            </a:xfrm>
            <a:custGeom>
              <a:rect b="b" l="l" r="r" t="t"/>
              <a:pathLst>
                <a:path extrusionOk="0" h="4" w="32">
                  <a:moveTo>
                    <a:pt x="0" y="4"/>
                  </a:moveTo>
                  <a:cubicBezTo>
                    <a:pt x="11" y="0"/>
                    <a:pt x="21" y="0"/>
                    <a:pt x="32" y="0"/>
                  </a:cubicBezTo>
                  <a:cubicBezTo>
                    <a:pt x="21" y="0"/>
                    <a:pt x="11" y="0"/>
                    <a:pt x="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5" name="Google Shape;8175;p129"/>
            <p:cNvSpPr/>
            <p:nvPr/>
          </p:nvSpPr>
          <p:spPr>
            <a:xfrm>
              <a:off x="2255672" y="2136625"/>
              <a:ext cx="14" cy="353"/>
            </a:xfrm>
            <a:custGeom>
              <a:rect b="b" l="l" r="r" t="t"/>
              <a:pathLst>
                <a:path extrusionOk="0" h="26" w="1">
                  <a:moveTo>
                    <a:pt x="1" y="1"/>
                  </a:moveTo>
                  <a:cubicBezTo>
                    <a:pt x="1" y="8"/>
                    <a:pt x="1" y="18"/>
                    <a:pt x="1" y="25"/>
                  </a:cubicBezTo>
                  <a:cubicBezTo>
                    <a:pt x="1" y="18"/>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6" name="Google Shape;8176;p129"/>
            <p:cNvSpPr/>
            <p:nvPr/>
          </p:nvSpPr>
          <p:spPr>
            <a:xfrm>
              <a:off x="2245407" y="2130258"/>
              <a:ext cx="353" cy="258"/>
            </a:xfrm>
            <a:custGeom>
              <a:rect b="b" l="l" r="r" t="t"/>
              <a:pathLst>
                <a:path extrusionOk="0" h="19" w="26">
                  <a:moveTo>
                    <a:pt x="1" y="1"/>
                  </a:moveTo>
                  <a:cubicBezTo>
                    <a:pt x="11" y="4"/>
                    <a:pt x="18" y="11"/>
                    <a:pt x="25" y="18"/>
                  </a:cubicBezTo>
                  <a:cubicBezTo>
                    <a:pt x="18" y="11"/>
                    <a:pt x="1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7" name="Google Shape;8177;p129"/>
            <p:cNvSpPr/>
            <p:nvPr/>
          </p:nvSpPr>
          <p:spPr>
            <a:xfrm>
              <a:off x="2222638" y="2124039"/>
              <a:ext cx="543" cy="339"/>
            </a:xfrm>
            <a:custGeom>
              <a:rect b="b" l="l" r="r" t="t"/>
              <a:pathLst>
                <a:path extrusionOk="0" h="25" w="40">
                  <a:moveTo>
                    <a:pt x="1" y="0"/>
                  </a:moveTo>
                  <a:lnTo>
                    <a:pt x="1" y="0"/>
                  </a:lnTo>
                  <a:cubicBezTo>
                    <a:pt x="15" y="7"/>
                    <a:pt x="29" y="18"/>
                    <a:pt x="39" y="25"/>
                  </a:cubicBezTo>
                  <a:lnTo>
                    <a:pt x="39" y="25"/>
                  </a:lnTo>
                  <a:cubicBezTo>
                    <a:pt x="29" y="18"/>
                    <a:pt x="15"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8" name="Google Shape;8178;p129"/>
            <p:cNvSpPr/>
            <p:nvPr/>
          </p:nvSpPr>
          <p:spPr>
            <a:xfrm>
              <a:off x="2257057" y="2062194"/>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9" name="Google Shape;8179;p129"/>
            <p:cNvSpPr/>
            <p:nvPr/>
          </p:nvSpPr>
          <p:spPr>
            <a:xfrm>
              <a:off x="2256907" y="2061678"/>
              <a:ext cx="14" cy="149"/>
            </a:xfrm>
            <a:custGeom>
              <a:rect b="b" l="l" r="r" t="t"/>
              <a:pathLst>
                <a:path extrusionOk="0" h="11" w="1">
                  <a:moveTo>
                    <a:pt x="1" y="11"/>
                  </a:moveTo>
                  <a:lnTo>
                    <a:pt x="1" y="4"/>
                  </a:lnTo>
                  <a:cubicBezTo>
                    <a:pt x="1" y="0"/>
                    <a:pt x="1" y="7"/>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0" name="Google Shape;8180;p129"/>
            <p:cNvSpPr/>
            <p:nvPr/>
          </p:nvSpPr>
          <p:spPr>
            <a:xfrm>
              <a:off x="2215659" y="2008291"/>
              <a:ext cx="3802" cy="380"/>
            </a:xfrm>
            <a:custGeom>
              <a:rect b="b" l="l" r="r" t="t"/>
              <a:pathLst>
                <a:path extrusionOk="0" h="28" w="28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1" name="Google Shape;8181;p129"/>
            <p:cNvSpPr/>
            <p:nvPr/>
          </p:nvSpPr>
          <p:spPr>
            <a:xfrm>
              <a:off x="2196121" y="2010572"/>
              <a:ext cx="15601" cy="3014"/>
            </a:xfrm>
            <a:custGeom>
              <a:rect b="b" l="l" r="r" t="t"/>
              <a:pathLst>
                <a:path extrusionOk="0" h="222" w="1149">
                  <a:moveTo>
                    <a:pt x="0" y="1"/>
                  </a:moveTo>
                  <a:lnTo>
                    <a:pt x="1135" y="221"/>
                  </a:lnTo>
                  <a:lnTo>
                    <a:pt x="1149" y="158"/>
                  </a:lnTo>
                  <a:lnTo>
                    <a:pt x="1135" y="2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2" name="Google Shape;8182;p129"/>
            <p:cNvSpPr/>
            <p:nvPr/>
          </p:nvSpPr>
          <p:spPr>
            <a:xfrm>
              <a:off x="2183955" y="2018040"/>
              <a:ext cx="14" cy="299"/>
            </a:xfrm>
            <a:custGeom>
              <a:rect b="b" l="l" r="r" t="t"/>
              <a:pathLst>
                <a:path extrusionOk="0" h="22" w="1">
                  <a:moveTo>
                    <a:pt x="0" y="21"/>
                  </a:moveTo>
                  <a:lnTo>
                    <a:pt x="0" y="0"/>
                  </a:lnTo>
                  <a:cubicBezTo>
                    <a:pt x="0" y="7"/>
                    <a:pt x="0" y="14"/>
                    <a:pt x="0"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3" name="Google Shape;8183;p129"/>
            <p:cNvSpPr/>
            <p:nvPr/>
          </p:nvSpPr>
          <p:spPr>
            <a:xfrm>
              <a:off x="2183806" y="2016845"/>
              <a:ext cx="68" cy="258"/>
            </a:xfrm>
            <a:custGeom>
              <a:rect b="b" l="l" r="r" t="t"/>
              <a:pathLst>
                <a:path extrusionOk="0" h="19" w="5">
                  <a:moveTo>
                    <a:pt x="4" y="18"/>
                  </a:moveTo>
                  <a:cubicBezTo>
                    <a:pt x="4" y="11"/>
                    <a:pt x="4" y="4"/>
                    <a:pt x="1" y="1"/>
                  </a:cubicBezTo>
                  <a:cubicBezTo>
                    <a:pt x="4" y="4"/>
                    <a:pt x="4" y="11"/>
                    <a:pt x="4"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4" name="Google Shape;8184;p129"/>
            <p:cNvSpPr/>
            <p:nvPr/>
          </p:nvSpPr>
          <p:spPr>
            <a:xfrm>
              <a:off x="2183901" y="2017469"/>
              <a:ext cx="68" cy="244"/>
            </a:xfrm>
            <a:custGeom>
              <a:rect b="b" l="l" r="r" t="t"/>
              <a:pathLst>
                <a:path extrusionOk="0" h="18" w="5">
                  <a:moveTo>
                    <a:pt x="4" y="0"/>
                  </a:moveTo>
                  <a:cubicBezTo>
                    <a:pt x="1" y="4"/>
                    <a:pt x="1" y="11"/>
                    <a:pt x="4" y="18"/>
                  </a:cubicBez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5" name="Google Shape;8185;p129"/>
            <p:cNvSpPr/>
            <p:nvPr/>
          </p:nvSpPr>
          <p:spPr>
            <a:xfrm>
              <a:off x="2183955" y="2018651"/>
              <a:ext cx="14" cy="299"/>
            </a:xfrm>
            <a:custGeom>
              <a:rect b="b" l="l" r="r" t="t"/>
              <a:pathLst>
                <a:path extrusionOk="0" h="22" w="1">
                  <a:moveTo>
                    <a:pt x="0" y="1"/>
                  </a:moveTo>
                  <a:lnTo>
                    <a:pt x="0"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6" name="Google Shape;8186;p129"/>
            <p:cNvSpPr/>
            <p:nvPr/>
          </p:nvSpPr>
          <p:spPr>
            <a:xfrm>
              <a:off x="2139218" y="208154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7" name="Google Shape;8187;p129"/>
            <p:cNvSpPr/>
            <p:nvPr/>
          </p:nvSpPr>
          <p:spPr>
            <a:xfrm>
              <a:off x="2144404" y="2078500"/>
              <a:ext cx="109" cy="54"/>
            </a:xfrm>
            <a:custGeom>
              <a:rect b="b" l="l" r="r" t="t"/>
              <a:pathLst>
                <a:path extrusionOk="0" h="4" w="8">
                  <a:moveTo>
                    <a:pt x="1" y="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8" name="Google Shape;8188;p129"/>
            <p:cNvSpPr/>
            <p:nvPr/>
          </p:nvSpPr>
          <p:spPr>
            <a:xfrm>
              <a:off x="2143644" y="2078785"/>
              <a:ext cx="204" cy="109"/>
            </a:xfrm>
            <a:custGeom>
              <a:rect b="b" l="l" r="r" t="t"/>
              <a:pathLst>
                <a:path extrusionOk="0" h="8" w="15">
                  <a:moveTo>
                    <a:pt x="0" y="7"/>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9" name="Google Shape;8189;p129"/>
            <p:cNvSpPr/>
            <p:nvPr/>
          </p:nvSpPr>
          <p:spPr>
            <a:xfrm>
              <a:off x="2182910" y="2023783"/>
              <a:ext cx="149" cy="299"/>
            </a:xfrm>
            <a:custGeom>
              <a:rect b="b" l="l" r="r" t="t"/>
              <a:pathLst>
                <a:path extrusionOk="0" h="22" w="11">
                  <a:moveTo>
                    <a:pt x="0" y="22"/>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0" name="Google Shape;8190;p129"/>
            <p:cNvSpPr/>
            <p:nvPr/>
          </p:nvSpPr>
          <p:spPr>
            <a:xfrm>
              <a:off x="2143929" y="2078690"/>
              <a:ext cx="149" cy="54"/>
            </a:xfrm>
            <a:custGeom>
              <a:rect b="b" l="l" r="r" t="t"/>
              <a:pathLst>
                <a:path extrusionOk="0" h="4" w="11">
                  <a:moveTo>
                    <a:pt x="0"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1" name="Google Shape;8191;p129"/>
            <p:cNvSpPr/>
            <p:nvPr/>
          </p:nvSpPr>
          <p:spPr>
            <a:xfrm>
              <a:off x="2182720" y="2024163"/>
              <a:ext cx="149" cy="258"/>
            </a:xfrm>
            <a:custGeom>
              <a:rect b="b" l="l" r="r" t="t"/>
              <a:pathLst>
                <a:path extrusionOk="0" h="19" w="11">
                  <a:moveTo>
                    <a:pt x="0" y="1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2" name="Google Shape;8192;p129"/>
            <p:cNvSpPr/>
            <p:nvPr/>
          </p:nvSpPr>
          <p:spPr>
            <a:xfrm>
              <a:off x="2183765" y="2020932"/>
              <a:ext cx="54" cy="299"/>
            </a:xfrm>
            <a:custGeom>
              <a:rect b="b" l="l" r="r" t="t"/>
              <a:pathLst>
                <a:path extrusionOk="0" h="22" w="4">
                  <a:moveTo>
                    <a:pt x="0" y="22"/>
                  </a:moveTo>
                  <a:cubicBezTo>
                    <a:pt x="0" y="15"/>
                    <a:pt x="4" y="8"/>
                    <a:pt x="4" y="1"/>
                  </a:cubicBezTo>
                  <a:cubicBezTo>
                    <a:pt x="4" y="8"/>
                    <a:pt x="0" y="15"/>
                    <a:pt x="0"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3" name="Google Shape;8193;p129"/>
            <p:cNvSpPr/>
            <p:nvPr/>
          </p:nvSpPr>
          <p:spPr>
            <a:xfrm>
              <a:off x="2144839" y="2078405"/>
              <a:ext cx="774" cy="489"/>
            </a:xfrm>
            <a:custGeom>
              <a:rect b="b" l="l" r="r" t="t"/>
              <a:pathLst>
                <a:path extrusionOk="0" h="36" w="57">
                  <a:moveTo>
                    <a:pt x="0" y="0"/>
                  </a:moveTo>
                  <a:cubicBezTo>
                    <a:pt x="21" y="11"/>
                    <a:pt x="39" y="21"/>
                    <a:pt x="56" y="35"/>
                  </a:cubicBezTo>
                  <a:cubicBezTo>
                    <a:pt x="39" y="21"/>
                    <a:pt x="21"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4" name="Google Shape;8194;p129"/>
            <p:cNvSpPr/>
            <p:nvPr/>
          </p:nvSpPr>
          <p:spPr>
            <a:xfrm>
              <a:off x="2183670" y="2021461"/>
              <a:ext cx="54" cy="299"/>
            </a:xfrm>
            <a:custGeom>
              <a:rect b="b" l="l" r="r" t="t"/>
              <a:pathLst>
                <a:path extrusionOk="0" h="22" w="4">
                  <a:moveTo>
                    <a:pt x="0" y="21"/>
                  </a:moveTo>
                  <a:cubicBezTo>
                    <a:pt x="0" y="14"/>
                    <a:pt x="4" y="7"/>
                    <a:pt x="4" y="0"/>
                  </a:cubicBezTo>
                  <a:cubicBezTo>
                    <a:pt x="4" y="7"/>
                    <a:pt x="0" y="14"/>
                    <a:pt x="0"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5" name="Google Shape;8195;p129"/>
            <p:cNvSpPr/>
            <p:nvPr/>
          </p:nvSpPr>
          <p:spPr>
            <a:xfrm>
              <a:off x="2143359" y="2078975"/>
              <a:ext cx="149" cy="54"/>
            </a:xfrm>
            <a:custGeom>
              <a:rect b="b" l="l" r="r" t="t"/>
              <a:pathLst>
                <a:path extrusionOk="0" h="4" w="11">
                  <a:moveTo>
                    <a:pt x="0"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6" name="Google Shape;8196;p129"/>
            <p:cNvSpPr/>
            <p:nvPr/>
          </p:nvSpPr>
          <p:spPr>
            <a:xfrm>
              <a:off x="2183236" y="2022928"/>
              <a:ext cx="109" cy="299"/>
            </a:xfrm>
            <a:custGeom>
              <a:rect b="b" l="l" r="r" t="t"/>
              <a:pathLst>
                <a:path extrusionOk="0" h="22" w="8">
                  <a:moveTo>
                    <a:pt x="1" y="22"/>
                  </a:moveTo>
                  <a:cubicBezTo>
                    <a:pt x="4" y="15"/>
                    <a:pt x="8" y="8"/>
                    <a:pt x="8" y="1"/>
                  </a:cubicBezTo>
                  <a:cubicBezTo>
                    <a:pt x="8" y="8"/>
                    <a:pt x="4" y="15"/>
                    <a:pt x="1"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7" name="Google Shape;8197;p129"/>
            <p:cNvSpPr/>
            <p:nvPr/>
          </p:nvSpPr>
          <p:spPr>
            <a:xfrm>
              <a:off x="2142979" y="2079111"/>
              <a:ext cx="204" cy="109"/>
            </a:xfrm>
            <a:custGeom>
              <a:rect b="b" l="l" r="r" t="t"/>
              <a:pathLst>
                <a:path extrusionOk="0" h="8" w="15">
                  <a:moveTo>
                    <a:pt x="0" y="8"/>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8" name="Google Shape;8198;p129"/>
            <p:cNvSpPr/>
            <p:nvPr/>
          </p:nvSpPr>
          <p:spPr>
            <a:xfrm>
              <a:off x="2183521" y="2021977"/>
              <a:ext cx="109" cy="299"/>
            </a:xfrm>
            <a:custGeom>
              <a:rect b="b" l="l" r="r" t="t"/>
              <a:pathLst>
                <a:path extrusionOk="0" h="22" w="8">
                  <a:moveTo>
                    <a:pt x="8" y="1"/>
                  </a:moveTo>
                  <a:cubicBezTo>
                    <a:pt x="4" y="8"/>
                    <a:pt x="1" y="15"/>
                    <a:pt x="1" y="22"/>
                  </a:cubicBezTo>
                  <a:cubicBezTo>
                    <a:pt x="4" y="15"/>
                    <a:pt x="4" y="8"/>
                    <a:pt x="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9" name="Google Shape;8199;p129"/>
            <p:cNvSpPr/>
            <p:nvPr/>
          </p:nvSpPr>
          <p:spPr>
            <a:xfrm>
              <a:off x="2183385" y="2022452"/>
              <a:ext cx="109" cy="299"/>
            </a:xfrm>
            <a:custGeom>
              <a:rect b="b" l="l" r="r" t="t"/>
              <a:pathLst>
                <a:path extrusionOk="0" h="22" w="8">
                  <a:moveTo>
                    <a:pt x="0" y="22"/>
                  </a:moveTo>
                  <a:cubicBezTo>
                    <a:pt x="4" y="15"/>
                    <a:pt x="7" y="8"/>
                    <a:pt x="7" y="1"/>
                  </a:cubicBezTo>
                  <a:cubicBezTo>
                    <a:pt x="7" y="8"/>
                    <a:pt x="4" y="15"/>
                    <a:pt x="0"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0" name="Google Shape;8200;p129"/>
            <p:cNvSpPr/>
            <p:nvPr/>
          </p:nvSpPr>
          <p:spPr>
            <a:xfrm>
              <a:off x="2183100" y="2023362"/>
              <a:ext cx="109" cy="299"/>
            </a:xfrm>
            <a:custGeom>
              <a:rect b="b" l="l" r="r" t="t"/>
              <a:pathLst>
                <a:path extrusionOk="0" h="22" w="8">
                  <a:moveTo>
                    <a:pt x="0" y="21"/>
                  </a:moveTo>
                  <a:cubicBezTo>
                    <a:pt x="4" y="14"/>
                    <a:pt x="4" y="7"/>
                    <a:pt x="7" y="0"/>
                  </a:cubicBezTo>
                  <a:cubicBezTo>
                    <a:pt x="4" y="7"/>
                    <a:pt x="4" y="14"/>
                    <a:pt x="0"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1" name="Google Shape;8201;p129"/>
            <p:cNvSpPr/>
            <p:nvPr/>
          </p:nvSpPr>
          <p:spPr>
            <a:xfrm>
              <a:off x="2139462" y="2081107"/>
              <a:ext cx="394" cy="299"/>
            </a:xfrm>
            <a:custGeom>
              <a:rect b="b" l="l" r="r" t="t"/>
              <a:pathLst>
                <a:path extrusionOk="0" h="22" w="29">
                  <a:moveTo>
                    <a:pt x="0" y="22"/>
                  </a:moveTo>
                  <a:lnTo>
                    <a:pt x="2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2" name="Google Shape;8202;p129"/>
            <p:cNvSpPr/>
            <p:nvPr/>
          </p:nvSpPr>
          <p:spPr>
            <a:xfrm>
              <a:off x="2140127" y="2080727"/>
              <a:ext cx="339" cy="258"/>
            </a:xfrm>
            <a:custGeom>
              <a:rect b="b" l="l" r="r" t="t"/>
              <a:pathLst>
                <a:path extrusionOk="0" h="19" w="25">
                  <a:moveTo>
                    <a:pt x="0" y="18"/>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3" name="Google Shape;8203;p129"/>
            <p:cNvSpPr/>
            <p:nvPr/>
          </p:nvSpPr>
          <p:spPr>
            <a:xfrm>
              <a:off x="2140697" y="2080401"/>
              <a:ext cx="299" cy="204"/>
            </a:xfrm>
            <a:custGeom>
              <a:rect b="b" l="l" r="r" t="t"/>
              <a:pathLst>
                <a:path extrusionOk="0" h="15" w="22">
                  <a:moveTo>
                    <a:pt x="0" y="14"/>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4" name="Google Shape;8204;p129"/>
            <p:cNvSpPr/>
            <p:nvPr/>
          </p:nvSpPr>
          <p:spPr>
            <a:xfrm>
              <a:off x="2183860" y="2020361"/>
              <a:ext cx="14" cy="299"/>
            </a:xfrm>
            <a:custGeom>
              <a:rect b="b" l="l" r="r" t="t"/>
              <a:pathLst>
                <a:path extrusionOk="0" h="22" w="1">
                  <a:moveTo>
                    <a:pt x="0" y="22"/>
                  </a:moveTo>
                  <a:cubicBezTo>
                    <a:pt x="0" y="15"/>
                    <a:pt x="0" y="8"/>
                    <a:pt x="0" y="1"/>
                  </a:cubicBezTo>
                  <a:cubicBezTo>
                    <a:pt x="0" y="8"/>
                    <a:pt x="0" y="15"/>
                    <a:pt x="0"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5" name="Google Shape;8205;p129"/>
            <p:cNvSpPr/>
            <p:nvPr/>
          </p:nvSpPr>
          <p:spPr>
            <a:xfrm>
              <a:off x="2141213" y="2080062"/>
              <a:ext cx="299" cy="204"/>
            </a:xfrm>
            <a:custGeom>
              <a:rect b="b" l="l" r="r" t="t"/>
              <a:pathLst>
                <a:path extrusionOk="0" h="15" w="22">
                  <a:moveTo>
                    <a:pt x="1" y="15"/>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6" name="Google Shape;8206;p129"/>
            <p:cNvSpPr/>
            <p:nvPr/>
          </p:nvSpPr>
          <p:spPr>
            <a:xfrm>
              <a:off x="2183955" y="2019275"/>
              <a:ext cx="14" cy="299"/>
            </a:xfrm>
            <a:custGeom>
              <a:rect b="b" l="l" r="r" t="t"/>
              <a:pathLst>
                <a:path extrusionOk="0" h="22" w="1">
                  <a:moveTo>
                    <a:pt x="0" y="21"/>
                  </a:moveTo>
                  <a:lnTo>
                    <a:pt x="0" y="0"/>
                  </a:lnTo>
                  <a:cubicBezTo>
                    <a:pt x="0" y="4"/>
                    <a:pt x="0" y="11"/>
                    <a:pt x="0"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7" name="Google Shape;8207;p129"/>
            <p:cNvSpPr/>
            <p:nvPr/>
          </p:nvSpPr>
          <p:spPr>
            <a:xfrm>
              <a:off x="2141743" y="2079777"/>
              <a:ext cx="244" cy="204"/>
            </a:xfrm>
            <a:custGeom>
              <a:rect b="b" l="l" r="r" t="t"/>
              <a:pathLst>
                <a:path extrusionOk="0" h="15" w="18">
                  <a:moveTo>
                    <a:pt x="0" y="15"/>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8" name="Google Shape;8208;p129"/>
            <p:cNvSpPr/>
            <p:nvPr/>
          </p:nvSpPr>
          <p:spPr>
            <a:xfrm>
              <a:off x="2144214" y="2078595"/>
              <a:ext cx="109" cy="54"/>
            </a:xfrm>
            <a:custGeom>
              <a:rect b="b" l="l" r="r" t="t"/>
              <a:pathLst>
                <a:path extrusionOk="0" h="4" w="8">
                  <a:moveTo>
                    <a:pt x="1" y="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9" name="Google Shape;8209;p129"/>
            <p:cNvSpPr/>
            <p:nvPr/>
          </p:nvSpPr>
          <p:spPr>
            <a:xfrm>
              <a:off x="2142164" y="2079546"/>
              <a:ext cx="258" cy="149"/>
            </a:xfrm>
            <a:custGeom>
              <a:rect b="b" l="l" r="r" t="t"/>
              <a:pathLst>
                <a:path extrusionOk="0" h="11" w="19">
                  <a:moveTo>
                    <a:pt x="1" y="11"/>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0" name="Google Shape;8210;p129"/>
            <p:cNvSpPr/>
            <p:nvPr/>
          </p:nvSpPr>
          <p:spPr>
            <a:xfrm>
              <a:off x="2142598" y="2079301"/>
              <a:ext cx="244" cy="163"/>
            </a:xfrm>
            <a:custGeom>
              <a:rect b="b" l="l" r="r" t="t"/>
              <a:pathLst>
                <a:path extrusionOk="0" h="12" w="18">
                  <a:moveTo>
                    <a:pt x="0" y="1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1" name="Google Shape;8211;p129"/>
            <p:cNvSpPr/>
            <p:nvPr/>
          </p:nvSpPr>
          <p:spPr>
            <a:xfrm>
              <a:off x="2144594" y="2078500"/>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2" name="Google Shape;8212;p129"/>
            <p:cNvSpPr/>
            <p:nvPr/>
          </p:nvSpPr>
          <p:spPr>
            <a:xfrm>
              <a:off x="2144744" y="2078446"/>
              <a:ext cx="95" cy="14"/>
            </a:xfrm>
            <a:custGeom>
              <a:rect b="b" l="l" r="r" t="t"/>
              <a:pathLst>
                <a:path extrusionOk="0" h="1" w="7">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3" name="Google Shape;8213;p129"/>
            <p:cNvSpPr/>
            <p:nvPr/>
          </p:nvSpPr>
          <p:spPr>
            <a:xfrm>
              <a:off x="2183901" y="2019845"/>
              <a:ext cx="14" cy="244"/>
            </a:xfrm>
            <a:custGeom>
              <a:rect b="b" l="l" r="r" t="t"/>
              <a:pathLst>
                <a:path extrusionOk="0" h="18" w="1">
                  <a:moveTo>
                    <a:pt x="1" y="18"/>
                  </a:moveTo>
                  <a:lnTo>
                    <a:pt x="1" y="0"/>
                  </a:lnTo>
                  <a:cubicBezTo>
                    <a:pt x="1" y="7"/>
                    <a:pt x="1" y="11"/>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4" name="Google Shape;8214;p129"/>
            <p:cNvSpPr/>
            <p:nvPr/>
          </p:nvSpPr>
          <p:spPr>
            <a:xfrm>
              <a:off x="2246887" y="2005399"/>
              <a:ext cx="109" cy="54"/>
            </a:xfrm>
            <a:custGeom>
              <a:rect b="b" l="l" r="r" t="t"/>
              <a:pathLst>
                <a:path extrusionOk="0" h="4" w="8">
                  <a:moveTo>
                    <a:pt x="0" y="0"/>
                  </a:moveTo>
                  <a:lnTo>
                    <a:pt x="7"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5" name="Google Shape;8215;p129"/>
            <p:cNvSpPr/>
            <p:nvPr/>
          </p:nvSpPr>
          <p:spPr>
            <a:xfrm>
              <a:off x="2263194" y="200981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6" name="Google Shape;8216;p129"/>
            <p:cNvSpPr/>
            <p:nvPr/>
          </p:nvSpPr>
          <p:spPr>
            <a:xfrm>
              <a:off x="2260818" y="2010572"/>
              <a:ext cx="299" cy="258"/>
            </a:xfrm>
            <a:custGeom>
              <a:rect b="b" l="l" r="r" t="t"/>
              <a:pathLst>
                <a:path extrusionOk="0" h="19" w="22">
                  <a:moveTo>
                    <a:pt x="0" y="18"/>
                  </a:moveTo>
                  <a:lnTo>
                    <a:pt x="0" y="18"/>
                  </a:lnTo>
                  <a:lnTo>
                    <a:pt x="21" y="1"/>
                  </a:ln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7" name="Google Shape;8217;p129"/>
            <p:cNvSpPr/>
            <p:nvPr/>
          </p:nvSpPr>
          <p:spPr>
            <a:xfrm>
              <a:off x="2266235" y="2012093"/>
              <a:ext cx="394" cy="353"/>
            </a:xfrm>
            <a:custGeom>
              <a:rect b="b" l="l" r="r" t="t"/>
              <a:pathLst>
                <a:path extrusionOk="0" h="26" w="29">
                  <a:moveTo>
                    <a:pt x="28"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8" name="Google Shape;8218;p129"/>
            <p:cNvSpPr/>
            <p:nvPr/>
          </p:nvSpPr>
          <p:spPr>
            <a:xfrm>
              <a:off x="2265665" y="2011617"/>
              <a:ext cx="394" cy="353"/>
            </a:xfrm>
            <a:custGeom>
              <a:rect b="b" l="l" r="r" t="t"/>
              <a:pathLst>
                <a:path extrusionOk="0" h="26" w="29">
                  <a:moveTo>
                    <a:pt x="28"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9" name="Google Shape;8219;p129"/>
            <p:cNvSpPr/>
            <p:nvPr/>
          </p:nvSpPr>
          <p:spPr>
            <a:xfrm>
              <a:off x="2265190" y="2011197"/>
              <a:ext cx="339" cy="339"/>
            </a:xfrm>
            <a:custGeom>
              <a:rect b="b" l="l" r="r" t="t"/>
              <a:pathLst>
                <a:path extrusionOk="0" h="25" w="25">
                  <a:moveTo>
                    <a:pt x="25" y="25"/>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0" name="Google Shape;8220;p129"/>
            <p:cNvSpPr/>
            <p:nvPr/>
          </p:nvSpPr>
          <p:spPr>
            <a:xfrm>
              <a:off x="2246643" y="2005155"/>
              <a:ext cx="68" cy="68"/>
            </a:xfrm>
            <a:custGeom>
              <a:rect b="b" l="l" r="r" t="t"/>
              <a:pathLst>
                <a:path extrusionOk="0" h="5" w="5">
                  <a:moveTo>
                    <a:pt x="1" y="1"/>
                  </a:moveTo>
                  <a:lnTo>
                    <a:pt x="4" y="4"/>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1" name="Google Shape;8221;p129"/>
            <p:cNvSpPr/>
            <p:nvPr/>
          </p:nvSpPr>
          <p:spPr>
            <a:xfrm>
              <a:off x="2263995" y="2010287"/>
              <a:ext cx="258" cy="204"/>
            </a:xfrm>
            <a:custGeom>
              <a:rect b="b" l="l" r="r" t="t"/>
              <a:pathLst>
                <a:path extrusionOk="0" h="15" w="19">
                  <a:moveTo>
                    <a:pt x="18"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2" name="Google Shape;8222;p129"/>
            <p:cNvSpPr/>
            <p:nvPr/>
          </p:nvSpPr>
          <p:spPr>
            <a:xfrm>
              <a:off x="2266805" y="2012527"/>
              <a:ext cx="394" cy="394"/>
            </a:xfrm>
            <a:custGeom>
              <a:rect b="b" l="l" r="r" t="t"/>
              <a:pathLst>
                <a:path extrusionOk="0" h="29" w="29">
                  <a:moveTo>
                    <a:pt x="28" y="2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3" name="Google Shape;8223;p129"/>
            <p:cNvSpPr/>
            <p:nvPr/>
          </p:nvSpPr>
          <p:spPr>
            <a:xfrm>
              <a:off x="2263710" y="2010056"/>
              <a:ext cx="258" cy="149"/>
            </a:xfrm>
            <a:custGeom>
              <a:rect b="b" l="l" r="r" t="t"/>
              <a:pathLst>
                <a:path extrusionOk="0" h="11" w="19">
                  <a:moveTo>
                    <a:pt x="18"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4" name="Google Shape;8224;p129"/>
            <p:cNvSpPr/>
            <p:nvPr/>
          </p:nvSpPr>
          <p:spPr>
            <a:xfrm>
              <a:off x="2261429" y="2010341"/>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5" name="Google Shape;8225;p129"/>
            <p:cNvSpPr/>
            <p:nvPr/>
          </p:nvSpPr>
          <p:spPr>
            <a:xfrm>
              <a:off x="2264334" y="2010531"/>
              <a:ext cx="299" cy="244"/>
            </a:xfrm>
            <a:custGeom>
              <a:rect b="b" l="l" r="r" t="t"/>
              <a:pathLst>
                <a:path extrusionOk="0" h="18" w="22">
                  <a:moveTo>
                    <a:pt x="21" y="1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6" name="Google Shape;8226;p129"/>
            <p:cNvSpPr/>
            <p:nvPr/>
          </p:nvSpPr>
          <p:spPr>
            <a:xfrm>
              <a:off x="2264714" y="2010857"/>
              <a:ext cx="339" cy="258"/>
            </a:xfrm>
            <a:custGeom>
              <a:rect b="b" l="l" r="r" t="t"/>
              <a:pathLst>
                <a:path extrusionOk="0" h="19" w="25">
                  <a:moveTo>
                    <a:pt x="25"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7" name="Google Shape;8227;p129"/>
            <p:cNvSpPr/>
            <p:nvPr/>
          </p:nvSpPr>
          <p:spPr>
            <a:xfrm>
              <a:off x="2263479" y="2009907"/>
              <a:ext cx="204" cy="163"/>
            </a:xfrm>
            <a:custGeom>
              <a:rect b="b" l="l" r="r" t="t"/>
              <a:pathLst>
                <a:path extrusionOk="0" h="12" w="15">
                  <a:moveTo>
                    <a:pt x="14"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8" name="Google Shape;8228;p129"/>
            <p:cNvSpPr/>
            <p:nvPr/>
          </p:nvSpPr>
          <p:spPr>
            <a:xfrm>
              <a:off x="2262528" y="2009866"/>
              <a:ext cx="14" cy="14"/>
            </a:xfrm>
            <a:custGeom>
              <a:rect b="b" l="l" r="r" t="t"/>
              <a:pathLst>
                <a:path extrusionOk="0" h="1" w="1">
                  <a:moveTo>
                    <a:pt x="0"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9" name="Google Shape;8229;p129"/>
            <p:cNvSpPr/>
            <p:nvPr/>
          </p:nvSpPr>
          <p:spPr>
            <a:xfrm>
              <a:off x="2262814" y="2009812"/>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0" name="Google Shape;8230;p129"/>
            <p:cNvSpPr/>
            <p:nvPr/>
          </p:nvSpPr>
          <p:spPr>
            <a:xfrm>
              <a:off x="2268706" y="2014143"/>
              <a:ext cx="394" cy="339"/>
            </a:xfrm>
            <a:custGeom>
              <a:rect b="b" l="l" r="r" t="t"/>
              <a:pathLst>
                <a:path extrusionOk="0" h="25" w="29">
                  <a:moveTo>
                    <a:pt x="28" y="25"/>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1" name="Google Shape;8231;p129"/>
            <p:cNvSpPr/>
            <p:nvPr/>
          </p:nvSpPr>
          <p:spPr>
            <a:xfrm>
              <a:off x="2251069" y="2010341"/>
              <a:ext cx="3001" cy="964"/>
            </a:xfrm>
            <a:custGeom>
              <a:rect b="b" l="l" r="r" t="t"/>
              <a:pathLst>
                <a:path extrusionOk="0" h="71" w="221">
                  <a:moveTo>
                    <a:pt x="221" y="70"/>
                  </a:moveTo>
                  <a:cubicBezTo>
                    <a:pt x="144" y="67"/>
                    <a:pt x="67" y="42"/>
                    <a:pt x="0" y="0"/>
                  </a:cubicBezTo>
                  <a:cubicBezTo>
                    <a:pt x="67" y="42"/>
                    <a:pt x="144" y="67"/>
                    <a:pt x="221" y="7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2" name="Google Shape;8232;p129"/>
            <p:cNvSpPr/>
            <p:nvPr/>
          </p:nvSpPr>
          <p:spPr>
            <a:xfrm>
              <a:off x="2268041" y="2013613"/>
              <a:ext cx="394" cy="353"/>
            </a:xfrm>
            <a:custGeom>
              <a:rect b="b" l="l" r="r" t="t"/>
              <a:pathLst>
                <a:path extrusionOk="0" h="26" w="29">
                  <a:moveTo>
                    <a:pt x="28"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3" name="Google Shape;8233;p129"/>
            <p:cNvSpPr/>
            <p:nvPr/>
          </p:nvSpPr>
          <p:spPr>
            <a:xfrm>
              <a:off x="2271367" y="2016560"/>
              <a:ext cx="149" cy="109"/>
            </a:xfrm>
            <a:custGeom>
              <a:rect b="b" l="l" r="r" t="t"/>
              <a:pathLst>
                <a:path extrusionOk="0" h="8" w="11">
                  <a:moveTo>
                    <a:pt x="0" y="1"/>
                  </a:moveTo>
                  <a:lnTo>
                    <a:pt x="11" y="8"/>
                  </a:ln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4" name="Google Shape;8234;p129"/>
            <p:cNvSpPr/>
            <p:nvPr/>
          </p:nvSpPr>
          <p:spPr>
            <a:xfrm>
              <a:off x="2269371" y="2014754"/>
              <a:ext cx="339" cy="299"/>
            </a:xfrm>
            <a:custGeom>
              <a:rect b="b" l="l" r="r" t="t"/>
              <a:pathLst>
                <a:path extrusionOk="0" h="22" w="25">
                  <a:moveTo>
                    <a:pt x="25" y="22"/>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5" name="Google Shape;8235;p129"/>
            <p:cNvSpPr/>
            <p:nvPr/>
          </p:nvSpPr>
          <p:spPr>
            <a:xfrm>
              <a:off x="2270743" y="2015949"/>
              <a:ext cx="353" cy="299"/>
            </a:xfrm>
            <a:custGeom>
              <a:rect b="b" l="l" r="r" t="t"/>
              <a:pathLst>
                <a:path extrusionOk="0" h="22" w="26">
                  <a:moveTo>
                    <a:pt x="25" y="2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6" name="Google Shape;8236;p129"/>
            <p:cNvSpPr/>
            <p:nvPr/>
          </p:nvSpPr>
          <p:spPr>
            <a:xfrm>
              <a:off x="2270037" y="2015324"/>
              <a:ext cx="339" cy="353"/>
            </a:xfrm>
            <a:custGeom>
              <a:rect b="b" l="l" r="r" t="t"/>
              <a:pathLst>
                <a:path extrusionOk="0" h="26" w="25">
                  <a:moveTo>
                    <a:pt x="25"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7" name="Google Shape;8237;p129"/>
            <p:cNvSpPr/>
            <p:nvPr/>
          </p:nvSpPr>
          <p:spPr>
            <a:xfrm>
              <a:off x="2247172" y="2005684"/>
              <a:ext cx="54" cy="54"/>
            </a:xfrm>
            <a:custGeom>
              <a:rect b="b" l="l" r="r" t="t"/>
              <a:pathLst>
                <a:path extrusionOk="0" h="4" w="4">
                  <a:moveTo>
                    <a:pt x="4"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8" name="Google Shape;8238;p129"/>
            <p:cNvSpPr/>
            <p:nvPr/>
          </p:nvSpPr>
          <p:spPr>
            <a:xfrm>
              <a:off x="2267416" y="2013043"/>
              <a:ext cx="394" cy="353"/>
            </a:xfrm>
            <a:custGeom>
              <a:rect b="b" l="l" r="r" t="t"/>
              <a:pathLst>
                <a:path extrusionOk="0" h="26" w="29">
                  <a:moveTo>
                    <a:pt x="29" y="2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9" name="Google Shape;8239;p129"/>
            <p:cNvSpPr/>
            <p:nvPr/>
          </p:nvSpPr>
          <p:spPr>
            <a:xfrm>
              <a:off x="2247362" y="2005915"/>
              <a:ext cx="54" cy="68"/>
            </a:xfrm>
            <a:custGeom>
              <a:rect b="b" l="l" r="r" t="t"/>
              <a:pathLst>
                <a:path extrusionOk="0" h="5" w="4">
                  <a:moveTo>
                    <a:pt x="4"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0" name="Google Shape;8240;p129"/>
            <p:cNvSpPr/>
            <p:nvPr/>
          </p:nvSpPr>
          <p:spPr>
            <a:xfrm>
              <a:off x="2271028" y="2020511"/>
              <a:ext cx="14" cy="149"/>
            </a:xfrm>
            <a:custGeom>
              <a:rect b="b" l="l" r="r" t="t"/>
              <a:pathLst>
                <a:path extrusionOk="0" h="11" w="1">
                  <a:moveTo>
                    <a:pt x="1"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1" name="Google Shape;8241;p129"/>
            <p:cNvSpPr/>
            <p:nvPr/>
          </p:nvSpPr>
          <p:spPr>
            <a:xfrm>
              <a:off x="2271367" y="2016655"/>
              <a:ext cx="149" cy="1059"/>
            </a:xfrm>
            <a:custGeom>
              <a:rect b="b" l="l" r="r" t="t"/>
              <a:pathLst>
                <a:path extrusionOk="0" h="78" w="11">
                  <a:moveTo>
                    <a:pt x="11" y="1"/>
                  </a:moveTo>
                  <a:lnTo>
                    <a:pt x="11" y="1"/>
                  </a:lnTo>
                  <a:cubicBezTo>
                    <a:pt x="7" y="18"/>
                    <a:pt x="4" y="43"/>
                    <a:pt x="0" y="78"/>
                  </a:cubicBezTo>
                  <a:cubicBezTo>
                    <a:pt x="4" y="46"/>
                    <a:pt x="7" y="18"/>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2" name="Google Shape;8242;p129"/>
            <p:cNvSpPr/>
            <p:nvPr/>
          </p:nvSpPr>
          <p:spPr>
            <a:xfrm>
              <a:off x="2270987" y="2020986"/>
              <a:ext cx="14" cy="204"/>
            </a:xfrm>
            <a:custGeom>
              <a:rect b="b" l="l" r="r" t="t"/>
              <a:pathLst>
                <a:path extrusionOk="0" h="15" w="1">
                  <a:moveTo>
                    <a:pt x="0"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3" name="Google Shape;8243;p129"/>
            <p:cNvSpPr/>
            <p:nvPr/>
          </p:nvSpPr>
          <p:spPr>
            <a:xfrm>
              <a:off x="2271082" y="2019981"/>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4" name="Google Shape;8244;p129"/>
            <p:cNvSpPr/>
            <p:nvPr/>
          </p:nvSpPr>
          <p:spPr>
            <a:xfrm>
              <a:off x="2271313" y="2017890"/>
              <a:ext cx="14" cy="204"/>
            </a:xfrm>
            <a:custGeom>
              <a:rect b="b" l="l" r="r" t="t"/>
              <a:pathLst>
                <a:path extrusionOk="0" h="15" w="1">
                  <a:moveTo>
                    <a:pt x="1"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5" name="Google Shape;8245;p129"/>
            <p:cNvSpPr/>
            <p:nvPr/>
          </p:nvSpPr>
          <p:spPr>
            <a:xfrm>
              <a:off x="2270933" y="2021461"/>
              <a:ext cx="14" cy="204"/>
            </a:xfrm>
            <a:custGeom>
              <a:rect b="b" l="l" r="r" t="t"/>
              <a:pathLst>
                <a:path extrusionOk="0" h="15" w="1">
                  <a:moveTo>
                    <a:pt x="1"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6" name="Google Shape;8246;p129"/>
            <p:cNvSpPr/>
            <p:nvPr/>
          </p:nvSpPr>
          <p:spPr>
            <a:xfrm>
              <a:off x="2261143" y="2049037"/>
              <a:ext cx="1018" cy="3992"/>
            </a:xfrm>
            <a:custGeom>
              <a:rect b="b" l="l" r="r" t="t"/>
              <a:pathLst>
                <a:path extrusionOk="0" h="294" w="75">
                  <a:moveTo>
                    <a:pt x="74" y="0"/>
                  </a:moveTo>
                  <a:cubicBezTo>
                    <a:pt x="67" y="137"/>
                    <a:pt x="39" y="241"/>
                    <a:pt x="1" y="294"/>
                  </a:cubicBezTo>
                  <a:cubicBezTo>
                    <a:pt x="43" y="241"/>
                    <a:pt x="67" y="137"/>
                    <a:pt x="7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7" name="Google Shape;8247;p129"/>
            <p:cNvSpPr/>
            <p:nvPr/>
          </p:nvSpPr>
          <p:spPr>
            <a:xfrm>
              <a:off x="2271272" y="2018325"/>
              <a:ext cx="14" cy="244"/>
            </a:xfrm>
            <a:custGeom>
              <a:rect b="b" l="l" r="r" t="t"/>
              <a:pathLst>
                <a:path extrusionOk="0" h="18" w="1">
                  <a:moveTo>
                    <a:pt x="0" y="1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8" name="Google Shape;8248;p129"/>
            <p:cNvSpPr/>
            <p:nvPr/>
          </p:nvSpPr>
          <p:spPr>
            <a:xfrm>
              <a:off x="2271123" y="2019370"/>
              <a:ext cx="14" cy="204"/>
            </a:xfrm>
            <a:custGeom>
              <a:rect b="b" l="l" r="r" t="t"/>
              <a:pathLst>
                <a:path extrusionOk="0" h="15" w="1">
                  <a:moveTo>
                    <a:pt x="1"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9" name="Google Shape;8249;p129"/>
            <p:cNvSpPr/>
            <p:nvPr/>
          </p:nvSpPr>
          <p:spPr>
            <a:xfrm>
              <a:off x="2270892" y="2021936"/>
              <a:ext cx="14" cy="149"/>
            </a:xfrm>
            <a:custGeom>
              <a:rect b="b" l="l" r="r" t="t"/>
              <a:pathLst>
                <a:path extrusionOk="0" h="11" w="1">
                  <a:moveTo>
                    <a:pt x="0"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0" name="Google Shape;8250;p129"/>
            <p:cNvSpPr/>
            <p:nvPr/>
          </p:nvSpPr>
          <p:spPr>
            <a:xfrm>
              <a:off x="2271177" y="2018800"/>
              <a:ext cx="14" cy="244"/>
            </a:xfrm>
            <a:custGeom>
              <a:rect b="b" l="l" r="r" t="t"/>
              <a:pathLst>
                <a:path extrusionOk="0" h="18" w="1">
                  <a:moveTo>
                    <a:pt x="0" y="1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1" name="Google Shape;8251;p129"/>
            <p:cNvSpPr/>
            <p:nvPr/>
          </p:nvSpPr>
          <p:spPr>
            <a:xfrm>
              <a:off x="2270892" y="2022357"/>
              <a:ext cx="14" cy="163"/>
            </a:xfrm>
            <a:custGeom>
              <a:rect b="b" l="l" r="r" t="t"/>
              <a:pathLst>
                <a:path extrusionOk="0" h="12" w="1">
                  <a:moveTo>
                    <a:pt x="0" y="11"/>
                  </a:moveTo>
                  <a:lnTo>
                    <a:pt x="0" y="1"/>
                  </a:lnTo>
                  <a:cubicBezTo>
                    <a:pt x="0" y="1"/>
                    <a:pt x="0" y="8"/>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2" name="Google Shape;8252;p129"/>
            <p:cNvSpPr/>
            <p:nvPr/>
          </p:nvSpPr>
          <p:spPr>
            <a:xfrm>
              <a:off x="2260668" y="2062248"/>
              <a:ext cx="9192" cy="13265"/>
            </a:xfrm>
            <a:custGeom>
              <a:rect b="b" l="l" r="r" t="t"/>
              <a:pathLst>
                <a:path extrusionOk="0" h="977" w="677">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3" name="Google Shape;8253;p129"/>
            <p:cNvSpPr/>
            <p:nvPr/>
          </p:nvSpPr>
          <p:spPr>
            <a:xfrm>
              <a:off x="2266140" y="2062628"/>
              <a:ext cx="109" cy="204"/>
            </a:xfrm>
            <a:custGeom>
              <a:rect b="b" l="l" r="r" t="t"/>
              <a:pathLst>
                <a:path extrusionOk="0" h="15" w="8">
                  <a:moveTo>
                    <a:pt x="7" y="0"/>
                  </a:moveTo>
                  <a:lnTo>
                    <a:pt x="7" y="0"/>
                  </a:lnTo>
                  <a:cubicBezTo>
                    <a:pt x="4" y="4"/>
                    <a:pt x="0" y="7"/>
                    <a:pt x="0" y="14"/>
                  </a:cubicBezTo>
                  <a:cubicBezTo>
                    <a:pt x="4" y="7"/>
                    <a:pt x="4" y="4"/>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4" name="Google Shape;8254;p129"/>
            <p:cNvSpPr/>
            <p:nvPr/>
          </p:nvSpPr>
          <p:spPr>
            <a:xfrm>
              <a:off x="2263044" y="2064624"/>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5" name="Google Shape;8255;p129"/>
            <p:cNvSpPr/>
            <p:nvPr/>
          </p:nvSpPr>
          <p:spPr>
            <a:xfrm>
              <a:off x="2265515" y="2063388"/>
              <a:ext cx="353" cy="339"/>
            </a:xfrm>
            <a:custGeom>
              <a:rect b="b" l="l" r="r" t="t"/>
              <a:pathLst>
                <a:path extrusionOk="0" h="25" w="26">
                  <a:moveTo>
                    <a:pt x="1" y="25"/>
                  </a:moveTo>
                  <a:cubicBezTo>
                    <a:pt x="8" y="18"/>
                    <a:pt x="15" y="7"/>
                    <a:pt x="25" y="0"/>
                  </a:cubicBezTo>
                  <a:cubicBezTo>
                    <a:pt x="15" y="7"/>
                    <a:pt x="8" y="18"/>
                    <a:pt x="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6" name="Google Shape;8256;p129"/>
            <p:cNvSpPr/>
            <p:nvPr/>
          </p:nvSpPr>
          <p:spPr>
            <a:xfrm>
              <a:off x="2261103" y="2064380"/>
              <a:ext cx="434" cy="109"/>
            </a:xfrm>
            <a:custGeom>
              <a:rect b="b" l="l" r="r" t="t"/>
              <a:pathLst>
                <a:path extrusionOk="0" h="8" w="32">
                  <a:moveTo>
                    <a:pt x="0" y="1"/>
                  </a:moveTo>
                  <a:lnTo>
                    <a:pt x="32"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7" name="Google Shape;8257;p129"/>
            <p:cNvSpPr/>
            <p:nvPr/>
          </p:nvSpPr>
          <p:spPr>
            <a:xfrm>
              <a:off x="2264904" y="2064054"/>
              <a:ext cx="149" cy="109"/>
            </a:xfrm>
            <a:custGeom>
              <a:rect b="b" l="l" r="r" t="t"/>
              <a:pathLst>
                <a:path extrusionOk="0" h="8" w="11">
                  <a:moveTo>
                    <a:pt x="0" y="7"/>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8" name="Google Shape;8258;p129"/>
            <p:cNvSpPr/>
            <p:nvPr/>
          </p:nvSpPr>
          <p:spPr>
            <a:xfrm>
              <a:off x="2264375" y="2064339"/>
              <a:ext cx="109" cy="54"/>
            </a:xfrm>
            <a:custGeom>
              <a:rect b="b" l="l" r="r" t="t"/>
              <a:pathLst>
                <a:path extrusionOk="0" h="4" w="8">
                  <a:moveTo>
                    <a:pt x="1" y="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9" name="Google Shape;8259;p129"/>
            <p:cNvSpPr/>
            <p:nvPr/>
          </p:nvSpPr>
          <p:spPr>
            <a:xfrm>
              <a:off x="2262243" y="2064570"/>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0" name="Google Shape;8260;p129"/>
            <p:cNvSpPr/>
            <p:nvPr/>
          </p:nvSpPr>
          <p:spPr>
            <a:xfrm>
              <a:off x="2263615" y="2064570"/>
              <a:ext cx="163" cy="14"/>
            </a:xfrm>
            <a:custGeom>
              <a:rect b="b" l="l" r="r" t="t"/>
              <a:pathLst>
                <a:path extrusionOk="0" h="1" w="12">
                  <a:moveTo>
                    <a:pt x="1"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1" name="Google Shape;8261;p129"/>
            <p:cNvSpPr/>
            <p:nvPr/>
          </p:nvSpPr>
          <p:spPr>
            <a:xfrm>
              <a:off x="2260668" y="2064380"/>
              <a:ext cx="258" cy="14"/>
            </a:xfrm>
            <a:custGeom>
              <a:rect b="b" l="l" r="r" t="t"/>
              <a:pathLst>
                <a:path extrusionOk="0" h="1" w="19">
                  <a:moveTo>
                    <a:pt x="18" y="1"/>
                  </a:moveTo>
                  <a:lnTo>
                    <a:pt x="1" y="1"/>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2" name="Google Shape;8262;p129"/>
            <p:cNvSpPr/>
            <p:nvPr/>
          </p:nvSpPr>
          <p:spPr>
            <a:xfrm>
              <a:off x="2265896" y="2063008"/>
              <a:ext cx="163" cy="244"/>
            </a:xfrm>
            <a:custGeom>
              <a:rect b="b" l="l" r="r" t="t"/>
              <a:pathLst>
                <a:path extrusionOk="0" h="18" w="12">
                  <a:moveTo>
                    <a:pt x="1" y="18"/>
                  </a:moveTo>
                  <a:cubicBezTo>
                    <a:pt x="4" y="11"/>
                    <a:pt x="11" y="4"/>
                    <a:pt x="11" y="0"/>
                  </a:cubicBezTo>
                  <a:cubicBezTo>
                    <a:pt x="11" y="4"/>
                    <a:pt x="4" y="11"/>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3" name="Google Shape;8263;p129"/>
            <p:cNvSpPr/>
            <p:nvPr/>
          </p:nvSpPr>
          <p:spPr>
            <a:xfrm>
              <a:off x="2266235" y="2062194"/>
              <a:ext cx="2050" cy="258"/>
            </a:xfrm>
            <a:custGeom>
              <a:rect b="b" l="l" r="r" t="t"/>
              <a:pathLst>
                <a:path extrusionOk="0" h="19" w="151">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4" name="Google Shape;8264;p129"/>
            <p:cNvSpPr/>
            <p:nvPr/>
          </p:nvSpPr>
          <p:spPr>
            <a:xfrm>
              <a:off x="2260668" y="2064339"/>
              <a:ext cx="353" cy="4616"/>
            </a:xfrm>
            <a:custGeom>
              <a:rect b="b" l="l" r="r" t="t"/>
              <a:pathLst>
                <a:path extrusionOk="0" h="340" w="26">
                  <a:moveTo>
                    <a:pt x="1" y="0"/>
                  </a:moveTo>
                  <a:lnTo>
                    <a:pt x="25" y="340"/>
                  </a:lnTo>
                  <a:lnTo>
                    <a:pt x="25" y="34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5" name="Google Shape;8265;p129"/>
            <p:cNvSpPr/>
            <p:nvPr/>
          </p:nvSpPr>
          <p:spPr>
            <a:xfrm>
              <a:off x="2267851" y="2123754"/>
              <a:ext cx="76781" cy="124832"/>
            </a:xfrm>
            <a:custGeom>
              <a:rect b="b" l="l" r="r" t="t"/>
              <a:pathLst>
                <a:path extrusionOk="0" h="9194" w="5655">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6" name="Google Shape;8266;p129"/>
            <p:cNvSpPr/>
            <p:nvPr/>
          </p:nvSpPr>
          <p:spPr>
            <a:xfrm>
              <a:off x="2344428" y="2155362"/>
              <a:ext cx="14" cy="14"/>
            </a:xfrm>
            <a:custGeom>
              <a:rect b="b" l="l" r="r" t="t"/>
              <a:pathLst>
                <a:path extrusionOk="0" h="1" w="1">
                  <a:moveTo>
                    <a:pt x="0"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7" name="Google Shape;8267;p129"/>
            <p:cNvSpPr/>
            <p:nvPr/>
          </p:nvSpPr>
          <p:spPr>
            <a:xfrm>
              <a:off x="2275454" y="2213298"/>
              <a:ext cx="489" cy="448"/>
            </a:xfrm>
            <a:custGeom>
              <a:rect b="b" l="l" r="r" t="t"/>
              <a:pathLst>
                <a:path extrusionOk="0" h="33" w="36">
                  <a:moveTo>
                    <a:pt x="35" y="1"/>
                  </a:moveTo>
                  <a:lnTo>
                    <a:pt x="0" y="32"/>
                  </a:lnTo>
                  <a:lnTo>
                    <a:pt x="4" y="32"/>
                  </a:lnTo>
                  <a:lnTo>
                    <a:pt x="3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8" name="Google Shape;8268;p129"/>
            <p:cNvSpPr/>
            <p:nvPr/>
          </p:nvSpPr>
          <p:spPr>
            <a:xfrm>
              <a:off x="2276119" y="2212116"/>
              <a:ext cx="1059" cy="964"/>
            </a:xfrm>
            <a:custGeom>
              <a:rect b="b" l="l" r="r" t="t"/>
              <a:pathLst>
                <a:path extrusionOk="0" h="71" w="78">
                  <a:moveTo>
                    <a:pt x="77" y="0"/>
                  </a:moveTo>
                  <a:lnTo>
                    <a:pt x="0" y="7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9" name="Google Shape;8269;p129"/>
            <p:cNvSpPr/>
            <p:nvPr/>
          </p:nvSpPr>
          <p:spPr>
            <a:xfrm>
              <a:off x="2280777" y="2242204"/>
              <a:ext cx="14" cy="339"/>
            </a:xfrm>
            <a:custGeom>
              <a:rect b="b" l="l" r="r" t="t"/>
              <a:pathLst>
                <a:path extrusionOk="0" h="25" w="1">
                  <a:moveTo>
                    <a:pt x="0" y="25"/>
                  </a:moveTo>
                  <a:lnTo>
                    <a:pt x="0" y="0"/>
                  </a:ln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0" name="Google Shape;8270;p129"/>
            <p:cNvSpPr/>
            <p:nvPr/>
          </p:nvSpPr>
          <p:spPr>
            <a:xfrm>
              <a:off x="2280817" y="2243155"/>
              <a:ext cx="448" cy="4141"/>
            </a:xfrm>
            <a:custGeom>
              <a:rect b="b" l="l" r="r" t="t"/>
              <a:pathLst>
                <a:path extrusionOk="0" h="305" w="33">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1" name="Google Shape;8271;p129"/>
            <p:cNvSpPr/>
            <p:nvPr/>
          </p:nvSpPr>
          <p:spPr>
            <a:xfrm>
              <a:off x="2281252" y="2247282"/>
              <a:ext cx="204" cy="1494"/>
            </a:xfrm>
            <a:custGeom>
              <a:rect b="b" l="l" r="r" t="t"/>
              <a:pathLst>
                <a:path extrusionOk="0" h="110" w="15">
                  <a:moveTo>
                    <a:pt x="0" y="1"/>
                  </a:moveTo>
                  <a:cubicBezTo>
                    <a:pt x="4" y="36"/>
                    <a:pt x="7" y="71"/>
                    <a:pt x="14" y="109"/>
                  </a:cubicBez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2" name="Google Shape;8272;p129"/>
            <p:cNvSpPr/>
            <p:nvPr/>
          </p:nvSpPr>
          <p:spPr>
            <a:xfrm>
              <a:off x="2276215" y="2216393"/>
              <a:ext cx="54" cy="149"/>
            </a:xfrm>
            <a:custGeom>
              <a:rect b="b" l="l" r="r" t="t"/>
              <a:pathLst>
                <a:path extrusionOk="0" h="11" w="4">
                  <a:moveTo>
                    <a:pt x="0" y="0"/>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3" name="Google Shape;8273;p129"/>
            <p:cNvSpPr/>
            <p:nvPr/>
          </p:nvSpPr>
          <p:spPr>
            <a:xfrm>
              <a:off x="2280722" y="2241389"/>
              <a:ext cx="14" cy="828"/>
            </a:xfrm>
            <a:custGeom>
              <a:rect b="b" l="l" r="r" t="t"/>
              <a:pathLst>
                <a:path extrusionOk="0" h="61" w="1">
                  <a:moveTo>
                    <a:pt x="1" y="53"/>
                  </a:moveTo>
                  <a:lnTo>
                    <a:pt x="1" y="53"/>
                  </a:lnTo>
                  <a:lnTo>
                    <a:pt x="1" y="60"/>
                  </a:lnTo>
                  <a:lnTo>
                    <a:pt x="1" y="1"/>
                  </a:lnTo>
                  <a:cubicBezTo>
                    <a:pt x="1" y="18"/>
                    <a:pt x="1" y="36"/>
                    <a:pt x="1" y="5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4" name="Google Shape;8274;p129"/>
            <p:cNvSpPr/>
            <p:nvPr/>
          </p:nvSpPr>
          <p:spPr>
            <a:xfrm>
              <a:off x="2281917" y="224870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5" name="Google Shape;8275;p129"/>
            <p:cNvSpPr/>
            <p:nvPr/>
          </p:nvSpPr>
          <p:spPr>
            <a:xfrm>
              <a:off x="2280777" y="2242530"/>
              <a:ext cx="54" cy="638"/>
            </a:xfrm>
            <a:custGeom>
              <a:rect b="b" l="l" r="r" t="t"/>
              <a:pathLst>
                <a:path extrusionOk="0" h="47" w="4">
                  <a:moveTo>
                    <a:pt x="0" y="1"/>
                  </a:moveTo>
                  <a:cubicBezTo>
                    <a:pt x="0" y="15"/>
                    <a:pt x="0" y="32"/>
                    <a:pt x="4" y="46"/>
                  </a:cubicBez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6" name="Google Shape;8276;p129"/>
            <p:cNvSpPr/>
            <p:nvPr/>
          </p:nvSpPr>
          <p:spPr>
            <a:xfrm>
              <a:off x="2275875" y="2215158"/>
              <a:ext cx="68" cy="109"/>
            </a:xfrm>
            <a:custGeom>
              <a:rect b="b" l="l" r="r" t="t"/>
              <a:pathLst>
                <a:path extrusionOk="0" h="8" w="5">
                  <a:moveTo>
                    <a:pt x="1" y="0"/>
                  </a:moveTo>
                  <a:lnTo>
                    <a:pt x="4"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7" name="Google Shape;8277;p129"/>
            <p:cNvSpPr/>
            <p:nvPr/>
          </p:nvSpPr>
          <p:spPr>
            <a:xfrm>
              <a:off x="2275780" y="2214683"/>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8" name="Google Shape;8278;p129"/>
            <p:cNvSpPr/>
            <p:nvPr/>
          </p:nvSpPr>
          <p:spPr>
            <a:xfrm>
              <a:off x="2276024" y="2215728"/>
              <a:ext cx="54" cy="149"/>
            </a:xfrm>
            <a:custGeom>
              <a:rect b="b" l="l" r="r" t="t"/>
              <a:pathLst>
                <a:path extrusionOk="0" h="11" w="4">
                  <a:moveTo>
                    <a:pt x="0" y="0"/>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9" name="Google Shape;8279;p129"/>
            <p:cNvSpPr/>
            <p:nvPr/>
          </p:nvSpPr>
          <p:spPr>
            <a:xfrm>
              <a:off x="2280722" y="2242109"/>
              <a:ext cx="163" cy="1534"/>
            </a:xfrm>
            <a:custGeom>
              <a:rect b="b" l="l" r="r" t="t"/>
              <a:pathLst>
                <a:path extrusionOk="0" h="113" w="12">
                  <a:moveTo>
                    <a:pt x="1" y="0"/>
                  </a:moveTo>
                  <a:cubicBezTo>
                    <a:pt x="1" y="28"/>
                    <a:pt x="4" y="67"/>
                    <a:pt x="11" y="112"/>
                  </a:cubicBezTo>
                  <a:lnTo>
                    <a:pt x="8" y="77"/>
                  </a:lnTo>
                  <a:cubicBezTo>
                    <a:pt x="8" y="60"/>
                    <a:pt x="4" y="46"/>
                    <a:pt x="4" y="32"/>
                  </a:cubicBezTo>
                  <a:lnTo>
                    <a:pt x="4" y="7"/>
                  </a:ln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0" name="Google Shape;8280;p129"/>
            <p:cNvSpPr/>
            <p:nvPr/>
          </p:nvSpPr>
          <p:spPr>
            <a:xfrm>
              <a:off x="2281252" y="2247296"/>
              <a:ext cx="204" cy="1480"/>
            </a:xfrm>
            <a:custGeom>
              <a:rect b="b" l="l" r="r" t="t"/>
              <a:pathLst>
                <a:path extrusionOk="0" h="109" w="15">
                  <a:moveTo>
                    <a:pt x="0" y="0"/>
                  </a:moveTo>
                  <a:lnTo>
                    <a:pt x="0" y="0"/>
                  </a:lnTo>
                  <a:cubicBezTo>
                    <a:pt x="4" y="35"/>
                    <a:pt x="7" y="73"/>
                    <a:pt x="14" y="108"/>
                  </a:cubicBezTo>
                  <a:cubicBezTo>
                    <a:pt x="7" y="70"/>
                    <a:pt x="4" y="35"/>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1" name="Google Shape;8281;p129"/>
            <p:cNvSpPr/>
            <p:nvPr/>
          </p:nvSpPr>
          <p:spPr>
            <a:xfrm>
              <a:off x="2269222" y="2162721"/>
              <a:ext cx="258" cy="68"/>
            </a:xfrm>
            <a:custGeom>
              <a:rect b="b" l="l" r="r" t="t"/>
              <a:pathLst>
                <a:path extrusionOk="0" h="5" w="19">
                  <a:moveTo>
                    <a:pt x="1" y="4"/>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2" name="Google Shape;8282;p129"/>
            <p:cNvSpPr/>
            <p:nvPr/>
          </p:nvSpPr>
          <p:spPr>
            <a:xfrm>
              <a:off x="2268611" y="2149850"/>
              <a:ext cx="18737" cy="6802"/>
            </a:xfrm>
            <a:custGeom>
              <a:rect b="b" l="l" r="r" t="t"/>
              <a:pathLst>
                <a:path extrusionOk="0" h="501" w="138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3" name="Google Shape;8283;p129"/>
            <p:cNvSpPr/>
            <p:nvPr/>
          </p:nvSpPr>
          <p:spPr>
            <a:xfrm>
              <a:off x="2267851" y="2156693"/>
              <a:ext cx="720" cy="244"/>
            </a:xfrm>
            <a:custGeom>
              <a:rect b="b" l="l" r="r" t="t"/>
              <a:pathLst>
                <a:path extrusionOk="0" h="18" w="53">
                  <a:moveTo>
                    <a:pt x="53"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4" name="Google Shape;8284;p129"/>
            <p:cNvSpPr/>
            <p:nvPr/>
          </p:nvSpPr>
          <p:spPr>
            <a:xfrm>
              <a:off x="2262854" y="2051169"/>
              <a:ext cx="78532" cy="79768"/>
            </a:xfrm>
            <a:custGeom>
              <a:rect b="b" l="l" r="r" t="t"/>
              <a:pathLst>
                <a:path extrusionOk="0" h="5875" w="5784">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5" name="Google Shape;8285;p129"/>
            <p:cNvSpPr/>
            <p:nvPr/>
          </p:nvSpPr>
          <p:spPr>
            <a:xfrm>
              <a:off x="2274164" y="2107447"/>
              <a:ext cx="258" cy="54"/>
            </a:xfrm>
            <a:custGeom>
              <a:rect b="b" l="l" r="r" t="t"/>
              <a:pathLst>
                <a:path extrusionOk="0" h="4" w="19">
                  <a:moveTo>
                    <a:pt x="1" y="0"/>
                  </a:moveTo>
                  <a:lnTo>
                    <a:pt x="1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6" name="Google Shape;8286;p129"/>
            <p:cNvSpPr/>
            <p:nvPr/>
          </p:nvSpPr>
          <p:spPr>
            <a:xfrm>
              <a:off x="2273173" y="2107203"/>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7" name="Google Shape;8287;p129"/>
            <p:cNvSpPr/>
            <p:nvPr/>
          </p:nvSpPr>
          <p:spPr>
            <a:xfrm>
              <a:off x="2275739" y="2108058"/>
              <a:ext cx="244" cy="109"/>
            </a:xfrm>
            <a:custGeom>
              <a:rect b="b" l="l" r="r" t="t"/>
              <a:pathLst>
                <a:path extrusionOk="0" h="8" w="18">
                  <a:moveTo>
                    <a:pt x="0" y="1"/>
                  </a:moveTo>
                  <a:lnTo>
                    <a:pt x="1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8" name="Google Shape;8288;p129"/>
            <p:cNvSpPr/>
            <p:nvPr/>
          </p:nvSpPr>
          <p:spPr>
            <a:xfrm>
              <a:off x="2274694" y="2107583"/>
              <a:ext cx="244" cy="109"/>
            </a:xfrm>
            <a:custGeom>
              <a:rect b="b" l="l" r="r" t="t"/>
              <a:pathLst>
                <a:path extrusionOk="0" h="8" w="18">
                  <a:moveTo>
                    <a:pt x="0" y="1"/>
                  </a:moveTo>
                  <a:lnTo>
                    <a:pt x="1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9" name="Google Shape;8289;p129"/>
            <p:cNvSpPr/>
            <p:nvPr/>
          </p:nvSpPr>
          <p:spPr>
            <a:xfrm>
              <a:off x="2275210" y="2107828"/>
              <a:ext cx="258" cy="109"/>
            </a:xfrm>
            <a:custGeom>
              <a:rect b="b" l="l" r="r" t="t"/>
              <a:pathLst>
                <a:path extrusionOk="0" h="8" w="19">
                  <a:moveTo>
                    <a:pt x="1" y="0"/>
                  </a:moveTo>
                  <a:lnTo>
                    <a:pt x="18"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0" name="Google Shape;8290;p129"/>
            <p:cNvSpPr/>
            <p:nvPr/>
          </p:nvSpPr>
          <p:spPr>
            <a:xfrm>
              <a:off x="2273648" y="2107298"/>
              <a:ext cx="244" cy="68"/>
            </a:xfrm>
            <a:custGeom>
              <a:rect b="b" l="l" r="r" t="t"/>
              <a:pathLst>
                <a:path extrusionOk="0" h="5" w="18">
                  <a:moveTo>
                    <a:pt x="0" y="1"/>
                  </a:moveTo>
                  <a:lnTo>
                    <a:pt x="1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1" name="Google Shape;8291;p129"/>
            <p:cNvSpPr/>
            <p:nvPr/>
          </p:nvSpPr>
          <p:spPr>
            <a:xfrm>
              <a:off x="2276310" y="2108344"/>
              <a:ext cx="204" cy="68"/>
            </a:xfrm>
            <a:custGeom>
              <a:rect b="b" l="l" r="r" t="t"/>
              <a:pathLst>
                <a:path extrusionOk="0" h="5" w="15">
                  <a:moveTo>
                    <a:pt x="0" y="1"/>
                  </a:moveTo>
                  <a:lnTo>
                    <a:pt x="1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2" name="Google Shape;8292;p129"/>
            <p:cNvSpPr/>
            <p:nvPr/>
          </p:nvSpPr>
          <p:spPr>
            <a:xfrm>
              <a:off x="2272168" y="2060822"/>
              <a:ext cx="258" cy="244"/>
            </a:xfrm>
            <a:custGeom>
              <a:rect b="b" l="l" r="r" t="t"/>
              <a:pathLst>
                <a:path extrusionOk="0" h="18" w="19">
                  <a:moveTo>
                    <a:pt x="18" y="0"/>
                  </a:moveTo>
                  <a:cubicBezTo>
                    <a:pt x="11" y="7"/>
                    <a:pt x="8" y="14"/>
                    <a:pt x="1" y="18"/>
                  </a:cubicBezTo>
                  <a:cubicBezTo>
                    <a:pt x="8" y="14"/>
                    <a:pt x="11" y="7"/>
                    <a:pt x="1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3" name="Google Shape;8293;p129"/>
            <p:cNvSpPr/>
            <p:nvPr/>
          </p:nvSpPr>
          <p:spPr>
            <a:xfrm>
              <a:off x="2272454" y="2060483"/>
              <a:ext cx="204" cy="244"/>
            </a:xfrm>
            <a:custGeom>
              <a:rect b="b" l="l" r="r" t="t"/>
              <a:pathLst>
                <a:path extrusionOk="0" h="18" w="15">
                  <a:moveTo>
                    <a:pt x="15" y="1"/>
                  </a:moveTo>
                  <a:cubicBezTo>
                    <a:pt x="11" y="8"/>
                    <a:pt x="8" y="15"/>
                    <a:pt x="1" y="18"/>
                  </a:cubicBezTo>
                  <a:cubicBezTo>
                    <a:pt x="8" y="15"/>
                    <a:pt x="11" y="8"/>
                    <a:pt x="1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4" name="Google Shape;8294;p129"/>
            <p:cNvSpPr/>
            <p:nvPr/>
          </p:nvSpPr>
          <p:spPr>
            <a:xfrm>
              <a:off x="2271788" y="2061148"/>
              <a:ext cx="299" cy="204"/>
            </a:xfrm>
            <a:custGeom>
              <a:rect b="b" l="l" r="r" t="t"/>
              <a:pathLst>
                <a:path extrusionOk="0" h="15" w="22">
                  <a:moveTo>
                    <a:pt x="22" y="1"/>
                  </a:moveTo>
                  <a:cubicBezTo>
                    <a:pt x="15" y="4"/>
                    <a:pt x="8" y="11"/>
                    <a:pt x="1" y="15"/>
                  </a:cubicBezTo>
                  <a:cubicBezTo>
                    <a:pt x="8" y="11"/>
                    <a:pt x="15" y="4"/>
                    <a:pt x="2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5" name="Google Shape;8295;p129"/>
            <p:cNvSpPr/>
            <p:nvPr/>
          </p:nvSpPr>
          <p:spPr>
            <a:xfrm>
              <a:off x="2271693" y="2054590"/>
              <a:ext cx="1208" cy="4576"/>
            </a:xfrm>
            <a:custGeom>
              <a:rect b="b" l="l" r="r" t="t"/>
              <a:pathLst>
                <a:path extrusionOk="0" h="337" w="89">
                  <a:moveTo>
                    <a:pt x="1" y="0"/>
                  </a:moveTo>
                  <a:cubicBezTo>
                    <a:pt x="53" y="105"/>
                    <a:pt x="81" y="217"/>
                    <a:pt x="88" y="336"/>
                  </a:cubicBezTo>
                  <a:cubicBezTo>
                    <a:pt x="81" y="217"/>
                    <a:pt x="53" y="105"/>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6" name="Google Shape;8296;p129"/>
            <p:cNvSpPr/>
            <p:nvPr/>
          </p:nvSpPr>
          <p:spPr>
            <a:xfrm>
              <a:off x="2272698" y="2059953"/>
              <a:ext cx="149" cy="394"/>
            </a:xfrm>
            <a:custGeom>
              <a:rect b="b" l="l" r="r" t="t"/>
              <a:pathLst>
                <a:path extrusionOk="0" h="29" w="11">
                  <a:moveTo>
                    <a:pt x="11" y="1"/>
                  </a:moveTo>
                  <a:cubicBezTo>
                    <a:pt x="7" y="12"/>
                    <a:pt x="4" y="19"/>
                    <a:pt x="0" y="29"/>
                  </a:cubicBezTo>
                  <a:cubicBezTo>
                    <a:pt x="4" y="19"/>
                    <a:pt x="7" y="12"/>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7" name="Google Shape;8297;p129"/>
            <p:cNvSpPr/>
            <p:nvPr/>
          </p:nvSpPr>
          <p:spPr>
            <a:xfrm>
              <a:off x="2270077" y="2061393"/>
              <a:ext cx="1684" cy="584"/>
            </a:xfrm>
            <a:custGeom>
              <a:rect b="b" l="l" r="r" t="t"/>
              <a:pathLst>
                <a:path extrusionOk="0" h="43" w="124">
                  <a:moveTo>
                    <a:pt x="1" y="42"/>
                  </a:moveTo>
                  <a:cubicBezTo>
                    <a:pt x="43" y="35"/>
                    <a:pt x="85" y="21"/>
                    <a:pt x="123" y="0"/>
                  </a:cubicBezTo>
                  <a:cubicBezTo>
                    <a:pt x="85" y="21"/>
                    <a:pt x="43" y="35"/>
                    <a:pt x="1" y="4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8" name="Google Shape;8298;p129"/>
            <p:cNvSpPr/>
            <p:nvPr/>
          </p:nvSpPr>
          <p:spPr>
            <a:xfrm>
              <a:off x="2295223" y="2052024"/>
              <a:ext cx="26354" cy="13985"/>
            </a:xfrm>
            <a:custGeom>
              <a:rect b="b" l="l" r="r" t="t"/>
              <a:pathLst>
                <a:path extrusionOk="0" h="1030" w="1941">
                  <a:moveTo>
                    <a:pt x="1" y="0"/>
                  </a:moveTo>
                  <a:lnTo>
                    <a:pt x="1" y="0"/>
                  </a:lnTo>
                  <a:lnTo>
                    <a:pt x="1940" y="103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9" name="Google Shape;8299;p129"/>
            <p:cNvSpPr/>
            <p:nvPr/>
          </p:nvSpPr>
          <p:spPr>
            <a:xfrm>
              <a:off x="2274259" y="2051169"/>
              <a:ext cx="3775" cy="299"/>
            </a:xfrm>
            <a:custGeom>
              <a:rect b="b" l="l" r="r" t="t"/>
              <a:pathLst>
                <a:path extrusionOk="0" h="22" w="278">
                  <a:moveTo>
                    <a:pt x="1" y="21"/>
                  </a:moveTo>
                  <a:lnTo>
                    <a:pt x="277" y="0"/>
                  </a:lnTo>
                  <a:lnTo>
                    <a:pt x="27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0" name="Google Shape;8300;p129"/>
            <p:cNvSpPr/>
            <p:nvPr/>
          </p:nvSpPr>
          <p:spPr>
            <a:xfrm>
              <a:off x="2270227" y="2064285"/>
              <a:ext cx="14" cy="109"/>
            </a:xfrm>
            <a:custGeom>
              <a:rect b="b" l="l" r="r" t="t"/>
              <a:pathLst>
                <a:path extrusionOk="0" h="8" w="1">
                  <a:moveTo>
                    <a:pt x="0"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1" name="Google Shape;8301;p129"/>
            <p:cNvSpPr/>
            <p:nvPr/>
          </p:nvSpPr>
          <p:spPr>
            <a:xfrm>
              <a:off x="2270227" y="2063579"/>
              <a:ext cx="14" cy="109"/>
            </a:xfrm>
            <a:custGeom>
              <a:rect b="b" l="l" r="r" t="t"/>
              <a:pathLst>
                <a:path extrusionOk="0" h="8"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2" name="Google Shape;8302;p129"/>
            <p:cNvSpPr/>
            <p:nvPr/>
          </p:nvSpPr>
          <p:spPr>
            <a:xfrm>
              <a:off x="2264375" y="2076314"/>
              <a:ext cx="163" cy="109"/>
            </a:xfrm>
            <a:custGeom>
              <a:rect b="b" l="l" r="r" t="t"/>
              <a:pathLst>
                <a:path extrusionOk="0" h="8" w="12">
                  <a:moveTo>
                    <a:pt x="1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3" name="Google Shape;8303;p129"/>
            <p:cNvSpPr/>
            <p:nvPr/>
          </p:nvSpPr>
          <p:spPr>
            <a:xfrm>
              <a:off x="2270227" y="2063904"/>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4" name="Google Shape;8304;p129"/>
            <p:cNvSpPr/>
            <p:nvPr/>
          </p:nvSpPr>
          <p:spPr>
            <a:xfrm>
              <a:off x="2265380" y="2075839"/>
              <a:ext cx="109" cy="54"/>
            </a:xfrm>
            <a:custGeom>
              <a:rect b="b" l="l" r="r" t="t"/>
              <a:pathLst>
                <a:path extrusionOk="0" h="4" w="8">
                  <a:moveTo>
                    <a:pt x="7"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5" name="Google Shape;8305;p129"/>
            <p:cNvSpPr/>
            <p:nvPr/>
          </p:nvSpPr>
          <p:spPr>
            <a:xfrm>
              <a:off x="2265190" y="2075880"/>
              <a:ext cx="109" cy="68"/>
            </a:xfrm>
            <a:custGeom>
              <a:rect b="b" l="l" r="r" t="t"/>
              <a:pathLst>
                <a:path extrusionOk="0" h="5" w="8">
                  <a:moveTo>
                    <a:pt x="7"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6" name="Google Shape;8306;p129"/>
            <p:cNvSpPr/>
            <p:nvPr/>
          </p:nvSpPr>
          <p:spPr>
            <a:xfrm>
              <a:off x="2263900" y="2076599"/>
              <a:ext cx="258" cy="109"/>
            </a:xfrm>
            <a:custGeom>
              <a:rect b="b" l="l" r="r" t="t"/>
              <a:pathLst>
                <a:path extrusionOk="0" h="8" w="19">
                  <a:moveTo>
                    <a:pt x="1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7" name="Google Shape;8307;p129"/>
            <p:cNvSpPr/>
            <p:nvPr/>
          </p:nvSpPr>
          <p:spPr>
            <a:xfrm>
              <a:off x="2265000" y="2075975"/>
              <a:ext cx="109" cy="68"/>
            </a:xfrm>
            <a:custGeom>
              <a:rect b="b" l="l" r="r" t="t"/>
              <a:pathLst>
                <a:path extrusionOk="0" h="5" w="8">
                  <a:moveTo>
                    <a:pt x="7"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8" name="Google Shape;8308;p129"/>
            <p:cNvSpPr/>
            <p:nvPr/>
          </p:nvSpPr>
          <p:spPr>
            <a:xfrm>
              <a:off x="2264714" y="2076124"/>
              <a:ext cx="149" cy="109"/>
            </a:xfrm>
            <a:custGeom>
              <a:rect b="b" l="l" r="r" t="t"/>
              <a:pathLst>
                <a:path extrusionOk="0" h="8" w="11">
                  <a:moveTo>
                    <a:pt x="11"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9" name="Google Shape;8309;p129"/>
            <p:cNvSpPr/>
            <p:nvPr/>
          </p:nvSpPr>
          <p:spPr>
            <a:xfrm>
              <a:off x="2262949" y="2077210"/>
              <a:ext cx="163" cy="109"/>
            </a:xfrm>
            <a:custGeom>
              <a:rect b="b" l="l" r="r" t="t"/>
              <a:pathLst>
                <a:path extrusionOk="0" h="8" w="12">
                  <a:moveTo>
                    <a:pt x="1" y="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0" name="Google Shape;8310;p129"/>
            <p:cNvSpPr/>
            <p:nvPr/>
          </p:nvSpPr>
          <p:spPr>
            <a:xfrm>
              <a:off x="2270077" y="2062058"/>
              <a:ext cx="14" cy="204"/>
            </a:xfrm>
            <a:custGeom>
              <a:rect b="b" l="l" r="r" t="t"/>
              <a:pathLst>
                <a:path extrusionOk="0" h="15" w="1">
                  <a:moveTo>
                    <a:pt x="1"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1" name="Google Shape;8311;p129"/>
            <p:cNvSpPr/>
            <p:nvPr/>
          </p:nvSpPr>
          <p:spPr>
            <a:xfrm>
              <a:off x="2270132" y="2062574"/>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2" name="Google Shape;8312;p129"/>
            <p:cNvSpPr/>
            <p:nvPr/>
          </p:nvSpPr>
          <p:spPr>
            <a:xfrm>
              <a:off x="2263289" y="2076830"/>
              <a:ext cx="394" cy="258"/>
            </a:xfrm>
            <a:custGeom>
              <a:rect b="b" l="l" r="r" t="t"/>
              <a:pathLst>
                <a:path extrusionOk="0" h="19" w="29">
                  <a:moveTo>
                    <a:pt x="28"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3" name="Google Shape;8313;p129"/>
            <p:cNvSpPr/>
            <p:nvPr/>
          </p:nvSpPr>
          <p:spPr>
            <a:xfrm>
              <a:off x="2270173" y="2063103"/>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4" name="Google Shape;8314;p129"/>
            <p:cNvSpPr/>
            <p:nvPr/>
          </p:nvSpPr>
          <p:spPr>
            <a:xfrm>
              <a:off x="2334109" y="212622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5" name="Google Shape;8315;p129"/>
            <p:cNvSpPr/>
            <p:nvPr/>
          </p:nvSpPr>
          <p:spPr>
            <a:xfrm>
              <a:off x="2334204" y="2126076"/>
              <a:ext cx="14" cy="68"/>
            </a:xfrm>
            <a:custGeom>
              <a:rect b="b" l="l" r="r" t="t"/>
              <a:pathLst>
                <a:path extrusionOk="0" h="5" w="1">
                  <a:moveTo>
                    <a:pt x="0"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6" name="Google Shape;8316;p129"/>
            <p:cNvSpPr/>
            <p:nvPr/>
          </p:nvSpPr>
          <p:spPr>
            <a:xfrm>
              <a:off x="2334150" y="212613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7" name="Google Shape;8317;p129"/>
            <p:cNvSpPr/>
            <p:nvPr/>
          </p:nvSpPr>
          <p:spPr>
            <a:xfrm>
              <a:off x="2334204" y="2126035"/>
              <a:ext cx="54" cy="54"/>
            </a:xfrm>
            <a:custGeom>
              <a:rect b="b" l="l" r="r" t="t"/>
              <a:pathLst>
                <a:path extrusionOk="0" h="4" w="4">
                  <a:moveTo>
                    <a:pt x="4"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8" name="Google Shape;8318;p129"/>
            <p:cNvSpPr/>
            <p:nvPr/>
          </p:nvSpPr>
          <p:spPr>
            <a:xfrm>
              <a:off x="2334055" y="212632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9" name="Google Shape;8319;p129"/>
            <p:cNvSpPr/>
            <p:nvPr/>
          </p:nvSpPr>
          <p:spPr>
            <a:xfrm>
              <a:off x="2334109" y="2126266"/>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0" name="Google Shape;8320;p129"/>
            <p:cNvSpPr/>
            <p:nvPr/>
          </p:nvSpPr>
          <p:spPr>
            <a:xfrm>
              <a:off x="2336580" y="2124365"/>
              <a:ext cx="204" cy="163"/>
            </a:xfrm>
            <a:custGeom>
              <a:rect b="b" l="l" r="r" t="t"/>
              <a:pathLst>
                <a:path extrusionOk="0" h="12" w="15">
                  <a:moveTo>
                    <a:pt x="14"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1" name="Google Shape;8321;p129"/>
            <p:cNvSpPr/>
            <p:nvPr/>
          </p:nvSpPr>
          <p:spPr>
            <a:xfrm>
              <a:off x="2304306" y="2129782"/>
              <a:ext cx="244" cy="14"/>
            </a:xfrm>
            <a:custGeom>
              <a:rect b="b" l="l" r="r" t="t"/>
              <a:pathLst>
                <a:path extrusionOk="0" h="1" w="18">
                  <a:moveTo>
                    <a:pt x="1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2" name="Google Shape;8322;p129"/>
            <p:cNvSpPr/>
            <p:nvPr/>
          </p:nvSpPr>
          <p:spPr>
            <a:xfrm>
              <a:off x="2337245" y="2123985"/>
              <a:ext cx="299" cy="163"/>
            </a:xfrm>
            <a:custGeom>
              <a:rect b="b" l="l" r="r" t="t"/>
              <a:pathLst>
                <a:path extrusionOk="0" h="12" w="22">
                  <a:moveTo>
                    <a:pt x="21"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3" name="Google Shape;8323;p129"/>
            <p:cNvSpPr/>
            <p:nvPr/>
          </p:nvSpPr>
          <p:spPr>
            <a:xfrm>
              <a:off x="2317952" y="2130217"/>
              <a:ext cx="584" cy="54"/>
            </a:xfrm>
            <a:custGeom>
              <a:rect b="b" l="l" r="r" t="t"/>
              <a:pathLst>
                <a:path extrusionOk="0" h="4" w="43">
                  <a:moveTo>
                    <a:pt x="0" y="0"/>
                  </a:moveTo>
                  <a:cubicBezTo>
                    <a:pt x="14" y="0"/>
                    <a:pt x="28" y="0"/>
                    <a:pt x="42" y="4"/>
                  </a:cubicBezTo>
                  <a:cubicBezTo>
                    <a:pt x="28" y="0"/>
                    <a:pt x="14"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4" name="Google Shape;8324;p129"/>
            <p:cNvSpPr/>
            <p:nvPr/>
          </p:nvSpPr>
          <p:spPr>
            <a:xfrm>
              <a:off x="2304687" y="2129782"/>
              <a:ext cx="204" cy="14"/>
            </a:xfrm>
            <a:custGeom>
              <a:rect b="b" l="l" r="r" t="t"/>
              <a:pathLst>
                <a:path extrusionOk="0" h="1" w="15">
                  <a:moveTo>
                    <a:pt x="1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5" name="Google Shape;8325;p129"/>
            <p:cNvSpPr/>
            <p:nvPr/>
          </p:nvSpPr>
          <p:spPr>
            <a:xfrm>
              <a:off x="2318658" y="2130312"/>
              <a:ext cx="3245" cy="312"/>
            </a:xfrm>
            <a:custGeom>
              <a:rect b="b" l="l" r="r" t="t"/>
              <a:pathLst>
                <a:path extrusionOk="0" h="23" w="239">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6" name="Google Shape;8326;p129"/>
            <p:cNvSpPr/>
            <p:nvPr/>
          </p:nvSpPr>
          <p:spPr>
            <a:xfrm>
              <a:off x="2336241" y="2124555"/>
              <a:ext cx="258" cy="109"/>
            </a:xfrm>
            <a:custGeom>
              <a:rect b="b" l="l" r="r" t="t"/>
              <a:pathLst>
                <a:path extrusionOk="0" h="8" w="19">
                  <a:moveTo>
                    <a:pt x="18"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7" name="Google Shape;8327;p129"/>
            <p:cNvSpPr/>
            <p:nvPr/>
          </p:nvSpPr>
          <p:spPr>
            <a:xfrm>
              <a:off x="2336010" y="2124704"/>
              <a:ext cx="204" cy="109"/>
            </a:xfrm>
            <a:custGeom>
              <a:rect b="b" l="l" r="r" t="t"/>
              <a:pathLst>
                <a:path extrusionOk="0" h="8" w="15">
                  <a:moveTo>
                    <a:pt x="1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8" name="Google Shape;8328;p129"/>
            <p:cNvSpPr/>
            <p:nvPr/>
          </p:nvSpPr>
          <p:spPr>
            <a:xfrm>
              <a:off x="2335725" y="2124895"/>
              <a:ext cx="204" cy="109"/>
            </a:xfrm>
            <a:custGeom>
              <a:rect b="b" l="l" r="r" t="t"/>
              <a:pathLst>
                <a:path extrusionOk="0" h="8" w="15">
                  <a:moveTo>
                    <a:pt x="1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9" name="Google Shape;8329;p129"/>
            <p:cNvSpPr/>
            <p:nvPr/>
          </p:nvSpPr>
          <p:spPr>
            <a:xfrm>
              <a:off x="2341237" y="2121989"/>
              <a:ext cx="530" cy="258"/>
            </a:xfrm>
            <a:custGeom>
              <a:rect b="b" l="l" r="r" t="t"/>
              <a:pathLst>
                <a:path extrusionOk="0" h="19" w="39">
                  <a:moveTo>
                    <a:pt x="39"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0" name="Google Shape;8330;p129"/>
            <p:cNvSpPr/>
            <p:nvPr/>
          </p:nvSpPr>
          <p:spPr>
            <a:xfrm>
              <a:off x="2336865" y="2124229"/>
              <a:ext cx="299" cy="109"/>
            </a:xfrm>
            <a:custGeom>
              <a:rect b="b" l="l" r="r" t="t"/>
              <a:pathLst>
                <a:path extrusionOk="0" h="8" w="22">
                  <a:moveTo>
                    <a:pt x="21"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1" name="Google Shape;8331;p129"/>
            <p:cNvSpPr/>
            <p:nvPr/>
          </p:nvSpPr>
          <p:spPr>
            <a:xfrm>
              <a:off x="2339472" y="2122844"/>
              <a:ext cx="448" cy="204"/>
            </a:xfrm>
            <a:custGeom>
              <a:rect b="b" l="l" r="r" t="t"/>
              <a:pathLst>
                <a:path extrusionOk="0" h="15" w="33">
                  <a:moveTo>
                    <a:pt x="32"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2" name="Google Shape;8332;p129"/>
            <p:cNvSpPr/>
            <p:nvPr/>
          </p:nvSpPr>
          <p:spPr>
            <a:xfrm>
              <a:off x="2301876" y="2129457"/>
              <a:ext cx="679" cy="109"/>
            </a:xfrm>
            <a:custGeom>
              <a:rect b="b" l="l" r="r" t="t"/>
              <a:pathLst>
                <a:path extrusionOk="0" h="8" w="50">
                  <a:moveTo>
                    <a:pt x="1" y="0"/>
                  </a:moveTo>
                  <a:lnTo>
                    <a:pt x="5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3" name="Google Shape;8333;p129"/>
            <p:cNvSpPr/>
            <p:nvPr/>
          </p:nvSpPr>
          <p:spPr>
            <a:xfrm>
              <a:off x="2340572" y="2122274"/>
              <a:ext cx="530" cy="258"/>
            </a:xfrm>
            <a:custGeom>
              <a:rect b="b" l="l" r="r" t="t"/>
              <a:pathLst>
                <a:path extrusionOk="0" h="19" w="39">
                  <a:moveTo>
                    <a:pt x="39"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4" name="Google Shape;8334;p129"/>
            <p:cNvSpPr/>
            <p:nvPr/>
          </p:nvSpPr>
          <p:spPr>
            <a:xfrm>
              <a:off x="2334340" y="2125886"/>
              <a:ext cx="68" cy="68"/>
            </a:xfrm>
            <a:custGeom>
              <a:rect b="b" l="l" r="r" t="t"/>
              <a:pathLst>
                <a:path extrusionOk="0" h="5" w="5">
                  <a:moveTo>
                    <a:pt x="1"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5" name="Google Shape;8335;p129"/>
            <p:cNvSpPr/>
            <p:nvPr/>
          </p:nvSpPr>
          <p:spPr>
            <a:xfrm>
              <a:off x="2338956" y="2123129"/>
              <a:ext cx="394" cy="163"/>
            </a:xfrm>
            <a:custGeom>
              <a:rect b="b" l="l" r="r" t="t"/>
              <a:pathLst>
                <a:path extrusionOk="0" h="12" w="29">
                  <a:moveTo>
                    <a:pt x="28"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6" name="Google Shape;8336;p129"/>
            <p:cNvSpPr/>
            <p:nvPr/>
          </p:nvSpPr>
          <p:spPr>
            <a:xfrm>
              <a:off x="2327307" y="2127406"/>
              <a:ext cx="1684" cy="638"/>
            </a:xfrm>
            <a:custGeom>
              <a:rect b="b" l="l" r="r" t="t"/>
              <a:pathLst>
                <a:path extrusionOk="0" h="47" w="124">
                  <a:moveTo>
                    <a:pt x="1" y="29"/>
                  </a:moveTo>
                  <a:cubicBezTo>
                    <a:pt x="43" y="46"/>
                    <a:pt x="95" y="36"/>
                    <a:pt x="123" y="1"/>
                  </a:cubicBezTo>
                  <a:cubicBezTo>
                    <a:pt x="95" y="36"/>
                    <a:pt x="43" y="46"/>
                    <a:pt x="1"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7" name="Google Shape;8337;p129"/>
            <p:cNvSpPr/>
            <p:nvPr/>
          </p:nvSpPr>
          <p:spPr>
            <a:xfrm>
              <a:off x="2338481" y="2123374"/>
              <a:ext cx="339" cy="149"/>
            </a:xfrm>
            <a:custGeom>
              <a:rect b="b" l="l" r="r" t="t"/>
              <a:pathLst>
                <a:path extrusionOk="0" h="11" w="25">
                  <a:moveTo>
                    <a:pt x="25"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8" name="Google Shape;8338;p129"/>
            <p:cNvSpPr/>
            <p:nvPr/>
          </p:nvSpPr>
          <p:spPr>
            <a:xfrm>
              <a:off x="2328977" y="2126361"/>
              <a:ext cx="3815" cy="1059"/>
            </a:xfrm>
            <a:custGeom>
              <a:rect b="b" l="l" r="r" t="t"/>
              <a:pathLst>
                <a:path extrusionOk="0" h="78" w="281">
                  <a:moveTo>
                    <a:pt x="0" y="78"/>
                  </a:moveTo>
                  <a:cubicBezTo>
                    <a:pt x="88" y="1"/>
                    <a:pt x="200" y="4"/>
                    <a:pt x="280" y="8"/>
                  </a:cubicBezTo>
                  <a:cubicBezTo>
                    <a:pt x="200" y="4"/>
                    <a:pt x="88" y="1"/>
                    <a:pt x="0" y="7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9" name="Google Shape;8339;p129"/>
            <p:cNvSpPr/>
            <p:nvPr/>
          </p:nvSpPr>
          <p:spPr>
            <a:xfrm>
              <a:off x="2302691" y="2129592"/>
              <a:ext cx="489" cy="68"/>
            </a:xfrm>
            <a:custGeom>
              <a:rect b="b" l="l" r="r" t="t"/>
              <a:pathLst>
                <a:path extrusionOk="0" h="5" w="36">
                  <a:moveTo>
                    <a:pt x="35"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0" name="Google Shape;8340;p129"/>
            <p:cNvSpPr/>
            <p:nvPr/>
          </p:nvSpPr>
          <p:spPr>
            <a:xfrm>
              <a:off x="2334245" y="2125981"/>
              <a:ext cx="68" cy="68"/>
            </a:xfrm>
            <a:custGeom>
              <a:rect b="b" l="l" r="r" t="t"/>
              <a:pathLst>
                <a:path extrusionOk="0" h="5" w="5">
                  <a:moveTo>
                    <a:pt x="4"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1" name="Google Shape;8341;p129"/>
            <p:cNvSpPr/>
            <p:nvPr/>
          </p:nvSpPr>
          <p:spPr>
            <a:xfrm>
              <a:off x="2334489" y="2125750"/>
              <a:ext cx="54" cy="54"/>
            </a:xfrm>
            <a:custGeom>
              <a:rect b="b" l="l" r="r" t="t"/>
              <a:pathLst>
                <a:path extrusionOk="0" h="4" w="4">
                  <a:moveTo>
                    <a:pt x="4"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2" name="Google Shape;8342;p129"/>
            <p:cNvSpPr/>
            <p:nvPr/>
          </p:nvSpPr>
          <p:spPr>
            <a:xfrm>
              <a:off x="2303302" y="2129647"/>
              <a:ext cx="394" cy="54"/>
            </a:xfrm>
            <a:custGeom>
              <a:rect b="b" l="l" r="r" t="t"/>
              <a:pathLst>
                <a:path extrusionOk="0" h="4" w="29">
                  <a:moveTo>
                    <a:pt x="29"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3" name="Google Shape;8343;p129"/>
            <p:cNvSpPr/>
            <p:nvPr/>
          </p:nvSpPr>
          <p:spPr>
            <a:xfrm>
              <a:off x="2333294" y="2126456"/>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4" name="Google Shape;8344;p129"/>
            <p:cNvSpPr/>
            <p:nvPr/>
          </p:nvSpPr>
          <p:spPr>
            <a:xfrm>
              <a:off x="2334394" y="2125845"/>
              <a:ext cx="54" cy="54"/>
            </a:xfrm>
            <a:custGeom>
              <a:rect b="b" l="l" r="r" t="t"/>
              <a:pathLst>
                <a:path extrusionOk="0" h="4" w="4">
                  <a:moveTo>
                    <a:pt x="4"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5" name="Google Shape;8345;p129"/>
            <p:cNvSpPr/>
            <p:nvPr/>
          </p:nvSpPr>
          <p:spPr>
            <a:xfrm>
              <a:off x="2340002" y="2122559"/>
              <a:ext cx="489" cy="258"/>
            </a:xfrm>
            <a:custGeom>
              <a:rect b="b" l="l" r="r" t="t"/>
              <a:pathLst>
                <a:path extrusionOk="0" h="19" w="36">
                  <a:moveTo>
                    <a:pt x="35"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6" name="Google Shape;8346;p129"/>
            <p:cNvSpPr/>
            <p:nvPr/>
          </p:nvSpPr>
          <p:spPr>
            <a:xfrm>
              <a:off x="2334530" y="2125655"/>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7" name="Google Shape;8347;p129"/>
            <p:cNvSpPr/>
            <p:nvPr/>
          </p:nvSpPr>
          <p:spPr>
            <a:xfrm>
              <a:off x="2305202" y="212983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8" name="Google Shape;8348;p129"/>
            <p:cNvSpPr/>
            <p:nvPr/>
          </p:nvSpPr>
          <p:spPr>
            <a:xfrm>
              <a:off x="2335100" y="2125275"/>
              <a:ext cx="163" cy="109"/>
            </a:xfrm>
            <a:custGeom>
              <a:rect b="b" l="l" r="r" t="t"/>
              <a:pathLst>
                <a:path extrusionOk="0" h="8" w="12">
                  <a:moveTo>
                    <a:pt x="1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9" name="Google Shape;8349;p129"/>
            <p:cNvSpPr/>
            <p:nvPr/>
          </p:nvSpPr>
          <p:spPr>
            <a:xfrm>
              <a:off x="2334964" y="2125370"/>
              <a:ext cx="109" cy="109"/>
            </a:xfrm>
            <a:custGeom>
              <a:rect b="b" l="l" r="r" t="t"/>
              <a:pathLst>
                <a:path extrusionOk="0" h="8" w="8">
                  <a:moveTo>
                    <a:pt x="7"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0" name="Google Shape;8350;p129"/>
            <p:cNvSpPr/>
            <p:nvPr/>
          </p:nvSpPr>
          <p:spPr>
            <a:xfrm>
              <a:off x="2335535" y="2124990"/>
              <a:ext cx="149" cy="109"/>
            </a:xfrm>
            <a:custGeom>
              <a:rect b="b" l="l" r="r" t="t"/>
              <a:pathLst>
                <a:path extrusionOk="0" h="8" w="11">
                  <a:moveTo>
                    <a:pt x="11"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1" name="Google Shape;8351;p129"/>
            <p:cNvSpPr/>
            <p:nvPr/>
          </p:nvSpPr>
          <p:spPr>
            <a:xfrm>
              <a:off x="2338046" y="2123605"/>
              <a:ext cx="299" cy="163"/>
            </a:xfrm>
            <a:custGeom>
              <a:rect b="b" l="l" r="r" t="t"/>
              <a:pathLst>
                <a:path extrusionOk="0" h="12" w="22">
                  <a:moveTo>
                    <a:pt x="22"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2" name="Google Shape;8352;p129"/>
            <p:cNvSpPr/>
            <p:nvPr/>
          </p:nvSpPr>
          <p:spPr>
            <a:xfrm>
              <a:off x="2303831" y="2129742"/>
              <a:ext cx="299" cy="14"/>
            </a:xfrm>
            <a:custGeom>
              <a:rect b="b" l="l" r="r" t="t"/>
              <a:pathLst>
                <a:path extrusionOk="0" h="1" w="22">
                  <a:moveTo>
                    <a:pt x="21"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3" name="Google Shape;8353;p129"/>
            <p:cNvSpPr/>
            <p:nvPr/>
          </p:nvSpPr>
          <p:spPr>
            <a:xfrm>
              <a:off x="2335290" y="2125125"/>
              <a:ext cx="163" cy="109"/>
            </a:xfrm>
            <a:custGeom>
              <a:rect b="b" l="l" r="r" t="t"/>
              <a:pathLst>
                <a:path extrusionOk="0" h="8" w="12">
                  <a:moveTo>
                    <a:pt x="1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4" name="Google Shape;8354;p129"/>
            <p:cNvSpPr/>
            <p:nvPr/>
          </p:nvSpPr>
          <p:spPr>
            <a:xfrm>
              <a:off x="2334679" y="2125560"/>
              <a:ext cx="109" cy="109"/>
            </a:xfrm>
            <a:custGeom>
              <a:rect b="b" l="l" r="r" t="t"/>
              <a:pathLst>
                <a:path extrusionOk="0" h="8" w="8">
                  <a:moveTo>
                    <a:pt x="7"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5" name="Google Shape;8355;p129"/>
            <p:cNvSpPr/>
            <p:nvPr/>
          </p:nvSpPr>
          <p:spPr>
            <a:xfrm>
              <a:off x="2337626" y="2123795"/>
              <a:ext cx="299" cy="163"/>
            </a:xfrm>
            <a:custGeom>
              <a:rect b="b" l="l" r="r" t="t"/>
              <a:pathLst>
                <a:path extrusionOk="0" h="12" w="22">
                  <a:moveTo>
                    <a:pt x="21"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6" name="Google Shape;8356;p129"/>
            <p:cNvSpPr/>
            <p:nvPr/>
          </p:nvSpPr>
          <p:spPr>
            <a:xfrm>
              <a:off x="2334815" y="2125465"/>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7" name="Google Shape;8357;p129"/>
            <p:cNvSpPr/>
            <p:nvPr/>
          </p:nvSpPr>
          <p:spPr>
            <a:xfrm>
              <a:off x="2286819" y="2116381"/>
              <a:ext cx="21398" cy="53672"/>
            </a:xfrm>
            <a:custGeom>
              <a:rect b="b" l="l" r="r" t="t"/>
              <a:pathLst>
                <a:path extrusionOk="0" h="3953" w="1576">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8" name="Google Shape;8358;p129"/>
            <p:cNvSpPr/>
            <p:nvPr/>
          </p:nvSpPr>
          <p:spPr>
            <a:xfrm>
              <a:off x="2291041" y="2116476"/>
              <a:ext cx="1589" cy="3435"/>
            </a:xfrm>
            <a:custGeom>
              <a:rect b="b" l="l" r="r" t="t"/>
              <a:pathLst>
                <a:path extrusionOk="0" h="253" w="117">
                  <a:moveTo>
                    <a:pt x="1" y="1"/>
                  </a:moveTo>
                  <a:lnTo>
                    <a:pt x="1" y="1"/>
                  </a:lnTo>
                  <a:cubicBezTo>
                    <a:pt x="43" y="81"/>
                    <a:pt x="81" y="165"/>
                    <a:pt x="116" y="253"/>
                  </a:cubicBezTo>
                  <a:cubicBezTo>
                    <a:pt x="81" y="165"/>
                    <a:pt x="43" y="8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9" name="Google Shape;8359;p129"/>
            <p:cNvSpPr/>
            <p:nvPr/>
          </p:nvSpPr>
          <p:spPr>
            <a:xfrm>
              <a:off x="2287484" y="2138431"/>
              <a:ext cx="1534" cy="5906"/>
            </a:xfrm>
            <a:custGeom>
              <a:rect b="b" l="l" r="r" t="t"/>
              <a:pathLst>
                <a:path extrusionOk="0" h="435" w="113">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0" name="Google Shape;8360;p129"/>
            <p:cNvSpPr/>
            <p:nvPr/>
          </p:nvSpPr>
          <p:spPr>
            <a:xfrm>
              <a:off x="2292942" y="2120903"/>
              <a:ext cx="68" cy="149"/>
            </a:xfrm>
            <a:custGeom>
              <a:rect b="b" l="l" r="r" t="t"/>
              <a:pathLst>
                <a:path extrusionOk="0" h="11" w="5">
                  <a:moveTo>
                    <a:pt x="4"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1" name="Google Shape;8361;p129"/>
            <p:cNvSpPr/>
            <p:nvPr/>
          </p:nvSpPr>
          <p:spPr>
            <a:xfrm>
              <a:off x="2292711" y="2120183"/>
              <a:ext cx="109" cy="353"/>
            </a:xfrm>
            <a:custGeom>
              <a:rect b="b" l="l" r="r" t="t"/>
              <a:pathLst>
                <a:path extrusionOk="0" h="26" w="8">
                  <a:moveTo>
                    <a:pt x="7"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2" name="Google Shape;8362;p129"/>
            <p:cNvSpPr/>
            <p:nvPr/>
          </p:nvSpPr>
          <p:spPr>
            <a:xfrm>
              <a:off x="2293376" y="2122464"/>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3" name="Google Shape;8363;p129"/>
            <p:cNvSpPr/>
            <p:nvPr/>
          </p:nvSpPr>
          <p:spPr>
            <a:xfrm>
              <a:off x="2287049" y="2144324"/>
              <a:ext cx="448" cy="1398"/>
            </a:xfrm>
            <a:custGeom>
              <a:rect b="b" l="l" r="r" t="t"/>
              <a:pathLst>
                <a:path extrusionOk="0" h="103" w="33">
                  <a:moveTo>
                    <a:pt x="1" y="103"/>
                  </a:moveTo>
                  <a:cubicBezTo>
                    <a:pt x="15" y="71"/>
                    <a:pt x="25" y="36"/>
                    <a:pt x="32" y="1"/>
                  </a:cubicBezTo>
                  <a:cubicBezTo>
                    <a:pt x="25" y="36"/>
                    <a:pt x="15" y="71"/>
                    <a:pt x="1" y="10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4" name="Google Shape;8364;p129"/>
            <p:cNvSpPr/>
            <p:nvPr/>
          </p:nvSpPr>
          <p:spPr>
            <a:xfrm>
              <a:off x="2293281" y="2122043"/>
              <a:ext cx="14" cy="54"/>
            </a:xfrm>
            <a:custGeom>
              <a:rect b="b" l="l" r="r" t="t"/>
              <a:pathLst>
                <a:path extrusionOk="0" h="4" w="1">
                  <a:moveTo>
                    <a:pt x="0"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5" name="Google Shape;8365;p129"/>
            <p:cNvSpPr/>
            <p:nvPr/>
          </p:nvSpPr>
          <p:spPr>
            <a:xfrm>
              <a:off x="2287769" y="2147800"/>
              <a:ext cx="54" cy="163"/>
            </a:xfrm>
            <a:custGeom>
              <a:rect b="b" l="l" r="r" t="t"/>
              <a:pathLst>
                <a:path extrusionOk="0" h="12" w="4">
                  <a:moveTo>
                    <a:pt x="4"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6" name="Google Shape;8366;p129"/>
            <p:cNvSpPr/>
            <p:nvPr/>
          </p:nvSpPr>
          <p:spPr>
            <a:xfrm>
              <a:off x="2288000" y="2148180"/>
              <a:ext cx="258" cy="163"/>
            </a:xfrm>
            <a:custGeom>
              <a:rect b="b" l="l" r="r" t="t"/>
              <a:pathLst>
                <a:path extrusionOk="0" h="12" w="19">
                  <a:moveTo>
                    <a:pt x="18" y="11"/>
                  </a:moveTo>
                  <a:cubicBezTo>
                    <a:pt x="11" y="8"/>
                    <a:pt x="8" y="4"/>
                    <a:pt x="1" y="1"/>
                  </a:cubicBezTo>
                  <a:cubicBezTo>
                    <a:pt x="8" y="4"/>
                    <a:pt x="11" y="8"/>
                    <a:pt x="18"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7" name="Google Shape;8367;p129"/>
            <p:cNvSpPr/>
            <p:nvPr/>
          </p:nvSpPr>
          <p:spPr>
            <a:xfrm>
              <a:off x="2295467" y="2150705"/>
              <a:ext cx="720" cy="109"/>
            </a:xfrm>
            <a:custGeom>
              <a:rect b="b" l="l" r="r" t="t"/>
              <a:pathLst>
                <a:path extrusionOk="0" h="8" w="53">
                  <a:moveTo>
                    <a:pt x="0" y="7"/>
                  </a:moveTo>
                  <a:cubicBezTo>
                    <a:pt x="18" y="4"/>
                    <a:pt x="35" y="0"/>
                    <a:pt x="53" y="0"/>
                  </a:cubicBezTo>
                  <a:cubicBezTo>
                    <a:pt x="35" y="0"/>
                    <a:pt x="18" y="4"/>
                    <a:pt x="0"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8" name="Google Shape;8368;p129"/>
            <p:cNvSpPr/>
            <p:nvPr/>
          </p:nvSpPr>
          <p:spPr>
            <a:xfrm>
              <a:off x="2288760" y="2148709"/>
              <a:ext cx="299" cy="299"/>
            </a:xfrm>
            <a:custGeom>
              <a:rect b="b" l="l" r="r" t="t"/>
              <a:pathLst>
                <a:path extrusionOk="0" h="22" w="22">
                  <a:moveTo>
                    <a:pt x="22" y="2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9" name="Google Shape;8369;p129"/>
            <p:cNvSpPr/>
            <p:nvPr/>
          </p:nvSpPr>
          <p:spPr>
            <a:xfrm>
              <a:off x="2288285" y="2148370"/>
              <a:ext cx="353" cy="258"/>
            </a:xfrm>
            <a:custGeom>
              <a:rect b="b" l="l" r="r" t="t"/>
              <a:pathLst>
                <a:path extrusionOk="0" h="19" w="26">
                  <a:moveTo>
                    <a:pt x="25" y="18"/>
                  </a:moveTo>
                  <a:cubicBezTo>
                    <a:pt x="18" y="11"/>
                    <a:pt x="8" y="8"/>
                    <a:pt x="1" y="1"/>
                  </a:cubicBezTo>
                  <a:cubicBezTo>
                    <a:pt x="8" y="8"/>
                    <a:pt x="18" y="11"/>
                    <a:pt x="25"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0" name="Google Shape;8370;p129"/>
            <p:cNvSpPr/>
            <p:nvPr/>
          </p:nvSpPr>
          <p:spPr>
            <a:xfrm>
              <a:off x="2294748" y="2150800"/>
              <a:ext cx="543" cy="109"/>
            </a:xfrm>
            <a:custGeom>
              <a:rect b="b" l="l" r="r" t="t"/>
              <a:pathLst>
                <a:path extrusionOk="0" h="8" w="40">
                  <a:moveTo>
                    <a:pt x="39" y="0"/>
                  </a:moveTo>
                  <a:cubicBezTo>
                    <a:pt x="25" y="0"/>
                    <a:pt x="11" y="4"/>
                    <a:pt x="1" y="7"/>
                  </a:cubicBezTo>
                  <a:cubicBezTo>
                    <a:pt x="11" y="4"/>
                    <a:pt x="25" y="4"/>
                    <a:pt x="3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1" name="Google Shape;8371;p129"/>
            <p:cNvSpPr/>
            <p:nvPr/>
          </p:nvSpPr>
          <p:spPr>
            <a:xfrm>
              <a:off x="2293227" y="2151126"/>
              <a:ext cx="638" cy="204"/>
            </a:xfrm>
            <a:custGeom>
              <a:rect b="b" l="l" r="r" t="t"/>
              <a:pathLst>
                <a:path extrusionOk="0" h="15" w="47">
                  <a:moveTo>
                    <a:pt x="46"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2" name="Google Shape;8372;p129"/>
            <p:cNvSpPr/>
            <p:nvPr/>
          </p:nvSpPr>
          <p:spPr>
            <a:xfrm>
              <a:off x="2296703" y="2150800"/>
              <a:ext cx="204" cy="14"/>
            </a:xfrm>
            <a:custGeom>
              <a:rect b="b" l="l" r="r" t="t"/>
              <a:pathLst>
                <a:path extrusionOk="0" h="1" w="15">
                  <a:moveTo>
                    <a:pt x="1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3" name="Google Shape;8373;p129"/>
            <p:cNvSpPr/>
            <p:nvPr/>
          </p:nvSpPr>
          <p:spPr>
            <a:xfrm>
              <a:off x="2289195" y="2149130"/>
              <a:ext cx="489" cy="394"/>
            </a:xfrm>
            <a:custGeom>
              <a:rect b="b" l="l" r="r" t="t"/>
              <a:pathLst>
                <a:path extrusionOk="0" h="29" w="36">
                  <a:moveTo>
                    <a:pt x="35" y="29"/>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4" name="Google Shape;8374;p129"/>
            <p:cNvSpPr/>
            <p:nvPr/>
          </p:nvSpPr>
          <p:spPr>
            <a:xfrm>
              <a:off x="2297273" y="2150895"/>
              <a:ext cx="149" cy="54"/>
            </a:xfrm>
            <a:custGeom>
              <a:rect b="b" l="l" r="r" t="t"/>
              <a:pathLst>
                <a:path extrusionOk="0" h="4" w="11">
                  <a:moveTo>
                    <a:pt x="1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5" name="Google Shape;8375;p129"/>
            <p:cNvSpPr/>
            <p:nvPr/>
          </p:nvSpPr>
          <p:spPr>
            <a:xfrm>
              <a:off x="2293987" y="2150936"/>
              <a:ext cx="543" cy="163"/>
            </a:xfrm>
            <a:custGeom>
              <a:rect b="b" l="l" r="r" t="t"/>
              <a:pathLst>
                <a:path extrusionOk="0" h="12" w="40">
                  <a:moveTo>
                    <a:pt x="39"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6" name="Google Shape;8376;p129"/>
            <p:cNvSpPr/>
            <p:nvPr/>
          </p:nvSpPr>
          <p:spPr>
            <a:xfrm>
              <a:off x="2306913" y="2152701"/>
              <a:ext cx="258" cy="299"/>
            </a:xfrm>
            <a:custGeom>
              <a:rect b="b" l="l" r="r" t="t"/>
              <a:pathLst>
                <a:path extrusionOk="0" h="22" w="19">
                  <a:moveTo>
                    <a:pt x="1" y="0"/>
                  </a:moveTo>
                  <a:lnTo>
                    <a:pt x="18"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7" name="Google Shape;8377;p129"/>
            <p:cNvSpPr/>
            <p:nvPr/>
          </p:nvSpPr>
          <p:spPr>
            <a:xfrm>
              <a:off x="2307293" y="2153081"/>
              <a:ext cx="299" cy="339"/>
            </a:xfrm>
            <a:custGeom>
              <a:rect b="b" l="l" r="r" t="t"/>
              <a:pathLst>
                <a:path extrusionOk="0" h="25" w="22">
                  <a:moveTo>
                    <a:pt x="1" y="0"/>
                  </a:moveTo>
                  <a:lnTo>
                    <a:pt x="22"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8" name="Google Shape;8378;p129"/>
            <p:cNvSpPr/>
            <p:nvPr/>
          </p:nvSpPr>
          <p:spPr>
            <a:xfrm>
              <a:off x="2305352" y="2151126"/>
              <a:ext cx="530" cy="543"/>
            </a:xfrm>
            <a:custGeom>
              <a:rect b="b" l="l" r="r" t="t"/>
              <a:pathLst>
                <a:path extrusionOk="0" h="40" w="39">
                  <a:moveTo>
                    <a:pt x="0" y="1"/>
                  </a:moveTo>
                  <a:lnTo>
                    <a:pt x="39" y="3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9" name="Google Shape;8379;p129"/>
            <p:cNvSpPr/>
            <p:nvPr/>
          </p:nvSpPr>
          <p:spPr>
            <a:xfrm>
              <a:off x="2305922" y="2151697"/>
              <a:ext cx="434" cy="448"/>
            </a:xfrm>
            <a:custGeom>
              <a:rect b="b" l="l" r="r" t="t"/>
              <a:pathLst>
                <a:path extrusionOk="0" h="33" w="32">
                  <a:moveTo>
                    <a:pt x="0" y="1"/>
                  </a:moveTo>
                  <a:lnTo>
                    <a:pt x="32"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0" name="Google Shape;8380;p129"/>
            <p:cNvSpPr/>
            <p:nvPr/>
          </p:nvSpPr>
          <p:spPr>
            <a:xfrm>
              <a:off x="2308108" y="2154792"/>
              <a:ext cx="149" cy="910"/>
            </a:xfrm>
            <a:custGeom>
              <a:rect b="b" l="l" r="r" t="t"/>
              <a:pathLst>
                <a:path extrusionOk="0" h="67" w="11">
                  <a:moveTo>
                    <a:pt x="11" y="0"/>
                  </a:moveTo>
                  <a:cubicBezTo>
                    <a:pt x="11" y="21"/>
                    <a:pt x="7" y="42"/>
                    <a:pt x="0" y="67"/>
                  </a:cubicBezTo>
                  <a:cubicBezTo>
                    <a:pt x="7" y="42"/>
                    <a:pt x="11" y="21"/>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1" name="Google Shape;8381;p129"/>
            <p:cNvSpPr/>
            <p:nvPr/>
          </p:nvSpPr>
          <p:spPr>
            <a:xfrm>
              <a:off x="2306492" y="2152267"/>
              <a:ext cx="299" cy="299"/>
            </a:xfrm>
            <a:custGeom>
              <a:rect b="b" l="l" r="r" t="t"/>
              <a:pathLst>
                <a:path extrusionOk="0" h="22" w="22">
                  <a:moveTo>
                    <a:pt x="0" y="1"/>
                  </a:moveTo>
                  <a:lnTo>
                    <a:pt x="2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2" name="Google Shape;8382;p129"/>
            <p:cNvSpPr/>
            <p:nvPr/>
          </p:nvSpPr>
          <p:spPr>
            <a:xfrm>
              <a:off x="2297694" y="2162681"/>
              <a:ext cx="4671" cy="7047"/>
            </a:xfrm>
            <a:custGeom>
              <a:rect b="b" l="l" r="r" t="t"/>
              <a:pathLst>
                <a:path extrusionOk="0" h="519" w="344">
                  <a:moveTo>
                    <a:pt x="344" y="518"/>
                  </a:moveTo>
                  <a:cubicBezTo>
                    <a:pt x="214" y="354"/>
                    <a:pt x="22" y="70"/>
                    <a:pt x="1" y="0"/>
                  </a:cubicBezTo>
                  <a:cubicBezTo>
                    <a:pt x="22" y="70"/>
                    <a:pt x="214" y="354"/>
                    <a:pt x="344" y="5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3" name="Google Shape;8383;p129"/>
            <p:cNvSpPr/>
            <p:nvPr/>
          </p:nvSpPr>
          <p:spPr>
            <a:xfrm>
              <a:off x="2304727" y="2150610"/>
              <a:ext cx="489" cy="434"/>
            </a:xfrm>
            <a:custGeom>
              <a:rect b="b" l="l" r="r" t="t"/>
              <a:pathLst>
                <a:path extrusionOk="0" h="32" w="36">
                  <a:moveTo>
                    <a:pt x="1" y="0"/>
                  </a:moveTo>
                  <a:lnTo>
                    <a:pt x="36"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4" name="Google Shape;8384;p129"/>
            <p:cNvSpPr/>
            <p:nvPr/>
          </p:nvSpPr>
          <p:spPr>
            <a:xfrm>
              <a:off x="2304347" y="2150271"/>
              <a:ext cx="204" cy="163"/>
            </a:xfrm>
            <a:custGeom>
              <a:rect b="b" l="l" r="r" t="t"/>
              <a:pathLst>
                <a:path extrusionOk="0" h="12" w="15">
                  <a:moveTo>
                    <a:pt x="1" y="1"/>
                  </a:moveTo>
                  <a:lnTo>
                    <a:pt x="1" y="1"/>
                  </a:lnTo>
                  <a:lnTo>
                    <a:pt x="15"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5" name="Google Shape;8385;p129"/>
            <p:cNvSpPr/>
            <p:nvPr/>
          </p:nvSpPr>
          <p:spPr>
            <a:xfrm>
              <a:off x="2291951" y="2116436"/>
              <a:ext cx="14" cy="0"/>
            </a:xfrm>
            <a:custGeom>
              <a:rect b="b" l="l" r="r" t="t"/>
              <a:pathLst>
                <a:path extrusionOk="0" h="0"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6" name="Google Shape;8386;p129"/>
            <p:cNvSpPr/>
            <p:nvPr/>
          </p:nvSpPr>
          <p:spPr>
            <a:xfrm>
              <a:off x="2292562" y="2116436"/>
              <a:ext cx="14" cy="0"/>
            </a:xfrm>
            <a:custGeom>
              <a:rect b="b" l="l" r="r" t="t"/>
              <a:pathLst>
                <a:path extrusionOk="0" h="0"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7" name="Google Shape;8387;p129"/>
            <p:cNvSpPr/>
            <p:nvPr/>
          </p:nvSpPr>
          <p:spPr>
            <a:xfrm>
              <a:off x="2291095" y="2116476"/>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8" name="Google Shape;8388;p129"/>
            <p:cNvSpPr/>
            <p:nvPr/>
          </p:nvSpPr>
          <p:spPr>
            <a:xfrm>
              <a:off x="2293132" y="2116436"/>
              <a:ext cx="14" cy="0"/>
            </a:xfrm>
            <a:custGeom>
              <a:rect b="b" l="l" r="r" t="t"/>
              <a:pathLst>
                <a:path extrusionOk="0" h="0"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9" name="Google Shape;8389;p129"/>
            <p:cNvSpPr/>
            <p:nvPr/>
          </p:nvSpPr>
          <p:spPr>
            <a:xfrm>
              <a:off x="2291326" y="2116476"/>
              <a:ext cx="448" cy="14"/>
            </a:xfrm>
            <a:custGeom>
              <a:rect b="b" l="l" r="r" t="t"/>
              <a:pathLst>
                <a:path extrusionOk="0" h="1" w="33">
                  <a:moveTo>
                    <a:pt x="1" y="1"/>
                  </a:moveTo>
                  <a:lnTo>
                    <a:pt x="3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0" name="Google Shape;8390;p129"/>
            <p:cNvSpPr/>
            <p:nvPr/>
          </p:nvSpPr>
          <p:spPr>
            <a:xfrm>
              <a:off x="2550480" y="1720977"/>
              <a:ext cx="54867" cy="35763"/>
            </a:xfrm>
            <a:custGeom>
              <a:rect b="b" l="l" r="r" t="t"/>
              <a:pathLst>
                <a:path extrusionOk="0" h="2634" w="4041">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1" name="Google Shape;8391;p129"/>
            <p:cNvSpPr/>
            <p:nvPr/>
          </p:nvSpPr>
          <p:spPr>
            <a:xfrm>
              <a:off x="2585741" y="173408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2" name="Google Shape;8392;p129"/>
            <p:cNvSpPr/>
            <p:nvPr/>
          </p:nvSpPr>
          <p:spPr>
            <a:xfrm>
              <a:off x="2587696" y="1734365"/>
              <a:ext cx="299" cy="14"/>
            </a:xfrm>
            <a:custGeom>
              <a:rect b="b" l="l" r="r" t="t"/>
              <a:pathLst>
                <a:path extrusionOk="0" h="1" w="22">
                  <a:moveTo>
                    <a:pt x="0" y="0"/>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3" name="Google Shape;8393;p129"/>
            <p:cNvSpPr/>
            <p:nvPr/>
          </p:nvSpPr>
          <p:spPr>
            <a:xfrm>
              <a:off x="2588782" y="1734365"/>
              <a:ext cx="489" cy="14"/>
            </a:xfrm>
            <a:custGeom>
              <a:rect b="b" l="l" r="r" t="t"/>
              <a:pathLst>
                <a:path extrusionOk="0" h="1" w="36">
                  <a:moveTo>
                    <a:pt x="1" y="0"/>
                  </a:moveTo>
                  <a:lnTo>
                    <a:pt x="3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4" name="Google Shape;8394;p129"/>
            <p:cNvSpPr/>
            <p:nvPr/>
          </p:nvSpPr>
          <p:spPr>
            <a:xfrm>
              <a:off x="2587221" y="1734365"/>
              <a:ext cx="204" cy="14"/>
            </a:xfrm>
            <a:custGeom>
              <a:rect b="b" l="l" r="r" t="t"/>
              <a:pathLst>
                <a:path extrusionOk="0" h="1" w="15">
                  <a:moveTo>
                    <a:pt x="0" y="0"/>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5" name="Google Shape;8395;p129"/>
            <p:cNvSpPr/>
            <p:nvPr/>
          </p:nvSpPr>
          <p:spPr>
            <a:xfrm>
              <a:off x="2586786" y="1734270"/>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6" name="Google Shape;8396;p129"/>
            <p:cNvSpPr/>
            <p:nvPr/>
          </p:nvSpPr>
          <p:spPr>
            <a:xfrm>
              <a:off x="2588646" y="173436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7" name="Google Shape;8397;p129"/>
            <p:cNvSpPr/>
            <p:nvPr/>
          </p:nvSpPr>
          <p:spPr>
            <a:xfrm>
              <a:off x="2589352" y="1733740"/>
              <a:ext cx="6381" cy="638"/>
            </a:xfrm>
            <a:custGeom>
              <a:rect b="b" l="l" r="r" t="t"/>
              <a:pathLst>
                <a:path extrusionOk="0" h="47" w="47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8" name="Google Shape;8398;p129"/>
            <p:cNvSpPr/>
            <p:nvPr/>
          </p:nvSpPr>
          <p:spPr>
            <a:xfrm>
              <a:off x="2586121" y="173408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9" name="Google Shape;8399;p129"/>
            <p:cNvSpPr/>
            <p:nvPr/>
          </p:nvSpPr>
          <p:spPr>
            <a:xfrm>
              <a:off x="2585075" y="1734080"/>
              <a:ext cx="258" cy="14"/>
            </a:xfrm>
            <a:custGeom>
              <a:rect b="b" l="l" r="r" t="t"/>
              <a:pathLst>
                <a:path extrusionOk="0" h="1" w="19">
                  <a:moveTo>
                    <a:pt x="1" y="0"/>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0" name="Google Shape;8400;p129"/>
            <p:cNvSpPr/>
            <p:nvPr/>
          </p:nvSpPr>
          <p:spPr>
            <a:xfrm>
              <a:off x="2553752" y="1749137"/>
              <a:ext cx="163" cy="204"/>
            </a:xfrm>
            <a:custGeom>
              <a:rect b="b" l="l" r="r" t="t"/>
              <a:pathLst>
                <a:path extrusionOk="0" h="15" w="12">
                  <a:moveTo>
                    <a:pt x="11"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1" name="Google Shape;8401;p129"/>
            <p:cNvSpPr/>
            <p:nvPr/>
          </p:nvSpPr>
          <p:spPr>
            <a:xfrm>
              <a:off x="2553997" y="1748716"/>
              <a:ext cx="109" cy="244"/>
            </a:xfrm>
            <a:custGeom>
              <a:rect b="b" l="l" r="r" t="t"/>
              <a:pathLst>
                <a:path extrusionOk="0" h="18" w="8">
                  <a:moveTo>
                    <a:pt x="7"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2" name="Google Shape;8402;p129"/>
            <p:cNvSpPr/>
            <p:nvPr/>
          </p:nvSpPr>
          <p:spPr>
            <a:xfrm>
              <a:off x="2555612" y="1746720"/>
              <a:ext cx="244" cy="204"/>
            </a:xfrm>
            <a:custGeom>
              <a:rect b="b" l="l" r="r" t="t"/>
              <a:pathLst>
                <a:path extrusionOk="0" h="15" w="18">
                  <a:moveTo>
                    <a:pt x="18"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3" name="Google Shape;8403;p129"/>
            <p:cNvSpPr/>
            <p:nvPr/>
          </p:nvSpPr>
          <p:spPr>
            <a:xfrm>
              <a:off x="2554893" y="1747426"/>
              <a:ext cx="163" cy="204"/>
            </a:xfrm>
            <a:custGeom>
              <a:rect b="b" l="l" r="r" t="t"/>
              <a:pathLst>
                <a:path extrusionOk="0" h="15" w="12">
                  <a:moveTo>
                    <a:pt x="11"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4" name="Google Shape;8404;p129"/>
            <p:cNvSpPr/>
            <p:nvPr/>
          </p:nvSpPr>
          <p:spPr>
            <a:xfrm>
              <a:off x="2554187" y="1748377"/>
              <a:ext cx="149" cy="204"/>
            </a:xfrm>
            <a:custGeom>
              <a:rect b="b" l="l" r="r" t="t"/>
              <a:pathLst>
                <a:path extrusionOk="0" h="15" w="11">
                  <a:moveTo>
                    <a:pt x="11"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5" name="Google Shape;8405;p129"/>
            <p:cNvSpPr/>
            <p:nvPr/>
          </p:nvSpPr>
          <p:spPr>
            <a:xfrm>
              <a:off x="2555368" y="1746951"/>
              <a:ext cx="163" cy="204"/>
            </a:xfrm>
            <a:custGeom>
              <a:rect b="b" l="l" r="r" t="t"/>
              <a:pathLst>
                <a:path extrusionOk="0" h="15" w="12">
                  <a:moveTo>
                    <a:pt x="11"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6" name="Google Shape;8406;p129"/>
            <p:cNvSpPr/>
            <p:nvPr/>
          </p:nvSpPr>
          <p:spPr>
            <a:xfrm>
              <a:off x="2554417" y="1747997"/>
              <a:ext cx="163" cy="204"/>
            </a:xfrm>
            <a:custGeom>
              <a:rect b="b" l="l" r="r" t="t"/>
              <a:pathLst>
                <a:path extrusionOk="0" h="15" w="12">
                  <a:moveTo>
                    <a:pt x="11"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7" name="Google Shape;8407;p129"/>
            <p:cNvSpPr/>
            <p:nvPr/>
          </p:nvSpPr>
          <p:spPr>
            <a:xfrm>
              <a:off x="2553616" y="1749572"/>
              <a:ext cx="109" cy="244"/>
            </a:xfrm>
            <a:custGeom>
              <a:rect b="b" l="l" r="r" t="t"/>
              <a:pathLst>
                <a:path extrusionOk="0" h="18" w="8">
                  <a:moveTo>
                    <a:pt x="7"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8" name="Google Shape;8408;p129"/>
            <p:cNvSpPr/>
            <p:nvPr/>
          </p:nvSpPr>
          <p:spPr>
            <a:xfrm>
              <a:off x="2553141" y="1752423"/>
              <a:ext cx="14" cy="353"/>
            </a:xfrm>
            <a:custGeom>
              <a:rect b="b" l="l" r="r" t="t"/>
              <a:pathLst>
                <a:path extrusionOk="0" h="26" w="1">
                  <a:moveTo>
                    <a:pt x="0" y="1"/>
                  </a:moveTo>
                  <a:lnTo>
                    <a:pt x="0" y="25"/>
                  </a:lnTo>
                  <a:cubicBezTo>
                    <a:pt x="0" y="18"/>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9" name="Google Shape;8409;p129"/>
            <p:cNvSpPr/>
            <p:nvPr/>
          </p:nvSpPr>
          <p:spPr>
            <a:xfrm>
              <a:off x="2572679" y="1720950"/>
              <a:ext cx="14" cy="163"/>
            </a:xfrm>
            <a:custGeom>
              <a:rect b="b" l="l" r="r" t="t"/>
              <a:pathLst>
                <a:path extrusionOk="0" h="12" w="1">
                  <a:moveTo>
                    <a:pt x="0" y="11"/>
                  </a:moveTo>
                  <a:lnTo>
                    <a:pt x="0" y="4"/>
                  </a:lnTo>
                  <a:cubicBezTo>
                    <a:pt x="0" y="1"/>
                    <a:pt x="0" y="8"/>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0" name="Google Shape;8410;p129"/>
            <p:cNvSpPr/>
            <p:nvPr/>
          </p:nvSpPr>
          <p:spPr>
            <a:xfrm>
              <a:off x="2553087" y="1753143"/>
              <a:ext cx="14" cy="149"/>
            </a:xfrm>
            <a:custGeom>
              <a:rect b="b" l="l" r="r" t="t"/>
              <a:pathLst>
                <a:path extrusionOk="0" h="11" w="1">
                  <a:moveTo>
                    <a:pt x="1"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1" name="Google Shape;8411;p129"/>
            <p:cNvSpPr/>
            <p:nvPr/>
          </p:nvSpPr>
          <p:spPr>
            <a:xfrm>
              <a:off x="2553141" y="1751758"/>
              <a:ext cx="54" cy="353"/>
            </a:xfrm>
            <a:custGeom>
              <a:rect b="b" l="l" r="r" t="t"/>
              <a:pathLst>
                <a:path extrusionOk="0" h="26" w="4">
                  <a:moveTo>
                    <a:pt x="4" y="1"/>
                  </a:moveTo>
                  <a:cubicBezTo>
                    <a:pt x="4" y="8"/>
                    <a:pt x="0" y="15"/>
                    <a:pt x="0" y="25"/>
                  </a:cubicBezTo>
                  <a:cubicBezTo>
                    <a:pt x="4" y="15"/>
                    <a:pt x="4" y="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2" name="Google Shape;8412;p129"/>
            <p:cNvSpPr/>
            <p:nvPr/>
          </p:nvSpPr>
          <p:spPr>
            <a:xfrm>
              <a:off x="2555137" y="1747196"/>
              <a:ext cx="149" cy="149"/>
            </a:xfrm>
            <a:custGeom>
              <a:rect b="b" l="l" r="r" t="t"/>
              <a:pathLst>
                <a:path extrusionOk="0" h="11" w="11">
                  <a:moveTo>
                    <a:pt x="0" y="11"/>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3" name="Google Shape;8413;p129"/>
            <p:cNvSpPr/>
            <p:nvPr/>
          </p:nvSpPr>
          <p:spPr>
            <a:xfrm>
              <a:off x="2553467" y="1750047"/>
              <a:ext cx="68" cy="244"/>
            </a:xfrm>
            <a:custGeom>
              <a:rect b="b" l="l" r="r" t="t"/>
              <a:pathLst>
                <a:path extrusionOk="0" h="18" w="5">
                  <a:moveTo>
                    <a:pt x="4" y="0"/>
                  </a:moveTo>
                  <a:cubicBezTo>
                    <a:pt x="4" y="7"/>
                    <a:pt x="1" y="15"/>
                    <a:pt x="1" y="18"/>
                  </a:cubicBezTo>
                  <a:cubicBezTo>
                    <a:pt x="1" y="15"/>
                    <a:pt x="4"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4" name="Google Shape;8414;p129"/>
            <p:cNvSpPr/>
            <p:nvPr/>
          </p:nvSpPr>
          <p:spPr>
            <a:xfrm>
              <a:off x="2553236" y="1751147"/>
              <a:ext cx="54" cy="299"/>
            </a:xfrm>
            <a:custGeom>
              <a:rect b="b" l="l" r="r" t="t"/>
              <a:pathLst>
                <a:path extrusionOk="0" h="22" w="4">
                  <a:moveTo>
                    <a:pt x="4" y="0"/>
                  </a:moveTo>
                  <a:cubicBezTo>
                    <a:pt x="4" y="7"/>
                    <a:pt x="0" y="14"/>
                    <a:pt x="0" y="21"/>
                  </a:cubicBezTo>
                  <a:cubicBezTo>
                    <a:pt x="4" y="14"/>
                    <a:pt x="4"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5" name="Google Shape;8415;p129"/>
            <p:cNvSpPr/>
            <p:nvPr/>
          </p:nvSpPr>
          <p:spPr>
            <a:xfrm>
              <a:off x="2553331" y="1750576"/>
              <a:ext cx="54" cy="285"/>
            </a:xfrm>
            <a:custGeom>
              <a:rect b="b" l="l" r="r" t="t"/>
              <a:pathLst>
                <a:path extrusionOk="0" h="21" w="4">
                  <a:moveTo>
                    <a:pt x="4" y="0"/>
                  </a:moveTo>
                  <a:cubicBezTo>
                    <a:pt x="4" y="7"/>
                    <a:pt x="0" y="14"/>
                    <a:pt x="0" y="21"/>
                  </a:cubicBezTo>
                  <a:cubicBezTo>
                    <a:pt x="0" y="14"/>
                    <a:pt x="4"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6" name="Google Shape;8416;p129"/>
            <p:cNvSpPr/>
            <p:nvPr/>
          </p:nvSpPr>
          <p:spPr>
            <a:xfrm>
              <a:off x="2570398" y="1725716"/>
              <a:ext cx="54" cy="54"/>
            </a:xfrm>
            <a:custGeom>
              <a:rect b="b" l="l" r="r" t="t"/>
              <a:pathLst>
                <a:path extrusionOk="0" h="4" w="4">
                  <a:moveTo>
                    <a:pt x="4" y="0"/>
                  </a:moveTo>
                  <a:lnTo>
                    <a:pt x="0" y="4"/>
                  </a:ln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7" name="Google Shape;8417;p129"/>
            <p:cNvSpPr/>
            <p:nvPr/>
          </p:nvSpPr>
          <p:spPr>
            <a:xfrm>
              <a:off x="2554662" y="1747712"/>
              <a:ext cx="149" cy="204"/>
            </a:xfrm>
            <a:custGeom>
              <a:rect b="b" l="l" r="r" t="t"/>
              <a:pathLst>
                <a:path extrusionOk="0" h="15" w="11">
                  <a:moveTo>
                    <a:pt x="11"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8" name="Google Shape;8418;p129"/>
            <p:cNvSpPr/>
            <p:nvPr/>
          </p:nvSpPr>
          <p:spPr>
            <a:xfrm>
              <a:off x="2572014" y="1722675"/>
              <a:ext cx="109" cy="190"/>
            </a:xfrm>
            <a:custGeom>
              <a:rect b="b" l="l" r="r" t="t"/>
              <a:pathLst>
                <a:path extrusionOk="0" h="14" w="8">
                  <a:moveTo>
                    <a:pt x="0" y="14"/>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9" name="Google Shape;8419;p129"/>
            <p:cNvSpPr/>
            <p:nvPr/>
          </p:nvSpPr>
          <p:spPr>
            <a:xfrm>
              <a:off x="2572489" y="1721616"/>
              <a:ext cx="54" cy="163"/>
            </a:xfrm>
            <a:custGeom>
              <a:rect b="b" l="l" r="r" t="t"/>
              <a:pathLst>
                <a:path extrusionOk="0" h="12" w="4">
                  <a:moveTo>
                    <a:pt x="0" y="1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0" name="Google Shape;8420;p129"/>
            <p:cNvSpPr/>
            <p:nvPr/>
          </p:nvSpPr>
          <p:spPr>
            <a:xfrm>
              <a:off x="2572299" y="1722050"/>
              <a:ext cx="54" cy="204"/>
            </a:xfrm>
            <a:custGeom>
              <a:rect b="b" l="l" r="r" t="t"/>
              <a:pathLst>
                <a:path extrusionOk="0" h="15" w="4">
                  <a:moveTo>
                    <a:pt x="0" y="15"/>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1" name="Google Shape;8421;p129"/>
            <p:cNvSpPr/>
            <p:nvPr/>
          </p:nvSpPr>
          <p:spPr>
            <a:xfrm>
              <a:off x="2571824" y="1723001"/>
              <a:ext cx="109" cy="204"/>
            </a:xfrm>
            <a:custGeom>
              <a:rect b="b" l="l" r="r" t="t"/>
              <a:pathLst>
                <a:path extrusionOk="0" h="15" w="8">
                  <a:moveTo>
                    <a:pt x="0" y="15"/>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2" name="Google Shape;8422;p129"/>
            <p:cNvSpPr/>
            <p:nvPr/>
          </p:nvSpPr>
          <p:spPr>
            <a:xfrm>
              <a:off x="2572394" y="1721860"/>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3" name="Google Shape;8423;p129"/>
            <p:cNvSpPr/>
            <p:nvPr/>
          </p:nvSpPr>
          <p:spPr>
            <a:xfrm>
              <a:off x="2572150" y="1722335"/>
              <a:ext cx="109" cy="204"/>
            </a:xfrm>
            <a:custGeom>
              <a:rect b="b" l="l" r="r" t="t"/>
              <a:pathLst>
                <a:path extrusionOk="0" h="15" w="8">
                  <a:moveTo>
                    <a:pt x="1" y="15"/>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4" name="Google Shape;8424;p129"/>
            <p:cNvSpPr/>
            <p:nvPr/>
          </p:nvSpPr>
          <p:spPr>
            <a:xfrm>
              <a:off x="2570914" y="1724671"/>
              <a:ext cx="109" cy="244"/>
            </a:xfrm>
            <a:custGeom>
              <a:rect b="b" l="l" r="r" t="t"/>
              <a:pathLst>
                <a:path extrusionOk="0" h="18" w="8">
                  <a:moveTo>
                    <a:pt x="1" y="18"/>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5" name="Google Shape;8425;p129"/>
            <p:cNvSpPr/>
            <p:nvPr/>
          </p:nvSpPr>
          <p:spPr>
            <a:xfrm>
              <a:off x="2570588" y="1725187"/>
              <a:ext cx="149" cy="258"/>
            </a:xfrm>
            <a:custGeom>
              <a:rect b="b" l="l" r="r" t="t"/>
              <a:pathLst>
                <a:path extrusionOk="0" h="19" w="11">
                  <a:moveTo>
                    <a:pt x="0" y="1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6" name="Google Shape;8426;p129"/>
            <p:cNvSpPr/>
            <p:nvPr/>
          </p:nvSpPr>
          <p:spPr>
            <a:xfrm>
              <a:off x="2571634" y="1723381"/>
              <a:ext cx="149" cy="204"/>
            </a:xfrm>
            <a:custGeom>
              <a:rect b="b" l="l" r="r" t="t"/>
              <a:pathLst>
                <a:path extrusionOk="0" h="15" w="11">
                  <a:moveTo>
                    <a:pt x="0" y="15"/>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7" name="Google Shape;8427;p129"/>
            <p:cNvSpPr/>
            <p:nvPr/>
          </p:nvSpPr>
          <p:spPr>
            <a:xfrm>
              <a:off x="2571159" y="1724195"/>
              <a:ext cx="149" cy="244"/>
            </a:xfrm>
            <a:custGeom>
              <a:rect b="b" l="l" r="r" t="t"/>
              <a:pathLst>
                <a:path extrusionOk="0" h="18" w="11">
                  <a:moveTo>
                    <a:pt x="0" y="18"/>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8" name="Google Shape;8428;p129"/>
            <p:cNvSpPr/>
            <p:nvPr/>
          </p:nvSpPr>
          <p:spPr>
            <a:xfrm>
              <a:off x="2571389" y="1723761"/>
              <a:ext cx="163" cy="258"/>
            </a:xfrm>
            <a:custGeom>
              <a:rect b="b" l="l" r="r" t="t"/>
              <a:pathLst>
                <a:path extrusionOk="0" h="19" w="12">
                  <a:moveTo>
                    <a:pt x="1" y="1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9" name="Google Shape;8429;p129"/>
            <p:cNvSpPr/>
            <p:nvPr/>
          </p:nvSpPr>
          <p:spPr>
            <a:xfrm>
              <a:off x="2572679" y="1721140"/>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0" name="Google Shape;8430;p129"/>
            <p:cNvSpPr/>
            <p:nvPr/>
          </p:nvSpPr>
          <p:spPr>
            <a:xfrm>
              <a:off x="2572584" y="1721426"/>
              <a:ext cx="14" cy="109"/>
            </a:xfrm>
            <a:custGeom>
              <a:rect b="b" l="l" r="r" t="t"/>
              <a:pathLst>
                <a:path extrusionOk="0" h="8" w="1">
                  <a:moveTo>
                    <a:pt x="0"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1" name="Google Shape;8431;p129"/>
            <p:cNvSpPr/>
            <p:nvPr/>
          </p:nvSpPr>
          <p:spPr>
            <a:xfrm>
              <a:off x="2572625" y="1721235"/>
              <a:ext cx="14" cy="163"/>
            </a:xfrm>
            <a:custGeom>
              <a:rect b="b" l="l" r="r" t="t"/>
              <a:pathLst>
                <a:path extrusionOk="0" h="12" w="1">
                  <a:moveTo>
                    <a:pt x="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2" name="Google Shape;8432;p129"/>
            <p:cNvSpPr/>
            <p:nvPr/>
          </p:nvSpPr>
          <p:spPr>
            <a:xfrm>
              <a:off x="2604994" y="1750237"/>
              <a:ext cx="14" cy="149"/>
            </a:xfrm>
            <a:custGeom>
              <a:rect b="b" l="l" r="r" t="t"/>
              <a:pathLst>
                <a:path extrusionOk="0" h="11" w="1">
                  <a:moveTo>
                    <a:pt x="1"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3" name="Google Shape;8433;p129"/>
            <p:cNvSpPr/>
            <p:nvPr/>
          </p:nvSpPr>
          <p:spPr>
            <a:xfrm>
              <a:off x="2604003" y="1751242"/>
              <a:ext cx="1439" cy="2105"/>
            </a:xfrm>
            <a:custGeom>
              <a:rect b="b" l="l" r="r" t="t"/>
              <a:pathLst>
                <a:path extrusionOk="0" h="155" w="106">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4" name="Google Shape;8434;p129"/>
            <p:cNvSpPr/>
            <p:nvPr/>
          </p:nvSpPr>
          <p:spPr>
            <a:xfrm>
              <a:off x="2605048" y="1750807"/>
              <a:ext cx="54" cy="244"/>
            </a:xfrm>
            <a:custGeom>
              <a:rect b="b" l="l" r="r" t="t"/>
              <a:pathLst>
                <a:path extrusionOk="0" h="18" w="4">
                  <a:moveTo>
                    <a:pt x="0" y="1"/>
                  </a:moveTo>
                  <a:lnTo>
                    <a:pt x="4"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5" name="Google Shape;8435;p129"/>
            <p:cNvSpPr/>
            <p:nvPr/>
          </p:nvSpPr>
          <p:spPr>
            <a:xfrm>
              <a:off x="2604003" y="1743774"/>
              <a:ext cx="109" cy="244"/>
            </a:xfrm>
            <a:custGeom>
              <a:rect b="b" l="l" r="r" t="t"/>
              <a:pathLst>
                <a:path extrusionOk="0" h="18" w="8">
                  <a:moveTo>
                    <a:pt x="0" y="0"/>
                  </a:moveTo>
                  <a:cubicBezTo>
                    <a:pt x="4" y="7"/>
                    <a:pt x="4" y="11"/>
                    <a:pt x="7" y="18"/>
                  </a:cubicBezTo>
                  <a:cubicBezTo>
                    <a:pt x="4" y="11"/>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6" name="Google Shape;8436;p129"/>
            <p:cNvSpPr/>
            <p:nvPr/>
          </p:nvSpPr>
          <p:spPr>
            <a:xfrm>
              <a:off x="2604043" y="1744005"/>
              <a:ext cx="869" cy="5770"/>
            </a:xfrm>
            <a:custGeom>
              <a:rect b="b" l="l" r="r" t="t"/>
              <a:pathLst>
                <a:path extrusionOk="0" h="425" w="64">
                  <a:moveTo>
                    <a:pt x="1" y="1"/>
                  </a:moveTo>
                  <a:cubicBezTo>
                    <a:pt x="15" y="88"/>
                    <a:pt x="39" y="267"/>
                    <a:pt x="64" y="424"/>
                  </a:cubicBezTo>
                  <a:cubicBezTo>
                    <a:pt x="39" y="267"/>
                    <a:pt x="15" y="8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7" name="Google Shape;8437;p129"/>
            <p:cNvSpPr/>
            <p:nvPr/>
          </p:nvSpPr>
          <p:spPr>
            <a:xfrm>
              <a:off x="1464633" y="1859509"/>
              <a:ext cx="1344" cy="2009"/>
            </a:xfrm>
            <a:custGeom>
              <a:rect b="b" l="l" r="r" t="t"/>
              <a:pathLst>
                <a:path extrusionOk="0" h="148" w="99">
                  <a:moveTo>
                    <a:pt x="1" y="1"/>
                  </a:moveTo>
                  <a:lnTo>
                    <a:pt x="1" y="1"/>
                  </a:lnTo>
                  <a:cubicBezTo>
                    <a:pt x="18" y="60"/>
                    <a:pt x="53" y="109"/>
                    <a:pt x="99" y="148"/>
                  </a:cubicBezTo>
                  <a:cubicBezTo>
                    <a:pt x="81" y="102"/>
                    <a:pt x="57" y="64"/>
                    <a:pt x="25" y="29"/>
                  </a:cubicBez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8" name="Google Shape;8438;p129"/>
            <p:cNvSpPr/>
            <p:nvPr/>
          </p:nvSpPr>
          <p:spPr>
            <a:xfrm>
              <a:off x="1462026" y="1851905"/>
              <a:ext cx="2050" cy="5580"/>
            </a:xfrm>
            <a:custGeom>
              <a:rect b="b" l="l" r="r" t="t"/>
              <a:pathLst>
                <a:path extrusionOk="0" h="411" w="151">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9" name="Google Shape;8439;p129"/>
            <p:cNvSpPr/>
            <p:nvPr/>
          </p:nvSpPr>
          <p:spPr>
            <a:xfrm>
              <a:off x="1586043" y="1964015"/>
              <a:ext cx="5146" cy="4100"/>
            </a:xfrm>
            <a:custGeom>
              <a:rect b="b" l="l" r="r" t="t"/>
              <a:pathLst>
                <a:path extrusionOk="0" h="302" w="379">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0" name="Google Shape;8440;p129"/>
            <p:cNvSpPr/>
            <p:nvPr/>
          </p:nvSpPr>
          <p:spPr>
            <a:xfrm>
              <a:off x="2367754" y="1716578"/>
              <a:ext cx="22213" cy="19226"/>
            </a:xfrm>
            <a:custGeom>
              <a:rect b="b" l="l" r="r" t="t"/>
              <a:pathLst>
                <a:path extrusionOk="0" h="1416" w="1636">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1" name="Google Shape;8441;p129"/>
            <p:cNvSpPr/>
            <p:nvPr/>
          </p:nvSpPr>
          <p:spPr>
            <a:xfrm>
              <a:off x="2376321" y="1716673"/>
              <a:ext cx="584" cy="68"/>
            </a:xfrm>
            <a:custGeom>
              <a:rect b="b" l="l" r="r" t="t"/>
              <a:pathLst>
                <a:path extrusionOk="0" h="5" w="43">
                  <a:moveTo>
                    <a:pt x="0" y="1"/>
                  </a:moveTo>
                  <a:lnTo>
                    <a:pt x="4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2" name="Google Shape;8442;p129"/>
            <p:cNvSpPr/>
            <p:nvPr/>
          </p:nvSpPr>
          <p:spPr>
            <a:xfrm>
              <a:off x="2377122" y="1716728"/>
              <a:ext cx="543" cy="109"/>
            </a:xfrm>
            <a:custGeom>
              <a:rect b="b" l="l" r="r" t="t"/>
              <a:pathLst>
                <a:path extrusionOk="0" h="8" w="40">
                  <a:moveTo>
                    <a:pt x="1" y="0"/>
                  </a:moveTo>
                  <a:lnTo>
                    <a:pt x="39"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3" name="Google Shape;8443;p129"/>
            <p:cNvSpPr/>
            <p:nvPr/>
          </p:nvSpPr>
          <p:spPr>
            <a:xfrm>
              <a:off x="2378833" y="1717013"/>
              <a:ext cx="543" cy="109"/>
            </a:xfrm>
            <a:custGeom>
              <a:rect b="b" l="l" r="r" t="t"/>
              <a:pathLst>
                <a:path extrusionOk="0" h="8" w="40">
                  <a:moveTo>
                    <a:pt x="1" y="0"/>
                  </a:moveTo>
                  <a:lnTo>
                    <a:pt x="39"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4" name="Google Shape;8444;p129"/>
            <p:cNvSpPr/>
            <p:nvPr/>
          </p:nvSpPr>
          <p:spPr>
            <a:xfrm>
              <a:off x="2377937" y="1716864"/>
              <a:ext cx="584" cy="68"/>
            </a:xfrm>
            <a:custGeom>
              <a:rect b="b" l="l" r="r" t="t"/>
              <a:pathLst>
                <a:path extrusionOk="0" h="5" w="43">
                  <a:moveTo>
                    <a:pt x="0" y="1"/>
                  </a:moveTo>
                  <a:lnTo>
                    <a:pt x="4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5" name="Google Shape;8445;p129"/>
            <p:cNvSpPr/>
            <p:nvPr/>
          </p:nvSpPr>
          <p:spPr>
            <a:xfrm>
              <a:off x="2375561" y="1716633"/>
              <a:ext cx="584" cy="14"/>
            </a:xfrm>
            <a:custGeom>
              <a:rect b="b" l="l" r="r" t="t"/>
              <a:pathLst>
                <a:path extrusionOk="0" h="1" w="43">
                  <a:moveTo>
                    <a:pt x="0" y="0"/>
                  </a:moveTo>
                  <a:lnTo>
                    <a:pt x="4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6" name="Google Shape;8446;p129"/>
            <p:cNvSpPr/>
            <p:nvPr/>
          </p:nvSpPr>
          <p:spPr>
            <a:xfrm>
              <a:off x="2379784" y="1717203"/>
              <a:ext cx="299" cy="54"/>
            </a:xfrm>
            <a:custGeom>
              <a:rect b="b" l="l" r="r" t="t"/>
              <a:pathLst>
                <a:path extrusionOk="0" h="4" w="22">
                  <a:moveTo>
                    <a:pt x="22"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7" name="Google Shape;8447;p129"/>
            <p:cNvSpPr/>
            <p:nvPr/>
          </p:nvSpPr>
          <p:spPr>
            <a:xfrm>
              <a:off x="2368134" y="1717773"/>
              <a:ext cx="828" cy="149"/>
            </a:xfrm>
            <a:custGeom>
              <a:rect b="b" l="l" r="r" t="t"/>
              <a:pathLst>
                <a:path extrusionOk="0" h="11" w="61">
                  <a:moveTo>
                    <a:pt x="1" y="11"/>
                  </a:moveTo>
                  <a:lnTo>
                    <a:pt x="6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8" name="Google Shape;8448;p129"/>
            <p:cNvSpPr/>
            <p:nvPr/>
          </p:nvSpPr>
          <p:spPr>
            <a:xfrm>
              <a:off x="2374896" y="1716633"/>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9" name="Google Shape;8449;p129"/>
            <p:cNvSpPr/>
            <p:nvPr/>
          </p:nvSpPr>
          <p:spPr>
            <a:xfrm>
              <a:off x="2369234" y="1717488"/>
              <a:ext cx="964" cy="244"/>
            </a:xfrm>
            <a:custGeom>
              <a:rect b="b" l="l" r="r" t="t"/>
              <a:pathLst>
                <a:path extrusionOk="0" h="18" w="71">
                  <a:moveTo>
                    <a:pt x="0" y="18"/>
                  </a:moveTo>
                  <a:lnTo>
                    <a:pt x="7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0" name="Google Shape;8450;p129"/>
            <p:cNvSpPr/>
            <p:nvPr/>
          </p:nvSpPr>
          <p:spPr>
            <a:xfrm>
              <a:off x="2374176" y="1716633"/>
              <a:ext cx="638" cy="54"/>
            </a:xfrm>
            <a:custGeom>
              <a:rect b="b" l="l" r="r" t="t"/>
              <a:pathLst>
                <a:path extrusionOk="0" h="4" w="47">
                  <a:moveTo>
                    <a:pt x="46" y="0"/>
                  </a:moveTo>
                  <a:cubicBezTo>
                    <a:pt x="29" y="0"/>
                    <a:pt x="15" y="0"/>
                    <a:pt x="1" y="4"/>
                  </a:cubicBezTo>
                  <a:cubicBezTo>
                    <a:pt x="15" y="4"/>
                    <a:pt x="29" y="0"/>
                    <a:pt x="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1" name="Google Shape;8451;p129"/>
            <p:cNvSpPr/>
            <p:nvPr/>
          </p:nvSpPr>
          <p:spPr>
            <a:xfrm>
              <a:off x="2374611" y="1725051"/>
              <a:ext cx="149" cy="109"/>
            </a:xfrm>
            <a:custGeom>
              <a:rect b="b" l="l" r="r" t="t"/>
              <a:pathLst>
                <a:path extrusionOk="0" h="8" w="11">
                  <a:moveTo>
                    <a:pt x="0" y="0"/>
                  </a:moveTo>
                  <a:lnTo>
                    <a:pt x="1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2" name="Google Shape;8452;p129"/>
            <p:cNvSpPr/>
            <p:nvPr/>
          </p:nvSpPr>
          <p:spPr>
            <a:xfrm>
              <a:off x="2375656" y="1726857"/>
              <a:ext cx="244" cy="530"/>
            </a:xfrm>
            <a:custGeom>
              <a:rect b="b" l="l" r="r" t="t"/>
              <a:pathLst>
                <a:path extrusionOk="0" h="39" w="18">
                  <a:moveTo>
                    <a:pt x="18" y="39"/>
                  </a:moveTo>
                  <a:cubicBezTo>
                    <a:pt x="11" y="25"/>
                    <a:pt x="7" y="14"/>
                    <a:pt x="0" y="0"/>
                  </a:cubicBezTo>
                  <a:cubicBezTo>
                    <a:pt x="7" y="14"/>
                    <a:pt x="11" y="25"/>
                    <a:pt x="18"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3" name="Google Shape;8453;p129"/>
            <p:cNvSpPr/>
            <p:nvPr/>
          </p:nvSpPr>
          <p:spPr>
            <a:xfrm>
              <a:off x="2374461" y="1724901"/>
              <a:ext cx="163" cy="109"/>
            </a:xfrm>
            <a:custGeom>
              <a:rect b="b" l="l" r="r" t="t"/>
              <a:pathLst>
                <a:path extrusionOk="0" h="8" w="12">
                  <a:moveTo>
                    <a:pt x="11"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4" name="Google Shape;8454;p129"/>
            <p:cNvSpPr/>
            <p:nvPr/>
          </p:nvSpPr>
          <p:spPr>
            <a:xfrm>
              <a:off x="2374896" y="1725377"/>
              <a:ext cx="149" cy="258"/>
            </a:xfrm>
            <a:custGeom>
              <a:rect b="b" l="l" r="r" t="t"/>
              <a:pathLst>
                <a:path extrusionOk="0" h="19" w="11">
                  <a:moveTo>
                    <a:pt x="11"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5" name="Google Shape;8455;p129"/>
            <p:cNvSpPr/>
            <p:nvPr/>
          </p:nvSpPr>
          <p:spPr>
            <a:xfrm>
              <a:off x="2374746" y="1725187"/>
              <a:ext cx="163" cy="163"/>
            </a:xfrm>
            <a:custGeom>
              <a:rect b="b" l="l" r="r" t="t"/>
              <a:pathLst>
                <a:path extrusionOk="0" h="12" w="12">
                  <a:moveTo>
                    <a:pt x="1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6" name="Google Shape;8456;p129"/>
            <p:cNvSpPr/>
            <p:nvPr/>
          </p:nvSpPr>
          <p:spPr>
            <a:xfrm>
              <a:off x="2375466" y="1726381"/>
              <a:ext cx="204" cy="434"/>
            </a:xfrm>
            <a:custGeom>
              <a:rect b="b" l="l" r="r" t="t"/>
              <a:pathLst>
                <a:path extrusionOk="0" h="32" w="15">
                  <a:moveTo>
                    <a:pt x="14" y="32"/>
                  </a:moveTo>
                  <a:cubicBezTo>
                    <a:pt x="7" y="18"/>
                    <a:pt x="4" y="7"/>
                    <a:pt x="0" y="0"/>
                  </a:cubicBezTo>
                  <a:cubicBezTo>
                    <a:pt x="4" y="7"/>
                    <a:pt x="7" y="18"/>
                    <a:pt x="14"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7" name="Google Shape;8457;p129"/>
            <p:cNvSpPr/>
            <p:nvPr/>
          </p:nvSpPr>
          <p:spPr>
            <a:xfrm>
              <a:off x="2375276" y="1725947"/>
              <a:ext cx="149" cy="394"/>
            </a:xfrm>
            <a:custGeom>
              <a:rect b="b" l="l" r="r" t="t"/>
              <a:pathLst>
                <a:path extrusionOk="0" h="29" w="11">
                  <a:moveTo>
                    <a:pt x="11" y="29"/>
                  </a:moveTo>
                  <a:cubicBezTo>
                    <a:pt x="7" y="18"/>
                    <a:pt x="4" y="8"/>
                    <a:pt x="0" y="1"/>
                  </a:cubicBezTo>
                  <a:cubicBezTo>
                    <a:pt x="4" y="8"/>
                    <a:pt x="7" y="18"/>
                    <a:pt x="11"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8" name="Google Shape;8458;p129"/>
            <p:cNvSpPr/>
            <p:nvPr/>
          </p:nvSpPr>
          <p:spPr>
            <a:xfrm>
              <a:off x="2375086" y="1725662"/>
              <a:ext cx="149" cy="299"/>
            </a:xfrm>
            <a:custGeom>
              <a:rect b="b" l="l" r="r" t="t"/>
              <a:pathLst>
                <a:path extrusionOk="0" h="22" w="11">
                  <a:moveTo>
                    <a:pt x="11" y="22"/>
                  </a:moveTo>
                  <a:cubicBezTo>
                    <a:pt x="7" y="11"/>
                    <a:pt x="4" y="4"/>
                    <a:pt x="0" y="1"/>
                  </a:cubicBezTo>
                  <a:cubicBezTo>
                    <a:pt x="4" y="4"/>
                    <a:pt x="7" y="11"/>
                    <a:pt x="11"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9" name="Google Shape;8459;p129"/>
            <p:cNvSpPr/>
            <p:nvPr/>
          </p:nvSpPr>
          <p:spPr>
            <a:xfrm>
              <a:off x="2367944" y="1717963"/>
              <a:ext cx="1113" cy="4901"/>
            </a:xfrm>
            <a:custGeom>
              <a:rect b="b" l="l" r="r" t="t"/>
              <a:pathLst>
                <a:path extrusionOk="0" h="361" w="82">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0" name="Google Shape;8460;p129"/>
            <p:cNvSpPr/>
            <p:nvPr/>
          </p:nvSpPr>
          <p:spPr>
            <a:xfrm>
              <a:off x="2376702" y="1727617"/>
              <a:ext cx="339" cy="109"/>
            </a:xfrm>
            <a:custGeom>
              <a:rect b="b" l="l" r="r" t="t"/>
              <a:pathLst>
                <a:path extrusionOk="0" h="8" w="25">
                  <a:moveTo>
                    <a:pt x="25"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1" name="Google Shape;8461;p129"/>
            <p:cNvSpPr/>
            <p:nvPr/>
          </p:nvSpPr>
          <p:spPr>
            <a:xfrm>
              <a:off x="2377177" y="1727753"/>
              <a:ext cx="244" cy="163"/>
            </a:xfrm>
            <a:custGeom>
              <a:rect b="b" l="l" r="r" t="t"/>
              <a:pathLst>
                <a:path extrusionOk="0" h="12" w="18">
                  <a:moveTo>
                    <a:pt x="18"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2" name="Google Shape;8462;p129"/>
            <p:cNvSpPr/>
            <p:nvPr/>
          </p:nvSpPr>
          <p:spPr>
            <a:xfrm>
              <a:off x="2377462" y="1727943"/>
              <a:ext cx="299" cy="204"/>
            </a:xfrm>
            <a:custGeom>
              <a:rect b="b" l="l" r="r" t="t"/>
              <a:pathLst>
                <a:path extrusionOk="0" h="15" w="22">
                  <a:moveTo>
                    <a:pt x="21" y="15"/>
                  </a:moveTo>
                  <a:cubicBezTo>
                    <a:pt x="14" y="11"/>
                    <a:pt x="7" y="8"/>
                    <a:pt x="0" y="1"/>
                  </a:cubicBezTo>
                  <a:cubicBezTo>
                    <a:pt x="7" y="8"/>
                    <a:pt x="14" y="11"/>
                    <a:pt x="21"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3" name="Google Shape;8463;p129"/>
            <p:cNvSpPr/>
            <p:nvPr/>
          </p:nvSpPr>
          <p:spPr>
            <a:xfrm>
              <a:off x="2376131" y="1727468"/>
              <a:ext cx="489" cy="109"/>
            </a:xfrm>
            <a:custGeom>
              <a:rect b="b" l="l" r="r" t="t"/>
              <a:pathLst>
                <a:path extrusionOk="0" h="8" w="36">
                  <a:moveTo>
                    <a:pt x="0" y="1"/>
                  </a:moveTo>
                  <a:cubicBezTo>
                    <a:pt x="11" y="1"/>
                    <a:pt x="25" y="4"/>
                    <a:pt x="35" y="8"/>
                  </a:cubicBezTo>
                  <a:cubicBezTo>
                    <a:pt x="25" y="4"/>
                    <a:pt x="11"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4" name="Google Shape;8464;p129"/>
            <p:cNvSpPr/>
            <p:nvPr/>
          </p:nvSpPr>
          <p:spPr>
            <a:xfrm>
              <a:off x="2377937" y="1728323"/>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5" name="Google Shape;8465;p129"/>
            <p:cNvSpPr/>
            <p:nvPr/>
          </p:nvSpPr>
          <p:spPr>
            <a:xfrm>
              <a:off x="2381169" y="1711881"/>
              <a:ext cx="32763" cy="27725"/>
            </a:xfrm>
            <a:custGeom>
              <a:rect b="b" l="l" r="r" t="t"/>
              <a:pathLst>
                <a:path extrusionOk="0" h="2042" w="2413">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6" name="Google Shape;8466;p129"/>
            <p:cNvSpPr/>
            <p:nvPr/>
          </p:nvSpPr>
          <p:spPr>
            <a:xfrm>
              <a:off x="2379363" y="1731459"/>
              <a:ext cx="6517" cy="4535"/>
            </a:xfrm>
            <a:custGeom>
              <a:rect b="b" l="l" r="r" t="t"/>
              <a:pathLst>
                <a:path extrusionOk="0" h="334" w="48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7" name="Google Shape;8467;p129"/>
            <p:cNvSpPr/>
            <p:nvPr/>
          </p:nvSpPr>
          <p:spPr>
            <a:xfrm>
              <a:off x="2389668" y="1712682"/>
              <a:ext cx="109" cy="109"/>
            </a:xfrm>
            <a:custGeom>
              <a:rect b="b" l="l" r="r" t="t"/>
              <a:pathLst>
                <a:path extrusionOk="0" h="8" w="8">
                  <a:moveTo>
                    <a:pt x="1" y="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8" name="Google Shape;8468;p129"/>
            <p:cNvSpPr/>
            <p:nvPr/>
          </p:nvSpPr>
          <p:spPr>
            <a:xfrm>
              <a:off x="2389953" y="1712111"/>
              <a:ext cx="204" cy="258"/>
            </a:xfrm>
            <a:custGeom>
              <a:rect b="b" l="l" r="r" t="t"/>
              <a:pathLst>
                <a:path extrusionOk="0" h="19" w="15">
                  <a:moveTo>
                    <a:pt x="1" y="18"/>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9" name="Google Shape;8469;p129"/>
            <p:cNvSpPr/>
            <p:nvPr/>
          </p:nvSpPr>
          <p:spPr>
            <a:xfrm>
              <a:off x="2389532" y="1713021"/>
              <a:ext cx="54" cy="54"/>
            </a:xfrm>
            <a:custGeom>
              <a:rect b="b" l="l" r="r" t="t"/>
              <a:pathLst>
                <a:path extrusionOk="0" h="4" w="4">
                  <a:moveTo>
                    <a:pt x="0" y="4"/>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0" name="Google Shape;8470;p129"/>
            <p:cNvSpPr/>
            <p:nvPr/>
          </p:nvSpPr>
          <p:spPr>
            <a:xfrm>
              <a:off x="2389573" y="1712872"/>
              <a:ext cx="68" cy="109"/>
            </a:xfrm>
            <a:custGeom>
              <a:rect b="b" l="l" r="r" t="t"/>
              <a:pathLst>
                <a:path extrusionOk="0" h="8" w="5">
                  <a:moveTo>
                    <a:pt x="1"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1" name="Google Shape;8471;p129"/>
            <p:cNvSpPr/>
            <p:nvPr/>
          </p:nvSpPr>
          <p:spPr>
            <a:xfrm>
              <a:off x="2389763" y="1712397"/>
              <a:ext cx="204" cy="258"/>
            </a:xfrm>
            <a:custGeom>
              <a:rect b="b" l="l" r="r" t="t"/>
              <a:pathLst>
                <a:path extrusionOk="0" h="19" w="15">
                  <a:moveTo>
                    <a:pt x="1" y="18"/>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2" name="Google Shape;8472;p129"/>
            <p:cNvSpPr/>
            <p:nvPr/>
          </p:nvSpPr>
          <p:spPr>
            <a:xfrm>
              <a:off x="2389478" y="1713116"/>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3" name="Google Shape;8473;p129"/>
            <p:cNvSpPr/>
            <p:nvPr/>
          </p:nvSpPr>
          <p:spPr>
            <a:xfrm>
              <a:off x="2381114" y="1715248"/>
              <a:ext cx="353" cy="774"/>
            </a:xfrm>
            <a:custGeom>
              <a:rect b="b" l="l" r="r" t="t"/>
              <a:pathLst>
                <a:path extrusionOk="0" h="57" w="26">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4" name="Google Shape;8474;p129"/>
            <p:cNvSpPr/>
            <p:nvPr/>
          </p:nvSpPr>
          <p:spPr>
            <a:xfrm>
              <a:off x="2381114" y="1715248"/>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5" name="Google Shape;8475;p129"/>
            <p:cNvSpPr/>
            <p:nvPr/>
          </p:nvSpPr>
          <p:spPr>
            <a:xfrm>
              <a:off x="2381209" y="1715248"/>
              <a:ext cx="3530" cy="1779"/>
            </a:xfrm>
            <a:custGeom>
              <a:rect b="b" l="l" r="r" t="t"/>
              <a:pathLst>
                <a:path extrusionOk="0" h="131" w="260">
                  <a:moveTo>
                    <a:pt x="1" y="1"/>
                  </a:moveTo>
                  <a:cubicBezTo>
                    <a:pt x="53" y="1"/>
                    <a:pt x="193" y="64"/>
                    <a:pt x="260" y="130"/>
                  </a:cubicBezTo>
                  <a:cubicBezTo>
                    <a:pt x="193" y="64"/>
                    <a:pt x="53"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6" name="Google Shape;8476;p129"/>
            <p:cNvSpPr/>
            <p:nvPr/>
          </p:nvSpPr>
          <p:spPr>
            <a:xfrm>
              <a:off x="2390198" y="1711921"/>
              <a:ext cx="149" cy="163"/>
            </a:xfrm>
            <a:custGeom>
              <a:rect b="b" l="l" r="r" t="t"/>
              <a:pathLst>
                <a:path extrusionOk="0" h="12" w="11">
                  <a:moveTo>
                    <a:pt x="11" y="1"/>
                  </a:moveTo>
                  <a:lnTo>
                    <a:pt x="0" y="11"/>
                  </a:ln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7" name="Google Shape;8477;p129"/>
            <p:cNvSpPr/>
            <p:nvPr/>
          </p:nvSpPr>
          <p:spPr>
            <a:xfrm>
              <a:off x="2379404" y="1731799"/>
              <a:ext cx="163" cy="244"/>
            </a:xfrm>
            <a:custGeom>
              <a:rect b="b" l="l" r="r" t="t"/>
              <a:pathLst>
                <a:path extrusionOk="0" h="18" w="12">
                  <a:moveTo>
                    <a:pt x="1" y="0"/>
                  </a:moveTo>
                  <a:cubicBezTo>
                    <a:pt x="4" y="7"/>
                    <a:pt x="8" y="14"/>
                    <a:pt x="11" y="18"/>
                  </a:cubicBezTo>
                  <a:cubicBezTo>
                    <a:pt x="8" y="11"/>
                    <a:pt x="4"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8" name="Google Shape;8478;p129"/>
            <p:cNvSpPr/>
            <p:nvPr/>
          </p:nvSpPr>
          <p:spPr>
            <a:xfrm>
              <a:off x="2379268" y="1731459"/>
              <a:ext cx="149" cy="258"/>
            </a:xfrm>
            <a:custGeom>
              <a:rect b="b" l="l" r="r" t="t"/>
              <a:pathLst>
                <a:path extrusionOk="0" h="19" w="11">
                  <a:moveTo>
                    <a:pt x="0" y="1"/>
                  </a:moveTo>
                  <a:cubicBezTo>
                    <a:pt x="4" y="8"/>
                    <a:pt x="7" y="15"/>
                    <a:pt x="11" y="18"/>
                  </a:cubicBezTo>
                  <a:cubicBezTo>
                    <a:pt x="7" y="11"/>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9" name="Google Shape;8479;p129"/>
            <p:cNvSpPr/>
            <p:nvPr/>
          </p:nvSpPr>
          <p:spPr>
            <a:xfrm>
              <a:off x="2403748" y="1738262"/>
              <a:ext cx="339" cy="244"/>
            </a:xfrm>
            <a:custGeom>
              <a:rect b="b" l="l" r="r" t="t"/>
              <a:pathLst>
                <a:path extrusionOk="0" h="18" w="25">
                  <a:moveTo>
                    <a:pt x="25" y="1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0" name="Google Shape;8480;p129"/>
            <p:cNvSpPr/>
            <p:nvPr/>
          </p:nvSpPr>
          <p:spPr>
            <a:xfrm>
              <a:off x="2404888" y="1738968"/>
              <a:ext cx="720" cy="394"/>
            </a:xfrm>
            <a:custGeom>
              <a:rect b="b" l="l" r="r" t="t"/>
              <a:pathLst>
                <a:path extrusionOk="0" h="29" w="53">
                  <a:moveTo>
                    <a:pt x="53" y="29"/>
                  </a:moveTo>
                  <a:cubicBezTo>
                    <a:pt x="35" y="18"/>
                    <a:pt x="18" y="11"/>
                    <a:pt x="0" y="1"/>
                  </a:cubicBezTo>
                  <a:cubicBezTo>
                    <a:pt x="18" y="11"/>
                    <a:pt x="35" y="18"/>
                    <a:pt x="53"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1" name="Google Shape;8481;p129"/>
            <p:cNvSpPr/>
            <p:nvPr/>
          </p:nvSpPr>
          <p:spPr>
            <a:xfrm>
              <a:off x="2403273" y="1737922"/>
              <a:ext cx="299" cy="204"/>
            </a:xfrm>
            <a:custGeom>
              <a:rect b="b" l="l" r="r" t="t"/>
              <a:pathLst>
                <a:path extrusionOk="0" h="15" w="22">
                  <a:moveTo>
                    <a:pt x="21"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2" name="Google Shape;8482;p129"/>
            <p:cNvSpPr/>
            <p:nvPr/>
          </p:nvSpPr>
          <p:spPr>
            <a:xfrm>
              <a:off x="2398901" y="1729613"/>
              <a:ext cx="1005" cy="584"/>
            </a:xfrm>
            <a:custGeom>
              <a:rect b="b" l="l" r="r" t="t"/>
              <a:pathLst>
                <a:path extrusionOk="0" h="43" w="74">
                  <a:moveTo>
                    <a:pt x="73" y="0"/>
                  </a:moveTo>
                  <a:cubicBezTo>
                    <a:pt x="49" y="11"/>
                    <a:pt x="25" y="25"/>
                    <a:pt x="0" y="42"/>
                  </a:cubicBezTo>
                  <a:cubicBezTo>
                    <a:pt x="25" y="28"/>
                    <a:pt x="49" y="11"/>
                    <a:pt x="7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3" name="Google Shape;8483;p129"/>
            <p:cNvSpPr/>
            <p:nvPr/>
          </p:nvSpPr>
          <p:spPr>
            <a:xfrm>
              <a:off x="2405839" y="1739443"/>
              <a:ext cx="394" cy="204"/>
            </a:xfrm>
            <a:custGeom>
              <a:rect b="b" l="l" r="r" t="t"/>
              <a:pathLst>
                <a:path extrusionOk="0" h="15" w="29">
                  <a:moveTo>
                    <a:pt x="28" y="15"/>
                  </a:moveTo>
                  <a:lnTo>
                    <a:pt x="28" y="15"/>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4" name="Google Shape;8484;p129"/>
            <p:cNvSpPr/>
            <p:nvPr/>
          </p:nvSpPr>
          <p:spPr>
            <a:xfrm>
              <a:off x="2385486" y="1735981"/>
              <a:ext cx="353" cy="14"/>
            </a:xfrm>
            <a:custGeom>
              <a:rect b="b" l="l" r="r" t="t"/>
              <a:pathLst>
                <a:path extrusionOk="0" h="1" w="26">
                  <a:moveTo>
                    <a:pt x="25" y="0"/>
                  </a:moveTo>
                  <a:lnTo>
                    <a:pt x="1" y="0"/>
                  </a:lnTo>
                  <a:lnTo>
                    <a:pt x="25" y="0"/>
                  </a:ln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5" name="Google Shape;8485;p129"/>
            <p:cNvSpPr/>
            <p:nvPr/>
          </p:nvSpPr>
          <p:spPr>
            <a:xfrm>
              <a:off x="2379784" y="1732369"/>
              <a:ext cx="204" cy="244"/>
            </a:xfrm>
            <a:custGeom>
              <a:rect b="b" l="l" r="r" t="t"/>
              <a:pathLst>
                <a:path extrusionOk="0" h="18" w="15">
                  <a:moveTo>
                    <a:pt x="15" y="18"/>
                  </a:moveTo>
                  <a:cubicBezTo>
                    <a:pt x="11" y="14"/>
                    <a:pt x="4" y="7"/>
                    <a:pt x="1" y="0"/>
                  </a:cubicBezTo>
                  <a:cubicBezTo>
                    <a:pt x="4" y="7"/>
                    <a:pt x="11" y="14"/>
                    <a:pt x="15"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6" name="Google Shape;8486;p129"/>
            <p:cNvSpPr/>
            <p:nvPr/>
          </p:nvSpPr>
          <p:spPr>
            <a:xfrm>
              <a:off x="2402933" y="1737596"/>
              <a:ext cx="258" cy="204"/>
            </a:xfrm>
            <a:custGeom>
              <a:rect b="b" l="l" r="r" t="t"/>
              <a:pathLst>
                <a:path extrusionOk="0" h="15" w="19">
                  <a:moveTo>
                    <a:pt x="18"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7" name="Google Shape;8487;p129"/>
            <p:cNvSpPr/>
            <p:nvPr/>
          </p:nvSpPr>
          <p:spPr>
            <a:xfrm>
              <a:off x="2379594" y="1732125"/>
              <a:ext cx="163" cy="204"/>
            </a:xfrm>
            <a:custGeom>
              <a:rect b="b" l="l" r="r" t="t"/>
              <a:pathLst>
                <a:path extrusionOk="0" h="15" w="12">
                  <a:moveTo>
                    <a:pt x="11" y="15"/>
                  </a:moveTo>
                  <a:cubicBezTo>
                    <a:pt x="8" y="11"/>
                    <a:pt x="4" y="4"/>
                    <a:pt x="1" y="1"/>
                  </a:cubicBezTo>
                  <a:cubicBezTo>
                    <a:pt x="4" y="4"/>
                    <a:pt x="8" y="11"/>
                    <a:pt x="11"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8" name="Google Shape;8488;p129"/>
            <p:cNvSpPr/>
            <p:nvPr/>
          </p:nvSpPr>
          <p:spPr>
            <a:xfrm>
              <a:off x="2380069" y="1732695"/>
              <a:ext cx="204" cy="163"/>
            </a:xfrm>
            <a:custGeom>
              <a:rect b="b" l="l" r="r" t="t"/>
              <a:pathLst>
                <a:path extrusionOk="0" h="12" w="15">
                  <a:moveTo>
                    <a:pt x="15"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9" name="Google Shape;8489;p129"/>
            <p:cNvSpPr/>
            <p:nvPr/>
          </p:nvSpPr>
          <p:spPr>
            <a:xfrm>
              <a:off x="2402648" y="1737311"/>
              <a:ext cx="204" cy="244"/>
            </a:xfrm>
            <a:custGeom>
              <a:rect b="b" l="l" r="r" t="t"/>
              <a:pathLst>
                <a:path extrusionOk="0" h="18" w="15">
                  <a:moveTo>
                    <a:pt x="15" y="18"/>
                  </a:moveTo>
                  <a:cubicBezTo>
                    <a:pt x="11" y="11"/>
                    <a:pt x="8" y="7"/>
                    <a:pt x="1" y="0"/>
                  </a:cubicBezTo>
                  <a:cubicBezTo>
                    <a:pt x="8" y="7"/>
                    <a:pt x="11" y="11"/>
                    <a:pt x="15"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0" name="Google Shape;8490;p129"/>
            <p:cNvSpPr/>
            <p:nvPr/>
          </p:nvSpPr>
          <p:spPr>
            <a:xfrm>
              <a:off x="2380408" y="1732885"/>
              <a:ext cx="339" cy="204"/>
            </a:xfrm>
            <a:custGeom>
              <a:rect b="b" l="l" r="r" t="t"/>
              <a:pathLst>
                <a:path extrusionOk="0" h="15" w="25">
                  <a:moveTo>
                    <a:pt x="25" y="15"/>
                  </a:moveTo>
                  <a:cubicBezTo>
                    <a:pt x="14" y="11"/>
                    <a:pt x="7" y="8"/>
                    <a:pt x="0" y="1"/>
                  </a:cubicBezTo>
                  <a:cubicBezTo>
                    <a:pt x="7" y="8"/>
                    <a:pt x="14" y="11"/>
                    <a:pt x="25"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1" name="Google Shape;8491;p129"/>
            <p:cNvSpPr/>
            <p:nvPr/>
          </p:nvSpPr>
          <p:spPr>
            <a:xfrm>
              <a:off x="2404264" y="1738588"/>
              <a:ext cx="543" cy="353"/>
            </a:xfrm>
            <a:custGeom>
              <a:rect b="b" l="l" r="r" t="t"/>
              <a:pathLst>
                <a:path extrusionOk="0" h="26" w="40">
                  <a:moveTo>
                    <a:pt x="39" y="2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2" name="Google Shape;8492;p129"/>
            <p:cNvSpPr/>
            <p:nvPr/>
          </p:nvSpPr>
          <p:spPr>
            <a:xfrm>
              <a:off x="2392329" y="1712641"/>
              <a:ext cx="3109" cy="2295"/>
            </a:xfrm>
            <a:custGeom>
              <a:rect b="b" l="l" r="r" t="t"/>
              <a:pathLst>
                <a:path extrusionOk="0" h="169" w="229">
                  <a:moveTo>
                    <a:pt x="228" y="168"/>
                  </a:moveTo>
                  <a:cubicBezTo>
                    <a:pt x="158" y="98"/>
                    <a:pt x="74" y="11"/>
                    <a:pt x="1" y="0"/>
                  </a:cubicBezTo>
                  <a:cubicBezTo>
                    <a:pt x="74" y="11"/>
                    <a:pt x="158" y="98"/>
                    <a:pt x="228" y="16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3" name="Google Shape;8493;p129"/>
            <p:cNvSpPr/>
            <p:nvPr/>
          </p:nvSpPr>
          <p:spPr>
            <a:xfrm>
              <a:off x="2405364" y="1714447"/>
              <a:ext cx="244" cy="204"/>
            </a:xfrm>
            <a:custGeom>
              <a:rect b="b" l="l" r="r" t="t"/>
              <a:pathLst>
                <a:path extrusionOk="0" h="15" w="18">
                  <a:moveTo>
                    <a:pt x="0" y="1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4" name="Google Shape;8494;p129"/>
            <p:cNvSpPr/>
            <p:nvPr/>
          </p:nvSpPr>
          <p:spPr>
            <a:xfrm>
              <a:off x="2400612" y="171729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5" name="Google Shape;8495;p129"/>
            <p:cNvSpPr/>
            <p:nvPr/>
          </p:nvSpPr>
          <p:spPr>
            <a:xfrm>
              <a:off x="2403884" y="1715153"/>
              <a:ext cx="299" cy="109"/>
            </a:xfrm>
            <a:custGeom>
              <a:rect b="b" l="l" r="r" t="t"/>
              <a:pathLst>
                <a:path extrusionOk="0" h="8" w="22">
                  <a:moveTo>
                    <a:pt x="1" y="8"/>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6" name="Google Shape;8496;p129"/>
            <p:cNvSpPr/>
            <p:nvPr/>
          </p:nvSpPr>
          <p:spPr>
            <a:xfrm>
              <a:off x="2404603" y="1714868"/>
              <a:ext cx="299" cy="109"/>
            </a:xfrm>
            <a:custGeom>
              <a:rect b="b" l="l" r="r" t="t"/>
              <a:pathLst>
                <a:path extrusionOk="0" h="8" w="22">
                  <a:moveTo>
                    <a:pt x="0" y="8"/>
                  </a:moveTo>
                  <a:lnTo>
                    <a:pt x="2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7" name="Google Shape;8497;p129"/>
            <p:cNvSpPr/>
            <p:nvPr/>
          </p:nvSpPr>
          <p:spPr>
            <a:xfrm>
              <a:off x="2403504" y="1715302"/>
              <a:ext cx="299" cy="109"/>
            </a:xfrm>
            <a:custGeom>
              <a:rect b="b" l="l" r="r" t="t"/>
              <a:pathLst>
                <a:path extrusionOk="0" h="8" w="22">
                  <a:moveTo>
                    <a:pt x="1" y="7"/>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8" name="Google Shape;8498;p129"/>
            <p:cNvSpPr/>
            <p:nvPr/>
          </p:nvSpPr>
          <p:spPr>
            <a:xfrm>
              <a:off x="2404929" y="1714637"/>
              <a:ext cx="353" cy="204"/>
            </a:xfrm>
            <a:custGeom>
              <a:rect b="b" l="l" r="r" t="t"/>
              <a:pathLst>
                <a:path extrusionOk="0" h="15" w="26">
                  <a:moveTo>
                    <a:pt x="1" y="14"/>
                  </a:move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9" name="Google Shape;8499;p129"/>
            <p:cNvSpPr/>
            <p:nvPr/>
          </p:nvSpPr>
          <p:spPr>
            <a:xfrm>
              <a:off x="2404223" y="1715017"/>
              <a:ext cx="299" cy="149"/>
            </a:xfrm>
            <a:custGeom>
              <a:rect b="b" l="l" r="r" t="t"/>
              <a:pathLst>
                <a:path extrusionOk="0" h="11" w="22">
                  <a:moveTo>
                    <a:pt x="0" y="11"/>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0" name="Google Shape;8500;p129"/>
            <p:cNvSpPr/>
            <p:nvPr/>
          </p:nvSpPr>
          <p:spPr>
            <a:xfrm>
              <a:off x="2390333" y="1711921"/>
              <a:ext cx="543" cy="299"/>
            </a:xfrm>
            <a:custGeom>
              <a:rect b="b" l="l" r="r" t="t"/>
              <a:pathLst>
                <a:path extrusionOk="0" h="22" w="40">
                  <a:moveTo>
                    <a:pt x="1" y="1"/>
                  </a:moveTo>
                  <a:cubicBezTo>
                    <a:pt x="11" y="8"/>
                    <a:pt x="25" y="15"/>
                    <a:pt x="39" y="22"/>
                  </a:cubicBezTo>
                  <a:cubicBezTo>
                    <a:pt x="29" y="15"/>
                    <a:pt x="15"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1" name="Google Shape;8501;p129"/>
            <p:cNvSpPr/>
            <p:nvPr/>
          </p:nvSpPr>
          <p:spPr>
            <a:xfrm>
              <a:off x="2390958" y="1712261"/>
              <a:ext cx="394" cy="149"/>
            </a:xfrm>
            <a:custGeom>
              <a:rect b="b" l="l" r="r" t="t"/>
              <a:pathLst>
                <a:path extrusionOk="0" h="11" w="29">
                  <a:moveTo>
                    <a:pt x="0" y="0"/>
                  </a:moveTo>
                  <a:lnTo>
                    <a:pt x="2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2" name="Google Shape;8502;p129"/>
            <p:cNvSpPr/>
            <p:nvPr/>
          </p:nvSpPr>
          <p:spPr>
            <a:xfrm>
              <a:off x="2391664" y="1712492"/>
              <a:ext cx="204" cy="68"/>
            </a:xfrm>
            <a:custGeom>
              <a:rect b="b" l="l" r="r" t="t"/>
              <a:pathLst>
                <a:path extrusionOk="0" h="5" w="15">
                  <a:moveTo>
                    <a:pt x="1" y="1"/>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3" name="Google Shape;8503;p129"/>
            <p:cNvSpPr/>
            <p:nvPr/>
          </p:nvSpPr>
          <p:spPr>
            <a:xfrm>
              <a:off x="2400136" y="1717244"/>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4" name="Google Shape;8504;p129"/>
            <p:cNvSpPr/>
            <p:nvPr/>
          </p:nvSpPr>
          <p:spPr>
            <a:xfrm>
              <a:off x="2406029" y="1713822"/>
              <a:ext cx="244" cy="258"/>
            </a:xfrm>
            <a:custGeom>
              <a:rect b="b" l="l" r="r" t="t"/>
              <a:pathLst>
                <a:path extrusionOk="0" h="19" w="18">
                  <a:moveTo>
                    <a:pt x="18" y="1"/>
                  </a:moveTo>
                  <a:cubicBezTo>
                    <a:pt x="11" y="8"/>
                    <a:pt x="4" y="15"/>
                    <a:pt x="0" y="18"/>
                  </a:cubicBezTo>
                  <a:cubicBezTo>
                    <a:pt x="4" y="15"/>
                    <a:pt x="11" y="8"/>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5" name="Google Shape;8505;p129"/>
            <p:cNvSpPr/>
            <p:nvPr/>
          </p:nvSpPr>
          <p:spPr>
            <a:xfrm>
              <a:off x="2398331" y="1716578"/>
              <a:ext cx="530" cy="204"/>
            </a:xfrm>
            <a:custGeom>
              <a:rect b="b" l="l" r="r" t="t"/>
              <a:pathLst>
                <a:path extrusionOk="0" h="15" w="39">
                  <a:moveTo>
                    <a:pt x="0" y="1"/>
                  </a:moveTo>
                  <a:lnTo>
                    <a:pt x="0" y="1"/>
                  </a:lnTo>
                  <a:cubicBezTo>
                    <a:pt x="14" y="4"/>
                    <a:pt x="28" y="8"/>
                    <a:pt x="39" y="15"/>
                  </a:cubicBezTo>
                  <a:cubicBezTo>
                    <a:pt x="28" y="8"/>
                    <a:pt x="14"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6" name="Google Shape;8506;p129"/>
            <p:cNvSpPr/>
            <p:nvPr/>
          </p:nvSpPr>
          <p:spPr>
            <a:xfrm>
              <a:off x="2399702" y="1717108"/>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7" name="Google Shape;8507;p129"/>
            <p:cNvSpPr/>
            <p:nvPr/>
          </p:nvSpPr>
          <p:spPr>
            <a:xfrm>
              <a:off x="2405649" y="1714162"/>
              <a:ext cx="339" cy="244"/>
            </a:xfrm>
            <a:custGeom>
              <a:rect b="b" l="l" r="r" t="t"/>
              <a:pathLst>
                <a:path extrusionOk="0" h="18" w="25">
                  <a:moveTo>
                    <a:pt x="25" y="0"/>
                  </a:moveTo>
                  <a:cubicBezTo>
                    <a:pt x="14" y="4"/>
                    <a:pt x="7" y="11"/>
                    <a:pt x="0" y="18"/>
                  </a:cubicBezTo>
                  <a:cubicBezTo>
                    <a:pt x="7" y="11"/>
                    <a:pt x="18" y="4"/>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8" name="Google Shape;8508;p129"/>
            <p:cNvSpPr/>
            <p:nvPr/>
          </p:nvSpPr>
          <p:spPr>
            <a:xfrm>
              <a:off x="2400747" y="1717244"/>
              <a:ext cx="163" cy="14"/>
            </a:xfrm>
            <a:custGeom>
              <a:rect b="b" l="l" r="r" t="t"/>
              <a:pathLst>
                <a:path extrusionOk="0" h="1" w="12">
                  <a:moveTo>
                    <a:pt x="1"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9" name="Google Shape;8509;p129"/>
            <p:cNvSpPr/>
            <p:nvPr/>
          </p:nvSpPr>
          <p:spPr>
            <a:xfrm>
              <a:off x="2399322" y="1716959"/>
              <a:ext cx="109" cy="68"/>
            </a:xfrm>
            <a:custGeom>
              <a:rect b="b" l="l" r="r" t="t"/>
              <a:pathLst>
                <a:path extrusionOk="0" h="5" w="8">
                  <a:moveTo>
                    <a:pt x="1" y="1"/>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0" name="Google Shape;8510;p129"/>
            <p:cNvSpPr/>
            <p:nvPr/>
          </p:nvSpPr>
          <p:spPr>
            <a:xfrm>
              <a:off x="2381454" y="1716008"/>
              <a:ext cx="2485" cy="5010"/>
            </a:xfrm>
            <a:custGeom>
              <a:rect b="b" l="l" r="r" t="t"/>
              <a:pathLst>
                <a:path extrusionOk="0" h="369" w="183">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1" name="Google Shape;8511;p129"/>
            <p:cNvSpPr/>
            <p:nvPr/>
          </p:nvSpPr>
          <p:spPr>
            <a:xfrm>
              <a:off x="2390863" y="1732315"/>
              <a:ext cx="14" cy="204"/>
            </a:xfrm>
            <a:custGeom>
              <a:rect b="b" l="l" r="r" t="t"/>
              <a:pathLst>
                <a:path extrusionOk="0" h="15" w="1">
                  <a:moveTo>
                    <a:pt x="0" y="1"/>
                  </a:moveTo>
                  <a:lnTo>
                    <a:pt x="0" y="11"/>
                  </a:lnTo>
                  <a:cubicBezTo>
                    <a:pt x="0" y="15"/>
                    <a:pt x="0"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2" name="Google Shape;8512;p129"/>
            <p:cNvSpPr/>
            <p:nvPr/>
          </p:nvSpPr>
          <p:spPr>
            <a:xfrm>
              <a:off x="2390958" y="1732790"/>
              <a:ext cx="54" cy="204"/>
            </a:xfrm>
            <a:custGeom>
              <a:rect b="b" l="l" r="r" t="t"/>
              <a:pathLst>
                <a:path extrusionOk="0" h="15" w="4">
                  <a:moveTo>
                    <a:pt x="0" y="1"/>
                  </a:moveTo>
                  <a:lnTo>
                    <a:pt x="4"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3" name="Google Shape;8513;p129"/>
            <p:cNvSpPr/>
            <p:nvPr/>
          </p:nvSpPr>
          <p:spPr>
            <a:xfrm>
              <a:off x="2390809" y="1732179"/>
              <a:ext cx="68" cy="109"/>
            </a:xfrm>
            <a:custGeom>
              <a:rect b="b" l="l" r="r" t="t"/>
              <a:pathLst>
                <a:path extrusionOk="0" h="8" w="5">
                  <a:moveTo>
                    <a:pt x="4" y="0"/>
                  </a:moveTo>
                  <a:cubicBezTo>
                    <a:pt x="1" y="4"/>
                    <a:pt x="1" y="7"/>
                    <a:pt x="4" y="7"/>
                  </a:cubicBezTo>
                  <a:cubicBezTo>
                    <a:pt x="1" y="7"/>
                    <a:pt x="1" y="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4" name="Google Shape;8514;p129"/>
            <p:cNvSpPr/>
            <p:nvPr/>
          </p:nvSpPr>
          <p:spPr>
            <a:xfrm>
              <a:off x="2391243" y="1733550"/>
              <a:ext cx="149" cy="353"/>
            </a:xfrm>
            <a:custGeom>
              <a:rect b="b" l="l" r="r" t="t"/>
              <a:pathLst>
                <a:path extrusionOk="0" h="26" w="11">
                  <a:moveTo>
                    <a:pt x="0" y="1"/>
                  </a:moveTo>
                  <a:lnTo>
                    <a:pt x="1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5" name="Google Shape;8515;p129"/>
            <p:cNvSpPr/>
            <p:nvPr/>
          </p:nvSpPr>
          <p:spPr>
            <a:xfrm>
              <a:off x="2391813" y="1734691"/>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6" name="Google Shape;8516;p129"/>
            <p:cNvSpPr/>
            <p:nvPr/>
          </p:nvSpPr>
          <p:spPr>
            <a:xfrm>
              <a:off x="2391474" y="1734080"/>
              <a:ext cx="258" cy="489"/>
            </a:xfrm>
            <a:custGeom>
              <a:rect b="b" l="l" r="r" t="t"/>
              <a:pathLst>
                <a:path extrusionOk="0" h="36" w="19">
                  <a:moveTo>
                    <a:pt x="1" y="0"/>
                  </a:moveTo>
                  <a:cubicBezTo>
                    <a:pt x="4" y="11"/>
                    <a:pt x="11" y="21"/>
                    <a:pt x="18" y="35"/>
                  </a:cubicBezTo>
                  <a:cubicBezTo>
                    <a:pt x="11" y="21"/>
                    <a:pt x="4"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7" name="Google Shape;8517;p129"/>
            <p:cNvSpPr/>
            <p:nvPr/>
          </p:nvSpPr>
          <p:spPr>
            <a:xfrm>
              <a:off x="2390904" y="1732559"/>
              <a:ext cx="14" cy="149"/>
            </a:xfrm>
            <a:custGeom>
              <a:rect b="b" l="l" r="r" t="t"/>
              <a:pathLst>
                <a:path extrusionOk="0" h="11" w="1">
                  <a:moveTo>
                    <a:pt x="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8" name="Google Shape;8518;p129"/>
            <p:cNvSpPr/>
            <p:nvPr/>
          </p:nvSpPr>
          <p:spPr>
            <a:xfrm>
              <a:off x="2391094" y="1733170"/>
              <a:ext cx="109" cy="258"/>
            </a:xfrm>
            <a:custGeom>
              <a:rect b="b" l="l" r="r" t="t"/>
              <a:pathLst>
                <a:path extrusionOk="0" h="19" w="8">
                  <a:moveTo>
                    <a:pt x="1" y="1"/>
                  </a:moveTo>
                  <a:lnTo>
                    <a:pt x="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9" name="Google Shape;8519;p129"/>
            <p:cNvSpPr/>
            <p:nvPr/>
          </p:nvSpPr>
          <p:spPr>
            <a:xfrm>
              <a:off x="2384726" y="1733930"/>
              <a:ext cx="109" cy="109"/>
            </a:xfrm>
            <a:custGeom>
              <a:rect b="b" l="l" r="r" t="t"/>
              <a:pathLst>
                <a:path extrusionOk="0" h="8" w="8">
                  <a:moveTo>
                    <a:pt x="8"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0" name="Google Shape;8520;p129"/>
            <p:cNvSpPr/>
            <p:nvPr/>
          </p:nvSpPr>
          <p:spPr>
            <a:xfrm>
              <a:off x="2379308" y="1731459"/>
              <a:ext cx="299" cy="163"/>
            </a:xfrm>
            <a:custGeom>
              <a:rect b="b" l="l" r="r" t="t"/>
              <a:pathLst>
                <a:path extrusionOk="0" h="12" w="22">
                  <a:moveTo>
                    <a:pt x="1" y="1"/>
                  </a:moveTo>
                  <a:lnTo>
                    <a:pt x="22" y="11"/>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1" name="Google Shape;8521;p129"/>
            <p:cNvSpPr/>
            <p:nvPr/>
          </p:nvSpPr>
          <p:spPr>
            <a:xfrm>
              <a:off x="2385350" y="1734691"/>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2" name="Google Shape;8522;p129"/>
            <p:cNvSpPr/>
            <p:nvPr/>
          </p:nvSpPr>
          <p:spPr>
            <a:xfrm>
              <a:off x="2379784" y="1731744"/>
              <a:ext cx="543" cy="299"/>
            </a:xfrm>
            <a:custGeom>
              <a:rect b="b" l="l" r="r" t="t"/>
              <a:pathLst>
                <a:path extrusionOk="0" h="22" w="40">
                  <a:moveTo>
                    <a:pt x="39"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3" name="Google Shape;8523;p129"/>
            <p:cNvSpPr/>
            <p:nvPr/>
          </p:nvSpPr>
          <p:spPr>
            <a:xfrm>
              <a:off x="2385826" y="173579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4" name="Google Shape;8524;p129"/>
            <p:cNvSpPr/>
            <p:nvPr/>
          </p:nvSpPr>
          <p:spPr>
            <a:xfrm>
              <a:off x="2385676" y="1735220"/>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5" name="Google Shape;8525;p129"/>
            <p:cNvSpPr/>
            <p:nvPr/>
          </p:nvSpPr>
          <p:spPr>
            <a:xfrm>
              <a:off x="2381264" y="1715682"/>
              <a:ext cx="434" cy="774"/>
            </a:xfrm>
            <a:custGeom>
              <a:rect b="b" l="l" r="r" t="t"/>
              <a:pathLst>
                <a:path extrusionOk="0" h="57" w="32">
                  <a:moveTo>
                    <a:pt x="0" y="0"/>
                  </a:moveTo>
                  <a:cubicBezTo>
                    <a:pt x="7" y="18"/>
                    <a:pt x="21" y="39"/>
                    <a:pt x="32" y="56"/>
                  </a:cubicBezTo>
                  <a:lnTo>
                    <a:pt x="14" y="25"/>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6" name="Google Shape;8526;p129"/>
            <p:cNvSpPr/>
            <p:nvPr/>
          </p:nvSpPr>
          <p:spPr>
            <a:xfrm>
              <a:off x="2379404" y="1731324"/>
              <a:ext cx="14" cy="54"/>
            </a:xfrm>
            <a:custGeom>
              <a:rect b="b" l="l" r="r" t="t"/>
              <a:pathLst>
                <a:path extrusionOk="0" h="4" w="1">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7" name="Google Shape;8527;p129"/>
            <p:cNvSpPr/>
            <p:nvPr/>
          </p:nvSpPr>
          <p:spPr>
            <a:xfrm>
              <a:off x="2385826" y="1735981"/>
              <a:ext cx="14" cy="14"/>
            </a:xfrm>
            <a:custGeom>
              <a:rect b="b" l="l" r="r" t="t"/>
              <a:pathLst>
                <a:path extrusionOk="0" h="1" w="1">
                  <a:moveTo>
                    <a:pt x="0" y="0"/>
                  </a:moveTo>
                  <a:lnTo>
                    <a:pt x="0" y="0"/>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8" name="Google Shape;8528;p129"/>
            <p:cNvSpPr/>
            <p:nvPr/>
          </p:nvSpPr>
          <p:spPr>
            <a:xfrm>
              <a:off x="2497528" y="1743000"/>
              <a:ext cx="87140" cy="73726"/>
            </a:xfrm>
            <a:custGeom>
              <a:rect b="b" l="l" r="r" t="t"/>
              <a:pathLst>
                <a:path extrusionOk="0" h="5430" w="6418">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9" name="Google Shape;8529;p129"/>
            <p:cNvSpPr/>
            <p:nvPr/>
          </p:nvSpPr>
          <p:spPr>
            <a:xfrm>
              <a:off x="2595449" y="1751378"/>
              <a:ext cx="0" cy="14"/>
            </a:xfrm>
            <a:custGeom>
              <a:rect b="b" l="l" r="r" t="t"/>
              <a:pathLst>
                <a:path extrusionOk="0" h="1" w="0">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0" name="Google Shape;8530;p129"/>
            <p:cNvSpPr/>
            <p:nvPr/>
          </p:nvSpPr>
          <p:spPr>
            <a:xfrm>
              <a:off x="2589692" y="1751432"/>
              <a:ext cx="11134" cy="4046"/>
            </a:xfrm>
            <a:custGeom>
              <a:rect b="b" l="l" r="r" t="t"/>
              <a:pathLst>
                <a:path extrusionOk="0" h="298" w="82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1" name="Google Shape;8531;p129"/>
            <p:cNvSpPr/>
            <p:nvPr/>
          </p:nvSpPr>
          <p:spPr>
            <a:xfrm>
              <a:off x="2541736" y="1751432"/>
              <a:ext cx="434" cy="109"/>
            </a:xfrm>
            <a:custGeom>
              <a:rect b="b" l="l" r="r" t="t"/>
              <a:pathLst>
                <a:path extrusionOk="0" h="8" w="32">
                  <a:moveTo>
                    <a:pt x="32" y="0"/>
                  </a:moveTo>
                  <a:cubicBezTo>
                    <a:pt x="21" y="0"/>
                    <a:pt x="11" y="4"/>
                    <a:pt x="0" y="4"/>
                  </a:cubicBezTo>
                  <a:lnTo>
                    <a:pt x="0" y="7"/>
                  </a:lnTo>
                  <a:lnTo>
                    <a:pt x="3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2" name="Google Shape;8532;p129"/>
            <p:cNvSpPr/>
            <p:nvPr/>
          </p:nvSpPr>
          <p:spPr>
            <a:xfrm>
              <a:off x="2550955" y="1754039"/>
              <a:ext cx="394" cy="258"/>
            </a:xfrm>
            <a:custGeom>
              <a:rect b="b" l="l" r="r" t="t"/>
              <a:pathLst>
                <a:path extrusionOk="0" h="19" w="29">
                  <a:moveTo>
                    <a:pt x="0" y="1"/>
                  </a:moveTo>
                  <a:lnTo>
                    <a:pt x="28" y="18"/>
                  </a:lnTo>
                  <a:lnTo>
                    <a:pt x="2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3" name="Google Shape;8533;p129"/>
            <p:cNvSpPr/>
            <p:nvPr/>
          </p:nvSpPr>
          <p:spPr>
            <a:xfrm>
              <a:off x="2549950" y="1753523"/>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4" name="Google Shape;8534;p129"/>
            <p:cNvSpPr/>
            <p:nvPr/>
          </p:nvSpPr>
          <p:spPr>
            <a:xfrm>
              <a:off x="2550236" y="1753618"/>
              <a:ext cx="109" cy="54"/>
            </a:xfrm>
            <a:custGeom>
              <a:rect b="b" l="l" r="r" t="t"/>
              <a:pathLst>
                <a:path extrusionOk="0" h="4" w="8">
                  <a:moveTo>
                    <a:pt x="8"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5" name="Google Shape;8535;p129"/>
            <p:cNvSpPr/>
            <p:nvPr/>
          </p:nvSpPr>
          <p:spPr>
            <a:xfrm>
              <a:off x="2549244" y="1753278"/>
              <a:ext cx="244" cy="14"/>
            </a:xfrm>
            <a:custGeom>
              <a:rect b="b" l="l" r="r" t="t"/>
              <a:pathLst>
                <a:path extrusionOk="0" h="1" w="18">
                  <a:moveTo>
                    <a:pt x="18" y="1"/>
                  </a:moveTo>
                  <a:cubicBezTo>
                    <a:pt x="11" y="1"/>
                    <a:pt x="7" y="1"/>
                    <a:pt x="0" y="1"/>
                  </a:cubicBezTo>
                  <a:cubicBezTo>
                    <a:pt x="7" y="1"/>
                    <a:pt x="11" y="1"/>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6" name="Google Shape;8536;p129"/>
            <p:cNvSpPr/>
            <p:nvPr/>
          </p:nvSpPr>
          <p:spPr>
            <a:xfrm>
              <a:off x="2550480" y="1753754"/>
              <a:ext cx="149" cy="68"/>
            </a:xfrm>
            <a:custGeom>
              <a:rect b="b" l="l" r="r" t="t"/>
              <a:pathLst>
                <a:path extrusionOk="0" h="5" w="11">
                  <a:moveTo>
                    <a:pt x="1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7" name="Google Shape;8537;p129"/>
            <p:cNvSpPr/>
            <p:nvPr/>
          </p:nvSpPr>
          <p:spPr>
            <a:xfrm>
              <a:off x="2550711" y="1753903"/>
              <a:ext cx="204" cy="109"/>
            </a:xfrm>
            <a:custGeom>
              <a:rect b="b" l="l" r="r" t="t"/>
              <a:pathLst>
                <a:path extrusionOk="0" h="8" w="15">
                  <a:moveTo>
                    <a:pt x="15"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8" name="Google Shape;8538;p129"/>
            <p:cNvSpPr/>
            <p:nvPr/>
          </p:nvSpPr>
          <p:spPr>
            <a:xfrm>
              <a:off x="2549625" y="1753373"/>
              <a:ext cx="109" cy="14"/>
            </a:xfrm>
            <a:custGeom>
              <a:rect b="b" l="l" r="r" t="t"/>
              <a:pathLst>
                <a:path extrusionOk="0" h="1" w="8">
                  <a:moveTo>
                    <a:pt x="7"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9" name="Google Shape;8539;p129"/>
            <p:cNvSpPr/>
            <p:nvPr/>
          </p:nvSpPr>
          <p:spPr>
            <a:xfrm>
              <a:off x="2551756" y="1754568"/>
              <a:ext cx="1439" cy="910"/>
            </a:xfrm>
            <a:custGeom>
              <a:rect b="b" l="l" r="r" t="t"/>
              <a:pathLst>
                <a:path extrusionOk="0" h="67" w="106">
                  <a:moveTo>
                    <a:pt x="1" y="0"/>
                  </a:moveTo>
                  <a:lnTo>
                    <a:pt x="106" y="67"/>
                  </a:lnTo>
                  <a:lnTo>
                    <a:pt x="106" y="60"/>
                  </a:lnTo>
                  <a:lnTo>
                    <a:pt x="88" y="53"/>
                  </a:lnTo>
                  <a:cubicBezTo>
                    <a:pt x="57" y="35"/>
                    <a:pt x="29" y="1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0" name="Google Shape;8540;p129"/>
            <p:cNvSpPr/>
            <p:nvPr/>
          </p:nvSpPr>
          <p:spPr>
            <a:xfrm>
              <a:off x="2542917" y="1751147"/>
              <a:ext cx="543" cy="149"/>
            </a:xfrm>
            <a:custGeom>
              <a:rect b="b" l="l" r="r" t="t"/>
              <a:pathLst>
                <a:path extrusionOk="0" h="11" w="4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1" name="Google Shape;8541;p129"/>
            <p:cNvSpPr/>
            <p:nvPr/>
          </p:nvSpPr>
          <p:spPr>
            <a:xfrm>
              <a:off x="2508784" y="1768770"/>
              <a:ext cx="204" cy="394"/>
            </a:xfrm>
            <a:custGeom>
              <a:rect b="b" l="l" r="r" t="t"/>
              <a:pathLst>
                <a:path extrusionOk="0" h="29" w="15">
                  <a:moveTo>
                    <a:pt x="15" y="29"/>
                  </a:moveTo>
                  <a:cubicBezTo>
                    <a:pt x="11" y="22"/>
                    <a:pt x="4" y="11"/>
                    <a:pt x="1" y="1"/>
                  </a:cubicBezTo>
                  <a:cubicBezTo>
                    <a:pt x="4" y="11"/>
                    <a:pt x="11" y="22"/>
                    <a:pt x="15"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2" name="Google Shape;8542;p129"/>
            <p:cNvSpPr/>
            <p:nvPr/>
          </p:nvSpPr>
          <p:spPr>
            <a:xfrm>
              <a:off x="2511499" y="1770440"/>
              <a:ext cx="489" cy="14"/>
            </a:xfrm>
            <a:custGeom>
              <a:rect b="b" l="l" r="r" t="t"/>
              <a:pathLst>
                <a:path extrusionOk="0" h="1" w="36">
                  <a:moveTo>
                    <a:pt x="15" y="0"/>
                  </a:moveTo>
                  <a:lnTo>
                    <a:pt x="36" y="0"/>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3" name="Google Shape;8543;p129"/>
            <p:cNvSpPr/>
            <p:nvPr/>
          </p:nvSpPr>
          <p:spPr>
            <a:xfrm>
              <a:off x="2509734" y="1769965"/>
              <a:ext cx="1018" cy="394"/>
            </a:xfrm>
            <a:custGeom>
              <a:rect b="b" l="l" r="r" t="t"/>
              <a:pathLst>
                <a:path extrusionOk="0" h="29" w="75">
                  <a:moveTo>
                    <a:pt x="74" y="28"/>
                  </a:moveTo>
                  <a:cubicBezTo>
                    <a:pt x="50" y="21"/>
                    <a:pt x="25" y="11"/>
                    <a:pt x="1" y="0"/>
                  </a:cubicBezTo>
                  <a:cubicBezTo>
                    <a:pt x="25" y="11"/>
                    <a:pt x="50" y="21"/>
                    <a:pt x="74"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4" name="Google Shape;8544;p129"/>
            <p:cNvSpPr/>
            <p:nvPr/>
          </p:nvSpPr>
          <p:spPr>
            <a:xfrm>
              <a:off x="2510888" y="1770345"/>
              <a:ext cx="475" cy="54"/>
            </a:xfrm>
            <a:custGeom>
              <a:rect b="b" l="l" r="r" t="t"/>
              <a:pathLst>
                <a:path extrusionOk="0" h="4" w="35">
                  <a:moveTo>
                    <a:pt x="35" y="4"/>
                  </a:moveTo>
                  <a:cubicBezTo>
                    <a:pt x="21" y="4"/>
                    <a:pt x="11" y="4"/>
                    <a:pt x="0" y="0"/>
                  </a:cubicBezTo>
                  <a:cubicBezTo>
                    <a:pt x="11" y="4"/>
                    <a:pt x="21" y="4"/>
                    <a:pt x="35"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5" name="Google Shape;8545;p129"/>
            <p:cNvSpPr/>
            <p:nvPr/>
          </p:nvSpPr>
          <p:spPr>
            <a:xfrm>
              <a:off x="2509354" y="1769680"/>
              <a:ext cx="299" cy="204"/>
            </a:xfrm>
            <a:custGeom>
              <a:rect b="b" l="l" r="r" t="t"/>
              <a:pathLst>
                <a:path extrusionOk="0" h="15" w="22">
                  <a:moveTo>
                    <a:pt x="22" y="14"/>
                  </a:moveTo>
                  <a:cubicBezTo>
                    <a:pt x="15" y="11"/>
                    <a:pt x="8" y="4"/>
                    <a:pt x="1" y="0"/>
                  </a:cubicBezTo>
                  <a:cubicBezTo>
                    <a:pt x="8" y="4"/>
                    <a:pt x="15" y="11"/>
                    <a:pt x="22"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6" name="Google Shape;8546;p129"/>
            <p:cNvSpPr/>
            <p:nvPr/>
          </p:nvSpPr>
          <p:spPr>
            <a:xfrm>
              <a:off x="2509069" y="1769300"/>
              <a:ext cx="204" cy="244"/>
            </a:xfrm>
            <a:custGeom>
              <a:rect b="b" l="l" r="r" t="t"/>
              <a:pathLst>
                <a:path extrusionOk="0" h="18" w="15">
                  <a:moveTo>
                    <a:pt x="15" y="18"/>
                  </a:moveTo>
                  <a:cubicBezTo>
                    <a:pt x="8" y="11"/>
                    <a:pt x="4" y="7"/>
                    <a:pt x="1" y="0"/>
                  </a:cubicBezTo>
                  <a:cubicBezTo>
                    <a:pt x="4" y="7"/>
                    <a:pt x="8" y="11"/>
                    <a:pt x="15"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7" name="Google Shape;8547;p129"/>
            <p:cNvSpPr/>
            <p:nvPr/>
          </p:nvSpPr>
          <p:spPr>
            <a:xfrm>
              <a:off x="2534975" y="1750997"/>
              <a:ext cx="489" cy="543"/>
            </a:xfrm>
            <a:custGeom>
              <a:rect b="b" l="l" r="r" t="t"/>
              <a:pathLst>
                <a:path extrusionOk="0" h="40" w="36">
                  <a:moveTo>
                    <a:pt x="36" y="1"/>
                  </a:moveTo>
                  <a:cubicBezTo>
                    <a:pt x="25" y="11"/>
                    <a:pt x="11" y="25"/>
                    <a:pt x="1" y="39"/>
                  </a:cubicBezTo>
                  <a:cubicBezTo>
                    <a:pt x="11" y="25"/>
                    <a:pt x="25" y="11"/>
                    <a:pt x="3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8" name="Google Shape;8548;p129"/>
            <p:cNvSpPr/>
            <p:nvPr/>
          </p:nvSpPr>
          <p:spPr>
            <a:xfrm>
              <a:off x="2536780" y="1750047"/>
              <a:ext cx="109" cy="14"/>
            </a:xfrm>
            <a:custGeom>
              <a:rect b="b" l="l" r="r" t="t"/>
              <a:pathLst>
                <a:path extrusionOk="0" h="1" w="8">
                  <a:moveTo>
                    <a:pt x="1" y="0"/>
                  </a:moveTo>
                  <a:lnTo>
                    <a:pt x="1" y="0"/>
                  </a:lnTo>
                  <a:lnTo>
                    <a:pt x="8" y="0"/>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9" name="Google Shape;8549;p129"/>
            <p:cNvSpPr/>
            <p:nvPr/>
          </p:nvSpPr>
          <p:spPr>
            <a:xfrm>
              <a:off x="2512219" y="1770291"/>
              <a:ext cx="679" cy="109"/>
            </a:xfrm>
            <a:custGeom>
              <a:rect b="b" l="l" r="r" t="t"/>
              <a:pathLst>
                <a:path extrusionOk="0" h="8" w="50">
                  <a:moveTo>
                    <a:pt x="49" y="1"/>
                  </a:moveTo>
                  <a:cubicBezTo>
                    <a:pt x="32" y="4"/>
                    <a:pt x="14" y="8"/>
                    <a:pt x="0" y="8"/>
                  </a:cubicBezTo>
                  <a:cubicBezTo>
                    <a:pt x="14" y="8"/>
                    <a:pt x="32" y="4"/>
                    <a:pt x="4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0" name="Google Shape;8550;p129"/>
            <p:cNvSpPr/>
            <p:nvPr/>
          </p:nvSpPr>
          <p:spPr>
            <a:xfrm>
              <a:off x="2503230" y="1767779"/>
              <a:ext cx="679" cy="204"/>
            </a:xfrm>
            <a:custGeom>
              <a:rect b="b" l="l" r="r" t="t"/>
              <a:pathLst>
                <a:path extrusionOk="0" h="15" w="50">
                  <a:moveTo>
                    <a:pt x="49" y="0"/>
                  </a:moveTo>
                  <a:cubicBezTo>
                    <a:pt x="35" y="0"/>
                    <a:pt x="25" y="4"/>
                    <a:pt x="14" y="7"/>
                  </a:cubicBezTo>
                  <a:lnTo>
                    <a:pt x="0" y="14"/>
                  </a:lnTo>
                  <a:cubicBezTo>
                    <a:pt x="14" y="7"/>
                    <a:pt x="32" y="0"/>
                    <a:pt x="4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1" name="Google Shape;8551;p129"/>
            <p:cNvSpPr/>
            <p:nvPr/>
          </p:nvSpPr>
          <p:spPr>
            <a:xfrm>
              <a:off x="2542917" y="1751187"/>
              <a:ext cx="489" cy="109"/>
            </a:xfrm>
            <a:custGeom>
              <a:rect b="b" l="l" r="r" t="t"/>
              <a:pathLst>
                <a:path extrusionOk="0" h="8" w="36">
                  <a:moveTo>
                    <a:pt x="36" y="1"/>
                  </a:moveTo>
                  <a:lnTo>
                    <a:pt x="36" y="1"/>
                  </a:lnTo>
                  <a:cubicBezTo>
                    <a:pt x="22" y="4"/>
                    <a:pt x="11" y="4"/>
                    <a:pt x="1" y="8"/>
                  </a:cubicBezTo>
                  <a:cubicBezTo>
                    <a:pt x="11" y="8"/>
                    <a:pt x="22" y="4"/>
                    <a:pt x="3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2" name="Google Shape;8552;p129"/>
            <p:cNvSpPr/>
            <p:nvPr/>
          </p:nvSpPr>
          <p:spPr>
            <a:xfrm>
              <a:off x="2502035" y="1769436"/>
              <a:ext cx="68" cy="394"/>
            </a:xfrm>
            <a:custGeom>
              <a:rect b="b" l="l" r="r" t="t"/>
              <a:pathLst>
                <a:path extrusionOk="0" h="29" w="5">
                  <a:moveTo>
                    <a:pt x="1" y="29"/>
                  </a:moveTo>
                  <a:cubicBezTo>
                    <a:pt x="1" y="18"/>
                    <a:pt x="4" y="11"/>
                    <a:pt x="4" y="1"/>
                  </a:cubicBezTo>
                  <a:cubicBezTo>
                    <a:pt x="4" y="11"/>
                    <a:pt x="1" y="18"/>
                    <a:pt x="1"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3" name="Google Shape;8553;p129"/>
            <p:cNvSpPr/>
            <p:nvPr/>
          </p:nvSpPr>
          <p:spPr>
            <a:xfrm>
              <a:off x="2499143" y="1813793"/>
              <a:ext cx="14" cy="204"/>
            </a:xfrm>
            <a:custGeom>
              <a:rect b="b" l="l" r="r" t="t"/>
              <a:pathLst>
                <a:path extrusionOk="0" h="15" w="1">
                  <a:moveTo>
                    <a:pt x="0" y="14"/>
                  </a:moveTo>
                  <a:cubicBezTo>
                    <a:pt x="0" y="7"/>
                    <a:pt x="0" y="4"/>
                    <a:pt x="0" y="0"/>
                  </a:cubicBezTo>
                  <a:cubicBezTo>
                    <a:pt x="0" y="4"/>
                    <a:pt x="0" y="7"/>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4" name="Google Shape;8554;p129"/>
            <p:cNvSpPr/>
            <p:nvPr/>
          </p:nvSpPr>
          <p:spPr>
            <a:xfrm>
              <a:off x="2500230" y="1774663"/>
              <a:ext cx="448" cy="489"/>
            </a:xfrm>
            <a:custGeom>
              <a:rect b="b" l="l" r="r" t="t"/>
              <a:pathLst>
                <a:path extrusionOk="0" h="36" w="33">
                  <a:moveTo>
                    <a:pt x="32" y="1"/>
                  </a:moveTo>
                  <a:cubicBezTo>
                    <a:pt x="22" y="15"/>
                    <a:pt x="11" y="25"/>
                    <a:pt x="1" y="36"/>
                  </a:cubicBezTo>
                  <a:cubicBezTo>
                    <a:pt x="15" y="25"/>
                    <a:pt x="22" y="15"/>
                    <a:pt x="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5" name="Google Shape;8555;p129"/>
            <p:cNvSpPr/>
            <p:nvPr/>
          </p:nvSpPr>
          <p:spPr>
            <a:xfrm>
              <a:off x="2502131" y="1767969"/>
              <a:ext cx="1113" cy="1385"/>
            </a:xfrm>
            <a:custGeom>
              <a:rect b="b" l="l" r="r" t="t"/>
              <a:pathLst>
                <a:path extrusionOk="0" h="102" w="82">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6" name="Google Shape;8556;p129"/>
            <p:cNvSpPr/>
            <p:nvPr/>
          </p:nvSpPr>
          <p:spPr>
            <a:xfrm>
              <a:off x="2500664" y="1769911"/>
              <a:ext cx="1480" cy="4725"/>
            </a:xfrm>
            <a:custGeom>
              <a:rect b="b" l="l" r="r" t="t"/>
              <a:pathLst>
                <a:path extrusionOk="0" h="348" w="109">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7" name="Google Shape;8557;p129"/>
            <p:cNvSpPr/>
            <p:nvPr/>
          </p:nvSpPr>
          <p:spPr>
            <a:xfrm>
              <a:off x="2503081" y="1767874"/>
              <a:ext cx="353" cy="204"/>
            </a:xfrm>
            <a:custGeom>
              <a:rect b="b" l="l" r="r" t="t"/>
              <a:pathLst>
                <a:path extrusionOk="0" h="15" w="26">
                  <a:moveTo>
                    <a:pt x="25" y="0"/>
                  </a:moveTo>
                  <a:cubicBezTo>
                    <a:pt x="15" y="4"/>
                    <a:pt x="8" y="7"/>
                    <a:pt x="1" y="14"/>
                  </a:cubicBezTo>
                  <a:lnTo>
                    <a:pt x="11" y="7"/>
                  </a:ln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8" name="Google Shape;8558;p129"/>
            <p:cNvSpPr/>
            <p:nvPr/>
          </p:nvSpPr>
          <p:spPr>
            <a:xfrm>
              <a:off x="2579848" y="1757895"/>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9" name="Google Shape;8559;p129"/>
            <p:cNvSpPr/>
            <p:nvPr/>
          </p:nvSpPr>
          <p:spPr>
            <a:xfrm>
              <a:off x="2583419" y="1758221"/>
              <a:ext cx="204" cy="68"/>
            </a:xfrm>
            <a:custGeom>
              <a:rect b="b" l="l" r="r" t="t"/>
              <a:pathLst>
                <a:path extrusionOk="0" h="5" w="15">
                  <a:moveTo>
                    <a:pt x="0" y="4"/>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0" name="Google Shape;8560;p129"/>
            <p:cNvSpPr/>
            <p:nvPr/>
          </p:nvSpPr>
          <p:spPr>
            <a:xfrm>
              <a:off x="2556318" y="1754568"/>
              <a:ext cx="204" cy="244"/>
            </a:xfrm>
            <a:custGeom>
              <a:rect b="b" l="l" r="r" t="t"/>
              <a:pathLst>
                <a:path extrusionOk="0" h="18" w="15">
                  <a:moveTo>
                    <a:pt x="1" y="18"/>
                  </a:moveTo>
                  <a:cubicBezTo>
                    <a:pt x="8" y="11"/>
                    <a:pt x="11" y="4"/>
                    <a:pt x="15" y="0"/>
                  </a:cubicBezTo>
                  <a:cubicBezTo>
                    <a:pt x="11" y="4"/>
                    <a:pt x="8" y="11"/>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1" name="Google Shape;8561;p129"/>
            <p:cNvSpPr/>
            <p:nvPr/>
          </p:nvSpPr>
          <p:spPr>
            <a:xfrm>
              <a:off x="2582319" y="1758465"/>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2" name="Google Shape;8562;p129"/>
            <p:cNvSpPr/>
            <p:nvPr/>
          </p:nvSpPr>
          <p:spPr>
            <a:xfrm>
              <a:off x="2584030" y="1758126"/>
              <a:ext cx="68" cy="14"/>
            </a:xfrm>
            <a:custGeom>
              <a:rect b="b" l="l" r="r" t="t"/>
              <a:pathLst>
                <a:path extrusionOk="0" h="1" w="5">
                  <a:moveTo>
                    <a:pt x="4"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3" name="Google Shape;8563;p129"/>
            <p:cNvSpPr/>
            <p:nvPr/>
          </p:nvSpPr>
          <p:spPr>
            <a:xfrm>
              <a:off x="2551335" y="1754283"/>
              <a:ext cx="394" cy="244"/>
            </a:xfrm>
            <a:custGeom>
              <a:rect b="b" l="l" r="r" t="t"/>
              <a:pathLst>
                <a:path extrusionOk="0" h="18" w="29">
                  <a:moveTo>
                    <a:pt x="0" y="0"/>
                  </a:moveTo>
                  <a:lnTo>
                    <a:pt x="28" y="18"/>
                  </a:lnTo>
                  <a:lnTo>
                    <a:pt x="18" y="11"/>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4" name="Google Shape;8564;p129"/>
            <p:cNvSpPr/>
            <p:nvPr/>
          </p:nvSpPr>
          <p:spPr>
            <a:xfrm>
              <a:off x="2582890" y="1758370"/>
              <a:ext cx="163" cy="54"/>
            </a:xfrm>
            <a:custGeom>
              <a:rect b="b" l="l" r="r" t="t"/>
              <a:pathLst>
                <a:path extrusionOk="0" h="4" w="12">
                  <a:moveTo>
                    <a:pt x="1"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5" name="Google Shape;8565;p129"/>
            <p:cNvSpPr/>
            <p:nvPr/>
          </p:nvSpPr>
          <p:spPr>
            <a:xfrm>
              <a:off x="2581803" y="1758506"/>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6" name="Google Shape;8566;p129"/>
            <p:cNvSpPr/>
            <p:nvPr/>
          </p:nvSpPr>
          <p:spPr>
            <a:xfrm>
              <a:off x="2596494" y="1752423"/>
              <a:ext cx="2811" cy="1344"/>
            </a:xfrm>
            <a:custGeom>
              <a:rect b="b" l="l" r="r" t="t"/>
              <a:pathLst>
                <a:path extrusionOk="0" h="99" w="207">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7" name="Google Shape;8567;p129"/>
            <p:cNvSpPr/>
            <p:nvPr/>
          </p:nvSpPr>
          <p:spPr>
            <a:xfrm>
              <a:off x="2600147" y="1753618"/>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8" name="Google Shape;8568;p129"/>
            <p:cNvSpPr/>
            <p:nvPr/>
          </p:nvSpPr>
          <p:spPr>
            <a:xfrm>
              <a:off x="2596250" y="1752097"/>
              <a:ext cx="54" cy="54"/>
            </a:xfrm>
            <a:custGeom>
              <a:rect b="b" l="l" r="r" t="t"/>
              <a:pathLst>
                <a:path extrusionOk="0" h="4" w="4">
                  <a:moveTo>
                    <a:pt x="1" y="0"/>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9" name="Google Shape;8569;p129"/>
            <p:cNvSpPr/>
            <p:nvPr/>
          </p:nvSpPr>
          <p:spPr>
            <a:xfrm>
              <a:off x="2599536" y="1753563"/>
              <a:ext cx="244" cy="14"/>
            </a:xfrm>
            <a:custGeom>
              <a:rect b="b" l="l" r="r" t="t"/>
              <a:pathLst>
                <a:path extrusionOk="0" h="1" w="18">
                  <a:moveTo>
                    <a:pt x="0" y="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0" name="Google Shape;8570;p129"/>
            <p:cNvSpPr/>
            <p:nvPr/>
          </p:nvSpPr>
          <p:spPr>
            <a:xfrm>
              <a:off x="2595639" y="1751473"/>
              <a:ext cx="190" cy="163"/>
            </a:xfrm>
            <a:custGeom>
              <a:rect b="b" l="l" r="r" t="t"/>
              <a:pathLst>
                <a:path extrusionOk="0" h="12" w="14">
                  <a:moveTo>
                    <a:pt x="0" y="1"/>
                  </a:moveTo>
                  <a:lnTo>
                    <a:pt x="1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1" name="Google Shape;8571;p129"/>
            <p:cNvSpPr/>
            <p:nvPr/>
          </p:nvSpPr>
          <p:spPr>
            <a:xfrm>
              <a:off x="2595965" y="1751758"/>
              <a:ext cx="149" cy="109"/>
            </a:xfrm>
            <a:custGeom>
              <a:rect b="b" l="l" r="r" t="t"/>
              <a:pathLst>
                <a:path extrusionOk="0" h="8" w="11">
                  <a:moveTo>
                    <a:pt x="1"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2" name="Google Shape;8572;p129"/>
            <p:cNvSpPr/>
            <p:nvPr/>
          </p:nvSpPr>
          <p:spPr>
            <a:xfrm>
              <a:off x="2600812" y="175375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3" name="Google Shape;8573;p129"/>
            <p:cNvSpPr/>
            <p:nvPr/>
          </p:nvSpPr>
          <p:spPr>
            <a:xfrm>
              <a:off x="2578952" y="1755709"/>
              <a:ext cx="774" cy="2050"/>
            </a:xfrm>
            <a:custGeom>
              <a:rect b="b" l="l" r="r" t="t"/>
              <a:pathLst>
                <a:path extrusionOk="0" h="151" w="57">
                  <a:moveTo>
                    <a:pt x="53" y="144"/>
                  </a:moveTo>
                  <a:lnTo>
                    <a:pt x="56" y="151"/>
                  </a:lnTo>
                  <a:lnTo>
                    <a:pt x="53" y="144"/>
                  </a:lnTo>
                  <a:cubicBezTo>
                    <a:pt x="18" y="105"/>
                    <a:pt x="0" y="53"/>
                    <a:pt x="7" y="0"/>
                  </a:cubicBezTo>
                  <a:cubicBezTo>
                    <a:pt x="0" y="53"/>
                    <a:pt x="18" y="105"/>
                    <a:pt x="53" y="14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4" name="Google Shape;8574;p129"/>
            <p:cNvSpPr/>
            <p:nvPr/>
          </p:nvSpPr>
          <p:spPr>
            <a:xfrm>
              <a:off x="2556183" y="1754853"/>
              <a:ext cx="149" cy="204"/>
            </a:xfrm>
            <a:custGeom>
              <a:rect b="b" l="l" r="r" t="t"/>
              <a:pathLst>
                <a:path extrusionOk="0" h="15" w="11">
                  <a:moveTo>
                    <a:pt x="11" y="0"/>
                  </a:moveTo>
                  <a:lnTo>
                    <a:pt x="11" y="0"/>
                  </a:lnTo>
                  <a:cubicBezTo>
                    <a:pt x="7" y="4"/>
                    <a:pt x="4" y="11"/>
                    <a:pt x="0" y="14"/>
                  </a:cubicBezTo>
                  <a:cubicBezTo>
                    <a:pt x="7" y="11"/>
                    <a:pt x="7" y="4"/>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5" name="Google Shape;8575;p129"/>
            <p:cNvSpPr/>
            <p:nvPr/>
          </p:nvSpPr>
          <p:spPr>
            <a:xfrm>
              <a:off x="2556033" y="1755138"/>
              <a:ext cx="68" cy="54"/>
            </a:xfrm>
            <a:custGeom>
              <a:rect b="b" l="l" r="r" t="t"/>
              <a:pathLst>
                <a:path extrusionOk="0" h="4" w="5">
                  <a:moveTo>
                    <a:pt x="4"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6" name="Google Shape;8576;p129"/>
            <p:cNvSpPr/>
            <p:nvPr/>
          </p:nvSpPr>
          <p:spPr>
            <a:xfrm>
              <a:off x="2589692" y="1751378"/>
              <a:ext cx="5716" cy="4100"/>
            </a:xfrm>
            <a:custGeom>
              <a:rect b="b" l="l" r="r" t="t"/>
              <a:pathLst>
                <a:path extrusionOk="0" h="302" w="421">
                  <a:moveTo>
                    <a:pt x="420" y="1"/>
                  </a:moveTo>
                  <a:cubicBezTo>
                    <a:pt x="350" y="1"/>
                    <a:pt x="140" y="179"/>
                    <a:pt x="0" y="302"/>
                  </a:cubicBezTo>
                  <a:cubicBezTo>
                    <a:pt x="144" y="179"/>
                    <a:pt x="354" y="1"/>
                    <a:pt x="42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7" name="Google Shape;8577;p129"/>
            <p:cNvSpPr/>
            <p:nvPr/>
          </p:nvSpPr>
          <p:spPr>
            <a:xfrm>
              <a:off x="2552951" y="1755274"/>
              <a:ext cx="204" cy="68"/>
            </a:xfrm>
            <a:custGeom>
              <a:rect b="b" l="l" r="r" t="t"/>
              <a:pathLst>
                <a:path extrusionOk="0" h="5" w="15">
                  <a:moveTo>
                    <a:pt x="0" y="1"/>
                  </a:moveTo>
                  <a:lnTo>
                    <a:pt x="1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8" name="Google Shape;8578;p129"/>
            <p:cNvSpPr/>
            <p:nvPr/>
          </p:nvSpPr>
          <p:spPr>
            <a:xfrm>
              <a:off x="2551566" y="1754419"/>
              <a:ext cx="1398" cy="828"/>
            </a:xfrm>
            <a:custGeom>
              <a:rect b="b" l="l" r="r" t="t"/>
              <a:pathLst>
                <a:path extrusionOk="0" h="61" w="103">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9" name="Google Shape;8579;p129"/>
            <p:cNvSpPr/>
            <p:nvPr/>
          </p:nvSpPr>
          <p:spPr>
            <a:xfrm>
              <a:off x="2502185" y="1754514"/>
              <a:ext cx="119265" cy="108620"/>
            </a:xfrm>
            <a:custGeom>
              <a:rect b="b" l="l" r="r" t="t"/>
              <a:pathLst>
                <a:path extrusionOk="0" h="8000" w="8784">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0" name="Google Shape;8580;p129"/>
            <p:cNvSpPr/>
            <p:nvPr/>
          </p:nvSpPr>
          <p:spPr>
            <a:xfrm>
              <a:off x="2562306" y="1858137"/>
              <a:ext cx="4155" cy="353"/>
            </a:xfrm>
            <a:custGeom>
              <a:rect b="b" l="l" r="r" t="t"/>
              <a:pathLst>
                <a:path extrusionOk="0" h="26" w="306">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1" name="Google Shape;8581;p129"/>
            <p:cNvSpPr/>
            <p:nvPr/>
          </p:nvSpPr>
          <p:spPr>
            <a:xfrm>
              <a:off x="2597961" y="1785077"/>
              <a:ext cx="5431" cy="8187"/>
            </a:xfrm>
            <a:custGeom>
              <a:rect b="b" l="l" r="r" t="t"/>
              <a:pathLst>
                <a:path extrusionOk="0" h="603" w="400">
                  <a:moveTo>
                    <a:pt x="400" y="554"/>
                  </a:moveTo>
                  <a:cubicBezTo>
                    <a:pt x="169" y="603"/>
                    <a:pt x="39" y="158"/>
                    <a:pt x="1" y="1"/>
                  </a:cubicBezTo>
                  <a:cubicBezTo>
                    <a:pt x="39" y="158"/>
                    <a:pt x="169" y="603"/>
                    <a:pt x="400" y="55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2" name="Google Shape;8582;p129"/>
            <p:cNvSpPr/>
            <p:nvPr/>
          </p:nvSpPr>
          <p:spPr>
            <a:xfrm>
              <a:off x="2605903" y="1793210"/>
              <a:ext cx="720" cy="815"/>
            </a:xfrm>
            <a:custGeom>
              <a:rect b="b" l="l" r="r" t="t"/>
              <a:pathLst>
                <a:path extrusionOk="0" h="60" w="53">
                  <a:moveTo>
                    <a:pt x="53" y="60"/>
                  </a:moveTo>
                  <a:cubicBezTo>
                    <a:pt x="39" y="35"/>
                    <a:pt x="21" y="14"/>
                    <a:pt x="0" y="0"/>
                  </a:cubicBezTo>
                  <a:cubicBezTo>
                    <a:pt x="21" y="14"/>
                    <a:pt x="39" y="35"/>
                    <a:pt x="53" y="6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3" name="Google Shape;8583;p129"/>
            <p:cNvSpPr/>
            <p:nvPr/>
          </p:nvSpPr>
          <p:spPr>
            <a:xfrm>
              <a:off x="2580663" y="1829951"/>
              <a:ext cx="204" cy="109"/>
            </a:xfrm>
            <a:custGeom>
              <a:rect b="b" l="l" r="r" t="t"/>
              <a:pathLst>
                <a:path extrusionOk="0" h="8" w="15">
                  <a:moveTo>
                    <a:pt x="1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4" name="Google Shape;8584;p129"/>
            <p:cNvSpPr/>
            <p:nvPr/>
          </p:nvSpPr>
          <p:spPr>
            <a:xfrm>
              <a:off x="2555273" y="1862360"/>
              <a:ext cx="68" cy="68"/>
            </a:xfrm>
            <a:custGeom>
              <a:rect b="b" l="l" r="r" t="t"/>
              <a:pathLst>
                <a:path extrusionOk="0" h="5" w="5">
                  <a:moveTo>
                    <a:pt x="4"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5" name="Google Shape;8585;p129"/>
            <p:cNvSpPr/>
            <p:nvPr/>
          </p:nvSpPr>
          <p:spPr>
            <a:xfrm>
              <a:off x="2554798" y="1863080"/>
              <a:ext cx="68" cy="54"/>
            </a:xfrm>
            <a:custGeom>
              <a:rect b="b" l="l" r="r" t="t"/>
              <a:pathLst>
                <a:path extrusionOk="0" h="4" w="5">
                  <a:moveTo>
                    <a:pt x="1" y="4"/>
                  </a:moveTo>
                  <a:lnTo>
                    <a:pt x="4" y="1"/>
                  </a:ln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6" name="Google Shape;8586;p129"/>
            <p:cNvSpPr/>
            <p:nvPr/>
          </p:nvSpPr>
          <p:spPr>
            <a:xfrm>
              <a:off x="2580853" y="1829801"/>
              <a:ext cx="244" cy="163"/>
            </a:xfrm>
            <a:custGeom>
              <a:rect b="b" l="l" r="r" t="t"/>
              <a:pathLst>
                <a:path extrusionOk="0" h="12" w="18">
                  <a:moveTo>
                    <a:pt x="18" y="1"/>
                  </a:moveTo>
                  <a:cubicBezTo>
                    <a:pt x="11" y="4"/>
                    <a:pt x="4" y="8"/>
                    <a:pt x="0" y="11"/>
                  </a:cubicBezTo>
                  <a:cubicBezTo>
                    <a:pt x="4" y="8"/>
                    <a:pt x="11" y="4"/>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7" name="Google Shape;8587;p129"/>
            <p:cNvSpPr/>
            <p:nvPr/>
          </p:nvSpPr>
          <p:spPr>
            <a:xfrm>
              <a:off x="2620255" y="1767725"/>
              <a:ext cx="530" cy="258"/>
            </a:xfrm>
            <a:custGeom>
              <a:rect b="b" l="l" r="r" t="t"/>
              <a:pathLst>
                <a:path extrusionOk="0" h="19" w="39">
                  <a:moveTo>
                    <a:pt x="0" y="1"/>
                  </a:moveTo>
                  <a:lnTo>
                    <a:pt x="39"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8" name="Google Shape;8588;p129"/>
            <p:cNvSpPr/>
            <p:nvPr/>
          </p:nvSpPr>
          <p:spPr>
            <a:xfrm>
              <a:off x="2619589" y="1767345"/>
              <a:ext cx="434" cy="258"/>
            </a:xfrm>
            <a:custGeom>
              <a:rect b="b" l="l" r="r" t="t"/>
              <a:pathLst>
                <a:path extrusionOk="0" h="19" w="32">
                  <a:moveTo>
                    <a:pt x="0" y="1"/>
                  </a:moveTo>
                  <a:lnTo>
                    <a:pt x="32"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9" name="Google Shape;8589;p129"/>
            <p:cNvSpPr/>
            <p:nvPr/>
          </p:nvSpPr>
          <p:spPr>
            <a:xfrm>
              <a:off x="2612081" y="1759510"/>
              <a:ext cx="4290" cy="6286"/>
            </a:xfrm>
            <a:custGeom>
              <a:rect b="b" l="l" r="r" t="t"/>
              <a:pathLst>
                <a:path extrusionOk="0" h="463" w="316">
                  <a:moveTo>
                    <a:pt x="315" y="462"/>
                  </a:moveTo>
                  <a:lnTo>
                    <a:pt x="315" y="462"/>
                  </a:lnTo>
                  <a:cubicBezTo>
                    <a:pt x="130" y="382"/>
                    <a:pt x="7" y="203"/>
                    <a:pt x="0" y="0"/>
                  </a:cubicBezTo>
                  <a:cubicBezTo>
                    <a:pt x="7" y="203"/>
                    <a:pt x="130" y="382"/>
                    <a:pt x="315" y="46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0" name="Google Shape;8590;p129"/>
            <p:cNvSpPr/>
            <p:nvPr/>
          </p:nvSpPr>
          <p:spPr>
            <a:xfrm>
              <a:off x="2620920" y="1768064"/>
              <a:ext cx="530" cy="339"/>
            </a:xfrm>
            <a:custGeom>
              <a:rect b="b" l="l" r="r" t="t"/>
              <a:pathLst>
                <a:path extrusionOk="0" h="25" w="39">
                  <a:moveTo>
                    <a:pt x="39" y="25"/>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1" name="Google Shape;8591;p129"/>
            <p:cNvSpPr/>
            <p:nvPr/>
          </p:nvSpPr>
          <p:spPr>
            <a:xfrm>
              <a:off x="2618870" y="1766964"/>
              <a:ext cx="448" cy="258"/>
            </a:xfrm>
            <a:custGeom>
              <a:rect b="b" l="l" r="r" t="t"/>
              <a:pathLst>
                <a:path extrusionOk="0" h="19" w="33">
                  <a:moveTo>
                    <a:pt x="1" y="1"/>
                  </a:moveTo>
                  <a:lnTo>
                    <a:pt x="32"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2" name="Google Shape;8592;p129"/>
            <p:cNvSpPr/>
            <p:nvPr/>
          </p:nvSpPr>
          <p:spPr>
            <a:xfrm>
              <a:off x="2608660" y="1756754"/>
              <a:ext cx="3476" cy="2770"/>
            </a:xfrm>
            <a:custGeom>
              <a:rect b="b" l="l" r="r" t="t"/>
              <a:pathLst>
                <a:path extrusionOk="0" h="204" w="256">
                  <a:moveTo>
                    <a:pt x="0" y="0"/>
                  </a:moveTo>
                  <a:lnTo>
                    <a:pt x="0" y="0"/>
                  </a:lnTo>
                  <a:cubicBezTo>
                    <a:pt x="95" y="70"/>
                    <a:pt x="228" y="165"/>
                    <a:pt x="256" y="203"/>
                  </a:cubicBezTo>
                  <a:cubicBezTo>
                    <a:pt x="228" y="165"/>
                    <a:pt x="98" y="7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3" name="Google Shape;8593;p129"/>
            <p:cNvSpPr/>
            <p:nvPr/>
          </p:nvSpPr>
          <p:spPr>
            <a:xfrm>
              <a:off x="2606093" y="1754894"/>
              <a:ext cx="1154" cy="869"/>
            </a:xfrm>
            <a:custGeom>
              <a:rect b="b" l="l" r="r" t="t"/>
              <a:pathLst>
                <a:path extrusionOk="0" h="64" w="85">
                  <a:moveTo>
                    <a:pt x="0" y="1"/>
                  </a:moveTo>
                  <a:cubicBezTo>
                    <a:pt x="28" y="22"/>
                    <a:pt x="56" y="43"/>
                    <a:pt x="84" y="64"/>
                  </a:cubicBezTo>
                  <a:cubicBezTo>
                    <a:pt x="56" y="43"/>
                    <a:pt x="28" y="22"/>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4" name="Google Shape;8594;p129"/>
            <p:cNvSpPr/>
            <p:nvPr/>
          </p:nvSpPr>
          <p:spPr>
            <a:xfrm>
              <a:off x="2616358" y="1765783"/>
              <a:ext cx="720" cy="339"/>
            </a:xfrm>
            <a:custGeom>
              <a:rect b="b" l="l" r="r" t="t"/>
              <a:pathLst>
                <a:path extrusionOk="0" h="25" w="53">
                  <a:moveTo>
                    <a:pt x="0" y="0"/>
                  </a:moveTo>
                  <a:lnTo>
                    <a:pt x="53"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5" name="Google Shape;8595;p129"/>
            <p:cNvSpPr/>
            <p:nvPr/>
          </p:nvSpPr>
          <p:spPr>
            <a:xfrm>
              <a:off x="2618164" y="1766639"/>
              <a:ext cx="394" cy="204"/>
            </a:xfrm>
            <a:custGeom>
              <a:rect b="b" l="l" r="r" t="t"/>
              <a:pathLst>
                <a:path extrusionOk="0" h="15" w="29">
                  <a:moveTo>
                    <a:pt x="0" y="0"/>
                  </a:moveTo>
                  <a:lnTo>
                    <a:pt x="28"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6" name="Google Shape;8596;p129"/>
            <p:cNvSpPr/>
            <p:nvPr/>
          </p:nvSpPr>
          <p:spPr>
            <a:xfrm>
              <a:off x="2607465" y="1755940"/>
              <a:ext cx="1208" cy="828"/>
            </a:xfrm>
            <a:custGeom>
              <a:rect b="b" l="l" r="r" t="t"/>
              <a:pathLst>
                <a:path extrusionOk="0" h="61" w="89">
                  <a:moveTo>
                    <a:pt x="1" y="1"/>
                  </a:moveTo>
                  <a:lnTo>
                    <a:pt x="88" y="6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7" name="Google Shape;8597;p129"/>
            <p:cNvSpPr/>
            <p:nvPr/>
          </p:nvSpPr>
          <p:spPr>
            <a:xfrm>
              <a:off x="2617349" y="1766258"/>
              <a:ext cx="489" cy="204"/>
            </a:xfrm>
            <a:custGeom>
              <a:rect b="b" l="l" r="r" t="t"/>
              <a:pathLst>
                <a:path extrusionOk="0" h="15" w="36">
                  <a:moveTo>
                    <a:pt x="1" y="0"/>
                  </a:moveTo>
                  <a:lnTo>
                    <a:pt x="36"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8" name="Google Shape;8598;p129"/>
            <p:cNvSpPr/>
            <p:nvPr/>
          </p:nvSpPr>
          <p:spPr>
            <a:xfrm>
              <a:off x="2514350" y="183280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9" name="Google Shape;8599;p129"/>
            <p:cNvSpPr/>
            <p:nvPr/>
          </p:nvSpPr>
          <p:spPr>
            <a:xfrm>
              <a:off x="2505742" y="1822252"/>
              <a:ext cx="1059" cy="910"/>
            </a:xfrm>
            <a:custGeom>
              <a:rect b="b" l="l" r="r" t="t"/>
              <a:pathLst>
                <a:path extrusionOk="0" h="67" w="78">
                  <a:moveTo>
                    <a:pt x="78" y="67"/>
                  </a:moveTo>
                  <a:cubicBezTo>
                    <a:pt x="50" y="46"/>
                    <a:pt x="22" y="25"/>
                    <a:pt x="1" y="0"/>
                  </a:cubicBezTo>
                  <a:cubicBezTo>
                    <a:pt x="22" y="25"/>
                    <a:pt x="50" y="46"/>
                    <a:pt x="78" y="6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0" name="Google Shape;8600;p129"/>
            <p:cNvSpPr/>
            <p:nvPr/>
          </p:nvSpPr>
          <p:spPr>
            <a:xfrm>
              <a:off x="2514635" y="1833942"/>
              <a:ext cx="394" cy="149"/>
            </a:xfrm>
            <a:custGeom>
              <a:rect b="b" l="l" r="r" t="t"/>
              <a:pathLst>
                <a:path extrusionOk="0" h="11" w="29">
                  <a:moveTo>
                    <a:pt x="1" y="0"/>
                  </a:moveTo>
                  <a:cubicBezTo>
                    <a:pt x="11" y="4"/>
                    <a:pt x="22" y="7"/>
                    <a:pt x="29" y="11"/>
                  </a:cubicBezTo>
                  <a:cubicBezTo>
                    <a:pt x="22" y="7"/>
                    <a:pt x="11" y="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1" name="Google Shape;8601;p129"/>
            <p:cNvSpPr/>
            <p:nvPr/>
          </p:nvSpPr>
          <p:spPr>
            <a:xfrm>
              <a:off x="2517772" y="183783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2" name="Google Shape;8602;p129"/>
            <p:cNvSpPr/>
            <p:nvPr/>
          </p:nvSpPr>
          <p:spPr>
            <a:xfrm>
              <a:off x="2518016" y="1839034"/>
              <a:ext cx="14" cy="394"/>
            </a:xfrm>
            <a:custGeom>
              <a:rect b="b" l="l" r="r" t="t"/>
              <a:pathLst>
                <a:path extrusionOk="0" h="29" w="1">
                  <a:moveTo>
                    <a:pt x="0" y="0"/>
                  </a:moveTo>
                  <a:cubicBezTo>
                    <a:pt x="0" y="11"/>
                    <a:pt x="0" y="18"/>
                    <a:pt x="0" y="28"/>
                  </a:cubicBezTo>
                  <a:cubicBezTo>
                    <a:pt x="0" y="18"/>
                    <a:pt x="0"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3" name="Google Shape;8603;p129"/>
            <p:cNvSpPr/>
            <p:nvPr/>
          </p:nvSpPr>
          <p:spPr>
            <a:xfrm>
              <a:off x="2517962" y="1838654"/>
              <a:ext cx="14" cy="299"/>
            </a:xfrm>
            <a:custGeom>
              <a:rect b="b" l="l" r="r" t="t"/>
              <a:pathLst>
                <a:path extrusionOk="0" h="22" w="1">
                  <a:moveTo>
                    <a:pt x="1" y="21"/>
                  </a:moveTo>
                  <a:lnTo>
                    <a:pt x="1" y="0"/>
                  </a:lnTo>
                  <a:cubicBezTo>
                    <a:pt x="1" y="7"/>
                    <a:pt x="1" y="14"/>
                    <a:pt x="1"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4" name="Google Shape;8604;p129"/>
            <p:cNvSpPr/>
            <p:nvPr/>
          </p:nvSpPr>
          <p:spPr>
            <a:xfrm>
              <a:off x="2517867" y="1838219"/>
              <a:ext cx="68" cy="258"/>
            </a:xfrm>
            <a:custGeom>
              <a:rect b="b" l="l" r="r" t="t"/>
              <a:pathLst>
                <a:path extrusionOk="0" h="19" w="5">
                  <a:moveTo>
                    <a:pt x="4" y="18"/>
                  </a:moveTo>
                  <a:cubicBezTo>
                    <a:pt x="4" y="11"/>
                    <a:pt x="4" y="8"/>
                    <a:pt x="1" y="1"/>
                  </a:cubicBezTo>
                  <a:cubicBezTo>
                    <a:pt x="4" y="8"/>
                    <a:pt x="4" y="11"/>
                    <a:pt x="4"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5" name="Google Shape;8605;p129"/>
            <p:cNvSpPr/>
            <p:nvPr/>
          </p:nvSpPr>
          <p:spPr>
            <a:xfrm>
              <a:off x="2514500" y="1833603"/>
              <a:ext cx="54" cy="109"/>
            </a:xfrm>
            <a:custGeom>
              <a:rect b="b" l="l" r="r" t="t"/>
              <a:pathLst>
                <a:path extrusionOk="0" h="8" w="4">
                  <a:moveTo>
                    <a:pt x="0" y="1"/>
                  </a:moveTo>
                  <a:lnTo>
                    <a:pt x="4" y="8"/>
                  </a:lnTo>
                  <a:cubicBezTo>
                    <a:pt x="4" y="4"/>
                    <a:pt x="4"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6" name="Google Shape;8606;p129"/>
            <p:cNvSpPr/>
            <p:nvPr/>
          </p:nvSpPr>
          <p:spPr>
            <a:xfrm>
              <a:off x="2514500" y="1833372"/>
              <a:ext cx="14" cy="109"/>
            </a:xfrm>
            <a:custGeom>
              <a:rect b="b" l="l" r="r" t="t"/>
              <a:pathLst>
                <a:path extrusionOk="0" h="8" w="1">
                  <a:moveTo>
                    <a:pt x="0"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7" name="Google Shape;8607;p129"/>
            <p:cNvSpPr/>
            <p:nvPr/>
          </p:nvSpPr>
          <p:spPr>
            <a:xfrm>
              <a:off x="2503556" y="1818831"/>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8" name="Google Shape;8608;p129"/>
            <p:cNvSpPr/>
            <p:nvPr/>
          </p:nvSpPr>
          <p:spPr>
            <a:xfrm>
              <a:off x="2514310" y="183242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9" name="Google Shape;8609;p129"/>
            <p:cNvSpPr/>
            <p:nvPr/>
          </p:nvSpPr>
          <p:spPr>
            <a:xfrm>
              <a:off x="2505606" y="1850439"/>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0" name="Google Shape;8610;p129"/>
            <p:cNvSpPr/>
            <p:nvPr/>
          </p:nvSpPr>
          <p:spPr>
            <a:xfrm>
              <a:off x="2503801" y="1819251"/>
              <a:ext cx="54" cy="109"/>
            </a:xfrm>
            <a:custGeom>
              <a:rect b="b" l="l" r="r" t="t"/>
              <a:pathLst>
                <a:path extrusionOk="0" h="8" w="4">
                  <a:moveTo>
                    <a:pt x="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1" name="Google Shape;8611;p129"/>
            <p:cNvSpPr/>
            <p:nvPr/>
          </p:nvSpPr>
          <p:spPr>
            <a:xfrm>
              <a:off x="2514595" y="1833793"/>
              <a:ext cx="54" cy="109"/>
            </a:xfrm>
            <a:custGeom>
              <a:rect b="b" l="l" r="r" t="t"/>
              <a:pathLst>
                <a:path extrusionOk="0" h="8" w="4">
                  <a:moveTo>
                    <a:pt x="4" y="8"/>
                  </a:moveTo>
                  <a:cubicBezTo>
                    <a:pt x="0" y="4"/>
                    <a:pt x="0" y="4"/>
                    <a:pt x="0" y="1"/>
                  </a:cubicBezTo>
                  <a:cubicBezTo>
                    <a:pt x="0" y="4"/>
                    <a:pt x="0" y="4"/>
                    <a:pt x="4"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2" name="Google Shape;8612;p129"/>
            <p:cNvSpPr/>
            <p:nvPr/>
          </p:nvSpPr>
          <p:spPr>
            <a:xfrm>
              <a:off x="2514405" y="1833087"/>
              <a:ext cx="14" cy="109"/>
            </a:xfrm>
            <a:custGeom>
              <a:rect b="b" l="l" r="r" t="t"/>
              <a:pathLst>
                <a:path extrusionOk="0" h="8" w="1">
                  <a:moveTo>
                    <a:pt x="0"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3" name="Google Shape;8613;p129"/>
            <p:cNvSpPr/>
            <p:nvPr/>
          </p:nvSpPr>
          <p:spPr>
            <a:xfrm>
              <a:off x="2514255" y="183213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4" name="Google Shape;8614;p129"/>
            <p:cNvSpPr/>
            <p:nvPr/>
          </p:nvSpPr>
          <p:spPr>
            <a:xfrm>
              <a:off x="2507412" y="1823623"/>
              <a:ext cx="720" cy="543"/>
            </a:xfrm>
            <a:custGeom>
              <a:rect b="b" l="l" r="r" t="t"/>
              <a:pathLst>
                <a:path extrusionOk="0" h="40" w="53">
                  <a:moveTo>
                    <a:pt x="0" y="1"/>
                  </a:moveTo>
                  <a:cubicBezTo>
                    <a:pt x="14" y="15"/>
                    <a:pt x="32" y="25"/>
                    <a:pt x="53" y="39"/>
                  </a:cubicBezTo>
                  <a:cubicBezTo>
                    <a:pt x="35" y="25"/>
                    <a:pt x="18"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5" name="Google Shape;8615;p129"/>
            <p:cNvSpPr/>
            <p:nvPr/>
          </p:nvSpPr>
          <p:spPr>
            <a:xfrm>
              <a:off x="2602998" y="1754704"/>
              <a:ext cx="258" cy="204"/>
            </a:xfrm>
            <a:custGeom>
              <a:rect b="b" l="l" r="r" t="t"/>
              <a:pathLst>
                <a:path extrusionOk="0" h="15" w="19">
                  <a:moveTo>
                    <a:pt x="18" y="15"/>
                  </a:moveTo>
                  <a:cubicBezTo>
                    <a:pt x="15" y="8"/>
                    <a:pt x="8" y="4"/>
                    <a:pt x="1" y="1"/>
                  </a:cubicBezTo>
                  <a:cubicBezTo>
                    <a:pt x="8" y="4"/>
                    <a:pt x="15" y="8"/>
                    <a:pt x="18"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6" name="Google Shape;8616;p129"/>
            <p:cNvSpPr/>
            <p:nvPr/>
          </p:nvSpPr>
          <p:spPr>
            <a:xfrm>
              <a:off x="2605564" y="1754799"/>
              <a:ext cx="394" cy="109"/>
            </a:xfrm>
            <a:custGeom>
              <a:rect b="b" l="l" r="r" t="t"/>
              <a:pathLst>
                <a:path extrusionOk="0" h="8" w="29">
                  <a:moveTo>
                    <a:pt x="1" y="8"/>
                  </a:moveTo>
                  <a:lnTo>
                    <a:pt x="29" y="1"/>
                  </a:ln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7" name="Google Shape;8617;p129"/>
            <p:cNvSpPr/>
            <p:nvPr/>
          </p:nvSpPr>
          <p:spPr>
            <a:xfrm>
              <a:off x="2554513" y="1799007"/>
              <a:ext cx="3435" cy="774"/>
            </a:xfrm>
            <a:custGeom>
              <a:rect b="b" l="l" r="r" t="t"/>
              <a:pathLst>
                <a:path extrusionOk="0" h="57" w="253">
                  <a:moveTo>
                    <a:pt x="1" y="56"/>
                  </a:moveTo>
                  <a:cubicBezTo>
                    <a:pt x="81" y="21"/>
                    <a:pt x="165" y="0"/>
                    <a:pt x="253" y="0"/>
                  </a:cubicBezTo>
                  <a:cubicBezTo>
                    <a:pt x="165" y="0"/>
                    <a:pt x="81" y="21"/>
                    <a:pt x="1" y="5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8" name="Google Shape;8618;p129"/>
            <p:cNvSpPr/>
            <p:nvPr/>
          </p:nvSpPr>
          <p:spPr>
            <a:xfrm>
              <a:off x="2599196" y="1756374"/>
              <a:ext cx="299" cy="109"/>
            </a:xfrm>
            <a:custGeom>
              <a:rect b="b" l="l" r="r" t="t"/>
              <a:pathLst>
                <a:path extrusionOk="0" h="8" w="22">
                  <a:moveTo>
                    <a:pt x="22"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9" name="Google Shape;8619;p129"/>
            <p:cNvSpPr/>
            <p:nvPr/>
          </p:nvSpPr>
          <p:spPr>
            <a:xfrm>
              <a:off x="2502796" y="1817215"/>
              <a:ext cx="964" cy="109"/>
            </a:xfrm>
            <a:custGeom>
              <a:rect b="b" l="l" r="r" t="t"/>
              <a:pathLst>
                <a:path extrusionOk="0" h="8" w="71">
                  <a:moveTo>
                    <a:pt x="7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0" name="Google Shape;8620;p129"/>
            <p:cNvSpPr/>
            <p:nvPr/>
          </p:nvSpPr>
          <p:spPr>
            <a:xfrm>
              <a:off x="2513264" y="1818396"/>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1" name="Google Shape;8621;p129"/>
            <p:cNvSpPr/>
            <p:nvPr/>
          </p:nvSpPr>
          <p:spPr>
            <a:xfrm>
              <a:off x="2516020" y="1818301"/>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2" name="Google Shape;8622;p129"/>
            <p:cNvSpPr/>
            <p:nvPr/>
          </p:nvSpPr>
          <p:spPr>
            <a:xfrm>
              <a:off x="2514119" y="1818396"/>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3" name="Google Shape;8623;p129"/>
            <p:cNvSpPr/>
            <p:nvPr/>
          </p:nvSpPr>
          <p:spPr>
            <a:xfrm>
              <a:off x="2596725" y="1756849"/>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4" name="Google Shape;8624;p129"/>
            <p:cNvSpPr/>
            <p:nvPr/>
          </p:nvSpPr>
          <p:spPr>
            <a:xfrm>
              <a:off x="2599766" y="1756184"/>
              <a:ext cx="299" cy="109"/>
            </a:xfrm>
            <a:custGeom>
              <a:rect b="b" l="l" r="r" t="t"/>
              <a:pathLst>
                <a:path extrusionOk="0" h="8" w="22">
                  <a:moveTo>
                    <a:pt x="22"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5" name="Google Shape;8625;p129"/>
            <p:cNvSpPr/>
            <p:nvPr/>
          </p:nvSpPr>
          <p:spPr>
            <a:xfrm>
              <a:off x="2502131" y="1817161"/>
              <a:ext cx="258" cy="14"/>
            </a:xfrm>
            <a:custGeom>
              <a:rect b="b" l="l" r="r" t="t"/>
              <a:pathLst>
                <a:path extrusionOk="0" h="1" w="19">
                  <a:moveTo>
                    <a:pt x="1" y="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6" name="Google Shape;8626;p129"/>
            <p:cNvSpPr/>
            <p:nvPr/>
          </p:nvSpPr>
          <p:spPr>
            <a:xfrm>
              <a:off x="2595109" y="1756659"/>
              <a:ext cx="149" cy="54"/>
            </a:xfrm>
            <a:custGeom>
              <a:rect b="b" l="l" r="r" t="t"/>
              <a:pathLst>
                <a:path extrusionOk="0" h="4" w="11">
                  <a:moveTo>
                    <a:pt x="1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7" name="Google Shape;8627;p129"/>
            <p:cNvSpPr/>
            <p:nvPr/>
          </p:nvSpPr>
          <p:spPr>
            <a:xfrm>
              <a:off x="2602672" y="1754568"/>
              <a:ext cx="109" cy="54"/>
            </a:xfrm>
            <a:custGeom>
              <a:rect b="b" l="l" r="r" t="t"/>
              <a:pathLst>
                <a:path extrusionOk="0" h="4" w="8">
                  <a:moveTo>
                    <a:pt x="7"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8" name="Google Shape;8628;p129"/>
            <p:cNvSpPr/>
            <p:nvPr/>
          </p:nvSpPr>
          <p:spPr>
            <a:xfrm>
              <a:off x="2595544" y="1756795"/>
              <a:ext cx="190" cy="14"/>
            </a:xfrm>
            <a:custGeom>
              <a:rect b="b" l="l" r="r" t="t"/>
              <a:pathLst>
                <a:path extrusionOk="0" h="1" w="14">
                  <a:moveTo>
                    <a:pt x="1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9" name="Google Shape;8629;p129"/>
            <p:cNvSpPr/>
            <p:nvPr/>
          </p:nvSpPr>
          <p:spPr>
            <a:xfrm>
              <a:off x="2595965" y="1756849"/>
              <a:ext cx="244" cy="14"/>
            </a:xfrm>
            <a:custGeom>
              <a:rect b="b" l="l" r="r" t="t"/>
              <a:pathLst>
                <a:path extrusionOk="0" h="1" w="18">
                  <a:moveTo>
                    <a:pt x="1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0" name="Google Shape;8630;p129"/>
            <p:cNvSpPr/>
            <p:nvPr/>
          </p:nvSpPr>
          <p:spPr>
            <a:xfrm>
              <a:off x="2602047" y="1754948"/>
              <a:ext cx="204" cy="149"/>
            </a:xfrm>
            <a:custGeom>
              <a:rect b="b" l="l" r="r" t="t"/>
              <a:pathLst>
                <a:path extrusionOk="0" h="11" w="15">
                  <a:moveTo>
                    <a:pt x="15"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1" name="Google Shape;8631;p129"/>
            <p:cNvSpPr/>
            <p:nvPr/>
          </p:nvSpPr>
          <p:spPr>
            <a:xfrm>
              <a:off x="2507127" y="1817690"/>
              <a:ext cx="1005" cy="109"/>
            </a:xfrm>
            <a:custGeom>
              <a:rect b="b" l="l" r="r" t="t"/>
              <a:pathLst>
                <a:path extrusionOk="0" h="8" w="74">
                  <a:moveTo>
                    <a:pt x="74"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2" name="Google Shape;8632;p129"/>
            <p:cNvSpPr/>
            <p:nvPr/>
          </p:nvSpPr>
          <p:spPr>
            <a:xfrm>
              <a:off x="2526665" y="181721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3" name="Google Shape;8633;p129"/>
            <p:cNvSpPr/>
            <p:nvPr/>
          </p:nvSpPr>
          <p:spPr>
            <a:xfrm>
              <a:off x="2597010" y="1756795"/>
              <a:ext cx="258" cy="14"/>
            </a:xfrm>
            <a:custGeom>
              <a:rect b="b" l="l" r="r" t="t"/>
              <a:pathLst>
                <a:path extrusionOk="0" h="1" w="19">
                  <a:moveTo>
                    <a:pt x="1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4" name="Google Shape;8634;p129"/>
            <p:cNvSpPr/>
            <p:nvPr/>
          </p:nvSpPr>
          <p:spPr>
            <a:xfrm>
              <a:off x="2527330" y="1817120"/>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5" name="Google Shape;8635;p129"/>
            <p:cNvSpPr/>
            <p:nvPr/>
          </p:nvSpPr>
          <p:spPr>
            <a:xfrm>
              <a:off x="2598626" y="1756564"/>
              <a:ext cx="299" cy="54"/>
            </a:xfrm>
            <a:custGeom>
              <a:rect b="b" l="l" r="r" t="t"/>
              <a:pathLst>
                <a:path extrusionOk="0" h="4" w="22">
                  <a:moveTo>
                    <a:pt x="22"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6" name="Google Shape;8636;p129"/>
            <p:cNvSpPr/>
            <p:nvPr/>
          </p:nvSpPr>
          <p:spPr>
            <a:xfrm>
              <a:off x="2600337" y="1755940"/>
              <a:ext cx="299" cy="109"/>
            </a:xfrm>
            <a:custGeom>
              <a:rect b="b" l="l" r="r" t="t"/>
              <a:pathLst>
                <a:path extrusionOk="0" h="8" w="22">
                  <a:moveTo>
                    <a:pt x="22"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7" name="Google Shape;8637;p129"/>
            <p:cNvSpPr/>
            <p:nvPr/>
          </p:nvSpPr>
          <p:spPr>
            <a:xfrm>
              <a:off x="2598056" y="1756659"/>
              <a:ext cx="299" cy="54"/>
            </a:xfrm>
            <a:custGeom>
              <a:rect b="b" l="l" r="r" t="t"/>
              <a:pathLst>
                <a:path extrusionOk="0" h="4" w="22">
                  <a:moveTo>
                    <a:pt x="22"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8" name="Google Shape;8638;p129"/>
            <p:cNvSpPr/>
            <p:nvPr/>
          </p:nvSpPr>
          <p:spPr>
            <a:xfrm>
              <a:off x="2597485" y="1756754"/>
              <a:ext cx="299" cy="54"/>
            </a:xfrm>
            <a:custGeom>
              <a:rect b="b" l="l" r="r" t="t"/>
              <a:pathLst>
                <a:path extrusionOk="0" h="4" w="22">
                  <a:moveTo>
                    <a:pt x="22"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9" name="Google Shape;8639;p129"/>
            <p:cNvSpPr/>
            <p:nvPr/>
          </p:nvSpPr>
          <p:spPr>
            <a:xfrm>
              <a:off x="2601477" y="1755329"/>
              <a:ext cx="258" cy="149"/>
            </a:xfrm>
            <a:custGeom>
              <a:rect b="b" l="l" r="r" t="t"/>
              <a:pathLst>
                <a:path extrusionOk="0" h="11" w="19">
                  <a:moveTo>
                    <a:pt x="18"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0" name="Google Shape;8640;p129"/>
            <p:cNvSpPr/>
            <p:nvPr/>
          </p:nvSpPr>
          <p:spPr>
            <a:xfrm>
              <a:off x="2508498" y="1817880"/>
              <a:ext cx="923" cy="109"/>
            </a:xfrm>
            <a:custGeom>
              <a:rect b="b" l="l" r="r" t="t"/>
              <a:pathLst>
                <a:path extrusionOk="0" h="8" w="68">
                  <a:moveTo>
                    <a:pt x="67"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1" name="Google Shape;8641;p129"/>
            <p:cNvSpPr/>
            <p:nvPr/>
          </p:nvSpPr>
          <p:spPr>
            <a:xfrm>
              <a:off x="2600907" y="1755654"/>
              <a:ext cx="258" cy="163"/>
            </a:xfrm>
            <a:custGeom>
              <a:rect b="b" l="l" r="r" t="t"/>
              <a:pathLst>
                <a:path extrusionOk="0" h="12" w="19">
                  <a:moveTo>
                    <a:pt x="1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2" name="Google Shape;8642;p129"/>
            <p:cNvSpPr/>
            <p:nvPr/>
          </p:nvSpPr>
          <p:spPr>
            <a:xfrm>
              <a:off x="2504181" y="1817310"/>
              <a:ext cx="1195" cy="149"/>
            </a:xfrm>
            <a:custGeom>
              <a:rect b="b" l="l" r="r" t="t"/>
              <a:pathLst>
                <a:path extrusionOk="0" h="11" w="88">
                  <a:moveTo>
                    <a:pt x="88"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3" name="Google Shape;8643;p129"/>
            <p:cNvSpPr/>
            <p:nvPr/>
          </p:nvSpPr>
          <p:spPr>
            <a:xfrm>
              <a:off x="2512640" y="1818396"/>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4" name="Google Shape;8644;p129"/>
            <p:cNvSpPr/>
            <p:nvPr/>
          </p:nvSpPr>
          <p:spPr>
            <a:xfrm>
              <a:off x="2505457" y="1817446"/>
              <a:ext cx="1344" cy="204"/>
            </a:xfrm>
            <a:custGeom>
              <a:rect b="b" l="l" r="r" t="t"/>
              <a:pathLst>
                <a:path extrusionOk="0" h="15" w="99">
                  <a:moveTo>
                    <a:pt x="99"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5" name="Google Shape;8645;p129"/>
            <p:cNvSpPr/>
            <p:nvPr/>
          </p:nvSpPr>
          <p:spPr>
            <a:xfrm>
              <a:off x="2509788" y="1818070"/>
              <a:ext cx="1195" cy="204"/>
            </a:xfrm>
            <a:custGeom>
              <a:rect b="b" l="l" r="r" t="t"/>
              <a:pathLst>
                <a:path extrusionOk="0" h="15" w="88">
                  <a:moveTo>
                    <a:pt x="88"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6" name="Google Shape;8646;p129"/>
            <p:cNvSpPr/>
            <p:nvPr/>
          </p:nvSpPr>
          <p:spPr>
            <a:xfrm>
              <a:off x="2511404" y="1818355"/>
              <a:ext cx="149" cy="14"/>
            </a:xfrm>
            <a:custGeom>
              <a:rect b="b" l="l" r="r" t="t"/>
              <a:pathLst>
                <a:path extrusionOk="0" h="1" w="11">
                  <a:moveTo>
                    <a:pt x="1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7" name="Google Shape;8647;p129"/>
            <p:cNvSpPr/>
            <p:nvPr/>
          </p:nvSpPr>
          <p:spPr>
            <a:xfrm>
              <a:off x="2512029" y="181835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8" name="Google Shape;8648;p129"/>
            <p:cNvSpPr/>
            <p:nvPr/>
          </p:nvSpPr>
          <p:spPr>
            <a:xfrm>
              <a:off x="2991016" y="2067204"/>
              <a:ext cx="18968" cy="6409"/>
            </a:xfrm>
            <a:custGeom>
              <a:rect b="b" l="l" r="r" t="t"/>
              <a:pathLst>
                <a:path extrusionOk="0" h="472" w="1397">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9" name="Google Shape;8649;p129"/>
            <p:cNvSpPr/>
            <p:nvPr/>
          </p:nvSpPr>
          <p:spPr>
            <a:xfrm>
              <a:off x="3012726" y="2048969"/>
              <a:ext cx="73699" cy="62008"/>
            </a:xfrm>
            <a:custGeom>
              <a:rect b="b" l="l" r="r" t="t"/>
              <a:pathLst>
                <a:path extrusionOk="0" h="4567" w="5428">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0" name="Google Shape;8650;p129"/>
            <p:cNvSpPr/>
            <p:nvPr/>
          </p:nvSpPr>
          <p:spPr>
            <a:xfrm>
              <a:off x="2746593" y="2003634"/>
              <a:ext cx="83583" cy="84330"/>
            </a:xfrm>
            <a:custGeom>
              <a:rect b="b" l="l" r="r" t="t"/>
              <a:pathLst>
                <a:path extrusionOk="0" h="6211" w="6156">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1" name="Google Shape;8651;p129"/>
            <p:cNvSpPr/>
            <p:nvPr/>
          </p:nvSpPr>
          <p:spPr>
            <a:xfrm>
              <a:off x="2846320" y="2013450"/>
              <a:ext cx="74445" cy="60949"/>
            </a:xfrm>
            <a:custGeom>
              <a:rect b="b" l="l" r="r" t="t"/>
              <a:pathLst>
                <a:path extrusionOk="0" h="4489" w="5483">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2" name="Google Shape;8652;p129"/>
            <p:cNvSpPr/>
            <p:nvPr/>
          </p:nvSpPr>
          <p:spPr>
            <a:xfrm>
              <a:off x="2823415" y="2090109"/>
              <a:ext cx="73061" cy="19457"/>
            </a:xfrm>
            <a:custGeom>
              <a:rect b="b" l="l" r="r" t="t"/>
              <a:pathLst>
                <a:path extrusionOk="0" h="1433" w="5381">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3" name="Google Shape;8653;p129"/>
            <p:cNvSpPr/>
            <p:nvPr/>
          </p:nvSpPr>
          <p:spPr>
            <a:xfrm>
              <a:off x="2838907" y="2066647"/>
              <a:ext cx="2675" cy="2281"/>
            </a:xfrm>
            <a:custGeom>
              <a:rect b="b" l="l" r="r" t="t"/>
              <a:pathLst>
                <a:path extrusionOk="0" h="168" w="197">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4" name="Google Shape;8654;p129"/>
            <p:cNvSpPr/>
            <p:nvPr/>
          </p:nvSpPr>
          <p:spPr>
            <a:xfrm>
              <a:off x="2928980" y="2107991"/>
              <a:ext cx="29246" cy="3842"/>
            </a:xfrm>
            <a:custGeom>
              <a:rect b="b" l="l" r="r" t="t"/>
              <a:pathLst>
                <a:path extrusionOk="0" h="283" w="2154">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5" name="Google Shape;8655;p129"/>
            <p:cNvSpPr/>
            <p:nvPr/>
          </p:nvSpPr>
          <p:spPr>
            <a:xfrm>
              <a:off x="2771508" y="2053260"/>
              <a:ext cx="2240" cy="3666"/>
            </a:xfrm>
            <a:custGeom>
              <a:rect b="b" l="l" r="r" t="t"/>
              <a:pathLst>
                <a:path extrusionOk="0" h="270" w="165">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6" name="Google Shape;8656;p129"/>
            <p:cNvSpPr/>
            <p:nvPr/>
          </p:nvSpPr>
          <p:spPr>
            <a:xfrm>
              <a:off x="2920182" y="2034251"/>
              <a:ext cx="46788" cy="53482"/>
            </a:xfrm>
            <a:custGeom>
              <a:rect b="b" l="l" r="r" t="t"/>
              <a:pathLst>
                <a:path extrusionOk="0" h="3939" w="3446">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7" name="Google Shape;8657;p129"/>
            <p:cNvSpPr/>
            <p:nvPr/>
          </p:nvSpPr>
          <p:spPr>
            <a:xfrm>
              <a:off x="2975850" y="2069105"/>
              <a:ext cx="7658" cy="4046"/>
            </a:xfrm>
            <a:custGeom>
              <a:rect b="b" l="l" r="r" t="t"/>
              <a:pathLst>
                <a:path extrusionOk="0" h="298" w="564">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8" name="Google Shape;8658;p129"/>
            <p:cNvSpPr/>
            <p:nvPr/>
          </p:nvSpPr>
          <p:spPr>
            <a:xfrm>
              <a:off x="2759899" y="2034536"/>
              <a:ext cx="923" cy="204"/>
            </a:xfrm>
            <a:custGeom>
              <a:rect b="b" l="l" r="r" t="t"/>
              <a:pathLst>
                <a:path extrusionOk="0" h="15" w="68">
                  <a:moveTo>
                    <a:pt x="67" y="14"/>
                  </a:moveTo>
                  <a:lnTo>
                    <a:pt x="1" y="0"/>
                  </a:lnTo>
                  <a:lnTo>
                    <a:pt x="1" y="0"/>
                  </a:lnTo>
                  <a:lnTo>
                    <a:pt x="67"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9" name="Google Shape;8659;p129"/>
            <p:cNvSpPr/>
            <p:nvPr/>
          </p:nvSpPr>
          <p:spPr>
            <a:xfrm>
              <a:off x="2760660" y="2035011"/>
              <a:ext cx="3870" cy="5227"/>
            </a:xfrm>
            <a:custGeom>
              <a:rect b="b" l="l" r="r" t="t"/>
              <a:pathLst>
                <a:path extrusionOk="0" h="385" w="285">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0" name="Google Shape;8660;p129"/>
            <p:cNvSpPr/>
            <p:nvPr/>
          </p:nvSpPr>
          <p:spPr>
            <a:xfrm>
              <a:off x="2956787" y="2113666"/>
              <a:ext cx="11093" cy="8595"/>
            </a:xfrm>
            <a:custGeom>
              <a:rect b="b" l="l" r="r" t="t"/>
              <a:pathLst>
                <a:path extrusionOk="0" h="633" w="817">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1" name="Google Shape;8661;p129"/>
            <p:cNvSpPr/>
            <p:nvPr/>
          </p:nvSpPr>
          <p:spPr>
            <a:xfrm>
              <a:off x="2901173" y="2106945"/>
              <a:ext cx="20312" cy="6490"/>
            </a:xfrm>
            <a:custGeom>
              <a:rect b="b" l="l" r="r" t="t"/>
              <a:pathLst>
                <a:path extrusionOk="0" h="478" w="1496">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2" name="Google Shape;8662;p129"/>
            <p:cNvSpPr/>
            <p:nvPr/>
          </p:nvSpPr>
          <p:spPr>
            <a:xfrm>
              <a:off x="2923413" y="2117536"/>
              <a:ext cx="11527" cy="4711"/>
            </a:xfrm>
            <a:custGeom>
              <a:rect b="b" l="l" r="r" t="t"/>
              <a:pathLst>
                <a:path extrusionOk="0" h="347" w="849">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3" name="Google Shape;8663;p129"/>
            <p:cNvSpPr/>
            <p:nvPr/>
          </p:nvSpPr>
          <p:spPr>
            <a:xfrm>
              <a:off x="2984729" y="2031441"/>
              <a:ext cx="10713" cy="16320"/>
            </a:xfrm>
            <a:custGeom>
              <a:rect b="b" l="l" r="r" t="t"/>
              <a:pathLst>
                <a:path extrusionOk="0" h="1202" w="789">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4" name="Google Shape;8664;p129"/>
            <p:cNvSpPr/>
            <p:nvPr/>
          </p:nvSpPr>
          <p:spPr>
            <a:xfrm>
              <a:off x="2859015" y="2039003"/>
              <a:ext cx="109" cy="14"/>
            </a:xfrm>
            <a:custGeom>
              <a:rect b="b" l="l" r="r" t="t"/>
              <a:pathLst>
                <a:path extrusionOk="0" h="1" w="8">
                  <a:moveTo>
                    <a:pt x="0" y="0"/>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5" name="Google Shape;8665;p129"/>
            <p:cNvSpPr/>
            <p:nvPr/>
          </p:nvSpPr>
          <p:spPr>
            <a:xfrm>
              <a:off x="2860481" y="2039098"/>
              <a:ext cx="163" cy="54"/>
            </a:xfrm>
            <a:custGeom>
              <a:rect b="b" l="l" r="r" t="t"/>
              <a:pathLst>
                <a:path extrusionOk="0" h="4" w="12">
                  <a:moveTo>
                    <a:pt x="1"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6" name="Google Shape;8666;p129"/>
            <p:cNvSpPr/>
            <p:nvPr/>
          </p:nvSpPr>
          <p:spPr>
            <a:xfrm>
              <a:off x="2860156" y="2039193"/>
              <a:ext cx="149" cy="14"/>
            </a:xfrm>
            <a:custGeom>
              <a:rect b="b" l="l" r="r" t="t"/>
              <a:pathLst>
                <a:path extrusionOk="0" h="1" w="11">
                  <a:moveTo>
                    <a:pt x="0"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7" name="Google Shape;8667;p129"/>
            <p:cNvSpPr/>
            <p:nvPr/>
          </p:nvSpPr>
          <p:spPr>
            <a:xfrm>
              <a:off x="2858160" y="2038569"/>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8" name="Google Shape;8668;p129"/>
            <p:cNvSpPr/>
            <p:nvPr/>
          </p:nvSpPr>
          <p:spPr>
            <a:xfrm>
              <a:off x="2858581" y="2038759"/>
              <a:ext cx="109" cy="109"/>
            </a:xfrm>
            <a:custGeom>
              <a:rect b="b" l="l" r="r" t="t"/>
              <a:pathLst>
                <a:path extrusionOk="0" h="8" w="8">
                  <a:moveTo>
                    <a:pt x="1" y="1"/>
                  </a:moveTo>
                  <a:lnTo>
                    <a:pt x="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9" name="Google Shape;8669;p129"/>
            <p:cNvSpPr/>
            <p:nvPr/>
          </p:nvSpPr>
          <p:spPr>
            <a:xfrm>
              <a:off x="2860821" y="2038949"/>
              <a:ext cx="109" cy="68"/>
            </a:xfrm>
            <a:custGeom>
              <a:rect b="b" l="l" r="r" t="t"/>
              <a:pathLst>
                <a:path extrusionOk="0" h="5"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0" name="Google Shape;8670;p129"/>
            <p:cNvSpPr/>
            <p:nvPr/>
          </p:nvSpPr>
          <p:spPr>
            <a:xfrm>
              <a:off x="2852457" y="2033776"/>
              <a:ext cx="109" cy="204"/>
            </a:xfrm>
            <a:custGeom>
              <a:rect b="b" l="l" r="r" t="t"/>
              <a:pathLst>
                <a:path extrusionOk="0" h="15" w="8">
                  <a:moveTo>
                    <a:pt x="0" y="0"/>
                  </a:moveTo>
                  <a:lnTo>
                    <a:pt x="7"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1" name="Google Shape;8671;p129"/>
            <p:cNvSpPr/>
            <p:nvPr/>
          </p:nvSpPr>
          <p:spPr>
            <a:xfrm>
              <a:off x="2852267" y="2033301"/>
              <a:ext cx="109" cy="244"/>
            </a:xfrm>
            <a:custGeom>
              <a:rect b="b" l="l" r="r" t="t"/>
              <a:pathLst>
                <a:path extrusionOk="0" h="18" w="8">
                  <a:moveTo>
                    <a:pt x="0" y="0"/>
                  </a:moveTo>
                  <a:lnTo>
                    <a:pt x="7"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2" name="Google Shape;8672;p129"/>
            <p:cNvSpPr/>
            <p:nvPr/>
          </p:nvSpPr>
          <p:spPr>
            <a:xfrm>
              <a:off x="2852647" y="2034156"/>
              <a:ext cx="109" cy="204"/>
            </a:xfrm>
            <a:custGeom>
              <a:rect b="b" l="l" r="r" t="t"/>
              <a:pathLst>
                <a:path extrusionOk="0" h="15" w="8">
                  <a:moveTo>
                    <a:pt x="0" y="0"/>
                  </a:moveTo>
                  <a:lnTo>
                    <a:pt x="7"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3" name="Google Shape;8673;p129"/>
            <p:cNvSpPr/>
            <p:nvPr/>
          </p:nvSpPr>
          <p:spPr>
            <a:xfrm>
              <a:off x="2852118" y="2032826"/>
              <a:ext cx="109" cy="244"/>
            </a:xfrm>
            <a:custGeom>
              <a:rect b="b" l="l" r="r" t="t"/>
              <a:pathLst>
                <a:path extrusionOk="0" h="18" w="8">
                  <a:moveTo>
                    <a:pt x="1" y="0"/>
                  </a:moveTo>
                  <a:lnTo>
                    <a:pt x="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4" name="Google Shape;8674;p129"/>
            <p:cNvSpPr/>
            <p:nvPr/>
          </p:nvSpPr>
          <p:spPr>
            <a:xfrm>
              <a:off x="2851602" y="2031060"/>
              <a:ext cx="109" cy="339"/>
            </a:xfrm>
            <a:custGeom>
              <a:rect b="b" l="l" r="r" t="t"/>
              <a:pathLst>
                <a:path extrusionOk="0" h="25" w="8">
                  <a:moveTo>
                    <a:pt x="0" y="0"/>
                  </a:moveTo>
                  <a:lnTo>
                    <a:pt x="7"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5" name="Google Shape;8675;p129"/>
            <p:cNvSpPr/>
            <p:nvPr/>
          </p:nvSpPr>
          <p:spPr>
            <a:xfrm>
              <a:off x="2851928" y="2032296"/>
              <a:ext cx="109" cy="244"/>
            </a:xfrm>
            <a:custGeom>
              <a:rect b="b" l="l" r="r" t="t"/>
              <a:pathLst>
                <a:path extrusionOk="0" h="18" w="8">
                  <a:moveTo>
                    <a:pt x="1" y="1"/>
                  </a:moveTo>
                  <a:lnTo>
                    <a:pt x="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6" name="Google Shape;8676;p129"/>
            <p:cNvSpPr/>
            <p:nvPr/>
          </p:nvSpPr>
          <p:spPr>
            <a:xfrm>
              <a:off x="2857725" y="2038189"/>
              <a:ext cx="109" cy="109"/>
            </a:xfrm>
            <a:custGeom>
              <a:rect b="b" l="l" r="r" t="t"/>
              <a:pathLst>
                <a:path extrusionOk="0" h="8" w="8">
                  <a:moveTo>
                    <a:pt x="1" y="1"/>
                  </a:moveTo>
                  <a:lnTo>
                    <a:pt x="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7" name="Google Shape;8677;p129"/>
            <p:cNvSpPr/>
            <p:nvPr/>
          </p:nvSpPr>
          <p:spPr>
            <a:xfrm>
              <a:off x="2851792" y="2031671"/>
              <a:ext cx="109" cy="299"/>
            </a:xfrm>
            <a:custGeom>
              <a:rect b="b" l="l" r="r" t="t"/>
              <a:pathLst>
                <a:path extrusionOk="0" h="22" w="8">
                  <a:moveTo>
                    <a:pt x="0" y="1"/>
                  </a:moveTo>
                  <a:lnTo>
                    <a:pt x="7"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8" name="Google Shape;8678;p129"/>
            <p:cNvSpPr/>
            <p:nvPr/>
          </p:nvSpPr>
          <p:spPr>
            <a:xfrm>
              <a:off x="2852837" y="2034482"/>
              <a:ext cx="54" cy="204"/>
            </a:xfrm>
            <a:custGeom>
              <a:rect b="b" l="l" r="r" t="t"/>
              <a:pathLst>
                <a:path extrusionOk="0" h="15" w="4">
                  <a:moveTo>
                    <a:pt x="0" y="1"/>
                  </a:moveTo>
                  <a:lnTo>
                    <a:pt x="4"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9" name="Google Shape;8679;p129"/>
            <p:cNvSpPr/>
            <p:nvPr/>
          </p:nvSpPr>
          <p:spPr>
            <a:xfrm>
              <a:off x="2856870" y="2037523"/>
              <a:ext cx="109" cy="109"/>
            </a:xfrm>
            <a:custGeom>
              <a:rect b="b" l="l" r="r" t="t"/>
              <a:pathLst>
                <a:path extrusionOk="0" h="8" w="8">
                  <a:moveTo>
                    <a:pt x="1" y="1"/>
                  </a:moveTo>
                  <a:lnTo>
                    <a:pt x="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0" name="Google Shape;8680;p129"/>
            <p:cNvSpPr/>
            <p:nvPr/>
          </p:nvSpPr>
          <p:spPr>
            <a:xfrm>
              <a:off x="2852973" y="2034821"/>
              <a:ext cx="109" cy="149"/>
            </a:xfrm>
            <a:custGeom>
              <a:rect b="b" l="l" r="r" t="t"/>
              <a:pathLst>
                <a:path extrusionOk="0" h="11" w="8">
                  <a:moveTo>
                    <a:pt x="1" y="0"/>
                  </a:moveTo>
                  <a:lnTo>
                    <a:pt x="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1" name="Google Shape;8681;p129"/>
            <p:cNvSpPr/>
            <p:nvPr/>
          </p:nvSpPr>
          <p:spPr>
            <a:xfrm>
              <a:off x="2854019" y="2035772"/>
              <a:ext cx="109" cy="54"/>
            </a:xfrm>
            <a:custGeom>
              <a:rect b="b" l="l" r="r" t="t"/>
              <a:pathLst>
                <a:path extrusionOk="0" h="4" w="8">
                  <a:moveTo>
                    <a:pt x="1" y="0"/>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2" name="Google Shape;8682;p129"/>
            <p:cNvSpPr/>
            <p:nvPr/>
          </p:nvSpPr>
          <p:spPr>
            <a:xfrm>
              <a:off x="2857304" y="2037903"/>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3" name="Google Shape;8683;p129"/>
            <p:cNvSpPr/>
            <p:nvPr/>
          </p:nvSpPr>
          <p:spPr>
            <a:xfrm>
              <a:off x="2854263" y="2035813"/>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4" name="Google Shape;8684;p129"/>
            <p:cNvSpPr/>
            <p:nvPr/>
          </p:nvSpPr>
          <p:spPr>
            <a:xfrm>
              <a:off x="2853163" y="2035107"/>
              <a:ext cx="109" cy="109"/>
            </a:xfrm>
            <a:custGeom>
              <a:rect b="b" l="l" r="r" t="t"/>
              <a:pathLst>
                <a:path extrusionOk="0" h="8" w="8">
                  <a:moveTo>
                    <a:pt x="1" y="0"/>
                  </a:moveTo>
                  <a:lnTo>
                    <a:pt x="8"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5" name="Google Shape;8685;p129"/>
            <p:cNvSpPr/>
            <p:nvPr/>
          </p:nvSpPr>
          <p:spPr>
            <a:xfrm>
              <a:off x="2853598" y="2035487"/>
              <a:ext cx="109" cy="109"/>
            </a:xfrm>
            <a:custGeom>
              <a:rect b="b" l="l" r="r" t="t"/>
              <a:pathLst>
                <a:path extrusionOk="0" h="8" w="8">
                  <a:moveTo>
                    <a:pt x="0" y="0"/>
                  </a:moveTo>
                  <a:lnTo>
                    <a:pt x="7"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6" name="Google Shape;8686;p129"/>
            <p:cNvSpPr/>
            <p:nvPr/>
          </p:nvSpPr>
          <p:spPr>
            <a:xfrm>
              <a:off x="2853788" y="2035622"/>
              <a:ext cx="109" cy="109"/>
            </a:xfrm>
            <a:custGeom>
              <a:rect b="b" l="l" r="r" t="t"/>
              <a:pathLst>
                <a:path extrusionOk="0" h="8" w="8">
                  <a:moveTo>
                    <a:pt x="0" y="1"/>
                  </a:moveTo>
                  <a:lnTo>
                    <a:pt x="7"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7" name="Google Shape;8687;p129"/>
            <p:cNvSpPr/>
            <p:nvPr/>
          </p:nvSpPr>
          <p:spPr>
            <a:xfrm>
              <a:off x="2859490" y="2039139"/>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8" name="Google Shape;8688;p129"/>
            <p:cNvSpPr/>
            <p:nvPr/>
          </p:nvSpPr>
          <p:spPr>
            <a:xfrm>
              <a:off x="2889049" y="2032921"/>
              <a:ext cx="3204" cy="2105"/>
            </a:xfrm>
            <a:custGeom>
              <a:rect b="b" l="l" r="r" t="t"/>
              <a:pathLst>
                <a:path extrusionOk="0" h="155" w="236">
                  <a:moveTo>
                    <a:pt x="235" y="0"/>
                  </a:moveTo>
                  <a:cubicBezTo>
                    <a:pt x="204" y="112"/>
                    <a:pt x="102" y="130"/>
                    <a:pt x="1" y="154"/>
                  </a:cubicBezTo>
                  <a:cubicBezTo>
                    <a:pt x="106" y="133"/>
                    <a:pt x="204" y="112"/>
                    <a:pt x="23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9" name="Google Shape;8689;p129"/>
            <p:cNvSpPr/>
            <p:nvPr/>
          </p:nvSpPr>
          <p:spPr>
            <a:xfrm>
              <a:off x="2861242" y="2038243"/>
              <a:ext cx="4440" cy="530"/>
            </a:xfrm>
            <a:custGeom>
              <a:rect b="b" l="l" r="r" t="t"/>
              <a:pathLst>
                <a:path extrusionOk="0" h="39" w="327">
                  <a:moveTo>
                    <a:pt x="326" y="7"/>
                  </a:moveTo>
                  <a:cubicBezTo>
                    <a:pt x="197" y="4"/>
                    <a:pt x="53" y="0"/>
                    <a:pt x="1" y="39"/>
                  </a:cubicBezTo>
                  <a:cubicBezTo>
                    <a:pt x="53" y="0"/>
                    <a:pt x="197" y="4"/>
                    <a:pt x="326"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0" name="Google Shape;8690;p129"/>
            <p:cNvSpPr/>
            <p:nvPr/>
          </p:nvSpPr>
          <p:spPr>
            <a:xfrm>
              <a:off x="2910922" y="2013858"/>
              <a:ext cx="54" cy="14"/>
            </a:xfrm>
            <a:custGeom>
              <a:rect b="b" l="l" r="r" t="t"/>
              <a:pathLst>
                <a:path extrusionOk="0" h="1" w="4">
                  <a:moveTo>
                    <a:pt x="4" y="0"/>
                  </a:moveTo>
                  <a:lnTo>
                    <a:pt x="0" y="0"/>
                  </a:ln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1" name="Google Shape;8691;p129"/>
            <p:cNvSpPr/>
            <p:nvPr/>
          </p:nvSpPr>
          <p:spPr>
            <a:xfrm>
              <a:off x="2853353" y="2035297"/>
              <a:ext cx="109" cy="109"/>
            </a:xfrm>
            <a:custGeom>
              <a:rect b="b" l="l" r="r" t="t"/>
              <a:pathLst>
                <a:path extrusionOk="0" h="8" w="8">
                  <a:moveTo>
                    <a:pt x="8"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2" name="Google Shape;8692;p129"/>
            <p:cNvSpPr/>
            <p:nvPr/>
          </p:nvSpPr>
          <p:spPr>
            <a:xfrm>
              <a:off x="2860006" y="2039193"/>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3" name="Google Shape;8693;p129"/>
            <p:cNvSpPr/>
            <p:nvPr/>
          </p:nvSpPr>
          <p:spPr>
            <a:xfrm>
              <a:off x="2899598" y="2013287"/>
              <a:ext cx="8486" cy="1765"/>
            </a:xfrm>
            <a:custGeom>
              <a:rect b="b" l="l" r="r" t="t"/>
              <a:pathLst>
                <a:path extrusionOk="0" h="130" w="625">
                  <a:moveTo>
                    <a:pt x="624" y="11"/>
                  </a:moveTo>
                  <a:cubicBezTo>
                    <a:pt x="424" y="7"/>
                    <a:pt x="120" y="0"/>
                    <a:pt x="1" y="130"/>
                  </a:cubicBezTo>
                  <a:cubicBezTo>
                    <a:pt x="120" y="0"/>
                    <a:pt x="424" y="7"/>
                    <a:pt x="624"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4" name="Google Shape;8694;p129"/>
            <p:cNvSpPr/>
            <p:nvPr/>
          </p:nvSpPr>
          <p:spPr>
            <a:xfrm>
              <a:off x="2909971" y="2013518"/>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5" name="Google Shape;8695;p129"/>
            <p:cNvSpPr/>
            <p:nvPr/>
          </p:nvSpPr>
          <p:spPr>
            <a:xfrm>
              <a:off x="2909632" y="2013478"/>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6" name="Google Shape;8696;p129"/>
            <p:cNvSpPr/>
            <p:nvPr/>
          </p:nvSpPr>
          <p:spPr>
            <a:xfrm>
              <a:off x="2910392" y="2013668"/>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7" name="Google Shape;8697;p129"/>
            <p:cNvSpPr/>
            <p:nvPr/>
          </p:nvSpPr>
          <p:spPr>
            <a:xfrm>
              <a:off x="2962544" y="2114711"/>
              <a:ext cx="394" cy="204"/>
            </a:xfrm>
            <a:custGeom>
              <a:rect b="b" l="l" r="r" t="t"/>
              <a:pathLst>
                <a:path extrusionOk="0" h="15" w="29">
                  <a:moveTo>
                    <a:pt x="28" y="1"/>
                  </a:moveTo>
                  <a:lnTo>
                    <a:pt x="0" y="8"/>
                  </a:lnTo>
                  <a:lnTo>
                    <a:pt x="4" y="8"/>
                  </a:lnTo>
                  <a:lnTo>
                    <a:pt x="11" y="11"/>
                  </a:lnTo>
                  <a:lnTo>
                    <a:pt x="14" y="11"/>
                  </a:lnTo>
                  <a:lnTo>
                    <a:pt x="21" y="15"/>
                  </a:lnTo>
                  <a:cubicBezTo>
                    <a:pt x="21" y="11"/>
                    <a:pt x="25" y="4"/>
                    <a:pt x="2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8" name="Google Shape;8698;p129"/>
            <p:cNvSpPr/>
            <p:nvPr/>
          </p:nvSpPr>
          <p:spPr>
            <a:xfrm>
              <a:off x="2968192" y="2108113"/>
              <a:ext cx="14895" cy="5757"/>
            </a:xfrm>
            <a:custGeom>
              <a:rect b="b" l="l" r="r" t="t"/>
              <a:pathLst>
                <a:path extrusionOk="0" h="424" w="1097">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9" name="Google Shape;8699;p129"/>
            <p:cNvSpPr/>
            <p:nvPr/>
          </p:nvSpPr>
          <p:spPr>
            <a:xfrm>
              <a:off x="2962679" y="2114861"/>
              <a:ext cx="54" cy="14"/>
            </a:xfrm>
            <a:custGeom>
              <a:rect b="b" l="l" r="r" t="t"/>
              <a:pathLst>
                <a:path extrusionOk="0" h="1" w="4">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0" name="Google Shape;8700;p129"/>
            <p:cNvSpPr/>
            <p:nvPr/>
          </p:nvSpPr>
          <p:spPr>
            <a:xfrm>
              <a:off x="2968246" y="2112675"/>
              <a:ext cx="530" cy="530"/>
            </a:xfrm>
            <a:custGeom>
              <a:rect b="b" l="l" r="r" t="t"/>
              <a:pathLst>
                <a:path extrusionOk="0" h="39" w="39">
                  <a:moveTo>
                    <a:pt x="0" y="0"/>
                  </a:moveTo>
                  <a:cubicBezTo>
                    <a:pt x="11" y="11"/>
                    <a:pt x="25" y="25"/>
                    <a:pt x="39" y="39"/>
                  </a:cubicBezTo>
                  <a:cubicBezTo>
                    <a:pt x="25" y="25"/>
                    <a:pt x="11"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1" name="Google Shape;8701;p129"/>
            <p:cNvSpPr/>
            <p:nvPr/>
          </p:nvSpPr>
          <p:spPr>
            <a:xfrm>
              <a:off x="2962544" y="2114806"/>
              <a:ext cx="0" cy="14"/>
            </a:xfrm>
            <a:custGeom>
              <a:rect b="b" l="l" r="r" t="t"/>
              <a:pathLst>
                <a:path extrusionOk="0" h="1" w="0">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2" name="Google Shape;8702;p129"/>
            <p:cNvSpPr/>
            <p:nvPr/>
          </p:nvSpPr>
          <p:spPr>
            <a:xfrm>
              <a:off x="2962924" y="2114711"/>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3" name="Google Shape;8703;p129"/>
            <p:cNvSpPr/>
            <p:nvPr/>
          </p:nvSpPr>
          <p:spPr>
            <a:xfrm>
              <a:off x="2968816" y="2113286"/>
              <a:ext cx="530" cy="584"/>
            </a:xfrm>
            <a:custGeom>
              <a:rect b="b" l="l" r="r" t="t"/>
              <a:pathLst>
                <a:path extrusionOk="0" h="43" w="39">
                  <a:moveTo>
                    <a:pt x="39" y="43"/>
                  </a:moveTo>
                  <a:cubicBezTo>
                    <a:pt x="25" y="29"/>
                    <a:pt x="14" y="15"/>
                    <a:pt x="0" y="1"/>
                  </a:cubicBezTo>
                  <a:cubicBezTo>
                    <a:pt x="14" y="15"/>
                    <a:pt x="25" y="29"/>
                    <a:pt x="39"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4" name="Google Shape;8704;p129"/>
            <p:cNvSpPr/>
            <p:nvPr/>
          </p:nvSpPr>
          <p:spPr>
            <a:xfrm>
              <a:off x="2109605" y="1718303"/>
              <a:ext cx="11147" cy="17827"/>
            </a:xfrm>
            <a:custGeom>
              <a:rect b="b" l="l" r="r" t="t"/>
              <a:pathLst>
                <a:path extrusionOk="0" h="1313" w="821">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5" name="Google Shape;8705;p129"/>
            <p:cNvSpPr/>
            <p:nvPr/>
          </p:nvSpPr>
          <p:spPr>
            <a:xfrm>
              <a:off x="2142544" y="1743706"/>
              <a:ext cx="19171" cy="11066"/>
            </a:xfrm>
            <a:custGeom>
              <a:rect b="b" l="l" r="r" t="t"/>
              <a:pathLst>
                <a:path extrusionOk="0" h="815" w="1412">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6" name="Google Shape;8706;p129"/>
            <p:cNvSpPr/>
            <p:nvPr/>
          </p:nvSpPr>
          <p:spPr>
            <a:xfrm>
              <a:off x="2099300" y="1663436"/>
              <a:ext cx="82904" cy="79917"/>
            </a:xfrm>
            <a:custGeom>
              <a:rect b="b" l="l" r="r" t="t"/>
              <a:pathLst>
                <a:path extrusionOk="0" h="5886" w="6106">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7" name="Google Shape;8707;p129"/>
            <p:cNvSpPr/>
            <p:nvPr/>
          </p:nvSpPr>
          <p:spPr>
            <a:xfrm>
              <a:off x="2139082" y="1663966"/>
              <a:ext cx="1344" cy="2485"/>
            </a:xfrm>
            <a:custGeom>
              <a:rect b="b" l="l" r="r" t="t"/>
              <a:pathLst>
                <a:path extrusionOk="0" h="183" w="99">
                  <a:moveTo>
                    <a:pt x="98" y="183"/>
                  </a:moveTo>
                  <a:lnTo>
                    <a:pt x="98" y="183"/>
                  </a:lnTo>
                  <a:cubicBezTo>
                    <a:pt x="42" y="148"/>
                    <a:pt x="21" y="70"/>
                    <a:pt x="0" y="0"/>
                  </a:cubicBezTo>
                  <a:cubicBezTo>
                    <a:pt x="21" y="70"/>
                    <a:pt x="42" y="148"/>
                    <a:pt x="98" y="18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8" name="Google Shape;8708;p129"/>
            <p:cNvSpPr/>
            <p:nvPr/>
          </p:nvSpPr>
          <p:spPr>
            <a:xfrm>
              <a:off x="2128057" y="1665391"/>
              <a:ext cx="299" cy="204"/>
            </a:xfrm>
            <a:custGeom>
              <a:rect b="b" l="l" r="r" t="t"/>
              <a:pathLst>
                <a:path extrusionOk="0" h="15" w="22">
                  <a:moveTo>
                    <a:pt x="21" y="14"/>
                  </a:moveTo>
                  <a:lnTo>
                    <a:pt x="0" y="0"/>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9" name="Google Shape;8709;p129"/>
            <p:cNvSpPr/>
            <p:nvPr/>
          </p:nvSpPr>
          <p:spPr>
            <a:xfrm>
              <a:off x="2142734" y="1667061"/>
              <a:ext cx="923" cy="149"/>
            </a:xfrm>
            <a:custGeom>
              <a:rect b="b" l="l" r="r" t="t"/>
              <a:pathLst>
                <a:path extrusionOk="0" h="11" w="68">
                  <a:moveTo>
                    <a:pt x="67"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0" name="Google Shape;8710;p129"/>
            <p:cNvSpPr/>
            <p:nvPr/>
          </p:nvSpPr>
          <p:spPr>
            <a:xfrm>
              <a:off x="2105477" y="1674515"/>
              <a:ext cx="299" cy="14"/>
            </a:xfrm>
            <a:custGeom>
              <a:rect b="b" l="l" r="r" t="t"/>
              <a:pathLst>
                <a:path extrusionOk="0" h="1" w="22">
                  <a:moveTo>
                    <a:pt x="21"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1" name="Google Shape;8711;p129"/>
            <p:cNvSpPr/>
            <p:nvPr/>
          </p:nvSpPr>
          <p:spPr>
            <a:xfrm>
              <a:off x="2105097" y="1674570"/>
              <a:ext cx="299" cy="14"/>
            </a:xfrm>
            <a:custGeom>
              <a:rect b="b" l="l" r="r" t="t"/>
              <a:pathLst>
                <a:path extrusionOk="0" h="1" w="22">
                  <a:moveTo>
                    <a:pt x="21"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2" name="Google Shape;8712;p129"/>
            <p:cNvSpPr/>
            <p:nvPr/>
          </p:nvSpPr>
          <p:spPr>
            <a:xfrm>
              <a:off x="2101866" y="1674610"/>
              <a:ext cx="2770" cy="204"/>
            </a:xfrm>
            <a:custGeom>
              <a:rect b="b" l="l" r="r" t="t"/>
              <a:pathLst>
                <a:path extrusionOk="0" h="15" w="204">
                  <a:moveTo>
                    <a:pt x="203"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3" name="Google Shape;8713;p129"/>
            <p:cNvSpPr/>
            <p:nvPr/>
          </p:nvSpPr>
          <p:spPr>
            <a:xfrm>
              <a:off x="2104622" y="1674570"/>
              <a:ext cx="394" cy="14"/>
            </a:xfrm>
            <a:custGeom>
              <a:rect b="b" l="l" r="r" t="t"/>
              <a:pathLst>
                <a:path extrusionOk="0" h="1" w="29">
                  <a:moveTo>
                    <a:pt x="28"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4" name="Google Shape;8714;p129"/>
            <p:cNvSpPr/>
            <p:nvPr/>
          </p:nvSpPr>
          <p:spPr>
            <a:xfrm>
              <a:off x="2101526" y="1674855"/>
              <a:ext cx="299" cy="14"/>
            </a:xfrm>
            <a:custGeom>
              <a:rect b="b" l="l" r="r" t="t"/>
              <a:pathLst>
                <a:path extrusionOk="0" h="1" w="22">
                  <a:moveTo>
                    <a:pt x="1" y="0"/>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5" name="Google Shape;8715;p129"/>
            <p:cNvSpPr/>
            <p:nvPr/>
          </p:nvSpPr>
          <p:spPr>
            <a:xfrm>
              <a:off x="2127296" y="1665391"/>
              <a:ext cx="774" cy="720"/>
            </a:xfrm>
            <a:custGeom>
              <a:rect b="b" l="l" r="r" t="t"/>
              <a:pathLst>
                <a:path extrusionOk="0" h="53" w="57">
                  <a:moveTo>
                    <a:pt x="0" y="53"/>
                  </a:moveTo>
                  <a:lnTo>
                    <a:pt x="56" y="0"/>
                  </a:lnTo>
                  <a:lnTo>
                    <a:pt x="5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6" name="Google Shape;8716;p129"/>
            <p:cNvSpPr/>
            <p:nvPr/>
          </p:nvSpPr>
          <p:spPr>
            <a:xfrm>
              <a:off x="2106903" y="167447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7" name="Google Shape;8717;p129"/>
            <p:cNvSpPr/>
            <p:nvPr/>
          </p:nvSpPr>
          <p:spPr>
            <a:xfrm>
              <a:off x="2106659" y="167447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8" name="Google Shape;8718;p129"/>
            <p:cNvSpPr/>
            <p:nvPr/>
          </p:nvSpPr>
          <p:spPr>
            <a:xfrm>
              <a:off x="2105858" y="1674515"/>
              <a:ext cx="244" cy="14"/>
            </a:xfrm>
            <a:custGeom>
              <a:rect b="b" l="l" r="r" t="t"/>
              <a:pathLst>
                <a:path extrusionOk="0" h="1" w="18">
                  <a:moveTo>
                    <a:pt x="1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9" name="Google Shape;8719;p129"/>
            <p:cNvSpPr/>
            <p:nvPr/>
          </p:nvSpPr>
          <p:spPr>
            <a:xfrm>
              <a:off x="2107134" y="167447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0" name="Google Shape;8720;p129"/>
            <p:cNvSpPr/>
            <p:nvPr/>
          </p:nvSpPr>
          <p:spPr>
            <a:xfrm>
              <a:off x="2106183" y="1674475"/>
              <a:ext cx="204" cy="14"/>
            </a:xfrm>
            <a:custGeom>
              <a:rect b="b" l="l" r="r" t="t"/>
              <a:pathLst>
                <a:path extrusionOk="0" h="1" w="15">
                  <a:moveTo>
                    <a:pt x="1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1" name="Google Shape;8721;p129"/>
            <p:cNvSpPr/>
            <p:nvPr/>
          </p:nvSpPr>
          <p:spPr>
            <a:xfrm>
              <a:off x="2102762" y="1677652"/>
              <a:ext cx="68" cy="448"/>
            </a:xfrm>
            <a:custGeom>
              <a:rect b="b" l="l" r="r" t="t"/>
              <a:pathLst>
                <a:path extrusionOk="0" h="33" w="5">
                  <a:moveTo>
                    <a:pt x="4" y="32"/>
                  </a:moveTo>
                  <a:cubicBezTo>
                    <a:pt x="4" y="22"/>
                    <a:pt x="4" y="11"/>
                    <a:pt x="1" y="1"/>
                  </a:cubicBezTo>
                  <a:cubicBezTo>
                    <a:pt x="4" y="11"/>
                    <a:pt x="4" y="22"/>
                    <a:pt x="4"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2" name="Google Shape;8722;p129"/>
            <p:cNvSpPr/>
            <p:nvPr/>
          </p:nvSpPr>
          <p:spPr>
            <a:xfrm>
              <a:off x="2101771" y="1676416"/>
              <a:ext cx="54" cy="109"/>
            </a:xfrm>
            <a:custGeom>
              <a:rect b="b" l="l" r="r" t="t"/>
              <a:pathLst>
                <a:path extrusionOk="0" h="8" w="4">
                  <a:moveTo>
                    <a:pt x="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3" name="Google Shape;8723;p129"/>
            <p:cNvSpPr/>
            <p:nvPr/>
          </p:nvSpPr>
          <p:spPr>
            <a:xfrm>
              <a:off x="2102572" y="1688826"/>
              <a:ext cx="3584" cy="434"/>
            </a:xfrm>
            <a:custGeom>
              <a:rect b="b" l="l" r="r" t="t"/>
              <a:pathLst>
                <a:path extrusionOk="0" h="32" w="264">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4" name="Google Shape;8724;p129"/>
            <p:cNvSpPr/>
            <p:nvPr/>
          </p:nvSpPr>
          <p:spPr>
            <a:xfrm>
              <a:off x="2106374" y="1691813"/>
              <a:ext cx="163" cy="353"/>
            </a:xfrm>
            <a:custGeom>
              <a:rect b="b" l="l" r="r" t="t"/>
              <a:pathLst>
                <a:path extrusionOk="0" h="26" w="12">
                  <a:moveTo>
                    <a:pt x="1" y="25"/>
                  </a:moveTo>
                  <a:lnTo>
                    <a:pt x="1" y="25"/>
                  </a:ln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5" name="Google Shape;8725;p129"/>
            <p:cNvSpPr/>
            <p:nvPr/>
          </p:nvSpPr>
          <p:spPr>
            <a:xfrm>
              <a:off x="2101676" y="1676280"/>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6" name="Google Shape;8726;p129"/>
            <p:cNvSpPr/>
            <p:nvPr/>
          </p:nvSpPr>
          <p:spPr>
            <a:xfrm>
              <a:off x="2101907" y="1676606"/>
              <a:ext cx="543" cy="394"/>
            </a:xfrm>
            <a:custGeom>
              <a:rect b="b" l="l" r="r" t="t"/>
              <a:pathLst>
                <a:path extrusionOk="0" h="29" w="4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7" name="Google Shape;8727;p129"/>
            <p:cNvSpPr/>
            <p:nvPr/>
          </p:nvSpPr>
          <p:spPr>
            <a:xfrm>
              <a:off x="2143359" y="1670619"/>
              <a:ext cx="54" cy="448"/>
            </a:xfrm>
            <a:custGeom>
              <a:rect b="b" l="l" r="r" t="t"/>
              <a:pathLst>
                <a:path extrusionOk="0" h="33" w="4">
                  <a:moveTo>
                    <a:pt x="4" y="1"/>
                  </a:moveTo>
                  <a:cubicBezTo>
                    <a:pt x="4" y="11"/>
                    <a:pt x="0" y="22"/>
                    <a:pt x="4" y="32"/>
                  </a:cubicBez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8" name="Google Shape;8728;p129"/>
            <p:cNvSpPr/>
            <p:nvPr/>
          </p:nvSpPr>
          <p:spPr>
            <a:xfrm>
              <a:off x="2143304" y="1674760"/>
              <a:ext cx="14" cy="489"/>
            </a:xfrm>
            <a:custGeom>
              <a:rect b="b" l="l" r="r" t="t"/>
              <a:pathLst>
                <a:path extrusionOk="0" h="36" w="1">
                  <a:moveTo>
                    <a:pt x="1" y="0"/>
                  </a:moveTo>
                  <a:lnTo>
                    <a:pt x="1" y="3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9" name="Google Shape;8729;p129"/>
            <p:cNvSpPr/>
            <p:nvPr/>
          </p:nvSpPr>
          <p:spPr>
            <a:xfrm>
              <a:off x="2143454" y="1669383"/>
              <a:ext cx="14" cy="489"/>
            </a:xfrm>
            <a:custGeom>
              <a:rect b="b" l="l" r="r" t="t"/>
              <a:pathLst>
                <a:path extrusionOk="0" h="36" w="1">
                  <a:moveTo>
                    <a:pt x="0" y="1"/>
                  </a:moveTo>
                  <a:cubicBezTo>
                    <a:pt x="0" y="15"/>
                    <a:pt x="0" y="25"/>
                    <a:pt x="0" y="36"/>
                  </a:cubicBezTo>
                  <a:cubicBezTo>
                    <a:pt x="0" y="25"/>
                    <a:pt x="0"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0" name="Google Shape;8730;p129"/>
            <p:cNvSpPr/>
            <p:nvPr/>
          </p:nvSpPr>
          <p:spPr>
            <a:xfrm>
              <a:off x="2143304" y="1672044"/>
              <a:ext cx="14" cy="258"/>
            </a:xfrm>
            <a:custGeom>
              <a:rect b="b" l="l" r="r" t="t"/>
              <a:pathLst>
                <a:path extrusionOk="0" h="19" w="1">
                  <a:moveTo>
                    <a:pt x="1" y="1"/>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1" name="Google Shape;8731;p129"/>
            <p:cNvSpPr/>
            <p:nvPr/>
          </p:nvSpPr>
          <p:spPr>
            <a:xfrm>
              <a:off x="2143304" y="1673524"/>
              <a:ext cx="14" cy="394"/>
            </a:xfrm>
            <a:custGeom>
              <a:rect b="b" l="l" r="r" t="t"/>
              <a:pathLst>
                <a:path extrusionOk="0" h="29" w="1">
                  <a:moveTo>
                    <a:pt x="1" y="2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2" name="Google Shape;8732;p129"/>
            <p:cNvSpPr/>
            <p:nvPr/>
          </p:nvSpPr>
          <p:spPr>
            <a:xfrm>
              <a:off x="2143494" y="1668297"/>
              <a:ext cx="68" cy="434"/>
            </a:xfrm>
            <a:custGeom>
              <a:rect b="b" l="l" r="r" t="t"/>
              <a:pathLst>
                <a:path extrusionOk="0" h="32" w="5">
                  <a:moveTo>
                    <a:pt x="4" y="0"/>
                  </a:moveTo>
                  <a:cubicBezTo>
                    <a:pt x="4" y="11"/>
                    <a:pt x="4" y="21"/>
                    <a:pt x="1" y="32"/>
                  </a:cubicBezTo>
                  <a:cubicBezTo>
                    <a:pt x="4" y="21"/>
                    <a:pt x="4" y="11"/>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3" name="Google Shape;8733;p129"/>
            <p:cNvSpPr/>
            <p:nvPr/>
          </p:nvSpPr>
          <p:spPr>
            <a:xfrm>
              <a:off x="2143589" y="1667251"/>
              <a:ext cx="68" cy="394"/>
            </a:xfrm>
            <a:custGeom>
              <a:rect b="b" l="l" r="r" t="t"/>
              <a:pathLst>
                <a:path extrusionOk="0" h="29" w="5">
                  <a:moveTo>
                    <a:pt x="4" y="0"/>
                  </a:moveTo>
                  <a:lnTo>
                    <a:pt x="1"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4" name="Google Shape;8734;p129"/>
            <p:cNvSpPr/>
            <p:nvPr/>
          </p:nvSpPr>
          <p:spPr>
            <a:xfrm>
              <a:off x="2184186" y="1698140"/>
              <a:ext cx="6626" cy="9138"/>
            </a:xfrm>
            <a:custGeom>
              <a:rect b="b" l="l" r="r" t="t"/>
              <a:pathLst>
                <a:path extrusionOk="0" h="673" w="488">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5" name="Google Shape;8735;p129"/>
            <p:cNvSpPr/>
            <p:nvPr/>
          </p:nvSpPr>
          <p:spPr>
            <a:xfrm>
              <a:off x="2184336" y="170228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6" name="Google Shape;8736;p129"/>
            <p:cNvSpPr/>
            <p:nvPr/>
          </p:nvSpPr>
          <p:spPr>
            <a:xfrm>
              <a:off x="2184376" y="1702661"/>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7" name="Google Shape;8737;p129"/>
            <p:cNvSpPr/>
            <p:nvPr/>
          </p:nvSpPr>
          <p:spPr>
            <a:xfrm>
              <a:off x="2184376" y="170241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8" name="Google Shape;8738;p129"/>
            <p:cNvSpPr/>
            <p:nvPr/>
          </p:nvSpPr>
          <p:spPr>
            <a:xfrm>
              <a:off x="2184336" y="1702132"/>
              <a:ext cx="14" cy="68"/>
            </a:xfrm>
            <a:custGeom>
              <a:rect b="b" l="l" r="r" t="t"/>
              <a:pathLst>
                <a:path extrusionOk="0" h="5" w="1">
                  <a:moveTo>
                    <a:pt x="0" y="1"/>
                  </a:moveTo>
                  <a:lnTo>
                    <a:pt x="0" y="4"/>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9" name="Google Shape;8739;p129"/>
            <p:cNvSpPr/>
            <p:nvPr/>
          </p:nvSpPr>
          <p:spPr>
            <a:xfrm>
              <a:off x="2185666" y="1698615"/>
              <a:ext cx="394" cy="679"/>
            </a:xfrm>
            <a:custGeom>
              <a:rect b="b" l="l" r="r" t="t"/>
              <a:pathLst>
                <a:path extrusionOk="0" h="50" w="29">
                  <a:moveTo>
                    <a:pt x="28" y="1"/>
                  </a:moveTo>
                  <a:lnTo>
                    <a:pt x="28" y="1"/>
                  </a:lnTo>
                  <a:cubicBezTo>
                    <a:pt x="18" y="18"/>
                    <a:pt x="7" y="32"/>
                    <a:pt x="0" y="50"/>
                  </a:cubicBezTo>
                  <a:cubicBezTo>
                    <a:pt x="7" y="36"/>
                    <a:pt x="18" y="18"/>
                    <a:pt x="2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0" name="Google Shape;8740;p129"/>
            <p:cNvSpPr/>
            <p:nvPr/>
          </p:nvSpPr>
          <p:spPr>
            <a:xfrm>
              <a:off x="2184241" y="1703558"/>
              <a:ext cx="14" cy="204"/>
            </a:xfrm>
            <a:custGeom>
              <a:rect b="b" l="l" r="r" t="t"/>
              <a:pathLst>
                <a:path extrusionOk="0" h="15" w="1">
                  <a:moveTo>
                    <a:pt x="0"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1" name="Google Shape;8741;p129"/>
            <p:cNvSpPr/>
            <p:nvPr/>
          </p:nvSpPr>
          <p:spPr>
            <a:xfrm>
              <a:off x="2184145" y="1704033"/>
              <a:ext cx="54" cy="204"/>
            </a:xfrm>
            <a:custGeom>
              <a:rect b="b" l="l" r="r" t="t"/>
              <a:pathLst>
                <a:path extrusionOk="0" h="15" w="4">
                  <a:moveTo>
                    <a:pt x="0" y="15"/>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2" name="Google Shape;8742;p129"/>
            <p:cNvSpPr/>
            <p:nvPr/>
          </p:nvSpPr>
          <p:spPr>
            <a:xfrm>
              <a:off x="2185422" y="1699525"/>
              <a:ext cx="109" cy="149"/>
            </a:xfrm>
            <a:custGeom>
              <a:rect b="b" l="l" r="r" t="t"/>
              <a:pathLst>
                <a:path extrusionOk="0" h="11" w="8">
                  <a:moveTo>
                    <a:pt x="1" y="11"/>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3" name="Google Shape;8743;p129"/>
            <p:cNvSpPr/>
            <p:nvPr/>
          </p:nvSpPr>
          <p:spPr>
            <a:xfrm>
              <a:off x="2184336" y="170298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4" name="Google Shape;8744;p129"/>
            <p:cNvSpPr/>
            <p:nvPr/>
          </p:nvSpPr>
          <p:spPr>
            <a:xfrm>
              <a:off x="2184336" y="1703232"/>
              <a:ext cx="14" cy="109"/>
            </a:xfrm>
            <a:custGeom>
              <a:rect b="b" l="l" r="r" t="t"/>
              <a:pathLst>
                <a:path extrusionOk="0" h="8" w="1">
                  <a:moveTo>
                    <a:pt x="0"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5" name="Google Shape;8745;p129"/>
            <p:cNvSpPr/>
            <p:nvPr/>
          </p:nvSpPr>
          <p:spPr>
            <a:xfrm>
              <a:off x="2188178" y="1703177"/>
              <a:ext cx="2580" cy="4195"/>
            </a:xfrm>
            <a:custGeom>
              <a:rect b="b" l="l" r="r" t="t"/>
              <a:pathLst>
                <a:path extrusionOk="0" h="309" w="190">
                  <a:moveTo>
                    <a:pt x="1" y="309"/>
                  </a:moveTo>
                  <a:cubicBezTo>
                    <a:pt x="36" y="190"/>
                    <a:pt x="102" y="85"/>
                    <a:pt x="190" y="1"/>
                  </a:cubicBezTo>
                  <a:lnTo>
                    <a:pt x="190" y="1"/>
                  </a:lnTo>
                  <a:cubicBezTo>
                    <a:pt x="102" y="85"/>
                    <a:pt x="36" y="190"/>
                    <a:pt x="1" y="30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6" name="Google Shape;8746;p129"/>
            <p:cNvSpPr/>
            <p:nvPr/>
          </p:nvSpPr>
          <p:spPr>
            <a:xfrm>
              <a:off x="2186372" y="1671338"/>
              <a:ext cx="27820" cy="35044"/>
            </a:xfrm>
            <a:custGeom>
              <a:rect b="b" l="l" r="r" t="t"/>
              <a:pathLst>
                <a:path extrusionOk="0" h="2581" w="2049">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7" name="Google Shape;8747;p129"/>
            <p:cNvSpPr/>
            <p:nvPr/>
          </p:nvSpPr>
          <p:spPr>
            <a:xfrm>
              <a:off x="2189889" y="1694393"/>
              <a:ext cx="109" cy="149"/>
            </a:xfrm>
            <a:custGeom>
              <a:rect b="b" l="l" r="r" t="t"/>
              <a:pathLst>
                <a:path extrusionOk="0" h="11" w="8">
                  <a:moveTo>
                    <a:pt x="8" y="0"/>
                  </a:moveTo>
                  <a:cubicBezTo>
                    <a:pt x="8" y="4"/>
                    <a:pt x="4" y="7"/>
                    <a:pt x="1" y="11"/>
                  </a:cubicBezTo>
                  <a:lnTo>
                    <a:pt x="4" y="7"/>
                  </a:lnTo>
                  <a:cubicBezTo>
                    <a:pt x="4" y="7"/>
                    <a:pt x="8" y="4"/>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8" name="Google Shape;8748;p129"/>
            <p:cNvSpPr/>
            <p:nvPr/>
          </p:nvSpPr>
          <p:spPr>
            <a:xfrm>
              <a:off x="2189373" y="1694773"/>
              <a:ext cx="244" cy="109"/>
            </a:xfrm>
            <a:custGeom>
              <a:rect b="b" l="l" r="r" t="t"/>
              <a:pathLst>
                <a:path extrusionOk="0" h="8" w="18">
                  <a:moveTo>
                    <a:pt x="0" y="7"/>
                  </a:moveTo>
                  <a:cubicBezTo>
                    <a:pt x="7" y="4"/>
                    <a:pt x="11" y="4"/>
                    <a:pt x="18" y="0"/>
                  </a:cubicBezTo>
                  <a:cubicBezTo>
                    <a:pt x="11" y="4"/>
                    <a:pt x="7" y="4"/>
                    <a:pt x="0"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9" name="Google Shape;8749;p129"/>
            <p:cNvSpPr/>
            <p:nvPr/>
          </p:nvSpPr>
          <p:spPr>
            <a:xfrm>
              <a:off x="2189658" y="1694583"/>
              <a:ext cx="204" cy="149"/>
            </a:xfrm>
            <a:custGeom>
              <a:rect b="b" l="l" r="r" t="t"/>
              <a:pathLst>
                <a:path extrusionOk="0" h="11" w="15">
                  <a:moveTo>
                    <a:pt x="0" y="11"/>
                  </a:moveTo>
                  <a:cubicBezTo>
                    <a:pt x="4" y="7"/>
                    <a:pt x="11" y="4"/>
                    <a:pt x="14" y="0"/>
                  </a:cubicBezTo>
                  <a:cubicBezTo>
                    <a:pt x="11" y="4"/>
                    <a:pt x="4" y="7"/>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0" name="Google Shape;8750;p129"/>
            <p:cNvSpPr/>
            <p:nvPr/>
          </p:nvSpPr>
          <p:spPr>
            <a:xfrm>
              <a:off x="2190798" y="1683599"/>
              <a:ext cx="54" cy="434"/>
            </a:xfrm>
            <a:custGeom>
              <a:rect b="b" l="l" r="r" t="t"/>
              <a:pathLst>
                <a:path extrusionOk="0" h="32" w="4">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1" name="Google Shape;8751;p129"/>
            <p:cNvSpPr/>
            <p:nvPr/>
          </p:nvSpPr>
          <p:spPr>
            <a:xfrm>
              <a:off x="2190649" y="169262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2" name="Google Shape;8752;p129"/>
            <p:cNvSpPr/>
            <p:nvPr/>
          </p:nvSpPr>
          <p:spPr>
            <a:xfrm>
              <a:off x="2190894" y="1684020"/>
              <a:ext cx="204" cy="1969"/>
            </a:xfrm>
            <a:custGeom>
              <a:rect b="b" l="l" r="r" t="t"/>
              <a:pathLst>
                <a:path extrusionOk="0" h="145" w="15">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3" name="Google Shape;8753;p129"/>
            <p:cNvSpPr/>
            <p:nvPr/>
          </p:nvSpPr>
          <p:spPr>
            <a:xfrm>
              <a:off x="2190554" y="1682404"/>
              <a:ext cx="258" cy="1208"/>
            </a:xfrm>
            <a:custGeom>
              <a:rect b="b" l="l" r="r" t="t"/>
              <a:pathLst>
                <a:path extrusionOk="0" h="89" w="19">
                  <a:moveTo>
                    <a:pt x="1" y="1"/>
                  </a:moveTo>
                  <a:cubicBezTo>
                    <a:pt x="8" y="29"/>
                    <a:pt x="15" y="57"/>
                    <a:pt x="18" y="88"/>
                  </a:cubicBezTo>
                  <a:lnTo>
                    <a:pt x="18" y="88"/>
                  </a:lnTo>
                  <a:cubicBezTo>
                    <a:pt x="15" y="57"/>
                    <a:pt x="8" y="29"/>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4" name="Google Shape;8754;p129"/>
            <p:cNvSpPr/>
            <p:nvPr/>
          </p:nvSpPr>
          <p:spPr>
            <a:xfrm>
              <a:off x="2186331" y="1673334"/>
              <a:ext cx="14" cy="109"/>
            </a:xfrm>
            <a:custGeom>
              <a:rect b="b" l="l" r="r" t="t"/>
              <a:pathLst>
                <a:path extrusionOk="0" h="8"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5" name="Google Shape;8755;p129"/>
            <p:cNvSpPr/>
            <p:nvPr/>
          </p:nvSpPr>
          <p:spPr>
            <a:xfrm>
              <a:off x="2187418" y="1676280"/>
              <a:ext cx="204" cy="109"/>
            </a:xfrm>
            <a:custGeom>
              <a:rect b="b" l="l" r="r" t="t"/>
              <a:pathLst>
                <a:path extrusionOk="0" h="8" w="15">
                  <a:moveTo>
                    <a:pt x="15" y="7"/>
                  </a:moveTo>
                  <a:cubicBezTo>
                    <a:pt x="8" y="4"/>
                    <a:pt x="4" y="4"/>
                    <a:pt x="1" y="0"/>
                  </a:cubicBezTo>
                  <a:cubicBezTo>
                    <a:pt x="4" y="4"/>
                    <a:pt x="8" y="4"/>
                    <a:pt x="15"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6" name="Google Shape;8756;p129"/>
            <p:cNvSpPr/>
            <p:nvPr/>
          </p:nvSpPr>
          <p:spPr>
            <a:xfrm>
              <a:off x="2186522" y="1674380"/>
              <a:ext cx="109" cy="394"/>
            </a:xfrm>
            <a:custGeom>
              <a:rect b="b" l="l" r="r" t="t"/>
              <a:pathLst>
                <a:path extrusionOk="0" h="29" w="8">
                  <a:moveTo>
                    <a:pt x="7" y="28"/>
                  </a:moveTo>
                  <a:cubicBezTo>
                    <a:pt x="7" y="18"/>
                    <a:pt x="4" y="11"/>
                    <a:pt x="0" y="0"/>
                  </a:cubicBezTo>
                  <a:cubicBezTo>
                    <a:pt x="4" y="11"/>
                    <a:pt x="7" y="18"/>
                    <a:pt x="7"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7" name="Google Shape;8757;p129"/>
            <p:cNvSpPr/>
            <p:nvPr/>
          </p:nvSpPr>
          <p:spPr>
            <a:xfrm>
              <a:off x="2187228" y="1676090"/>
              <a:ext cx="163" cy="109"/>
            </a:xfrm>
            <a:custGeom>
              <a:rect b="b" l="l" r="r" t="t"/>
              <a:pathLst>
                <a:path extrusionOk="0" h="8" w="12">
                  <a:moveTo>
                    <a:pt x="11" y="7"/>
                  </a:moveTo>
                  <a:cubicBezTo>
                    <a:pt x="8" y="7"/>
                    <a:pt x="4" y="4"/>
                    <a:pt x="1" y="0"/>
                  </a:cubicBezTo>
                  <a:cubicBezTo>
                    <a:pt x="4" y="4"/>
                    <a:pt x="8" y="7"/>
                    <a:pt x="11"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8" name="Google Shape;8758;p129"/>
            <p:cNvSpPr/>
            <p:nvPr/>
          </p:nvSpPr>
          <p:spPr>
            <a:xfrm>
              <a:off x="2187037" y="1675805"/>
              <a:ext cx="163" cy="204"/>
            </a:xfrm>
            <a:custGeom>
              <a:rect b="b" l="l" r="r" t="t"/>
              <a:pathLst>
                <a:path extrusionOk="0" h="15" w="12">
                  <a:moveTo>
                    <a:pt x="11" y="14"/>
                  </a:moveTo>
                  <a:cubicBezTo>
                    <a:pt x="8" y="11"/>
                    <a:pt x="4" y="4"/>
                    <a:pt x="1" y="0"/>
                  </a:cubicBezTo>
                  <a:cubicBezTo>
                    <a:pt x="4" y="4"/>
                    <a:pt x="8" y="11"/>
                    <a:pt x="11"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9" name="Google Shape;8759;p129"/>
            <p:cNvSpPr/>
            <p:nvPr/>
          </p:nvSpPr>
          <p:spPr>
            <a:xfrm>
              <a:off x="2186372" y="1673714"/>
              <a:ext cx="109" cy="434"/>
            </a:xfrm>
            <a:custGeom>
              <a:rect b="b" l="l" r="r" t="t"/>
              <a:pathLst>
                <a:path extrusionOk="0" h="32" w="8">
                  <a:moveTo>
                    <a:pt x="8" y="32"/>
                  </a:moveTo>
                  <a:cubicBezTo>
                    <a:pt x="8" y="21"/>
                    <a:pt x="4" y="11"/>
                    <a:pt x="1" y="0"/>
                  </a:cubicBezTo>
                  <a:cubicBezTo>
                    <a:pt x="4" y="11"/>
                    <a:pt x="8" y="21"/>
                    <a:pt x="8"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0" name="Google Shape;8760;p129"/>
            <p:cNvSpPr/>
            <p:nvPr/>
          </p:nvSpPr>
          <p:spPr>
            <a:xfrm>
              <a:off x="2186902" y="1675425"/>
              <a:ext cx="109" cy="244"/>
            </a:xfrm>
            <a:custGeom>
              <a:rect b="b" l="l" r="r" t="t"/>
              <a:pathLst>
                <a:path extrusionOk="0" h="18" w="8">
                  <a:moveTo>
                    <a:pt x="7" y="18"/>
                  </a:moveTo>
                  <a:cubicBezTo>
                    <a:pt x="4" y="14"/>
                    <a:pt x="0" y="7"/>
                    <a:pt x="0" y="0"/>
                  </a:cubicBezTo>
                  <a:cubicBezTo>
                    <a:pt x="0" y="7"/>
                    <a:pt x="4" y="14"/>
                    <a:pt x="7"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1" name="Google Shape;8761;p129"/>
            <p:cNvSpPr/>
            <p:nvPr/>
          </p:nvSpPr>
          <p:spPr>
            <a:xfrm>
              <a:off x="2186712" y="1674950"/>
              <a:ext cx="109" cy="299"/>
            </a:xfrm>
            <a:custGeom>
              <a:rect b="b" l="l" r="r" t="t"/>
              <a:pathLst>
                <a:path extrusionOk="0" h="22" w="8">
                  <a:moveTo>
                    <a:pt x="0" y="0"/>
                  </a:moveTo>
                  <a:cubicBezTo>
                    <a:pt x="0" y="11"/>
                    <a:pt x="4" y="18"/>
                    <a:pt x="7" y="21"/>
                  </a:cubicBezTo>
                  <a:cubicBezTo>
                    <a:pt x="4" y="18"/>
                    <a:pt x="4"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2" name="Google Shape;8762;p129"/>
            <p:cNvSpPr/>
            <p:nvPr/>
          </p:nvSpPr>
          <p:spPr>
            <a:xfrm>
              <a:off x="2190989" y="1685119"/>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3" name="Google Shape;8763;p129"/>
            <p:cNvSpPr/>
            <p:nvPr/>
          </p:nvSpPr>
          <p:spPr>
            <a:xfrm>
              <a:off x="2190839" y="1683599"/>
              <a:ext cx="163" cy="1480"/>
            </a:xfrm>
            <a:custGeom>
              <a:rect b="b" l="l" r="r" t="t"/>
              <a:pathLst>
                <a:path extrusionOk="0" h="109" w="12">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4" name="Google Shape;8764;p129"/>
            <p:cNvSpPr/>
            <p:nvPr/>
          </p:nvSpPr>
          <p:spPr>
            <a:xfrm>
              <a:off x="2193745" y="1702892"/>
              <a:ext cx="679" cy="299"/>
            </a:xfrm>
            <a:custGeom>
              <a:rect b="b" l="l" r="r" t="t"/>
              <a:pathLst>
                <a:path extrusionOk="0" h="22" w="50">
                  <a:moveTo>
                    <a:pt x="49" y="22"/>
                  </a:moveTo>
                  <a:cubicBezTo>
                    <a:pt x="32" y="15"/>
                    <a:pt x="14" y="4"/>
                    <a:pt x="0" y="1"/>
                  </a:cubicBezTo>
                  <a:cubicBezTo>
                    <a:pt x="14" y="4"/>
                    <a:pt x="32" y="15"/>
                    <a:pt x="49"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5" name="Google Shape;8765;p129"/>
            <p:cNvSpPr/>
            <p:nvPr/>
          </p:nvSpPr>
          <p:spPr>
            <a:xfrm>
              <a:off x="2192740" y="1702512"/>
              <a:ext cx="163" cy="68"/>
            </a:xfrm>
            <a:custGeom>
              <a:rect b="b" l="l" r="r" t="t"/>
              <a:pathLst>
                <a:path extrusionOk="0" h="5" w="12">
                  <a:moveTo>
                    <a:pt x="1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6" name="Google Shape;8766;p129"/>
            <p:cNvSpPr/>
            <p:nvPr/>
          </p:nvSpPr>
          <p:spPr>
            <a:xfrm>
              <a:off x="2194546" y="1703272"/>
              <a:ext cx="679" cy="353"/>
            </a:xfrm>
            <a:custGeom>
              <a:rect b="b" l="l" r="r" t="t"/>
              <a:pathLst>
                <a:path extrusionOk="0" h="26" w="50">
                  <a:moveTo>
                    <a:pt x="50" y="2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7" name="Google Shape;8767;p129"/>
            <p:cNvSpPr/>
            <p:nvPr/>
          </p:nvSpPr>
          <p:spPr>
            <a:xfrm>
              <a:off x="2193270" y="1702661"/>
              <a:ext cx="299" cy="149"/>
            </a:xfrm>
            <a:custGeom>
              <a:rect b="b" l="l" r="r" t="t"/>
              <a:pathLst>
                <a:path extrusionOk="0" h="11" w="22">
                  <a:moveTo>
                    <a:pt x="21"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8" name="Google Shape;8768;p129"/>
            <p:cNvSpPr/>
            <p:nvPr/>
          </p:nvSpPr>
          <p:spPr>
            <a:xfrm>
              <a:off x="2195646" y="1703843"/>
              <a:ext cx="299" cy="204"/>
            </a:xfrm>
            <a:custGeom>
              <a:rect b="b" l="l" r="r" t="t"/>
              <a:pathLst>
                <a:path extrusionOk="0" h="15" w="22">
                  <a:moveTo>
                    <a:pt x="21"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9" name="Google Shape;8769;p129"/>
            <p:cNvSpPr/>
            <p:nvPr/>
          </p:nvSpPr>
          <p:spPr>
            <a:xfrm>
              <a:off x="2196067" y="1672098"/>
              <a:ext cx="204" cy="54"/>
            </a:xfrm>
            <a:custGeom>
              <a:rect b="b" l="l" r="r" t="t"/>
              <a:pathLst>
                <a:path extrusionOk="0" h="4" w="15">
                  <a:moveTo>
                    <a:pt x="15"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0" name="Google Shape;8770;p129"/>
            <p:cNvSpPr/>
            <p:nvPr/>
          </p:nvSpPr>
          <p:spPr>
            <a:xfrm>
              <a:off x="2197017" y="1672289"/>
              <a:ext cx="163" cy="14"/>
            </a:xfrm>
            <a:custGeom>
              <a:rect b="b" l="l" r="r" t="t"/>
              <a:pathLst>
                <a:path extrusionOk="0" h="1" w="12">
                  <a:moveTo>
                    <a:pt x="1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1" name="Google Shape;8771;p129"/>
            <p:cNvSpPr/>
            <p:nvPr/>
          </p:nvSpPr>
          <p:spPr>
            <a:xfrm>
              <a:off x="2196596" y="1672194"/>
              <a:ext cx="244" cy="54"/>
            </a:xfrm>
            <a:custGeom>
              <a:rect b="b" l="l" r="r" t="t"/>
              <a:pathLst>
                <a:path extrusionOk="0" h="4" w="18">
                  <a:moveTo>
                    <a:pt x="18"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2" name="Google Shape;8772;p129"/>
            <p:cNvSpPr/>
            <p:nvPr/>
          </p:nvSpPr>
          <p:spPr>
            <a:xfrm>
              <a:off x="2186331" y="1671189"/>
              <a:ext cx="6762" cy="2159"/>
            </a:xfrm>
            <a:custGeom>
              <a:rect b="b" l="l" r="r" t="t"/>
              <a:pathLst>
                <a:path extrusionOk="0" h="159" w="498">
                  <a:moveTo>
                    <a:pt x="497" y="1"/>
                  </a:moveTo>
                  <a:cubicBezTo>
                    <a:pt x="424" y="25"/>
                    <a:pt x="189" y="99"/>
                    <a:pt x="0" y="158"/>
                  </a:cubicBezTo>
                  <a:cubicBezTo>
                    <a:pt x="193" y="102"/>
                    <a:pt x="424" y="25"/>
                    <a:pt x="49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3" name="Google Shape;8773;p129"/>
            <p:cNvSpPr/>
            <p:nvPr/>
          </p:nvSpPr>
          <p:spPr>
            <a:xfrm>
              <a:off x="2196311" y="1672139"/>
              <a:ext cx="204" cy="68"/>
            </a:xfrm>
            <a:custGeom>
              <a:rect b="b" l="l" r="r" t="t"/>
              <a:pathLst>
                <a:path extrusionOk="0" h="5" w="15">
                  <a:moveTo>
                    <a:pt x="14"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4" name="Google Shape;8774;p129"/>
            <p:cNvSpPr/>
            <p:nvPr/>
          </p:nvSpPr>
          <p:spPr>
            <a:xfrm>
              <a:off x="2197397" y="1672614"/>
              <a:ext cx="68" cy="109"/>
            </a:xfrm>
            <a:custGeom>
              <a:rect b="b" l="l" r="r" t="t"/>
              <a:pathLst>
                <a:path extrusionOk="0" h="8" w="5">
                  <a:moveTo>
                    <a:pt x="4"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5" name="Google Shape;8775;p129"/>
            <p:cNvSpPr/>
            <p:nvPr/>
          </p:nvSpPr>
          <p:spPr>
            <a:xfrm>
              <a:off x="2197546" y="1672900"/>
              <a:ext cx="54" cy="109"/>
            </a:xfrm>
            <a:custGeom>
              <a:rect b="b" l="l" r="r" t="t"/>
              <a:pathLst>
                <a:path extrusionOk="0" h="8" w="4">
                  <a:moveTo>
                    <a:pt x="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6" name="Google Shape;8776;p129"/>
            <p:cNvSpPr/>
            <p:nvPr/>
          </p:nvSpPr>
          <p:spPr>
            <a:xfrm>
              <a:off x="2197302" y="1672329"/>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7" name="Google Shape;8777;p129"/>
            <p:cNvSpPr/>
            <p:nvPr/>
          </p:nvSpPr>
          <p:spPr>
            <a:xfrm>
              <a:off x="2211572" y="1686029"/>
              <a:ext cx="584" cy="2811"/>
            </a:xfrm>
            <a:custGeom>
              <a:rect b="b" l="l" r="r" t="t"/>
              <a:pathLst>
                <a:path extrusionOk="0" h="207" w="43">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8" name="Google Shape;8778;p129"/>
            <p:cNvSpPr/>
            <p:nvPr/>
          </p:nvSpPr>
          <p:spPr>
            <a:xfrm>
              <a:off x="2198253" y="1673904"/>
              <a:ext cx="109" cy="109"/>
            </a:xfrm>
            <a:custGeom>
              <a:rect b="b" l="l" r="r" t="t"/>
              <a:pathLst>
                <a:path extrusionOk="0" h="8" w="8">
                  <a:moveTo>
                    <a:pt x="8"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9" name="Google Shape;8779;p129"/>
            <p:cNvSpPr/>
            <p:nvPr/>
          </p:nvSpPr>
          <p:spPr>
            <a:xfrm>
              <a:off x="2198022" y="1673565"/>
              <a:ext cx="54" cy="109"/>
            </a:xfrm>
            <a:custGeom>
              <a:rect b="b" l="l" r="r" t="t"/>
              <a:pathLst>
                <a:path extrusionOk="0" h="8" w="4">
                  <a:moveTo>
                    <a:pt x="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0" name="Google Shape;8780;p129"/>
            <p:cNvSpPr/>
            <p:nvPr/>
          </p:nvSpPr>
          <p:spPr>
            <a:xfrm>
              <a:off x="2197777" y="1673280"/>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1" name="Google Shape;8781;p129"/>
            <p:cNvSpPr/>
            <p:nvPr/>
          </p:nvSpPr>
          <p:spPr>
            <a:xfrm>
              <a:off x="2211803" y="1688826"/>
              <a:ext cx="258" cy="299"/>
            </a:xfrm>
            <a:custGeom>
              <a:rect b="b" l="l" r="r" t="t"/>
              <a:pathLst>
                <a:path extrusionOk="0" h="22" w="19">
                  <a:moveTo>
                    <a:pt x="18" y="0"/>
                  </a:moveTo>
                  <a:cubicBezTo>
                    <a:pt x="15" y="11"/>
                    <a:pt x="8" y="18"/>
                    <a:pt x="1" y="21"/>
                  </a:cubicBezTo>
                  <a:cubicBezTo>
                    <a:pt x="8" y="18"/>
                    <a:pt x="15" y="14"/>
                    <a:pt x="18" y="7"/>
                  </a:cubicBez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2" name="Google Shape;8782;p129"/>
            <p:cNvSpPr/>
            <p:nvPr/>
          </p:nvSpPr>
          <p:spPr>
            <a:xfrm>
              <a:off x="2211762" y="1700095"/>
              <a:ext cx="489" cy="679"/>
            </a:xfrm>
            <a:custGeom>
              <a:rect b="b" l="l" r="r" t="t"/>
              <a:pathLst>
                <a:path extrusionOk="0" h="50" w="36">
                  <a:moveTo>
                    <a:pt x="0" y="49"/>
                  </a:moveTo>
                  <a:cubicBezTo>
                    <a:pt x="11" y="32"/>
                    <a:pt x="21" y="14"/>
                    <a:pt x="35" y="0"/>
                  </a:cubicBezTo>
                  <a:cubicBezTo>
                    <a:pt x="21" y="14"/>
                    <a:pt x="11" y="32"/>
                    <a:pt x="0" y="4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3" name="Google Shape;8783;p129"/>
            <p:cNvSpPr/>
            <p:nvPr/>
          </p:nvSpPr>
          <p:spPr>
            <a:xfrm>
              <a:off x="2211233" y="1700761"/>
              <a:ext cx="543" cy="1819"/>
            </a:xfrm>
            <a:custGeom>
              <a:rect b="b" l="l" r="r" t="t"/>
              <a:pathLst>
                <a:path extrusionOk="0" h="134" w="40">
                  <a:moveTo>
                    <a:pt x="1" y="133"/>
                  </a:moveTo>
                  <a:cubicBezTo>
                    <a:pt x="1" y="84"/>
                    <a:pt x="15" y="39"/>
                    <a:pt x="39" y="0"/>
                  </a:cubicBezTo>
                  <a:cubicBezTo>
                    <a:pt x="15" y="39"/>
                    <a:pt x="1" y="84"/>
                    <a:pt x="1" y="13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4" name="Google Shape;8784;p129"/>
            <p:cNvSpPr/>
            <p:nvPr/>
          </p:nvSpPr>
          <p:spPr>
            <a:xfrm>
              <a:off x="2211192" y="1702852"/>
              <a:ext cx="109" cy="1344"/>
            </a:xfrm>
            <a:custGeom>
              <a:rect b="b" l="l" r="r" t="t"/>
              <a:pathLst>
                <a:path extrusionOk="0" h="99" w="8">
                  <a:moveTo>
                    <a:pt x="7" y="0"/>
                  </a:moveTo>
                  <a:cubicBezTo>
                    <a:pt x="7" y="32"/>
                    <a:pt x="7" y="63"/>
                    <a:pt x="0" y="98"/>
                  </a:cubicBezTo>
                  <a:lnTo>
                    <a:pt x="0" y="98"/>
                  </a:lnTo>
                  <a:cubicBezTo>
                    <a:pt x="7" y="63"/>
                    <a:pt x="7" y="32"/>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5" name="Google Shape;8785;p129"/>
            <p:cNvSpPr/>
            <p:nvPr/>
          </p:nvSpPr>
          <p:spPr>
            <a:xfrm>
              <a:off x="2212047" y="1688772"/>
              <a:ext cx="109" cy="163"/>
            </a:xfrm>
            <a:custGeom>
              <a:rect b="b" l="l" r="r" t="t"/>
              <a:pathLst>
                <a:path extrusionOk="0" h="12" w="8">
                  <a:moveTo>
                    <a:pt x="7" y="1"/>
                  </a:moveTo>
                  <a:lnTo>
                    <a:pt x="4" y="4"/>
                  </a:lnTo>
                  <a:lnTo>
                    <a:pt x="0" y="11"/>
                  </a:lnTo>
                  <a:cubicBezTo>
                    <a:pt x="4" y="8"/>
                    <a:pt x="4" y="4"/>
                    <a:pt x="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6" name="Google Shape;8786;p129"/>
            <p:cNvSpPr/>
            <p:nvPr/>
          </p:nvSpPr>
          <p:spPr>
            <a:xfrm>
              <a:off x="2200208" y="1705703"/>
              <a:ext cx="2444" cy="489"/>
            </a:xfrm>
            <a:custGeom>
              <a:rect b="b" l="l" r="r" t="t"/>
              <a:pathLst>
                <a:path extrusionOk="0" h="36" w="180">
                  <a:moveTo>
                    <a:pt x="179" y="0"/>
                  </a:moveTo>
                  <a:lnTo>
                    <a:pt x="0" y="3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7" name="Google Shape;8787;p129"/>
            <p:cNvSpPr/>
            <p:nvPr/>
          </p:nvSpPr>
          <p:spPr>
            <a:xfrm>
              <a:off x="2207906" y="1704657"/>
              <a:ext cx="584" cy="109"/>
            </a:xfrm>
            <a:custGeom>
              <a:rect b="b" l="l" r="r" t="t"/>
              <a:pathLst>
                <a:path extrusionOk="0" h="8" w="43">
                  <a:moveTo>
                    <a:pt x="43"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8" name="Google Shape;8788;p129"/>
            <p:cNvSpPr/>
            <p:nvPr/>
          </p:nvSpPr>
          <p:spPr>
            <a:xfrm>
              <a:off x="2208857" y="1704467"/>
              <a:ext cx="543" cy="109"/>
            </a:xfrm>
            <a:custGeom>
              <a:rect b="b" l="l" r="r" t="t"/>
              <a:pathLst>
                <a:path extrusionOk="0" h="8" w="40">
                  <a:moveTo>
                    <a:pt x="39"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9" name="Google Shape;8789;p129"/>
            <p:cNvSpPr/>
            <p:nvPr/>
          </p:nvSpPr>
          <p:spPr>
            <a:xfrm>
              <a:off x="2206100" y="1704942"/>
              <a:ext cx="584" cy="109"/>
            </a:xfrm>
            <a:custGeom>
              <a:rect b="b" l="l" r="r" t="t"/>
              <a:pathLst>
                <a:path extrusionOk="0" h="8" w="43">
                  <a:moveTo>
                    <a:pt x="43"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0" name="Google Shape;8790;p129"/>
            <p:cNvSpPr/>
            <p:nvPr/>
          </p:nvSpPr>
          <p:spPr>
            <a:xfrm>
              <a:off x="2209766" y="1704318"/>
              <a:ext cx="489" cy="109"/>
            </a:xfrm>
            <a:custGeom>
              <a:rect b="b" l="l" r="r" t="t"/>
              <a:pathLst>
                <a:path extrusionOk="0" h="8" w="36">
                  <a:moveTo>
                    <a:pt x="35"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1" name="Google Shape;8791;p129"/>
            <p:cNvSpPr/>
            <p:nvPr/>
          </p:nvSpPr>
          <p:spPr>
            <a:xfrm>
              <a:off x="2203493" y="1705418"/>
              <a:ext cx="625" cy="149"/>
            </a:xfrm>
            <a:custGeom>
              <a:rect b="b" l="l" r="r" t="t"/>
              <a:pathLst>
                <a:path extrusionOk="0" h="11" w="46">
                  <a:moveTo>
                    <a:pt x="46"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2" name="Google Shape;8792;p129"/>
            <p:cNvSpPr/>
            <p:nvPr/>
          </p:nvSpPr>
          <p:spPr>
            <a:xfrm>
              <a:off x="2210662" y="1704182"/>
              <a:ext cx="489" cy="109"/>
            </a:xfrm>
            <a:custGeom>
              <a:rect b="b" l="l" r="r" t="t"/>
              <a:pathLst>
                <a:path extrusionOk="0" h="8" w="36">
                  <a:moveTo>
                    <a:pt x="36"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3" name="Google Shape;8793;p129"/>
            <p:cNvSpPr/>
            <p:nvPr/>
          </p:nvSpPr>
          <p:spPr>
            <a:xfrm>
              <a:off x="2205150" y="1705078"/>
              <a:ext cx="679" cy="163"/>
            </a:xfrm>
            <a:custGeom>
              <a:rect b="b" l="l" r="r" t="t"/>
              <a:pathLst>
                <a:path extrusionOk="0" h="12" w="50">
                  <a:moveTo>
                    <a:pt x="50"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4" name="Google Shape;8794;p129"/>
            <p:cNvSpPr/>
            <p:nvPr/>
          </p:nvSpPr>
          <p:spPr>
            <a:xfrm>
              <a:off x="2202679" y="1705553"/>
              <a:ext cx="679" cy="163"/>
            </a:xfrm>
            <a:custGeom>
              <a:rect b="b" l="l" r="r" t="t"/>
              <a:pathLst>
                <a:path extrusionOk="0" h="12" w="50">
                  <a:moveTo>
                    <a:pt x="50"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5" name="Google Shape;8795;p129"/>
            <p:cNvSpPr/>
            <p:nvPr/>
          </p:nvSpPr>
          <p:spPr>
            <a:xfrm>
              <a:off x="2204295" y="1705268"/>
              <a:ext cx="679" cy="109"/>
            </a:xfrm>
            <a:custGeom>
              <a:rect b="b" l="l" r="r" t="t"/>
              <a:pathLst>
                <a:path extrusionOk="0" h="8" w="50">
                  <a:moveTo>
                    <a:pt x="50"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6" name="Google Shape;8796;p129"/>
            <p:cNvSpPr/>
            <p:nvPr/>
          </p:nvSpPr>
          <p:spPr>
            <a:xfrm>
              <a:off x="2207010" y="1704793"/>
              <a:ext cx="584" cy="109"/>
            </a:xfrm>
            <a:custGeom>
              <a:rect b="b" l="l" r="r" t="t"/>
              <a:pathLst>
                <a:path extrusionOk="0" h="8" w="43">
                  <a:moveTo>
                    <a:pt x="42"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7" name="Google Shape;8797;p129"/>
            <p:cNvSpPr/>
            <p:nvPr/>
          </p:nvSpPr>
          <p:spPr>
            <a:xfrm>
              <a:off x="2189604" y="1699050"/>
              <a:ext cx="299" cy="339"/>
            </a:xfrm>
            <a:custGeom>
              <a:rect b="b" l="l" r="r" t="t"/>
              <a:pathLst>
                <a:path extrusionOk="0" h="25" w="22">
                  <a:moveTo>
                    <a:pt x="22"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8" name="Google Shape;8798;p129"/>
            <p:cNvSpPr/>
            <p:nvPr/>
          </p:nvSpPr>
          <p:spPr>
            <a:xfrm>
              <a:off x="2190364" y="1699946"/>
              <a:ext cx="353" cy="394"/>
            </a:xfrm>
            <a:custGeom>
              <a:rect b="b" l="l" r="r" t="t"/>
              <a:pathLst>
                <a:path extrusionOk="0" h="29" w="26">
                  <a:moveTo>
                    <a:pt x="25" y="29"/>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9" name="Google Shape;8799;p129"/>
            <p:cNvSpPr/>
            <p:nvPr/>
          </p:nvSpPr>
          <p:spPr>
            <a:xfrm>
              <a:off x="2191314" y="1701046"/>
              <a:ext cx="299" cy="394"/>
            </a:xfrm>
            <a:custGeom>
              <a:rect b="b" l="l" r="r" t="t"/>
              <a:pathLst>
                <a:path extrusionOk="0" h="29" w="22">
                  <a:moveTo>
                    <a:pt x="22" y="2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0" name="Google Shape;8800;p129"/>
            <p:cNvSpPr/>
            <p:nvPr/>
          </p:nvSpPr>
          <p:spPr>
            <a:xfrm>
              <a:off x="2188178" y="1697475"/>
              <a:ext cx="258" cy="299"/>
            </a:xfrm>
            <a:custGeom>
              <a:rect b="b" l="l" r="r" t="t"/>
              <a:pathLst>
                <a:path extrusionOk="0" h="22" w="19">
                  <a:moveTo>
                    <a:pt x="18"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1" name="Google Shape;8801;p129"/>
            <p:cNvSpPr/>
            <p:nvPr/>
          </p:nvSpPr>
          <p:spPr>
            <a:xfrm>
              <a:off x="2188843" y="1698235"/>
              <a:ext cx="299" cy="353"/>
            </a:xfrm>
            <a:custGeom>
              <a:rect b="b" l="l" r="r" t="t"/>
              <a:pathLst>
                <a:path extrusionOk="0" h="26" w="22">
                  <a:moveTo>
                    <a:pt x="22" y="2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2" name="Google Shape;8802;p129"/>
            <p:cNvSpPr/>
            <p:nvPr/>
          </p:nvSpPr>
          <p:spPr>
            <a:xfrm>
              <a:off x="2191980" y="1701901"/>
              <a:ext cx="299" cy="394"/>
            </a:xfrm>
            <a:custGeom>
              <a:rect b="b" l="l" r="r" t="t"/>
              <a:pathLst>
                <a:path extrusionOk="0" h="29" w="22">
                  <a:moveTo>
                    <a:pt x="22" y="2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3" name="Google Shape;8803;p129"/>
            <p:cNvSpPr/>
            <p:nvPr/>
          </p:nvSpPr>
          <p:spPr>
            <a:xfrm>
              <a:off x="2187513" y="1696769"/>
              <a:ext cx="204" cy="204"/>
            </a:xfrm>
            <a:custGeom>
              <a:rect b="b" l="l" r="r" t="t"/>
              <a:pathLst>
                <a:path extrusionOk="0" h="15" w="15">
                  <a:moveTo>
                    <a:pt x="15"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7" name="Shape 8807"/>
        <p:cNvGrpSpPr/>
        <p:nvPr/>
      </p:nvGrpSpPr>
      <p:grpSpPr>
        <a:xfrm>
          <a:off x="0" y="0"/>
          <a:ext cx="0" cy="0"/>
          <a:chOff x="0" y="0"/>
          <a:chExt cx="0" cy="0"/>
        </a:xfrm>
      </p:grpSpPr>
      <p:grpSp>
        <p:nvGrpSpPr>
          <p:cNvPr id="8808" name="Google Shape;8808;p130"/>
          <p:cNvGrpSpPr/>
          <p:nvPr/>
        </p:nvGrpSpPr>
        <p:grpSpPr>
          <a:xfrm>
            <a:off x="2100561" y="3398658"/>
            <a:ext cx="1102891" cy="760337"/>
            <a:chOff x="4967783" y="2151471"/>
            <a:chExt cx="3920692" cy="2702940"/>
          </a:xfrm>
        </p:grpSpPr>
        <p:grpSp>
          <p:nvGrpSpPr>
            <p:cNvPr id="8809" name="Google Shape;8809;p130"/>
            <p:cNvGrpSpPr/>
            <p:nvPr/>
          </p:nvGrpSpPr>
          <p:grpSpPr>
            <a:xfrm>
              <a:off x="5045709" y="2252109"/>
              <a:ext cx="3761071" cy="2501708"/>
              <a:chOff x="2691784" y="1805334"/>
              <a:chExt cx="3761071" cy="2501708"/>
            </a:xfrm>
          </p:grpSpPr>
          <p:sp>
            <p:nvSpPr>
              <p:cNvPr id="8810" name="Google Shape;8810;p130"/>
              <p:cNvSpPr/>
              <p:nvPr/>
            </p:nvSpPr>
            <p:spPr>
              <a:xfrm>
                <a:off x="4306153" y="4266675"/>
                <a:ext cx="932050" cy="40353"/>
              </a:xfrm>
              <a:custGeom>
                <a:rect b="b" l="l" r="r" t="t"/>
                <a:pathLst>
                  <a:path extrusionOk="0" h="2706" w="106520">
                    <a:moveTo>
                      <a:pt x="0" y="0"/>
                    </a:moveTo>
                    <a:lnTo>
                      <a:pt x="0" y="2705"/>
                    </a:lnTo>
                    <a:lnTo>
                      <a:pt x="106520" y="2705"/>
                    </a:lnTo>
                    <a:lnTo>
                      <a:pt x="106520"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1" name="Google Shape;8811;p130"/>
              <p:cNvSpPr/>
              <p:nvPr/>
            </p:nvSpPr>
            <p:spPr>
              <a:xfrm>
                <a:off x="2691784" y="3762285"/>
                <a:ext cx="1916675" cy="544757"/>
              </a:xfrm>
              <a:custGeom>
                <a:rect b="b" l="l" r="r" t="t"/>
                <a:pathLst>
                  <a:path extrusionOk="0" h="36518" w="128485">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2" name="Google Shape;8812;p130"/>
              <p:cNvSpPr/>
              <p:nvPr/>
            </p:nvSpPr>
            <p:spPr>
              <a:xfrm>
                <a:off x="2695021" y="3035999"/>
                <a:ext cx="754960" cy="529407"/>
              </a:xfrm>
              <a:custGeom>
                <a:rect b="b" l="l" r="r" t="t"/>
                <a:pathLst>
                  <a:path extrusionOk="0" h="35489" w="50609">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3" name="Google Shape;8813;p130"/>
              <p:cNvSpPr/>
              <p:nvPr/>
            </p:nvSpPr>
            <p:spPr>
              <a:xfrm>
                <a:off x="3661791" y="2531620"/>
                <a:ext cx="2791064" cy="544757"/>
              </a:xfrm>
              <a:custGeom>
                <a:rect b="b" l="l" r="r" t="t"/>
                <a:pathLst>
                  <a:path extrusionOk="0" h="36518" w="18710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4" name="Google Shape;8814;p130"/>
              <p:cNvSpPr/>
              <p:nvPr/>
            </p:nvSpPr>
            <p:spPr>
              <a:xfrm>
                <a:off x="5153124" y="1805334"/>
                <a:ext cx="1294451" cy="512461"/>
              </a:xfrm>
              <a:custGeom>
                <a:rect b="b" l="l" r="r" t="t"/>
                <a:pathLst>
                  <a:path extrusionOk="0" h="34353" w="86774">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5" name="Google Shape;8815;p130"/>
              <p:cNvSpPr/>
              <p:nvPr/>
            </p:nvSpPr>
            <p:spPr>
              <a:xfrm>
                <a:off x="2785807" y="1805334"/>
                <a:ext cx="2143839" cy="40367"/>
              </a:xfrm>
              <a:custGeom>
                <a:rect b="b" l="l" r="r" t="t"/>
                <a:pathLst>
                  <a:path extrusionOk="0" h="2706" w="143713">
                    <a:moveTo>
                      <a:pt x="0" y="0"/>
                    </a:moveTo>
                    <a:lnTo>
                      <a:pt x="0" y="2705"/>
                    </a:lnTo>
                    <a:lnTo>
                      <a:pt x="143712" y="2705"/>
                    </a:lnTo>
                    <a:lnTo>
                      <a:pt x="143712"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6" name="Google Shape;8816;p130"/>
              <p:cNvSpPr/>
              <p:nvPr/>
            </p:nvSpPr>
            <p:spPr>
              <a:xfrm>
                <a:off x="5447728" y="4266675"/>
                <a:ext cx="932050" cy="40353"/>
              </a:xfrm>
              <a:custGeom>
                <a:rect b="b" l="l" r="r" t="t"/>
                <a:pathLst>
                  <a:path extrusionOk="0" h="2706" w="106520">
                    <a:moveTo>
                      <a:pt x="0" y="0"/>
                    </a:moveTo>
                    <a:lnTo>
                      <a:pt x="0" y="2705"/>
                    </a:lnTo>
                    <a:lnTo>
                      <a:pt x="106520" y="2705"/>
                    </a:lnTo>
                    <a:lnTo>
                      <a:pt x="106520"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17" name="Google Shape;8817;p130"/>
            <p:cNvGrpSpPr/>
            <p:nvPr/>
          </p:nvGrpSpPr>
          <p:grpSpPr>
            <a:xfrm>
              <a:off x="4967783" y="2151471"/>
              <a:ext cx="3920692" cy="2702940"/>
              <a:chOff x="2613858" y="1704696"/>
              <a:chExt cx="3920692" cy="2702940"/>
            </a:xfrm>
          </p:grpSpPr>
          <p:sp>
            <p:nvSpPr>
              <p:cNvPr id="8818" name="Google Shape;8818;p130"/>
              <p:cNvSpPr/>
              <p:nvPr/>
            </p:nvSpPr>
            <p:spPr>
              <a:xfrm rot="5400000">
                <a:off x="4924676" y="1720789"/>
                <a:ext cx="241614" cy="209428"/>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9" name="Google Shape;8819;p130"/>
              <p:cNvSpPr/>
              <p:nvPr/>
            </p:nvSpPr>
            <p:spPr>
              <a:xfrm rot="5400000">
                <a:off x="6309028" y="2311963"/>
                <a:ext cx="241614" cy="209428"/>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0" name="Google Shape;8820;p130"/>
              <p:cNvSpPr/>
              <p:nvPr/>
            </p:nvSpPr>
            <p:spPr>
              <a:xfrm rot="5400000">
                <a:off x="5222154" y="4182115"/>
                <a:ext cx="241614" cy="209428"/>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1" name="Google Shape;8821;p130"/>
              <p:cNvSpPr/>
              <p:nvPr/>
            </p:nvSpPr>
            <p:spPr>
              <a:xfrm rot="5400000">
                <a:off x="2597765" y="3554395"/>
                <a:ext cx="241614" cy="209428"/>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2" name="Google Shape;8822;p130"/>
              <p:cNvSpPr/>
              <p:nvPr/>
            </p:nvSpPr>
            <p:spPr>
              <a:xfrm rot="5400000">
                <a:off x="3433899" y="2945028"/>
                <a:ext cx="241614" cy="209428"/>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823" name="Google Shape;8823;p130"/>
          <p:cNvGrpSpPr/>
          <p:nvPr/>
        </p:nvGrpSpPr>
        <p:grpSpPr>
          <a:xfrm>
            <a:off x="3504470" y="1286935"/>
            <a:ext cx="1561911" cy="708580"/>
            <a:chOff x="3530532" y="1496185"/>
            <a:chExt cx="1561911" cy="708580"/>
          </a:xfrm>
        </p:grpSpPr>
        <p:grpSp>
          <p:nvGrpSpPr>
            <p:cNvPr id="8824" name="Google Shape;8824;p130"/>
            <p:cNvGrpSpPr/>
            <p:nvPr/>
          </p:nvGrpSpPr>
          <p:grpSpPr>
            <a:xfrm>
              <a:off x="3720318" y="1857562"/>
              <a:ext cx="1372125" cy="54"/>
              <a:chOff x="3720318" y="1857562"/>
              <a:chExt cx="1372125" cy="54"/>
            </a:xfrm>
          </p:grpSpPr>
          <p:cxnSp>
            <p:nvCxnSpPr>
              <p:cNvPr id="8825" name="Google Shape;8825;p130"/>
              <p:cNvCxnSpPr>
                <a:endCxn id="8826" idx="2"/>
              </p:cNvCxnSpPr>
              <p:nvPr/>
            </p:nvCxnSpPr>
            <p:spPr>
              <a:xfrm>
                <a:off x="4440243" y="1857616"/>
                <a:ext cx="173400" cy="0"/>
              </a:xfrm>
              <a:prstGeom prst="straightConnector1">
                <a:avLst/>
              </a:prstGeom>
              <a:noFill/>
              <a:ln cap="flat" cmpd="sng" w="9525">
                <a:solidFill>
                  <a:srgbClr val="A5B7C6"/>
                </a:solidFill>
                <a:prstDash val="solid"/>
                <a:round/>
                <a:headEnd len="med" w="med" type="none"/>
                <a:tailEnd len="med" w="med" type="none"/>
              </a:ln>
            </p:spPr>
          </p:cxnSp>
          <p:cxnSp>
            <p:nvCxnSpPr>
              <p:cNvPr id="8827" name="Google Shape;8827;p130"/>
              <p:cNvCxnSpPr/>
              <p:nvPr/>
            </p:nvCxnSpPr>
            <p:spPr>
              <a:xfrm>
                <a:off x="4074943" y="1857562"/>
                <a:ext cx="173400" cy="0"/>
              </a:xfrm>
              <a:prstGeom prst="straightConnector1">
                <a:avLst/>
              </a:prstGeom>
              <a:noFill/>
              <a:ln cap="flat" cmpd="sng" w="9525">
                <a:solidFill>
                  <a:srgbClr val="A5B7C6"/>
                </a:solidFill>
                <a:prstDash val="solid"/>
                <a:round/>
                <a:headEnd len="med" w="med" type="none"/>
                <a:tailEnd len="med" w="med" type="none"/>
              </a:ln>
            </p:spPr>
          </p:cxnSp>
          <p:cxnSp>
            <p:nvCxnSpPr>
              <p:cNvPr id="8828" name="Google Shape;8828;p130"/>
              <p:cNvCxnSpPr/>
              <p:nvPr/>
            </p:nvCxnSpPr>
            <p:spPr>
              <a:xfrm>
                <a:off x="3720318" y="1857562"/>
                <a:ext cx="173400" cy="0"/>
              </a:xfrm>
              <a:prstGeom prst="straightConnector1">
                <a:avLst/>
              </a:prstGeom>
              <a:noFill/>
              <a:ln cap="flat" cmpd="sng" w="9525">
                <a:solidFill>
                  <a:srgbClr val="A5B7C6"/>
                </a:solidFill>
                <a:prstDash val="solid"/>
                <a:round/>
                <a:headEnd len="med" w="med" type="none"/>
                <a:tailEnd len="med" w="med" type="none"/>
              </a:ln>
            </p:spPr>
          </p:cxnSp>
          <p:cxnSp>
            <p:nvCxnSpPr>
              <p:cNvPr id="8829" name="Google Shape;8829;p130"/>
              <p:cNvCxnSpPr>
                <a:stCxn id="8826" idx="6"/>
              </p:cNvCxnSpPr>
              <p:nvPr/>
            </p:nvCxnSpPr>
            <p:spPr>
              <a:xfrm>
                <a:off x="4801443" y="1857616"/>
                <a:ext cx="291000" cy="0"/>
              </a:xfrm>
              <a:prstGeom prst="straightConnector1">
                <a:avLst/>
              </a:prstGeom>
              <a:noFill/>
              <a:ln cap="flat" cmpd="sng" w="9525">
                <a:solidFill>
                  <a:srgbClr val="A5B7C6"/>
                </a:solidFill>
                <a:prstDash val="solid"/>
                <a:round/>
                <a:headEnd len="med" w="med" type="none"/>
                <a:tailEnd len="med" w="med" type="triangle"/>
              </a:ln>
            </p:spPr>
          </p:cxnSp>
        </p:grpSp>
        <p:grpSp>
          <p:nvGrpSpPr>
            <p:cNvPr id="8830" name="Google Shape;8830;p130"/>
            <p:cNvGrpSpPr/>
            <p:nvPr/>
          </p:nvGrpSpPr>
          <p:grpSpPr>
            <a:xfrm>
              <a:off x="3567462" y="1496185"/>
              <a:ext cx="286500" cy="272914"/>
              <a:chOff x="3567462" y="1496185"/>
              <a:chExt cx="286500" cy="272914"/>
            </a:xfrm>
          </p:grpSpPr>
          <p:cxnSp>
            <p:nvCxnSpPr>
              <p:cNvPr id="8831" name="Google Shape;8831;p130"/>
              <p:cNvCxnSpPr/>
              <p:nvPr/>
            </p:nvCxnSpPr>
            <p:spPr>
              <a:xfrm rot="10800000">
                <a:off x="3626625" y="1596000"/>
                <a:ext cx="0" cy="173100"/>
              </a:xfrm>
              <a:prstGeom prst="straightConnector1">
                <a:avLst/>
              </a:prstGeom>
              <a:noFill/>
              <a:ln cap="flat" cmpd="sng" w="9525">
                <a:solidFill>
                  <a:srgbClr val="A5B7C6"/>
                </a:solidFill>
                <a:prstDash val="solid"/>
                <a:round/>
                <a:headEnd len="med" w="med" type="none"/>
                <a:tailEnd len="med" w="med" type="none"/>
              </a:ln>
            </p:spPr>
          </p:cxnSp>
          <p:sp>
            <p:nvSpPr>
              <p:cNvPr id="8832" name="Google Shape;8832;p130"/>
              <p:cNvSpPr/>
              <p:nvPr/>
            </p:nvSpPr>
            <p:spPr>
              <a:xfrm>
                <a:off x="3567462" y="1496185"/>
                <a:ext cx="286500" cy="99900"/>
              </a:xfrm>
              <a:prstGeom prst="rect">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833" name="Google Shape;8833;p130"/>
            <p:cNvSpPr/>
            <p:nvPr/>
          </p:nvSpPr>
          <p:spPr>
            <a:xfrm>
              <a:off x="3530532" y="1771972"/>
              <a:ext cx="187800" cy="187800"/>
            </a:xfrm>
            <a:prstGeom prst="ellipse">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4" name="Google Shape;8834;p130"/>
            <p:cNvSpPr/>
            <p:nvPr/>
          </p:nvSpPr>
          <p:spPr>
            <a:xfrm>
              <a:off x="3891569" y="1779209"/>
              <a:ext cx="187800" cy="187800"/>
            </a:xfrm>
            <a:prstGeom prst="ellipse">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835" name="Google Shape;8835;p130"/>
            <p:cNvGrpSpPr/>
            <p:nvPr/>
          </p:nvGrpSpPr>
          <p:grpSpPr>
            <a:xfrm>
              <a:off x="3929014" y="1960574"/>
              <a:ext cx="286500" cy="242342"/>
              <a:chOff x="3929014" y="1960574"/>
              <a:chExt cx="286500" cy="242342"/>
            </a:xfrm>
          </p:grpSpPr>
          <p:cxnSp>
            <p:nvCxnSpPr>
              <p:cNvPr id="8836" name="Google Shape;8836;p130"/>
              <p:cNvCxnSpPr/>
              <p:nvPr/>
            </p:nvCxnSpPr>
            <p:spPr>
              <a:xfrm rot="10800000">
                <a:off x="3988400" y="1960574"/>
                <a:ext cx="0" cy="144300"/>
              </a:xfrm>
              <a:prstGeom prst="straightConnector1">
                <a:avLst/>
              </a:prstGeom>
              <a:noFill/>
              <a:ln cap="flat" cmpd="sng" w="9525">
                <a:solidFill>
                  <a:srgbClr val="A5B7C6"/>
                </a:solidFill>
                <a:prstDash val="solid"/>
                <a:round/>
                <a:headEnd len="med" w="med" type="none"/>
                <a:tailEnd len="med" w="med" type="none"/>
              </a:ln>
            </p:spPr>
          </p:cxnSp>
          <p:sp>
            <p:nvSpPr>
              <p:cNvPr id="8837" name="Google Shape;8837;p130"/>
              <p:cNvSpPr/>
              <p:nvPr/>
            </p:nvSpPr>
            <p:spPr>
              <a:xfrm>
                <a:off x="3929014" y="2103016"/>
                <a:ext cx="286500" cy="99900"/>
              </a:xfrm>
              <a:prstGeom prst="rect">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38" name="Google Shape;8838;p130"/>
            <p:cNvGrpSpPr/>
            <p:nvPr/>
          </p:nvGrpSpPr>
          <p:grpSpPr>
            <a:xfrm>
              <a:off x="4290828" y="1496185"/>
              <a:ext cx="286500" cy="272914"/>
              <a:chOff x="4290828" y="1496185"/>
              <a:chExt cx="286500" cy="272914"/>
            </a:xfrm>
          </p:grpSpPr>
          <p:cxnSp>
            <p:nvCxnSpPr>
              <p:cNvPr id="8839" name="Google Shape;8839;p130"/>
              <p:cNvCxnSpPr/>
              <p:nvPr/>
            </p:nvCxnSpPr>
            <p:spPr>
              <a:xfrm rot="10800000">
                <a:off x="4350000" y="1596000"/>
                <a:ext cx="0" cy="173100"/>
              </a:xfrm>
              <a:prstGeom prst="straightConnector1">
                <a:avLst/>
              </a:prstGeom>
              <a:noFill/>
              <a:ln cap="flat" cmpd="sng" w="9525">
                <a:solidFill>
                  <a:srgbClr val="A5B7C6"/>
                </a:solidFill>
                <a:prstDash val="solid"/>
                <a:round/>
                <a:headEnd len="med" w="med" type="none"/>
                <a:tailEnd len="med" w="med" type="none"/>
              </a:ln>
            </p:spPr>
          </p:cxnSp>
          <p:sp>
            <p:nvSpPr>
              <p:cNvPr id="8840" name="Google Shape;8840;p130"/>
              <p:cNvSpPr/>
              <p:nvPr/>
            </p:nvSpPr>
            <p:spPr>
              <a:xfrm>
                <a:off x="4290828" y="1496185"/>
                <a:ext cx="286500" cy="99900"/>
              </a:xfrm>
              <a:prstGeom prst="rect">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841" name="Google Shape;8841;p130"/>
            <p:cNvSpPr/>
            <p:nvPr/>
          </p:nvSpPr>
          <p:spPr>
            <a:xfrm>
              <a:off x="4252606" y="1771972"/>
              <a:ext cx="187800" cy="187800"/>
            </a:xfrm>
            <a:prstGeom prst="ellipse">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6" name="Google Shape;8826;p130"/>
            <p:cNvSpPr/>
            <p:nvPr/>
          </p:nvSpPr>
          <p:spPr>
            <a:xfrm>
              <a:off x="4613643" y="1763716"/>
              <a:ext cx="187800" cy="187800"/>
            </a:xfrm>
            <a:prstGeom prst="ellipse">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842" name="Google Shape;8842;p130"/>
            <p:cNvGrpSpPr/>
            <p:nvPr/>
          </p:nvGrpSpPr>
          <p:grpSpPr>
            <a:xfrm>
              <a:off x="4657726" y="1959674"/>
              <a:ext cx="286500" cy="245092"/>
              <a:chOff x="4657726" y="1959674"/>
              <a:chExt cx="286500" cy="245092"/>
            </a:xfrm>
          </p:grpSpPr>
          <p:cxnSp>
            <p:nvCxnSpPr>
              <p:cNvPr id="8843" name="Google Shape;8843;p130"/>
              <p:cNvCxnSpPr/>
              <p:nvPr/>
            </p:nvCxnSpPr>
            <p:spPr>
              <a:xfrm rot="10800000">
                <a:off x="4707475" y="1959674"/>
                <a:ext cx="0" cy="145200"/>
              </a:xfrm>
              <a:prstGeom prst="straightConnector1">
                <a:avLst/>
              </a:prstGeom>
              <a:noFill/>
              <a:ln cap="flat" cmpd="sng" w="9525">
                <a:solidFill>
                  <a:srgbClr val="A5B7C6"/>
                </a:solidFill>
                <a:prstDash val="solid"/>
                <a:round/>
                <a:headEnd len="med" w="med" type="none"/>
                <a:tailEnd len="med" w="med" type="none"/>
              </a:ln>
            </p:spPr>
          </p:cxnSp>
          <p:sp>
            <p:nvSpPr>
              <p:cNvPr id="8844" name="Google Shape;8844;p130"/>
              <p:cNvSpPr/>
              <p:nvPr/>
            </p:nvSpPr>
            <p:spPr>
              <a:xfrm>
                <a:off x="4657726" y="2104866"/>
                <a:ext cx="286500" cy="99900"/>
              </a:xfrm>
              <a:prstGeom prst="rect">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845" name="Google Shape;8845;p130"/>
          <p:cNvGrpSpPr/>
          <p:nvPr/>
        </p:nvGrpSpPr>
        <p:grpSpPr>
          <a:xfrm>
            <a:off x="3486489" y="2149032"/>
            <a:ext cx="1597032" cy="378649"/>
            <a:chOff x="3512551" y="2358282"/>
            <a:chExt cx="1597032" cy="378649"/>
          </a:xfrm>
        </p:grpSpPr>
        <p:grpSp>
          <p:nvGrpSpPr>
            <p:cNvPr id="8846" name="Google Shape;8846;p130"/>
            <p:cNvGrpSpPr/>
            <p:nvPr/>
          </p:nvGrpSpPr>
          <p:grpSpPr>
            <a:xfrm>
              <a:off x="3738198" y="2553002"/>
              <a:ext cx="1145834" cy="117"/>
              <a:chOff x="3738198" y="2553002"/>
              <a:chExt cx="1145834" cy="117"/>
            </a:xfrm>
          </p:grpSpPr>
          <p:cxnSp>
            <p:nvCxnSpPr>
              <p:cNvPr id="8847" name="Google Shape;8847;p130"/>
              <p:cNvCxnSpPr/>
              <p:nvPr/>
            </p:nvCxnSpPr>
            <p:spPr>
              <a:xfrm>
                <a:off x="4195395" y="2553002"/>
                <a:ext cx="231600" cy="0"/>
              </a:xfrm>
              <a:prstGeom prst="straightConnector1">
                <a:avLst/>
              </a:prstGeom>
              <a:noFill/>
              <a:ln cap="flat" cmpd="sng" w="9525">
                <a:solidFill>
                  <a:srgbClr val="435D74"/>
                </a:solidFill>
                <a:prstDash val="solid"/>
                <a:round/>
                <a:headEnd len="med" w="med" type="none"/>
                <a:tailEnd len="med" w="med" type="none"/>
              </a:ln>
            </p:spPr>
          </p:cxnSp>
          <p:cxnSp>
            <p:nvCxnSpPr>
              <p:cNvPr id="8848" name="Google Shape;8848;p130"/>
              <p:cNvCxnSpPr/>
              <p:nvPr/>
            </p:nvCxnSpPr>
            <p:spPr>
              <a:xfrm>
                <a:off x="4652432" y="2553002"/>
                <a:ext cx="231600" cy="0"/>
              </a:xfrm>
              <a:prstGeom prst="straightConnector1">
                <a:avLst/>
              </a:prstGeom>
              <a:noFill/>
              <a:ln cap="flat" cmpd="sng" w="9525">
                <a:solidFill>
                  <a:srgbClr val="435D74"/>
                </a:solidFill>
                <a:prstDash val="solid"/>
                <a:round/>
                <a:headEnd len="med" w="med" type="none"/>
                <a:tailEnd len="med" w="med" type="none"/>
              </a:ln>
            </p:spPr>
          </p:cxnSp>
          <p:cxnSp>
            <p:nvCxnSpPr>
              <p:cNvPr id="8849" name="Google Shape;8849;p130"/>
              <p:cNvCxnSpPr>
                <a:stCxn id="8850" idx="6"/>
                <a:endCxn id="8851" idx="2"/>
              </p:cNvCxnSpPr>
              <p:nvPr/>
            </p:nvCxnSpPr>
            <p:spPr>
              <a:xfrm>
                <a:off x="3738198" y="2553118"/>
                <a:ext cx="231300" cy="0"/>
              </a:xfrm>
              <a:prstGeom prst="straightConnector1">
                <a:avLst/>
              </a:prstGeom>
              <a:noFill/>
              <a:ln cap="flat" cmpd="sng" w="9525">
                <a:solidFill>
                  <a:srgbClr val="435D74"/>
                </a:solidFill>
                <a:prstDash val="solid"/>
                <a:round/>
                <a:headEnd len="med" w="med" type="none"/>
                <a:tailEnd len="med" w="med" type="none"/>
              </a:ln>
            </p:spPr>
          </p:cxnSp>
        </p:grpSp>
        <p:grpSp>
          <p:nvGrpSpPr>
            <p:cNvPr id="8852" name="Google Shape;8852;p130"/>
            <p:cNvGrpSpPr/>
            <p:nvPr/>
          </p:nvGrpSpPr>
          <p:grpSpPr>
            <a:xfrm>
              <a:off x="3969644" y="2440153"/>
              <a:ext cx="225900" cy="296779"/>
              <a:chOff x="3969644" y="2440153"/>
              <a:chExt cx="225900" cy="296779"/>
            </a:xfrm>
          </p:grpSpPr>
          <p:cxnSp>
            <p:nvCxnSpPr>
              <p:cNvPr id="8853" name="Google Shape;8853;p130"/>
              <p:cNvCxnSpPr/>
              <p:nvPr/>
            </p:nvCxnSpPr>
            <p:spPr>
              <a:xfrm>
                <a:off x="4082390" y="2637031"/>
                <a:ext cx="0" cy="99900"/>
              </a:xfrm>
              <a:prstGeom prst="straightConnector1">
                <a:avLst/>
              </a:prstGeom>
              <a:noFill/>
              <a:ln cap="flat" cmpd="sng" w="9525">
                <a:solidFill>
                  <a:srgbClr val="435D74"/>
                </a:solidFill>
                <a:prstDash val="solid"/>
                <a:round/>
                <a:headEnd len="med" w="med" type="none"/>
                <a:tailEnd len="med" w="med" type="none"/>
              </a:ln>
            </p:spPr>
          </p:cxnSp>
          <p:sp>
            <p:nvSpPr>
              <p:cNvPr id="8851" name="Google Shape;8851;p130"/>
              <p:cNvSpPr/>
              <p:nvPr/>
            </p:nvSpPr>
            <p:spPr>
              <a:xfrm>
                <a:off x="3969644" y="2440153"/>
                <a:ext cx="225900" cy="2259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4" name="Google Shape;8854;p130"/>
              <p:cNvSpPr/>
              <p:nvPr/>
            </p:nvSpPr>
            <p:spPr>
              <a:xfrm>
                <a:off x="3998471" y="2468982"/>
                <a:ext cx="168300" cy="168300"/>
              </a:xfrm>
              <a:prstGeom prst="ellipse">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55" name="Google Shape;8855;p130"/>
            <p:cNvGrpSpPr/>
            <p:nvPr/>
          </p:nvGrpSpPr>
          <p:grpSpPr>
            <a:xfrm>
              <a:off x="4426818" y="2358282"/>
              <a:ext cx="225600" cy="307471"/>
              <a:chOff x="4426818" y="2358282"/>
              <a:chExt cx="225600" cy="307471"/>
            </a:xfrm>
          </p:grpSpPr>
          <p:cxnSp>
            <p:nvCxnSpPr>
              <p:cNvPr id="8856" name="Google Shape;8856;p130"/>
              <p:cNvCxnSpPr>
                <a:stCxn id="8857" idx="0"/>
              </p:cNvCxnSpPr>
              <p:nvPr/>
            </p:nvCxnSpPr>
            <p:spPr>
              <a:xfrm rot="10800000">
                <a:off x="4539644" y="2358282"/>
                <a:ext cx="0" cy="110700"/>
              </a:xfrm>
              <a:prstGeom prst="straightConnector1">
                <a:avLst/>
              </a:prstGeom>
              <a:noFill/>
              <a:ln cap="flat" cmpd="sng" w="9525">
                <a:solidFill>
                  <a:srgbClr val="435D74"/>
                </a:solidFill>
                <a:prstDash val="solid"/>
                <a:round/>
                <a:headEnd len="med" w="med" type="none"/>
                <a:tailEnd len="med" w="med" type="none"/>
              </a:ln>
            </p:spPr>
          </p:cxnSp>
          <p:sp>
            <p:nvSpPr>
              <p:cNvPr id="8858" name="Google Shape;8858;p130"/>
              <p:cNvSpPr/>
              <p:nvPr/>
            </p:nvSpPr>
            <p:spPr>
              <a:xfrm>
                <a:off x="4426818" y="2440153"/>
                <a:ext cx="225600" cy="2256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7" name="Google Shape;8857;p130"/>
              <p:cNvSpPr/>
              <p:nvPr/>
            </p:nvSpPr>
            <p:spPr>
              <a:xfrm>
                <a:off x="4455644" y="2468982"/>
                <a:ext cx="168000" cy="168000"/>
              </a:xfrm>
              <a:prstGeom prst="ellipse">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59" name="Google Shape;8859;p130"/>
            <p:cNvGrpSpPr/>
            <p:nvPr/>
          </p:nvGrpSpPr>
          <p:grpSpPr>
            <a:xfrm>
              <a:off x="4883984" y="2440153"/>
              <a:ext cx="225600" cy="296479"/>
              <a:chOff x="4883984" y="2440153"/>
              <a:chExt cx="225600" cy="296479"/>
            </a:xfrm>
          </p:grpSpPr>
          <p:cxnSp>
            <p:nvCxnSpPr>
              <p:cNvPr id="8860" name="Google Shape;8860;p130"/>
              <p:cNvCxnSpPr/>
              <p:nvPr/>
            </p:nvCxnSpPr>
            <p:spPr>
              <a:xfrm>
                <a:off x="4996858" y="2637031"/>
                <a:ext cx="0" cy="99600"/>
              </a:xfrm>
              <a:prstGeom prst="straightConnector1">
                <a:avLst/>
              </a:prstGeom>
              <a:noFill/>
              <a:ln cap="flat" cmpd="sng" w="9525">
                <a:solidFill>
                  <a:srgbClr val="435D74"/>
                </a:solidFill>
                <a:prstDash val="solid"/>
                <a:round/>
                <a:headEnd len="med" w="med" type="none"/>
                <a:tailEnd len="med" w="med" type="none"/>
              </a:ln>
            </p:spPr>
          </p:cxnSp>
          <p:sp>
            <p:nvSpPr>
              <p:cNvPr id="8861" name="Google Shape;8861;p130"/>
              <p:cNvSpPr/>
              <p:nvPr/>
            </p:nvSpPr>
            <p:spPr>
              <a:xfrm>
                <a:off x="4883984" y="2440153"/>
                <a:ext cx="225600" cy="2256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2" name="Google Shape;8862;p130"/>
              <p:cNvSpPr/>
              <p:nvPr/>
            </p:nvSpPr>
            <p:spPr>
              <a:xfrm>
                <a:off x="4912810" y="2468982"/>
                <a:ext cx="168000" cy="168000"/>
              </a:xfrm>
              <a:prstGeom prst="ellipse">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63" name="Google Shape;8863;p130"/>
            <p:cNvGrpSpPr/>
            <p:nvPr/>
          </p:nvGrpSpPr>
          <p:grpSpPr>
            <a:xfrm>
              <a:off x="3512551" y="2358356"/>
              <a:ext cx="225647" cy="307629"/>
              <a:chOff x="2182679" y="2005014"/>
              <a:chExt cx="792300" cy="1080158"/>
            </a:xfrm>
          </p:grpSpPr>
          <p:cxnSp>
            <p:nvCxnSpPr>
              <p:cNvPr id="8864" name="Google Shape;8864;p130"/>
              <p:cNvCxnSpPr>
                <a:stCxn id="8865" idx="0"/>
              </p:cNvCxnSpPr>
              <p:nvPr/>
            </p:nvCxnSpPr>
            <p:spPr>
              <a:xfrm rot="10800000">
                <a:off x="2578961" y="2005014"/>
                <a:ext cx="0" cy="388800"/>
              </a:xfrm>
              <a:prstGeom prst="straightConnector1">
                <a:avLst/>
              </a:prstGeom>
              <a:noFill/>
              <a:ln cap="flat" cmpd="sng" w="9525">
                <a:solidFill>
                  <a:srgbClr val="435D74"/>
                </a:solidFill>
                <a:prstDash val="solid"/>
                <a:round/>
                <a:headEnd len="med" w="med" type="none"/>
                <a:tailEnd len="med" w="med" type="none"/>
              </a:ln>
            </p:spPr>
          </p:cxnSp>
          <p:sp>
            <p:nvSpPr>
              <p:cNvPr id="8850" name="Google Shape;8850;p130"/>
              <p:cNvSpPr/>
              <p:nvPr/>
            </p:nvSpPr>
            <p:spPr>
              <a:xfrm>
                <a:off x="2182679" y="2292572"/>
                <a:ext cx="792300" cy="7926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5" name="Google Shape;8865;p130"/>
              <p:cNvSpPr/>
              <p:nvPr/>
            </p:nvSpPr>
            <p:spPr>
              <a:xfrm>
                <a:off x="2283911" y="2393814"/>
                <a:ext cx="590100" cy="590100"/>
              </a:xfrm>
              <a:prstGeom prst="ellipse">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866" name="Google Shape;8866;p130"/>
          <p:cNvGrpSpPr/>
          <p:nvPr/>
        </p:nvGrpSpPr>
        <p:grpSpPr>
          <a:xfrm>
            <a:off x="6846571" y="972829"/>
            <a:ext cx="1559809" cy="722610"/>
            <a:chOff x="634175" y="2986275"/>
            <a:chExt cx="3147949" cy="1458344"/>
          </a:xfrm>
        </p:grpSpPr>
        <p:cxnSp>
          <p:nvCxnSpPr>
            <p:cNvPr id="8867" name="Google Shape;8867;p130"/>
            <p:cNvCxnSpPr>
              <a:stCxn id="8868" idx="4"/>
              <a:endCxn id="8869" idx="0"/>
            </p:cNvCxnSpPr>
            <p:nvPr/>
          </p:nvCxnSpPr>
          <p:spPr>
            <a:xfrm>
              <a:off x="929975" y="3577875"/>
              <a:ext cx="591300" cy="275100"/>
            </a:xfrm>
            <a:prstGeom prst="straightConnector1">
              <a:avLst/>
            </a:prstGeom>
            <a:noFill/>
            <a:ln cap="flat" cmpd="sng" w="9525">
              <a:solidFill>
                <a:srgbClr val="435D74"/>
              </a:solidFill>
              <a:prstDash val="solid"/>
              <a:round/>
              <a:headEnd len="med" w="med" type="none"/>
              <a:tailEnd len="med" w="med" type="none"/>
            </a:ln>
          </p:spPr>
        </p:cxnSp>
        <p:cxnSp>
          <p:nvCxnSpPr>
            <p:cNvPr id="8870" name="Google Shape;8870;p130"/>
            <p:cNvCxnSpPr>
              <a:stCxn id="8869" idx="0"/>
              <a:endCxn id="8871" idx="4"/>
            </p:cNvCxnSpPr>
            <p:nvPr/>
          </p:nvCxnSpPr>
          <p:spPr>
            <a:xfrm flipH="1" rot="10800000">
              <a:off x="1521366" y="3577919"/>
              <a:ext cx="686700" cy="275100"/>
            </a:xfrm>
            <a:prstGeom prst="straightConnector1">
              <a:avLst/>
            </a:prstGeom>
            <a:noFill/>
            <a:ln cap="flat" cmpd="sng" w="9525">
              <a:solidFill>
                <a:srgbClr val="435D74"/>
              </a:solidFill>
              <a:prstDash val="solid"/>
              <a:round/>
              <a:headEnd len="med" w="med" type="none"/>
              <a:tailEnd len="med" w="med" type="none"/>
            </a:ln>
          </p:spPr>
        </p:cxnSp>
        <p:cxnSp>
          <p:nvCxnSpPr>
            <p:cNvPr id="8872" name="Google Shape;8872;p130"/>
            <p:cNvCxnSpPr>
              <a:stCxn id="8871" idx="4"/>
              <a:endCxn id="8873" idx="0"/>
            </p:cNvCxnSpPr>
            <p:nvPr/>
          </p:nvCxnSpPr>
          <p:spPr>
            <a:xfrm>
              <a:off x="2208152" y="3577875"/>
              <a:ext cx="686700" cy="275100"/>
            </a:xfrm>
            <a:prstGeom prst="straightConnector1">
              <a:avLst/>
            </a:prstGeom>
            <a:noFill/>
            <a:ln cap="flat" cmpd="sng" w="9525">
              <a:solidFill>
                <a:srgbClr val="435D74"/>
              </a:solidFill>
              <a:prstDash val="solid"/>
              <a:round/>
              <a:headEnd len="med" w="med" type="none"/>
              <a:tailEnd len="med" w="med" type="none"/>
            </a:ln>
          </p:spPr>
        </p:cxnSp>
        <p:cxnSp>
          <p:nvCxnSpPr>
            <p:cNvPr id="8874" name="Google Shape;8874;p130"/>
            <p:cNvCxnSpPr>
              <a:stCxn id="8873" idx="0"/>
              <a:endCxn id="8875" idx="4"/>
            </p:cNvCxnSpPr>
            <p:nvPr/>
          </p:nvCxnSpPr>
          <p:spPr>
            <a:xfrm flipH="1" rot="10800000">
              <a:off x="2894933" y="3577918"/>
              <a:ext cx="591300" cy="275100"/>
            </a:xfrm>
            <a:prstGeom prst="straightConnector1">
              <a:avLst/>
            </a:prstGeom>
            <a:noFill/>
            <a:ln cap="flat" cmpd="sng" w="9525">
              <a:solidFill>
                <a:srgbClr val="435D74"/>
              </a:solidFill>
              <a:prstDash val="solid"/>
              <a:round/>
              <a:headEnd len="med" w="med" type="none"/>
              <a:tailEnd len="med" w="med" type="none"/>
            </a:ln>
          </p:spPr>
        </p:cxnSp>
        <p:sp>
          <p:nvSpPr>
            <p:cNvPr id="8875" name="Google Shape;8875;p130"/>
            <p:cNvSpPr/>
            <p:nvPr/>
          </p:nvSpPr>
          <p:spPr>
            <a:xfrm>
              <a:off x="3190524" y="2986275"/>
              <a:ext cx="591600" cy="5916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8871" name="Google Shape;8871;p130"/>
            <p:cNvSpPr/>
            <p:nvPr/>
          </p:nvSpPr>
          <p:spPr>
            <a:xfrm>
              <a:off x="1912352" y="2986275"/>
              <a:ext cx="591600" cy="5916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8868" name="Google Shape;8868;p130"/>
            <p:cNvSpPr/>
            <p:nvPr/>
          </p:nvSpPr>
          <p:spPr>
            <a:xfrm>
              <a:off x="634175" y="2986275"/>
              <a:ext cx="591600" cy="5916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8873" name="Google Shape;8873;p130"/>
            <p:cNvSpPr/>
            <p:nvPr/>
          </p:nvSpPr>
          <p:spPr>
            <a:xfrm>
              <a:off x="2599133" y="3853018"/>
              <a:ext cx="591600" cy="5916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8869" name="Google Shape;8869;p130"/>
            <p:cNvSpPr/>
            <p:nvPr/>
          </p:nvSpPr>
          <p:spPr>
            <a:xfrm>
              <a:off x="1225566" y="3853019"/>
              <a:ext cx="591600" cy="5916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FFFFFF"/>
                </a:solidFill>
                <a:latin typeface="Calibri"/>
                <a:ea typeface="Calibri"/>
                <a:cs typeface="Calibri"/>
                <a:sym typeface="Calibri"/>
              </a:endParaRPr>
            </a:p>
          </p:txBody>
        </p:sp>
      </p:grpSp>
      <p:grpSp>
        <p:nvGrpSpPr>
          <p:cNvPr id="8876" name="Google Shape;8876;p130"/>
          <p:cNvGrpSpPr/>
          <p:nvPr/>
        </p:nvGrpSpPr>
        <p:grpSpPr>
          <a:xfrm>
            <a:off x="3500361" y="2682737"/>
            <a:ext cx="1570719" cy="294123"/>
            <a:chOff x="998425" y="1182125"/>
            <a:chExt cx="1065400" cy="199500"/>
          </a:xfrm>
        </p:grpSpPr>
        <p:sp>
          <p:nvSpPr>
            <p:cNvPr id="8877" name="Google Shape;8877;p130"/>
            <p:cNvSpPr/>
            <p:nvPr/>
          </p:nvSpPr>
          <p:spPr>
            <a:xfrm>
              <a:off x="998425" y="1182125"/>
              <a:ext cx="1065400" cy="199500"/>
            </a:xfrm>
            <a:custGeom>
              <a:rect b="b" l="l" r="r" t="t"/>
              <a:pathLst>
                <a:path extrusionOk="0" h="7980" w="42616">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8" name="Google Shape;8878;p130"/>
            <p:cNvSpPr/>
            <p:nvPr/>
          </p:nvSpPr>
          <p:spPr>
            <a:xfrm>
              <a:off x="1017250" y="1193175"/>
              <a:ext cx="177475" cy="177500"/>
            </a:xfrm>
            <a:custGeom>
              <a:rect b="b" l="l" r="r" t="t"/>
              <a:pathLst>
                <a:path extrusionOk="0" h="7100" w="7099">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9" name="Google Shape;8879;p130"/>
            <p:cNvSpPr/>
            <p:nvPr/>
          </p:nvSpPr>
          <p:spPr>
            <a:xfrm>
              <a:off x="1303250" y="1193175"/>
              <a:ext cx="177475" cy="177500"/>
            </a:xfrm>
            <a:custGeom>
              <a:rect b="b" l="l" r="r" t="t"/>
              <a:pathLst>
                <a:path extrusionOk="0" h="7100" w="7099">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0" name="Google Shape;8880;p130"/>
            <p:cNvSpPr/>
            <p:nvPr/>
          </p:nvSpPr>
          <p:spPr>
            <a:xfrm>
              <a:off x="1589250" y="1193175"/>
              <a:ext cx="177475" cy="177500"/>
            </a:xfrm>
            <a:custGeom>
              <a:rect b="b" l="l" r="r" t="t"/>
              <a:pathLst>
                <a:path extrusionOk="0" h="7100" w="7099">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1" name="Google Shape;8881;p130"/>
            <p:cNvSpPr/>
            <p:nvPr/>
          </p:nvSpPr>
          <p:spPr>
            <a:xfrm>
              <a:off x="1875200" y="1193175"/>
              <a:ext cx="177525" cy="177500"/>
            </a:xfrm>
            <a:custGeom>
              <a:rect b="b" l="l" r="r" t="t"/>
              <a:pathLst>
                <a:path extrusionOk="0" h="7100" w="7101">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82" name="Google Shape;8882;p130"/>
          <p:cNvGrpSpPr/>
          <p:nvPr/>
        </p:nvGrpSpPr>
        <p:grpSpPr>
          <a:xfrm>
            <a:off x="6843617" y="1800224"/>
            <a:ext cx="1565716" cy="366729"/>
            <a:chOff x="1247650" y="2075423"/>
            <a:chExt cx="6648477" cy="1557238"/>
          </a:xfrm>
        </p:grpSpPr>
        <p:sp>
          <p:nvSpPr>
            <p:cNvPr id="8883" name="Google Shape;8883;p130"/>
            <p:cNvSpPr/>
            <p:nvPr/>
          </p:nvSpPr>
          <p:spPr>
            <a:xfrm>
              <a:off x="6633862" y="2075423"/>
              <a:ext cx="953444" cy="825696"/>
            </a:xfrm>
            <a:custGeom>
              <a:rect b="b" l="l" r="r" t="t"/>
              <a:pathLst>
                <a:path extrusionOk="0" h="50027" w="57767">
                  <a:moveTo>
                    <a:pt x="14439" y="0"/>
                  </a:moveTo>
                  <a:lnTo>
                    <a:pt x="0" y="25014"/>
                  </a:lnTo>
                  <a:lnTo>
                    <a:pt x="14439" y="50027"/>
                  </a:lnTo>
                  <a:lnTo>
                    <a:pt x="43329" y="50027"/>
                  </a:lnTo>
                  <a:lnTo>
                    <a:pt x="57767" y="25014"/>
                  </a:lnTo>
                  <a:lnTo>
                    <a:pt x="43329"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4" name="Google Shape;8884;p130"/>
            <p:cNvSpPr/>
            <p:nvPr/>
          </p:nvSpPr>
          <p:spPr>
            <a:xfrm>
              <a:off x="5359252" y="2806965"/>
              <a:ext cx="953461" cy="825696"/>
            </a:xfrm>
            <a:custGeom>
              <a:rect b="b" l="l" r="r" t="t"/>
              <a:pathLst>
                <a:path extrusionOk="0" h="50027" w="57768">
                  <a:moveTo>
                    <a:pt x="14439" y="0"/>
                  </a:moveTo>
                  <a:lnTo>
                    <a:pt x="1" y="25013"/>
                  </a:lnTo>
                  <a:lnTo>
                    <a:pt x="14439" y="50027"/>
                  </a:lnTo>
                  <a:lnTo>
                    <a:pt x="43329" y="50027"/>
                  </a:lnTo>
                  <a:lnTo>
                    <a:pt x="57767" y="25013"/>
                  </a:lnTo>
                  <a:lnTo>
                    <a:pt x="43329"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5" name="Google Shape;8885;p130"/>
            <p:cNvSpPr/>
            <p:nvPr/>
          </p:nvSpPr>
          <p:spPr>
            <a:xfrm>
              <a:off x="1601478" y="2075425"/>
              <a:ext cx="953316" cy="825696"/>
            </a:xfrm>
            <a:custGeom>
              <a:rect b="b" l="l" r="r" t="t"/>
              <a:pathLst>
                <a:path extrusionOk="0" h="50027" w="57768">
                  <a:moveTo>
                    <a:pt x="14439" y="0"/>
                  </a:moveTo>
                  <a:lnTo>
                    <a:pt x="1" y="25013"/>
                  </a:lnTo>
                  <a:lnTo>
                    <a:pt x="14439" y="50027"/>
                  </a:lnTo>
                  <a:lnTo>
                    <a:pt x="43329" y="50027"/>
                  </a:lnTo>
                  <a:lnTo>
                    <a:pt x="57768" y="25013"/>
                  </a:lnTo>
                  <a:lnTo>
                    <a:pt x="43329"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6" name="Google Shape;8886;p130"/>
            <p:cNvSpPr/>
            <p:nvPr/>
          </p:nvSpPr>
          <p:spPr>
            <a:xfrm>
              <a:off x="2857827" y="2807112"/>
              <a:ext cx="953370" cy="825320"/>
            </a:xfrm>
            <a:custGeom>
              <a:rect b="b" l="l" r="r" t="t"/>
              <a:pathLst>
                <a:path extrusionOk="0" h="50027" w="57780">
                  <a:moveTo>
                    <a:pt x="14452" y="0"/>
                  </a:moveTo>
                  <a:lnTo>
                    <a:pt x="0" y="25013"/>
                  </a:lnTo>
                  <a:lnTo>
                    <a:pt x="14452" y="50027"/>
                  </a:lnTo>
                  <a:lnTo>
                    <a:pt x="43328" y="50027"/>
                  </a:lnTo>
                  <a:lnTo>
                    <a:pt x="57780" y="25013"/>
                  </a:lnTo>
                  <a:lnTo>
                    <a:pt x="43328"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7" name="Google Shape;8887;p130"/>
            <p:cNvSpPr/>
            <p:nvPr/>
          </p:nvSpPr>
          <p:spPr>
            <a:xfrm>
              <a:off x="4097386" y="2075425"/>
              <a:ext cx="953444" cy="825696"/>
            </a:xfrm>
            <a:custGeom>
              <a:rect b="b" l="l" r="r" t="t"/>
              <a:pathLst>
                <a:path extrusionOk="0" h="50027" w="57767">
                  <a:moveTo>
                    <a:pt x="14439" y="0"/>
                  </a:moveTo>
                  <a:lnTo>
                    <a:pt x="0" y="25013"/>
                  </a:lnTo>
                  <a:lnTo>
                    <a:pt x="14439" y="50027"/>
                  </a:lnTo>
                  <a:lnTo>
                    <a:pt x="43328" y="50027"/>
                  </a:lnTo>
                  <a:lnTo>
                    <a:pt x="57767" y="25013"/>
                  </a:lnTo>
                  <a:lnTo>
                    <a:pt x="43328"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8" name="Google Shape;8888;p130"/>
            <p:cNvSpPr/>
            <p:nvPr/>
          </p:nvSpPr>
          <p:spPr>
            <a:xfrm>
              <a:off x="1247650" y="2490334"/>
              <a:ext cx="6648477" cy="729445"/>
            </a:xfrm>
            <a:custGeom>
              <a:rect b="b" l="l" r="r" t="t"/>
              <a:pathLst>
                <a:path extrusionOk="0" fill="none" h="31310" w="285373">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cap="flat" cmpd="sng" w="9525">
              <a:solidFill>
                <a:srgbClr val="869FB2"/>
              </a:solidFill>
              <a:prstDash val="solid"/>
              <a:miter lim="1300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89" name="Google Shape;8889;p130"/>
          <p:cNvGrpSpPr/>
          <p:nvPr/>
        </p:nvGrpSpPr>
        <p:grpSpPr>
          <a:xfrm>
            <a:off x="6827929" y="2949039"/>
            <a:ext cx="1597061" cy="663440"/>
            <a:chOff x="6796238" y="3158297"/>
            <a:chExt cx="1630319" cy="677257"/>
          </a:xfrm>
        </p:grpSpPr>
        <p:cxnSp>
          <p:nvCxnSpPr>
            <p:cNvPr id="8890" name="Google Shape;8890;p130"/>
            <p:cNvCxnSpPr/>
            <p:nvPr/>
          </p:nvCxnSpPr>
          <p:spPr>
            <a:xfrm>
              <a:off x="7012244" y="3664854"/>
              <a:ext cx="0" cy="170700"/>
            </a:xfrm>
            <a:prstGeom prst="straightConnector1">
              <a:avLst/>
            </a:prstGeom>
            <a:noFill/>
            <a:ln cap="flat" cmpd="sng" w="9525">
              <a:solidFill>
                <a:srgbClr val="A5B7C6"/>
              </a:solidFill>
              <a:prstDash val="solid"/>
              <a:round/>
              <a:headEnd len="med" w="med" type="none"/>
              <a:tailEnd len="med" w="med" type="diamond"/>
            </a:ln>
          </p:spPr>
        </p:cxnSp>
        <p:cxnSp>
          <p:nvCxnSpPr>
            <p:cNvPr id="8891" name="Google Shape;8891;p130"/>
            <p:cNvCxnSpPr/>
            <p:nvPr/>
          </p:nvCxnSpPr>
          <p:spPr>
            <a:xfrm>
              <a:off x="7810957" y="3664854"/>
              <a:ext cx="0" cy="170700"/>
            </a:xfrm>
            <a:prstGeom prst="straightConnector1">
              <a:avLst/>
            </a:prstGeom>
            <a:noFill/>
            <a:ln cap="flat" cmpd="sng" w="9525">
              <a:solidFill>
                <a:srgbClr val="A5B7C6"/>
              </a:solidFill>
              <a:prstDash val="solid"/>
              <a:round/>
              <a:headEnd len="med" w="med" type="none"/>
              <a:tailEnd len="med" w="med" type="diamond"/>
            </a:ln>
          </p:spPr>
        </p:cxnSp>
        <p:cxnSp>
          <p:nvCxnSpPr>
            <p:cNvPr id="8892" name="Google Shape;8892;p130"/>
            <p:cNvCxnSpPr/>
            <p:nvPr/>
          </p:nvCxnSpPr>
          <p:spPr>
            <a:xfrm rot="10800000">
              <a:off x="8196652" y="3170826"/>
              <a:ext cx="0" cy="169800"/>
            </a:xfrm>
            <a:prstGeom prst="straightConnector1">
              <a:avLst/>
            </a:prstGeom>
            <a:noFill/>
            <a:ln cap="flat" cmpd="sng" w="9525">
              <a:solidFill>
                <a:srgbClr val="A5B7C6"/>
              </a:solidFill>
              <a:prstDash val="solid"/>
              <a:round/>
              <a:headEnd len="med" w="med" type="none"/>
              <a:tailEnd len="med" w="med" type="diamond"/>
            </a:ln>
          </p:spPr>
        </p:cxnSp>
        <p:cxnSp>
          <p:nvCxnSpPr>
            <p:cNvPr id="8893" name="Google Shape;8893;p130"/>
            <p:cNvCxnSpPr/>
            <p:nvPr/>
          </p:nvCxnSpPr>
          <p:spPr>
            <a:xfrm rot="10800000">
              <a:off x="7411601" y="3158297"/>
              <a:ext cx="0" cy="170700"/>
            </a:xfrm>
            <a:prstGeom prst="straightConnector1">
              <a:avLst/>
            </a:prstGeom>
            <a:noFill/>
            <a:ln cap="flat" cmpd="sng" w="9525">
              <a:solidFill>
                <a:srgbClr val="A5B7C6"/>
              </a:solidFill>
              <a:prstDash val="solid"/>
              <a:round/>
              <a:headEnd len="med" w="med" type="none"/>
              <a:tailEnd len="med" w="med" type="diamond"/>
            </a:ln>
          </p:spPr>
        </p:cxnSp>
        <p:grpSp>
          <p:nvGrpSpPr>
            <p:cNvPr id="8894" name="Google Shape;8894;p130"/>
            <p:cNvGrpSpPr/>
            <p:nvPr/>
          </p:nvGrpSpPr>
          <p:grpSpPr>
            <a:xfrm>
              <a:off x="6796238" y="3311904"/>
              <a:ext cx="1630319" cy="377697"/>
              <a:chOff x="6796238" y="3311904"/>
              <a:chExt cx="1630319" cy="377697"/>
            </a:xfrm>
          </p:grpSpPr>
          <p:sp>
            <p:nvSpPr>
              <p:cNvPr id="8895" name="Google Shape;8895;p130"/>
              <p:cNvSpPr/>
              <p:nvPr/>
            </p:nvSpPr>
            <p:spPr>
              <a:xfrm>
                <a:off x="6796238" y="3311904"/>
                <a:ext cx="798025" cy="377697"/>
              </a:xfrm>
              <a:custGeom>
                <a:rect b="b" l="l" r="r" t="t"/>
                <a:pathLst>
                  <a:path extrusionOk="0" h="16266" w="34368">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6" name="Google Shape;8896;p130"/>
              <p:cNvSpPr/>
              <p:nvPr/>
            </p:nvSpPr>
            <p:spPr>
              <a:xfrm>
                <a:off x="7628207" y="3311904"/>
                <a:ext cx="798350" cy="377697"/>
              </a:xfrm>
              <a:custGeom>
                <a:rect b="b" l="l" r="r" t="t"/>
                <a:pathLst>
                  <a:path extrusionOk="0" h="16266" w="34382">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7" name="Google Shape;8897;p130"/>
              <p:cNvSpPr/>
              <p:nvPr/>
            </p:nvSpPr>
            <p:spPr>
              <a:xfrm>
                <a:off x="7229098" y="3311904"/>
                <a:ext cx="762823" cy="377697"/>
              </a:xfrm>
              <a:custGeom>
                <a:rect b="b" l="l" r="r" t="t"/>
                <a:pathLst>
                  <a:path extrusionOk="0" h="16266" w="32852">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898" name="Google Shape;8898;p130"/>
          <p:cNvGrpSpPr/>
          <p:nvPr/>
        </p:nvGrpSpPr>
        <p:grpSpPr>
          <a:xfrm>
            <a:off x="5349067" y="970431"/>
            <a:ext cx="1368606" cy="1593805"/>
            <a:chOff x="1839112" y="2209163"/>
            <a:chExt cx="1918159" cy="2233784"/>
          </a:xfrm>
        </p:grpSpPr>
        <p:sp>
          <p:nvSpPr>
            <p:cNvPr id="8899" name="Google Shape;8899;p130"/>
            <p:cNvSpPr/>
            <p:nvPr/>
          </p:nvSpPr>
          <p:spPr>
            <a:xfrm>
              <a:off x="1839112" y="2209163"/>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0" name="Google Shape;8900;p130"/>
            <p:cNvSpPr/>
            <p:nvPr/>
          </p:nvSpPr>
          <p:spPr>
            <a:xfrm>
              <a:off x="3182171" y="2209163"/>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1" name="Google Shape;8901;p130"/>
            <p:cNvSpPr/>
            <p:nvPr/>
          </p:nvSpPr>
          <p:spPr>
            <a:xfrm>
              <a:off x="3182171" y="3040766"/>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902" name="Google Shape;8902;p130"/>
            <p:cNvCxnSpPr>
              <a:stCxn id="8899" idx="6"/>
              <a:endCxn id="8900" idx="2"/>
            </p:cNvCxnSpPr>
            <p:nvPr/>
          </p:nvCxnSpPr>
          <p:spPr>
            <a:xfrm>
              <a:off x="2414212" y="2496713"/>
              <a:ext cx="768000" cy="600"/>
            </a:xfrm>
            <a:prstGeom prst="bentConnector3">
              <a:avLst>
                <a:gd fmla="val 50017" name="adj1"/>
              </a:avLst>
            </a:prstGeom>
            <a:noFill/>
            <a:ln cap="flat" cmpd="sng" w="9525">
              <a:solidFill>
                <a:srgbClr val="325D79"/>
              </a:solidFill>
              <a:prstDash val="solid"/>
              <a:round/>
              <a:headEnd len="med" w="med" type="none"/>
              <a:tailEnd len="med" w="med" type="none"/>
            </a:ln>
          </p:spPr>
        </p:cxnSp>
        <p:cxnSp>
          <p:nvCxnSpPr>
            <p:cNvPr id="8903" name="Google Shape;8903;p130"/>
            <p:cNvCxnSpPr>
              <a:stCxn id="8900" idx="4"/>
              <a:endCxn id="8904" idx="0"/>
            </p:cNvCxnSpPr>
            <p:nvPr/>
          </p:nvCxnSpPr>
          <p:spPr>
            <a:xfrm rot="5400000">
              <a:off x="2669921" y="2240963"/>
              <a:ext cx="256500" cy="1343100"/>
            </a:xfrm>
            <a:prstGeom prst="bentConnector3">
              <a:avLst>
                <a:gd fmla="val 50000" name="adj1"/>
              </a:avLst>
            </a:prstGeom>
            <a:noFill/>
            <a:ln cap="flat" cmpd="sng" w="9525">
              <a:solidFill>
                <a:srgbClr val="325D79"/>
              </a:solidFill>
              <a:prstDash val="solid"/>
              <a:round/>
              <a:headEnd len="med" w="med" type="none"/>
              <a:tailEnd len="med" w="med" type="none"/>
            </a:ln>
          </p:spPr>
        </p:cxnSp>
        <p:cxnSp>
          <p:nvCxnSpPr>
            <p:cNvPr id="8905" name="Google Shape;8905;p130"/>
            <p:cNvCxnSpPr>
              <a:stCxn id="8904" idx="6"/>
              <a:endCxn id="8901" idx="2"/>
            </p:cNvCxnSpPr>
            <p:nvPr/>
          </p:nvCxnSpPr>
          <p:spPr>
            <a:xfrm>
              <a:off x="2414212" y="3328316"/>
              <a:ext cx="768000" cy="600"/>
            </a:xfrm>
            <a:prstGeom prst="bentConnector3">
              <a:avLst>
                <a:gd fmla="val 50017" name="adj1"/>
              </a:avLst>
            </a:prstGeom>
            <a:noFill/>
            <a:ln cap="flat" cmpd="sng" w="9525">
              <a:solidFill>
                <a:srgbClr val="325D79"/>
              </a:solidFill>
              <a:prstDash val="solid"/>
              <a:round/>
              <a:headEnd len="med" w="med" type="none"/>
              <a:tailEnd len="med" w="med" type="none"/>
            </a:ln>
          </p:spPr>
        </p:cxnSp>
        <p:cxnSp>
          <p:nvCxnSpPr>
            <p:cNvPr id="8906" name="Google Shape;8906;p130"/>
            <p:cNvCxnSpPr>
              <a:stCxn id="8901" idx="4"/>
              <a:endCxn id="8907" idx="0"/>
            </p:cNvCxnSpPr>
            <p:nvPr/>
          </p:nvCxnSpPr>
          <p:spPr>
            <a:xfrm rot="5400000">
              <a:off x="2672171" y="3070316"/>
              <a:ext cx="252000" cy="1343100"/>
            </a:xfrm>
            <a:prstGeom prst="bentConnector3">
              <a:avLst>
                <a:gd fmla="val 49996" name="adj1"/>
              </a:avLst>
            </a:prstGeom>
            <a:noFill/>
            <a:ln cap="flat" cmpd="sng" w="9525">
              <a:solidFill>
                <a:srgbClr val="325D79"/>
              </a:solidFill>
              <a:prstDash val="solid"/>
              <a:round/>
              <a:headEnd len="med" w="med" type="none"/>
              <a:tailEnd len="med" w="med" type="none"/>
            </a:ln>
          </p:spPr>
        </p:cxnSp>
        <p:sp>
          <p:nvSpPr>
            <p:cNvPr id="8904" name="Google Shape;8904;p130"/>
            <p:cNvSpPr/>
            <p:nvPr/>
          </p:nvSpPr>
          <p:spPr>
            <a:xfrm>
              <a:off x="1839112" y="3040766"/>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7" name="Google Shape;8907;p130"/>
            <p:cNvSpPr/>
            <p:nvPr/>
          </p:nvSpPr>
          <p:spPr>
            <a:xfrm>
              <a:off x="1839112" y="3867848"/>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8" name="Google Shape;8908;p130"/>
            <p:cNvSpPr/>
            <p:nvPr/>
          </p:nvSpPr>
          <p:spPr>
            <a:xfrm>
              <a:off x="3182171" y="3867848"/>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909" name="Google Shape;8909;p130"/>
            <p:cNvCxnSpPr>
              <a:endCxn id="8908" idx="2"/>
            </p:cNvCxnSpPr>
            <p:nvPr/>
          </p:nvCxnSpPr>
          <p:spPr>
            <a:xfrm>
              <a:off x="2413871" y="4154498"/>
              <a:ext cx="768300" cy="900"/>
            </a:xfrm>
            <a:prstGeom prst="bentConnector3">
              <a:avLst>
                <a:gd fmla="val 50000" name="adj1"/>
              </a:avLst>
            </a:prstGeom>
            <a:noFill/>
            <a:ln cap="flat" cmpd="sng" w="9525">
              <a:solidFill>
                <a:srgbClr val="325D79"/>
              </a:solidFill>
              <a:prstDash val="solid"/>
              <a:round/>
              <a:headEnd len="med" w="med" type="none"/>
              <a:tailEnd len="med" w="med" type="none"/>
            </a:ln>
          </p:spPr>
        </p:cxnSp>
      </p:grpSp>
      <p:grpSp>
        <p:nvGrpSpPr>
          <p:cNvPr id="8910" name="Google Shape;8910;p130"/>
          <p:cNvGrpSpPr/>
          <p:nvPr/>
        </p:nvGrpSpPr>
        <p:grpSpPr>
          <a:xfrm>
            <a:off x="3481440" y="976667"/>
            <a:ext cx="1637968" cy="154942"/>
            <a:chOff x="238125" y="2506075"/>
            <a:chExt cx="7115411" cy="673075"/>
          </a:xfrm>
        </p:grpSpPr>
        <p:sp>
          <p:nvSpPr>
            <p:cNvPr id="8911" name="Google Shape;8911;p130"/>
            <p:cNvSpPr/>
            <p:nvPr/>
          </p:nvSpPr>
          <p:spPr>
            <a:xfrm>
              <a:off x="238125" y="2506075"/>
              <a:ext cx="1643150" cy="673075"/>
            </a:xfrm>
            <a:custGeom>
              <a:rect b="b" l="l" r="r" t="t"/>
              <a:pathLst>
                <a:path extrusionOk="0" h="26923" w="65726">
                  <a:moveTo>
                    <a:pt x="0" y="0"/>
                  </a:moveTo>
                  <a:lnTo>
                    <a:pt x="10782" y="13477"/>
                  </a:lnTo>
                  <a:lnTo>
                    <a:pt x="0" y="26923"/>
                  </a:lnTo>
                  <a:lnTo>
                    <a:pt x="54943" y="26923"/>
                  </a:lnTo>
                  <a:lnTo>
                    <a:pt x="65725" y="13477"/>
                  </a:lnTo>
                  <a:lnTo>
                    <a:pt x="54943"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2" name="Google Shape;8912;p130"/>
            <p:cNvSpPr/>
            <p:nvPr/>
          </p:nvSpPr>
          <p:spPr>
            <a:xfrm>
              <a:off x="1606190"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3" name="Google Shape;8913;p130"/>
            <p:cNvSpPr/>
            <p:nvPr/>
          </p:nvSpPr>
          <p:spPr>
            <a:xfrm>
              <a:off x="2973481"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4" name="Google Shape;8914;p130"/>
            <p:cNvSpPr/>
            <p:nvPr/>
          </p:nvSpPr>
          <p:spPr>
            <a:xfrm>
              <a:off x="5709611"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5" name="Google Shape;8915;p130"/>
            <p:cNvSpPr/>
            <p:nvPr/>
          </p:nvSpPr>
          <p:spPr>
            <a:xfrm>
              <a:off x="4342321" y="2506075"/>
              <a:ext cx="1643150" cy="673075"/>
            </a:xfrm>
            <a:custGeom>
              <a:rect b="b" l="l" r="r" t="t"/>
              <a:pathLst>
                <a:path extrusionOk="0" h="26923" w="65726">
                  <a:moveTo>
                    <a:pt x="1" y="0"/>
                  </a:moveTo>
                  <a:lnTo>
                    <a:pt x="10751" y="13477"/>
                  </a:lnTo>
                  <a:lnTo>
                    <a:pt x="1" y="26923"/>
                  </a:lnTo>
                  <a:lnTo>
                    <a:pt x="54944" y="26923"/>
                  </a:lnTo>
                  <a:lnTo>
                    <a:pt x="65726" y="13477"/>
                  </a:lnTo>
                  <a:lnTo>
                    <a:pt x="54944"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16" name="Google Shape;8916;p130"/>
          <p:cNvGrpSpPr/>
          <p:nvPr/>
        </p:nvGrpSpPr>
        <p:grpSpPr>
          <a:xfrm>
            <a:off x="720125" y="1298264"/>
            <a:ext cx="2476762" cy="91743"/>
            <a:chOff x="1464850" y="436376"/>
            <a:chExt cx="6001362" cy="222300"/>
          </a:xfrm>
        </p:grpSpPr>
        <p:sp>
          <p:nvSpPr>
            <p:cNvPr id="8917" name="Google Shape;8917;p130"/>
            <p:cNvSpPr/>
            <p:nvPr/>
          </p:nvSpPr>
          <p:spPr>
            <a:xfrm>
              <a:off x="1464850" y="436376"/>
              <a:ext cx="222300" cy="222300"/>
            </a:xfrm>
            <a:prstGeom prst="diamond">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8" name="Google Shape;8918;p130"/>
            <p:cNvSpPr/>
            <p:nvPr/>
          </p:nvSpPr>
          <p:spPr>
            <a:xfrm>
              <a:off x="4410215" y="436376"/>
              <a:ext cx="222300" cy="222300"/>
            </a:xfrm>
            <a:prstGeom prst="diamond">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9" name="Google Shape;8919;p130"/>
            <p:cNvSpPr/>
            <p:nvPr/>
          </p:nvSpPr>
          <p:spPr>
            <a:xfrm>
              <a:off x="7243912" y="436376"/>
              <a:ext cx="222300" cy="222300"/>
            </a:xfrm>
            <a:prstGeom prst="diamond">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0" name="Google Shape;8920;p130"/>
            <p:cNvSpPr/>
            <p:nvPr/>
          </p:nvSpPr>
          <p:spPr>
            <a:xfrm>
              <a:off x="2920366" y="436376"/>
              <a:ext cx="222300" cy="222300"/>
            </a:xfrm>
            <a:prstGeom prst="diamond">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1" name="Google Shape;8921;p130"/>
            <p:cNvSpPr/>
            <p:nvPr/>
          </p:nvSpPr>
          <p:spPr>
            <a:xfrm>
              <a:off x="5831847" y="436376"/>
              <a:ext cx="222300" cy="222300"/>
            </a:xfrm>
            <a:prstGeom prst="diamond">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922" name="Google Shape;8922;p130"/>
            <p:cNvCxnSpPr/>
            <p:nvPr/>
          </p:nvCxnSpPr>
          <p:spPr>
            <a:xfrm>
              <a:off x="1798637" y="547513"/>
              <a:ext cx="988200" cy="0"/>
            </a:xfrm>
            <a:prstGeom prst="straightConnector1">
              <a:avLst/>
            </a:prstGeom>
            <a:noFill/>
            <a:ln cap="flat" cmpd="sng" w="9525">
              <a:solidFill>
                <a:srgbClr val="5F7D95"/>
              </a:solidFill>
              <a:prstDash val="solid"/>
              <a:round/>
              <a:headEnd len="med" w="med" type="none"/>
              <a:tailEnd len="med" w="med" type="none"/>
            </a:ln>
          </p:spPr>
        </p:cxnSp>
        <p:cxnSp>
          <p:nvCxnSpPr>
            <p:cNvPr id="8923" name="Google Shape;8923;p130"/>
            <p:cNvCxnSpPr/>
            <p:nvPr/>
          </p:nvCxnSpPr>
          <p:spPr>
            <a:xfrm>
              <a:off x="3276248" y="547513"/>
              <a:ext cx="988200" cy="0"/>
            </a:xfrm>
            <a:prstGeom prst="straightConnector1">
              <a:avLst/>
            </a:prstGeom>
            <a:noFill/>
            <a:ln cap="flat" cmpd="sng" w="9525">
              <a:solidFill>
                <a:srgbClr val="5F7D95"/>
              </a:solidFill>
              <a:prstDash val="solid"/>
              <a:round/>
              <a:headEnd len="med" w="med" type="none"/>
              <a:tailEnd len="med" w="med" type="none"/>
            </a:ln>
          </p:spPr>
        </p:cxnSp>
        <p:cxnSp>
          <p:nvCxnSpPr>
            <p:cNvPr id="8924" name="Google Shape;8924;p130"/>
            <p:cNvCxnSpPr/>
            <p:nvPr/>
          </p:nvCxnSpPr>
          <p:spPr>
            <a:xfrm>
              <a:off x="4753898" y="547513"/>
              <a:ext cx="988200" cy="0"/>
            </a:xfrm>
            <a:prstGeom prst="straightConnector1">
              <a:avLst/>
            </a:prstGeom>
            <a:noFill/>
            <a:ln cap="flat" cmpd="sng" w="9525">
              <a:solidFill>
                <a:srgbClr val="5F7D95"/>
              </a:solidFill>
              <a:prstDash val="solid"/>
              <a:round/>
              <a:headEnd len="med" w="med" type="none"/>
              <a:tailEnd len="med" w="med" type="none"/>
            </a:ln>
          </p:spPr>
        </p:cxnSp>
        <p:cxnSp>
          <p:nvCxnSpPr>
            <p:cNvPr id="8925" name="Google Shape;8925;p130"/>
            <p:cNvCxnSpPr/>
            <p:nvPr/>
          </p:nvCxnSpPr>
          <p:spPr>
            <a:xfrm>
              <a:off x="6143961" y="547513"/>
              <a:ext cx="988200" cy="0"/>
            </a:xfrm>
            <a:prstGeom prst="straightConnector1">
              <a:avLst/>
            </a:prstGeom>
            <a:noFill/>
            <a:ln cap="flat" cmpd="sng" w="9525">
              <a:solidFill>
                <a:srgbClr val="5F7D95"/>
              </a:solidFill>
              <a:prstDash val="solid"/>
              <a:round/>
              <a:headEnd len="med" w="med" type="none"/>
              <a:tailEnd len="med" w="med" type="none"/>
            </a:ln>
          </p:spPr>
        </p:cxnSp>
      </p:grpSp>
      <p:grpSp>
        <p:nvGrpSpPr>
          <p:cNvPr id="8926" name="Google Shape;8926;p130"/>
          <p:cNvGrpSpPr/>
          <p:nvPr/>
        </p:nvGrpSpPr>
        <p:grpSpPr>
          <a:xfrm>
            <a:off x="706392" y="2533730"/>
            <a:ext cx="1452710" cy="651923"/>
            <a:chOff x="803162" y="2667727"/>
            <a:chExt cx="1411906" cy="633611"/>
          </a:xfrm>
        </p:grpSpPr>
        <p:cxnSp>
          <p:nvCxnSpPr>
            <p:cNvPr id="8927" name="Google Shape;8927;p130"/>
            <p:cNvCxnSpPr>
              <a:stCxn id="8928" idx="2"/>
              <a:endCxn id="8929" idx="0"/>
            </p:cNvCxnSpPr>
            <p:nvPr/>
          </p:nvCxnSpPr>
          <p:spPr>
            <a:xfrm flipH="1" rot="-5400000">
              <a:off x="1629114" y="2672827"/>
              <a:ext cx="129300" cy="369300"/>
            </a:xfrm>
            <a:prstGeom prst="bentConnector3">
              <a:avLst>
                <a:gd fmla="val 49963" name="adj1"/>
              </a:avLst>
            </a:prstGeom>
            <a:noFill/>
            <a:ln cap="flat" cmpd="sng" w="9525">
              <a:solidFill>
                <a:srgbClr val="C2C2C2"/>
              </a:solidFill>
              <a:prstDash val="solid"/>
              <a:round/>
              <a:headEnd len="sm" w="sm" type="none"/>
              <a:tailEnd len="sm" w="sm" type="none"/>
            </a:ln>
          </p:spPr>
        </p:cxnSp>
        <p:cxnSp>
          <p:nvCxnSpPr>
            <p:cNvPr id="8930" name="Google Shape;8930;p130"/>
            <p:cNvCxnSpPr>
              <a:stCxn id="8931" idx="0"/>
              <a:endCxn id="8928" idx="2"/>
            </p:cNvCxnSpPr>
            <p:nvPr/>
          </p:nvCxnSpPr>
          <p:spPr>
            <a:xfrm rot="-5400000">
              <a:off x="1259830" y="2672682"/>
              <a:ext cx="129300" cy="369300"/>
            </a:xfrm>
            <a:prstGeom prst="bentConnector3">
              <a:avLst>
                <a:gd fmla="val 49963" name="adj1"/>
              </a:avLst>
            </a:prstGeom>
            <a:noFill/>
            <a:ln cap="flat" cmpd="sng" w="9525">
              <a:solidFill>
                <a:srgbClr val="C2C2C2"/>
              </a:solidFill>
              <a:prstDash val="solid"/>
              <a:round/>
              <a:headEnd len="sm" w="sm" type="none"/>
              <a:tailEnd len="sm" w="sm" type="none"/>
            </a:ln>
          </p:spPr>
        </p:cxnSp>
        <p:cxnSp>
          <p:nvCxnSpPr>
            <p:cNvPr id="8932" name="Google Shape;8932;p130"/>
            <p:cNvCxnSpPr>
              <a:stCxn id="8931" idx="2"/>
              <a:endCxn id="8933" idx="0"/>
            </p:cNvCxnSpPr>
            <p:nvPr/>
          </p:nvCxnSpPr>
          <p:spPr>
            <a:xfrm flipH="1" rot="-5400000">
              <a:off x="1163380" y="3023532"/>
              <a:ext cx="129300" cy="176400"/>
            </a:xfrm>
            <a:prstGeom prst="bentConnector3">
              <a:avLst>
                <a:gd fmla="val 49963" name="adj1"/>
              </a:avLst>
            </a:prstGeom>
            <a:noFill/>
            <a:ln cap="flat" cmpd="sng" w="9525">
              <a:solidFill>
                <a:srgbClr val="C2C2C2"/>
              </a:solidFill>
              <a:prstDash val="solid"/>
              <a:round/>
              <a:headEnd len="sm" w="sm" type="none"/>
              <a:tailEnd len="sm" w="sm" type="none"/>
            </a:ln>
          </p:spPr>
        </p:cxnSp>
        <p:cxnSp>
          <p:nvCxnSpPr>
            <p:cNvPr id="8934" name="Google Shape;8934;p130"/>
            <p:cNvCxnSpPr>
              <a:stCxn id="8935" idx="0"/>
              <a:endCxn id="8931" idx="2"/>
            </p:cNvCxnSpPr>
            <p:nvPr/>
          </p:nvCxnSpPr>
          <p:spPr>
            <a:xfrm rot="-5400000">
              <a:off x="987062" y="3023388"/>
              <a:ext cx="129300" cy="176400"/>
            </a:xfrm>
            <a:prstGeom prst="bentConnector3">
              <a:avLst>
                <a:gd fmla="val 49963" name="adj1"/>
              </a:avLst>
            </a:prstGeom>
            <a:noFill/>
            <a:ln cap="flat" cmpd="sng" w="9525">
              <a:solidFill>
                <a:srgbClr val="C2C2C2"/>
              </a:solidFill>
              <a:prstDash val="solid"/>
              <a:round/>
              <a:headEnd len="sm" w="sm" type="none"/>
              <a:tailEnd len="sm" w="sm" type="none"/>
            </a:ln>
          </p:spPr>
        </p:cxnSp>
        <p:cxnSp>
          <p:nvCxnSpPr>
            <p:cNvPr id="8936" name="Google Shape;8936;p130"/>
            <p:cNvCxnSpPr>
              <a:stCxn id="8929" idx="2"/>
              <a:endCxn id="8937" idx="0"/>
            </p:cNvCxnSpPr>
            <p:nvPr/>
          </p:nvCxnSpPr>
          <p:spPr>
            <a:xfrm flipH="1" rot="-5400000">
              <a:off x="1901948" y="3023532"/>
              <a:ext cx="129300" cy="176400"/>
            </a:xfrm>
            <a:prstGeom prst="bentConnector3">
              <a:avLst>
                <a:gd fmla="val 49963" name="adj1"/>
              </a:avLst>
            </a:prstGeom>
            <a:noFill/>
            <a:ln cap="flat" cmpd="sng" w="9525">
              <a:solidFill>
                <a:srgbClr val="C2C2C2"/>
              </a:solidFill>
              <a:prstDash val="solid"/>
              <a:round/>
              <a:headEnd len="sm" w="sm" type="none"/>
              <a:tailEnd len="sm" w="sm" type="none"/>
            </a:ln>
          </p:spPr>
        </p:cxnSp>
        <p:cxnSp>
          <p:nvCxnSpPr>
            <p:cNvPr id="8938" name="Google Shape;8938;p130"/>
            <p:cNvCxnSpPr>
              <a:stCxn id="8939" idx="0"/>
              <a:endCxn id="8929" idx="2"/>
            </p:cNvCxnSpPr>
            <p:nvPr/>
          </p:nvCxnSpPr>
          <p:spPr>
            <a:xfrm rot="-5400000">
              <a:off x="1725631" y="3023388"/>
              <a:ext cx="129300" cy="176400"/>
            </a:xfrm>
            <a:prstGeom prst="bentConnector3">
              <a:avLst>
                <a:gd fmla="val 49963" name="adj1"/>
              </a:avLst>
            </a:prstGeom>
            <a:noFill/>
            <a:ln cap="flat" cmpd="sng" w="9525">
              <a:solidFill>
                <a:srgbClr val="C2C2C2"/>
              </a:solidFill>
              <a:prstDash val="solid"/>
              <a:round/>
              <a:headEnd len="sm" w="sm" type="none"/>
              <a:tailEnd len="sm" w="sm" type="none"/>
            </a:ln>
          </p:spPr>
        </p:cxnSp>
        <p:sp>
          <p:nvSpPr>
            <p:cNvPr id="8935" name="Google Shape;8935;p130"/>
            <p:cNvSpPr/>
            <p:nvPr/>
          </p:nvSpPr>
          <p:spPr>
            <a:xfrm>
              <a:off x="803162" y="3176238"/>
              <a:ext cx="320700" cy="125100"/>
            </a:xfrm>
            <a:prstGeom prst="roundRect">
              <a:avLst>
                <a:gd fmla="val 50000" name="adj"/>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933" name="Google Shape;8933;p130"/>
            <p:cNvSpPr/>
            <p:nvPr/>
          </p:nvSpPr>
          <p:spPr>
            <a:xfrm>
              <a:off x="1155799" y="3176238"/>
              <a:ext cx="320700" cy="125100"/>
            </a:xfrm>
            <a:prstGeom prst="roundRect">
              <a:avLst>
                <a:gd fmla="val 50000" name="adj"/>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939" name="Google Shape;8939;p130"/>
            <p:cNvSpPr/>
            <p:nvPr/>
          </p:nvSpPr>
          <p:spPr>
            <a:xfrm>
              <a:off x="1541731" y="3176238"/>
              <a:ext cx="320700" cy="125100"/>
            </a:xfrm>
            <a:prstGeom prst="roundRect">
              <a:avLst>
                <a:gd fmla="val 50000" name="adj"/>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937" name="Google Shape;8937;p130"/>
            <p:cNvSpPr/>
            <p:nvPr/>
          </p:nvSpPr>
          <p:spPr>
            <a:xfrm>
              <a:off x="1894368" y="3176238"/>
              <a:ext cx="320700" cy="125100"/>
            </a:xfrm>
            <a:prstGeom prst="roundRect">
              <a:avLst>
                <a:gd fmla="val 50000" name="adj"/>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929" name="Google Shape;8929;p130"/>
            <p:cNvSpPr/>
            <p:nvPr/>
          </p:nvSpPr>
          <p:spPr>
            <a:xfrm>
              <a:off x="1718048" y="2921982"/>
              <a:ext cx="320700" cy="125100"/>
            </a:xfrm>
            <a:prstGeom prst="roundRect">
              <a:avLst>
                <a:gd fmla="val 50000" name="adj"/>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931" name="Google Shape;8931;p130"/>
            <p:cNvSpPr/>
            <p:nvPr/>
          </p:nvSpPr>
          <p:spPr>
            <a:xfrm>
              <a:off x="979480" y="2921982"/>
              <a:ext cx="320700" cy="125100"/>
            </a:xfrm>
            <a:prstGeom prst="roundRect">
              <a:avLst>
                <a:gd fmla="val 50000" name="adj"/>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928" name="Google Shape;8928;p130"/>
            <p:cNvSpPr/>
            <p:nvPr/>
          </p:nvSpPr>
          <p:spPr>
            <a:xfrm>
              <a:off x="1348764" y="2667727"/>
              <a:ext cx="320700" cy="125100"/>
            </a:xfrm>
            <a:prstGeom prst="roundRect">
              <a:avLst>
                <a:gd fmla="val 50000"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FFFFFF"/>
                </a:solidFill>
              </a:endParaRPr>
            </a:p>
          </p:txBody>
        </p:sp>
      </p:grpSp>
      <p:grpSp>
        <p:nvGrpSpPr>
          <p:cNvPr id="8940" name="Google Shape;8940;p130"/>
          <p:cNvGrpSpPr/>
          <p:nvPr/>
        </p:nvGrpSpPr>
        <p:grpSpPr>
          <a:xfrm>
            <a:off x="706394" y="969268"/>
            <a:ext cx="2518541" cy="209309"/>
            <a:chOff x="803163" y="1111966"/>
            <a:chExt cx="2447800" cy="203430"/>
          </a:xfrm>
        </p:grpSpPr>
        <p:grpSp>
          <p:nvGrpSpPr>
            <p:cNvPr id="8941" name="Google Shape;8941;p130"/>
            <p:cNvGrpSpPr/>
            <p:nvPr/>
          </p:nvGrpSpPr>
          <p:grpSpPr>
            <a:xfrm>
              <a:off x="1958180" y="1111966"/>
              <a:ext cx="588019" cy="121396"/>
              <a:chOff x="4808316" y="2800065"/>
              <a:chExt cx="1999386" cy="412910"/>
            </a:xfrm>
          </p:grpSpPr>
          <p:sp>
            <p:nvSpPr>
              <p:cNvPr id="8942" name="Google Shape;8942;p130"/>
              <p:cNvSpPr/>
              <p:nvPr/>
            </p:nvSpPr>
            <p:spPr>
              <a:xfrm>
                <a:off x="4849302" y="3079475"/>
                <a:ext cx="1958400" cy="1335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943" name="Google Shape;8943;p130"/>
              <p:cNvGrpSpPr/>
              <p:nvPr/>
            </p:nvGrpSpPr>
            <p:grpSpPr>
              <a:xfrm>
                <a:off x="4808316" y="2800065"/>
                <a:ext cx="92400" cy="411825"/>
                <a:chOff x="845575" y="2563700"/>
                <a:chExt cx="92400" cy="411825"/>
              </a:xfrm>
            </p:grpSpPr>
            <p:cxnSp>
              <p:nvCxnSpPr>
                <p:cNvPr id="8944" name="Google Shape;8944;p130"/>
                <p:cNvCxnSpPr/>
                <p:nvPr/>
              </p:nvCxnSpPr>
              <p:spPr>
                <a:xfrm>
                  <a:off x="891775"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945" name="Google Shape;8945;p130"/>
                <p:cNvSpPr/>
                <p:nvPr/>
              </p:nvSpPr>
              <p:spPr>
                <a:xfrm>
                  <a:off x="845575"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cxnSp>
          <p:nvCxnSpPr>
            <p:cNvPr id="8946" name="Google Shape;8946;p130"/>
            <p:cNvCxnSpPr/>
            <p:nvPr/>
          </p:nvCxnSpPr>
          <p:spPr>
            <a:xfrm>
              <a:off x="3237251" y="1127387"/>
              <a:ext cx="0" cy="105600"/>
            </a:xfrm>
            <a:prstGeom prst="straightConnector1">
              <a:avLst/>
            </a:prstGeom>
            <a:noFill/>
            <a:ln cap="flat" cmpd="sng" w="9525">
              <a:solidFill>
                <a:srgbClr val="667E92"/>
              </a:solidFill>
              <a:prstDash val="solid"/>
              <a:round/>
              <a:headEnd len="sm" w="sm" type="none"/>
              <a:tailEnd len="sm" w="sm" type="none"/>
            </a:ln>
          </p:spPr>
        </p:cxnSp>
        <p:sp>
          <p:nvSpPr>
            <p:cNvPr id="8947" name="Google Shape;8947;p130"/>
            <p:cNvSpPr/>
            <p:nvPr/>
          </p:nvSpPr>
          <p:spPr>
            <a:xfrm>
              <a:off x="3223663" y="1111974"/>
              <a:ext cx="27300" cy="273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948" name="Google Shape;8948;p130"/>
            <p:cNvGrpSpPr/>
            <p:nvPr/>
          </p:nvGrpSpPr>
          <p:grpSpPr>
            <a:xfrm>
              <a:off x="803163" y="1111974"/>
              <a:ext cx="591158" cy="121545"/>
              <a:chOff x="803163" y="1111974"/>
              <a:chExt cx="591158" cy="121545"/>
            </a:xfrm>
          </p:grpSpPr>
          <p:grpSp>
            <p:nvGrpSpPr>
              <p:cNvPr id="8949" name="Google Shape;8949;p130"/>
              <p:cNvGrpSpPr/>
              <p:nvPr/>
            </p:nvGrpSpPr>
            <p:grpSpPr>
              <a:xfrm>
                <a:off x="803163" y="1111974"/>
                <a:ext cx="27175" cy="121077"/>
                <a:chOff x="845575" y="2563700"/>
                <a:chExt cx="92400" cy="411825"/>
              </a:xfrm>
            </p:grpSpPr>
            <p:cxnSp>
              <p:nvCxnSpPr>
                <p:cNvPr id="8950" name="Google Shape;8950;p130"/>
                <p:cNvCxnSpPr/>
                <p:nvPr/>
              </p:nvCxnSpPr>
              <p:spPr>
                <a:xfrm>
                  <a:off x="891775"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951" name="Google Shape;8951;p130"/>
                <p:cNvSpPr/>
                <p:nvPr/>
              </p:nvSpPr>
              <p:spPr>
                <a:xfrm>
                  <a:off x="845575"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952" name="Google Shape;8952;p130"/>
              <p:cNvSpPr/>
              <p:nvPr/>
            </p:nvSpPr>
            <p:spPr>
              <a:xfrm>
                <a:off x="818321" y="1194219"/>
                <a:ext cx="576000" cy="393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53" name="Google Shape;8953;p130"/>
            <p:cNvGrpSpPr/>
            <p:nvPr/>
          </p:nvGrpSpPr>
          <p:grpSpPr>
            <a:xfrm>
              <a:off x="1381910" y="1194219"/>
              <a:ext cx="588341" cy="121177"/>
              <a:chOff x="1381910" y="1194219"/>
              <a:chExt cx="588341" cy="121177"/>
            </a:xfrm>
          </p:grpSpPr>
          <p:grpSp>
            <p:nvGrpSpPr>
              <p:cNvPr id="8954" name="Google Shape;8954;p130"/>
              <p:cNvGrpSpPr/>
              <p:nvPr/>
            </p:nvGrpSpPr>
            <p:grpSpPr>
              <a:xfrm rot="10800000">
                <a:off x="1381910" y="1194319"/>
                <a:ext cx="27175" cy="121077"/>
                <a:chOff x="2070100" y="2563700"/>
                <a:chExt cx="92400" cy="411825"/>
              </a:xfrm>
            </p:grpSpPr>
            <p:cxnSp>
              <p:nvCxnSpPr>
                <p:cNvPr id="8955" name="Google Shape;8955;p130"/>
                <p:cNvCxnSpPr/>
                <p:nvPr/>
              </p:nvCxnSpPr>
              <p:spPr>
                <a:xfrm>
                  <a:off x="2116300"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956" name="Google Shape;8956;p130"/>
                <p:cNvSpPr/>
                <p:nvPr/>
              </p:nvSpPr>
              <p:spPr>
                <a:xfrm>
                  <a:off x="2070100"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957" name="Google Shape;8957;p130"/>
              <p:cNvSpPr/>
              <p:nvPr/>
            </p:nvSpPr>
            <p:spPr>
              <a:xfrm>
                <a:off x="1394250" y="1194219"/>
                <a:ext cx="576000" cy="39300"/>
              </a:xfrm>
              <a:prstGeom prst="rect">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58" name="Google Shape;8958;p130"/>
            <p:cNvGrpSpPr/>
            <p:nvPr/>
          </p:nvGrpSpPr>
          <p:grpSpPr>
            <a:xfrm>
              <a:off x="2532079" y="1194219"/>
              <a:ext cx="704927" cy="121177"/>
              <a:chOff x="2532079" y="1194219"/>
              <a:chExt cx="704927" cy="121177"/>
            </a:xfrm>
          </p:grpSpPr>
          <p:grpSp>
            <p:nvGrpSpPr>
              <p:cNvPr id="8959" name="Google Shape;8959;p130"/>
              <p:cNvGrpSpPr/>
              <p:nvPr/>
            </p:nvGrpSpPr>
            <p:grpSpPr>
              <a:xfrm rot="10800000">
                <a:off x="2532079" y="1194319"/>
                <a:ext cx="27175" cy="121077"/>
                <a:chOff x="2070100" y="2563700"/>
                <a:chExt cx="92400" cy="411825"/>
              </a:xfrm>
            </p:grpSpPr>
            <p:cxnSp>
              <p:nvCxnSpPr>
                <p:cNvPr id="8960" name="Google Shape;8960;p130"/>
                <p:cNvCxnSpPr/>
                <p:nvPr/>
              </p:nvCxnSpPr>
              <p:spPr>
                <a:xfrm>
                  <a:off x="2116300"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961" name="Google Shape;8961;p130"/>
                <p:cNvSpPr/>
                <p:nvPr/>
              </p:nvSpPr>
              <p:spPr>
                <a:xfrm>
                  <a:off x="2070100"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962" name="Google Shape;8962;p130"/>
              <p:cNvSpPr/>
              <p:nvPr/>
            </p:nvSpPr>
            <p:spPr>
              <a:xfrm>
                <a:off x="2546107" y="1194219"/>
                <a:ext cx="690900" cy="39300"/>
              </a:xfrm>
              <a:prstGeom prst="rect">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963" name="Google Shape;8963;p130"/>
          <p:cNvGrpSpPr/>
          <p:nvPr/>
        </p:nvGrpSpPr>
        <p:grpSpPr>
          <a:xfrm>
            <a:off x="3499404" y="3665900"/>
            <a:ext cx="1567778" cy="491677"/>
            <a:chOff x="5194708" y="3484366"/>
            <a:chExt cx="3148148" cy="987304"/>
          </a:xfrm>
        </p:grpSpPr>
        <p:grpSp>
          <p:nvGrpSpPr>
            <p:cNvPr id="8964" name="Google Shape;8964;p130"/>
            <p:cNvGrpSpPr/>
            <p:nvPr/>
          </p:nvGrpSpPr>
          <p:grpSpPr>
            <a:xfrm>
              <a:off x="7531521" y="3484366"/>
              <a:ext cx="811335" cy="987304"/>
              <a:chOff x="3379425" y="1617275"/>
              <a:chExt cx="1090650" cy="1327200"/>
            </a:xfrm>
          </p:grpSpPr>
          <p:sp>
            <p:nvSpPr>
              <p:cNvPr id="8965" name="Google Shape;8965;p130"/>
              <p:cNvSpPr/>
              <p:nvPr/>
            </p:nvSpPr>
            <p:spPr>
              <a:xfrm>
                <a:off x="3554475" y="1792400"/>
                <a:ext cx="740475" cy="740375"/>
              </a:xfrm>
              <a:custGeom>
                <a:rect b="b" l="l" r="r" t="t"/>
                <a:pathLst>
                  <a:path extrusionOk="0" h="29615" w="29619">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cap="flat" cmpd="sng" w="19050">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6" name="Google Shape;8966;p130"/>
              <p:cNvSpPr/>
              <p:nvPr/>
            </p:nvSpPr>
            <p:spPr>
              <a:xfrm>
                <a:off x="3379425" y="1617275"/>
                <a:ext cx="1090650" cy="1273950"/>
              </a:xfrm>
              <a:custGeom>
                <a:rect b="b" l="l" r="r" t="t"/>
                <a:pathLst>
                  <a:path extrusionOk="0" h="50958" w="43626">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7" name="Google Shape;8967;p130"/>
              <p:cNvSpPr/>
              <p:nvPr/>
            </p:nvSpPr>
            <p:spPr>
              <a:xfrm>
                <a:off x="3775050" y="2771175"/>
                <a:ext cx="300875" cy="173300"/>
              </a:xfrm>
              <a:custGeom>
                <a:rect b="b" l="l" r="r" t="t"/>
                <a:pathLst>
                  <a:path extrusionOk="0" h="6932" w="12035">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68" name="Google Shape;8968;p130"/>
            <p:cNvGrpSpPr/>
            <p:nvPr/>
          </p:nvGrpSpPr>
          <p:grpSpPr>
            <a:xfrm>
              <a:off x="6752546" y="3484366"/>
              <a:ext cx="811428" cy="987304"/>
              <a:chOff x="2332275" y="1617275"/>
              <a:chExt cx="1090775" cy="1327200"/>
            </a:xfrm>
          </p:grpSpPr>
          <p:sp>
            <p:nvSpPr>
              <p:cNvPr id="8969" name="Google Shape;8969;p130"/>
              <p:cNvSpPr/>
              <p:nvPr/>
            </p:nvSpPr>
            <p:spPr>
              <a:xfrm>
                <a:off x="2507425" y="1792400"/>
                <a:ext cx="740375" cy="740375"/>
              </a:xfrm>
              <a:custGeom>
                <a:rect b="b" l="l" r="r" t="t"/>
                <a:pathLst>
                  <a:path extrusionOk="0" h="29615" w="29615">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cap="flat" cmpd="sng" w="19050">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0" name="Google Shape;8970;p130"/>
              <p:cNvSpPr/>
              <p:nvPr/>
            </p:nvSpPr>
            <p:spPr>
              <a:xfrm>
                <a:off x="2332275" y="1617275"/>
                <a:ext cx="1090775" cy="1273950"/>
              </a:xfrm>
              <a:custGeom>
                <a:rect b="b" l="l" r="r" t="t"/>
                <a:pathLst>
                  <a:path extrusionOk="0" h="50958" w="43631">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1" name="Google Shape;8971;p130"/>
              <p:cNvSpPr/>
              <p:nvPr/>
            </p:nvSpPr>
            <p:spPr>
              <a:xfrm>
                <a:off x="2727925" y="2771175"/>
                <a:ext cx="300950" cy="173300"/>
              </a:xfrm>
              <a:custGeom>
                <a:rect b="b" l="l" r="r" t="t"/>
                <a:pathLst>
                  <a:path extrusionOk="0" h="6932" w="12038">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72" name="Google Shape;8972;p130"/>
            <p:cNvGrpSpPr/>
            <p:nvPr/>
          </p:nvGrpSpPr>
          <p:grpSpPr>
            <a:xfrm>
              <a:off x="5973664" y="3484366"/>
              <a:ext cx="811335" cy="987304"/>
              <a:chOff x="1285250" y="1617275"/>
              <a:chExt cx="1090650" cy="1327200"/>
            </a:xfrm>
          </p:grpSpPr>
          <p:sp>
            <p:nvSpPr>
              <p:cNvPr id="8973" name="Google Shape;8973;p130"/>
              <p:cNvSpPr/>
              <p:nvPr/>
            </p:nvSpPr>
            <p:spPr>
              <a:xfrm>
                <a:off x="1460300" y="1792400"/>
                <a:ext cx="740475" cy="740375"/>
              </a:xfrm>
              <a:custGeom>
                <a:rect b="b" l="l" r="r" t="t"/>
                <a:pathLst>
                  <a:path extrusionOk="0" h="29615" w="29619">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cap="flat" cmpd="sng" w="19050">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4" name="Google Shape;8974;p130"/>
              <p:cNvSpPr/>
              <p:nvPr/>
            </p:nvSpPr>
            <p:spPr>
              <a:xfrm>
                <a:off x="1285250" y="1617275"/>
                <a:ext cx="1090650" cy="1273950"/>
              </a:xfrm>
              <a:custGeom>
                <a:rect b="b" l="l" r="r" t="t"/>
                <a:pathLst>
                  <a:path extrusionOk="0" h="50958" w="43626">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5" name="Google Shape;8975;p130"/>
              <p:cNvSpPr/>
              <p:nvPr/>
            </p:nvSpPr>
            <p:spPr>
              <a:xfrm>
                <a:off x="1680900" y="2771175"/>
                <a:ext cx="300850" cy="173300"/>
              </a:xfrm>
              <a:custGeom>
                <a:rect b="b" l="l" r="r" t="t"/>
                <a:pathLst>
                  <a:path extrusionOk="0" h="6932" w="12034">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76" name="Google Shape;8976;p130"/>
            <p:cNvGrpSpPr/>
            <p:nvPr/>
          </p:nvGrpSpPr>
          <p:grpSpPr>
            <a:xfrm>
              <a:off x="5194708" y="3484366"/>
              <a:ext cx="811409" cy="987304"/>
              <a:chOff x="238125" y="1617275"/>
              <a:chExt cx="1090750" cy="1327200"/>
            </a:xfrm>
          </p:grpSpPr>
          <p:sp>
            <p:nvSpPr>
              <p:cNvPr id="8977" name="Google Shape;8977;p130"/>
              <p:cNvSpPr/>
              <p:nvPr/>
            </p:nvSpPr>
            <p:spPr>
              <a:xfrm>
                <a:off x="413250" y="1792400"/>
                <a:ext cx="740375" cy="740375"/>
              </a:xfrm>
              <a:custGeom>
                <a:rect b="b" l="l" r="r" t="t"/>
                <a:pathLst>
                  <a:path extrusionOk="0" h="29615" w="29615">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cap="flat" cmpd="sng" w="19050">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8" name="Google Shape;8978;p130"/>
              <p:cNvSpPr/>
              <p:nvPr/>
            </p:nvSpPr>
            <p:spPr>
              <a:xfrm>
                <a:off x="238125" y="1617275"/>
                <a:ext cx="1090750" cy="1273950"/>
              </a:xfrm>
              <a:custGeom>
                <a:rect b="b" l="l" r="r" t="t"/>
                <a:pathLst>
                  <a:path extrusionOk="0" h="50958" w="4363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9" name="Google Shape;8979;p130"/>
              <p:cNvSpPr/>
              <p:nvPr/>
            </p:nvSpPr>
            <p:spPr>
              <a:xfrm>
                <a:off x="633750" y="2771175"/>
                <a:ext cx="300950" cy="173300"/>
              </a:xfrm>
              <a:custGeom>
                <a:rect b="b" l="l" r="r" t="t"/>
                <a:pathLst>
                  <a:path extrusionOk="0" h="6932" w="12038">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980" name="Google Shape;8980;p130"/>
          <p:cNvGrpSpPr/>
          <p:nvPr/>
        </p:nvGrpSpPr>
        <p:grpSpPr>
          <a:xfrm>
            <a:off x="3460013" y="3146311"/>
            <a:ext cx="1616964" cy="346256"/>
            <a:chOff x="1808063" y="4294338"/>
            <a:chExt cx="3370782" cy="721817"/>
          </a:xfrm>
        </p:grpSpPr>
        <p:sp>
          <p:nvSpPr>
            <p:cNvPr id="8981" name="Google Shape;8981;p130"/>
            <p:cNvSpPr/>
            <p:nvPr/>
          </p:nvSpPr>
          <p:spPr>
            <a:xfrm>
              <a:off x="1906300"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2" name="Google Shape;8982;p130"/>
            <p:cNvSpPr/>
            <p:nvPr/>
          </p:nvSpPr>
          <p:spPr>
            <a:xfrm>
              <a:off x="3795035" y="4655290"/>
              <a:ext cx="721912" cy="360865"/>
            </a:xfrm>
            <a:custGeom>
              <a:rect b="b" l="l" r="r" t="t"/>
              <a:pathLst>
                <a:path extrusionOk="0" h="3951" w="7904">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3" name="Google Shape;8983;p130"/>
            <p:cNvSpPr/>
            <p:nvPr/>
          </p:nvSpPr>
          <p:spPr>
            <a:xfrm>
              <a:off x="3133137" y="4294338"/>
              <a:ext cx="721729" cy="360865"/>
            </a:xfrm>
            <a:custGeom>
              <a:rect b="b" l="l" r="r" t="t"/>
              <a:pathLst>
                <a:path extrusionOk="0" h="3951" w="7902">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4" name="Google Shape;8984;p130"/>
            <p:cNvSpPr/>
            <p:nvPr/>
          </p:nvSpPr>
          <p:spPr>
            <a:xfrm>
              <a:off x="1808063" y="4294338"/>
              <a:ext cx="722460" cy="362052"/>
            </a:xfrm>
            <a:custGeom>
              <a:rect b="b" l="l" r="r" t="t"/>
              <a:pathLst>
                <a:path extrusionOk="0" h="3964" w="791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5" name="Google Shape;8985;p130"/>
            <p:cNvSpPr/>
            <p:nvPr/>
          </p:nvSpPr>
          <p:spPr>
            <a:xfrm>
              <a:off x="2470965" y="4655290"/>
              <a:ext cx="721912" cy="360865"/>
            </a:xfrm>
            <a:custGeom>
              <a:rect b="b" l="l" r="r" t="t"/>
              <a:pathLst>
                <a:path extrusionOk="0" h="3951" w="7904">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6" name="Google Shape;8986;p130"/>
            <p:cNvSpPr/>
            <p:nvPr/>
          </p:nvSpPr>
          <p:spPr>
            <a:xfrm>
              <a:off x="4456385" y="4294338"/>
              <a:ext cx="722460" cy="362052"/>
            </a:xfrm>
            <a:custGeom>
              <a:rect b="b" l="l" r="r" t="t"/>
              <a:pathLst>
                <a:path extrusionOk="0" h="3964" w="791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7" name="Google Shape;8987;p130"/>
            <p:cNvSpPr/>
            <p:nvPr/>
          </p:nvSpPr>
          <p:spPr>
            <a:xfrm>
              <a:off x="2568813" y="43514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8" name="Google Shape;8988;p130"/>
            <p:cNvSpPr/>
            <p:nvPr/>
          </p:nvSpPr>
          <p:spPr>
            <a:xfrm>
              <a:off x="3231883"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9" name="Google Shape;8989;p130"/>
            <p:cNvSpPr/>
            <p:nvPr/>
          </p:nvSpPr>
          <p:spPr>
            <a:xfrm>
              <a:off x="3894395" y="43514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0" name="Google Shape;8990;p130"/>
            <p:cNvSpPr/>
            <p:nvPr/>
          </p:nvSpPr>
          <p:spPr>
            <a:xfrm>
              <a:off x="4560958"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91" name="Google Shape;8991;p130"/>
          <p:cNvGrpSpPr/>
          <p:nvPr/>
        </p:nvGrpSpPr>
        <p:grpSpPr>
          <a:xfrm>
            <a:off x="738225" y="3432340"/>
            <a:ext cx="1295882" cy="646587"/>
            <a:chOff x="834100" y="3642869"/>
            <a:chExt cx="1259483" cy="628426"/>
          </a:xfrm>
        </p:grpSpPr>
        <p:sp>
          <p:nvSpPr>
            <p:cNvPr id="8992" name="Google Shape;8992;p130"/>
            <p:cNvSpPr/>
            <p:nvPr/>
          </p:nvSpPr>
          <p:spPr>
            <a:xfrm>
              <a:off x="1557115" y="4061516"/>
              <a:ext cx="127079" cy="163426"/>
            </a:xfrm>
            <a:custGeom>
              <a:rect b="b" l="l" r="r" t="t"/>
              <a:pathLst>
                <a:path extrusionOk="0" fill="none" h="37079" w="28816">
                  <a:moveTo>
                    <a:pt x="28815" y="37078"/>
                  </a:moveTo>
                  <a:lnTo>
                    <a:pt x="17922" y="37078"/>
                  </a:lnTo>
                  <a:cubicBezTo>
                    <a:pt x="14829" y="37078"/>
                    <a:pt x="14212" y="33613"/>
                    <a:pt x="14212" y="33613"/>
                  </a:cubicBezTo>
                  <a:lnTo>
                    <a:pt x="14212" y="10631"/>
                  </a:lnTo>
                  <a:lnTo>
                    <a:pt x="0" y="10631"/>
                  </a:lnTo>
                  <a:lnTo>
                    <a:pt x="0"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3" name="Google Shape;8993;p130"/>
            <p:cNvSpPr/>
            <p:nvPr/>
          </p:nvSpPr>
          <p:spPr>
            <a:xfrm>
              <a:off x="1847875" y="4224937"/>
              <a:ext cx="161119" cy="4"/>
            </a:xfrm>
            <a:custGeom>
              <a:rect b="b" l="l" r="r" t="t"/>
              <a:pathLst>
                <a:path extrusionOk="0" fill="none" h="1" w="36535">
                  <a:moveTo>
                    <a:pt x="1" y="0"/>
                  </a:moveTo>
                  <a:lnTo>
                    <a:pt x="36535"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4" name="Google Shape;8994;p130"/>
            <p:cNvSpPr/>
            <p:nvPr/>
          </p:nvSpPr>
          <p:spPr>
            <a:xfrm>
              <a:off x="1684189" y="4176763"/>
              <a:ext cx="163690" cy="94532"/>
            </a:xfrm>
            <a:custGeom>
              <a:rect b="b" l="l" r="r" t="t"/>
              <a:pathLst>
                <a:path extrusionOk="0" h="21448" w="37118">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5" name="Google Shape;8995;p130"/>
            <p:cNvSpPr/>
            <p:nvPr/>
          </p:nvSpPr>
          <p:spPr>
            <a:xfrm>
              <a:off x="1246916" y="3961205"/>
              <a:ext cx="77612" cy="4"/>
            </a:xfrm>
            <a:custGeom>
              <a:rect b="b" l="l" r="r" t="t"/>
              <a:pathLst>
                <a:path extrusionOk="0" fill="none" h="1" w="17599">
                  <a:moveTo>
                    <a:pt x="17598" y="0"/>
                  </a:moveTo>
                  <a:lnTo>
                    <a:pt x="1"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6" name="Google Shape;8996;p130"/>
            <p:cNvSpPr/>
            <p:nvPr/>
          </p:nvSpPr>
          <p:spPr>
            <a:xfrm>
              <a:off x="854078" y="3861292"/>
              <a:ext cx="154429" cy="4"/>
            </a:xfrm>
            <a:custGeom>
              <a:rect b="b" l="l" r="r" t="t"/>
              <a:pathLst>
                <a:path extrusionOk="0" fill="none" h="1" w="35018">
                  <a:moveTo>
                    <a:pt x="35017"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7" name="Google Shape;8997;p130"/>
            <p:cNvSpPr/>
            <p:nvPr/>
          </p:nvSpPr>
          <p:spPr>
            <a:xfrm>
              <a:off x="1164630" y="3861309"/>
              <a:ext cx="79574" cy="199792"/>
            </a:xfrm>
            <a:custGeom>
              <a:rect b="b" l="l" r="r" t="t"/>
              <a:pathLst>
                <a:path extrusionOk="0" fill="none" h="45330" w="18044">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8" name="Google Shape;8998;p130"/>
            <p:cNvSpPr/>
            <p:nvPr/>
          </p:nvSpPr>
          <p:spPr>
            <a:xfrm>
              <a:off x="854078" y="4061097"/>
              <a:ext cx="146866" cy="4"/>
            </a:xfrm>
            <a:custGeom>
              <a:rect b="b" l="l" r="r" t="t"/>
              <a:pathLst>
                <a:path extrusionOk="0" fill="none" h="1" w="33303">
                  <a:moveTo>
                    <a:pt x="1" y="1"/>
                  </a:moveTo>
                  <a:lnTo>
                    <a:pt x="3330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9" name="Google Shape;8999;p130"/>
            <p:cNvSpPr/>
            <p:nvPr/>
          </p:nvSpPr>
          <p:spPr>
            <a:xfrm>
              <a:off x="1000939" y="4005884"/>
              <a:ext cx="163695" cy="94514"/>
            </a:xfrm>
            <a:custGeom>
              <a:rect b="b" l="l" r="r" t="t"/>
              <a:pathLst>
                <a:path extrusionOk="0" h="21444" w="37119">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0" name="Google Shape;9000;p130"/>
            <p:cNvSpPr/>
            <p:nvPr/>
          </p:nvSpPr>
          <p:spPr>
            <a:xfrm>
              <a:off x="1008502" y="3822418"/>
              <a:ext cx="163690" cy="94528"/>
            </a:xfrm>
            <a:custGeom>
              <a:rect b="b" l="l" r="r" t="t"/>
              <a:pathLst>
                <a:path extrusionOk="0" h="21447" w="37118">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1" name="Google Shape;9001;p130"/>
            <p:cNvSpPr/>
            <p:nvPr/>
          </p:nvSpPr>
          <p:spPr>
            <a:xfrm>
              <a:off x="1603156" y="3961205"/>
              <a:ext cx="77612" cy="4"/>
            </a:xfrm>
            <a:custGeom>
              <a:rect b="b" l="l" r="r" t="t"/>
              <a:pathLst>
                <a:path extrusionOk="0" fill="none" h="1" w="17599">
                  <a:moveTo>
                    <a:pt x="1" y="0"/>
                  </a:moveTo>
                  <a:lnTo>
                    <a:pt x="17598"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2" name="Google Shape;9002;p130"/>
            <p:cNvSpPr/>
            <p:nvPr/>
          </p:nvSpPr>
          <p:spPr>
            <a:xfrm>
              <a:off x="1926576" y="3861292"/>
              <a:ext cx="144308" cy="4"/>
            </a:xfrm>
            <a:custGeom>
              <a:rect b="b" l="l" r="r" t="t"/>
              <a:pathLst>
                <a:path extrusionOk="0" fill="none" h="1" w="32723">
                  <a:moveTo>
                    <a:pt x="1" y="1"/>
                  </a:moveTo>
                  <a:lnTo>
                    <a:pt x="3272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3" name="Google Shape;9003;p130"/>
            <p:cNvSpPr/>
            <p:nvPr/>
          </p:nvSpPr>
          <p:spPr>
            <a:xfrm>
              <a:off x="1680763" y="3861309"/>
              <a:ext cx="82127" cy="199792"/>
            </a:xfrm>
            <a:custGeom>
              <a:rect b="b" l="l" r="r" t="t"/>
              <a:pathLst>
                <a:path extrusionOk="0" fill="none" h="45330" w="18623">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4" name="Google Shape;9004;p130"/>
            <p:cNvSpPr/>
            <p:nvPr/>
          </p:nvSpPr>
          <p:spPr>
            <a:xfrm>
              <a:off x="1926576" y="4061097"/>
              <a:ext cx="144308" cy="4"/>
            </a:xfrm>
            <a:custGeom>
              <a:rect b="b" l="l" r="r" t="t"/>
              <a:pathLst>
                <a:path extrusionOk="0" fill="none" h="1" w="32723">
                  <a:moveTo>
                    <a:pt x="32723"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5" name="Google Shape;9005;p130"/>
            <p:cNvSpPr/>
            <p:nvPr/>
          </p:nvSpPr>
          <p:spPr>
            <a:xfrm>
              <a:off x="1762436" y="3822418"/>
              <a:ext cx="163677" cy="94528"/>
            </a:xfrm>
            <a:custGeom>
              <a:rect b="b" l="l" r="r" t="t"/>
              <a:pathLst>
                <a:path extrusionOk="0" h="21447" w="37115">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6" name="Google Shape;9006;p130"/>
            <p:cNvSpPr/>
            <p:nvPr/>
          </p:nvSpPr>
          <p:spPr>
            <a:xfrm>
              <a:off x="1762886" y="4005884"/>
              <a:ext cx="163695" cy="94514"/>
            </a:xfrm>
            <a:custGeom>
              <a:rect b="b" l="l" r="r" t="t"/>
              <a:pathLst>
                <a:path extrusionOk="0" h="21444" w="37119">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7" name="Google Shape;9007;p130"/>
            <p:cNvSpPr/>
            <p:nvPr/>
          </p:nvSpPr>
          <p:spPr>
            <a:xfrm>
              <a:off x="1325004" y="3820086"/>
              <a:ext cx="278558" cy="278382"/>
            </a:xfrm>
            <a:custGeom>
              <a:rect b="b" l="l" r="r" t="t"/>
              <a:pathLst>
                <a:path extrusionOk="0" fill="none" h="63161" w="63165">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8" name="Google Shape;9008;p130"/>
            <p:cNvSpPr/>
            <p:nvPr/>
          </p:nvSpPr>
          <p:spPr>
            <a:xfrm>
              <a:off x="1235816" y="3689223"/>
              <a:ext cx="134752" cy="171223"/>
            </a:xfrm>
            <a:custGeom>
              <a:rect b="b" l="l" r="r" t="t"/>
              <a:pathLst>
                <a:path extrusionOk="0" fill="none" h="38848" w="30556">
                  <a:moveTo>
                    <a:pt x="1" y="1"/>
                  </a:moveTo>
                  <a:lnTo>
                    <a:pt x="12633" y="1"/>
                  </a:lnTo>
                  <a:cubicBezTo>
                    <a:pt x="15723" y="1"/>
                    <a:pt x="16343" y="3466"/>
                    <a:pt x="16343" y="3466"/>
                  </a:cubicBezTo>
                  <a:lnTo>
                    <a:pt x="16343" y="26448"/>
                  </a:lnTo>
                  <a:lnTo>
                    <a:pt x="30556" y="26448"/>
                  </a:lnTo>
                  <a:lnTo>
                    <a:pt x="30556" y="38848"/>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9" name="Google Shape;9009;p130"/>
            <p:cNvSpPr/>
            <p:nvPr/>
          </p:nvSpPr>
          <p:spPr>
            <a:xfrm>
              <a:off x="910512" y="3689223"/>
              <a:ext cx="161618" cy="4"/>
            </a:xfrm>
            <a:custGeom>
              <a:rect b="b" l="l" r="r" t="t"/>
              <a:pathLst>
                <a:path extrusionOk="0" fill="none" h="1" w="36648">
                  <a:moveTo>
                    <a:pt x="36648"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0" name="Google Shape;9010;p130"/>
            <p:cNvSpPr/>
            <p:nvPr/>
          </p:nvSpPr>
          <p:spPr>
            <a:xfrm>
              <a:off x="1072126" y="3642869"/>
              <a:ext cx="163695" cy="94532"/>
            </a:xfrm>
            <a:custGeom>
              <a:rect b="b" l="l" r="r" t="t"/>
              <a:pathLst>
                <a:path extrusionOk="0" h="21448" w="37119">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1" name="Google Shape;9011;p130"/>
            <p:cNvSpPr/>
            <p:nvPr/>
          </p:nvSpPr>
          <p:spPr>
            <a:xfrm>
              <a:off x="1235913" y="4073301"/>
              <a:ext cx="134655" cy="151640"/>
            </a:xfrm>
            <a:custGeom>
              <a:rect b="b" l="l" r="r" t="t"/>
              <a:pathLst>
                <a:path extrusionOk="0" fill="none" h="34405" w="30534">
                  <a:moveTo>
                    <a:pt x="0" y="34404"/>
                  </a:moveTo>
                  <a:lnTo>
                    <a:pt x="12611" y="34404"/>
                  </a:lnTo>
                  <a:cubicBezTo>
                    <a:pt x="15705" y="34404"/>
                    <a:pt x="16325" y="30939"/>
                    <a:pt x="16325" y="30939"/>
                  </a:cubicBezTo>
                  <a:lnTo>
                    <a:pt x="16325" y="7957"/>
                  </a:lnTo>
                  <a:lnTo>
                    <a:pt x="30534" y="7957"/>
                  </a:lnTo>
                  <a:lnTo>
                    <a:pt x="30534"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2" name="Google Shape;9012;p130"/>
            <p:cNvSpPr/>
            <p:nvPr/>
          </p:nvSpPr>
          <p:spPr>
            <a:xfrm>
              <a:off x="910512" y="4224937"/>
              <a:ext cx="161618" cy="4"/>
            </a:xfrm>
            <a:custGeom>
              <a:rect b="b" l="l" r="r" t="t"/>
              <a:pathLst>
                <a:path extrusionOk="0" fill="none" h="1" w="36648">
                  <a:moveTo>
                    <a:pt x="36648" y="0"/>
                  </a:moveTo>
                  <a:lnTo>
                    <a:pt x="1"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3" name="Google Shape;9013;p130"/>
            <p:cNvSpPr/>
            <p:nvPr/>
          </p:nvSpPr>
          <p:spPr>
            <a:xfrm>
              <a:off x="1072126" y="4176763"/>
              <a:ext cx="163695" cy="94532"/>
            </a:xfrm>
            <a:custGeom>
              <a:rect b="b" l="l" r="r" t="t"/>
              <a:pathLst>
                <a:path extrusionOk="0" h="21448" w="37119">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4" name="Google Shape;9014;p130"/>
            <p:cNvSpPr/>
            <p:nvPr/>
          </p:nvSpPr>
          <p:spPr>
            <a:xfrm>
              <a:off x="1562328" y="3689223"/>
              <a:ext cx="128816" cy="171223"/>
            </a:xfrm>
            <a:custGeom>
              <a:rect b="b" l="l" r="r" t="t"/>
              <a:pathLst>
                <a:path extrusionOk="0" fill="none" h="38848" w="29210">
                  <a:moveTo>
                    <a:pt x="29209" y="1"/>
                  </a:moveTo>
                  <a:lnTo>
                    <a:pt x="17922" y="1"/>
                  </a:lnTo>
                  <a:cubicBezTo>
                    <a:pt x="14829" y="1"/>
                    <a:pt x="14209" y="3466"/>
                    <a:pt x="14209" y="3466"/>
                  </a:cubicBezTo>
                  <a:lnTo>
                    <a:pt x="14209" y="26448"/>
                  </a:lnTo>
                  <a:lnTo>
                    <a:pt x="0" y="26448"/>
                  </a:lnTo>
                  <a:lnTo>
                    <a:pt x="0" y="38848"/>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5" name="Google Shape;9015;p130"/>
            <p:cNvSpPr/>
            <p:nvPr/>
          </p:nvSpPr>
          <p:spPr>
            <a:xfrm>
              <a:off x="1854826" y="3689223"/>
              <a:ext cx="154169" cy="4"/>
            </a:xfrm>
            <a:custGeom>
              <a:rect b="b" l="l" r="r" t="t"/>
              <a:pathLst>
                <a:path extrusionOk="0" fill="none" h="1" w="34959">
                  <a:moveTo>
                    <a:pt x="1" y="1"/>
                  </a:moveTo>
                  <a:lnTo>
                    <a:pt x="34959"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6" name="Google Shape;9016;p130"/>
            <p:cNvSpPr/>
            <p:nvPr/>
          </p:nvSpPr>
          <p:spPr>
            <a:xfrm>
              <a:off x="1691140" y="3642869"/>
              <a:ext cx="163690" cy="94532"/>
            </a:xfrm>
            <a:custGeom>
              <a:rect b="b" l="l" r="r" t="t"/>
              <a:pathLst>
                <a:path extrusionOk="0" h="21448" w="37118">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017" name="Google Shape;9017;p130"/>
            <p:cNvGrpSpPr/>
            <p:nvPr/>
          </p:nvGrpSpPr>
          <p:grpSpPr>
            <a:xfrm>
              <a:off x="1360364" y="3847835"/>
              <a:ext cx="208119" cy="224359"/>
              <a:chOff x="1360769" y="3847100"/>
              <a:chExt cx="208119" cy="224359"/>
            </a:xfrm>
          </p:grpSpPr>
          <p:sp>
            <p:nvSpPr>
              <p:cNvPr id="9018" name="Google Shape;9018;p130"/>
              <p:cNvSpPr/>
              <p:nvPr/>
            </p:nvSpPr>
            <p:spPr>
              <a:xfrm>
                <a:off x="1360769" y="3847113"/>
                <a:ext cx="99163" cy="224346"/>
              </a:xfrm>
              <a:custGeom>
                <a:rect b="b" l="l" r="r" t="t"/>
                <a:pathLst>
                  <a:path extrusionOk="0" fill="none" h="50901" w="22486">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cap="flat" cmpd="sng" w="9525">
                <a:solidFill>
                  <a:srgbClr val="E4E9E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9" name="Google Shape;9019;p130"/>
              <p:cNvSpPr/>
              <p:nvPr/>
            </p:nvSpPr>
            <p:spPr>
              <a:xfrm>
                <a:off x="1418941" y="3907967"/>
                <a:ext cx="40718" cy="51312"/>
              </a:xfrm>
              <a:custGeom>
                <a:rect b="b" l="l" r="r" t="t"/>
                <a:pathLst>
                  <a:path extrusionOk="0" fill="none" h="11642" w="9233">
                    <a:moveTo>
                      <a:pt x="9233" y="1"/>
                    </a:moveTo>
                    <a:cubicBezTo>
                      <a:pt x="9233" y="1"/>
                      <a:pt x="0" y="570"/>
                      <a:pt x="2586" y="1164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0" name="Google Shape;9020;p130"/>
              <p:cNvSpPr/>
              <p:nvPr/>
            </p:nvSpPr>
            <p:spPr>
              <a:xfrm>
                <a:off x="1432983" y="3877824"/>
                <a:ext cx="26566" cy="25035"/>
              </a:xfrm>
              <a:custGeom>
                <a:rect b="b" l="l" r="r" t="t"/>
                <a:pathLst>
                  <a:path extrusionOk="0" fill="none" h="5680" w="6024">
                    <a:moveTo>
                      <a:pt x="1" y="1795"/>
                    </a:moveTo>
                    <a:cubicBezTo>
                      <a:pt x="1" y="1795"/>
                      <a:pt x="6023" y="0"/>
                      <a:pt x="6023" y="5680"/>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1" name="Google Shape;9021;p130"/>
              <p:cNvSpPr/>
              <p:nvPr/>
            </p:nvSpPr>
            <p:spPr>
              <a:xfrm>
                <a:off x="1406421" y="3881663"/>
                <a:ext cx="8727" cy="21196"/>
              </a:xfrm>
              <a:custGeom>
                <a:rect b="b" l="l" r="r" t="t"/>
                <a:pathLst>
                  <a:path extrusionOk="0" fill="none" h="4809" w="1979">
                    <a:moveTo>
                      <a:pt x="1" y="1"/>
                    </a:moveTo>
                    <a:cubicBezTo>
                      <a:pt x="1" y="1"/>
                      <a:pt x="1" y="2730"/>
                      <a:pt x="1978" y="4809"/>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2" name="Google Shape;9022;p130"/>
              <p:cNvSpPr/>
              <p:nvPr/>
            </p:nvSpPr>
            <p:spPr>
              <a:xfrm>
                <a:off x="1372301" y="3910479"/>
                <a:ext cx="51967" cy="15131"/>
              </a:xfrm>
              <a:custGeom>
                <a:rect b="b" l="l" r="r" t="t"/>
                <a:pathLst>
                  <a:path extrusionOk="0" fill="none" h="3433" w="11784">
                    <a:moveTo>
                      <a:pt x="1" y="2663"/>
                    </a:moveTo>
                    <a:cubicBezTo>
                      <a:pt x="3364" y="0"/>
                      <a:pt x="6622" y="3433"/>
                      <a:pt x="6622" y="3433"/>
                    </a:cubicBezTo>
                    <a:cubicBezTo>
                      <a:pt x="6622" y="3433"/>
                      <a:pt x="7307" y="387"/>
                      <a:pt x="11783" y="1653"/>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3" name="Google Shape;9023;p130"/>
              <p:cNvSpPr/>
              <p:nvPr/>
            </p:nvSpPr>
            <p:spPr>
              <a:xfrm>
                <a:off x="1383436" y="3963823"/>
                <a:ext cx="27351" cy="50572"/>
              </a:xfrm>
              <a:custGeom>
                <a:rect b="b" l="l" r="r" t="t"/>
                <a:pathLst>
                  <a:path extrusionOk="0" fill="none" h="11474" w="6202">
                    <a:moveTo>
                      <a:pt x="22" y="11474"/>
                    </a:moveTo>
                    <a:cubicBezTo>
                      <a:pt x="22" y="11474"/>
                      <a:pt x="0" y="5735"/>
                      <a:pt x="4440" y="6297"/>
                    </a:cubicBezTo>
                    <a:cubicBezTo>
                      <a:pt x="4440" y="6297"/>
                      <a:pt x="2134" y="3149"/>
                      <a:pt x="6202" y="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4" name="Google Shape;9024;p130"/>
              <p:cNvSpPr/>
              <p:nvPr/>
            </p:nvSpPr>
            <p:spPr>
              <a:xfrm>
                <a:off x="1398461" y="4014391"/>
                <a:ext cx="12132" cy="31518"/>
              </a:xfrm>
              <a:custGeom>
                <a:rect b="b" l="l" r="r" t="t"/>
                <a:pathLst>
                  <a:path extrusionOk="0" fill="none" h="7151" w="2751">
                    <a:moveTo>
                      <a:pt x="2751" y="1"/>
                    </a:moveTo>
                    <a:cubicBezTo>
                      <a:pt x="2751" y="1"/>
                      <a:pt x="0" y="2963"/>
                      <a:pt x="1806" y="715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5" name="Google Shape;9025;p130"/>
              <p:cNvSpPr/>
              <p:nvPr/>
            </p:nvSpPr>
            <p:spPr>
              <a:xfrm>
                <a:off x="1424264" y="4012138"/>
                <a:ext cx="35284" cy="21165"/>
              </a:xfrm>
              <a:custGeom>
                <a:rect b="b" l="l" r="r" t="t"/>
                <a:pathLst>
                  <a:path extrusionOk="0" fill="none" h="4802" w="8001">
                    <a:moveTo>
                      <a:pt x="8000" y="512"/>
                    </a:moveTo>
                    <a:cubicBezTo>
                      <a:pt x="3783" y="1"/>
                      <a:pt x="1978" y="4087"/>
                      <a:pt x="1978" y="4087"/>
                    </a:cubicBezTo>
                    <a:cubicBezTo>
                      <a:pt x="1978" y="4087"/>
                      <a:pt x="858" y="3598"/>
                      <a:pt x="0" y="4802"/>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6" name="Google Shape;9026;p130"/>
              <p:cNvSpPr/>
              <p:nvPr/>
            </p:nvSpPr>
            <p:spPr>
              <a:xfrm>
                <a:off x="1397156" y="3942280"/>
                <a:ext cx="31183" cy="17449"/>
              </a:xfrm>
              <a:custGeom>
                <a:rect b="b" l="l" r="r" t="t"/>
                <a:pathLst>
                  <a:path extrusionOk="0" fill="none" h="3959" w="7071">
                    <a:moveTo>
                      <a:pt x="7070" y="1"/>
                    </a:moveTo>
                    <a:cubicBezTo>
                      <a:pt x="7070" y="1"/>
                      <a:pt x="2802" y="3959"/>
                      <a:pt x="1" y="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7" name="Google Shape;9027;p130"/>
              <p:cNvSpPr/>
              <p:nvPr/>
            </p:nvSpPr>
            <p:spPr>
              <a:xfrm>
                <a:off x="1428334" y="3973727"/>
                <a:ext cx="31214" cy="15378"/>
              </a:xfrm>
              <a:custGeom>
                <a:rect b="b" l="l" r="r" t="t"/>
                <a:pathLst>
                  <a:path extrusionOk="0" fill="none" h="3489" w="7078">
                    <a:moveTo>
                      <a:pt x="0" y="1125"/>
                    </a:moveTo>
                    <a:cubicBezTo>
                      <a:pt x="0" y="1125"/>
                      <a:pt x="4411" y="1"/>
                      <a:pt x="7077" y="3488"/>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8" name="Google Shape;9028;p130"/>
              <p:cNvSpPr/>
              <p:nvPr/>
            </p:nvSpPr>
            <p:spPr>
              <a:xfrm>
                <a:off x="1468924" y="3907967"/>
                <a:ext cx="40704" cy="51312"/>
              </a:xfrm>
              <a:custGeom>
                <a:rect b="b" l="l" r="r" t="t"/>
                <a:pathLst>
                  <a:path extrusionOk="0" fill="none" h="11642" w="9230">
                    <a:moveTo>
                      <a:pt x="0" y="1"/>
                    </a:moveTo>
                    <a:cubicBezTo>
                      <a:pt x="0" y="1"/>
                      <a:pt x="9229" y="570"/>
                      <a:pt x="6647" y="11641"/>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9" name="Google Shape;9029;p130"/>
              <p:cNvSpPr/>
              <p:nvPr/>
            </p:nvSpPr>
            <p:spPr>
              <a:xfrm>
                <a:off x="1469021" y="3877824"/>
                <a:ext cx="26561" cy="25035"/>
              </a:xfrm>
              <a:custGeom>
                <a:rect b="b" l="l" r="r" t="t"/>
                <a:pathLst>
                  <a:path extrusionOk="0" fill="none" h="5680" w="6023">
                    <a:moveTo>
                      <a:pt x="6023" y="1795"/>
                    </a:moveTo>
                    <a:cubicBezTo>
                      <a:pt x="6023" y="1795"/>
                      <a:pt x="0" y="0"/>
                      <a:pt x="0" y="5680"/>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0" name="Google Shape;9030;p130"/>
              <p:cNvSpPr/>
              <p:nvPr/>
            </p:nvSpPr>
            <p:spPr>
              <a:xfrm>
                <a:off x="1513434" y="3881663"/>
                <a:ext cx="8710" cy="21196"/>
              </a:xfrm>
              <a:custGeom>
                <a:rect b="b" l="l" r="r" t="t"/>
                <a:pathLst>
                  <a:path extrusionOk="0" fill="none" h="4809" w="1975">
                    <a:moveTo>
                      <a:pt x="1975" y="1"/>
                    </a:moveTo>
                    <a:cubicBezTo>
                      <a:pt x="1975" y="1"/>
                      <a:pt x="1975" y="2730"/>
                      <a:pt x="1" y="4809"/>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1" name="Google Shape;9031;p130"/>
              <p:cNvSpPr/>
              <p:nvPr/>
            </p:nvSpPr>
            <p:spPr>
              <a:xfrm>
                <a:off x="1517778" y="3963823"/>
                <a:ext cx="27355" cy="50572"/>
              </a:xfrm>
              <a:custGeom>
                <a:rect b="b" l="l" r="r" t="t"/>
                <a:pathLst>
                  <a:path extrusionOk="0" fill="none" h="11474" w="6203">
                    <a:moveTo>
                      <a:pt x="6181" y="11474"/>
                    </a:moveTo>
                    <a:cubicBezTo>
                      <a:pt x="6181" y="11474"/>
                      <a:pt x="6202" y="5735"/>
                      <a:pt x="1767" y="6297"/>
                    </a:cubicBezTo>
                    <a:cubicBezTo>
                      <a:pt x="1767" y="6297"/>
                      <a:pt x="4068" y="3149"/>
                      <a:pt x="1" y="1"/>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2" name="Google Shape;9032;p130"/>
              <p:cNvSpPr/>
              <p:nvPr/>
            </p:nvSpPr>
            <p:spPr>
              <a:xfrm>
                <a:off x="1517990" y="4014391"/>
                <a:ext cx="12119" cy="31518"/>
              </a:xfrm>
              <a:custGeom>
                <a:rect b="b" l="l" r="r" t="t"/>
                <a:pathLst>
                  <a:path extrusionOk="0" fill="none" h="7151" w="2748">
                    <a:moveTo>
                      <a:pt x="0" y="1"/>
                    </a:moveTo>
                    <a:cubicBezTo>
                      <a:pt x="0" y="1"/>
                      <a:pt x="2747" y="2963"/>
                      <a:pt x="942" y="7151"/>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3" name="Google Shape;9033;p130"/>
              <p:cNvSpPr/>
              <p:nvPr/>
            </p:nvSpPr>
            <p:spPr>
              <a:xfrm>
                <a:off x="1469021" y="4012138"/>
                <a:ext cx="35298" cy="21165"/>
              </a:xfrm>
              <a:custGeom>
                <a:rect b="b" l="l" r="r" t="t"/>
                <a:pathLst>
                  <a:path extrusionOk="0" fill="none" h="4802" w="8004">
                    <a:moveTo>
                      <a:pt x="0" y="512"/>
                    </a:moveTo>
                    <a:cubicBezTo>
                      <a:pt x="4217" y="1"/>
                      <a:pt x="6023" y="4087"/>
                      <a:pt x="6023" y="4087"/>
                    </a:cubicBezTo>
                    <a:cubicBezTo>
                      <a:pt x="6023" y="4087"/>
                      <a:pt x="7143" y="3598"/>
                      <a:pt x="8004" y="4802"/>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4" name="Google Shape;9034;p130"/>
              <p:cNvSpPr/>
              <p:nvPr/>
            </p:nvSpPr>
            <p:spPr>
              <a:xfrm>
                <a:off x="1500244" y="3942280"/>
                <a:ext cx="31183" cy="17449"/>
              </a:xfrm>
              <a:custGeom>
                <a:rect b="b" l="l" r="r" t="t"/>
                <a:pathLst>
                  <a:path extrusionOk="0" fill="none" h="3959" w="7071">
                    <a:moveTo>
                      <a:pt x="1" y="1"/>
                    </a:moveTo>
                    <a:cubicBezTo>
                      <a:pt x="1" y="1"/>
                      <a:pt x="4265" y="3959"/>
                      <a:pt x="7070" y="1"/>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5" name="Google Shape;9035;p130"/>
              <p:cNvSpPr/>
              <p:nvPr/>
            </p:nvSpPr>
            <p:spPr>
              <a:xfrm>
                <a:off x="1469021" y="3973727"/>
                <a:ext cx="31227" cy="15378"/>
              </a:xfrm>
              <a:custGeom>
                <a:rect b="b" l="l" r="r" t="t"/>
                <a:pathLst>
                  <a:path extrusionOk="0" fill="none" h="3489" w="7081">
                    <a:moveTo>
                      <a:pt x="7081" y="1125"/>
                    </a:moveTo>
                    <a:cubicBezTo>
                      <a:pt x="7081" y="1125"/>
                      <a:pt x="2670" y="1"/>
                      <a:pt x="0" y="3488"/>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6" name="Google Shape;9036;p130"/>
              <p:cNvSpPr/>
              <p:nvPr/>
            </p:nvSpPr>
            <p:spPr>
              <a:xfrm>
                <a:off x="1504314" y="3910479"/>
                <a:ext cx="51950" cy="15131"/>
              </a:xfrm>
              <a:custGeom>
                <a:rect b="b" l="l" r="r" t="t"/>
                <a:pathLst>
                  <a:path extrusionOk="0" fill="none" h="3433" w="11780">
                    <a:moveTo>
                      <a:pt x="11780" y="2663"/>
                    </a:moveTo>
                    <a:cubicBezTo>
                      <a:pt x="8420" y="0"/>
                      <a:pt x="5162" y="3433"/>
                      <a:pt x="5162" y="3433"/>
                    </a:cubicBezTo>
                    <a:cubicBezTo>
                      <a:pt x="5162" y="3433"/>
                      <a:pt x="4473" y="387"/>
                      <a:pt x="1" y="1653"/>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7" name="Google Shape;9037;p130"/>
              <p:cNvSpPr/>
              <p:nvPr/>
            </p:nvSpPr>
            <p:spPr>
              <a:xfrm>
                <a:off x="1469738" y="3847100"/>
                <a:ext cx="99150" cy="224346"/>
              </a:xfrm>
              <a:custGeom>
                <a:rect b="b" l="l" r="r" t="t"/>
                <a:pathLst>
                  <a:path extrusionOk="0" fill="none" h="50901" w="22483">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038" name="Google Shape;9038;p130"/>
            <p:cNvSpPr/>
            <p:nvPr/>
          </p:nvSpPr>
          <p:spPr>
            <a:xfrm>
              <a:off x="2008060" y="4212384"/>
              <a:ext cx="24537" cy="23585"/>
            </a:xfrm>
            <a:custGeom>
              <a:rect b="b" l="l" r="r" t="t"/>
              <a:pathLst>
                <a:path extrusionOk="0" h="5351" w="5564">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9" name="Google Shape;9039;p130"/>
            <p:cNvSpPr/>
            <p:nvPr/>
          </p:nvSpPr>
          <p:spPr>
            <a:xfrm>
              <a:off x="1545645" y="4049730"/>
              <a:ext cx="24520" cy="23576"/>
            </a:xfrm>
            <a:custGeom>
              <a:rect b="b" l="l" r="r" t="t"/>
              <a:pathLst>
                <a:path extrusionOk="0" h="5349" w="556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0" name="Google Shape;9040;p130"/>
            <p:cNvSpPr/>
            <p:nvPr/>
          </p:nvSpPr>
          <p:spPr>
            <a:xfrm>
              <a:off x="1231521" y="3947489"/>
              <a:ext cx="24524" cy="23576"/>
            </a:xfrm>
            <a:custGeom>
              <a:rect b="b" l="l" r="r" t="t"/>
              <a:pathLst>
                <a:path extrusionOk="0" h="5349" w="5561">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1" name="Google Shape;9041;p130"/>
            <p:cNvSpPr/>
            <p:nvPr/>
          </p:nvSpPr>
          <p:spPr>
            <a:xfrm>
              <a:off x="834100" y="4046742"/>
              <a:ext cx="24520" cy="23580"/>
            </a:xfrm>
            <a:custGeom>
              <a:rect b="b" l="l" r="r" t="t"/>
              <a:pathLst>
                <a:path extrusionOk="0" h="5350" w="556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2" name="Google Shape;9042;p130"/>
            <p:cNvSpPr/>
            <p:nvPr/>
          </p:nvSpPr>
          <p:spPr>
            <a:xfrm>
              <a:off x="834100" y="3849652"/>
              <a:ext cx="24520" cy="23580"/>
            </a:xfrm>
            <a:custGeom>
              <a:rect b="b" l="l" r="r" t="t"/>
              <a:pathLst>
                <a:path extrusionOk="0" h="5350" w="556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3" name="Google Shape;9043;p130"/>
            <p:cNvSpPr/>
            <p:nvPr/>
          </p:nvSpPr>
          <p:spPr>
            <a:xfrm>
              <a:off x="1668053" y="3947489"/>
              <a:ext cx="24520" cy="23576"/>
            </a:xfrm>
            <a:custGeom>
              <a:rect b="b" l="l" r="r" t="t"/>
              <a:pathLst>
                <a:path extrusionOk="0" h="5349" w="556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4" name="Google Shape;9044;p130"/>
            <p:cNvSpPr/>
            <p:nvPr/>
          </p:nvSpPr>
          <p:spPr>
            <a:xfrm>
              <a:off x="889649" y="3678195"/>
              <a:ext cx="23589" cy="23576"/>
            </a:xfrm>
            <a:custGeom>
              <a:rect b="b" l="l" r="r" t="t"/>
              <a:pathLst>
                <a:path extrusionOk="0" h="5349" w="5349">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5" name="Google Shape;9045;p130"/>
            <p:cNvSpPr/>
            <p:nvPr/>
          </p:nvSpPr>
          <p:spPr>
            <a:xfrm>
              <a:off x="1357708" y="3848642"/>
              <a:ext cx="24542" cy="23585"/>
            </a:xfrm>
            <a:custGeom>
              <a:rect b="b" l="l" r="r" t="t"/>
              <a:pathLst>
                <a:path extrusionOk="0" h="5351" w="5565">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6" name="Google Shape;9046;p130"/>
            <p:cNvSpPr/>
            <p:nvPr/>
          </p:nvSpPr>
          <p:spPr>
            <a:xfrm>
              <a:off x="1357708" y="4049730"/>
              <a:ext cx="24542" cy="23585"/>
            </a:xfrm>
            <a:custGeom>
              <a:rect b="b" l="l" r="r" t="t"/>
              <a:pathLst>
                <a:path extrusionOk="0" h="5351" w="5565">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7" name="Google Shape;9047;p130"/>
            <p:cNvSpPr/>
            <p:nvPr/>
          </p:nvSpPr>
          <p:spPr>
            <a:xfrm>
              <a:off x="889649" y="4212384"/>
              <a:ext cx="24520" cy="23585"/>
            </a:xfrm>
            <a:custGeom>
              <a:rect b="b" l="l" r="r" t="t"/>
              <a:pathLst>
                <a:path extrusionOk="0" h="5351" w="556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8" name="Google Shape;9048;p130"/>
            <p:cNvSpPr/>
            <p:nvPr/>
          </p:nvSpPr>
          <p:spPr>
            <a:xfrm>
              <a:off x="2008060" y="3678195"/>
              <a:ext cx="24537" cy="23576"/>
            </a:xfrm>
            <a:custGeom>
              <a:rect b="b" l="l" r="r" t="t"/>
              <a:pathLst>
                <a:path extrusionOk="0" h="5349" w="5564">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9" name="Google Shape;9049;p130"/>
            <p:cNvSpPr/>
            <p:nvPr/>
          </p:nvSpPr>
          <p:spPr>
            <a:xfrm>
              <a:off x="1548251" y="3848642"/>
              <a:ext cx="24520" cy="23580"/>
            </a:xfrm>
            <a:custGeom>
              <a:rect b="b" l="l" r="r" t="t"/>
              <a:pathLst>
                <a:path extrusionOk="0" h="5350" w="556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0" name="Google Shape;9050;p130"/>
            <p:cNvSpPr/>
            <p:nvPr/>
          </p:nvSpPr>
          <p:spPr>
            <a:xfrm>
              <a:off x="2069063" y="3847033"/>
              <a:ext cx="24520" cy="23585"/>
            </a:xfrm>
            <a:custGeom>
              <a:rect b="b" l="l" r="r" t="t"/>
              <a:pathLst>
                <a:path extrusionOk="0" h="5351" w="556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1" name="Google Shape;9051;p130"/>
            <p:cNvSpPr/>
            <p:nvPr/>
          </p:nvSpPr>
          <p:spPr>
            <a:xfrm>
              <a:off x="2069063" y="4046870"/>
              <a:ext cx="24520" cy="23576"/>
            </a:xfrm>
            <a:custGeom>
              <a:rect b="b" l="l" r="r" t="t"/>
              <a:pathLst>
                <a:path extrusionOk="0" h="5349" w="556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52" name="Google Shape;9052;p130"/>
          <p:cNvGrpSpPr/>
          <p:nvPr/>
        </p:nvGrpSpPr>
        <p:grpSpPr>
          <a:xfrm rot="5400000">
            <a:off x="5951338" y="3228837"/>
            <a:ext cx="164064" cy="1414916"/>
            <a:chOff x="4428249" y="1369375"/>
            <a:chExt cx="36905" cy="429569"/>
          </a:xfrm>
        </p:grpSpPr>
        <p:sp>
          <p:nvSpPr>
            <p:cNvPr id="9053" name="Google Shape;9053;p130"/>
            <p:cNvSpPr/>
            <p:nvPr/>
          </p:nvSpPr>
          <p:spPr>
            <a:xfrm>
              <a:off x="4428249" y="1369375"/>
              <a:ext cx="2375" cy="429104"/>
            </a:xfrm>
            <a:custGeom>
              <a:rect b="b" l="l" r="r" t="t"/>
              <a:pathLst>
                <a:path extrusionOk="0" h="18328" w="95">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4" name="Google Shape;9054;p130"/>
            <p:cNvSpPr/>
            <p:nvPr/>
          </p:nvSpPr>
          <p:spPr>
            <a:xfrm>
              <a:off x="4428354" y="1369375"/>
              <a:ext cx="36800" cy="2200"/>
            </a:xfrm>
            <a:custGeom>
              <a:rect b="b" l="l" r="r" t="t"/>
              <a:pathLst>
                <a:path extrusionOk="0" h="88" w="1472">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5" name="Google Shape;9055;p130"/>
            <p:cNvSpPr/>
            <p:nvPr/>
          </p:nvSpPr>
          <p:spPr>
            <a:xfrm>
              <a:off x="4428704" y="1383625"/>
              <a:ext cx="17350" cy="2200"/>
            </a:xfrm>
            <a:custGeom>
              <a:rect b="b" l="l" r="r" t="t"/>
              <a:pathLst>
                <a:path extrusionOk="0" h="88" w="694">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6" name="Google Shape;9056;p130"/>
            <p:cNvSpPr/>
            <p:nvPr/>
          </p:nvSpPr>
          <p:spPr>
            <a:xfrm>
              <a:off x="4428704" y="1397875"/>
              <a:ext cx="17350" cy="2175"/>
            </a:xfrm>
            <a:custGeom>
              <a:rect b="b" l="l" r="r" t="t"/>
              <a:pathLst>
                <a:path extrusionOk="0" h="87" w="694">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7" name="Google Shape;9057;p130"/>
            <p:cNvSpPr/>
            <p:nvPr/>
          </p:nvSpPr>
          <p:spPr>
            <a:xfrm>
              <a:off x="4428704" y="1412125"/>
              <a:ext cx="36100" cy="2175"/>
            </a:xfrm>
            <a:custGeom>
              <a:rect b="b" l="l" r="r" t="t"/>
              <a:pathLst>
                <a:path extrusionOk="0" h="87" w="1444">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8" name="Google Shape;9058;p130"/>
            <p:cNvSpPr/>
            <p:nvPr/>
          </p:nvSpPr>
          <p:spPr>
            <a:xfrm>
              <a:off x="4428354" y="1426350"/>
              <a:ext cx="18050" cy="2200"/>
            </a:xfrm>
            <a:custGeom>
              <a:rect b="b" l="l" r="r" t="t"/>
              <a:pathLst>
                <a:path extrusionOk="0" h="88" w="722">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9" name="Google Shape;9059;p130"/>
            <p:cNvSpPr/>
            <p:nvPr/>
          </p:nvSpPr>
          <p:spPr>
            <a:xfrm>
              <a:off x="4428704" y="1440600"/>
              <a:ext cx="17350" cy="2200"/>
            </a:xfrm>
            <a:custGeom>
              <a:rect b="b" l="l" r="r" t="t"/>
              <a:pathLst>
                <a:path extrusionOk="0" h="88" w="694">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0" name="Google Shape;9060;p130"/>
            <p:cNvSpPr/>
            <p:nvPr/>
          </p:nvSpPr>
          <p:spPr>
            <a:xfrm>
              <a:off x="4428704" y="1454850"/>
              <a:ext cx="36100" cy="2375"/>
            </a:xfrm>
            <a:custGeom>
              <a:rect b="b" l="l" r="r" t="t"/>
              <a:pathLst>
                <a:path extrusionOk="0" h="95" w="1444">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1" name="Google Shape;9061;p130"/>
            <p:cNvSpPr/>
            <p:nvPr/>
          </p:nvSpPr>
          <p:spPr>
            <a:xfrm>
              <a:off x="4428354" y="1469100"/>
              <a:ext cx="18050" cy="2375"/>
            </a:xfrm>
            <a:custGeom>
              <a:rect b="b" l="l" r="r" t="t"/>
              <a:pathLst>
                <a:path extrusionOk="0" h="95" w="722">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2" name="Google Shape;9062;p130"/>
            <p:cNvSpPr/>
            <p:nvPr/>
          </p:nvSpPr>
          <p:spPr>
            <a:xfrm>
              <a:off x="4428354" y="1483350"/>
              <a:ext cx="18050" cy="2350"/>
            </a:xfrm>
            <a:custGeom>
              <a:rect b="b" l="l" r="r" t="t"/>
              <a:pathLst>
                <a:path extrusionOk="0" h="94" w="722">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3" name="Google Shape;9063;p130"/>
            <p:cNvSpPr/>
            <p:nvPr/>
          </p:nvSpPr>
          <p:spPr>
            <a:xfrm>
              <a:off x="4428704" y="1497575"/>
              <a:ext cx="36100" cy="2200"/>
            </a:xfrm>
            <a:custGeom>
              <a:rect b="b" l="l" r="r" t="t"/>
              <a:pathLst>
                <a:path extrusionOk="0" h="88" w="1444">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4" name="Google Shape;9064;p130"/>
            <p:cNvSpPr/>
            <p:nvPr/>
          </p:nvSpPr>
          <p:spPr>
            <a:xfrm>
              <a:off x="4428704" y="1511825"/>
              <a:ext cx="17350" cy="2375"/>
            </a:xfrm>
            <a:custGeom>
              <a:rect b="b" l="l" r="r" t="t"/>
              <a:pathLst>
                <a:path extrusionOk="0" h="95" w="694">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5" name="Google Shape;9065;p130"/>
            <p:cNvSpPr/>
            <p:nvPr/>
          </p:nvSpPr>
          <p:spPr>
            <a:xfrm>
              <a:off x="4428354" y="1526075"/>
              <a:ext cx="18050" cy="2375"/>
            </a:xfrm>
            <a:custGeom>
              <a:rect b="b" l="l" r="r" t="t"/>
              <a:pathLst>
                <a:path extrusionOk="0" h="95" w="722">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6" name="Google Shape;9066;p130"/>
            <p:cNvSpPr/>
            <p:nvPr/>
          </p:nvSpPr>
          <p:spPr>
            <a:xfrm>
              <a:off x="4428704" y="1540325"/>
              <a:ext cx="36100" cy="2350"/>
            </a:xfrm>
            <a:custGeom>
              <a:rect b="b" l="l" r="r" t="t"/>
              <a:pathLst>
                <a:path extrusionOk="0" h="94" w="1444">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7" name="Google Shape;9067;p130"/>
            <p:cNvSpPr/>
            <p:nvPr/>
          </p:nvSpPr>
          <p:spPr>
            <a:xfrm>
              <a:off x="4428704" y="1554550"/>
              <a:ext cx="17350" cy="2375"/>
            </a:xfrm>
            <a:custGeom>
              <a:rect b="b" l="l" r="r" t="t"/>
              <a:pathLst>
                <a:path extrusionOk="0" h="95" w="694">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8" name="Google Shape;9068;p130"/>
            <p:cNvSpPr/>
            <p:nvPr/>
          </p:nvSpPr>
          <p:spPr>
            <a:xfrm>
              <a:off x="4428704" y="1568800"/>
              <a:ext cx="17350" cy="2375"/>
            </a:xfrm>
            <a:custGeom>
              <a:rect b="b" l="l" r="r" t="t"/>
              <a:pathLst>
                <a:path extrusionOk="0" h="95" w="694">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9" name="Google Shape;9069;p130"/>
            <p:cNvSpPr/>
            <p:nvPr/>
          </p:nvSpPr>
          <p:spPr>
            <a:xfrm>
              <a:off x="4428354" y="1583050"/>
              <a:ext cx="36800" cy="2375"/>
            </a:xfrm>
            <a:custGeom>
              <a:rect b="b" l="l" r="r" t="t"/>
              <a:pathLst>
                <a:path extrusionOk="0" h="95" w="1472">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0" name="Google Shape;9070;p130"/>
            <p:cNvSpPr/>
            <p:nvPr/>
          </p:nvSpPr>
          <p:spPr>
            <a:xfrm>
              <a:off x="4428704" y="1597300"/>
              <a:ext cx="17350" cy="2375"/>
            </a:xfrm>
            <a:custGeom>
              <a:rect b="b" l="l" r="r" t="t"/>
              <a:pathLst>
                <a:path extrusionOk="0" h="95" w="694">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1" name="Google Shape;9071;p130"/>
            <p:cNvSpPr/>
            <p:nvPr/>
          </p:nvSpPr>
          <p:spPr>
            <a:xfrm>
              <a:off x="4428704" y="1611550"/>
              <a:ext cx="17350" cy="2350"/>
            </a:xfrm>
            <a:custGeom>
              <a:rect b="b" l="l" r="r" t="t"/>
              <a:pathLst>
                <a:path extrusionOk="0" h="94" w="694">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2" name="Google Shape;9072;p130"/>
            <p:cNvSpPr/>
            <p:nvPr/>
          </p:nvSpPr>
          <p:spPr>
            <a:xfrm>
              <a:off x="4428704" y="1625775"/>
              <a:ext cx="36100" cy="2375"/>
            </a:xfrm>
            <a:custGeom>
              <a:rect b="b" l="l" r="r" t="t"/>
              <a:pathLst>
                <a:path extrusionOk="0" h="95" w="1444">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3" name="Google Shape;9073;p130"/>
            <p:cNvSpPr/>
            <p:nvPr/>
          </p:nvSpPr>
          <p:spPr>
            <a:xfrm>
              <a:off x="4428354" y="1640025"/>
              <a:ext cx="18050" cy="2375"/>
            </a:xfrm>
            <a:custGeom>
              <a:rect b="b" l="l" r="r" t="t"/>
              <a:pathLst>
                <a:path extrusionOk="0" h="95" w="722">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4" name="Google Shape;9074;p130"/>
            <p:cNvSpPr/>
            <p:nvPr/>
          </p:nvSpPr>
          <p:spPr>
            <a:xfrm>
              <a:off x="4428704" y="1654275"/>
              <a:ext cx="17350" cy="2375"/>
            </a:xfrm>
            <a:custGeom>
              <a:rect b="b" l="l" r="r" t="t"/>
              <a:pathLst>
                <a:path extrusionOk="0" h="95" w="694">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5" name="Google Shape;9075;p130"/>
            <p:cNvSpPr/>
            <p:nvPr/>
          </p:nvSpPr>
          <p:spPr>
            <a:xfrm>
              <a:off x="4428704" y="1668525"/>
              <a:ext cx="36100" cy="2350"/>
            </a:xfrm>
            <a:custGeom>
              <a:rect b="b" l="l" r="r" t="t"/>
              <a:pathLst>
                <a:path extrusionOk="0" h="94" w="1444">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6" name="Google Shape;9076;p130"/>
            <p:cNvSpPr/>
            <p:nvPr/>
          </p:nvSpPr>
          <p:spPr>
            <a:xfrm>
              <a:off x="4428704" y="1682950"/>
              <a:ext cx="17350" cy="2175"/>
            </a:xfrm>
            <a:custGeom>
              <a:rect b="b" l="l" r="r" t="t"/>
              <a:pathLst>
                <a:path extrusionOk="0" h="87" w="694">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7" name="Google Shape;9077;p130"/>
            <p:cNvSpPr/>
            <p:nvPr/>
          </p:nvSpPr>
          <p:spPr>
            <a:xfrm>
              <a:off x="4428354" y="1697200"/>
              <a:ext cx="18050" cy="2175"/>
            </a:xfrm>
            <a:custGeom>
              <a:rect b="b" l="l" r="r" t="t"/>
              <a:pathLst>
                <a:path extrusionOk="0" h="87" w="722">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8" name="Google Shape;9078;p130"/>
            <p:cNvSpPr/>
            <p:nvPr/>
          </p:nvSpPr>
          <p:spPr>
            <a:xfrm>
              <a:off x="4428704" y="1711425"/>
              <a:ext cx="36100" cy="2200"/>
            </a:xfrm>
            <a:custGeom>
              <a:rect b="b" l="l" r="r" t="t"/>
              <a:pathLst>
                <a:path extrusionOk="0" h="88" w="1444">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9" name="Google Shape;9079;p130"/>
            <p:cNvSpPr/>
            <p:nvPr/>
          </p:nvSpPr>
          <p:spPr>
            <a:xfrm>
              <a:off x="4428704" y="1725675"/>
              <a:ext cx="17350" cy="2375"/>
            </a:xfrm>
            <a:custGeom>
              <a:rect b="b" l="l" r="r" t="t"/>
              <a:pathLst>
                <a:path extrusionOk="0" h="95" w="694">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0" name="Google Shape;9080;p130"/>
            <p:cNvSpPr/>
            <p:nvPr/>
          </p:nvSpPr>
          <p:spPr>
            <a:xfrm>
              <a:off x="4428704" y="1739925"/>
              <a:ext cx="17350" cy="2175"/>
            </a:xfrm>
            <a:custGeom>
              <a:rect b="b" l="l" r="r" t="t"/>
              <a:pathLst>
                <a:path extrusionOk="0" h="87" w="694">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1" name="Google Shape;9081;p130"/>
            <p:cNvSpPr/>
            <p:nvPr/>
          </p:nvSpPr>
          <p:spPr>
            <a:xfrm>
              <a:off x="4428354" y="1754175"/>
              <a:ext cx="36800" cy="2175"/>
            </a:xfrm>
            <a:custGeom>
              <a:rect b="b" l="l" r="r" t="t"/>
              <a:pathLst>
                <a:path extrusionOk="0" h="87" w="1472">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2" name="Google Shape;9082;p130"/>
            <p:cNvSpPr/>
            <p:nvPr/>
          </p:nvSpPr>
          <p:spPr>
            <a:xfrm>
              <a:off x="4428704" y="1768400"/>
              <a:ext cx="17350" cy="2200"/>
            </a:xfrm>
            <a:custGeom>
              <a:rect b="b" l="l" r="r" t="t"/>
              <a:pathLst>
                <a:path extrusionOk="0" h="88" w="694">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3" name="Google Shape;9083;p130"/>
            <p:cNvSpPr/>
            <p:nvPr/>
          </p:nvSpPr>
          <p:spPr>
            <a:xfrm>
              <a:off x="4428704" y="1782650"/>
              <a:ext cx="17350" cy="2200"/>
            </a:xfrm>
            <a:custGeom>
              <a:rect b="b" l="l" r="r" t="t"/>
              <a:pathLst>
                <a:path extrusionOk="0" h="88" w="694">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4" name="Google Shape;9084;p130"/>
            <p:cNvSpPr/>
            <p:nvPr/>
          </p:nvSpPr>
          <p:spPr>
            <a:xfrm>
              <a:off x="4428542" y="1796744"/>
              <a:ext cx="36100" cy="2200"/>
            </a:xfrm>
            <a:custGeom>
              <a:rect b="b" l="l" r="r" t="t"/>
              <a:pathLst>
                <a:path extrusionOk="0" h="88" w="1444">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85" name="Google Shape;9085;p130"/>
          <p:cNvGrpSpPr/>
          <p:nvPr/>
        </p:nvGrpSpPr>
        <p:grpSpPr>
          <a:xfrm flipH="1" rot="10800000">
            <a:off x="5323767" y="2817380"/>
            <a:ext cx="1419207" cy="24808"/>
            <a:chOff x="219558" y="4738465"/>
            <a:chExt cx="5852400" cy="102300"/>
          </a:xfrm>
        </p:grpSpPr>
        <p:cxnSp>
          <p:nvCxnSpPr>
            <p:cNvPr id="9086" name="Google Shape;9086;p130"/>
            <p:cNvCxnSpPr/>
            <p:nvPr/>
          </p:nvCxnSpPr>
          <p:spPr>
            <a:xfrm>
              <a:off x="219558" y="4789684"/>
              <a:ext cx="5852400" cy="0"/>
            </a:xfrm>
            <a:prstGeom prst="straightConnector1">
              <a:avLst/>
            </a:prstGeom>
            <a:noFill/>
            <a:ln cap="flat" cmpd="sng" w="9525">
              <a:solidFill>
                <a:srgbClr val="5F7D95"/>
              </a:solidFill>
              <a:prstDash val="solid"/>
              <a:round/>
              <a:headEnd len="med" w="med" type="oval"/>
              <a:tailEnd len="med" w="med" type="oval"/>
            </a:ln>
          </p:spPr>
        </p:cxnSp>
        <p:sp>
          <p:nvSpPr>
            <p:cNvPr id="9087" name="Google Shape;9087;p130"/>
            <p:cNvSpPr/>
            <p:nvPr/>
          </p:nvSpPr>
          <p:spPr>
            <a:xfrm>
              <a:off x="1200298" y="4738465"/>
              <a:ext cx="102300" cy="1023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8" name="Google Shape;9088;p130"/>
            <p:cNvSpPr/>
            <p:nvPr/>
          </p:nvSpPr>
          <p:spPr>
            <a:xfrm>
              <a:off x="2175146" y="4738465"/>
              <a:ext cx="102300" cy="1023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9" name="Google Shape;9089;p130"/>
            <p:cNvSpPr/>
            <p:nvPr/>
          </p:nvSpPr>
          <p:spPr>
            <a:xfrm>
              <a:off x="3040751" y="4738465"/>
              <a:ext cx="102300" cy="1023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0" name="Google Shape;9090;p130"/>
            <p:cNvSpPr/>
            <p:nvPr/>
          </p:nvSpPr>
          <p:spPr>
            <a:xfrm>
              <a:off x="4028157" y="4738465"/>
              <a:ext cx="102300" cy="1023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1" name="Google Shape;9091;p130"/>
            <p:cNvSpPr/>
            <p:nvPr/>
          </p:nvSpPr>
          <p:spPr>
            <a:xfrm>
              <a:off x="5040827" y="4738465"/>
              <a:ext cx="102300" cy="1023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92" name="Google Shape;9092;p130"/>
          <p:cNvGrpSpPr/>
          <p:nvPr/>
        </p:nvGrpSpPr>
        <p:grpSpPr>
          <a:xfrm>
            <a:off x="5335086" y="3190444"/>
            <a:ext cx="1396570" cy="385016"/>
            <a:chOff x="5286284" y="2966544"/>
            <a:chExt cx="1396570" cy="385016"/>
          </a:xfrm>
        </p:grpSpPr>
        <p:cxnSp>
          <p:nvCxnSpPr>
            <p:cNvPr id="9093" name="Google Shape;9093;p130"/>
            <p:cNvCxnSpPr/>
            <p:nvPr/>
          </p:nvCxnSpPr>
          <p:spPr>
            <a:xfrm>
              <a:off x="5752056" y="3094781"/>
              <a:ext cx="470100" cy="0"/>
            </a:xfrm>
            <a:prstGeom prst="straightConnector1">
              <a:avLst/>
            </a:prstGeom>
            <a:noFill/>
            <a:ln cap="flat" cmpd="sng" w="9525">
              <a:solidFill>
                <a:srgbClr val="435D74"/>
              </a:solidFill>
              <a:prstDash val="solid"/>
              <a:round/>
              <a:headEnd len="med" w="med" type="oval"/>
              <a:tailEnd len="med" w="med" type="oval"/>
            </a:ln>
          </p:spPr>
        </p:cxnSp>
        <p:cxnSp>
          <p:nvCxnSpPr>
            <p:cNvPr id="9094" name="Google Shape;9094;p130"/>
            <p:cNvCxnSpPr/>
            <p:nvPr/>
          </p:nvCxnSpPr>
          <p:spPr>
            <a:xfrm>
              <a:off x="5980194" y="3351560"/>
              <a:ext cx="594300" cy="0"/>
            </a:xfrm>
            <a:prstGeom prst="straightConnector1">
              <a:avLst/>
            </a:prstGeom>
            <a:noFill/>
            <a:ln cap="flat" cmpd="sng" w="9525">
              <a:solidFill>
                <a:srgbClr val="435D74"/>
              </a:solidFill>
              <a:prstDash val="solid"/>
              <a:round/>
              <a:headEnd len="med" w="med" type="oval"/>
              <a:tailEnd len="med" w="med" type="oval"/>
            </a:ln>
          </p:spPr>
        </p:cxnSp>
        <p:grpSp>
          <p:nvGrpSpPr>
            <p:cNvPr id="9095" name="Google Shape;9095;p130"/>
            <p:cNvGrpSpPr/>
            <p:nvPr/>
          </p:nvGrpSpPr>
          <p:grpSpPr>
            <a:xfrm>
              <a:off x="5287688" y="3173364"/>
              <a:ext cx="1395166" cy="74100"/>
              <a:chOff x="5287688" y="3173364"/>
              <a:chExt cx="1395166" cy="74100"/>
            </a:xfrm>
          </p:grpSpPr>
          <p:cxnSp>
            <p:nvCxnSpPr>
              <p:cNvPr id="9096" name="Google Shape;9096;p130"/>
              <p:cNvCxnSpPr/>
              <p:nvPr/>
            </p:nvCxnSpPr>
            <p:spPr>
              <a:xfrm>
                <a:off x="6682853" y="3173540"/>
                <a:ext cx="0" cy="73800"/>
              </a:xfrm>
              <a:prstGeom prst="straightConnector1">
                <a:avLst/>
              </a:prstGeom>
              <a:noFill/>
              <a:ln cap="flat" cmpd="sng" w="9525">
                <a:solidFill>
                  <a:srgbClr val="5F7D95"/>
                </a:solidFill>
                <a:prstDash val="solid"/>
                <a:round/>
                <a:headEnd len="med" w="med" type="none"/>
                <a:tailEnd len="med" w="med" type="none"/>
              </a:ln>
            </p:spPr>
          </p:cxnSp>
          <p:cxnSp>
            <p:nvCxnSpPr>
              <p:cNvPr id="9097" name="Google Shape;9097;p130"/>
              <p:cNvCxnSpPr/>
              <p:nvPr/>
            </p:nvCxnSpPr>
            <p:spPr>
              <a:xfrm>
                <a:off x="5287688" y="3210371"/>
                <a:ext cx="1394700" cy="0"/>
              </a:xfrm>
              <a:prstGeom prst="straightConnector1">
                <a:avLst/>
              </a:prstGeom>
              <a:noFill/>
              <a:ln cap="flat" cmpd="sng" w="9525">
                <a:solidFill>
                  <a:srgbClr val="5F7D95"/>
                </a:solidFill>
                <a:prstDash val="solid"/>
                <a:round/>
                <a:headEnd len="med" w="med" type="none"/>
                <a:tailEnd len="med" w="med" type="none"/>
              </a:ln>
            </p:spPr>
          </p:cxnSp>
          <p:cxnSp>
            <p:nvCxnSpPr>
              <p:cNvPr id="9098" name="Google Shape;9098;p130"/>
              <p:cNvCxnSpPr/>
              <p:nvPr/>
            </p:nvCxnSpPr>
            <p:spPr>
              <a:xfrm>
                <a:off x="5518476" y="3173364"/>
                <a:ext cx="0" cy="74100"/>
              </a:xfrm>
              <a:prstGeom prst="straightConnector1">
                <a:avLst/>
              </a:prstGeom>
              <a:noFill/>
              <a:ln cap="flat" cmpd="sng" w="9525">
                <a:solidFill>
                  <a:srgbClr val="5F7D95"/>
                </a:solidFill>
                <a:prstDash val="solid"/>
                <a:round/>
                <a:headEnd len="med" w="med" type="none"/>
                <a:tailEnd len="med" w="med" type="none"/>
              </a:ln>
            </p:spPr>
          </p:cxnSp>
          <p:cxnSp>
            <p:nvCxnSpPr>
              <p:cNvPr id="9099" name="Google Shape;9099;p130"/>
              <p:cNvCxnSpPr/>
              <p:nvPr/>
            </p:nvCxnSpPr>
            <p:spPr>
              <a:xfrm>
                <a:off x="5287935" y="3173364"/>
                <a:ext cx="0" cy="74100"/>
              </a:xfrm>
              <a:prstGeom prst="straightConnector1">
                <a:avLst/>
              </a:prstGeom>
              <a:noFill/>
              <a:ln cap="flat" cmpd="sng" w="9525">
                <a:solidFill>
                  <a:srgbClr val="5F7D95"/>
                </a:solidFill>
                <a:prstDash val="solid"/>
                <a:round/>
                <a:headEnd len="med" w="med" type="none"/>
                <a:tailEnd len="med" w="med" type="none"/>
              </a:ln>
            </p:spPr>
          </p:cxnSp>
          <p:cxnSp>
            <p:nvCxnSpPr>
              <p:cNvPr id="9100" name="Google Shape;9100;p130"/>
              <p:cNvCxnSpPr/>
              <p:nvPr/>
            </p:nvCxnSpPr>
            <p:spPr>
              <a:xfrm>
                <a:off x="5751239" y="3173364"/>
                <a:ext cx="0" cy="74100"/>
              </a:xfrm>
              <a:prstGeom prst="straightConnector1">
                <a:avLst/>
              </a:prstGeom>
              <a:noFill/>
              <a:ln cap="flat" cmpd="sng" w="9525">
                <a:solidFill>
                  <a:srgbClr val="5F7D95"/>
                </a:solidFill>
                <a:prstDash val="solid"/>
                <a:round/>
                <a:headEnd len="med" w="med" type="none"/>
                <a:tailEnd len="med" w="med" type="none"/>
              </a:ln>
            </p:spPr>
          </p:cxnSp>
          <p:cxnSp>
            <p:nvCxnSpPr>
              <p:cNvPr id="9101" name="Google Shape;9101;p130"/>
              <p:cNvCxnSpPr/>
              <p:nvPr/>
            </p:nvCxnSpPr>
            <p:spPr>
              <a:xfrm>
                <a:off x="5982252" y="3173364"/>
                <a:ext cx="0" cy="74100"/>
              </a:xfrm>
              <a:prstGeom prst="straightConnector1">
                <a:avLst/>
              </a:prstGeom>
              <a:noFill/>
              <a:ln cap="flat" cmpd="sng" w="9525">
                <a:solidFill>
                  <a:srgbClr val="5F7D95"/>
                </a:solidFill>
                <a:prstDash val="solid"/>
                <a:round/>
                <a:headEnd len="med" w="med" type="none"/>
                <a:tailEnd len="med" w="med" type="none"/>
              </a:ln>
            </p:spPr>
          </p:cxnSp>
          <p:cxnSp>
            <p:nvCxnSpPr>
              <p:cNvPr id="9102" name="Google Shape;9102;p130"/>
              <p:cNvCxnSpPr/>
              <p:nvPr/>
            </p:nvCxnSpPr>
            <p:spPr>
              <a:xfrm>
                <a:off x="6216184" y="3173364"/>
                <a:ext cx="0" cy="74100"/>
              </a:xfrm>
              <a:prstGeom prst="straightConnector1">
                <a:avLst/>
              </a:prstGeom>
              <a:noFill/>
              <a:ln cap="flat" cmpd="sng" w="9525">
                <a:solidFill>
                  <a:srgbClr val="5F7D95"/>
                </a:solidFill>
                <a:prstDash val="solid"/>
                <a:round/>
                <a:headEnd len="med" w="med" type="none"/>
                <a:tailEnd len="med" w="med" type="none"/>
              </a:ln>
            </p:spPr>
          </p:cxnSp>
          <p:cxnSp>
            <p:nvCxnSpPr>
              <p:cNvPr id="9103" name="Google Shape;9103;p130"/>
              <p:cNvCxnSpPr/>
              <p:nvPr/>
            </p:nvCxnSpPr>
            <p:spPr>
              <a:xfrm>
                <a:off x="6449534" y="3173364"/>
                <a:ext cx="0" cy="74100"/>
              </a:xfrm>
              <a:prstGeom prst="straightConnector1">
                <a:avLst/>
              </a:prstGeom>
              <a:noFill/>
              <a:ln cap="flat" cmpd="sng" w="9525">
                <a:solidFill>
                  <a:srgbClr val="5F7D95"/>
                </a:solidFill>
                <a:prstDash val="solid"/>
                <a:round/>
                <a:headEnd len="med" w="med" type="none"/>
                <a:tailEnd len="med" w="med" type="none"/>
              </a:ln>
            </p:spPr>
          </p:cxnSp>
        </p:grpSp>
        <p:cxnSp>
          <p:nvCxnSpPr>
            <p:cNvPr id="9104" name="Google Shape;9104;p130"/>
            <p:cNvCxnSpPr/>
            <p:nvPr/>
          </p:nvCxnSpPr>
          <p:spPr>
            <a:xfrm>
              <a:off x="5286284" y="2966544"/>
              <a:ext cx="468600" cy="0"/>
            </a:xfrm>
            <a:prstGeom prst="straightConnector1">
              <a:avLst/>
            </a:prstGeom>
            <a:noFill/>
            <a:ln cap="flat" cmpd="sng" w="9525">
              <a:solidFill>
                <a:srgbClr val="435D74"/>
              </a:solidFill>
              <a:prstDash val="solid"/>
              <a:round/>
              <a:headEnd len="med" w="med" type="oval"/>
              <a:tailEnd len="med" w="med" type="oval"/>
            </a:ln>
          </p:spPr>
        </p:cxnSp>
      </p:grpSp>
      <p:grpSp>
        <p:nvGrpSpPr>
          <p:cNvPr id="9105" name="Google Shape;9105;p130"/>
          <p:cNvGrpSpPr/>
          <p:nvPr/>
        </p:nvGrpSpPr>
        <p:grpSpPr>
          <a:xfrm>
            <a:off x="2021151" y="1609220"/>
            <a:ext cx="1182276" cy="662027"/>
            <a:chOff x="2029517" y="1732295"/>
            <a:chExt cx="1149068" cy="643432"/>
          </a:xfrm>
        </p:grpSpPr>
        <p:grpSp>
          <p:nvGrpSpPr>
            <p:cNvPr id="9106" name="Google Shape;9106;p130"/>
            <p:cNvGrpSpPr/>
            <p:nvPr/>
          </p:nvGrpSpPr>
          <p:grpSpPr>
            <a:xfrm>
              <a:off x="2708660" y="1746937"/>
              <a:ext cx="455427" cy="244429"/>
              <a:chOff x="2700693" y="1746937"/>
              <a:chExt cx="455427" cy="244429"/>
            </a:xfrm>
          </p:grpSpPr>
          <p:grpSp>
            <p:nvGrpSpPr>
              <p:cNvPr id="9107" name="Google Shape;9107;p130"/>
              <p:cNvGrpSpPr/>
              <p:nvPr/>
            </p:nvGrpSpPr>
            <p:grpSpPr>
              <a:xfrm>
                <a:off x="2905682" y="1782817"/>
                <a:ext cx="250438" cy="208549"/>
                <a:chOff x="2905682" y="1782817"/>
                <a:chExt cx="250438" cy="208549"/>
              </a:xfrm>
            </p:grpSpPr>
            <p:cxnSp>
              <p:nvCxnSpPr>
                <p:cNvPr id="9108" name="Google Shape;9108;p130"/>
                <p:cNvCxnSpPr/>
                <p:nvPr/>
              </p:nvCxnSpPr>
              <p:spPr>
                <a:xfrm flipH="1" rot="-5400000">
                  <a:off x="2905682" y="1782817"/>
                  <a:ext cx="175200" cy="175200"/>
                </a:xfrm>
                <a:prstGeom prst="bentConnector3">
                  <a:avLst>
                    <a:gd fmla="val 50000" name="adj1"/>
                  </a:avLst>
                </a:prstGeom>
                <a:noFill/>
                <a:ln cap="flat" cmpd="sng" w="9525">
                  <a:solidFill>
                    <a:srgbClr val="869FB2"/>
                  </a:solidFill>
                  <a:prstDash val="solid"/>
                  <a:round/>
                  <a:headEnd len="med" w="med" type="none"/>
                  <a:tailEnd len="med" w="med" type="none"/>
                </a:ln>
              </p:spPr>
            </p:cxnSp>
            <p:sp>
              <p:nvSpPr>
                <p:cNvPr id="9109" name="Google Shape;9109;p130"/>
                <p:cNvSpPr/>
                <p:nvPr/>
              </p:nvSpPr>
              <p:spPr>
                <a:xfrm>
                  <a:off x="3078213" y="1919045"/>
                  <a:ext cx="77906" cy="72321"/>
                </a:xfrm>
                <a:custGeom>
                  <a:rect b="b" l="l" r="r" t="t"/>
                  <a:pathLst>
                    <a:path extrusionOk="0" h="10746" w="11576">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10" name="Google Shape;9110;p130"/>
              <p:cNvGrpSpPr/>
              <p:nvPr/>
            </p:nvGrpSpPr>
            <p:grpSpPr>
              <a:xfrm>
                <a:off x="2700693" y="1746937"/>
                <a:ext cx="449967" cy="72374"/>
                <a:chOff x="2700693" y="1746937"/>
                <a:chExt cx="449967" cy="72374"/>
              </a:xfrm>
            </p:grpSpPr>
            <p:cxnSp>
              <p:nvCxnSpPr>
                <p:cNvPr id="9111" name="Google Shape;9111;p130"/>
                <p:cNvCxnSpPr/>
                <p:nvPr/>
              </p:nvCxnSpPr>
              <p:spPr>
                <a:xfrm>
                  <a:off x="2700693" y="1782453"/>
                  <a:ext cx="379800" cy="600"/>
                </a:xfrm>
                <a:prstGeom prst="bentConnector3">
                  <a:avLst>
                    <a:gd fmla="val 50000" name="adj1"/>
                  </a:avLst>
                </a:prstGeom>
                <a:noFill/>
                <a:ln cap="flat" cmpd="sng" w="9525">
                  <a:solidFill>
                    <a:srgbClr val="869FB2"/>
                  </a:solidFill>
                  <a:prstDash val="solid"/>
                  <a:round/>
                  <a:headEnd len="med" w="med" type="none"/>
                  <a:tailEnd len="med" w="med" type="none"/>
                </a:ln>
              </p:spPr>
            </p:cxnSp>
            <p:sp>
              <p:nvSpPr>
                <p:cNvPr id="9112" name="Google Shape;9112;p130"/>
                <p:cNvSpPr/>
                <p:nvPr/>
              </p:nvSpPr>
              <p:spPr>
                <a:xfrm>
                  <a:off x="3072753" y="1746937"/>
                  <a:ext cx="77906" cy="72374"/>
                </a:xfrm>
                <a:custGeom>
                  <a:rect b="b" l="l" r="r" t="t"/>
                  <a:pathLst>
                    <a:path extrusionOk="0" h="10754" w="11576">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113" name="Google Shape;9113;p130"/>
            <p:cNvGrpSpPr/>
            <p:nvPr/>
          </p:nvGrpSpPr>
          <p:grpSpPr>
            <a:xfrm>
              <a:off x="2029517" y="1732295"/>
              <a:ext cx="1149068" cy="643432"/>
              <a:chOff x="2029517" y="1732295"/>
              <a:chExt cx="1149068" cy="643432"/>
            </a:xfrm>
          </p:grpSpPr>
          <p:grpSp>
            <p:nvGrpSpPr>
              <p:cNvPr id="9114" name="Google Shape;9114;p130"/>
              <p:cNvGrpSpPr/>
              <p:nvPr/>
            </p:nvGrpSpPr>
            <p:grpSpPr>
              <a:xfrm>
                <a:off x="2703618" y="2103152"/>
                <a:ext cx="474966" cy="260017"/>
                <a:chOff x="2703618" y="2103152"/>
                <a:chExt cx="474966" cy="260017"/>
              </a:xfrm>
            </p:grpSpPr>
            <p:grpSp>
              <p:nvGrpSpPr>
                <p:cNvPr id="9115" name="Google Shape;9115;p130"/>
                <p:cNvGrpSpPr/>
                <p:nvPr/>
              </p:nvGrpSpPr>
              <p:grpSpPr>
                <a:xfrm>
                  <a:off x="2703618" y="2290640"/>
                  <a:ext cx="450291" cy="72529"/>
                  <a:chOff x="2703618" y="2290640"/>
                  <a:chExt cx="450291" cy="72529"/>
                </a:xfrm>
              </p:grpSpPr>
              <p:cxnSp>
                <p:nvCxnSpPr>
                  <p:cNvPr id="9116" name="Google Shape;9116;p130"/>
                  <p:cNvCxnSpPr/>
                  <p:nvPr/>
                </p:nvCxnSpPr>
                <p:spPr>
                  <a:xfrm>
                    <a:off x="2703618" y="2326818"/>
                    <a:ext cx="379800" cy="600"/>
                  </a:xfrm>
                  <a:prstGeom prst="bentConnector3">
                    <a:avLst>
                      <a:gd fmla="val 50000" name="adj1"/>
                    </a:avLst>
                  </a:prstGeom>
                  <a:noFill/>
                  <a:ln cap="flat" cmpd="sng" w="9525">
                    <a:solidFill>
                      <a:srgbClr val="869FB2"/>
                    </a:solidFill>
                    <a:prstDash val="solid"/>
                    <a:round/>
                    <a:headEnd len="med" w="med" type="none"/>
                    <a:tailEnd len="med" w="med" type="none"/>
                  </a:ln>
                </p:spPr>
              </p:cxnSp>
              <p:sp>
                <p:nvSpPr>
                  <p:cNvPr id="9117" name="Google Shape;9117;p130"/>
                  <p:cNvSpPr/>
                  <p:nvPr/>
                </p:nvSpPr>
                <p:spPr>
                  <a:xfrm>
                    <a:off x="3076003" y="2290640"/>
                    <a:ext cx="77906" cy="72529"/>
                  </a:xfrm>
                  <a:custGeom>
                    <a:rect b="b" l="l" r="r" t="t"/>
                    <a:pathLst>
                      <a:path extrusionOk="0" h="10777" w="11576">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18" name="Google Shape;9118;p130"/>
                <p:cNvGrpSpPr/>
                <p:nvPr/>
              </p:nvGrpSpPr>
              <p:grpSpPr>
                <a:xfrm>
                  <a:off x="2908607" y="2103152"/>
                  <a:ext cx="269977" cy="223538"/>
                  <a:chOff x="2908607" y="2103152"/>
                  <a:chExt cx="269977" cy="223538"/>
                </a:xfrm>
              </p:grpSpPr>
              <p:cxnSp>
                <p:nvCxnSpPr>
                  <p:cNvPr id="9119" name="Google Shape;9119;p130"/>
                  <p:cNvCxnSpPr/>
                  <p:nvPr/>
                </p:nvCxnSpPr>
                <p:spPr>
                  <a:xfrm flipH="1" rot="10800000">
                    <a:off x="2908607" y="2140990"/>
                    <a:ext cx="199800" cy="185700"/>
                  </a:xfrm>
                  <a:prstGeom prst="bentConnector3">
                    <a:avLst>
                      <a:gd fmla="val 50000" name="adj1"/>
                    </a:avLst>
                  </a:prstGeom>
                  <a:noFill/>
                  <a:ln cap="flat" cmpd="sng" w="9525">
                    <a:solidFill>
                      <a:srgbClr val="869FB2"/>
                    </a:solidFill>
                    <a:prstDash val="solid"/>
                    <a:round/>
                    <a:headEnd len="med" w="med" type="none"/>
                    <a:tailEnd len="med" w="med" type="none"/>
                  </a:ln>
                </p:spPr>
              </p:cxnSp>
              <p:sp>
                <p:nvSpPr>
                  <p:cNvPr id="9120" name="Google Shape;9120;p130"/>
                  <p:cNvSpPr/>
                  <p:nvPr/>
                </p:nvSpPr>
                <p:spPr>
                  <a:xfrm>
                    <a:off x="3100678" y="2103152"/>
                    <a:ext cx="77906" cy="72368"/>
                  </a:xfrm>
                  <a:custGeom>
                    <a:rect b="b" l="l" r="r" t="t"/>
                    <a:pathLst>
                      <a:path extrusionOk="0" h="10753" w="11576">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121" name="Google Shape;9121;p130"/>
              <p:cNvGrpSpPr/>
              <p:nvPr/>
            </p:nvGrpSpPr>
            <p:grpSpPr>
              <a:xfrm>
                <a:off x="2029517" y="1732295"/>
                <a:ext cx="685827" cy="643432"/>
                <a:chOff x="2029517" y="1732295"/>
                <a:chExt cx="685827" cy="643432"/>
              </a:xfrm>
            </p:grpSpPr>
            <p:sp>
              <p:nvSpPr>
                <p:cNvPr id="9122" name="Google Shape;9122;p130"/>
                <p:cNvSpPr/>
                <p:nvPr/>
              </p:nvSpPr>
              <p:spPr>
                <a:xfrm>
                  <a:off x="2029517" y="1996395"/>
                  <a:ext cx="135152" cy="135374"/>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123" name="Google Shape;9123;p130"/>
                <p:cNvGrpSpPr/>
                <p:nvPr/>
              </p:nvGrpSpPr>
              <p:grpSpPr>
                <a:xfrm>
                  <a:off x="2158948" y="1732295"/>
                  <a:ext cx="556396" cy="333108"/>
                  <a:chOff x="2158948" y="1732295"/>
                  <a:chExt cx="556396" cy="333108"/>
                </a:xfrm>
              </p:grpSpPr>
              <p:cxnSp>
                <p:nvCxnSpPr>
                  <p:cNvPr id="9124" name="Google Shape;9124;p130"/>
                  <p:cNvCxnSpPr/>
                  <p:nvPr/>
                </p:nvCxnSpPr>
                <p:spPr>
                  <a:xfrm flipH="1" rot="10800000">
                    <a:off x="2158948" y="1783103"/>
                    <a:ext cx="459000" cy="282300"/>
                  </a:xfrm>
                  <a:prstGeom prst="bentConnector3">
                    <a:avLst>
                      <a:gd fmla="val 50000" name="adj1"/>
                    </a:avLst>
                  </a:prstGeom>
                  <a:noFill/>
                  <a:ln cap="flat" cmpd="sng" w="9525">
                    <a:solidFill>
                      <a:srgbClr val="BAC8D3"/>
                    </a:solidFill>
                    <a:prstDash val="solid"/>
                    <a:round/>
                    <a:headEnd len="med" w="med" type="none"/>
                    <a:tailEnd len="med" w="med" type="none"/>
                  </a:ln>
                </p:spPr>
              </p:cxnSp>
              <p:sp>
                <p:nvSpPr>
                  <p:cNvPr id="9125" name="Google Shape;9125;p130"/>
                  <p:cNvSpPr/>
                  <p:nvPr/>
                </p:nvSpPr>
                <p:spPr>
                  <a:xfrm>
                    <a:off x="2612072" y="1732295"/>
                    <a:ext cx="103272" cy="100095"/>
                  </a:xfrm>
                  <a:custGeom>
                    <a:rect b="b" l="l" r="r" t="t"/>
                    <a:pathLst>
                      <a:path extrusionOk="0" h="14873" w="15345">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26" name="Google Shape;9126;p130"/>
                <p:cNvGrpSpPr/>
                <p:nvPr/>
              </p:nvGrpSpPr>
              <p:grpSpPr>
                <a:xfrm>
                  <a:off x="2159908" y="2065057"/>
                  <a:ext cx="550884" cy="310670"/>
                  <a:chOff x="2159908" y="2065057"/>
                  <a:chExt cx="550884" cy="310670"/>
                </a:xfrm>
              </p:grpSpPr>
              <p:cxnSp>
                <p:nvCxnSpPr>
                  <p:cNvPr id="9127" name="Google Shape;9127;p130"/>
                  <p:cNvCxnSpPr/>
                  <p:nvPr/>
                </p:nvCxnSpPr>
                <p:spPr>
                  <a:xfrm>
                    <a:off x="2159908" y="2065057"/>
                    <a:ext cx="454500" cy="262200"/>
                  </a:xfrm>
                  <a:prstGeom prst="bentConnector3">
                    <a:avLst>
                      <a:gd fmla="val 50000" name="adj1"/>
                    </a:avLst>
                  </a:prstGeom>
                  <a:noFill/>
                  <a:ln cap="flat" cmpd="sng" w="9525">
                    <a:solidFill>
                      <a:srgbClr val="BAC8D3"/>
                    </a:solidFill>
                    <a:prstDash val="solid"/>
                    <a:round/>
                    <a:headEnd len="med" w="med" type="none"/>
                    <a:tailEnd len="med" w="med" type="none"/>
                  </a:ln>
                </p:spPr>
              </p:cxnSp>
              <p:sp>
                <p:nvSpPr>
                  <p:cNvPr id="9128" name="Google Shape;9128;p130"/>
                  <p:cNvSpPr/>
                  <p:nvPr/>
                </p:nvSpPr>
                <p:spPr>
                  <a:xfrm>
                    <a:off x="2607514" y="2275632"/>
                    <a:ext cx="103279" cy="100095"/>
                  </a:xfrm>
                  <a:custGeom>
                    <a:rect b="b" l="l" r="r" t="t"/>
                    <a:pathLst>
                      <a:path extrusionOk="0" h="14873" w="15346">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grpSp>
        <p:nvGrpSpPr>
          <p:cNvPr id="9129" name="Google Shape;9129;p130"/>
          <p:cNvGrpSpPr/>
          <p:nvPr/>
        </p:nvGrpSpPr>
        <p:grpSpPr>
          <a:xfrm>
            <a:off x="706400" y="1556833"/>
            <a:ext cx="962651" cy="810058"/>
            <a:chOff x="732462" y="1766083"/>
            <a:chExt cx="962651" cy="810058"/>
          </a:xfrm>
        </p:grpSpPr>
        <p:grpSp>
          <p:nvGrpSpPr>
            <p:cNvPr id="9130" name="Google Shape;9130;p130"/>
            <p:cNvGrpSpPr/>
            <p:nvPr/>
          </p:nvGrpSpPr>
          <p:grpSpPr>
            <a:xfrm>
              <a:off x="732462" y="1908333"/>
              <a:ext cx="339369" cy="524756"/>
              <a:chOff x="844912" y="1819635"/>
              <a:chExt cx="329836" cy="510016"/>
            </a:xfrm>
          </p:grpSpPr>
          <p:sp>
            <p:nvSpPr>
              <p:cNvPr id="9131" name="Google Shape;9131;p130"/>
              <p:cNvSpPr/>
              <p:nvPr/>
            </p:nvSpPr>
            <p:spPr>
              <a:xfrm>
                <a:off x="844912" y="2015566"/>
                <a:ext cx="118283" cy="118477"/>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2" name="Google Shape;9132;p130"/>
              <p:cNvSpPr/>
              <p:nvPr/>
            </p:nvSpPr>
            <p:spPr>
              <a:xfrm>
                <a:off x="1013654" y="2074499"/>
                <a:ext cx="148151" cy="238327"/>
              </a:xfrm>
              <a:custGeom>
                <a:rect b="b" l="l" r="r" t="t"/>
                <a:pathLst>
                  <a:path extrusionOk="0" fill="none" h="40463" w="25153">
                    <a:moveTo>
                      <a:pt x="25152" y="40463"/>
                    </a:moveTo>
                    <a:cubicBezTo>
                      <a:pt x="19315" y="40463"/>
                      <a:pt x="14378" y="32724"/>
                      <a:pt x="12777" y="22150"/>
                    </a:cubicBezTo>
                    <a:lnTo>
                      <a:pt x="12810" y="22350"/>
                    </a:lnTo>
                    <a:cubicBezTo>
                      <a:pt x="10542" y="7606"/>
                      <a:pt x="6372" y="1"/>
                      <a:pt x="1" y="1"/>
                    </a:cubicBezTo>
                    <a:lnTo>
                      <a:pt x="1" y="1"/>
                    </a:lnTo>
                  </a:path>
                </a:pathLst>
              </a:custGeom>
              <a:noFill/>
              <a:ln cap="rnd" cmpd="sng" w="9525">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3" name="Google Shape;9133;p130"/>
              <p:cNvSpPr/>
              <p:nvPr/>
            </p:nvSpPr>
            <p:spPr>
              <a:xfrm>
                <a:off x="1013654" y="1836607"/>
                <a:ext cx="148151" cy="238327"/>
              </a:xfrm>
              <a:custGeom>
                <a:rect b="b" l="l" r="r" t="t"/>
                <a:pathLst>
                  <a:path extrusionOk="0" fill="none" h="40463" w="25153">
                    <a:moveTo>
                      <a:pt x="25152" y="0"/>
                    </a:moveTo>
                    <a:cubicBezTo>
                      <a:pt x="19315" y="0"/>
                      <a:pt x="14378" y="7706"/>
                      <a:pt x="12777" y="18313"/>
                    </a:cubicBezTo>
                    <a:lnTo>
                      <a:pt x="12810" y="18113"/>
                    </a:lnTo>
                    <a:cubicBezTo>
                      <a:pt x="10542" y="32857"/>
                      <a:pt x="6372" y="40462"/>
                      <a:pt x="1" y="40462"/>
                    </a:cubicBezTo>
                    <a:lnTo>
                      <a:pt x="1" y="40462"/>
                    </a:lnTo>
                  </a:path>
                </a:pathLst>
              </a:custGeom>
              <a:noFill/>
              <a:ln cap="rnd" cmpd="sng" w="9525">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4" name="Google Shape;9134;p130"/>
              <p:cNvSpPr/>
              <p:nvPr/>
            </p:nvSpPr>
            <p:spPr>
              <a:xfrm>
                <a:off x="1004031" y="2056625"/>
                <a:ext cx="35958" cy="35958"/>
              </a:xfrm>
              <a:custGeom>
                <a:rect b="b" l="l" r="r" t="t"/>
                <a:pathLst>
                  <a:path extrusionOk="0" h="6105" w="6105">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5" name="Google Shape;9135;p130"/>
              <p:cNvSpPr/>
              <p:nvPr/>
            </p:nvSpPr>
            <p:spPr>
              <a:xfrm>
                <a:off x="1149398" y="2295742"/>
                <a:ext cx="25351" cy="33909"/>
              </a:xfrm>
              <a:custGeom>
                <a:rect b="b" l="l" r="r" t="t"/>
                <a:pathLst>
                  <a:path extrusionOk="0" h="5757" w="4304">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6" name="Google Shape;9136;p130"/>
              <p:cNvSpPr/>
              <p:nvPr/>
            </p:nvSpPr>
            <p:spPr>
              <a:xfrm>
                <a:off x="1149398" y="1819635"/>
                <a:ext cx="25351" cy="34032"/>
              </a:xfrm>
              <a:custGeom>
                <a:rect b="b" l="l" r="r" t="t"/>
                <a:pathLst>
                  <a:path extrusionOk="0" h="5778" w="4304">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37" name="Google Shape;9137;p130"/>
            <p:cNvGrpSpPr/>
            <p:nvPr/>
          </p:nvGrpSpPr>
          <p:grpSpPr>
            <a:xfrm>
              <a:off x="1184858" y="2256650"/>
              <a:ext cx="510255" cy="319491"/>
              <a:chOff x="1284601" y="2158168"/>
              <a:chExt cx="495923" cy="310517"/>
            </a:xfrm>
          </p:grpSpPr>
          <p:sp>
            <p:nvSpPr>
              <p:cNvPr id="9138" name="Google Shape;9138;p130"/>
              <p:cNvSpPr/>
              <p:nvPr/>
            </p:nvSpPr>
            <p:spPr>
              <a:xfrm>
                <a:off x="1284601" y="2265773"/>
                <a:ext cx="93683" cy="93836"/>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139" name="Google Shape;9139;p130"/>
              <p:cNvGrpSpPr/>
              <p:nvPr/>
            </p:nvGrpSpPr>
            <p:grpSpPr>
              <a:xfrm>
                <a:off x="1507666" y="2158168"/>
                <a:ext cx="272858" cy="310517"/>
                <a:chOff x="1507666" y="2158168"/>
                <a:chExt cx="272858" cy="310517"/>
              </a:xfrm>
            </p:grpSpPr>
            <p:grpSp>
              <p:nvGrpSpPr>
                <p:cNvPr id="9140" name="Google Shape;9140;p130"/>
                <p:cNvGrpSpPr/>
                <p:nvPr/>
              </p:nvGrpSpPr>
              <p:grpSpPr>
                <a:xfrm>
                  <a:off x="1507666" y="2176104"/>
                  <a:ext cx="166395" cy="273149"/>
                  <a:chOff x="1507666" y="2176104"/>
                  <a:chExt cx="166395" cy="273149"/>
                </a:xfrm>
              </p:grpSpPr>
              <p:sp>
                <p:nvSpPr>
                  <p:cNvPr id="9141" name="Google Shape;9141;p130"/>
                  <p:cNvSpPr/>
                  <p:nvPr/>
                </p:nvSpPr>
                <p:spPr>
                  <a:xfrm>
                    <a:off x="1512966" y="2312791"/>
                    <a:ext cx="75451" cy="66021"/>
                  </a:xfrm>
                  <a:custGeom>
                    <a:rect b="b" l="l" r="r" t="t"/>
                    <a:pathLst>
                      <a:path extrusionOk="0" fill="none" h="11209" w="12810">
                        <a:moveTo>
                          <a:pt x="1" y="0"/>
                        </a:moveTo>
                        <a:lnTo>
                          <a:pt x="1" y="0"/>
                        </a:lnTo>
                        <a:cubicBezTo>
                          <a:pt x="6372" y="0"/>
                          <a:pt x="10542" y="3803"/>
                          <a:pt x="12810" y="11208"/>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2" name="Google Shape;9142;p130"/>
                  <p:cNvSpPr/>
                  <p:nvPr/>
                </p:nvSpPr>
                <p:spPr>
                  <a:xfrm>
                    <a:off x="1588205" y="2193153"/>
                    <a:ext cx="72901" cy="54035"/>
                  </a:xfrm>
                  <a:custGeom>
                    <a:rect b="b" l="l" r="r" t="t"/>
                    <a:pathLst>
                      <a:path extrusionOk="0" fill="none" h="9174" w="12377">
                        <a:moveTo>
                          <a:pt x="1" y="9174"/>
                        </a:moveTo>
                        <a:cubicBezTo>
                          <a:pt x="1635" y="3870"/>
                          <a:pt x="6539" y="0"/>
                          <a:pt x="12376" y="0"/>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3" name="Google Shape;9143;p130"/>
                  <p:cNvSpPr/>
                  <p:nvPr/>
                </p:nvSpPr>
                <p:spPr>
                  <a:xfrm>
                    <a:off x="1588205" y="2378202"/>
                    <a:ext cx="72901" cy="54041"/>
                  </a:xfrm>
                  <a:custGeom>
                    <a:rect b="b" l="l" r="r" t="t"/>
                    <a:pathLst>
                      <a:path extrusionOk="0" fill="none" h="9175" w="12377">
                        <a:moveTo>
                          <a:pt x="1" y="1"/>
                        </a:moveTo>
                        <a:cubicBezTo>
                          <a:pt x="1635" y="5305"/>
                          <a:pt x="6539" y="9174"/>
                          <a:pt x="12376" y="9174"/>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4" name="Google Shape;9144;p130"/>
                  <p:cNvSpPr/>
                  <p:nvPr/>
                </p:nvSpPr>
                <p:spPr>
                  <a:xfrm>
                    <a:off x="1512966" y="2246980"/>
                    <a:ext cx="75451" cy="65821"/>
                  </a:xfrm>
                  <a:custGeom>
                    <a:rect b="b" l="l" r="r" t="t"/>
                    <a:pathLst>
                      <a:path extrusionOk="0" fill="none" h="11175" w="12810">
                        <a:moveTo>
                          <a:pt x="1" y="11175"/>
                        </a:moveTo>
                        <a:cubicBezTo>
                          <a:pt x="6539" y="11175"/>
                          <a:pt x="10275" y="7105"/>
                          <a:pt x="12810" y="0"/>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5" name="Google Shape;9145;p130"/>
                  <p:cNvSpPr/>
                  <p:nvPr/>
                </p:nvSpPr>
                <p:spPr>
                  <a:xfrm>
                    <a:off x="1507666" y="2294782"/>
                    <a:ext cx="37926" cy="35823"/>
                  </a:xfrm>
                  <a:custGeom>
                    <a:rect b="b" l="l" r="r" t="t"/>
                    <a:pathLst>
                      <a:path extrusionOk="0" h="6082" w="6439">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6" name="Google Shape;9146;p130"/>
                  <p:cNvSpPr/>
                  <p:nvPr/>
                </p:nvSpPr>
                <p:spPr>
                  <a:xfrm>
                    <a:off x="1648710" y="2415180"/>
                    <a:ext cx="25351" cy="34074"/>
                  </a:xfrm>
                  <a:custGeom>
                    <a:rect b="b" l="l" r="r" t="t"/>
                    <a:pathLst>
                      <a:path extrusionOk="0" h="5785" w="4304">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7" name="Google Shape;9147;p130"/>
                  <p:cNvSpPr/>
                  <p:nvPr/>
                </p:nvSpPr>
                <p:spPr>
                  <a:xfrm>
                    <a:off x="1648710" y="2176104"/>
                    <a:ext cx="25351" cy="34103"/>
                  </a:xfrm>
                  <a:custGeom>
                    <a:rect b="b" l="l" r="r" t="t"/>
                    <a:pathLst>
                      <a:path extrusionOk="0" h="5790" w="4304">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148" name="Google Shape;9148;p130"/>
                <p:cNvSpPr/>
                <p:nvPr/>
              </p:nvSpPr>
              <p:spPr>
                <a:xfrm>
                  <a:off x="1707626" y="2395718"/>
                  <a:ext cx="72898" cy="72967"/>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9" name="Google Shape;9149;p130"/>
                <p:cNvSpPr/>
                <p:nvPr/>
              </p:nvSpPr>
              <p:spPr>
                <a:xfrm>
                  <a:off x="1707626" y="2158168"/>
                  <a:ext cx="72898" cy="72967"/>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150" name="Google Shape;9150;p130"/>
            <p:cNvGrpSpPr/>
            <p:nvPr/>
          </p:nvGrpSpPr>
          <p:grpSpPr>
            <a:xfrm>
              <a:off x="1184858" y="1766083"/>
              <a:ext cx="510255" cy="319491"/>
              <a:chOff x="1284601" y="1681380"/>
              <a:chExt cx="495923" cy="310517"/>
            </a:xfrm>
          </p:grpSpPr>
          <p:sp>
            <p:nvSpPr>
              <p:cNvPr id="9151" name="Google Shape;9151;p130"/>
              <p:cNvSpPr/>
              <p:nvPr/>
            </p:nvSpPr>
            <p:spPr>
              <a:xfrm>
                <a:off x="1284601" y="1789723"/>
                <a:ext cx="93683" cy="93836"/>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152" name="Google Shape;9152;p130"/>
              <p:cNvGrpSpPr/>
              <p:nvPr/>
            </p:nvGrpSpPr>
            <p:grpSpPr>
              <a:xfrm>
                <a:off x="1507666" y="1681380"/>
                <a:ext cx="272858" cy="310517"/>
                <a:chOff x="1507666" y="1681380"/>
                <a:chExt cx="272858" cy="310517"/>
              </a:xfrm>
            </p:grpSpPr>
            <p:grpSp>
              <p:nvGrpSpPr>
                <p:cNvPr id="9153" name="Google Shape;9153;p130"/>
                <p:cNvGrpSpPr/>
                <p:nvPr/>
              </p:nvGrpSpPr>
              <p:grpSpPr>
                <a:xfrm>
                  <a:off x="1507666" y="1700120"/>
                  <a:ext cx="166395" cy="272984"/>
                  <a:chOff x="1507666" y="1700120"/>
                  <a:chExt cx="166395" cy="272984"/>
                </a:xfrm>
              </p:grpSpPr>
              <p:sp>
                <p:nvSpPr>
                  <p:cNvPr id="9154" name="Google Shape;9154;p130"/>
                  <p:cNvSpPr/>
                  <p:nvPr/>
                </p:nvSpPr>
                <p:spPr>
                  <a:xfrm>
                    <a:off x="1512966" y="1836607"/>
                    <a:ext cx="75451" cy="66021"/>
                  </a:xfrm>
                  <a:custGeom>
                    <a:rect b="b" l="l" r="r" t="t"/>
                    <a:pathLst>
                      <a:path extrusionOk="0" fill="none" h="11209" w="12810">
                        <a:moveTo>
                          <a:pt x="1" y="0"/>
                        </a:moveTo>
                        <a:lnTo>
                          <a:pt x="1" y="0"/>
                        </a:lnTo>
                        <a:cubicBezTo>
                          <a:pt x="6372" y="0"/>
                          <a:pt x="10542" y="3803"/>
                          <a:pt x="12810" y="11208"/>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5" name="Google Shape;9155;p130"/>
                  <p:cNvSpPr/>
                  <p:nvPr/>
                </p:nvSpPr>
                <p:spPr>
                  <a:xfrm>
                    <a:off x="1588205" y="1716969"/>
                    <a:ext cx="72901" cy="54235"/>
                  </a:xfrm>
                  <a:custGeom>
                    <a:rect b="b" l="l" r="r" t="t"/>
                    <a:pathLst>
                      <a:path extrusionOk="0" fill="none" h="9208" w="12377">
                        <a:moveTo>
                          <a:pt x="1" y="9207"/>
                        </a:moveTo>
                        <a:cubicBezTo>
                          <a:pt x="1635" y="3870"/>
                          <a:pt x="6539" y="1"/>
                          <a:pt x="12376" y="1"/>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6" name="Google Shape;9156;p130"/>
                  <p:cNvSpPr/>
                  <p:nvPr/>
                </p:nvSpPr>
                <p:spPr>
                  <a:xfrm>
                    <a:off x="1588205" y="1902024"/>
                    <a:ext cx="72901" cy="54035"/>
                  </a:xfrm>
                  <a:custGeom>
                    <a:rect b="b" l="l" r="r" t="t"/>
                    <a:pathLst>
                      <a:path extrusionOk="0" fill="none" h="9174" w="12377">
                        <a:moveTo>
                          <a:pt x="1" y="0"/>
                        </a:moveTo>
                        <a:cubicBezTo>
                          <a:pt x="1635" y="5304"/>
                          <a:pt x="6539" y="9173"/>
                          <a:pt x="12376" y="9173"/>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7" name="Google Shape;9157;p130"/>
                  <p:cNvSpPr/>
                  <p:nvPr/>
                </p:nvSpPr>
                <p:spPr>
                  <a:xfrm>
                    <a:off x="1512966" y="1770990"/>
                    <a:ext cx="75451" cy="65632"/>
                  </a:xfrm>
                  <a:custGeom>
                    <a:rect b="b" l="l" r="r" t="t"/>
                    <a:pathLst>
                      <a:path extrusionOk="0" fill="none" h="11143" w="12810">
                        <a:moveTo>
                          <a:pt x="1" y="11142"/>
                        </a:moveTo>
                        <a:cubicBezTo>
                          <a:pt x="6539" y="11142"/>
                          <a:pt x="10275" y="7106"/>
                          <a:pt x="12810" y="1"/>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8" name="Google Shape;9158;p130"/>
                  <p:cNvSpPr/>
                  <p:nvPr/>
                </p:nvSpPr>
                <p:spPr>
                  <a:xfrm>
                    <a:off x="1507666" y="1818598"/>
                    <a:ext cx="37926" cy="36023"/>
                  </a:xfrm>
                  <a:custGeom>
                    <a:rect b="b" l="l" r="r" t="t"/>
                    <a:pathLst>
                      <a:path extrusionOk="0" h="6116" w="6439">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9" name="Google Shape;9159;p130"/>
                  <p:cNvSpPr/>
                  <p:nvPr/>
                </p:nvSpPr>
                <p:spPr>
                  <a:xfrm>
                    <a:off x="1648710" y="1939072"/>
                    <a:ext cx="25351" cy="34032"/>
                  </a:xfrm>
                  <a:custGeom>
                    <a:rect b="b" l="l" r="r" t="t"/>
                    <a:pathLst>
                      <a:path extrusionOk="0" h="5778" w="4304">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0" name="Google Shape;9160;p130"/>
                  <p:cNvSpPr/>
                  <p:nvPr/>
                </p:nvSpPr>
                <p:spPr>
                  <a:xfrm>
                    <a:off x="1648710" y="1700120"/>
                    <a:ext cx="25351" cy="33909"/>
                  </a:xfrm>
                  <a:custGeom>
                    <a:rect b="b" l="l" r="r" t="t"/>
                    <a:pathLst>
                      <a:path extrusionOk="0" h="5757" w="4304">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161" name="Google Shape;9161;p130"/>
                <p:cNvSpPr/>
                <p:nvPr/>
              </p:nvSpPr>
              <p:spPr>
                <a:xfrm>
                  <a:off x="1707626" y="1918930"/>
                  <a:ext cx="72898" cy="72967"/>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2" name="Google Shape;9162;p130"/>
                <p:cNvSpPr/>
                <p:nvPr/>
              </p:nvSpPr>
              <p:spPr>
                <a:xfrm>
                  <a:off x="1707626" y="1681380"/>
                  <a:ext cx="72898" cy="72967"/>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9163" name="Google Shape;9163;p130"/>
          <p:cNvGrpSpPr/>
          <p:nvPr/>
        </p:nvGrpSpPr>
        <p:grpSpPr>
          <a:xfrm>
            <a:off x="6815341" y="2324262"/>
            <a:ext cx="1622269" cy="552443"/>
            <a:chOff x="6894650" y="2574740"/>
            <a:chExt cx="1445100" cy="492111"/>
          </a:xfrm>
        </p:grpSpPr>
        <p:sp>
          <p:nvSpPr>
            <p:cNvPr id="9164" name="Google Shape;9164;p130"/>
            <p:cNvSpPr/>
            <p:nvPr/>
          </p:nvSpPr>
          <p:spPr>
            <a:xfrm>
              <a:off x="7151862" y="2854413"/>
              <a:ext cx="414806" cy="212438"/>
            </a:xfrm>
            <a:custGeom>
              <a:rect b="b" l="l" r="r" t="t"/>
              <a:pathLst>
                <a:path extrusionOk="0" h="6392" w="12481">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5" name="Google Shape;9165;p130"/>
            <p:cNvSpPr/>
            <p:nvPr/>
          </p:nvSpPr>
          <p:spPr>
            <a:xfrm>
              <a:off x="7664213" y="2854413"/>
              <a:ext cx="414806" cy="212438"/>
            </a:xfrm>
            <a:custGeom>
              <a:rect b="b" l="l" r="r" t="t"/>
              <a:pathLst>
                <a:path extrusionOk="0" h="6392" w="12481">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6" name="Google Shape;9166;p130"/>
            <p:cNvSpPr/>
            <p:nvPr/>
          </p:nvSpPr>
          <p:spPr>
            <a:xfrm>
              <a:off x="6895687" y="2575804"/>
              <a:ext cx="420489" cy="212471"/>
            </a:xfrm>
            <a:custGeom>
              <a:rect b="b" l="l" r="r" t="t"/>
              <a:pathLst>
                <a:path extrusionOk="0" h="6393" w="12652">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7" name="Google Shape;9167;p130"/>
            <p:cNvSpPr/>
            <p:nvPr/>
          </p:nvSpPr>
          <p:spPr>
            <a:xfrm>
              <a:off x="7399530" y="2574740"/>
              <a:ext cx="420489" cy="212438"/>
            </a:xfrm>
            <a:custGeom>
              <a:rect b="b" l="l" r="r" t="t"/>
              <a:pathLst>
                <a:path extrusionOk="0" h="6392" w="12652">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8" name="Google Shape;9168;p130"/>
            <p:cNvSpPr/>
            <p:nvPr/>
          </p:nvSpPr>
          <p:spPr>
            <a:xfrm>
              <a:off x="7911880" y="2574740"/>
              <a:ext cx="420489" cy="212438"/>
            </a:xfrm>
            <a:custGeom>
              <a:rect b="b" l="l" r="r" t="t"/>
              <a:pathLst>
                <a:path extrusionOk="0" h="6392" w="12652">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169" name="Google Shape;9169;p130"/>
            <p:cNvCxnSpPr/>
            <p:nvPr/>
          </p:nvCxnSpPr>
          <p:spPr>
            <a:xfrm>
              <a:off x="6894650" y="2821921"/>
              <a:ext cx="1445100" cy="0"/>
            </a:xfrm>
            <a:prstGeom prst="straightConnector1">
              <a:avLst/>
            </a:prstGeom>
            <a:noFill/>
            <a:ln cap="flat" cmpd="sng" w="9525">
              <a:solidFill>
                <a:srgbClr val="869FB2"/>
              </a:solidFill>
              <a:prstDash val="solid"/>
              <a:round/>
              <a:headEnd len="med" w="med" type="none"/>
              <a:tailEnd len="med" w="med" type="none"/>
            </a:ln>
          </p:spPr>
        </p:cxnSp>
      </p:grpSp>
      <p:grpSp>
        <p:nvGrpSpPr>
          <p:cNvPr id="9170" name="Google Shape;9170;p130"/>
          <p:cNvGrpSpPr/>
          <p:nvPr/>
        </p:nvGrpSpPr>
        <p:grpSpPr>
          <a:xfrm>
            <a:off x="6834884" y="3698518"/>
            <a:ext cx="1583206" cy="475705"/>
            <a:chOff x="6953919" y="3907920"/>
            <a:chExt cx="1377300" cy="475705"/>
          </a:xfrm>
        </p:grpSpPr>
        <p:cxnSp>
          <p:nvCxnSpPr>
            <p:cNvPr id="9171" name="Google Shape;9171;p130"/>
            <p:cNvCxnSpPr/>
            <p:nvPr/>
          </p:nvCxnSpPr>
          <p:spPr>
            <a:xfrm rot="10800000">
              <a:off x="7118546" y="4100689"/>
              <a:ext cx="0" cy="185100"/>
            </a:xfrm>
            <a:prstGeom prst="straightConnector1">
              <a:avLst/>
            </a:prstGeom>
            <a:noFill/>
            <a:ln cap="flat" cmpd="sng" w="19050">
              <a:solidFill>
                <a:srgbClr val="5F7D95"/>
              </a:solidFill>
              <a:prstDash val="solid"/>
              <a:round/>
              <a:headEnd len="med" w="med" type="none"/>
              <a:tailEnd len="med" w="med" type="none"/>
            </a:ln>
          </p:spPr>
        </p:cxnSp>
        <p:cxnSp>
          <p:nvCxnSpPr>
            <p:cNvPr id="9172" name="Google Shape;9172;p130"/>
            <p:cNvCxnSpPr/>
            <p:nvPr/>
          </p:nvCxnSpPr>
          <p:spPr>
            <a:xfrm>
              <a:off x="7480500" y="4197025"/>
              <a:ext cx="0" cy="186600"/>
            </a:xfrm>
            <a:prstGeom prst="straightConnector1">
              <a:avLst/>
            </a:prstGeom>
            <a:noFill/>
            <a:ln cap="flat" cmpd="sng" w="19050">
              <a:solidFill>
                <a:srgbClr val="5F7D95"/>
              </a:solidFill>
              <a:prstDash val="solid"/>
              <a:round/>
              <a:headEnd len="med" w="med" type="none"/>
              <a:tailEnd len="med" w="med" type="none"/>
            </a:ln>
          </p:spPr>
        </p:cxnSp>
        <p:cxnSp>
          <p:nvCxnSpPr>
            <p:cNvPr id="9173" name="Google Shape;9173;p130"/>
            <p:cNvCxnSpPr/>
            <p:nvPr/>
          </p:nvCxnSpPr>
          <p:spPr>
            <a:xfrm rot="10800000">
              <a:off x="7848574" y="3907920"/>
              <a:ext cx="0" cy="185100"/>
            </a:xfrm>
            <a:prstGeom prst="straightConnector1">
              <a:avLst/>
            </a:prstGeom>
            <a:noFill/>
            <a:ln cap="flat" cmpd="sng" w="19050">
              <a:solidFill>
                <a:srgbClr val="5F7D95"/>
              </a:solidFill>
              <a:prstDash val="solid"/>
              <a:round/>
              <a:headEnd len="med" w="med" type="none"/>
              <a:tailEnd len="med" w="med" type="none"/>
            </a:ln>
          </p:spPr>
        </p:cxnSp>
        <p:cxnSp>
          <p:nvCxnSpPr>
            <p:cNvPr id="9174" name="Google Shape;9174;p130"/>
            <p:cNvCxnSpPr/>
            <p:nvPr/>
          </p:nvCxnSpPr>
          <p:spPr>
            <a:xfrm>
              <a:off x="8218032" y="3997243"/>
              <a:ext cx="0" cy="197100"/>
            </a:xfrm>
            <a:prstGeom prst="straightConnector1">
              <a:avLst/>
            </a:prstGeom>
            <a:noFill/>
            <a:ln cap="flat" cmpd="sng" w="19050">
              <a:solidFill>
                <a:srgbClr val="5F7D95"/>
              </a:solidFill>
              <a:prstDash val="solid"/>
              <a:round/>
              <a:headEnd len="med" w="med" type="none"/>
              <a:tailEnd len="med" w="med" type="none"/>
            </a:ln>
          </p:spPr>
        </p:cxnSp>
        <p:cxnSp>
          <p:nvCxnSpPr>
            <p:cNvPr id="9175" name="Google Shape;9175;p130"/>
            <p:cNvCxnSpPr/>
            <p:nvPr/>
          </p:nvCxnSpPr>
          <p:spPr>
            <a:xfrm flipH="1">
              <a:off x="6953919" y="3961822"/>
              <a:ext cx="1377300" cy="376800"/>
            </a:xfrm>
            <a:prstGeom prst="straightConnector1">
              <a:avLst/>
            </a:prstGeom>
            <a:noFill/>
            <a:ln cap="flat" cmpd="sng" w="19050">
              <a:solidFill>
                <a:srgbClr val="435D74"/>
              </a:solidFill>
              <a:prstDash val="solid"/>
              <a:round/>
              <a:headEnd len="med" w="med" type="none"/>
              <a:tailEnd len="med" w="med" type="none"/>
            </a:ln>
          </p:spPr>
        </p:cxnSp>
      </p:grpSp>
      <p:grpSp>
        <p:nvGrpSpPr>
          <p:cNvPr id="9176" name="Google Shape;9176;p130"/>
          <p:cNvGrpSpPr/>
          <p:nvPr/>
        </p:nvGrpSpPr>
        <p:grpSpPr>
          <a:xfrm>
            <a:off x="2338472" y="2459663"/>
            <a:ext cx="836286" cy="824529"/>
            <a:chOff x="2389399" y="2595741"/>
            <a:chExt cx="812796" cy="801369"/>
          </a:xfrm>
        </p:grpSpPr>
        <p:grpSp>
          <p:nvGrpSpPr>
            <p:cNvPr id="9177" name="Google Shape;9177;p130"/>
            <p:cNvGrpSpPr/>
            <p:nvPr/>
          </p:nvGrpSpPr>
          <p:grpSpPr>
            <a:xfrm>
              <a:off x="2492145" y="2881565"/>
              <a:ext cx="607300" cy="229751"/>
              <a:chOff x="2492145" y="2881565"/>
              <a:chExt cx="607300" cy="229751"/>
            </a:xfrm>
          </p:grpSpPr>
          <p:sp>
            <p:nvSpPr>
              <p:cNvPr id="9178" name="Google Shape;9178;p130"/>
              <p:cNvSpPr/>
              <p:nvPr/>
            </p:nvSpPr>
            <p:spPr>
              <a:xfrm>
                <a:off x="2530550" y="2913581"/>
                <a:ext cx="530589" cy="165697"/>
              </a:xfrm>
              <a:custGeom>
                <a:rect b="b" l="l" r="r" t="t"/>
                <a:pathLst>
                  <a:path extrusionOk="0" h="36397" w="116549">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9" name="Google Shape;9179;p130"/>
              <p:cNvSpPr/>
              <p:nvPr/>
            </p:nvSpPr>
            <p:spPr>
              <a:xfrm>
                <a:off x="2886492" y="2881565"/>
                <a:ext cx="212952" cy="229751"/>
              </a:xfrm>
              <a:custGeom>
                <a:rect b="b" l="l" r="r" t="t"/>
                <a:pathLst>
                  <a:path extrusionOk="0" h="50467" w="46777">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0" name="Google Shape;9180;p130"/>
              <p:cNvSpPr/>
              <p:nvPr/>
            </p:nvSpPr>
            <p:spPr>
              <a:xfrm>
                <a:off x="2492145" y="2881565"/>
                <a:ext cx="212934" cy="229751"/>
              </a:xfrm>
              <a:custGeom>
                <a:rect b="b" l="l" r="r" t="t"/>
                <a:pathLst>
                  <a:path extrusionOk="0" h="50467" w="46773">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81" name="Google Shape;9181;p130"/>
            <p:cNvGrpSpPr/>
            <p:nvPr/>
          </p:nvGrpSpPr>
          <p:grpSpPr>
            <a:xfrm>
              <a:off x="2389399" y="2595741"/>
              <a:ext cx="812796" cy="296825"/>
              <a:chOff x="2389399" y="2595741"/>
              <a:chExt cx="812796" cy="296825"/>
            </a:xfrm>
          </p:grpSpPr>
          <p:grpSp>
            <p:nvGrpSpPr>
              <p:cNvPr id="9182" name="Google Shape;9182;p130"/>
              <p:cNvGrpSpPr/>
              <p:nvPr/>
            </p:nvGrpSpPr>
            <p:grpSpPr>
              <a:xfrm>
                <a:off x="2389399" y="2595741"/>
                <a:ext cx="363638" cy="296825"/>
                <a:chOff x="2389399" y="2595741"/>
                <a:chExt cx="363638" cy="296825"/>
              </a:xfrm>
            </p:grpSpPr>
            <p:grpSp>
              <p:nvGrpSpPr>
                <p:cNvPr id="9183" name="Google Shape;9183;p130"/>
                <p:cNvGrpSpPr/>
                <p:nvPr/>
              </p:nvGrpSpPr>
              <p:grpSpPr>
                <a:xfrm>
                  <a:off x="2493852" y="2794333"/>
                  <a:ext cx="259185" cy="98232"/>
                  <a:chOff x="2493852" y="2794333"/>
                  <a:chExt cx="259185" cy="98232"/>
                </a:xfrm>
              </p:grpSpPr>
              <p:sp>
                <p:nvSpPr>
                  <p:cNvPr id="9184" name="Google Shape;9184;p130"/>
                  <p:cNvSpPr/>
                  <p:nvPr/>
                </p:nvSpPr>
                <p:spPr>
                  <a:xfrm>
                    <a:off x="2500419" y="2800896"/>
                    <a:ext cx="246135" cy="85123"/>
                  </a:xfrm>
                  <a:custGeom>
                    <a:rect b="b" l="l" r="r" t="t"/>
                    <a:pathLst>
                      <a:path extrusionOk="0" h="18698" w="54066">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5" name="Google Shape;9185;p130"/>
                  <p:cNvSpPr/>
                  <p:nvPr/>
                </p:nvSpPr>
                <p:spPr>
                  <a:xfrm>
                    <a:off x="2493852" y="2794333"/>
                    <a:ext cx="15360" cy="15356"/>
                  </a:xfrm>
                  <a:custGeom>
                    <a:rect b="b" l="l" r="r" t="t"/>
                    <a:pathLst>
                      <a:path extrusionOk="0" h="3373" w="3374">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6" name="Google Shape;9186;p130"/>
                  <p:cNvSpPr/>
                  <p:nvPr/>
                </p:nvSpPr>
                <p:spPr>
                  <a:xfrm>
                    <a:off x="2737686" y="2877210"/>
                    <a:ext cx="15351" cy="15356"/>
                  </a:xfrm>
                  <a:custGeom>
                    <a:rect b="b" l="l" r="r" t="t"/>
                    <a:pathLst>
                      <a:path extrusionOk="0" h="3373" w="3372">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87" name="Google Shape;9187;p130"/>
                <p:cNvGrpSpPr/>
                <p:nvPr/>
              </p:nvGrpSpPr>
              <p:grpSpPr>
                <a:xfrm>
                  <a:off x="2389399" y="2595741"/>
                  <a:ext cx="224343" cy="182054"/>
                  <a:chOff x="2389399" y="2595741"/>
                  <a:chExt cx="224343" cy="182054"/>
                </a:xfrm>
              </p:grpSpPr>
              <p:sp>
                <p:nvSpPr>
                  <p:cNvPr id="9188" name="Google Shape;9188;p130"/>
                  <p:cNvSpPr/>
                  <p:nvPr/>
                </p:nvSpPr>
                <p:spPr>
                  <a:xfrm>
                    <a:off x="2389399" y="2595741"/>
                    <a:ext cx="224343" cy="182054"/>
                  </a:xfrm>
                  <a:custGeom>
                    <a:rect b="b" l="l" r="r" t="t"/>
                    <a:pathLst>
                      <a:path extrusionOk="0" h="39990" w="49279">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9" name="Google Shape;9189;p130"/>
                  <p:cNvSpPr/>
                  <p:nvPr/>
                </p:nvSpPr>
                <p:spPr>
                  <a:xfrm>
                    <a:off x="2430284" y="2686181"/>
                    <a:ext cx="140326" cy="1106"/>
                  </a:xfrm>
                  <a:custGeom>
                    <a:rect b="b" l="l" r="r" t="t"/>
                    <a:pathLst>
                      <a:path extrusionOk="0" h="243" w="30824">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190" name="Google Shape;9190;p130"/>
              <p:cNvGrpSpPr/>
              <p:nvPr/>
            </p:nvGrpSpPr>
            <p:grpSpPr>
              <a:xfrm>
                <a:off x="2683630" y="2595741"/>
                <a:ext cx="224334" cy="296825"/>
                <a:chOff x="2683630" y="2595741"/>
                <a:chExt cx="224334" cy="296825"/>
              </a:xfrm>
            </p:grpSpPr>
            <p:grpSp>
              <p:nvGrpSpPr>
                <p:cNvPr id="9191" name="Google Shape;9191;p130"/>
                <p:cNvGrpSpPr/>
                <p:nvPr/>
              </p:nvGrpSpPr>
              <p:grpSpPr>
                <a:xfrm>
                  <a:off x="2788083" y="2794333"/>
                  <a:ext cx="15356" cy="98232"/>
                  <a:chOff x="2788083" y="2794333"/>
                  <a:chExt cx="15356" cy="98232"/>
                </a:xfrm>
              </p:grpSpPr>
              <p:sp>
                <p:nvSpPr>
                  <p:cNvPr id="9192" name="Google Shape;9192;p130"/>
                  <p:cNvSpPr/>
                  <p:nvPr/>
                </p:nvSpPr>
                <p:spPr>
                  <a:xfrm>
                    <a:off x="2794655" y="2800905"/>
                    <a:ext cx="2213" cy="85114"/>
                  </a:xfrm>
                  <a:custGeom>
                    <a:rect b="b" l="l" r="r" t="t"/>
                    <a:pathLst>
                      <a:path extrusionOk="0" h="18696" w="486">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3" name="Google Shape;9193;p130"/>
                  <p:cNvSpPr/>
                  <p:nvPr/>
                </p:nvSpPr>
                <p:spPr>
                  <a:xfrm>
                    <a:off x="2788083" y="2794333"/>
                    <a:ext cx="15356" cy="15356"/>
                  </a:xfrm>
                  <a:custGeom>
                    <a:rect b="b" l="l" r="r" t="t"/>
                    <a:pathLst>
                      <a:path extrusionOk="0" h="3373" w="3373">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4" name="Google Shape;9194;p130"/>
                  <p:cNvSpPr/>
                  <p:nvPr/>
                </p:nvSpPr>
                <p:spPr>
                  <a:xfrm>
                    <a:off x="2788083" y="2877210"/>
                    <a:ext cx="15356" cy="15356"/>
                  </a:xfrm>
                  <a:custGeom>
                    <a:rect b="b" l="l" r="r" t="t"/>
                    <a:pathLst>
                      <a:path extrusionOk="0" h="3373" w="3373">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95" name="Google Shape;9195;p130"/>
                <p:cNvGrpSpPr/>
                <p:nvPr/>
              </p:nvGrpSpPr>
              <p:grpSpPr>
                <a:xfrm>
                  <a:off x="2683630" y="2595741"/>
                  <a:ext cx="224334" cy="182054"/>
                  <a:chOff x="2683630" y="2595741"/>
                  <a:chExt cx="224334" cy="182054"/>
                </a:xfrm>
              </p:grpSpPr>
              <p:sp>
                <p:nvSpPr>
                  <p:cNvPr id="9196" name="Google Shape;9196;p130"/>
                  <p:cNvSpPr/>
                  <p:nvPr/>
                </p:nvSpPr>
                <p:spPr>
                  <a:xfrm>
                    <a:off x="2683630" y="2595741"/>
                    <a:ext cx="224334" cy="182054"/>
                  </a:xfrm>
                  <a:custGeom>
                    <a:rect b="b" l="l" r="r" t="t"/>
                    <a:pathLst>
                      <a:path extrusionOk="0" h="39990" w="49277">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7" name="Google Shape;9197;p130"/>
                  <p:cNvSpPr/>
                  <p:nvPr/>
                </p:nvSpPr>
                <p:spPr>
                  <a:xfrm>
                    <a:off x="2724889" y="2686181"/>
                    <a:ext cx="140322" cy="1106"/>
                  </a:xfrm>
                  <a:custGeom>
                    <a:rect b="b" l="l" r="r" t="t"/>
                    <a:pathLst>
                      <a:path extrusionOk="0" h="243" w="30823">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198" name="Google Shape;9198;p130"/>
              <p:cNvGrpSpPr/>
              <p:nvPr/>
            </p:nvGrpSpPr>
            <p:grpSpPr>
              <a:xfrm>
                <a:off x="2838475" y="2595741"/>
                <a:ext cx="363719" cy="296825"/>
                <a:chOff x="2838475" y="2595741"/>
                <a:chExt cx="363719" cy="296825"/>
              </a:xfrm>
            </p:grpSpPr>
            <p:grpSp>
              <p:nvGrpSpPr>
                <p:cNvPr id="9199" name="Google Shape;9199;p130"/>
                <p:cNvGrpSpPr/>
                <p:nvPr/>
              </p:nvGrpSpPr>
              <p:grpSpPr>
                <a:xfrm>
                  <a:off x="2838475" y="2794333"/>
                  <a:ext cx="259185" cy="98232"/>
                  <a:chOff x="2838475" y="2794333"/>
                  <a:chExt cx="259185" cy="98232"/>
                </a:xfrm>
              </p:grpSpPr>
              <p:sp>
                <p:nvSpPr>
                  <p:cNvPr id="9200" name="Google Shape;9200;p130"/>
                  <p:cNvSpPr/>
                  <p:nvPr/>
                </p:nvSpPr>
                <p:spPr>
                  <a:xfrm>
                    <a:off x="2845042" y="2800896"/>
                    <a:ext cx="246122" cy="85123"/>
                  </a:xfrm>
                  <a:custGeom>
                    <a:rect b="b" l="l" r="r" t="t"/>
                    <a:pathLst>
                      <a:path extrusionOk="0" h="18698" w="54063">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1" name="Google Shape;9201;p130"/>
                  <p:cNvSpPr/>
                  <p:nvPr/>
                </p:nvSpPr>
                <p:spPr>
                  <a:xfrm>
                    <a:off x="3082301" y="2794333"/>
                    <a:ext cx="15360" cy="15356"/>
                  </a:xfrm>
                  <a:custGeom>
                    <a:rect b="b" l="l" r="r" t="t"/>
                    <a:pathLst>
                      <a:path extrusionOk="0" h="3373" w="3374">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2" name="Google Shape;9202;p130"/>
                  <p:cNvSpPr/>
                  <p:nvPr/>
                </p:nvSpPr>
                <p:spPr>
                  <a:xfrm>
                    <a:off x="2838475" y="2877210"/>
                    <a:ext cx="15351" cy="15356"/>
                  </a:xfrm>
                  <a:custGeom>
                    <a:rect b="b" l="l" r="r" t="t"/>
                    <a:pathLst>
                      <a:path extrusionOk="0" h="3373" w="3372">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03" name="Google Shape;9203;p130"/>
                <p:cNvGrpSpPr/>
                <p:nvPr/>
              </p:nvGrpSpPr>
              <p:grpSpPr>
                <a:xfrm>
                  <a:off x="2977852" y="2595741"/>
                  <a:ext cx="224343" cy="182054"/>
                  <a:chOff x="2977852" y="2595741"/>
                  <a:chExt cx="224343" cy="182054"/>
                </a:xfrm>
              </p:grpSpPr>
              <p:sp>
                <p:nvSpPr>
                  <p:cNvPr id="9204" name="Google Shape;9204;p130"/>
                  <p:cNvSpPr/>
                  <p:nvPr/>
                </p:nvSpPr>
                <p:spPr>
                  <a:xfrm>
                    <a:off x="2977852" y="2595741"/>
                    <a:ext cx="224343" cy="182054"/>
                  </a:xfrm>
                  <a:custGeom>
                    <a:rect b="b" l="l" r="r" t="t"/>
                    <a:pathLst>
                      <a:path extrusionOk="0" h="39990" w="49279">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5" name="Google Shape;9205;p130"/>
                  <p:cNvSpPr/>
                  <p:nvPr/>
                </p:nvSpPr>
                <p:spPr>
                  <a:xfrm>
                    <a:off x="3020572" y="2686181"/>
                    <a:ext cx="140326" cy="1106"/>
                  </a:xfrm>
                  <a:custGeom>
                    <a:rect b="b" l="l" r="r" t="t"/>
                    <a:pathLst>
                      <a:path extrusionOk="0" h="243" w="30824">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9206" name="Google Shape;9206;p130"/>
            <p:cNvGrpSpPr/>
            <p:nvPr/>
          </p:nvGrpSpPr>
          <p:grpSpPr>
            <a:xfrm>
              <a:off x="2389399" y="3100241"/>
              <a:ext cx="812796" cy="296869"/>
              <a:chOff x="2389399" y="3100241"/>
              <a:chExt cx="812796" cy="296869"/>
            </a:xfrm>
          </p:grpSpPr>
          <p:grpSp>
            <p:nvGrpSpPr>
              <p:cNvPr id="9207" name="Google Shape;9207;p130"/>
              <p:cNvGrpSpPr/>
              <p:nvPr/>
            </p:nvGrpSpPr>
            <p:grpSpPr>
              <a:xfrm>
                <a:off x="2683630" y="3100241"/>
                <a:ext cx="224334" cy="296869"/>
                <a:chOff x="2683630" y="3100241"/>
                <a:chExt cx="224334" cy="296869"/>
              </a:xfrm>
            </p:grpSpPr>
            <p:grpSp>
              <p:nvGrpSpPr>
                <p:cNvPr id="9208" name="Google Shape;9208;p130"/>
                <p:cNvGrpSpPr/>
                <p:nvPr/>
              </p:nvGrpSpPr>
              <p:grpSpPr>
                <a:xfrm>
                  <a:off x="2788083" y="3100241"/>
                  <a:ext cx="15356" cy="98237"/>
                  <a:chOff x="2788083" y="3100241"/>
                  <a:chExt cx="15356" cy="98237"/>
                </a:xfrm>
              </p:grpSpPr>
              <p:sp>
                <p:nvSpPr>
                  <p:cNvPr id="9209" name="Google Shape;9209;p130"/>
                  <p:cNvSpPr/>
                  <p:nvPr/>
                </p:nvSpPr>
                <p:spPr>
                  <a:xfrm>
                    <a:off x="2794655" y="3106808"/>
                    <a:ext cx="2213" cy="85118"/>
                  </a:xfrm>
                  <a:custGeom>
                    <a:rect b="b" l="l" r="r" t="t"/>
                    <a:pathLst>
                      <a:path extrusionOk="0" h="18697" w="486">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0" name="Google Shape;9210;p130"/>
                  <p:cNvSpPr/>
                  <p:nvPr/>
                </p:nvSpPr>
                <p:spPr>
                  <a:xfrm>
                    <a:off x="2788083" y="3183117"/>
                    <a:ext cx="15356" cy="15360"/>
                  </a:xfrm>
                  <a:custGeom>
                    <a:rect b="b" l="l" r="r" t="t"/>
                    <a:pathLst>
                      <a:path extrusionOk="0" h="3374" w="3373">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1" name="Google Shape;9211;p130"/>
                  <p:cNvSpPr/>
                  <p:nvPr/>
                </p:nvSpPr>
                <p:spPr>
                  <a:xfrm>
                    <a:off x="2788083" y="3100241"/>
                    <a:ext cx="15356" cy="15356"/>
                  </a:xfrm>
                  <a:custGeom>
                    <a:rect b="b" l="l" r="r" t="t"/>
                    <a:pathLst>
                      <a:path extrusionOk="0" h="3373" w="3373">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12" name="Google Shape;9212;p130"/>
                <p:cNvGrpSpPr/>
                <p:nvPr/>
              </p:nvGrpSpPr>
              <p:grpSpPr>
                <a:xfrm>
                  <a:off x="2683630" y="3215065"/>
                  <a:ext cx="224334" cy="182045"/>
                  <a:chOff x="2683630" y="3215065"/>
                  <a:chExt cx="224334" cy="182045"/>
                </a:xfrm>
              </p:grpSpPr>
              <p:sp>
                <p:nvSpPr>
                  <p:cNvPr id="9213" name="Google Shape;9213;p130"/>
                  <p:cNvSpPr/>
                  <p:nvPr/>
                </p:nvSpPr>
                <p:spPr>
                  <a:xfrm>
                    <a:off x="2683630" y="3215065"/>
                    <a:ext cx="224334" cy="182045"/>
                  </a:xfrm>
                  <a:custGeom>
                    <a:rect b="b" l="l" r="r" t="t"/>
                    <a:pathLst>
                      <a:path extrusionOk="0" h="39988" w="49277">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4" name="Google Shape;9214;p130"/>
                  <p:cNvSpPr/>
                  <p:nvPr/>
                </p:nvSpPr>
                <p:spPr>
                  <a:xfrm>
                    <a:off x="2724889" y="3305500"/>
                    <a:ext cx="140331" cy="1106"/>
                  </a:xfrm>
                  <a:custGeom>
                    <a:rect b="b" l="l" r="r" t="t"/>
                    <a:pathLst>
                      <a:path extrusionOk="0" h="243" w="30825">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215" name="Google Shape;9215;p130"/>
              <p:cNvGrpSpPr/>
              <p:nvPr/>
            </p:nvGrpSpPr>
            <p:grpSpPr>
              <a:xfrm>
                <a:off x="2389399" y="3100241"/>
                <a:ext cx="363638" cy="296869"/>
                <a:chOff x="2389399" y="3100241"/>
                <a:chExt cx="363638" cy="296869"/>
              </a:xfrm>
            </p:grpSpPr>
            <p:grpSp>
              <p:nvGrpSpPr>
                <p:cNvPr id="9216" name="Google Shape;9216;p130"/>
                <p:cNvGrpSpPr/>
                <p:nvPr/>
              </p:nvGrpSpPr>
              <p:grpSpPr>
                <a:xfrm>
                  <a:off x="2493852" y="3100241"/>
                  <a:ext cx="259185" cy="98237"/>
                  <a:chOff x="2493852" y="3100241"/>
                  <a:chExt cx="259185" cy="98237"/>
                </a:xfrm>
              </p:grpSpPr>
              <p:sp>
                <p:nvSpPr>
                  <p:cNvPr id="9217" name="Google Shape;9217;p130"/>
                  <p:cNvSpPr/>
                  <p:nvPr/>
                </p:nvSpPr>
                <p:spPr>
                  <a:xfrm>
                    <a:off x="2500428" y="3106803"/>
                    <a:ext cx="246126" cy="85123"/>
                  </a:xfrm>
                  <a:custGeom>
                    <a:rect b="b" l="l" r="r" t="t"/>
                    <a:pathLst>
                      <a:path extrusionOk="0" h="18698" w="54064">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8" name="Google Shape;9218;p130"/>
                  <p:cNvSpPr/>
                  <p:nvPr/>
                </p:nvSpPr>
                <p:spPr>
                  <a:xfrm>
                    <a:off x="2493852" y="3183117"/>
                    <a:ext cx="15360" cy="15360"/>
                  </a:xfrm>
                  <a:custGeom>
                    <a:rect b="b" l="l" r="r" t="t"/>
                    <a:pathLst>
                      <a:path extrusionOk="0" h="3374" w="3374">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9" name="Google Shape;9219;p130"/>
                  <p:cNvSpPr/>
                  <p:nvPr/>
                </p:nvSpPr>
                <p:spPr>
                  <a:xfrm>
                    <a:off x="2737686" y="3100241"/>
                    <a:ext cx="15351" cy="15356"/>
                  </a:xfrm>
                  <a:custGeom>
                    <a:rect b="b" l="l" r="r" t="t"/>
                    <a:pathLst>
                      <a:path extrusionOk="0" h="3373" w="3372">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20" name="Google Shape;9220;p130"/>
                <p:cNvGrpSpPr/>
                <p:nvPr/>
              </p:nvGrpSpPr>
              <p:grpSpPr>
                <a:xfrm>
                  <a:off x="2389399" y="3215065"/>
                  <a:ext cx="224343" cy="182045"/>
                  <a:chOff x="2389399" y="3215065"/>
                  <a:chExt cx="224343" cy="182045"/>
                </a:xfrm>
              </p:grpSpPr>
              <p:sp>
                <p:nvSpPr>
                  <p:cNvPr id="9221" name="Google Shape;9221;p130"/>
                  <p:cNvSpPr/>
                  <p:nvPr/>
                </p:nvSpPr>
                <p:spPr>
                  <a:xfrm>
                    <a:off x="2389399" y="3215065"/>
                    <a:ext cx="224343" cy="182045"/>
                  </a:xfrm>
                  <a:custGeom>
                    <a:rect b="b" l="l" r="r" t="t"/>
                    <a:pathLst>
                      <a:path extrusionOk="0" h="39988" w="49279">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2" name="Google Shape;9222;p130"/>
                  <p:cNvSpPr/>
                  <p:nvPr/>
                </p:nvSpPr>
                <p:spPr>
                  <a:xfrm>
                    <a:off x="2430630" y="3305500"/>
                    <a:ext cx="140331" cy="1106"/>
                  </a:xfrm>
                  <a:custGeom>
                    <a:rect b="b" l="l" r="r" t="t"/>
                    <a:pathLst>
                      <a:path extrusionOk="0" h="243" w="30825">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223" name="Google Shape;9223;p130"/>
              <p:cNvGrpSpPr/>
              <p:nvPr/>
            </p:nvGrpSpPr>
            <p:grpSpPr>
              <a:xfrm>
                <a:off x="2838475" y="3100241"/>
                <a:ext cx="363719" cy="296869"/>
                <a:chOff x="2838475" y="3100241"/>
                <a:chExt cx="363719" cy="296869"/>
              </a:xfrm>
            </p:grpSpPr>
            <p:grpSp>
              <p:nvGrpSpPr>
                <p:cNvPr id="9224" name="Google Shape;9224;p130"/>
                <p:cNvGrpSpPr/>
                <p:nvPr/>
              </p:nvGrpSpPr>
              <p:grpSpPr>
                <a:xfrm>
                  <a:off x="2838475" y="3100241"/>
                  <a:ext cx="259185" cy="98237"/>
                  <a:chOff x="2838475" y="3100241"/>
                  <a:chExt cx="259185" cy="98237"/>
                </a:xfrm>
              </p:grpSpPr>
              <p:sp>
                <p:nvSpPr>
                  <p:cNvPr id="9225" name="Google Shape;9225;p130"/>
                  <p:cNvSpPr/>
                  <p:nvPr/>
                </p:nvSpPr>
                <p:spPr>
                  <a:xfrm>
                    <a:off x="2845042" y="3106803"/>
                    <a:ext cx="246131" cy="85123"/>
                  </a:xfrm>
                  <a:custGeom>
                    <a:rect b="b" l="l" r="r" t="t"/>
                    <a:pathLst>
                      <a:path extrusionOk="0" h="18698" w="54065">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6" name="Google Shape;9226;p130"/>
                  <p:cNvSpPr/>
                  <p:nvPr/>
                </p:nvSpPr>
                <p:spPr>
                  <a:xfrm>
                    <a:off x="3082301" y="3183117"/>
                    <a:ext cx="15360" cy="15360"/>
                  </a:xfrm>
                  <a:custGeom>
                    <a:rect b="b" l="l" r="r" t="t"/>
                    <a:pathLst>
                      <a:path extrusionOk="0" h="3374" w="3374">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7" name="Google Shape;9227;p130"/>
                  <p:cNvSpPr/>
                  <p:nvPr/>
                </p:nvSpPr>
                <p:spPr>
                  <a:xfrm>
                    <a:off x="2838475" y="3100241"/>
                    <a:ext cx="15351" cy="15356"/>
                  </a:xfrm>
                  <a:custGeom>
                    <a:rect b="b" l="l" r="r" t="t"/>
                    <a:pathLst>
                      <a:path extrusionOk="0" h="3373" w="3372">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28" name="Google Shape;9228;p130"/>
                <p:cNvGrpSpPr/>
                <p:nvPr/>
              </p:nvGrpSpPr>
              <p:grpSpPr>
                <a:xfrm>
                  <a:off x="2977852" y="3215065"/>
                  <a:ext cx="224343" cy="182045"/>
                  <a:chOff x="2977852" y="3215065"/>
                  <a:chExt cx="224343" cy="182045"/>
                </a:xfrm>
              </p:grpSpPr>
              <p:sp>
                <p:nvSpPr>
                  <p:cNvPr id="9229" name="Google Shape;9229;p130"/>
                  <p:cNvSpPr/>
                  <p:nvPr/>
                </p:nvSpPr>
                <p:spPr>
                  <a:xfrm>
                    <a:off x="2977852" y="3215065"/>
                    <a:ext cx="224343" cy="182045"/>
                  </a:xfrm>
                  <a:custGeom>
                    <a:rect b="b" l="l" r="r" t="t"/>
                    <a:pathLst>
                      <a:path extrusionOk="0" h="39988" w="49279">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0" name="Google Shape;9230;p130"/>
                  <p:cNvSpPr/>
                  <p:nvPr/>
                </p:nvSpPr>
                <p:spPr>
                  <a:xfrm>
                    <a:off x="3020598" y="3305519"/>
                    <a:ext cx="140326" cy="1106"/>
                  </a:xfrm>
                  <a:custGeom>
                    <a:rect b="b" l="l" r="r" t="t"/>
                    <a:pathLst>
                      <a:path extrusionOk="0" h="243" w="30824">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34" name="Shape 9234"/>
        <p:cNvGrpSpPr/>
        <p:nvPr/>
      </p:nvGrpSpPr>
      <p:grpSpPr>
        <a:xfrm>
          <a:off x="0" y="0"/>
          <a:ext cx="0" cy="0"/>
          <a:chOff x="0" y="0"/>
          <a:chExt cx="0" cy="0"/>
        </a:xfrm>
      </p:grpSpPr>
      <p:grpSp>
        <p:nvGrpSpPr>
          <p:cNvPr id="9235" name="Google Shape;9235;p131"/>
          <p:cNvGrpSpPr/>
          <p:nvPr/>
        </p:nvGrpSpPr>
        <p:grpSpPr>
          <a:xfrm>
            <a:off x="702075" y="3155925"/>
            <a:ext cx="2390414" cy="1024800"/>
            <a:chOff x="728925" y="3296613"/>
            <a:chExt cx="2390414" cy="1024800"/>
          </a:xfrm>
        </p:grpSpPr>
        <p:grpSp>
          <p:nvGrpSpPr>
            <p:cNvPr id="9236" name="Google Shape;9236;p131"/>
            <p:cNvGrpSpPr/>
            <p:nvPr/>
          </p:nvGrpSpPr>
          <p:grpSpPr>
            <a:xfrm>
              <a:off x="728925" y="3619800"/>
              <a:ext cx="2390414" cy="500893"/>
              <a:chOff x="728925" y="3619800"/>
              <a:chExt cx="2390414" cy="500893"/>
            </a:xfrm>
          </p:grpSpPr>
          <p:sp>
            <p:nvSpPr>
              <p:cNvPr id="9237" name="Google Shape;9237;p131"/>
              <p:cNvSpPr/>
              <p:nvPr/>
            </p:nvSpPr>
            <p:spPr>
              <a:xfrm>
                <a:off x="728925" y="3619800"/>
                <a:ext cx="2390400" cy="167100"/>
              </a:xfrm>
              <a:prstGeom prst="rect">
                <a:avLst/>
              </a:prstGeom>
              <a:noFill/>
              <a:ln cap="flat" cmpd="sng" w="9525">
                <a:solidFill>
                  <a:srgbClr val="E3E7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9238" name="Google Shape;9238;p131"/>
              <p:cNvSpPr/>
              <p:nvPr/>
            </p:nvSpPr>
            <p:spPr>
              <a:xfrm>
                <a:off x="728939" y="3953593"/>
                <a:ext cx="2390400" cy="167100"/>
              </a:xfrm>
              <a:prstGeom prst="rect">
                <a:avLst/>
              </a:prstGeom>
              <a:noFill/>
              <a:ln cap="flat" cmpd="sng" w="9525">
                <a:solidFill>
                  <a:srgbClr val="E3E7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grpSp>
        <p:grpSp>
          <p:nvGrpSpPr>
            <p:cNvPr id="9239" name="Google Shape;9239;p131"/>
            <p:cNvGrpSpPr/>
            <p:nvPr/>
          </p:nvGrpSpPr>
          <p:grpSpPr>
            <a:xfrm>
              <a:off x="1348050" y="3296613"/>
              <a:ext cx="1706152" cy="1024800"/>
              <a:chOff x="1348050" y="3296613"/>
              <a:chExt cx="1706152" cy="1024800"/>
            </a:xfrm>
          </p:grpSpPr>
          <p:sp>
            <p:nvSpPr>
              <p:cNvPr id="9240" name="Google Shape;9240;p131"/>
              <p:cNvSpPr/>
              <p:nvPr/>
            </p:nvSpPr>
            <p:spPr>
              <a:xfrm>
                <a:off x="1348050" y="3296613"/>
                <a:ext cx="307200" cy="1024800"/>
              </a:xfrm>
              <a:prstGeom prst="rect">
                <a:avLst/>
              </a:pr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9241" name="Google Shape;9241;p131"/>
              <p:cNvSpPr/>
              <p:nvPr/>
            </p:nvSpPr>
            <p:spPr>
              <a:xfrm>
                <a:off x="1687082" y="3296613"/>
                <a:ext cx="307200" cy="1024800"/>
              </a:xfrm>
              <a:prstGeom prst="rect">
                <a:avLst/>
              </a:pr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9242" name="Google Shape;9242;p131"/>
              <p:cNvSpPr/>
              <p:nvPr/>
            </p:nvSpPr>
            <p:spPr>
              <a:xfrm>
                <a:off x="2040389" y="3296613"/>
                <a:ext cx="307200" cy="1024800"/>
              </a:xfrm>
              <a:prstGeom prst="rect">
                <a:avLst/>
              </a:pr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9243" name="Google Shape;9243;p131"/>
              <p:cNvSpPr/>
              <p:nvPr/>
            </p:nvSpPr>
            <p:spPr>
              <a:xfrm>
                <a:off x="2393695" y="3296613"/>
                <a:ext cx="307200" cy="1024800"/>
              </a:xfrm>
              <a:prstGeom prst="rect">
                <a:avLst/>
              </a:pr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9244" name="Google Shape;9244;p131"/>
              <p:cNvSpPr/>
              <p:nvPr/>
            </p:nvSpPr>
            <p:spPr>
              <a:xfrm>
                <a:off x="2747002" y="3296613"/>
                <a:ext cx="307200" cy="1024800"/>
              </a:xfrm>
              <a:prstGeom prst="rect">
                <a:avLst/>
              </a:pr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grpSp>
        <p:grpSp>
          <p:nvGrpSpPr>
            <p:cNvPr id="9245" name="Google Shape;9245;p131"/>
            <p:cNvGrpSpPr/>
            <p:nvPr/>
          </p:nvGrpSpPr>
          <p:grpSpPr>
            <a:xfrm>
              <a:off x="1455707" y="3654858"/>
              <a:ext cx="1491150" cy="417657"/>
              <a:chOff x="1455707" y="3654858"/>
              <a:chExt cx="1491150" cy="417657"/>
            </a:xfrm>
          </p:grpSpPr>
          <p:sp>
            <p:nvSpPr>
              <p:cNvPr id="9246" name="Google Shape;9246;p131"/>
              <p:cNvSpPr/>
              <p:nvPr/>
            </p:nvSpPr>
            <p:spPr>
              <a:xfrm>
                <a:off x="1472938" y="3687620"/>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7" name="Google Shape;9247;p131"/>
              <p:cNvSpPr/>
              <p:nvPr/>
            </p:nvSpPr>
            <p:spPr>
              <a:xfrm>
                <a:off x="1490853" y="3669628"/>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8" name="Google Shape;9248;p131"/>
              <p:cNvSpPr/>
              <p:nvPr/>
            </p:nvSpPr>
            <p:spPr>
              <a:xfrm>
                <a:off x="1819181" y="40314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9" name="Google Shape;9249;p131"/>
              <p:cNvSpPr/>
              <p:nvPr/>
            </p:nvSpPr>
            <p:spPr>
              <a:xfrm>
                <a:off x="1837096" y="40134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0" name="Google Shape;9250;p131"/>
              <p:cNvSpPr/>
              <p:nvPr/>
            </p:nvSpPr>
            <p:spPr>
              <a:xfrm>
                <a:off x="1478676" y="4008202"/>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1" name="Google Shape;9251;p131"/>
              <p:cNvSpPr/>
              <p:nvPr/>
            </p:nvSpPr>
            <p:spPr>
              <a:xfrm>
                <a:off x="1455707" y="4007971"/>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2" name="Google Shape;9252;p131"/>
              <p:cNvSpPr/>
              <p:nvPr/>
            </p:nvSpPr>
            <p:spPr>
              <a:xfrm>
                <a:off x="1841579" y="36550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3" name="Google Shape;9253;p131"/>
              <p:cNvSpPr/>
              <p:nvPr/>
            </p:nvSpPr>
            <p:spPr>
              <a:xfrm>
                <a:off x="1818610" y="36548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4" name="Google Shape;9254;p131"/>
              <p:cNvSpPr/>
              <p:nvPr/>
            </p:nvSpPr>
            <p:spPr>
              <a:xfrm>
                <a:off x="2172491" y="40314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5" name="Google Shape;9255;p131"/>
              <p:cNvSpPr/>
              <p:nvPr/>
            </p:nvSpPr>
            <p:spPr>
              <a:xfrm>
                <a:off x="2190406" y="40134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6" name="Google Shape;9256;p131"/>
              <p:cNvSpPr/>
              <p:nvPr/>
            </p:nvSpPr>
            <p:spPr>
              <a:xfrm>
                <a:off x="2194889" y="36550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7" name="Google Shape;9257;p131"/>
              <p:cNvSpPr/>
              <p:nvPr/>
            </p:nvSpPr>
            <p:spPr>
              <a:xfrm>
                <a:off x="2171920" y="36548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8" name="Google Shape;9258;p131"/>
              <p:cNvSpPr/>
              <p:nvPr/>
            </p:nvSpPr>
            <p:spPr>
              <a:xfrm>
                <a:off x="2874730" y="3687620"/>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9" name="Google Shape;9259;p131"/>
              <p:cNvSpPr/>
              <p:nvPr/>
            </p:nvSpPr>
            <p:spPr>
              <a:xfrm>
                <a:off x="2892645" y="3669628"/>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0" name="Google Shape;9260;p131"/>
              <p:cNvSpPr/>
              <p:nvPr/>
            </p:nvSpPr>
            <p:spPr>
              <a:xfrm>
                <a:off x="2901559" y="4005512"/>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1" name="Google Shape;9261;p131"/>
              <p:cNvSpPr/>
              <p:nvPr/>
            </p:nvSpPr>
            <p:spPr>
              <a:xfrm>
                <a:off x="2878589" y="4005281"/>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2" name="Google Shape;9262;p131"/>
              <p:cNvSpPr/>
              <p:nvPr/>
            </p:nvSpPr>
            <p:spPr>
              <a:xfrm>
                <a:off x="2525796" y="40314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3" name="Google Shape;9263;p131"/>
              <p:cNvSpPr/>
              <p:nvPr/>
            </p:nvSpPr>
            <p:spPr>
              <a:xfrm>
                <a:off x="2543711" y="40134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4" name="Google Shape;9264;p131"/>
              <p:cNvSpPr/>
              <p:nvPr/>
            </p:nvSpPr>
            <p:spPr>
              <a:xfrm>
                <a:off x="2548194" y="36550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5" name="Google Shape;9265;p131"/>
              <p:cNvSpPr/>
              <p:nvPr/>
            </p:nvSpPr>
            <p:spPr>
              <a:xfrm>
                <a:off x="2525225" y="36548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aphicFrame>
        <p:nvGraphicFramePr>
          <p:cNvPr id="9266" name="Google Shape;9266;p131"/>
          <p:cNvGraphicFramePr/>
          <p:nvPr/>
        </p:nvGraphicFramePr>
        <p:xfrm>
          <a:off x="5937775" y="2153837"/>
          <a:ext cx="3000000" cy="3000000"/>
        </p:xfrm>
        <a:graphic>
          <a:graphicData uri="http://schemas.openxmlformats.org/drawingml/2006/table">
            <a:tbl>
              <a:tblPr>
                <a:noFill/>
                <a:tableStyleId>{6B559A85-E3F2-4DD9-B4AC-259FDCF23E7D}</a:tableStyleId>
              </a:tblPr>
              <a:tblGrid>
                <a:gridCol w="626025"/>
                <a:gridCol w="626025"/>
                <a:gridCol w="626025"/>
                <a:gridCol w="626025"/>
              </a:tblGrid>
              <a:tr h="10000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solid"/>
                      <a:round/>
                      <a:headEnd len="sm" w="sm" type="none"/>
                      <a:tailEnd len="sm" w="sm" type="none"/>
                    </a:lnT>
                    <a:lnB cap="flat" cmpd="sng" w="9525">
                      <a:solidFill>
                        <a:srgbClr val="E1E7EC"/>
                      </a:solidFill>
                      <a:prstDash val="dot"/>
                      <a:round/>
                      <a:headEnd len="sm" w="sm" type="none"/>
                      <a:tailEnd len="sm" w="sm" type="none"/>
                    </a:lnB>
                    <a:solidFill>
                      <a:srgbClr val="CFD9E0"/>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solid"/>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solid"/>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solid"/>
                      <a:round/>
                      <a:headEnd len="sm" w="sm" type="none"/>
                      <a:tailEnd len="sm" w="sm" type="none"/>
                    </a:lnT>
                    <a:lnB cap="flat" cmpd="sng" w="9525">
                      <a:solidFill>
                        <a:srgbClr val="E1E7EC"/>
                      </a:solidFill>
                      <a:prstDash val="dot"/>
                      <a:round/>
                      <a:headEnd len="sm" w="sm" type="none"/>
                      <a:tailEnd len="sm" w="sm" type="none"/>
                    </a:lnB>
                  </a:tcPr>
                </a:tc>
              </a:tr>
              <a:tr h="21715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solidFill>
                      <a:srgbClr val="CFD9E0"/>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r>
              <a:tr h="21715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solidFill>
                      <a:srgbClr val="E3E9ED"/>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solidFill>
                      <a:srgbClr val="869FB2"/>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r>
              <a:tr h="21715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solidFill>
                      <a:srgbClr val="7994A9">
                        <a:alpha val="64710"/>
                      </a:srgbClr>
                    </a:solidFill>
                  </a:tcPr>
                </a:tc>
              </a:tr>
            </a:tbl>
          </a:graphicData>
        </a:graphic>
      </p:graphicFrame>
      <p:grpSp>
        <p:nvGrpSpPr>
          <p:cNvPr id="9267" name="Google Shape;9267;p131"/>
          <p:cNvGrpSpPr/>
          <p:nvPr/>
        </p:nvGrpSpPr>
        <p:grpSpPr>
          <a:xfrm>
            <a:off x="710451" y="981601"/>
            <a:ext cx="2396505" cy="976502"/>
            <a:chOff x="749309" y="1112739"/>
            <a:chExt cx="2371603" cy="976502"/>
          </a:xfrm>
        </p:grpSpPr>
        <p:grpSp>
          <p:nvGrpSpPr>
            <p:cNvPr id="9268" name="Google Shape;9268;p131"/>
            <p:cNvGrpSpPr/>
            <p:nvPr/>
          </p:nvGrpSpPr>
          <p:grpSpPr>
            <a:xfrm>
              <a:off x="1092126" y="1112739"/>
              <a:ext cx="2028786" cy="975464"/>
              <a:chOff x="1092126" y="1112739"/>
              <a:chExt cx="2028786" cy="975464"/>
            </a:xfrm>
          </p:grpSpPr>
          <p:sp>
            <p:nvSpPr>
              <p:cNvPr id="9269" name="Google Shape;9269;p131"/>
              <p:cNvSpPr/>
              <p:nvPr/>
            </p:nvSpPr>
            <p:spPr>
              <a:xfrm>
                <a:off x="1092126"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0" name="Google Shape;9270;p131"/>
              <p:cNvSpPr/>
              <p:nvPr/>
            </p:nvSpPr>
            <p:spPr>
              <a:xfrm>
                <a:off x="1434943"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1" name="Google Shape;9271;p131"/>
              <p:cNvSpPr/>
              <p:nvPr/>
            </p:nvSpPr>
            <p:spPr>
              <a:xfrm>
                <a:off x="1777760"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2" name="Google Shape;9272;p131"/>
              <p:cNvSpPr/>
              <p:nvPr/>
            </p:nvSpPr>
            <p:spPr>
              <a:xfrm>
                <a:off x="2120578"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3" name="Google Shape;9273;p131"/>
              <p:cNvSpPr/>
              <p:nvPr/>
            </p:nvSpPr>
            <p:spPr>
              <a:xfrm>
                <a:off x="2463395"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4" name="Google Shape;9274;p131"/>
              <p:cNvSpPr/>
              <p:nvPr/>
            </p:nvSpPr>
            <p:spPr>
              <a:xfrm>
                <a:off x="2806212"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5" name="Google Shape;9275;p131"/>
              <p:cNvSpPr/>
              <p:nvPr/>
            </p:nvSpPr>
            <p:spPr>
              <a:xfrm>
                <a:off x="1092126"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6" name="Google Shape;9276;p131"/>
              <p:cNvSpPr/>
              <p:nvPr/>
            </p:nvSpPr>
            <p:spPr>
              <a:xfrm>
                <a:off x="1434943"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7" name="Google Shape;9277;p131"/>
              <p:cNvSpPr/>
              <p:nvPr/>
            </p:nvSpPr>
            <p:spPr>
              <a:xfrm>
                <a:off x="1777760"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8" name="Google Shape;9278;p131"/>
              <p:cNvSpPr/>
              <p:nvPr/>
            </p:nvSpPr>
            <p:spPr>
              <a:xfrm>
                <a:off x="2120578"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9" name="Google Shape;9279;p131"/>
              <p:cNvSpPr/>
              <p:nvPr/>
            </p:nvSpPr>
            <p:spPr>
              <a:xfrm>
                <a:off x="2463395"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0" name="Google Shape;9280;p131"/>
              <p:cNvSpPr/>
              <p:nvPr/>
            </p:nvSpPr>
            <p:spPr>
              <a:xfrm>
                <a:off x="2806212"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1" name="Google Shape;9281;p131"/>
              <p:cNvSpPr/>
              <p:nvPr/>
            </p:nvSpPr>
            <p:spPr>
              <a:xfrm>
                <a:off x="1092126"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2" name="Google Shape;9282;p131"/>
              <p:cNvSpPr/>
              <p:nvPr/>
            </p:nvSpPr>
            <p:spPr>
              <a:xfrm>
                <a:off x="1434943"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3" name="Google Shape;9283;p131"/>
              <p:cNvSpPr/>
              <p:nvPr/>
            </p:nvSpPr>
            <p:spPr>
              <a:xfrm>
                <a:off x="1777760"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4" name="Google Shape;9284;p131"/>
              <p:cNvSpPr/>
              <p:nvPr/>
            </p:nvSpPr>
            <p:spPr>
              <a:xfrm>
                <a:off x="2120578"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5" name="Google Shape;9285;p131"/>
              <p:cNvSpPr/>
              <p:nvPr/>
            </p:nvSpPr>
            <p:spPr>
              <a:xfrm>
                <a:off x="2463395"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6" name="Google Shape;9286;p131"/>
              <p:cNvSpPr/>
              <p:nvPr/>
            </p:nvSpPr>
            <p:spPr>
              <a:xfrm>
                <a:off x="2806212"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7" name="Google Shape;9287;p131"/>
              <p:cNvSpPr/>
              <p:nvPr/>
            </p:nvSpPr>
            <p:spPr>
              <a:xfrm>
                <a:off x="1092126"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8" name="Google Shape;9288;p131"/>
              <p:cNvSpPr/>
              <p:nvPr/>
            </p:nvSpPr>
            <p:spPr>
              <a:xfrm>
                <a:off x="1434943"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9" name="Google Shape;9289;p131"/>
              <p:cNvSpPr/>
              <p:nvPr/>
            </p:nvSpPr>
            <p:spPr>
              <a:xfrm>
                <a:off x="1777760"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0" name="Google Shape;9290;p131"/>
              <p:cNvSpPr/>
              <p:nvPr/>
            </p:nvSpPr>
            <p:spPr>
              <a:xfrm>
                <a:off x="2120578"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1" name="Google Shape;9291;p131"/>
              <p:cNvSpPr/>
              <p:nvPr/>
            </p:nvSpPr>
            <p:spPr>
              <a:xfrm>
                <a:off x="2463395"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2" name="Google Shape;9292;p131"/>
              <p:cNvSpPr/>
              <p:nvPr/>
            </p:nvSpPr>
            <p:spPr>
              <a:xfrm>
                <a:off x="2806212"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93" name="Google Shape;9293;p131"/>
            <p:cNvGrpSpPr/>
            <p:nvPr/>
          </p:nvGrpSpPr>
          <p:grpSpPr>
            <a:xfrm>
              <a:off x="749309" y="1112739"/>
              <a:ext cx="314700" cy="975464"/>
              <a:chOff x="749309" y="1112739"/>
              <a:chExt cx="314700" cy="975464"/>
            </a:xfrm>
          </p:grpSpPr>
          <p:sp>
            <p:nvSpPr>
              <p:cNvPr id="9294" name="Google Shape;9294;p131"/>
              <p:cNvSpPr/>
              <p:nvPr/>
            </p:nvSpPr>
            <p:spPr>
              <a:xfrm>
                <a:off x="749309" y="1362294"/>
                <a:ext cx="314700" cy="226800"/>
              </a:xfrm>
              <a:prstGeom prst="rect">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5" name="Google Shape;9295;p131"/>
              <p:cNvSpPr/>
              <p:nvPr/>
            </p:nvSpPr>
            <p:spPr>
              <a:xfrm>
                <a:off x="749309" y="1611849"/>
                <a:ext cx="314700" cy="226800"/>
              </a:xfrm>
              <a:prstGeom prst="rect">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6" name="Google Shape;9296;p131"/>
              <p:cNvSpPr/>
              <p:nvPr/>
            </p:nvSpPr>
            <p:spPr>
              <a:xfrm>
                <a:off x="749309" y="1861404"/>
                <a:ext cx="314700" cy="226800"/>
              </a:xfrm>
              <a:prstGeom prst="rect">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7" name="Google Shape;9297;p131"/>
              <p:cNvSpPr/>
              <p:nvPr/>
            </p:nvSpPr>
            <p:spPr>
              <a:xfrm>
                <a:off x="749309" y="1112739"/>
                <a:ext cx="314700" cy="226800"/>
              </a:xfrm>
              <a:prstGeom prst="rect">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298" name="Google Shape;9298;p131"/>
            <p:cNvSpPr/>
            <p:nvPr/>
          </p:nvSpPr>
          <p:spPr>
            <a:xfrm>
              <a:off x="1434877" y="1258345"/>
              <a:ext cx="16857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9" name="Google Shape;9299;p131"/>
            <p:cNvSpPr/>
            <p:nvPr/>
          </p:nvSpPr>
          <p:spPr>
            <a:xfrm>
              <a:off x="1777683" y="2010641"/>
              <a:ext cx="10002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0" name="Google Shape;9300;p131"/>
            <p:cNvSpPr/>
            <p:nvPr/>
          </p:nvSpPr>
          <p:spPr>
            <a:xfrm>
              <a:off x="1092070" y="1759876"/>
              <a:ext cx="6576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1" name="Google Shape;9301;p131"/>
            <p:cNvSpPr/>
            <p:nvPr/>
          </p:nvSpPr>
          <p:spPr>
            <a:xfrm>
              <a:off x="2463277" y="1759876"/>
              <a:ext cx="6576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aphicFrame>
        <p:nvGraphicFramePr>
          <p:cNvPr id="9302" name="Google Shape;9302;p131"/>
          <p:cNvGraphicFramePr/>
          <p:nvPr/>
        </p:nvGraphicFramePr>
        <p:xfrm>
          <a:off x="5937800" y="981587"/>
          <a:ext cx="3000000" cy="3000000"/>
        </p:xfrm>
        <a:graphic>
          <a:graphicData uri="http://schemas.openxmlformats.org/drawingml/2006/table">
            <a:tbl>
              <a:tblPr>
                <a:noFill/>
                <a:tableStyleId>{6B559A85-E3F2-4DD9-B4AC-259FDCF23E7D}</a:tableStyleId>
              </a:tblPr>
              <a:tblGrid>
                <a:gridCol w="626025"/>
                <a:gridCol w="626025"/>
                <a:gridCol w="626025"/>
                <a:gridCol w="626025"/>
              </a:tblGrid>
              <a:tr h="325500">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alpha val="0"/>
                        </a:srgbClr>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alpha val="0"/>
                        </a:srgbClr>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r h="325500">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r h="325500">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bl>
          </a:graphicData>
        </a:graphic>
      </p:graphicFrame>
      <p:graphicFrame>
        <p:nvGraphicFramePr>
          <p:cNvPr id="9303" name="Google Shape;9303;p131"/>
          <p:cNvGraphicFramePr/>
          <p:nvPr/>
        </p:nvGraphicFramePr>
        <p:xfrm>
          <a:off x="3358663" y="2153837"/>
          <a:ext cx="3000000" cy="3000000"/>
        </p:xfrm>
        <a:graphic>
          <a:graphicData uri="http://schemas.openxmlformats.org/drawingml/2006/table">
            <a:tbl>
              <a:tblPr>
                <a:noFill/>
                <a:tableStyleId>{6B559A85-E3F2-4DD9-B4AC-259FDCF23E7D}</a:tableStyleId>
              </a:tblPr>
              <a:tblGrid>
                <a:gridCol w="590850"/>
                <a:gridCol w="590850"/>
                <a:gridCol w="590850"/>
                <a:gridCol w="590850"/>
              </a:tblGrid>
              <a:tr h="289525">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9525">
                      <a:solidFill>
                        <a:srgbClr val="F2F2F2"/>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r h="289525">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r h="289525">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bl>
          </a:graphicData>
        </a:graphic>
      </p:graphicFrame>
      <p:grpSp>
        <p:nvGrpSpPr>
          <p:cNvPr id="9304" name="Google Shape;9304;p131"/>
          <p:cNvGrpSpPr/>
          <p:nvPr/>
        </p:nvGrpSpPr>
        <p:grpSpPr>
          <a:xfrm>
            <a:off x="3360649" y="3144798"/>
            <a:ext cx="2363377" cy="1047062"/>
            <a:chOff x="3358399" y="3285485"/>
            <a:chExt cx="2363377" cy="1047062"/>
          </a:xfrm>
        </p:grpSpPr>
        <p:grpSp>
          <p:nvGrpSpPr>
            <p:cNvPr id="9305" name="Google Shape;9305;p131"/>
            <p:cNvGrpSpPr/>
            <p:nvPr/>
          </p:nvGrpSpPr>
          <p:grpSpPr>
            <a:xfrm>
              <a:off x="3358412" y="3285485"/>
              <a:ext cx="2363244" cy="139500"/>
              <a:chOff x="3358412" y="3285485"/>
              <a:chExt cx="2363244" cy="139500"/>
            </a:xfrm>
          </p:grpSpPr>
          <p:sp>
            <p:nvSpPr>
              <p:cNvPr id="9306" name="Google Shape;9306;p131"/>
              <p:cNvSpPr/>
              <p:nvPr/>
            </p:nvSpPr>
            <p:spPr>
              <a:xfrm>
                <a:off x="3358412" y="3285485"/>
                <a:ext cx="441300" cy="139500"/>
              </a:xfrm>
              <a:prstGeom prst="flowChartAlternateProcess">
                <a:avLst/>
              </a:pr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7" name="Google Shape;9307;p131"/>
              <p:cNvSpPr/>
              <p:nvPr/>
            </p:nvSpPr>
            <p:spPr>
              <a:xfrm>
                <a:off x="3838898" y="3285485"/>
                <a:ext cx="441300" cy="139500"/>
              </a:xfrm>
              <a:prstGeom prst="flowChartAlternateProcess">
                <a:avLst/>
              </a:pr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8" name="Google Shape;9308;p131"/>
              <p:cNvSpPr/>
              <p:nvPr/>
            </p:nvSpPr>
            <p:spPr>
              <a:xfrm>
                <a:off x="4319384" y="3285485"/>
                <a:ext cx="441300" cy="139500"/>
              </a:xfrm>
              <a:prstGeom prst="flowChartAlternateProcess">
                <a:avLst/>
              </a:pr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9" name="Google Shape;9309;p131"/>
              <p:cNvSpPr/>
              <p:nvPr/>
            </p:nvSpPr>
            <p:spPr>
              <a:xfrm>
                <a:off x="4799870" y="3285485"/>
                <a:ext cx="441300" cy="139500"/>
              </a:xfrm>
              <a:prstGeom prst="flowChartAlternateProcess">
                <a:avLst/>
              </a:pr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0" name="Google Shape;9310;p131"/>
              <p:cNvSpPr/>
              <p:nvPr/>
            </p:nvSpPr>
            <p:spPr>
              <a:xfrm>
                <a:off x="5280356" y="3285485"/>
                <a:ext cx="441300" cy="139500"/>
              </a:xfrm>
              <a:prstGeom prst="flowChartAlternateProcess">
                <a:avLst/>
              </a:pr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11" name="Google Shape;9311;p131"/>
            <p:cNvGrpSpPr/>
            <p:nvPr/>
          </p:nvGrpSpPr>
          <p:grpSpPr>
            <a:xfrm>
              <a:off x="3358412" y="3466996"/>
              <a:ext cx="2363244" cy="139500"/>
              <a:chOff x="3358412" y="3466996"/>
              <a:chExt cx="2363244" cy="139500"/>
            </a:xfrm>
          </p:grpSpPr>
          <p:sp>
            <p:nvSpPr>
              <p:cNvPr id="9312" name="Google Shape;9312;p131"/>
              <p:cNvSpPr/>
              <p:nvPr/>
            </p:nvSpPr>
            <p:spPr>
              <a:xfrm>
                <a:off x="3358412" y="3466996"/>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3" name="Google Shape;9313;p131"/>
              <p:cNvSpPr/>
              <p:nvPr/>
            </p:nvSpPr>
            <p:spPr>
              <a:xfrm>
                <a:off x="3838898" y="3466996"/>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4" name="Google Shape;9314;p131"/>
              <p:cNvSpPr/>
              <p:nvPr/>
            </p:nvSpPr>
            <p:spPr>
              <a:xfrm>
                <a:off x="4319384" y="3466996"/>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5" name="Google Shape;9315;p131"/>
              <p:cNvSpPr/>
              <p:nvPr/>
            </p:nvSpPr>
            <p:spPr>
              <a:xfrm>
                <a:off x="4799870" y="3466996"/>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6" name="Google Shape;9316;p131"/>
              <p:cNvSpPr/>
              <p:nvPr/>
            </p:nvSpPr>
            <p:spPr>
              <a:xfrm>
                <a:off x="5280356" y="3466996"/>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17" name="Google Shape;9317;p131"/>
            <p:cNvGrpSpPr/>
            <p:nvPr/>
          </p:nvGrpSpPr>
          <p:grpSpPr>
            <a:xfrm>
              <a:off x="3358412" y="3648507"/>
              <a:ext cx="2363244" cy="139500"/>
              <a:chOff x="3358412" y="3648507"/>
              <a:chExt cx="2363244" cy="139500"/>
            </a:xfrm>
          </p:grpSpPr>
          <p:sp>
            <p:nvSpPr>
              <p:cNvPr id="9318" name="Google Shape;9318;p131"/>
              <p:cNvSpPr/>
              <p:nvPr/>
            </p:nvSpPr>
            <p:spPr>
              <a:xfrm>
                <a:off x="3358412" y="3648507"/>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9" name="Google Shape;9319;p131"/>
              <p:cNvSpPr/>
              <p:nvPr/>
            </p:nvSpPr>
            <p:spPr>
              <a:xfrm>
                <a:off x="3838898" y="3648507"/>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0" name="Google Shape;9320;p131"/>
              <p:cNvSpPr/>
              <p:nvPr/>
            </p:nvSpPr>
            <p:spPr>
              <a:xfrm>
                <a:off x="4319384" y="3648507"/>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1" name="Google Shape;9321;p131"/>
              <p:cNvSpPr/>
              <p:nvPr/>
            </p:nvSpPr>
            <p:spPr>
              <a:xfrm>
                <a:off x="4799870" y="3648507"/>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2" name="Google Shape;9322;p131"/>
              <p:cNvSpPr/>
              <p:nvPr/>
            </p:nvSpPr>
            <p:spPr>
              <a:xfrm>
                <a:off x="5280356" y="3648507"/>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23" name="Google Shape;9323;p131"/>
            <p:cNvGrpSpPr/>
            <p:nvPr/>
          </p:nvGrpSpPr>
          <p:grpSpPr>
            <a:xfrm>
              <a:off x="3358412" y="3830018"/>
              <a:ext cx="2363244" cy="139500"/>
              <a:chOff x="3358412" y="3830018"/>
              <a:chExt cx="2363244" cy="139500"/>
            </a:xfrm>
          </p:grpSpPr>
          <p:sp>
            <p:nvSpPr>
              <p:cNvPr id="9324" name="Google Shape;9324;p131"/>
              <p:cNvSpPr/>
              <p:nvPr/>
            </p:nvSpPr>
            <p:spPr>
              <a:xfrm>
                <a:off x="3358412" y="3830018"/>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5" name="Google Shape;9325;p131"/>
              <p:cNvSpPr/>
              <p:nvPr/>
            </p:nvSpPr>
            <p:spPr>
              <a:xfrm>
                <a:off x="3838898" y="3830018"/>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6" name="Google Shape;9326;p131"/>
              <p:cNvSpPr/>
              <p:nvPr/>
            </p:nvSpPr>
            <p:spPr>
              <a:xfrm>
                <a:off x="4319384" y="3830018"/>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7" name="Google Shape;9327;p131"/>
              <p:cNvSpPr/>
              <p:nvPr/>
            </p:nvSpPr>
            <p:spPr>
              <a:xfrm>
                <a:off x="4799870" y="3830018"/>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8" name="Google Shape;9328;p131"/>
              <p:cNvSpPr/>
              <p:nvPr/>
            </p:nvSpPr>
            <p:spPr>
              <a:xfrm>
                <a:off x="5280356" y="3830018"/>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29" name="Google Shape;9329;p131"/>
            <p:cNvGrpSpPr/>
            <p:nvPr/>
          </p:nvGrpSpPr>
          <p:grpSpPr>
            <a:xfrm>
              <a:off x="3358399" y="4011514"/>
              <a:ext cx="2363377" cy="139537"/>
              <a:chOff x="3294800" y="4134603"/>
              <a:chExt cx="2638876" cy="152400"/>
            </a:xfrm>
          </p:grpSpPr>
          <p:sp>
            <p:nvSpPr>
              <p:cNvPr id="9330" name="Google Shape;9330;p131"/>
              <p:cNvSpPr/>
              <p:nvPr/>
            </p:nvSpPr>
            <p:spPr>
              <a:xfrm>
                <a:off x="3294800"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1" name="Google Shape;9331;p131"/>
              <p:cNvSpPr/>
              <p:nvPr/>
            </p:nvSpPr>
            <p:spPr>
              <a:xfrm>
                <a:off x="3831294"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2" name="Google Shape;9332;p131"/>
              <p:cNvSpPr/>
              <p:nvPr/>
            </p:nvSpPr>
            <p:spPr>
              <a:xfrm>
                <a:off x="4367788"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3" name="Google Shape;9333;p131"/>
              <p:cNvSpPr/>
              <p:nvPr/>
            </p:nvSpPr>
            <p:spPr>
              <a:xfrm>
                <a:off x="4904282"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4" name="Google Shape;9334;p131"/>
              <p:cNvSpPr/>
              <p:nvPr/>
            </p:nvSpPr>
            <p:spPr>
              <a:xfrm>
                <a:off x="5440776"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35" name="Google Shape;9335;p131"/>
            <p:cNvGrpSpPr/>
            <p:nvPr/>
          </p:nvGrpSpPr>
          <p:grpSpPr>
            <a:xfrm>
              <a:off x="3358399" y="4193010"/>
              <a:ext cx="2363377" cy="139537"/>
              <a:chOff x="3294800" y="4134603"/>
              <a:chExt cx="2638876" cy="152400"/>
            </a:xfrm>
          </p:grpSpPr>
          <p:sp>
            <p:nvSpPr>
              <p:cNvPr id="9336" name="Google Shape;9336;p131"/>
              <p:cNvSpPr/>
              <p:nvPr/>
            </p:nvSpPr>
            <p:spPr>
              <a:xfrm>
                <a:off x="3294800"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7" name="Google Shape;9337;p131"/>
              <p:cNvSpPr/>
              <p:nvPr/>
            </p:nvSpPr>
            <p:spPr>
              <a:xfrm>
                <a:off x="3831294"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8" name="Google Shape;9338;p131"/>
              <p:cNvSpPr/>
              <p:nvPr/>
            </p:nvSpPr>
            <p:spPr>
              <a:xfrm>
                <a:off x="4367788"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9" name="Google Shape;9339;p131"/>
              <p:cNvSpPr/>
              <p:nvPr/>
            </p:nvSpPr>
            <p:spPr>
              <a:xfrm>
                <a:off x="4904282"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0" name="Google Shape;9340;p131"/>
              <p:cNvSpPr/>
              <p:nvPr/>
            </p:nvSpPr>
            <p:spPr>
              <a:xfrm>
                <a:off x="5440776"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aphicFrame>
        <p:nvGraphicFramePr>
          <p:cNvPr id="9341" name="Google Shape;9341;p131"/>
          <p:cNvGraphicFramePr/>
          <p:nvPr/>
        </p:nvGraphicFramePr>
        <p:xfrm>
          <a:off x="711450" y="2153837"/>
          <a:ext cx="3000000" cy="3000000"/>
        </p:xfrm>
        <a:graphic>
          <a:graphicData uri="http://schemas.openxmlformats.org/drawingml/2006/table">
            <a:tbl>
              <a:tblPr>
                <a:noFill/>
                <a:tableStyleId>{6B559A85-E3F2-4DD9-B4AC-259FDCF23E7D}</a:tableStyleId>
              </a:tblPr>
              <a:tblGrid>
                <a:gridCol w="592450"/>
                <a:gridCol w="592450"/>
                <a:gridCol w="592450"/>
                <a:gridCol w="592450"/>
              </a:tblGrid>
              <a:tr h="296450">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alpha val="0"/>
                        </a:srgbClr>
                      </a:solidFill>
                      <a:prstDash val="solid"/>
                      <a:round/>
                      <a:headEnd len="sm" w="sm" type="none"/>
                      <a:tailEnd len="sm" w="sm" type="none"/>
                    </a:lnL>
                    <a:lnR cap="flat" cmpd="sng" w="9525">
                      <a:solidFill>
                        <a:srgbClr val="5F8195"/>
                      </a:solidFill>
                      <a:prstDash val="solid"/>
                      <a:round/>
                      <a:headEnd len="sm" w="sm" type="none"/>
                      <a:tailEnd len="sm" w="sm" type="none"/>
                    </a:lnR>
                    <a:lnT cap="flat" cmpd="sng" w="9525">
                      <a:solidFill>
                        <a:srgbClr val="F2F2F2">
                          <a:alpha val="0"/>
                        </a:srgbClr>
                      </a:solidFill>
                      <a:prstDash val="solid"/>
                      <a:round/>
                      <a:headEnd len="sm" w="sm" type="none"/>
                      <a:tailEnd len="sm" w="sm" type="none"/>
                    </a:lnT>
                    <a:lnB cap="flat" cmpd="sng" w="9525">
                      <a:solidFill>
                        <a:srgbClr val="869FB1"/>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5F8195"/>
                      </a:solidFill>
                      <a:prstDash val="solid"/>
                      <a:round/>
                      <a:headEnd len="sm" w="sm" type="none"/>
                      <a:tailEnd len="sm" w="sm" type="none"/>
                    </a:lnL>
                    <a:lnR cap="flat" cmpd="sng" w="9525">
                      <a:solidFill>
                        <a:srgbClr val="5F8195">
                          <a:alpha val="0"/>
                        </a:srgbClr>
                      </a:solidFill>
                      <a:prstDash val="dash"/>
                      <a:round/>
                      <a:headEnd len="sm" w="sm" type="none"/>
                      <a:tailEnd len="sm" w="sm" type="none"/>
                    </a:lnR>
                    <a:lnT cap="flat" cmpd="sng" w="9525">
                      <a:solidFill>
                        <a:srgbClr val="5F8195"/>
                      </a:solidFill>
                      <a:prstDash val="solid"/>
                      <a:round/>
                      <a:headEnd len="sm" w="sm" type="none"/>
                      <a:tailEnd len="sm" w="sm" type="none"/>
                    </a:lnT>
                    <a:lnB cap="flat" cmpd="sng" w="9525">
                      <a:solidFill>
                        <a:srgbClr val="A5B7C5"/>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5F8195">
                          <a:alpha val="0"/>
                        </a:srgbClr>
                      </a:solidFill>
                      <a:prstDash val="dash"/>
                      <a:round/>
                      <a:headEnd len="sm" w="sm" type="none"/>
                      <a:tailEnd len="sm" w="sm" type="none"/>
                    </a:lnL>
                    <a:lnR cap="flat" cmpd="sng" w="9525">
                      <a:solidFill>
                        <a:srgbClr val="5F8195">
                          <a:alpha val="0"/>
                        </a:srgbClr>
                      </a:solidFill>
                      <a:prstDash val="dash"/>
                      <a:round/>
                      <a:headEnd len="sm" w="sm" type="none"/>
                      <a:tailEnd len="sm" w="sm" type="none"/>
                    </a:lnR>
                    <a:lnT cap="flat" cmpd="sng" w="9525">
                      <a:solidFill>
                        <a:srgbClr val="5F8195"/>
                      </a:solidFill>
                      <a:prstDash val="solid"/>
                      <a:round/>
                      <a:headEnd len="sm" w="sm" type="none"/>
                      <a:tailEnd len="sm" w="sm" type="none"/>
                    </a:lnT>
                    <a:lnB cap="flat" cmpd="sng" w="9525">
                      <a:solidFill>
                        <a:srgbClr val="A5B7C5"/>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5F8195">
                          <a:alpha val="0"/>
                        </a:srgbClr>
                      </a:solidFill>
                      <a:prstDash val="dash"/>
                      <a:round/>
                      <a:headEnd len="sm" w="sm" type="none"/>
                      <a:tailEnd len="sm" w="sm" type="none"/>
                    </a:lnL>
                    <a:lnR cap="flat" cmpd="sng" w="9525">
                      <a:solidFill>
                        <a:srgbClr val="5F8195"/>
                      </a:solidFill>
                      <a:prstDash val="solid"/>
                      <a:round/>
                      <a:headEnd len="sm" w="sm" type="none"/>
                      <a:tailEnd len="sm" w="sm" type="none"/>
                    </a:lnR>
                    <a:lnT cap="flat" cmpd="sng" w="9525">
                      <a:solidFill>
                        <a:srgbClr val="5F8195"/>
                      </a:solidFill>
                      <a:prstDash val="solid"/>
                      <a:round/>
                      <a:headEnd len="sm" w="sm" type="none"/>
                      <a:tailEnd len="sm" w="sm" type="none"/>
                    </a:lnT>
                    <a:lnB cap="flat" cmpd="sng" w="9525">
                      <a:solidFill>
                        <a:srgbClr val="A5B7C5"/>
                      </a:solidFill>
                      <a:prstDash val="solid"/>
                      <a:round/>
                      <a:headEnd len="sm" w="sm" type="none"/>
                      <a:tailEnd len="sm" w="sm" type="none"/>
                    </a:lnB>
                  </a:tcPr>
                </a:tc>
              </a:tr>
              <a:tr h="296450">
                <a:tc>
                  <a:txBody>
                    <a:bodyPr/>
                    <a:lstStyle/>
                    <a:p>
                      <a:pPr indent="0" lvl="0" marL="0" rtl="0" algn="l">
                        <a:spcBef>
                          <a:spcPts val="0"/>
                        </a:spcBef>
                        <a:spcAft>
                          <a:spcPts val="0"/>
                        </a:spcAft>
                        <a:buNone/>
                      </a:pPr>
                      <a:r>
                        <a:t/>
                      </a:r>
                      <a:endParaRPr sz="200"/>
                    </a:p>
                  </a:txBody>
                  <a:tcPr marT="91425" marB="91425" marR="91425" marL="91425">
                    <a:lnL cap="flat" cmpd="sng" w="9525">
                      <a:solidFill>
                        <a:srgbClr val="869FB1"/>
                      </a:solidFill>
                      <a:prstDash val="solid"/>
                      <a:round/>
                      <a:headEnd len="sm" w="sm" type="none"/>
                      <a:tailEnd len="sm" w="sm" type="none"/>
                    </a:lnL>
                    <a:lnR cap="flat" cmpd="sng" w="9525">
                      <a:solidFill>
                        <a:srgbClr val="869FB1"/>
                      </a:solidFill>
                      <a:prstDash val="solid"/>
                      <a:round/>
                      <a:headEnd len="sm" w="sm" type="none"/>
                      <a:tailEnd len="sm" w="sm" type="none"/>
                    </a:lnR>
                    <a:lnT cap="flat" cmpd="sng" w="9525">
                      <a:solidFill>
                        <a:srgbClr val="869FB1"/>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869FB1"/>
                      </a:solidFill>
                      <a:prstDash val="solid"/>
                      <a:round/>
                      <a:headEnd len="sm" w="sm" type="none"/>
                      <a:tailEnd len="sm" w="sm" type="none"/>
                    </a:lnL>
                    <a:lnR cap="flat" cmpd="sng" w="9525">
                      <a:solidFill>
                        <a:srgbClr val="A5B7C5">
                          <a:alpha val="0"/>
                        </a:srgbClr>
                      </a:solidFill>
                      <a:prstDash val="solid"/>
                      <a:round/>
                      <a:headEnd len="sm" w="sm" type="none"/>
                      <a:tailEnd len="sm" w="sm" type="none"/>
                    </a:lnR>
                    <a:lnT cap="flat" cmpd="sng" w="9525">
                      <a:solidFill>
                        <a:srgbClr val="A5B7C5"/>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A5B7C5">
                          <a:alpha val="0"/>
                        </a:srgbClr>
                      </a:solidFill>
                      <a:prstDash val="solid"/>
                      <a:round/>
                      <a:headEnd len="sm" w="sm" type="none"/>
                      <a:tailEnd len="sm" w="sm" type="none"/>
                    </a:lnL>
                    <a:lnR cap="flat" cmpd="sng" w="9525">
                      <a:solidFill>
                        <a:srgbClr val="A5B7C5">
                          <a:alpha val="0"/>
                        </a:srgbClr>
                      </a:solidFill>
                      <a:prstDash val="solid"/>
                      <a:round/>
                      <a:headEnd len="sm" w="sm" type="none"/>
                      <a:tailEnd len="sm" w="sm" type="none"/>
                    </a:lnR>
                    <a:lnT cap="flat" cmpd="sng" w="9525">
                      <a:solidFill>
                        <a:srgbClr val="A5B7C5"/>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A5B7C5">
                          <a:alpha val="0"/>
                        </a:srgbClr>
                      </a:solidFill>
                      <a:prstDash val="solid"/>
                      <a:round/>
                      <a:headEnd len="sm" w="sm" type="none"/>
                      <a:tailEnd len="sm" w="sm" type="none"/>
                    </a:lnL>
                    <a:lnR cap="flat" cmpd="sng" w="9525">
                      <a:solidFill>
                        <a:srgbClr val="A5B7C5"/>
                      </a:solidFill>
                      <a:prstDash val="solid"/>
                      <a:round/>
                      <a:headEnd len="sm" w="sm" type="none"/>
                      <a:tailEnd len="sm" w="sm" type="none"/>
                    </a:lnR>
                    <a:lnT cap="flat" cmpd="sng" w="9525">
                      <a:solidFill>
                        <a:srgbClr val="A5B7C5"/>
                      </a:solidFill>
                      <a:prstDash val="solid"/>
                      <a:round/>
                      <a:headEnd len="sm" w="sm" type="none"/>
                      <a:tailEnd len="sm" w="sm" type="none"/>
                    </a:lnT>
                    <a:lnB cap="flat" cmpd="sng" w="9525">
                      <a:solidFill>
                        <a:srgbClr val="F2F2F2"/>
                      </a:solidFill>
                      <a:prstDash val="solid"/>
                      <a:round/>
                      <a:headEnd len="sm" w="sm" type="none"/>
                      <a:tailEnd len="sm" w="sm" type="none"/>
                    </a:lnB>
                  </a:tcPr>
                </a:tc>
              </a:tr>
              <a:tr h="296450">
                <a:tc>
                  <a:txBody>
                    <a:bodyPr/>
                    <a:lstStyle/>
                    <a:p>
                      <a:pPr indent="0" lvl="0" marL="0" rtl="0" algn="l">
                        <a:spcBef>
                          <a:spcPts val="0"/>
                        </a:spcBef>
                        <a:spcAft>
                          <a:spcPts val="0"/>
                        </a:spcAft>
                        <a:buNone/>
                      </a:pPr>
                      <a:r>
                        <a:t/>
                      </a:r>
                      <a:endParaRPr sz="200"/>
                    </a:p>
                  </a:txBody>
                  <a:tcPr marT="91425" marB="91425" marR="91425" marL="91425">
                    <a:lnL cap="flat" cmpd="sng" w="9525">
                      <a:solidFill>
                        <a:srgbClr val="869FB1"/>
                      </a:solidFill>
                      <a:prstDash val="solid"/>
                      <a:round/>
                      <a:headEnd len="sm" w="sm" type="none"/>
                      <a:tailEnd len="sm" w="sm" type="none"/>
                    </a:lnL>
                    <a:lnR cap="flat" cmpd="sng" w="9525">
                      <a:solidFill>
                        <a:srgbClr val="869FB1"/>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869FB1"/>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869FB1"/>
                      </a:solidFill>
                      <a:prstDash val="solid"/>
                      <a:round/>
                      <a:headEnd len="sm" w="sm" type="none"/>
                      <a:tailEnd len="sm" w="sm" type="none"/>
                    </a:lnL>
                    <a:lnR cap="flat" cmpd="sng" w="9525">
                      <a:solidFill>
                        <a:srgbClr val="A5B7C5">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A5B7C5"/>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A5B7C5">
                          <a:alpha val="0"/>
                        </a:srgbClr>
                      </a:solidFill>
                      <a:prstDash val="solid"/>
                      <a:round/>
                      <a:headEnd len="sm" w="sm" type="none"/>
                      <a:tailEnd len="sm" w="sm" type="none"/>
                    </a:lnL>
                    <a:lnR cap="flat" cmpd="sng" w="9525">
                      <a:solidFill>
                        <a:srgbClr val="A5B7C5">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A5B7C5"/>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A5B7C5">
                          <a:alpha val="0"/>
                        </a:srgbClr>
                      </a:solidFill>
                      <a:prstDash val="solid"/>
                      <a:round/>
                      <a:headEnd len="sm" w="sm" type="none"/>
                      <a:tailEnd len="sm" w="sm" type="none"/>
                    </a:lnL>
                    <a:lnR cap="flat" cmpd="sng" w="9525">
                      <a:solidFill>
                        <a:srgbClr val="A5B7C5"/>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A5B7C5"/>
                      </a:solidFill>
                      <a:prstDash val="solid"/>
                      <a:round/>
                      <a:headEnd len="sm" w="sm" type="none"/>
                      <a:tailEnd len="sm" w="sm" type="none"/>
                    </a:lnB>
                  </a:tcPr>
                </a:tc>
              </a:tr>
            </a:tbl>
          </a:graphicData>
        </a:graphic>
      </p:graphicFrame>
      <p:grpSp>
        <p:nvGrpSpPr>
          <p:cNvPr id="9342" name="Google Shape;9342;p131"/>
          <p:cNvGrpSpPr/>
          <p:nvPr/>
        </p:nvGrpSpPr>
        <p:grpSpPr>
          <a:xfrm>
            <a:off x="4161119" y="2557652"/>
            <a:ext cx="1302095" cy="60959"/>
            <a:chOff x="3558802" y="4011427"/>
            <a:chExt cx="1866000" cy="111300"/>
          </a:xfrm>
        </p:grpSpPr>
        <p:sp>
          <p:nvSpPr>
            <p:cNvPr id="9343" name="Google Shape;9343;p131"/>
            <p:cNvSpPr/>
            <p:nvPr/>
          </p:nvSpPr>
          <p:spPr>
            <a:xfrm flipH="1" rot="5400000">
              <a:off x="4436152" y="3134077"/>
              <a:ext cx="111300" cy="1866000"/>
            </a:xfrm>
            <a:prstGeom prst="round2SameRect">
              <a:avLst>
                <a:gd fmla="val 50000" name="adj1"/>
                <a:gd fmla="val 50000" name="adj2"/>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4" name="Google Shape;9344;p131"/>
            <p:cNvSpPr/>
            <p:nvPr/>
          </p:nvSpPr>
          <p:spPr>
            <a:xfrm flipH="1" rot="5400000">
              <a:off x="4167866" y="3416648"/>
              <a:ext cx="97200" cy="1301400"/>
            </a:xfrm>
            <a:prstGeom prst="round2SameRect">
              <a:avLst>
                <a:gd fmla="val 50000" name="adj1"/>
                <a:gd fmla="val 50000" name="adj2"/>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45" name="Google Shape;9345;p131"/>
          <p:cNvGrpSpPr/>
          <p:nvPr/>
        </p:nvGrpSpPr>
        <p:grpSpPr>
          <a:xfrm>
            <a:off x="4706607" y="2839811"/>
            <a:ext cx="914340" cy="60959"/>
            <a:chOff x="3558802" y="4011427"/>
            <a:chExt cx="1866000" cy="111300"/>
          </a:xfrm>
        </p:grpSpPr>
        <p:sp>
          <p:nvSpPr>
            <p:cNvPr id="9346" name="Google Shape;9346;p131"/>
            <p:cNvSpPr/>
            <p:nvPr/>
          </p:nvSpPr>
          <p:spPr>
            <a:xfrm flipH="1" rot="5400000">
              <a:off x="4436152" y="3134077"/>
              <a:ext cx="111300" cy="1866000"/>
            </a:xfrm>
            <a:prstGeom prst="round2SameRect">
              <a:avLst>
                <a:gd fmla="val 50000" name="adj1"/>
                <a:gd fmla="val 50000" name="adj2"/>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7" name="Google Shape;9347;p131"/>
            <p:cNvSpPr/>
            <p:nvPr/>
          </p:nvSpPr>
          <p:spPr>
            <a:xfrm flipH="1" rot="5400000">
              <a:off x="4167866" y="3416648"/>
              <a:ext cx="97200" cy="1301400"/>
            </a:xfrm>
            <a:prstGeom prst="round2SameRect">
              <a:avLst>
                <a:gd fmla="val 50000" name="adj1"/>
                <a:gd fmla="val 50000" name="adj2"/>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48" name="Google Shape;9348;p131"/>
          <p:cNvGrpSpPr/>
          <p:nvPr/>
        </p:nvGrpSpPr>
        <p:grpSpPr>
          <a:xfrm>
            <a:off x="5874449" y="3167609"/>
            <a:ext cx="2519825" cy="1001454"/>
            <a:chOff x="1906114" y="789980"/>
            <a:chExt cx="1487676" cy="606868"/>
          </a:xfrm>
        </p:grpSpPr>
        <p:cxnSp>
          <p:nvCxnSpPr>
            <p:cNvPr id="9349" name="Google Shape;9349;p131"/>
            <p:cNvCxnSpPr/>
            <p:nvPr/>
          </p:nvCxnSpPr>
          <p:spPr>
            <a:xfrm rot="10800000">
              <a:off x="2109981" y="1180903"/>
              <a:ext cx="1280400" cy="0"/>
            </a:xfrm>
            <a:prstGeom prst="straightConnector1">
              <a:avLst/>
            </a:prstGeom>
            <a:noFill/>
            <a:ln cap="flat" cmpd="sng" w="9525">
              <a:solidFill>
                <a:srgbClr val="B3C3CE"/>
              </a:solidFill>
              <a:prstDash val="solid"/>
              <a:round/>
              <a:headEnd len="med" w="med" type="none"/>
              <a:tailEnd len="med" w="med" type="none"/>
            </a:ln>
          </p:spPr>
        </p:cxnSp>
        <p:cxnSp>
          <p:nvCxnSpPr>
            <p:cNvPr id="9350" name="Google Shape;9350;p131"/>
            <p:cNvCxnSpPr/>
            <p:nvPr/>
          </p:nvCxnSpPr>
          <p:spPr>
            <a:xfrm rot="10800000">
              <a:off x="2109981" y="985080"/>
              <a:ext cx="1280400" cy="0"/>
            </a:xfrm>
            <a:prstGeom prst="straightConnector1">
              <a:avLst/>
            </a:prstGeom>
            <a:noFill/>
            <a:ln cap="flat" cmpd="sng" w="9525">
              <a:solidFill>
                <a:srgbClr val="B3C3CE"/>
              </a:solidFill>
              <a:prstDash val="solid"/>
              <a:round/>
              <a:headEnd len="med" w="med" type="none"/>
              <a:tailEnd len="med" w="med" type="none"/>
            </a:ln>
          </p:spPr>
        </p:cxnSp>
        <p:cxnSp>
          <p:nvCxnSpPr>
            <p:cNvPr id="9351" name="Google Shape;9351;p131"/>
            <p:cNvCxnSpPr/>
            <p:nvPr/>
          </p:nvCxnSpPr>
          <p:spPr>
            <a:xfrm rot="10800000">
              <a:off x="2109981" y="1376729"/>
              <a:ext cx="1280400" cy="0"/>
            </a:xfrm>
            <a:prstGeom prst="straightConnector1">
              <a:avLst/>
            </a:prstGeom>
            <a:noFill/>
            <a:ln cap="flat" cmpd="sng" w="9525">
              <a:solidFill>
                <a:srgbClr val="B3C3CE"/>
              </a:solidFill>
              <a:prstDash val="solid"/>
              <a:round/>
              <a:headEnd len="med" w="med" type="none"/>
              <a:tailEnd len="med" w="med" type="none"/>
            </a:ln>
          </p:spPr>
        </p:cxnSp>
        <p:sp>
          <p:nvSpPr>
            <p:cNvPr id="9352" name="Google Shape;9352;p131"/>
            <p:cNvSpPr txBox="1"/>
            <p:nvPr/>
          </p:nvSpPr>
          <p:spPr>
            <a:xfrm flipH="1">
              <a:off x="2109710" y="789981"/>
              <a:ext cx="281100" cy="107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1600"/>
                </a:spcAft>
                <a:buNone/>
              </a:pPr>
              <a:r>
                <a:rPr lang="en" sz="300">
                  <a:solidFill>
                    <a:srgbClr val="E3E9ED"/>
                  </a:solidFill>
                </a:rPr>
                <a:t>JANUARY</a:t>
              </a:r>
              <a:endParaRPr sz="300">
                <a:solidFill>
                  <a:srgbClr val="E3E9ED"/>
                </a:solidFill>
              </a:endParaRPr>
            </a:p>
          </p:txBody>
        </p:sp>
        <p:sp>
          <p:nvSpPr>
            <p:cNvPr id="9353" name="Google Shape;9353;p131"/>
            <p:cNvSpPr txBox="1"/>
            <p:nvPr/>
          </p:nvSpPr>
          <p:spPr>
            <a:xfrm flipH="1">
              <a:off x="2434275" y="789980"/>
              <a:ext cx="289200" cy="107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1600"/>
                </a:spcAft>
                <a:buNone/>
              </a:pPr>
              <a:r>
                <a:rPr lang="en" sz="300">
                  <a:solidFill>
                    <a:srgbClr val="E3E9ED"/>
                  </a:solidFill>
                </a:rPr>
                <a:t>FEBRUARY</a:t>
              </a:r>
              <a:endParaRPr sz="300">
                <a:solidFill>
                  <a:srgbClr val="E3E9ED"/>
                </a:solidFill>
              </a:endParaRPr>
            </a:p>
          </p:txBody>
        </p:sp>
        <p:sp>
          <p:nvSpPr>
            <p:cNvPr id="9354" name="Google Shape;9354;p131"/>
            <p:cNvSpPr txBox="1"/>
            <p:nvPr/>
          </p:nvSpPr>
          <p:spPr>
            <a:xfrm flipH="1">
              <a:off x="2781049" y="789981"/>
              <a:ext cx="281100" cy="107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1600"/>
                </a:spcAft>
                <a:buNone/>
              </a:pPr>
              <a:r>
                <a:rPr lang="en" sz="300">
                  <a:solidFill>
                    <a:srgbClr val="E3E9ED"/>
                  </a:solidFill>
                </a:rPr>
                <a:t>MARCH</a:t>
              </a:r>
              <a:endParaRPr sz="300">
                <a:solidFill>
                  <a:srgbClr val="E3E9ED"/>
                </a:solidFill>
              </a:endParaRPr>
            </a:p>
          </p:txBody>
        </p:sp>
        <p:sp>
          <p:nvSpPr>
            <p:cNvPr id="9355" name="Google Shape;9355;p131"/>
            <p:cNvSpPr txBox="1"/>
            <p:nvPr/>
          </p:nvSpPr>
          <p:spPr>
            <a:xfrm flipH="1">
              <a:off x="3112690" y="789981"/>
              <a:ext cx="281100" cy="107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1600"/>
                </a:spcAft>
                <a:buNone/>
              </a:pPr>
              <a:r>
                <a:rPr lang="en" sz="300">
                  <a:solidFill>
                    <a:srgbClr val="E3E9ED"/>
                  </a:solidFill>
                </a:rPr>
                <a:t>APRIL</a:t>
              </a:r>
              <a:endParaRPr sz="300">
                <a:solidFill>
                  <a:srgbClr val="E3E9ED"/>
                </a:solidFill>
              </a:endParaRPr>
            </a:p>
          </p:txBody>
        </p:sp>
        <p:sp>
          <p:nvSpPr>
            <p:cNvPr id="9356" name="Google Shape;9356;p131"/>
            <p:cNvSpPr/>
            <p:nvPr/>
          </p:nvSpPr>
          <p:spPr>
            <a:xfrm>
              <a:off x="2105681" y="964326"/>
              <a:ext cx="289200" cy="42600"/>
            </a:xfrm>
            <a:prstGeom prst="rect">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7" name="Google Shape;9357;p131"/>
            <p:cNvSpPr/>
            <p:nvPr/>
          </p:nvSpPr>
          <p:spPr>
            <a:xfrm>
              <a:off x="2109515" y="1159286"/>
              <a:ext cx="280200" cy="42600"/>
            </a:xfrm>
            <a:prstGeom prst="rect">
              <a:avLst/>
            </a:prstGeom>
            <a:solidFill>
              <a:srgbClr val="EEEE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8" name="Google Shape;9358;p131"/>
            <p:cNvSpPr/>
            <p:nvPr/>
          </p:nvSpPr>
          <p:spPr>
            <a:xfrm>
              <a:off x="2753389" y="1353677"/>
              <a:ext cx="325500" cy="426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9" name="Google Shape;9359;p131"/>
            <p:cNvSpPr/>
            <p:nvPr/>
          </p:nvSpPr>
          <p:spPr>
            <a:xfrm>
              <a:off x="2105681" y="1159287"/>
              <a:ext cx="289200" cy="426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0" name="Google Shape;9360;p131"/>
            <p:cNvSpPr/>
            <p:nvPr/>
          </p:nvSpPr>
          <p:spPr>
            <a:xfrm>
              <a:off x="2412005" y="1354248"/>
              <a:ext cx="325500" cy="426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1" name="Google Shape;9361;p131"/>
            <p:cNvSpPr/>
            <p:nvPr/>
          </p:nvSpPr>
          <p:spPr>
            <a:xfrm>
              <a:off x="2410087" y="964961"/>
              <a:ext cx="325500" cy="42600"/>
            </a:xfrm>
            <a:prstGeom prst="rect">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2" name="Google Shape;9362;p131"/>
            <p:cNvSpPr txBox="1"/>
            <p:nvPr/>
          </p:nvSpPr>
          <p:spPr>
            <a:xfrm flipH="1">
              <a:off x="1906114" y="918164"/>
              <a:ext cx="203400" cy="106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1600"/>
                </a:spcAft>
                <a:buNone/>
              </a:pPr>
              <a:r>
                <a:rPr lang="en" sz="300">
                  <a:solidFill>
                    <a:srgbClr val="E3E9ED"/>
                  </a:solidFill>
                </a:rPr>
                <a:t>PHASE 1</a:t>
              </a:r>
              <a:endParaRPr sz="300">
                <a:solidFill>
                  <a:srgbClr val="E3E9ED"/>
                </a:solidFill>
              </a:endParaRPr>
            </a:p>
          </p:txBody>
        </p:sp>
        <p:sp>
          <p:nvSpPr>
            <p:cNvPr id="9363" name="Google Shape;9363;p131"/>
            <p:cNvSpPr txBox="1"/>
            <p:nvPr/>
          </p:nvSpPr>
          <p:spPr>
            <a:xfrm flipH="1">
              <a:off x="1919618" y="1113390"/>
              <a:ext cx="189900" cy="91200"/>
            </a:xfrm>
            <a:prstGeom prst="rect">
              <a:avLst/>
            </a:prstGeom>
            <a:noFill/>
            <a:ln>
              <a:noFill/>
            </a:ln>
          </p:spPr>
          <p:txBody>
            <a:bodyPr anchorCtr="0" anchor="t" bIns="91425" lIns="91425" spcFirstLastPara="1" rIns="91425" wrap="square" tIns="91425">
              <a:noAutofit/>
            </a:bodyPr>
            <a:lstStyle/>
            <a:p>
              <a:pPr indent="0" lvl="0" marL="0" rtl="0" algn="r">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9364" name="Google Shape;9364;p131"/>
            <p:cNvSpPr txBox="1"/>
            <p:nvPr/>
          </p:nvSpPr>
          <p:spPr>
            <a:xfrm flipH="1">
              <a:off x="1906118" y="1304527"/>
              <a:ext cx="203400" cy="91200"/>
            </a:xfrm>
            <a:prstGeom prst="rect">
              <a:avLst/>
            </a:prstGeom>
            <a:noFill/>
            <a:ln>
              <a:noFill/>
            </a:ln>
          </p:spPr>
          <p:txBody>
            <a:bodyPr anchorCtr="0" anchor="t" bIns="91425" lIns="91425" spcFirstLastPara="1" rIns="91425" wrap="square" tIns="91425">
              <a:noAutofit/>
            </a:bodyPr>
            <a:lstStyle/>
            <a:p>
              <a:pPr indent="0" lvl="0" marL="0" rtl="0" algn="r">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9365" name="Google Shape;9365;p131"/>
            <p:cNvSpPr/>
            <p:nvPr/>
          </p:nvSpPr>
          <p:spPr>
            <a:xfrm>
              <a:off x="2750975" y="964961"/>
              <a:ext cx="325500" cy="42600"/>
            </a:xfrm>
            <a:prstGeom prst="rect">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66" name="Google Shape;9366;p131"/>
          <p:cNvGrpSpPr/>
          <p:nvPr/>
        </p:nvGrpSpPr>
        <p:grpSpPr>
          <a:xfrm>
            <a:off x="3355812" y="951645"/>
            <a:ext cx="2363393" cy="1005865"/>
            <a:chOff x="3292400" y="1193188"/>
            <a:chExt cx="2615240" cy="1131075"/>
          </a:xfrm>
        </p:grpSpPr>
        <p:sp>
          <p:nvSpPr>
            <p:cNvPr id="9367" name="Google Shape;9367;p131"/>
            <p:cNvSpPr/>
            <p:nvPr/>
          </p:nvSpPr>
          <p:spPr>
            <a:xfrm>
              <a:off x="3292400" y="1845763"/>
              <a:ext cx="370500" cy="478500"/>
            </a:xfrm>
            <a:prstGeom prst="round2DiagRect">
              <a:avLst>
                <a:gd fmla="val 16667" name="adj1"/>
                <a:gd fmla="val 0" name="adj2"/>
              </a:avLst>
            </a:prstGeom>
            <a:noFill/>
            <a:ln cap="flat" cmpd="sng" w="9525">
              <a:solidFill>
                <a:srgbClr val="ABBCC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solidFill>
                  <a:srgbClr val="FFFFFF"/>
                </a:solidFill>
              </a:endParaRPr>
            </a:p>
          </p:txBody>
        </p:sp>
        <p:sp>
          <p:nvSpPr>
            <p:cNvPr id="9368" name="Google Shape;9368;p131"/>
            <p:cNvSpPr/>
            <p:nvPr/>
          </p:nvSpPr>
          <p:spPr>
            <a:xfrm>
              <a:off x="3292400" y="1314860"/>
              <a:ext cx="370500" cy="478500"/>
            </a:xfrm>
            <a:prstGeom prst="round2DiagRect">
              <a:avLst>
                <a:gd fmla="val 16667" name="adj1"/>
                <a:gd fmla="val 0" name="adj2"/>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solidFill>
                  <a:srgbClr val="FFFFFF"/>
                </a:solidFill>
              </a:endParaRPr>
            </a:p>
          </p:txBody>
        </p:sp>
        <p:sp>
          <p:nvSpPr>
            <p:cNvPr id="9369" name="Google Shape;9369;p131"/>
            <p:cNvSpPr txBox="1"/>
            <p:nvPr/>
          </p:nvSpPr>
          <p:spPr>
            <a:xfrm flipH="1">
              <a:off x="3678794" y="1193199"/>
              <a:ext cx="3705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200">
                  <a:solidFill>
                    <a:srgbClr val="FFFFFF"/>
                  </a:solidFill>
                </a:rPr>
                <a:t>JANUARY</a:t>
              </a:r>
              <a:endParaRPr sz="200">
                <a:solidFill>
                  <a:srgbClr val="FFFFFF"/>
                </a:solidFill>
              </a:endParaRPr>
            </a:p>
          </p:txBody>
        </p:sp>
        <p:sp>
          <p:nvSpPr>
            <p:cNvPr id="9370" name="Google Shape;9370;p131"/>
            <p:cNvSpPr txBox="1"/>
            <p:nvPr/>
          </p:nvSpPr>
          <p:spPr>
            <a:xfrm flipH="1">
              <a:off x="4051671" y="1193188"/>
              <a:ext cx="4014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200">
                  <a:solidFill>
                    <a:srgbClr val="FFFFFF"/>
                  </a:solidFill>
                </a:rPr>
                <a:t>FEBRUARY</a:t>
              </a:r>
              <a:endParaRPr sz="200">
                <a:solidFill>
                  <a:srgbClr val="FFFFFF"/>
                </a:solidFill>
              </a:endParaRPr>
            </a:p>
          </p:txBody>
        </p:sp>
        <p:sp>
          <p:nvSpPr>
            <p:cNvPr id="9371" name="Google Shape;9371;p131"/>
            <p:cNvSpPr txBox="1"/>
            <p:nvPr/>
          </p:nvSpPr>
          <p:spPr>
            <a:xfrm flipH="1">
              <a:off x="4453057" y="1193188"/>
              <a:ext cx="3480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200">
                  <a:solidFill>
                    <a:srgbClr val="FFFFFF"/>
                  </a:solidFill>
                </a:rPr>
                <a:t>MARCH</a:t>
              </a:r>
              <a:endParaRPr sz="200">
                <a:solidFill>
                  <a:srgbClr val="FFFFFF"/>
                </a:solidFill>
              </a:endParaRPr>
            </a:p>
          </p:txBody>
        </p:sp>
        <p:sp>
          <p:nvSpPr>
            <p:cNvPr id="9372" name="Google Shape;9372;p131"/>
            <p:cNvSpPr txBox="1"/>
            <p:nvPr/>
          </p:nvSpPr>
          <p:spPr>
            <a:xfrm flipH="1">
              <a:off x="4831790" y="1193197"/>
              <a:ext cx="3132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200">
                  <a:solidFill>
                    <a:srgbClr val="FFFFFF"/>
                  </a:solidFill>
                </a:rPr>
                <a:t>APRIL</a:t>
              </a:r>
              <a:endParaRPr sz="200">
                <a:solidFill>
                  <a:srgbClr val="FFFFFF"/>
                </a:solidFill>
              </a:endParaRPr>
            </a:p>
          </p:txBody>
        </p:sp>
        <p:sp>
          <p:nvSpPr>
            <p:cNvPr id="9373" name="Google Shape;9373;p131"/>
            <p:cNvSpPr txBox="1"/>
            <p:nvPr/>
          </p:nvSpPr>
          <p:spPr>
            <a:xfrm flipH="1">
              <a:off x="5186134" y="1193197"/>
              <a:ext cx="3132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200">
                  <a:solidFill>
                    <a:srgbClr val="FFFFFF"/>
                  </a:solidFill>
                </a:rPr>
                <a:t>MAY</a:t>
              </a:r>
              <a:endParaRPr sz="200">
                <a:solidFill>
                  <a:srgbClr val="FFFFFF"/>
                </a:solidFill>
              </a:endParaRPr>
            </a:p>
          </p:txBody>
        </p:sp>
        <p:sp>
          <p:nvSpPr>
            <p:cNvPr id="9374" name="Google Shape;9374;p131"/>
            <p:cNvSpPr txBox="1"/>
            <p:nvPr/>
          </p:nvSpPr>
          <p:spPr>
            <a:xfrm flipH="1">
              <a:off x="5562148" y="1193197"/>
              <a:ext cx="3132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200">
                  <a:solidFill>
                    <a:srgbClr val="FFFFFF"/>
                  </a:solidFill>
                </a:rPr>
                <a:t>JUNE</a:t>
              </a:r>
              <a:endParaRPr sz="200">
                <a:solidFill>
                  <a:srgbClr val="FFFFFF"/>
                </a:solidFill>
              </a:endParaRPr>
            </a:p>
          </p:txBody>
        </p:sp>
        <p:sp>
          <p:nvSpPr>
            <p:cNvPr id="9375" name="Google Shape;9375;p131"/>
            <p:cNvSpPr txBox="1"/>
            <p:nvPr/>
          </p:nvSpPr>
          <p:spPr>
            <a:xfrm flipH="1">
              <a:off x="3349576" y="1372466"/>
              <a:ext cx="272700" cy="96600"/>
            </a:xfrm>
            <a:prstGeom prst="rect">
              <a:avLst/>
            </a:prstGeom>
            <a:noFill/>
            <a:ln>
              <a:noFill/>
            </a:ln>
          </p:spPr>
          <p:txBody>
            <a:bodyPr anchorCtr="0" anchor="t" bIns="0" lIns="0" spcFirstLastPara="1" rIns="0" wrap="square" tIns="0">
              <a:noAutofit/>
            </a:bodyPr>
            <a:lstStyle/>
            <a:p>
              <a:pPr indent="0" lvl="0" marL="0" rtl="0" algn="r">
                <a:spcBef>
                  <a:spcPts val="0"/>
                </a:spcBef>
                <a:spcAft>
                  <a:spcPts val="1600"/>
                </a:spcAft>
                <a:buNone/>
              </a:pPr>
              <a:r>
                <a:rPr lang="en" sz="200">
                  <a:solidFill>
                    <a:srgbClr val="FFFFFF"/>
                  </a:solidFill>
                </a:rPr>
                <a:t>PHASE 1</a:t>
              </a:r>
              <a:endParaRPr sz="200">
                <a:solidFill>
                  <a:srgbClr val="FFFFFF"/>
                </a:solidFill>
              </a:endParaRPr>
            </a:p>
          </p:txBody>
        </p:sp>
        <p:sp>
          <p:nvSpPr>
            <p:cNvPr id="9376" name="Google Shape;9376;p131"/>
            <p:cNvSpPr txBox="1"/>
            <p:nvPr/>
          </p:nvSpPr>
          <p:spPr>
            <a:xfrm flipH="1">
              <a:off x="3349579" y="1895516"/>
              <a:ext cx="272700" cy="96600"/>
            </a:xfrm>
            <a:prstGeom prst="rect">
              <a:avLst/>
            </a:prstGeom>
            <a:noFill/>
            <a:ln>
              <a:noFill/>
            </a:ln>
          </p:spPr>
          <p:txBody>
            <a:bodyPr anchorCtr="0" anchor="t" bIns="0" lIns="0" spcFirstLastPara="1" rIns="0" wrap="square" tIns="0">
              <a:noAutofit/>
            </a:bodyPr>
            <a:lstStyle/>
            <a:p>
              <a:pPr indent="0" lvl="0" marL="0" rtl="0" algn="r">
                <a:spcBef>
                  <a:spcPts val="0"/>
                </a:spcBef>
                <a:spcAft>
                  <a:spcPts val="1600"/>
                </a:spcAft>
                <a:buNone/>
              </a:pPr>
              <a:r>
                <a:rPr lang="en" sz="200">
                  <a:solidFill>
                    <a:srgbClr val="FFFFFF"/>
                  </a:solidFill>
                </a:rPr>
                <a:t>PHASE 2</a:t>
              </a:r>
              <a:endParaRPr sz="200">
                <a:solidFill>
                  <a:srgbClr val="FFFFFF"/>
                </a:solidFill>
              </a:endParaRPr>
            </a:p>
          </p:txBody>
        </p:sp>
        <p:sp>
          <p:nvSpPr>
            <p:cNvPr id="9377" name="Google Shape;9377;p131"/>
            <p:cNvSpPr txBox="1"/>
            <p:nvPr/>
          </p:nvSpPr>
          <p:spPr>
            <a:xfrm flipH="1">
              <a:off x="3355878" y="1543623"/>
              <a:ext cx="256200" cy="966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9378" name="Google Shape;9378;p131"/>
            <p:cNvSpPr txBox="1"/>
            <p:nvPr/>
          </p:nvSpPr>
          <p:spPr>
            <a:xfrm flipH="1">
              <a:off x="3355878" y="1720328"/>
              <a:ext cx="256200" cy="966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9379" name="Google Shape;9379;p131"/>
            <p:cNvSpPr txBox="1"/>
            <p:nvPr/>
          </p:nvSpPr>
          <p:spPr>
            <a:xfrm flipH="1">
              <a:off x="3355878" y="2072220"/>
              <a:ext cx="256200" cy="966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9380" name="Google Shape;9380;p131"/>
            <p:cNvSpPr txBox="1"/>
            <p:nvPr/>
          </p:nvSpPr>
          <p:spPr>
            <a:xfrm flipH="1">
              <a:off x="3355889" y="2248920"/>
              <a:ext cx="256200" cy="684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9381" name="Google Shape;9381;p131"/>
            <p:cNvGrpSpPr/>
            <p:nvPr/>
          </p:nvGrpSpPr>
          <p:grpSpPr>
            <a:xfrm>
              <a:off x="3748438" y="1378608"/>
              <a:ext cx="2159202" cy="903971"/>
              <a:chOff x="1683525" y="2179850"/>
              <a:chExt cx="4519050" cy="2134525"/>
            </a:xfrm>
          </p:grpSpPr>
          <p:sp>
            <p:nvSpPr>
              <p:cNvPr id="9382" name="Google Shape;9382;p131"/>
              <p:cNvSpPr/>
              <p:nvPr/>
            </p:nvSpPr>
            <p:spPr>
              <a:xfrm>
                <a:off x="1683525" y="2179850"/>
                <a:ext cx="4519050" cy="53925"/>
              </a:xfrm>
              <a:custGeom>
                <a:rect b="b" l="l" r="r" t="t"/>
                <a:pathLst>
                  <a:path extrusionOk="0" h="2157" w="180762">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1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solidFill>
                    <a:srgbClr val="FFFFFF"/>
                  </a:solidFill>
                </a:endParaRPr>
              </a:p>
            </p:txBody>
          </p:sp>
          <p:sp>
            <p:nvSpPr>
              <p:cNvPr id="9383" name="Google Shape;9383;p131"/>
              <p:cNvSpPr/>
              <p:nvPr/>
            </p:nvSpPr>
            <p:spPr>
              <a:xfrm>
                <a:off x="1683525" y="2595975"/>
                <a:ext cx="4519050" cy="53900"/>
              </a:xfrm>
              <a:custGeom>
                <a:rect b="b" l="l" r="r" t="t"/>
                <a:pathLst>
                  <a:path extrusionOk="0" h="2156" w="180762">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solidFill>
                    <a:srgbClr val="FFFFFF"/>
                  </a:solidFill>
                </a:endParaRPr>
              </a:p>
            </p:txBody>
          </p:sp>
          <p:sp>
            <p:nvSpPr>
              <p:cNvPr id="9384" name="Google Shape;9384;p131"/>
              <p:cNvSpPr/>
              <p:nvPr/>
            </p:nvSpPr>
            <p:spPr>
              <a:xfrm>
                <a:off x="1683525" y="3012100"/>
                <a:ext cx="4519050" cy="53900"/>
              </a:xfrm>
              <a:custGeom>
                <a:rect b="b" l="l" r="r" t="t"/>
                <a:pathLst>
                  <a:path extrusionOk="0" h="2156" w="180762">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1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solidFill>
                    <a:srgbClr val="FFFFFF"/>
                  </a:solidFill>
                </a:endParaRPr>
              </a:p>
            </p:txBody>
          </p:sp>
          <p:sp>
            <p:nvSpPr>
              <p:cNvPr id="9385" name="Google Shape;9385;p131"/>
              <p:cNvSpPr/>
              <p:nvPr/>
            </p:nvSpPr>
            <p:spPr>
              <a:xfrm>
                <a:off x="1683525" y="3428225"/>
                <a:ext cx="4519050" cy="53900"/>
              </a:xfrm>
              <a:custGeom>
                <a:rect b="b" l="l" r="r" t="t"/>
                <a:pathLst>
                  <a:path extrusionOk="0" h="2156" w="180762">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solidFill>
                    <a:srgbClr val="FFFFFF"/>
                  </a:solidFill>
                </a:endParaRPr>
              </a:p>
            </p:txBody>
          </p:sp>
          <p:sp>
            <p:nvSpPr>
              <p:cNvPr id="9386" name="Google Shape;9386;p131"/>
              <p:cNvSpPr/>
              <p:nvPr/>
            </p:nvSpPr>
            <p:spPr>
              <a:xfrm>
                <a:off x="1683525" y="3844350"/>
                <a:ext cx="4519050" cy="53900"/>
              </a:xfrm>
              <a:custGeom>
                <a:rect b="b" l="l" r="r" t="t"/>
                <a:pathLst>
                  <a:path extrusionOk="0" h="2156" w="180762">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1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solidFill>
                    <a:srgbClr val="FFFFFF"/>
                  </a:solidFill>
                </a:endParaRPr>
              </a:p>
            </p:txBody>
          </p:sp>
          <p:sp>
            <p:nvSpPr>
              <p:cNvPr id="9387" name="Google Shape;9387;p131"/>
              <p:cNvSpPr/>
              <p:nvPr/>
            </p:nvSpPr>
            <p:spPr>
              <a:xfrm>
                <a:off x="1683525" y="4260475"/>
                <a:ext cx="4519050" cy="53900"/>
              </a:xfrm>
              <a:custGeom>
                <a:rect b="b" l="l" r="r" t="t"/>
                <a:pathLst>
                  <a:path extrusionOk="0" h="2156" w="180762">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solidFill>
                    <a:srgbClr val="FFFFFF"/>
                  </a:solidFill>
                </a:endParaRPr>
              </a:p>
            </p:txBody>
          </p:sp>
          <p:sp>
            <p:nvSpPr>
              <p:cNvPr id="9388" name="Google Shape;9388;p131"/>
              <p:cNvSpPr/>
              <p:nvPr/>
            </p:nvSpPr>
            <p:spPr>
              <a:xfrm>
                <a:off x="1683525" y="2179850"/>
                <a:ext cx="921275" cy="53925"/>
              </a:xfrm>
              <a:custGeom>
                <a:rect b="b" l="l" r="r" t="t"/>
                <a:pathLst>
                  <a:path extrusionOk="0" h="2157" w="36851">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solidFill>
                    <a:srgbClr val="FFFFFF"/>
                  </a:solidFill>
                </a:endParaRPr>
              </a:p>
            </p:txBody>
          </p:sp>
          <p:sp>
            <p:nvSpPr>
              <p:cNvPr id="9389" name="Google Shape;9389;p131"/>
              <p:cNvSpPr/>
              <p:nvPr/>
            </p:nvSpPr>
            <p:spPr>
              <a:xfrm>
                <a:off x="2166625" y="2595975"/>
                <a:ext cx="2036900" cy="53900"/>
              </a:xfrm>
              <a:custGeom>
                <a:rect b="b" l="l" r="r" t="t"/>
                <a:pathLst>
                  <a:path extrusionOk="0" h="2156" w="81476">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solidFill>
                    <a:srgbClr val="FFFFFF"/>
                  </a:solidFill>
                </a:endParaRPr>
              </a:p>
            </p:txBody>
          </p:sp>
          <p:sp>
            <p:nvSpPr>
              <p:cNvPr id="9390" name="Google Shape;9390;p131"/>
              <p:cNvSpPr/>
              <p:nvPr/>
            </p:nvSpPr>
            <p:spPr>
              <a:xfrm>
                <a:off x="2808675" y="3012100"/>
                <a:ext cx="1082000" cy="53900"/>
              </a:xfrm>
              <a:custGeom>
                <a:rect b="b" l="l" r="r" t="t"/>
                <a:pathLst>
                  <a:path extrusionOk="0" h="2156" w="4328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solidFill>
                    <a:srgbClr val="FFFFFF"/>
                  </a:solidFill>
                </a:endParaRPr>
              </a:p>
            </p:txBody>
          </p:sp>
          <p:sp>
            <p:nvSpPr>
              <p:cNvPr id="9391" name="Google Shape;9391;p131"/>
              <p:cNvSpPr/>
              <p:nvPr/>
            </p:nvSpPr>
            <p:spPr>
              <a:xfrm>
                <a:off x="2942925" y="3428225"/>
                <a:ext cx="2044925" cy="53900"/>
              </a:xfrm>
              <a:custGeom>
                <a:rect b="b" l="l" r="r" t="t"/>
                <a:pathLst>
                  <a:path extrusionOk="0" h="2156" w="81797">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solidFill>
                    <a:srgbClr val="FFFFFF"/>
                  </a:solidFill>
                </a:endParaRPr>
              </a:p>
            </p:txBody>
          </p:sp>
          <p:sp>
            <p:nvSpPr>
              <p:cNvPr id="9392" name="Google Shape;9392;p131"/>
              <p:cNvSpPr/>
              <p:nvPr/>
            </p:nvSpPr>
            <p:spPr>
              <a:xfrm>
                <a:off x="3933825" y="3844350"/>
                <a:ext cx="1650825" cy="53900"/>
              </a:xfrm>
              <a:custGeom>
                <a:rect b="b" l="l" r="r" t="t"/>
                <a:pathLst>
                  <a:path extrusionOk="0" h="2156" w="66033">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solidFill>
                    <a:srgbClr val="FFFFFF"/>
                  </a:solidFill>
                </a:endParaRPr>
              </a:p>
            </p:txBody>
          </p:sp>
          <p:sp>
            <p:nvSpPr>
              <p:cNvPr id="9393" name="Google Shape;9393;p131"/>
              <p:cNvSpPr/>
              <p:nvPr/>
            </p:nvSpPr>
            <p:spPr>
              <a:xfrm>
                <a:off x="5058950" y="4260775"/>
                <a:ext cx="1143625" cy="53600"/>
              </a:xfrm>
              <a:custGeom>
                <a:rect b="b" l="l" r="r" t="t"/>
                <a:pathLst>
                  <a:path extrusionOk="0" h="2144" w="45745">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solidFill>
                    <a:srgbClr val="FFFFFF"/>
                  </a:solidFill>
                </a:endParaRPr>
              </a:p>
            </p:txBody>
          </p:sp>
        </p:grpSp>
      </p:gr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7" name="Shape 9397"/>
        <p:cNvGrpSpPr/>
        <p:nvPr/>
      </p:nvGrpSpPr>
      <p:grpSpPr>
        <a:xfrm>
          <a:off x="0" y="0"/>
          <a:ext cx="0" cy="0"/>
          <a:chOff x="0" y="0"/>
          <a:chExt cx="0" cy="0"/>
        </a:xfrm>
      </p:grpSpPr>
      <p:grpSp>
        <p:nvGrpSpPr>
          <p:cNvPr id="9398" name="Google Shape;9398;p132"/>
          <p:cNvGrpSpPr/>
          <p:nvPr/>
        </p:nvGrpSpPr>
        <p:grpSpPr>
          <a:xfrm>
            <a:off x="4796684" y="970929"/>
            <a:ext cx="745431" cy="718863"/>
            <a:chOff x="4249973" y="1201875"/>
            <a:chExt cx="1958568" cy="1888762"/>
          </a:xfrm>
        </p:grpSpPr>
        <p:sp>
          <p:nvSpPr>
            <p:cNvPr id="9399" name="Google Shape;9399;p132"/>
            <p:cNvSpPr/>
            <p:nvPr/>
          </p:nvSpPr>
          <p:spPr>
            <a:xfrm>
              <a:off x="4468527" y="1411932"/>
              <a:ext cx="1528500" cy="1452600"/>
            </a:xfrm>
            <a:prstGeom prst="pentagon">
              <a:avLst>
                <a:gd fmla="val 105146" name="hf"/>
                <a:gd fmla="val 110557" name="vf"/>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400" name="Google Shape;9400;p132"/>
            <p:cNvGrpSpPr/>
            <p:nvPr/>
          </p:nvGrpSpPr>
          <p:grpSpPr>
            <a:xfrm>
              <a:off x="5853086" y="1789142"/>
              <a:ext cx="355454" cy="1048099"/>
              <a:chOff x="5576108" y="2016725"/>
              <a:chExt cx="565200" cy="1666560"/>
            </a:xfrm>
          </p:grpSpPr>
          <p:sp>
            <p:nvSpPr>
              <p:cNvPr id="9401" name="Google Shape;9401;p132"/>
              <p:cNvSpPr/>
              <p:nvPr/>
            </p:nvSpPr>
            <p:spPr>
              <a:xfrm>
                <a:off x="5576108" y="2016725"/>
                <a:ext cx="565200" cy="5655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9402" name="Google Shape;9402;p132"/>
              <p:cNvSpPr/>
              <p:nvPr/>
            </p:nvSpPr>
            <p:spPr>
              <a:xfrm rot="6479001">
                <a:off x="5275897" y="3050667"/>
                <a:ext cx="1119386" cy="152834"/>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03" name="Google Shape;9403;p132"/>
            <p:cNvGrpSpPr/>
            <p:nvPr/>
          </p:nvGrpSpPr>
          <p:grpSpPr>
            <a:xfrm>
              <a:off x="4869455" y="2691676"/>
              <a:ext cx="1013897" cy="398961"/>
              <a:chOff x="4012057" y="3451825"/>
              <a:chExt cx="1612175" cy="634379"/>
            </a:xfrm>
          </p:grpSpPr>
          <p:sp>
            <p:nvSpPr>
              <p:cNvPr id="9404" name="Google Shape;9404;p132"/>
              <p:cNvSpPr/>
              <p:nvPr/>
            </p:nvSpPr>
            <p:spPr>
              <a:xfrm>
                <a:off x="5059033" y="3451825"/>
                <a:ext cx="565200" cy="5655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9405" name="Google Shape;9405;p132"/>
              <p:cNvSpPr/>
              <p:nvPr/>
            </p:nvSpPr>
            <p:spPr>
              <a:xfrm rot="10799079">
                <a:off x="4012507" y="3933353"/>
                <a:ext cx="1119600" cy="15270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06" name="Google Shape;9406;p132"/>
            <p:cNvGrpSpPr/>
            <p:nvPr/>
          </p:nvGrpSpPr>
          <p:grpSpPr>
            <a:xfrm>
              <a:off x="4276937" y="2155961"/>
              <a:ext cx="651965" cy="891358"/>
              <a:chOff x="3069908" y="2599997"/>
              <a:chExt cx="1036675" cy="1417328"/>
            </a:xfrm>
          </p:grpSpPr>
          <p:sp>
            <p:nvSpPr>
              <p:cNvPr id="9407" name="Google Shape;9407;p132"/>
              <p:cNvSpPr/>
              <p:nvPr/>
            </p:nvSpPr>
            <p:spPr>
              <a:xfrm>
                <a:off x="3541383" y="3451825"/>
                <a:ext cx="565200" cy="5655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9408" name="Google Shape;9408;p132"/>
              <p:cNvSpPr/>
              <p:nvPr/>
            </p:nvSpPr>
            <p:spPr>
              <a:xfrm rot="-6478717">
                <a:off x="2755922" y="3079191"/>
                <a:ext cx="1119672" cy="15341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09" name="Google Shape;9409;p132"/>
            <p:cNvGrpSpPr/>
            <p:nvPr/>
          </p:nvGrpSpPr>
          <p:grpSpPr>
            <a:xfrm>
              <a:off x="5054918" y="1201875"/>
              <a:ext cx="999548" cy="602711"/>
              <a:chOff x="4306958" y="1082925"/>
              <a:chExt cx="1589359" cy="958358"/>
            </a:xfrm>
          </p:grpSpPr>
          <p:sp>
            <p:nvSpPr>
              <p:cNvPr id="9410" name="Google Shape;9410;p132"/>
              <p:cNvSpPr/>
              <p:nvPr/>
            </p:nvSpPr>
            <p:spPr>
              <a:xfrm>
                <a:off x="4306958" y="1082925"/>
                <a:ext cx="565200" cy="5655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9411" name="Google Shape;9411;p132"/>
              <p:cNvSpPr/>
              <p:nvPr/>
            </p:nvSpPr>
            <p:spPr>
              <a:xfrm rot="2159678">
                <a:off x="4838902" y="1574444"/>
                <a:ext cx="1119431" cy="152476"/>
              </a:xfrm>
              <a:prstGeom prst="rightArrow">
                <a:avLst>
                  <a:gd fmla="val 25514" name="adj1"/>
                  <a:gd fmla="val 64322" name="adj2"/>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12" name="Google Shape;9412;p132"/>
            <p:cNvGrpSpPr/>
            <p:nvPr/>
          </p:nvGrpSpPr>
          <p:grpSpPr>
            <a:xfrm>
              <a:off x="4249973" y="1303451"/>
              <a:ext cx="799317" cy="841334"/>
              <a:chOff x="3027033" y="1244439"/>
              <a:chExt cx="1270977" cy="1337786"/>
            </a:xfrm>
          </p:grpSpPr>
          <p:sp>
            <p:nvSpPr>
              <p:cNvPr id="9413" name="Google Shape;9413;p132"/>
              <p:cNvSpPr/>
              <p:nvPr/>
            </p:nvSpPr>
            <p:spPr>
              <a:xfrm>
                <a:off x="3027033" y="2016725"/>
                <a:ext cx="565200" cy="5655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9414" name="Google Shape;9414;p132"/>
              <p:cNvSpPr/>
              <p:nvPr/>
            </p:nvSpPr>
            <p:spPr>
              <a:xfrm rot="-2159137">
                <a:off x="3240473" y="1559002"/>
                <a:ext cx="1119673" cy="15327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415" name="Google Shape;9415;p132"/>
          <p:cNvGrpSpPr/>
          <p:nvPr/>
        </p:nvGrpSpPr>
        <p:grpSpPr>
          <a:xfrm>
            <a:off x="713057" y="1849378"/>
            <a:ext cx="761767" cy="729896"/>
            <a:chOff x="2657744" y="2337745"/>
            <a:chExt cx="832987" cy="798137"/>
          </a:xfrm>
        </p:grpSpPr>
        <p:sp>
          <p:nvSpPr>
            <p:cNvPr id="9416" name="Google Shape;9416;p132"/>
            <p:cNvSpPr/>
            <p:nvPr/>
          </p:nvSpPr>
          <p:spPr>
            <a:xfrm>
              <a:off x="2812050" y="2337745"/>
              <a:ext cx="516050" cy="266400"/>
            </a:xfrm>
            <a:custGeom>
              <a:rect b="b" l="l" r="r" t="t"/>
              <a:pathLst>
                <a:path extrusionOk="0" h="10656" w="20642">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7" name="Google Shape;9417;p132"/>
            <p:cNvSpPr/>
            <p:nvPr/>
          </p:nvSpPr>
          <p:spPr>
            <a:xfrm>
              <a:off x="3113181" y="2645625"/>
              <a:ext cx="377550" cy="476425"/>
            </a:xfrm>
            <a:custGeom>
              <a:rect b="b" l="l" r="r" t="t"/>
              <a:pathLst>
                <a:path extrusionOk="0" h="19057" w="15102">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8" name="Google Shape;9418;p132"/>
            <p:cNvSpPr/>
            <p:nvPr/>
          </p:nvSpPr>
          <p:spPr>
            <a:xfrm>
              <a:off x="3082750" y="2605975"/>
              <a:ext cx="244675" cy="231900"/>
            </a:xfrm>
            <a:custGeom>
              <a:rect b="b" l="l" r="r" t="t"/>
              <a:pathLst>
                <a:path extrusionOk="0" h="9276" w="9787">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9" name="Google Shape;9419;p132"/>
            <p:cNvSpPr/>
            <p:nvPr/>
          </p:nvSpPr>
          <p:spPr>
            <a:xfrm>
              <a:off x="2657744" y="2659457"/>
              <a:ext cx="377575" cy="476425"/>
            </a:xfrm>
            <a:custGeom>
              <a:rect b="b" l="l" r="r" t="t"/>
              <a:pathLst>
                <a:path extrusionOk="0" h="19057" w="15103">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0" name="Google Shape;9420;p132"/>
            <p:cNvSpPr/>
            <p:nvPr/>
          </p:nvSpPr>
          <p:spPr>
            <a:xfrm>
              <a:off x="2812775" y="2605975"/>
              <a:ext cx="244675" cy="231900"/>
            </a:xfrm>
            <a:custGeom>
              <a:rect b="b" l="l" r="r" t="t"/>
              <a:pathLst>
                <a:path extrusionOk="0" h="9276" w="9787">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1" name="Google Shape;9421;p132"/>
            <p:cNvSpPr/>
            <p:nvPr/>
          </p:nvSpPr>
          <p:spPr>
            <a:xfrm>
              <a:off x="2944250" y="2859150"/>
              <a:ext cx="251675" cy="226375"/>
            </a:xfrm>
            <a:custGeom>
              <a:rect b="b" l="l" r="r" t="t"/>
              <a:pathLst>
                <a:path extrusionOk="0" h="9055" w="10067">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22" name="Google Shape;9422;p132"/>
          <p:cNvGrpSpPr/>
          <p:nvPr/>
        </p:nvGrpSpPr>
        <p:grpSpPr>
          <a:xfrm>
            <a:off x="3224022" y="1852584"/>
            <a:ext cx="685569" cy="723586"/>
            <a:chOff x="3398134" y="2057755"/>
            <a:chExt cx="704087" cy="743130"/>
          </a:xfrm>
        </p:grpSpPr>
        <p:grpSp>
          <p:nvGrpSpPr>
            <p:cNvPr id="9423" name="Google Shape;9423;p132"/>
            <p:cNvGrpSpPr/>
            <p:nvPr/>
          </p:nvGrpSpPr>
          <p:grpSpPr>
            <a:xfrm>
              <a:off x="3398134" y="2290183"/>
              <a:ext cx="315300" cy="219900"/>
              <a:chOff x="3398134" y="2290183"/>
              <a:chExt cx="315300" cy="219900"/>
            </a:xfrm>
          </p:grpSpPr>
          <p:sp>
            <p:nvSpPr>
              <p:cNvPr id="9424" name="Google Shape;9424;p132"/>
              <p:cNvSpPr/>
              <p:nvPr/>
            </p:nvSpPr>
            <p:spPr>
              <a:xfrm>
                <a:off x="3493534" y="2290183"/>
                <a:ext cx="219900" cy="2199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9425" name="Google Shape;9425;p132"/>
              <p:cNvCxnSpPr>
                <a:stCxn id="9424" idx="2"/>
              </p:cNvCxnSpPr>
              <p:nvPr/>
            </p:nvCxnSpPr>
            <p:spPr>
              <a:xfrm rot="10800000">
                <a:off x="3398134" y="2400133"/>
                <a:ext cx="95400" cy="0"/>
              </a:xfrm>
              <a:prstGeom prst="straightConnector1">
                <a:avLst/>
              </a:prstGeom>
              <a:noFill/>
              <a:ln cap="flat" cmpd="sng" w="9525">
                <a:solidFill>
                  <a:srgbClr val="435D74"/>
                </a:solidFill>
                <a:prstDash val="solid"/>
                <a:round/>
                <a:headEnd len="med" w="med" type="none"/>
                <a:tailEnd len="med" w="med" type="none"/>
              </a:ln>
            </p:spPr>
          </p:cxnSp>
        </p:grpSp>
        <p:grpSp>
          <p:nvGrpSpPr>
            <p:cNvPr id="9426" name="Google Shape;9426;p132"/>
            <p:cNvGrpSpPr/>
            <p:nvPr/>
          </p:nvGrpSpPr>
          <p:grpSpPr>
            <a:xfrm>
              <a:off x="3547823" y="2467358"/>
              <a:ext cx="219900" cy="333527"/>
              <a:chOff x="3547823" y="2467358"/>
              <a:chExt cx="219900" cy="333527"/>
            </a:xfrm>
          </p:grpSpPr>
          <p:sp>
            <p:nvSpPr>
              <p:cNvPr id="9427" name="Google Shape;9427;p132"/>
              <p:cNvSpPr/>
              <p:nvPr/>
            </p:nvSpPr>
            <p:spPr>
              <a:xfrm>
                <a:off x="3547823" y="2467358"/>
                <a:ext cx="219900" cy="219900"/>
              </a:xfrm>
              <a:prstGeom prst="ellipse">
                <a:avLst/>
              </a:prstGeom>
              <a:noFill/>
              <a:ln cap="flat" cmpd="sng" w="9525">
                <a:solidFill>
                  <a:srgbClr val="5F7D95"/>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9428" name="Google Shape;9428;p132"/>
              <p:cNvCxnSpPr/>
              <p:nvPr/>
            </p:nvCxnSpPr>
            <p:spPr>
              <a:xfrm rot="10800000">
                <a:off x="3657701" y="2687185"/>
                <a:ext cx="0" cy="113700"/>
              </a:xfrm>
              <a:prstGeom prst="straightConnector1">
                <a:avLst/>
              </a:prstGeom>
              <a:noFill/>
              <a:ln cap="flat" cmpd="sng" w="9525">
                <a:solidFill>
                  <a:srgbClr val="5F7D95"/>
                </a:solidFill>
                <a:prstDash val="solid"/>
                <a:round/>
                <a:headEnd len="med" w="med" type="none"/>
                <a:tailEnd len="med" w="med" type="none"/>
              </a:ln>
            </p:spPr>
          </p:cxnSp>
        </p:grpSp>
        <p:grpSp>
          <p:nvGrpSpPr>
            <p:cNvPr id="9429" name="Google Shape;9429;p132"/>
            <p:cNvGrpSpPr/>
            <p:nvPr/>
          </p:nvGrpSpPr>
          <p:grpSpPr>
            <a:xfrm>
              <a:off x="3734138" y="2467358"/>
              <a:ext cx="219900" cy="333527"/>
              <a:chOff x="3734138" y="2467358"/>
              <a:chExt cx="219900" cy="333527"/>
            </a:xfrm>
          </p:grpSpPr>
          <p:sp>
            <p:nvSpPr>
              <p:cNvPr id="9430" name="Google Shape;9430;p132"/>
              <p:cNvSpPr/>
              <p:nvPr/>
            </p:nvSpPr>
            <p:spPr>
              <a:xfrm>
                <a:off x="3734138" y="2467358"/>
                <a:ext cx="219900" cy="219900"/>
              </a:xfrm>
              <a:prstGeom prst="ellipse">
                <a:avLst/>
              </a:prstGeom>
              <a:noFill/>
              <a:ln cap="flat" cmpd="sng" w="9525">
                <a:solidFill>
                  <a:srgbClr val="869FB2"/>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9431" name="Google Shape;9431;p132"/>
              <p:cNvCxnSpPr/>
              <p:nvPr/>
            </p:nvCxnSpPr>
            <p:spPr>
              <a:xfrm rot="10800000">
                <a:off x="3844020" y="2687185"/>
                <a:ext cx="0" cy="113700"/>
              </a:xfrm>
              <a:prstGeom prst="straightConnector1">
                <a:avLst/>
              </a:prstGeom>
              <a:noFill/>
              <a:ln cap="flat" cmpd="sng" w="9525">
                <a:solidFill>
                  <a:srgbClr val="869FB2"/>
                </a:solidFill>
                <a:prstDash val="solid"/>
                <a:round/>
                <a:headEnd len="med" w="med" type="none"/>
                <a:tailEnd len="med" w="med" type="none"/>
              </a:ln>
            </p:spPr>
          </p:cxnSp>
        </p:grpSp>
        <p:grpSp>
          <p:nvGrpSpPr>
            <p:cNvPr id="9432" name="Google Shape;9432;p132"/>
            <p:cNvGrpSpPr/>
            <p:nvPr/>
          </p:nvGrpSpPr>
          <p:grpSpPr>
            <a:xfrm>
              <a:off x="3787560" y="2288011"/>
              <a:ext cx="314661" cy="219900"/>
              <a:chOff x="3787560" y="2288011"/>
              <a:chExt cx="314661" cy="219900"/>
            </a:xfrm>
          </p:grpSpPr>
          <p:sp>
            <p:nvSpPr>
              <p:cNvPr id="9433" name="Google Shape;9433;p132"/>
              <p:cNvSpPr/>
              <p:nvPr/>
            </p:nvSpPr>
            <p:spPr>
              <a:xfrm>
                <a:off x="3787560" y="2288011"/>
                <a:ext cx="219900" cy="219900"/>
              </a:xfrm>
              <a:prstGeom prst="ellipse">
                <a:avLst/>
              </a:prstGeom>
              <a:noFill/>
              <a:ln cap="flat" cmpd="sng" w="9525">
                <a:solidFill>
                  <a:srgbClr val="A5B7C6"/>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9434" name="Google Shape;9434;p132"/>
              <p:cNvCxnSpPr/>
              <p:nvPr/>
            </p:nvCxnSpPr>
            <p:spPr>
              <a:xfrm rot="10800000">
                <a:off x="4007421" y="2400064"/>
                <a:ext cx="94800" cy="0"/>
              </a:xfrm>
              <a:prstGeom prst="straightConnector1">
                <a:avLst/>
              </a:prstGeom>
              <a:noFill/>
              <a:ln cap="flat" cmpd="sng" w="9525">
                <a:solidFill>
                  <a:srgbClr val="A5B7C6"/>
                </a:solidFill>
                <a:prstDash val="solid"/>
                <a:round/>
                <a:headEnd len="med" w="med" type="none"/>
                <a:tailEnd len="med" w="med" type="none"/>
              </a:ln>
            </p:spPr>
          </p:cxnSp>
        </p:grpSp>
        <p:grpSp>
          <p:nvGrpSpPr>
            <p:cNvPr id="9435" name="Google Shape;9435;p132"/>
            <p:cNvGrpSpPr/>
            <p:nvPr/>
          </p:nvGrpSpPr>
          <p:grpSpPr>
            <a:xfrm>
              <a:off x="3637290" y="2057755"/>
              <a:ext cx="219900" cy="335499"/>
              <a:chOff x="3637290" y="2057755"/>
              <a:chExt cx="219900" cy="335499"/>
            </a:xfrm>
          </p:grpSpPr>
          <p:sp>
            <p:nvSpPr>
              <p:cNvPr id="9436" name="Google Shape;9436;p132"/>
              <p:cNvSpPr/>
              <p:nvPr/>
            </p:nvSpPr>
            <p:spPr>
              <a:xfrm>
                <a:off x="3637290" y="2173354"/>
                <a:ext cx="219900" cy="219900"/>
              </a:xfrm>
              <a:prstGeom prst="ellipse">
                <a:avLst/>
              </a:prstGeom>
              <a:noFill/>
              <a:ln cap="flat" cmpd="sng" w="9525">
                <a:solidFill>
                  <a:srgbClr val="BAC8D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FFFFFF"/>
                  </a:solidFill>
                  <a:latin typeface="Calibri"/>
                  <a:ea typeface="Calibri"/>
                  <a:cs typeface="Calibri"/>
                  <a:sym typeface="Calibri"/>
                </a:endParaRPr>
              </a:p>
            </p:txBody>
          </p:sp>
          <p:cxnSp>
            <p:nvCxnSpPr>
              <p:cNvPr id="9437" name="Google Shape;9437;p132"/>
              <p:cNvCxnSpPr/>
              <p:nvPr/>
            </p:nvCxnSpPr>
            <p:spPr>
              <a:xfrm rot="10800000">
                <a:off x="3747169" y="2057755"/>
                <a:ext cx="0" cy="113700"/>
              </a:xfrm>
              <a:prstGeom prst="straightConnector1">
                <a:avLst/>
              </a:prstGeom>
              <a:noFill/>
              <a:ln cap="flat" cmpd="sng" w="9525">
                <a:solidFill>
                  <a:srgbClr val="BAC8D3"/>
                </a:solidFill>
                <a:prstDash val="solid"/>
                <a:round/>
                <a:headEnd len="med" w="med" type="none"/>
                <a:tailEnd len="med" w="med" type="none"/>
              </a:ln>
            </p:spPr>
          </p:cxnSp>
        </p:grpSp>
      </p:grpSp>
      <p:grpSp>
        <p:nvGrpSpPr>
          <p:cNvPr id="9438" name="Google Shape;9438;p132"/>
          <p:cNvGrpSpPr/>
          <p:nvPr/>
        </p:nvGrpSpPr>
        <p:grpSpPr>
          <a:xfrm>
            <a:off x="4899244" y="1859280"/>
            <a:ext cx="710153" cy="710153"/>
            <a:chOff x="5007123" y="2079403"/>
            <a:chExt cx="687600" cy="687600"/>
          </a:xfrm>
        </p:grpSpPr>
        <p:sp>
          <p:nvSpPr>
            <p:cNvPr id="9439" name="Google Shape;9439;p132"/>
            <p:cNvSpPr/>
            <p:nvPr/>
          </p:nvSpPr>
          <p:spPr>
            <a:xfrm>
              <a:off x="5007123" y="2079403"/>
              <a:ext cx="687600" cy="6876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0" name="Google Shape;9440;p132"/>
            <p:cNvSpPr/>
            <p:nvPr/>
          </p:nvSpPr>
          <p:spPr>
            <a:xfrm>
              <a:off x="5069448" y="2141702"/>
              <a:ext cx="563100" cy="562800"/>
            </a:xfrm>
            <a:prstGeom prst="ellipse">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1" name="Google Shape;9441;p132"/>
            <p:cNvSpPr/>
            <p:nvPr/>
          </p:nvSpPr>
          <p:spPr>
            <a:xfrm>
              <a:off x="5146403" y="2218605"/>
              <a:ext cx="409200" cy="4092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2" name="Google Shape;9442;p132"/>
            <p:cNvSpPr/>
            <p:nvPr/>
          </p:nvSpPr>
          <p:spPr>
            <a:xfrm>
              <a:off x="5221891" y="2294066"/>
              <a:ext cx="258300" cy="258300"/>
            </a:xfrm>
            <a:prstGeom prst="ellipse">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43" name="Google Shape;9443;p132"/>
          <p:cNvGrpSpPr/>
          <p:nvPr/>
        </p:nvGrpSpPr>
        <p:grpSpPr>
          <a:xfrm>
            <a:off x="5708681" y="1853787"/>
            <a:ext cx="720998" cy="721183"/>
            <a:chOff x="5797446" y="2063053"/>
            <a:chExt cx="698100" cy="698280"/>
          </a:xfrm>
        </p:grpSpPr>
        <p:sp>
          <p:nvSpPr>
            <p:cNvPr id="9444" name="Google Shape;9444;p132"/>
            <p:cNvSpPr/>
            <p:nvPr/>
          </p:nvSpPr>
          <p:spPr>
            <a:xfrm>
              <a:off x="5797446" y="2063053"/>
              <a:ext cx="698100" cy="6981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5" name="Google Shape;9445;p132"/>
            <p:cNvSpPr/>
            <p:nvPr/>
          </p:nvSpPr>
          <p:spPr>
            <a:xfrm>
              <a:off x="5872067" y="2212295"/>
              <a:ext cx="549000" cy="549000"/>
            </a:xfrm>
            <a:prstGeom prst="ellipse">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6" name="Google Shape;9446;p132"/>
            <p:cNvSpPr/>
            <p:nvPr/>
          </p:nvSpPr>
          <p:spPr>
            <a:xfrm>
              <a:off x="5921353" y="2310867"/>
              <a:ext cx="450300" cy="4503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7" name="Google Shape;9447;p132"/>
            <p:cNvSpPr/>
            <p:nvPr/>
          </p:nvSpPr>
          <p:spPr>
            <a:xfrm>
              <a:off x="5967936" y="2404033"/>
              <a:ext cx="357300" cy="357300"/>
            </a:xfrm>
            <a:prstGeom prst="ellipse">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48" name="Google Shape;9448;p132"/>
          <p:cNvGrpSpPr/>
          <p:nvPr/>
        </p:nvGrpSpPr>
        <p:grpSpPr>
          <a:xfrm>
            <a:off x="8153828" y="3499392"/>
            <a:ext cx="280585" cy="673164"/>
            <a:chOff x="8075075" y="3754290"/>
            <a:chExt cx="255612" cy="613194"/>
          </a:xfrm>
        </p:grpSpPr>
        <p:grpSp>
          <p:nvGrpSpPr>
            <p:cNvPr id="9449" name="Google Shape;9449;p132"/>
            <p:cNvGrpSpPr/>
            <p:nvPr/>
          </p:nvGrpSpPr>
          <p:grpSpPr>
            <a:xfrm>
              <a:off x="8075075" y="3754290"/>
              <a:ext cx="255612" cy="613194"/>
              <a:chOff x="8075075" y="3754290"/>
              <a:chExt cx="255612" cy="613194"/>
            </a:xfrm>
          </p:grpSpPr>
          <p:sp>
            <p:nvSpPr>
              <p:cNvPr id="9450" name="Google Shape;9450;p132"/>
              <p:cNvSpPr/>
              <p:nvPr/>
            </p:nvSpPr>
            <p:spPr>
              <a:xfrm>
                <a:off x="8075075" y="4252967"/>
                <a:ext cx="255612" cy="114517"/>
              </a:xfrm>
              <a:custGeom>
                <a:rect b="b" l="l" r="r" t="t"/>
                <a:pathLst>
                  <a:path extrusionOk="0" h="7497" w="16734">
                    <a:moveTo>
                      <a:pt x="1" y="1"/>
                    </a:moveTo>
                    <a:lnTo>
                      <a:pt x="8369" y="7496"/>
                    </a:lnTo>
                    <a:lnTo>
                      <a:pt x="16734"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1" name="Google Shape;9451;p132"/>
              <p:cNvSpPr/>
              <p:nvPr/>
            </p:nvSpPr>
            <p:spPr>
              <a:xfrm>
                <a:off x="8075075" y="3754290"/>
                <a:ext cx="255612" cy="498713"/>
              </a:xfrm>
              <a:custGeom>
                <a:rect b="b" l="l" r="r" t="t"/>
                <a:pathLst>
                  <a:path extrusionOk="0" h="32649" w="16734">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452" name="Google Shape;9452;p132"/>
            <p:cNvSpPr/>
            <p:nvPr/>
          </p:nvSpPr>
          <p:spPr>
            <a:xfrm>
              <a:off x="8107762" y="3782257"/>
              <a:ext cx="190281" cy="190281"/>
            </a:xfrm>
            <a:custGeom>
              <a:rect b="b" l="l" r="r" t="t"/>
              <a:pathLst>
                <a:path extrusionOk="0" h="12457" w="12457">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53" name="Google Shape;9453;p132"/>
          <p:cNvGrpSpPr/>
          <p:nvPr/>
        </p:nvGrpSpPr>
        <p:grpSpPr>
          <a:xfrm>
            <a:off x="5270887" y="3488188"/>
            <a:ext cx="470352" cy="683745"/>
            <a:chOff x="1697726" y="3244179"/>
            <a:chExt cx="788124" cy="1146069"/>
          </a:xfrm>
        </p:grpSpPr>
        <p:sp>
          <p:nvSpPr>
            <p:cNvPr id="9454" name="Google Shape;9454;p132"/>
            <p:cNvSpPr/>
            <p:nvPr/>
          </p:nvSpPr>
          <p:spPr>
            <a:xfrm>
              <a:off x="1697726" y="3244179"/>
              <a:ext cx="788124" cy="1146069"/>
            </a:xfrm>
            <a:custGeom>
              <a:rect b="b" l="l" r="r" t="t"/>
              <a:pathLst>
                <a:path extrusionOk="0" h="44156" w="30365">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5" name="Google Shape;9455;p132"/>
            <p:cNvSpPr/>
            <p:nvPr/>
          </p:nvSpPr>
          <p:spPr>
            <a:xfrm>
              <a:off x="1743302" y="4053603"/>
              <a:ext cx="291293" cy="291267"/>
            </a:xfrm>
            <a:custGeom>
              <a:rect b="b" l="l" r="r" t="t"/>
              <a:pathLst>
                <a:path extrusionOk="0" h="11222" w="11223">
                  <a:moveTo>
                    <a:pt x="1" y="0"/>
                  </a:moveTo>
                  <a:lnTo>
                    <a:pt x="1" y="11222"/>
                  </a:lnTo>
                  <a:lnTo>
                    <a:pt x="11222" y="11222"/>
                  </a:lnTo>
                  <a:lnTo>
                    <a:pt x="11222"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456" name="Google Shape;9456;p132"/>
          <p:cNvSpPr/>
          <p:nvPr/>
        </p:nvSpPr>
        <p:spPr>
          <a:xfrm>
            <a:off x="8128351" y="3402190"/>
            <a:ext cx="204" cy="4"/>
          </a:xfrm>
          <a:custGeom>
            <a:rect b="b" l="l" r="r" t="t"/>
            <a:pathLst>
              <a:path extrusionOk="0" h="1" w="48">
                <a:moveTo>
                  <a:pt x="48" y="0"/>
                </a:moveTo>
                <a:lnTo>
                  <a:pt x="1"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457" name="Google Shape;9457;p132"/>
          <p:cNvGrpSpPr/>
          <p:nvPr/>
        </p:nvGrpSpPr>
        <p:grpSpPr>
          <a:xfrm>
            <a:off x="5892037" y="3499390"/>
            <a:ext cx="293891" cy="293845"/>
            <a:chOff x="6134814" y="3754290"/>
            <a:chExt cx="293891" cy="293845"/>
          </a:xfrm>
        </p:grpSpPr>
        <p:sp>
          <p:nvSpPr>
            <p:cNvPr id="9458" name="Google Shape;9458;p132"/>
            <p:cNvSpPr/>
            <p:nvPr/>
          </p:nvSpPr>
          <p:spPr>
            <a:xfrm>
              <a:off x="6134814" y="3754290"/>
              <a:ext cx="293891" cy="293845"/>
            </a:xfrm>
            <a:custGeom>
              <a:rect b="b" l="l" r="r" t="t"/>
              <a:pathLst>
                <a:path extrusionOk="0" h="19237" w="1924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9" name="Google Shape;9459;p132"/>
            <p:cNvSpPr/>
            <p:nvPr/>
          </p:nvSpPr>
          <p:spPr>
            <a:xfrm>
              <a:off x="6147232" y="3764860"/>
              <a:ext cx="118946" cy="107337"/>
            </a:xfrm>
            <a:custGeom>
              <a:rect b="b" l="l" r="r" t="t"/>
              <a:pathLst>
                <a:path extrusionOk="0" h="7027" w="7787">
                  <a:moveTo>
                    <a:pt x="0" y="1"/>
                  </a:moveTo>
                  <a:lnTo>
                    <a:pt x="0" y="7026"/>
                  </a:lnTo>
                  <a:lnTo>
                    <a:pt x="7787" y="1"/>
                  </a:lnTo>
                  <a:close/>
                </a:path>
              </a:pathLst>
            </a:custGeom>
            <a:noFill/>
            <a:ln cap="flat" cmpd="sng" w="9525">
              <a:solidFill>
                <a:srgbClr val="F2F2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60" name="Google Shape;9460;p132"/>
          <p:cNvGrpSpPr/>
          <p:nvPr/>
        </p:nvGrpSpPr>
        <p:grpSpPr>
          <a:xfrm>
            <a:off x="5892037" y="3878061"/>
            <a:ext cx="293891" cy="293891"/>
            <a:chOff x="6134814" y="4086186"/>
            <a:chExt cx="293891" cy="293891"/>
          </a:xfrm>
        </p:grpSpPr>
        <p:sp>
          <p:nvSpPr>
            <p:cNvPr id="9461" name="Google Shape;9461;p132"/>
            <p:cNvSpPr/>
            <p:nvPr/>
          </p:nvSpPr>
          <p:spPr>
            <a:xfrm>
              <a:off x="6134814" y="4086186"/>
              <a:ext cx="293891" cy="293891"/>
            </a:xfrm>
            <a:custGeom>
              <a:rect b="b" l="l" r="r" t="t"/>
              <a:pathLst>
                <a:path extrusionOk="0" h="19240" w="19240">
                  <a:moveTo>
                    <a:pt x="1" y="1"/>
                  </a:moveTo>
                  <a:lnTo>
                    <a:pt x="1" y="9619"/>
                  </a:lnTo>
                  <a:cubicBezTo>
                    <a:pt x="1" y="14930"/>
                    <a:pt x="4308" y="19240"/>
                    <a:pt x="9619" y="19240"/>
                  </a:cubicBezTo>
                  <a:cubicBezTo>
                    <a:pt x="14933" y="19240"/>
                    <a:pt x="19240" y="14933"/>
                    <a:pt x="19240" y="9619"/>
                  </a:cubicBezTo>
                  <a:lnTo>
                    <a:pt x="19240"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2" name="Google Shape;9462;p132"/>
            <p:cNvSpPr/>
            <p:nvPr/>
          </p:nvSpPr>
          <p:spPr>
            <a:xfrm>
              <a:off x="6147232" y="4096771"/>
              <a:ext cx="118946" cy="107322"/>
            </a:xfrm>
            <a:custGeom>
              <a:rect b="b" l="l" r="r" t="t"/>
              <a:pathLst>
                <a:path extrusionOk="0" h="7026" w="7787">
                  <a:moveTo>
                    <a:pt x="0" y="0"/>
                  </a:moveTo>
                  <a:lnTo>
                    <a:pt x="0" y="7026"/>
                  </a:lnTo>
                  <a:lnTo>
                    <a:pt x="7787" y="0"/>
                  </a:lnTo>
                  <a:close/>
                </a:path>
              </a:pathLst>
            </a:custGeom>
            <a:noFill/>
            <a:ln cap="flat" cmpd="sng" w="9525">
              <a:solidFill>
                <a:srgbClr val="F2F2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463" name="Google Shape;9463;p132"/>
          <p:cNvSpPr/>
          <p:nvPr/>
        </p:nvSpPr>
        <p:spPr>
          <a:xfrm>
            <a:off x="6930464" y="3498587"/>
            <a:ext cx="609693" cy="673150"/>
          </a:xfrm>
          <a:custGeom>
            <a:rect b="b" l="l" r="r" t="t"/>
            <a:pathLst>
              <a:path extrusionOk="0" h="5225" w="4733">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4" name="Google Shape;9464;p132"/>
          <p:cNvSpPr/>
          <p:nvPr/>
        </p:nvSpPr>
        <p:spPr>
          <a:xfrm rot="10800000">
            <a:off x="6336727" y="3496325"/>
            <a:ext cx="442939" cy="675638"/>
          </a:xfrm>
          <a:custGeom>
            <a:rect b="b" l="l" r="r" t="t"/>
            <a:pathLst>
              <a:path extrusionOk="0" h="22743" w="1491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465" name="Google Shape;9465;p132"/>
          <p:cNvGrpSpPr/>
          <p:nvPr/>
        </p:nvGrpSpPr>
        <p:grpSpPr>
          <a:xfrm>
            <a:off x="7817013" y="2706754"/>
            <a:ext cx="622883" cy="621944"/>
            <a:chOff x="1187048" y="238125"/>
            <a:chExt cx="5256397" cy="5248476"/>
          </a:xfrm>
        </p:grpSpPr>
        <p:sp>
          <p:nvSpPr>
            <p:cNvPr id="9466" name="Google Shape;9466;p132"/>
            <p:cNvSpPr/>
            <p:nvPr/>
          </p:nvSpPr>
          <p:spPr>
            <a:xfrm>
              <a:off x="1188450" y="238125"/>
              <a:ext cx="3198750" cy="2628625"/>
            </a:xfrm>
            <a:custGeom>
              <a:rect b="b" l="l" r="r" t="t"/>
              <a:pathLst>
                <a:path extrusionOk="0" h="105145" w="12795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7" name="Google Shape;9467;p132"/>
            <p:cNvSpPr/>
            <p:nvPr/>
          </p:nvSpPr>
          <p:spPr>
            <a:xfrm>
              <a:off x="1187048" y="2289901"/>
              <a:ext cx="2628362" cy="3196700"/>
            </a:xfrm>
            <a:custGeom>
              <a:rect b="b" l="l" r="r" t="t"/>
              <a:pathLst>
                <a:path extrusionOk="0" h="127868" w="105145">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8" name="Google Shape;9468;p132"/>
            <p:cNvSpPr/>
            <p:nvPr/>
          </p:nvSpPr>
          <p:spPr>
            <a:xfrm>
              <a:off x="3812708" y="244502"/>
              <a:ext cx="2628650" cy="3170611"/>
            </a:xfrm>
            <a:custGeom>
              <a:rect b="b" l="l" r="r" t="t"/>
              <a:pathLst>
                <a:path extrusionOk="0" h="127873" w="105146">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9" name="Google Shape;9469;p132"/>
            <p:cNvSpPr/>
            <p:nvPr/>
          </p:nvSpPr>
          <p:spPr>
            <a:xfrm>
              <a:off x="3244845" y="2847950"/>
              <a:ext cx="3198600" cy="2628500"/>
            </a:xfrm>
            <a:custGeom>
              <a:rect b="b" l="l" r="r" t="t"/>
              <a:pathLst>
                <a:path extrusionOk="0" h="105140" w="127944">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70" name="Google Shape;9470;p132"/>
          <p:cNvGrpSpPr/>
          <p:nvPr/>
        </p:nvGrpSpPr>
        <p:grpSpPr>
          <a:xfrm>
            <a:off x="2274118" y="2716363"/>
            <a:ext cx="1310987" cy="612407"/>
            <a:chOff x="238125" y="1188750"/>
            <a:chExt cx="7140450" cy="3335550"/>
          </a:xfrm>
        </p:grpSpPr>
        <p:sp>
          <p:nvSpPr>
            <p:cNvPr id="9471" name="Google Shape;9471;p132"/>
            <p:cNvSpPr/>
            <p:nvPr/>
          </p:nvSpPr>
          <p:spPr>
            <a:xfrm>
              <a:off x="238125" y="1188750"/>
              <a:ext cx="3507025" cy="1584000"/>
            </a:xfrm>
            <a:custGeom>
              <a:rect b="b" l="l" r="r" t="t"/>
              <a:pathLst>
                <a:path extrusionOk="0" h="63360" w="140281">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2" name="Google Shape;9472;p132"/>
            <p:cNvSpPr/>
            <p:nvPr/>
          </p:nvSpPr>
          <p:spPr>
            <a:xfrm>
              <a:off x="238125" y="2940300"/>
              <a:ext cx="3507025" cy="1584000"/>
            </a:xfrm>
            <a:custGeom>
              <a:rect b="b" l="l" r="r" t="t"/>
              <a:pathLst>
                <a:path extrusionOk="0" h="63360" w="140281">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3" name="Google Shape;9473;p132"/>
            <p:cNvSpPr/>
            <p:nvPr/>
          </p:nvSpPr>
          <p:spPr>
            <a:xfrm>
              <a:off x="3871550" y="1188750"/>
              <a:ext cx="3507025" cy="1584000"/>
            </a:xfrm>
            <a:custGeom>
              <a:rect b="b" l="l" r="r" t="t"/>
              <a:pathLst>
                <a:path extrusionOk="0" h="63360" w="140281">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4" name="Google Shape;9474;p132"/>
            <p:cNvSpPr/>
            <p:nvPr/>
          </p:nvSpPr>
          <p:spPr>
            <a:xfrm>
              <a:off x="3871550" y="2940300"/>
              <a:ext cx="3507025" cy="1584000"/>
            </a:xfrm>
            <a:custGeom>
              <a:rect b="b" l="l" r="r" t="t"/>
              <a:pathLst>
                <a:path extrusionOk="0" h="63360" w="140281">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5" name="Google Shape;9475;p132"/>
            <p:cNvSpPr/>
            <p:nvPr/>
          </p:nvSpPr>
          <p:spPr>
            <a:xfrm>
              <a:off x="2842425" y="1934600"/>
              <a:ext cx="1843850" cy="1843850"/>
            </a:xfrm>
            <a:custGeom>
              <a:rect b="b" l="l" r="r" t="t"/>
              <a:pathLst>
                <a:path extrusionOk="0" h="73754" w="73754">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76" name="Google Shape;9476;p132"/>
          <p:cNvGrpSpPr/>
          <p:nvPr/>
        </p:nvGrpSpPr>
        <p:grpSpPr>
          <a:xfrm>
            <a:off x="6599990" y="2706917"/>
            <a:ext cx="1110299" cy="621702"/>
            <a:chOff x="238125" y="1335475"/>
            <a:chExt cx="5418735" cy="3034175"/>
          </a:xfrm>
        </p:grpSpPr>
        <p:sp>
          <p:nvSpPr>
            <p:cNvPr id="9477" name="Google Shape;9477;p132"/>
            <p:cNvSpPr/>
            <p:nvPr/>
          </p:nvSpPr>
          <p:spPr>
            <a:xfrm>
              <a:off x="3669985" y="1335475"/>
              <a:ext cx="1986875" cy="3034175"/>
            </a:xfrm>
            <a:custGeom>
              <a:rect b="b" l="l" r="r" t="t"/>
              <a:pathLst>
                <a:path extrusionOk="0" h="121367" w="79475">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8" name="Google Shape;9478;p132"/>
            <p:cNvSpPr/>
            <p:nvPr/>
          </p:nvSpPr>
          <p:spPr>
            <a:xfrm>
              <a:off x="1956350" y="1335475"/>
              <a:ext cx="1984950" cy="3034175"/>
            </a:xfrm>
            <a:custGeom>
              <a:rect b="b" l="l" r="r" t="t"/>
              <a:pathLst>
                <a:path extrusionOk="0" h="121367" w="79398">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9" name="Google Shape;9479;p132"/>
            <p:cNvSpPr/>
            <p:nvPr/>
          </p:nvSpPr>
          <p:spPr>
            <a:xfrm>
              <a:off x="238125" y="1335475"/>
              <a:ext cx="1986850" cy="3034175"/>
            </a:xfrm>
            <a:custGeom>
              <a:rect b="b" l="l" r="r" t="t"/>
              <a:pathLst>
                <a:path extrusionOk="0" h="121367" w="79474">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80" name="Google Shape;9480;p132"/>
          <p:cNvGrpSpPr/>
          <p:nvPr/>
        </p:nvGrpSpPr>
        <p:grpSpPr>
          <a:xfrm>
            <a:off x="5417649" y="2703814"/>
            <a:ext cx="1074451" cy="627181"/>
            <a:chOff x="5359127" y="2910889"/>
            <a:chExt cx="1097723" cy="640831"/>
          </a:xfrm>
        </p:grpSpPr>
        <p:grpSp>
          <p:nvGrpSpPr>
            <p:cNvPr id="9481" name="Google Shape;9481;p132"/>
            <p:cNvGrpSpPr/>
            <p:nvPr/>
          </p:nvGrpSpPr>
          <p:grpSpPr>
            <a:xfrm>
              <a:off x="5929791" y="3263088"/>
              <a:ext cx="527060" cy="287097"/>
              <a:chOff x="5929791" y="3263088"/>
              <a:chExt cx="527060" cy="287097"/>
            </a:xfrm>
          </p:grpSpPr>
          <p:sp>
            <p:nvSpPr>
              <p:cNvPr id="9482" name="Google Shape;9482;p132"/>
              <p:cNvSpPr/>
              <p:nvPr/>
            </p:nvSpPr>
            <p:spPr>
              <a:xfrm>
                <a:off x="5929791" y="3263088"/>
                <a:ext cx="328465" cy="284502"/>
              </a:xfrm>
              <a:custGeom>
                <a:rect b="b" l="l" r="r" t="t"/>
                <a:pathLst>
                  <a:path extrusionOk="0" h="2231390" w="2576195">
                    <a:moveTo>
                      <a:pt x="1288021" y="0"/>
                    </a:moveTo>
                    <a:lnTo>
                      <a:pt x="0" y="2230932"/>
                    </a:lnTo>
                    <a:lnTo>
                      <a:pt x="2576042" y="2230932"/>
                    </a:lnTo>
                    <a:lnTo>
                      <a:pt x="1288021" y="0"/>
                    </a:lnTo>
                    <a:close/>
                  </a:path>
                </a:pathLst>
              </a:custGeom>
              <a:noFill/>
              <a:ln cap="flat" cmpd="sng" w="9525">
                <a:solidFill>
                  <a:srgbClr val="869FB2"/>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9483" name="Google Shape;9483;p132"/>
              <p:cNvSpPr/>
              <p:nvPr/>
            </p:nvSpPr>
            <p:spPr>
              <a:xfrm>
                <a:off x="6247886" y="3331025"/>
                <a:ext cx="208964" cy="219161"/>
              </a:xfrm>
              <a:custGeom>
                <a:rect b="b" l="l" r="r" t="t"/>
                <a:pathLst>
                  <a:path extrusionOk="0" h="2306954" w="1638934">
                    <a:moveTo>
                      <a:pt x="1638680" y="0"/>
                    </a:moveTo>
                    <a:lnTo>
                      <a:pt x="697255" y="0"/>
                    </a:lnTo>
                    <a:lnTo>
                      <a:pt x="697255" y="2306535"/>
                    </a:lnTo>
                    <a:lnTo>
                      <a:pt x="0" y="2306535"/>
                    </a:lnTo>
                  </a:path>
                </a:pathLst>
              </a:custGeom>
              <a:noFill/>
              <a:ln cap="flat" cmpd="sng" w="9525">
                <a:solidFill>
                  <a:srgbClr val="869FB2"/>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nvGrpSpPr>
            <p:cNvPr id="9484" name="Google Shape;9484;p132"/>
            <p:cNvGrpSpPr/>
            <p:nvPr/>
          </p:nvGrpSpPr>
          <p:grpSpPr>
            <a:xfrm>
              <a:off x="5359127" y="3263089"/>
              <a:ext cx="526428" cy="288631"/>
              <a:chOff x="5359127" y="3263089"/>
              <a:chExt cx="526428" cy="288631"/>
            </a:xfrm>
          </p:grpSpPr>
          <p:sp>
            <p:nvSpPr>
              <p:cNvPr id="9485" name="Google Shape;9485;p132"/>
              <p:cNvSpPr/>
              <p:nvPr/>
            </p:nvSpPr>
            <p:spPr>
              <a:xfrm>
                <a:off x="5557090" y="3263089"/>
                <a:ext cx="328465" cy="284502"/>
              </a:xfrm>
              <a:custGeom>
                <a:rect b="b" l="l" r="r" t="t"/>
                <a:pathLst>
                  <a:path extrusionOk="0" h="2231390" w="2576195">
                    <a:moveTo>
                      <a:pt x="1288034" y="0"/>
                    </a:moveTo>
                    <a:lnTo>
                      <a:pt x="0" y="2230920"/>
                    </a:lnTo>
                    <a:lnTo>
                      <a:pt x="2576055" y="2230920"/>
                    </a:lnTo>
                    <a:lnTo>
                      <a:pt x="1288034" y="0"/>
                    </a:lnTo>
                    <a:close/>
                  </a:path>
                </a:pathLst>
              </a:custGeom>
              <a:noFill/>
              <a:ln cap="flat" cmpd="sng" w="9525">
                <a:solidFill>
                  <a:srgbClr val="5F7D95"/>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9486" name="Google Shape;9486;p132"/>
              <p:cNvSpPr/>
              <p:nvPr/>
            </p:nvSpPr>
            <p:spPr>
              <a:xfrm flipH="1">
                <a:off x="5359127" y="3332559"/>
                <a:ext cx="208964" cy="219161"/>
              </a:xfrm>
              <a:custGeom>
                <a:rect b="b" l="l" r="r" t="t"/>
                <a:pathLst>
                  <a:path extrusionOk="0" h="2306954" w="1638934">
                    <a:moveTo>
                      <a:pt x="1638680" y="0"/>
                    </a:moveTo>
                    <a:lnTo>
                      <a:pt x="697255" y="0"/>
                    </a:lnTo>
                    <a:lnTo>
                      <a:pt x="697255" y="2306535"/>
                    </a:lnTo>
                    <a:lnTo>
                      <a:pt x="0" y="2306535"/>
                    </a:lnTo>
                  </a:path>
                </a:pathLst>
              </a:custGeom>
              <a:noFill/>
              <a:ln cap="flat" cmpd="sng" w="9525">
                <a:solidFill>
                  <a:srgbClr val="5F7D95"/>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nvGrpSpPr>
            <p:cNvPr id="9487" name="Google Shape;9487;p132"/>
            <p:cNvGrpSpPr/>
            <p:nvPr/>
          </p:nvGrpSpPr>
          <p:grpSpPr>
            <a:xfrm>
              <a:off x="5551525" y="2910889"/>
              <a:ext cx="520901" cy="610283"/>
              <a:chOff x="5551525" y="2910889"/>
              <a:chExt cx="520901" cy="610283"/>
            </a:xfrm>
          </p:grpSpPr>
          <p:sp>
            <p:nvSpPr>
              <p:cNvPr id="9488" name="Google Shape;9488;p132"/>
              <p:cNvSpPr/>
              <p:nvPr/>
            </p:nvSpPr>
            <p:spPr>
              <a:xfrm>
                <a:off x="5743962" y="3236669"/>
                <a:ext cx="328465" cy="284502"/>
              </a:xfrm>
              <a:custGeom>
                <a:rect b="b" l="l" r="r" t="t"/>
                <a:pathLst>
                  <a:path extrusionOk="0" h="2231390" w="2576195">
                    <a:moveTo>
                      <a:pt x="2576042" y="0"/>
                    </a:moveTo>
                    <a:lnTo>
                      <a:pt x="0" y="0"/>
                    </a:lnTo>
                    <a:lnTo>
                      <a:pt x="1288021" y="2230920"/>
                    </a:lnTo>
                    <a:lnTo>
                      <a:pt x="2576042" y="0"/>
                    </a:lnTo>
                    <a:close/>
                  </a:path>
                </a:pathLst>
              </a:custGeom>
              <a:noFill/>
              <a:ln cap="flat" cmpd="sng" w="9525">
                <a:solidFill>
                  <a:srgbClr val="E3E9ED"/>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9489" name="Google Shape;9489;p132"/>
              <p:cNvSpPr/>
              <p:nvPr/>
            </p:nvSpPr>
            <p:spPr>
              <a:xfrm flipH="1">
                <a:off x="5551525" y="2910889"/>
                <a:ext cx="208964" cy="328741"/>
              </a:xfrm>
              <a:custGeom>
                <a:rect b="b" l="l" r="r" t="t"/>
                <a:pathLst>
                  <a:path extrusionOk="0" h="2306954" w="1638934">
                    <a:moveTo>
                      <a:pt x="1638680" y="0"/>
                    </a:moveTo>
                    <a:lnTo>
                      <a:pt x="697255" y="0"/>
                    </a:lnTo>
                    <a:lnTo>
                      <a:pt x="697255" y="2306535"/>
                    </a:lnTo>
                    <a:lnTo>
                      <a:pt x="0" y="2306535"/>
                    </a:lnTo>
                  </a:path>
                </a:pathLst>
              </a:custGeom>
              <a:noFill/>
              <a:ln cap="flat" cmpd="sng" w="9525">
                <a:solidFill>
                  <a:srgbClr val="E3E9ED"/>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nvGrpSpPr>
            <p:cNvPr id="9490" name="Google Shape;9490;p132"/>
            <p:cNvGrpSpPr/>
            <p:nvPr/>
          </p:nvGrpSpPr>
          <p:grpSpPr>
            <a:xfrm>
              <a:off x="5743962" y="2919100"/>
              <a:ext cx="623674" cy="284502"/>
              <a:chOff x="5743962" y="2919100"/>
              <a:chExt cx="623674" cy="284502"/>
            </a:xfrm>
          </p:grpSpPr>
          <p:sp>
            <p:nvSpPr>
              <p:cNvPr id="9491" name="Google Shape;9491;p132"/>
              <p:cNvSpPr/>
              <p:nvPr/>
            </p:nvSpPr>
            <p:spPr>
              <a:xfrm>
                <a:off x="5743962" y="2919100"/>
                <a:ext cx="328465" cy="284502"/>
              </a:xfrm>
              <a:custGeom>
                <a:rect b="b" l="l" r="r" t="t"/>
                <a:pathLst>
                  <a:path extrusionOk="0" h="2231390" w="2576195">
                    <a:moveTo>
                      <a:pt x="1288021" y="0"/>
                    </a:moveTo>
                    <a:lnTo>
                      <a:pt x="0" y="2230920"/>
                    </a:lnTo>
                    <a:lnTo>
                      <a:pt x="2576042" y="2230920"/>
                    </a:lnTo>
                    <a:lnTo>
                      <a:pt x="1288021" y="0"/>
                    </a:lnTo>
                    <a:close/>
                  </a:path>
                </a:pathLst>
              </a:custGeom>
              <a:noFill/>
              <a:ln cap="flat" cmpd="sng" w="9525">
                <a:solidFill>
                  <a:srgbClr val="435D74"/>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9492" name="Google Shape;9492;p132"/>
              <p:cNvSpPr/>
              <p:nvPr/>
            </p:nvSpPr>
            <p:spPr>
              <a:xfrm>
                <a:off x="6060335" y="2920591"/>
                <a:ext cx="307300" cy="282602"/>
              </a:xfrm>
              <a:custGeom>
                <a:rect b="b" l="l" r="r" t="t"/>
                <a:pathLst>
                  <a:path extrusionOk="0" h="2306954" w="1638934">
                    <a:moveTo>
                      <a:pt x="1638680" y="0"/>
                    </a:moveTo>
                    <a:lnTo>
                      <a:pt x="697255" y="0"/>
                    </a:lnTo>
                    <a:lnTo>
                      <a:pt x="697255" y="2306535"/>
                    </a:lnTo>
                    <a:lnTo>
                      <a:pt x="0" y="2306535"/>
                    </a:lnTo>
                  </a:path>
                </a:pathLst>
              </a:custGeom>
              <a:noFill/>
              <a:ln cap="flat" cmpd="sng" w="9525">
                <a:solidFill>
                  <a:srgbClr val="435D74"/>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grpSp>
        <p:nvGrpSpPr>
          <p:cNvPr id="9493" name="Google Shape;9493;p132"/>
          <p:cNvGrpSpPr/>
          <p:nvPr/>
        </p:nvGrpSpPr>
        <p:grpSpPr>
          <a:xfrm>
            <a:off x="7568863" y="1854526"/>
            <a:ext cx="874976" cy="719600"/>
            <a:chOff x="7608988" y="2093194"/>
            <a:chExt cx="817276" cy="672147"/>
          </a:xfrm>
        </p:grpSpPr>
        <p:cxnSp>
          <p:nvCxnSpPr>
            <p:cNvPr id="9494" name="Google Shape;9494;p132"/>
            <p:cNvCxnSpPr/>
            <p:nvPr/>
          </p:nvCxnSpPr>
          <p:spPr>
            <a:xfrm flipH="1" rot="5400000">
              <a:off x="7620257" y="2136491"/>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9495" name="Google Shape;9495;p132"/>
            <p:cNvCxnSpPr/>
            <p:nvPr/>
          </p:nvCxnSpPr>
          <p:spPr>
            <a:xfrm rot="-5400000">
              <a:off x="8285120" y="2136491"/>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9496" name="Google Shape;9496;p132"/>
            <p:cNvCxnSpPr/>
            <p:nvPr/>
          </p:nvCxnSpPr>
          <p:spPr>
            <a:xfrm rot="5400000">
              <a:off x="7620257" y="2644741"/>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9497" name="Google Shape;9497;p132"/>
            <p:cNvCxnSpPr/>
            <p:nvPr/>
          </p:nvCxnSpPr>
          <p:spPr>
            <a:xfrm flipH="1" rot="-5400000">
              <a:off x="8285120" y="2644741"/>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9498" name="Google Shape;9498;p132"/>
            <p:cNvCxnSpPr/>
            <p:nvPr/>
          </p:nvCxnSpPr>
          <p:spPr>
            <a:xfrm rot="10800000">
              <a:off x="7608988" y="2425132"/>
              <a:ext cx="83400" cy="0"/>
            </a:xfrm>
            <a:prstGeom prst="straightConnector1">
              <a:avLst/>
            </a:prstGeom>
            <a:noFill/>
            <a:ln cap="flat" cmpd="sng" w="9525">
              <a:solidFill>
                <a:srgbClr val="667E92"/>
              </a:solidFill>
              <a:prstDash val="solid"/>
              <a:round/>
              <a:headEnd len="med" w="med" type="none"/>
              <a:tailEnd len="med" w="med" type="none"/>
            </a:ln>
          </p:spPr>
        </p:cxnSp>
        <p:cxnSp>
          <p:nvCxnSpPr>
            <p:cNvPr id="9499" name="Google Shape;9499;p132"/>
            <p:cNvCxnSpPr/>
            <p:nvPr/>
          </p:nvCxnSpPr>
          <p:spPr>
            <a:xfrm rot="10800000">
              <a:off x="8342865" y="2425132"/>
              <a:ext cx="83400" cy="0"/>
            </a:xfrm>
            <a:prstGeom prst="straightConnector1">
              <a:avLst/>
            </a:prstGeom>
            <a:noFill/>
            <a:ln cap="flat" cmpd="sng" w="9525">
              <a:solidFill>
                <a:srgbClr val="667E92"/>
              </a:solidFill>
              <a:prstDash val="solid"/>
              <a:round/>
              <a:headEnd len="med" w="med" type="none"/>
              <a:tailEnd len="med" w="med" type="none"/>
            </a:ln>
          </p:spPr>
        </p:cxnSp>
        <p:grpSp>
          <p:nvGrpSpPr>
            <p:cNvPr id="9500" name="Google Shape;9500;p132"/>
            <p:cNvGrpSpPr/>
            <p:nvPr/>
          </p:nvGrpSpPr>
          <p:grpSpPr>
            <a:xfrm>
              <a:off x="7721175" y="2093194"/>
              <a:ext cx="599587" cy="623846"/>
              <a:chOff x="7721175" y="2093194"/>
              <a:chExt cx="599587" cy="623846"/>
            </a:xfrm>
          </p:grpSpPr>
          <p:grpSp>
            <p:nvGrpSpPr>
              <p:cNvPr id="9501" name="Google Shape;9501;p132"/>
              <p:cNvGrpSpPr/>
              <p:nvPr/>
            </p:nvGrpSpPr>
            <p:grpSpPr>
              <a:xfrm>
                <a:off x="7721175" y="2093194"/>
                <a:ext cx="291605" cy="623846"/>
                <a:chOff x="9405575" y="2061418"/>
                <a:chExt cx="291605" cy="623846"/>
              </a:xfrm>
            </p:grpSpPr>
            <p:sp>
              <p:nvSpPr>
                <p:cNvPr id="9502" name="Google Shape;9502;p132"/>
                <p:cNvSpPr/>
                <p:nvPr/>
              </p:nvSpPr>
              <p:spPr>
                <a:xfrm>
                  <a:off x="9405575" y="2061418"/>
                  <a:ext cx="291379" cy="623846"/>
                </a:xfrm>
                <a:custGeom>
                  <a:rect b="b" l="l" r="r" t="t"/>
                  <a:pathLst>
                    <a:path extrusionOk="0" h="45503" w="21253">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3" name="Google Shape;9503;p132"/>
                <p:cNvSpPr/>
                <p:nvPr/>
              </p:nvSpPr>
              <p:spPr>
                <a:xfrm>
                  <a:off x="9535402" y="2540968"/>
                  <a:ext cx="161778" cy="68948"/>
                </a:xfrm>
                <a:custGeom>
                  <a:rect b="b" l="l" r="r" t="t"/>
                  <a:pathLst>
                    <a:path extrusionOk="0" h="5029" w="1180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4" name="Google Shape;9504;p132"/>
                <p:cNvSpPr/>
                <p:nvPr/>
              </p:nvSpPr>
              <p:spPr>
                <a:xfrm>
                  <a:off x="9455875" y="2286606"/>
                  <a:ext cx="137251" cy="112148"/>
                </a:xfrm>
                <a:custGeom>
                  <a:rect b="b" l="l" r="r" t="t"/>
                  <a:pathLst>
                    <a:path extrusionOk="0" h="8180" w="10011">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5" name="Google Shape;9505;p132"/>
                <p:cNvSpPr/>
                <p:nvPr/>
              </p:nvSpPr>
              <p:spPr>
                <a:xfrm>
                  <a:off x="9578545" y="2355317"/>
                  <a:ext cx="116370" cy="14560"/>
                </a:xfrm>
                <a:custGeom>
                  <a:rect b="b" l="l" r="r" t="t"/>
                  <a:pathLst>
                    <a:path extrusionOk="0" h="1062" w="8488">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6" name="Google Shape;9506;p132"/>
                <p:cNvSpPr/>
                <p:nvPr/>
              </p:nvSpPr>
              <p:spPr>
                <a:xfrm>
                  <a:off x="9533620" y="2389824"/>
                  <a:ext cx="104429" cy="58240"/>
                </a:xfrm>
                <a:custGeom>
                  <a:rect b="b" l="l" r="r" t="t"/>
                  <a:pathLst>
                    <a:path extrusionOk="0" h="4248" w="7617">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7" name="Google Shape;9507;p132"/>
                <p:cNvSpPr/>
                <p:nvPr/>
              </p:nvSpPr>
              <p:spPr>
                <a:xfrm>
                  <a:off x="9504885" y="2171202"/>
                  <a:ext cx="97684" cy="14519"/>
                </a:xfrm>
                <a:custGeom>
                  <a:rect b="b" l="l" r="r" t="t"/>
                  <a:pathLst>
                    <a:path extrusionOk="0" h="1059" w="7125">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8" name="Google Shape;9508;p132"/>
                <p:cNvSpPr/>
                <p:nvPr/>
              </p:nvSpPr>
              <p:spPr>
                <a:xfrm>
                  <a:off x="9587826" y="2129731"/>
                  <a:ext cx="106993" cy="97464"/>
                </a:xfrm>
                <a:custGeom>
                  <a:rect b="b" l="l" r="r" t="t"/>
                  <a:pathLst>
                    <a:path extrusionOk="0" h="7109" w="7804">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09" name="Google Shape;9509;p132"/>
              <p:cNvGrpSpPr/>
              <p:nvPr/>
            </p:nvGrpSpPr>
            <p:grpSpPr>
              <a:xfrm flipH="1">
                <a:off x="8029157" y="2093194"/>
                <a:ext cx="291605" cy="623846"/>
                <a:chOff x="9405575" y="2061418"/>
                <a:chExt cx="291605" cy="623846"/>
              </a:xfrm>
            </p:grpSpPr>
            <p:sp>
              <p:nvSpPr>
                <p:cNvPr id="9510" name="Google Shape;9510;p132"/>
                <p:cNvSpPr/>
                <p:nvPr/>
              </p:nvSpPr>
              <p:spPr>
                <a:xfrm>
                  <a:off x="9405575" y="2061418"/>
                  <a:ext cx="291379" cy="623846"/>
                </a:xfrm>
                <a:custGeom>
                  <a:rect b="b" l="l" r="r" t="t"/>
                  <a:pathLst>
                    <a:path extrusionOk="0" h="45503" w="21253">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1" name="Google Shape;9511;p132"/>
                <p:cNvSpPr/>
                <p:nvPr/>
              </p:nvSpPr>
              <p:spPr>
                <a:xfrm>
                  <a:off x="9535402" y="2540968"/>
                  <a:ext cx="161778" cy="68948"/>
                </a:xfrm>
                <a:custGeom>
                  <a:rect b="b" l="l" r="r" t="t"/>
                  <a:pathLst>
                    <a:path extrusionOk="0" h="5029" w="1180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2" name="Google Shape;9512;p132"/>
                <p:cNvSpPr/>
                <p:nvPr/>
              </p:nvSpPr>
              <p:spPr>
                <a:xfrm>
                  <a:off x="9455875" y="2286606"/>
                  <a:ext cx="137251" cy="112148"/>
                </a:xfrm>
                <a:custGeom>
                  <a:rect b="b" l="l" r="r" t="t"/>
                  <a:pathLst>
                    <a:path extrusionOk="0" h="8180" w="10011">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3" name="Google Shape;9513;p132"/>
                <p:cNvSpPr/>
                <p:nvPr/>
              </p:nvSpPr>
              <p:spPr>
                <a:xfrm>
                  <a:off x="9578545" y="2355317"/>
                  <a:ext cx="116370" cy="14560"/>
                </a:xfrm>
                <a:custGeom>
                  <a:rect b="b" l="l" r="r" t="t"/>
                  <a:pathLst>
                    <a:path extrusionOk="0" h="1062" w="8488">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4" name="Google Shape;9514;p132"/>
                <p:cNvSpPr/>
                <p:nvPr/>
              </p:nvSpPr>
              <p:spPr>
                <a:xfrm>
                  <a:off x="9533620" y="2389824"/>
                  <a:ext cx="104429" cy="58240"/>
                </a:xfrm>
                <a:custGeom>
                  <a:rect b="b" l="l" r="r" t="t"/>
                  <a:pathLst>
                    <a:path extrusionOk="0" h="4248" w="7617">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5" name="Google Shape;9515;p132"/>
                <p:cNvSpPr/>
                <p:nvPr/>
              </p:nvSpPr>
              <p:spPr>
                <a:xfrm>
                  <a:off x="9504885" y="2171202"/>
                  <a:ext cx="97684" cy="14519"/>
                </a:xfrm>
                <a:custGeom>
                  <a:rect b="b" l="l" r="r" t="t"/>
                  <a:pathLst>
                    <a:path extrusionOk="0" h="1059" w="7125">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6" name="Google Shape;9516;p132"/>
                <p:cNvSpPr/>
                <p:nvPr/>
              </p:nvSpPr>
              <p:spPr>
                <a:xfrm>
                  <a:off x="9587826" y="2129731"/>
                  <a:ext cx="106993" cy="97464"/>
                </a:xfrm>
                <a:custGeom>
                  <a:rect b="b" l="l" r="r" t="t"/>
                  <a:pathLst>
                    <a:path extrusionOk="0" h="7109" w="7804">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9517" name="Google Shape;9517;p132"/>
          <p:cNvGrpSpPr/>
          <p:nvPr/>
        </p:nvGrpSpPr>
        <p:grpSpPr>
          <a:xfrm>
            <a:off x="4013299" y="970929"/>
            <a:ext cx="712557" cy="785901"/>
            <a:chOff x="4206459" y="1191441"/>
            <a:chExt cx="712557" cy="785901"/>
          </a:xfrm>
        </p:grpSpPr>
        <p:sp>
          <p:nvSpPr>
            <p:cNvPr id="9518" name="Google Shape;9518;p132"/>
            <p:cNvSpPr/>
            <p:nvPr/>
          </p:nvSpPr>
          <p:spPr>
            <a:xfrm>
              <a:off x="4548248" y="1328649"/>
              <a:ext cx="325201" cy="322547"/>
            </a:xfrm>
            <a:custGeom>
              <a:rect b="b" l="l" r="r" t="t"/>
              <a:pathLst>
                <a:path extrusionOk="0" h="25278" w="25486">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9" name="Google Shape;9519;p132"/>
            <p:cNvSpPr/>
            <p:nvPr/>
          </p:nvSpPr>
          <p:spPr>
            <a:xfrm>
              <a:off x="4557499" y="1656607"/>
              <a:ext cx="306674" cy="306648"/>
            </a:xfrm>
            <a:custGeom>
              <a:rect b="b" l="l" r="r" t="t"/>
              <a:pathLst>
                <a:path extrusionOk="0" h="24032" w="24034">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0" name="Google Shape;9520;p132"/>
            <p:cNvSpPr/>
            <p:nvPr/>
          </p:nvSpPr>
          <p:spPr>
            <a:xfrm>
              <a:off x="4251067" y="1523035"/>
              <a:ext cx="327536" cy="325023"/>
            </a:xfrm>
            <a:custGeom>
              <a:rect b="b" l="l" r="r" t="t"/>
              <a:pathLst>
                <a:path extrusionOk="0" h="25472" w="25669">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1" name="Google Shape;9521;p132"/>
            <p:cNvSpPr/>
            <p:nvPr/>
          </p:nvSpPr>
          <p:spPr>
            <a:xfrm>
              <a:off x="4277366" y="1220917"/>
              <a:ext cx="292242" cy="292217"/>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522" name="Google Shape;9522;p132"/>
            <p:cNvGrpSpPr/>
            <p:nvPr/>
          </p:nvGrpSpPr>
          <p:grpSpPr>
            <a:xfrm>
              <a:off x="4644280" y="1290523"/>
              <a:ext cx="143716" cy="29463"/>
              <a:chOff x="4644280" y="1290523"/>
              <a:chExt cx="143716" cy="29463"/>
            </a:xfrm>
          </p:grpSpPr>
          <p:sp>
            <p:nvSpPr>
              <p:cNvPr id="9523" name="Google Shape;9523;p132"/>
              <p:cNvSpPr/>
              <p:nvPr/>
            </p:nvSpPr>
            <p:spPr>
              <a:xfrm>
                <a:off x="4736292" y="1294223"/>
                <a:ext cx="51704" cy="25762"/>
              </a:xfrm>
              <a:custGeom>
                <a:rect b="b" l="l" r="r" t="t"/>
                <a:pathLst>
                  <a:path extrusionOk="0" h="2019" w="4052">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4" name="Google Shape;9524;p132"/>
              <p:cNvSpPr/>
              <p:nvPr/>
            </p:nvSpPr>
            <p:spPr>
              <a:xfrm>
                <a:off x="4700066" y="1290523"/>
                <a:ext cx="32206" cy="7988"/>
              </a:xfrm>
              <a:custGeom>
                <a:rect b="b" l="l" r="r" t="t"/>
                <a:pathLst>
                  <a:path extrusionOk="0" h="626" w="2524">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5" name="Google Shape;9525;p132"/>
              <p:cNvSpPr/>
              <p:nvPr/>
            </p:nvSpPr>
            <p:spPr>
              <a:xfrm>
                <a:off x="4644280" y="1300641"/>
                <a:ext cx="20225" cy="13283"/>
              </a:xfrm>
              <a:custGeom>
                <a:rect b="b" l="l" r="r" t="t"/>
                <a:pathLst>
                  <a:path extrusionOk="0" h="1041" w="1585">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6" name="Google Shape;9526;p132"/>
              <p:cNvSpPr/>
              <p:nvPr/>
            </p:nvSpPr>
            <p:spPr>
              <a:xfrm>
                <a:off x="4667822" y="1291888"/>
                <a:ext cx="27779" cy="11433"/>
              </a:xfrm>
              <a:custGeom>
                <a:rect b="b" l="l" r="r" t="t"/>
                <a:pathLst>
                  <a:path extrusionOk="0" h="896" w="2177">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27" name="Google Shape;9527;p132"/>
            <p:cNvGrpSpPr/>
            <p:nvPr/>
          </p:nvGrpSpPr>
          <p:grpSpPr>
            <a:xfrm>
              <a:off x="4356567" y="1191441"/>
              <a:ext cx="143690" cy="29488"/>
              <a:chOff x="4356567" y="1191441"/>
              <a:chExt cx="143690" cy="29488"/>
            </a:xfrm>
          </p:grpSpPr>
          <p:sp>
            <p:nvSpPr>
              <p:cNvPr id="9528" name="Google Shape;9528;p132"/>
              <p:cNvSpPr/>
              <p:nvPr/>
            </p:nvSpPr>
            <p:spPr>
              <a:xfrm>
                <a:off x="4448554" y="1195154"/>
                <a:ext cx="51704" cy="25775"/>
              </a:xfrm>
              <a:custGeom>
                <a:rect b="b" l="l" r="r" t="t"/>
                <a:pathLst>
                  <a:path extrusionOk="0" h="2020" w="4052">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9" name="Google Shape;9529;p132"/>
              <p:cNvSpPr/>
              <p:nvPr/>
            </p:nvSpPr>
            <p:spPr>
              <a:xfrm>
                <a:off x="4412341" y="1191441"/>
                <a:ext cx="32206" cy="8013"/>
              </a:xfrm>
              <a:custGeom>
                <a:rect b="b" l="l" r="r" t="t"/>
                <a:pathLst>
                  <a:path extrusionOk="0" h="628" w="2524">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0" name="Google Shape;9530;p132"/>
              <p:cNvSpPr/>
              <p:nvPr/>
            </p:nvSpPr>
            <p:spPr>
              <a:xfrm>
                <a:off x="4356567" y="1201573"/>
                <a:ext cx="20212" cy="13270"/>
              </a:xfrm>
              <a:custGeom>
                <a:rect b="b" l="l" r="r" t="t"/>
                <a:pathLst>
                  <a:path extrusionOk="0" h="1040" w="1584">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1" name="Google Shape;9531;p132"/>
              <p:cNvSpPr/>
              <p:nvPr/>
            </p:nvSpPr>
            <p:spPr>
              <a:xfrm>
                <a:off x="4380084" y="1192832"/>
                <a:ext cx="27779" cy="11433"/>
              </a:xfrm>
              <a:custGeom>
                <a:rect b="b" l="l" r="r" t="t"/>
                <a:pathLst>
                  <a:path extrusionOk="0" h="896" w="2177">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32" name="Google Shape;9532;p132"/>
            <p:cNvGrpSpPr/>
            <p:nvPr/>
          </p:nvGrpSpPr>
          <p:grpSpPr>
            <a:xfrm>
              <a:off x="4339009" y="1863727"/>
              <a:ext cx="143703" cy="29476"/>
              <a:chOff x="4339009" y="1863727"/>
              <a:chExt cx="143703" cy="29476"/>
            </a:xfrm>
          </p:grpSpPr>
          <p:sp>
            <p:nvSpPr>
              <p:cNvPr id="9533" name="Google Shape;9533;p132"/>
              <p:cNvSpPr/>
              <p:nvPr/>
            </p:nvSpPr>
            <p:spPr>
              <a:xfrm>
                <a:off x="4339009" y="1863727"/>
                <a:ext cx="51691" cy="25762"/>
              </a:xfrm>
              <a:custGeom>
                <a:rect b="b" l="l" r="r" t="t"/>
                <a:pathLst>
                  <a:path extrusionOk="0" h="2019" w="4051">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4" name="Google Shape;9534;p132"/>
              <p:cNvSpPr/>
              <p:nvPr/>
            </p:nvSpPr>
            <p:spPr>
              <a:xfrm>
                <a:off x="4394732" y="1885202"/>
                <a:ext cx="32193" cy="8001"/>
              </a:xfrm>
              <a:custGeom>
                <a:rect b="b" l="l" r="r" t="t"/>
                <a:pathLst>
                  <a:path extrusionOk="0" h="627" w="2523">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5" name="Google Shape;9535;p132"/>
              <p:cNvSpPr/>
              <p:nvPr/>
            </p:nvSpPr>
            <p:spPr>
              <a:xfrm>
                <a:off x="4462488" y="1869814"/>
                <a:ext cx="20225" cy="13258"/>
              </a:xfrm>
              <a:custGeom>
                <a:rect b="b" l="l" r="r" t="t"/>
                <a:pathLst>
                  <a:path extrusionOk="0" h="1039" w="1585">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6" name="Google Shape;9536;p132"/>
              <p:cNvSpPr/>
              <p:nvPr/>
            </p:nvSpPr>
            <p:spPr>
              <a:xfrm>
                <a:off x="4431392" y="1880392"/>
                <a:ext cx="27804" cy="11433"/>
              </a:xfrm>
              <a:custGeom>
                <a:rect b="b" l="l" r="r" t="t"/>
                <a:pathLst>
                  <a:path extrusionOk="0" h="896" w="2179">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37" name="Google Shape;9537;p132"/>
            <p:cNvGrpSpPr/>
            <p:nvPr/>
          </p:nvGrpSpPr>
          <p:grpSpPr>
            <a:xfrm>
              <a:off x="4206459" y="1607315"/>
              <a:ext cx="29539" cy="142899"/>
              <a:chOff x="4206459" y="1607315"/>
              <a:chExt cx="29539" cy="142899"/>
            </a:xfrm>
          </p:grpSpPr>
          <p:sp>
            <p:nvSpPr>
              <p:cNvPr id="9538" name="Google Shape;9538;p132"/>
              <p:cNvSpPr/>
              <p:nvPr/>
            </p:nvSpPr>
            <p:spPr>
              <a:xfrm>
                <a:off x="4209840" y="1607315"/>
                <a:ext cx="26158" cy="50989"/>
              </a:xfrm>
              <a:custGeom>
                <a:rect b="b" l="l" r="r" t="t"/>
                <a:pathLst>
                  <a:path extrusionOk="0" h="3996" w="205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9" name="Google Shape;9539;p132"/>
              <p:cNvSpPr/>
              <p:nvPr/>
            </p:nvSpPr>
            <p:spPr>
              <a:xfrm>
                <a:off x="4206459" y="1662910"/>
                <a:ext cx="8230" cy="31785"/>
              </a:xfrm>
              <a:custGeom>
                <a:rect b="b" l="l" r="r" t="t"/>
                <a:pathLst>
                  <a:path extrusionOk="0" h="2491" w="645">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0" name="Google Shape;9540;p132"/>
              <p:cNvSpPr/>
              <p:nvPr/>
            </p:nvSpPr>
            <p:spPr>
              <a:xfrm>
                <a:off x="4216194" y="1730768"/>
                <a:ext cx="14227" cy="19446"/>
              </a:xfrm>
              <a:custGeom>
                <a:rect b="b" l="l" r="r" t="t"/>
                <a:pathLst>
                  <a:path extrusionOk="0" h="1524" w="1115">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1" name="Google Shape;9541;p132"/>
              <p:cNvSpPr/>
              <p:nvPr/>
            </p:nvSpPr>
            <p:spPr>
              <a:xfrm>
                <a:off x="4207607" y="1699506"/>
                <a:ext cx="12045" cy="27153"/>
              </a:xfrm>
              <a:custGeom>
                <a:rect b="b" l="l" r="r" t="t"/>
                <a:pathLst>
                  <a:path extrusionOk="0" h="2128" w="944">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42" name="Google Shape;9542;p132"/>
            <p:cNvSpPr/>
            <p:nvPr/>
          </p:nvSpPr>
          <p:spPr>
            <a:xfrm>
              <a:off x="4250519" y="1416170"/>
              <a:ext cx="26783" cy="52303"/>
            </a:xfrm>
            <a:custGeom>
              <a:rect b="b" l="l" r="r" t="t"/>
              <a:pathLst>
                <a:path extrusionOk="0" h="4099" w="2099">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3" name="Google Shape;9543;p132"/>
            <p:cNvSpPr/>
            <p:nvPr/>
          </p:nvSpPr>
          <p:spPr>
            <a:xfrm>
              <a:off x="4276166" y="1471370"/>
              <a:ext cx="24359" cy="25290"/>
            </a:xfrm>
            <a:custGeom>
              <a:rect b="b" l="l" r="r" t="t"/>
              <a:pathLst>
                <a:path extrusionOk="0" h="1982" w="1909">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4" name="Google Shape;9544;p132"/>
            <p:cNvSpPr/>
            <p:nvPr/>
          </p:nvSpPr>
          <p:spPr>
            <a:xfrm>
              <a:off x="4330231" y="1513121"/>
              <a:ext cx="21462" cy="10986"/>
            </a:xfrm>
            <a:custGeom>
              <a:rect b="b" l="l" r="r" t="t"/>
              <a:pathLst>
                <a:path extrusionOk="0" h="861" w="1682">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5" name="Google Shape;9545;p132"/>
            <p:cNvSpPr/>
            <p:nvPr/>
          </p:nvSpPr>
          <p:spPr>
            <a:xfrm>
              <a:off x="4302005" y="1497298"/>
              <a:ext cx="25469" cy="17647"/>
            </a:xfrm>
            <a:custGeom>
              <a:rect b="b" l="l" r="r" t="t"/>
              <a:pathLst>
                <a:path extrusionOk="0" h="1383" w="1996">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546" name="Google Shape;9546;p132"/>
            <p:cNvGrpSpPr/>
            <p:nvPr/>
          </p:nvGrpSpPr>
          <p:grpSpPr>
            <a:xfrm>
              <a:off x="4889463" y="1423737"/>
              <a:ext cx="29552" cy="142899"/>
              <a:chOff x="4889463" y="1423737"/>
              <a:chExt cx="29552" cy="142899"/>
            </a:xfrm>
          </p:grpSpPr>
          <p:sp>
            <p:nvSpPr>
              <p:cNvPr id="9547" name="Google Shape;9547;p132"/>
              <p:cNvSpPr/>
              <p:nvPr/>
            </p:nvSpPr>
            <p:spPr>
              <a:xfrm>
                <a:off x="4889463" y="1515647"/>
                <a:ext cx="26158" cy="50989"/>
              </a:xfrm>
              <a:custGeom>
                <a:rect b="b" l="l" r="r" t="t"/>
                <a:pathLst>
                  <a:path extrusionOk="0" h="3996" w="205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8" name="Google Shape;9548;p132"/>
              <p:cNvSpPr/>
              <p:nvPr/>
            </p:nvSpPr>
            <p:spPr>
              <a:xfrm>
                <a:off x="4910772" y="1479256"/>
                <a:ext cx="8243" cy="31785"/>
              </a:xfrm>
              <a:custGeom>
                <a:rect b="b" l="l" r="r" t="t"/>
                <a:pathLst>
                  <a:path extrusionOk="0" h="2491" w="646">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9" name="Google Shape;9549;p132"/>
              <p:cNvSpPr/>
              <p:nvPr/>
            </p:nvSpPr>
            <p:spPr>
              <a:xfrm>
                <a:off x="4895052" y="1423737"/>
                <a:ext cx="14215" cy="19446"/>
              </a:xfrm>
              <a:custGeom>
                <a:rect b="b" l="l" r="r" t="t"/>
                <a:pathLst>
                  <a:path extrusionOk="0" h="1524" w="1114">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0" name="Google Shape;9550;p132"/>
              <p:cNvSpPr/>
              <p:nvPr/>
            </p:nvSpPr>
            <p:spPr>
              <a:xfrm>
                <a:off x="4905783" y="1447292"/>
                <a:ext cx="12071" cy="27153"/>
              </a:xfrm>
              <a:custGeom>
                <a:rect b="b" l="l" r="r" t="t"/>
                <a:pathLst>
                  <a:path extrusionOk="0" h="2128" w="946">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51" name="Google Shape;9551;p132"/>
            <p:cNvGrpSpPr/>
            <p:nvPr/>
          </p:nvGrpSpPr>
          <p:grpSpPr>
            <a:xfrm>
              <a:off x="4771663" y="1876896"/>
              <a:ext cx="108651" cy="100447"/>
              <a:chOff x="4771663" y="1876896"/>
              <a:chExt cx="108651" cy="100447"/>
            </a:xfrm>
          </p:grpSpPr>
          <p:sp>
            <p:nvSpPr>
              <p:cNvPr id="9552" name="Google Shape;9552;p132"/>
              <p:cNvSpPr/>
              <p:nvPr/>
            </p:nvSpPr>
            <p:spPr>
              <a:xfrm>
                <a:off x="4771663" y="1951210"/>
                <a:ext cx="53184" cy="26132"/>
              </a:xfrm>
              <a:custGeom>
                <a:rect b="b" l="l" r="r" t="t"/>
                <a:pathLst>
                  <a:path extrusionOk="0" h="2048" w="4168">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3" name="Google Shape;9553;p132"/>
              <p:cNvSpPr/>
              <p:nvPr/>
            </p:nvSpPr>
            <p:spPr>
              <a:xfrm>
                <a:off x="4826850" y="1927897"/>
                <a:ext cx="26081" cy="23529"/>
              </a:xfrm>
              <a:custGeom>
                <a:rect b="b" l="l" r="r" t="t"/>
                <a:pathLst>
                  <a:path extrusionOk="0" h="1844" w="2044">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4" name="Google Shape;9554;p132"/>
              <p:cNvSpPr/>
              <p:nvPr/>
            </p:nvSpPr>
            <p:spPr>
              <a:xfrm>
                <a:off x="4868600" y="1876896"/>
                <a:ext cx="11714" cy="20531"/>
              </a:xfrm>
              <a:custGeom>
                <a:rect b="b" l="l" r="r" t="t"/>
                <a:pathLst>
                  <a:path extrusionOk="0" h="1609" w="918">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5" name="Google Shape;9555;p132"/>
              <p:cNvSpPr/>
              <p:nvPr/>
            </p:nvSpPr>
            <p:spPr>
              <a:xfrm>
                <a:off x="4852804" y="1901038"/>
                <a:ext cx="18528" cy="24589"/>
              </a:xfrm>
              <a:custGeom>
                <a:rect b="b" l="l" r="r" t="t"/>
                <a:pathLst>
                  <a:path extrusionOk="0" h="1927" w="1452">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556" name="Google Shape;9556;p132"/>
          <p:cNvGrpSpPr/>
          <p:nvPr/>
        </p:nvGrpSpPr>
        <p:grpSpPr>
          <a:xfrm>
            <a:off x="4008774" y="1854151"/>
            <a:ext cx="791287" cy="720350"/>
            <a:chOff x="267375" y="1071875"/>
            <a:chExt cx="470500" cy="428550"/>
          </a:xfrm>
        </p:grpSpPr>
        <p:sp>
          <p:nvSpPr>
            <p:cNvPr id="9557" name="Google Shape;9557;p132"/>
            <p:cNvSpPr/>
            <p:nvPr/>
          </p:nvSpPr>
          <p:spPr>
            <a:xfrm>
              <a:off x="288350" y="1290825"/>
              <a:ext cx="209600" cy="209600"/>
            </a:xfrm>
            <a:custGeom>
              <a:rect b="b" l="l" r="r" t="t"/>
              <a:pathLst>
                <a:path extrusionOk="0" h="8384" w="8384">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8" name="Google Shape;9558;p132"/>
            <p:cNvSpPr/>
            <p:nvPr/>
          </p:nvSpPr>
          <p:spPr>
            <a:xfrm>
              <a:off x="267375" y="1377050"/>
              <a:ext cx="79225" cy="79200"/>
            </a:xfrm>
            <a:custGeom>
              <a:rect b="b" l="l" r="r" t="t"/>
              <a:pathLst>
                <a:path extrusionOk="0" h="3168" w="3169">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9" name="Google Shape;9559;p132"/>
            <p:cNvSpPr/>
            <p:nvPr/>
          </p:nvSpPr>
          <p:spPr>
            <a:xfrm>
              <a:off x="507325" y="1290825"/>
              <a:ext cx="209600" cy="209600"/>
            </a:xfrm>
            <a:custGeom>
              <a:rect b="b" l="l" r="r" t="t"/>
              <a:pathLst>
                <a:path extrusionOk="0" h="8384" w="8384">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0" name="Google Shape;9560;p132"/>
            <p:cNvSpPr/>
            <p:nvPr/>
          </p:nvSpPr>
          <p:spPr>
            <a:xfrm>
              <a:off x="658700" y="1377050"/>
              <a:ext cx="79175" cy="79200"/>
            </a:xfrm>
            <a:custGeom>
              <a:rect b="b" l="l" r="r" t="t"/>
              <a:pathLst>
                <a:path extrusionOk="0" h="3168" w="3167">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1" name="Google Shape;9561;p132"/>
            <p:cNvSpPr/>
            <p:nvPr/>
          </p:nvSpPr>
          <p:spPr>
            <a:xfrm>
              <a:off x="507325" y="1071875"/>
              <a:ext cx="209575" cy="209600"/>
            </a:xfrm>
            <a:custGeom>
              <a:rect b="b" l="l" r="r" t="t"/>
              <a:pathLst>
                <a:path extrusionOk="0" h="8384" w="8383">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2" name="Google Shape;9562;p132"/>
            <p:cNvSpPr/>
            <p:nvPr/>
          </p:nvSpPr>
          <p:spPr>
            <a:xfrm>
              <a:off x="658700" y="1116025"/>
              <a:ext cx="79175" cy="79175"/>
            </a:xfrm>
            <a:custGeom>
              <a:rect b="b" l="l" r="r" t="t"/>
              <a:pathLst>
                <a:path extrusionOk="0" h="3167" w="3167">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3" name="Google Shape;9563;p132"/>
            <p:cNvSpPr/>
            <p:nvPr/>
          </p:nvSpPr>
          <p:spPr>
            <a:xfrm>
              <a:off x="288350" y="1071875"/>
              <a:ext cx="209600" cy="209550"/>
            </a:xfrm>
            <a:custGeom>
              <a:rect b="b" l="l" r="r" t="t"/>
              <a:pathLst>
                <a:path extrusionOk="0" h="8382" w="8384">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4" name="Google Shape;9564;p132"/>
            <p:cNvSpPr/>
            <p:nvPr/>
          </p:nvSpPr>
          <p:spPr>
            <a:xfrm>
              <a:off x="267375" y="1116025"/>
              <a:ext cx="79225" cy="79175"/>
            </a:xfrm>
            <a:custGeom>
              <a:rect b="b" l="l" r="r" t="t"/>
              <a:pathLst>
                <a:path extrusionOk="0" h="3167" w="3169">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65" name="Google Shape;9565;p132"/>
          <p:cNvGrpSpPr/>
          <p:nvPr/>
        </p:nvGrpSpPr>
        <p:grpSpPr>
          <a:xfrm>
            <a:off x="709269" y="3498781"/>
            <a:ext cx="1408444" cy="673166"/>
            <a:chOff x="712664" y="3693287"/>
            <a:chExt cx="1460738" cy="698160"/>
          </a:xfrm>
        </p:grpSpPr>
        <p:grpSp>
          <p:nvGrpSpPr>
            <p:cNvPr id="9566" name="Google Shape;9566;p132"/>
            <p:cNvGrpSpPr/>
            <p:nvPr/>
          </p:nvGrpSpPr>
          <p:grpSpPr>
            <a:xfrm>
              <a:off x="1380079" y="4133090"/>
              <a:ext cx="234048" cy="258099"/>
              <a:chOff x="1380079" y="4133090"/>
              <a:chExt cx="234048" cy="258099"/>
            </a:xfrm>
          </p:grpSpPr>
          <p:sp>
            <p:nvSpPr>
              <p:cNvPr id="9567" name="Google Shape;9567;p132"/>
              <p:cNvSpPr/>
              <p:nvPr/>
            </p:nvSpPr>
            <p:spPr>
              <a:xfrm>
                <a:off x="1380079" y="4323114"/>
                <a:ext cx="136140" cy="68075"/>
              </a:xfrm>
              <a:custGeom>
                <a:rect b="b" l="l" r="r" t="t"/>
                <a:pathLst>
                  <a:path extrusionOk="0" h="13581" w="27160">
                    <a:moveTo>
                      <a:pt x="13580" y="1"/>
                    </a:moveTo>
                    <a:cubicBezTo>
                      <a:pt x="6083" y="1"/>
                      <a:pt x="0" y="6077"/>
                      <a:pt x="0" y="13580"/>
                    </a:cubicBezTo>
                    <a:lnTo>
                      <a:pt x="27159" y="13580"/>
                    </a:lnTo>
                    <a:cubicBezTo>
                      <a:pt x="27159" y="6077"/>
                      <a:pt x="21083" y="1"/>
                      <a:pt x="13580"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8" name="Google Shape;9568;p132"/>
              <p:cNvSpPr/>
              <p:nvPr/>
            </p:nvSpPr>
            <p:spPr>
              <a:xfrm>
                <a:off x="1432589" y="4133090"/>
                <a:ext cx="29529" cy="191793"/>
              </a:xfrm>
              <a:custGeom>
                <a:rect b="b" l="l" r="r" t="t"/>
                <a:pathLst>
                  <a:path extrusionOk="0" h="38263" w="5891">
                    <a:moveTo>
                      <a:pt x="3276" y="0"/>
                    </a:moveTo>
                    <a:lnTo>
                      <a:pt x="0" y="38263"/>
                    </a:lnTo>
                    <a:lnTo>
                      <a:pt x="5890" y="38194"/>
                    </a:lnTo>
                    <a:lnTo>
                      <a:pt x="3276"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9" name="Google Shape;9569;p132"/>
              <p:cNvSpPr/>
              <p:nvPr/>
            </p:nvSpPr>
            <p:spPr>
              <a:xfrm>
                <a:off x="1492085" y="4253278"/>
                <a:ext cx="122041" cy="92186"/>
              </a:xfrm>
              <a:custGeom>
                <a:rect b="b" l="l" r="r" t="t"/>
                <a:pathLst>
                  <a:path extrusionOk="0" h="25222" w="33574">
                    <a:moveTo>
                      <a:pt x="32291" y="1"/>
                    </a:moveTo>
                    <a:lnTo>
                      <a:pt x="1" y="23463"/>
                    </a:lnTo>
                    <a:lnTo>
                      <a:pt x="1277" y="25222"/>
                    </a:lnTo>
                    <a:lnTo>
                      <a:pt x="33574" y="1759"/>
                    </a:lnTo>
                    <a:lnTo>
                      <a:pt x="32291"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70" name="Google Shape;9570;p132"/>
            <p:cNvGrpSpPr/>
            <p:nvPr/>
          </p:nvGrpSpPr>
          <p:grpSpPr>
            <a:xfrm>
              <a:off x="884610" y="3864082"/>
              <a:ext cx="1118566" cy="527275"/>
              <a:chOff x="890961" y="3865463"/>
              <a:chExt cx="1115221" cy="525698"/>
            </a:xfrm>
          </p:grpSpPr>
          <p:sp>
            <p:nvSpPr>
              <p:cNvPr id="9571" name="Google Shape;9571;p132"/>
              <p:cNvSpPr/>
              <p:nvPr/>
            </p:nvSpPr>
            <p:spPr>
              <a:xfrm>
                <a:off x="1070568" y="3865463"/>
                <a:ext cx="756474" cy="330074"/>
              </a:xfrm>
              <a:custGeom>
                <a:rect b="b" l="l" r="r" t="t"/>
                <a:pathLst>
                  <a:path extrusionOk="0" h="64657" w="148183">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2" name="Google Shape;9572;p132"/>
              <p:cNvSpPr/>
              <p:nvPr/>
            </p:nvSpPr>
            <p:spPr>
              <a:xfrm>
                <a:off x="890961" y="4013171"/>
                <a:ext cx="362006" cy="377990"/>
              </a:xfrm>
              <a:custGeom>
                <a:rect b="b" l="l" r="r" t="t"/>
                <a:pathLst>
                  <a:path extrusionOk="0" h="74043" w="70912">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3" name="Google Shape;9573;p132"/>
              <p:cNvSpPr/>
              <p:nvPr/>
            </p:nvSpPr>
            <p:spPr>
              <a:xfrm>
                <a:off x="1645508" y="4013554"/>
                <a:ext cx="360673" cy="377607"/>
              </a:xfrm>
              <a:custGeom>
                <a:rect b="b" l="l" r="r" t="t"/>
                <a:pathLst>
                  <a:path extrusionOk="0" h="73968" w="70651">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74" name="Google Shape;9574;p132"/>
            <p:cNvGrpSpPr/>
            <p:nvPr/>
          </p:nvGrpSpPr>
          <p:grpSpPr>
            <a:xfrm>
              <a:off x="712664" y="3693287"/>
              <a:ext cx="1460738" cy="698160"/>
              <a:chOff x="712664" y="3693025"/>
              <a:chExt cx="1460738" cy="698160"/>
            </a:xfrm>
          </p:grpSpPr>
          <p:sp>
            <p:nvSpPr>
              <p:cNvPr id="9575" name="Google Shape;9575;p132"/>
              <p:cNvSpPr/>
              <p:nvPr/>
            </p:nvSpPr>
            <p:spPr>
              <a:xfrm>
                <a:off x="1940752" y="4098034"/>
                <a:ext cx="232651" cy="293151"/>
              </a:xfrm>
              <a:custGeom>
                <a:rect b="b" l="l" r="r" t="t"/>
                <a:pathLst>
                  <a:path extrusionOk="0" h="57312" w="45484">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6" name="Google Shape;9576;p132"/>
              <p:cNvSpPr/>
              <p:nvPr/>
            </p:nvSpPr>
            <p:spPr>
              <a:xfrm>
                <a:off x="1736852" y="3804671"/>
                <a:ext cx="360950" cy="363671"/>
              </a:xfrm>
              <a:custGeom>
                <a:rect b="b" l="l" r="r" t="t"/>
                <a:pathLst>
                  <a:path extrusionOk="0" h="71099" w="70567">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7" name="Google Shape;9577;p132"/>
              <p:cNvSpPr/>
              <p:nvPr/>
            </p:nvSpPr>
            <p:spPr>
              <a:xfrm>
                <a:off x="1443914" y="3693025"/>
                <a:ext cx="387937" cy="254911"/>
              </a:xfrm>
              <a:custGeom>
                <a:rect b="b" l="l" r="r" t="t"/>
                <a:pathLst>
                  <a:path extrusionOk="0" h="49836" w="75843">
                    <a:moveTo>
                      <a:pt x="0" y="0"/>
                    </a:moveTo>
                    <a:lnTo>
                      <a:pt x="0" y="33518"/>
                    </a:lnTo>
                    <a:cubicBezTo>
                      <a:pt x="20987" y="33552"/>
                      <a:pt x="40615" y="39518"/>
                      <a:pt x="57270" y="49835"/>
                    </a:cubicBezTo>
                    <a:lnTo>
                      <a:pt x="75843" y="21828"/>
                    </a:lnTo>
                    <a:cubicBezTo>
                      <a:pt x="53339" y="7641"/>
                      <a:pt x="27256" y="28"/>
                      <a:pt x="0"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8" name="Google Shape;9578;p132"/>
              <p:cNvSpPr/>
              <p:nvPr/>
            </p:nvSpPr>
            <p:spPr>
              <a:xfrm>
                <a:off x="1054844" y="3693025"/>
                <a:ext cx="389072" cy="254558"/>
              </a:xfrm>
              <a:custGeom>
                <a:rect b="b" l="l" r="r" t="t"/>
                <a:pathLst>
                  <a:path extrusionOk="0" h="49767" w="76065">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9" name="Google Shape;9579;p132"/>
              <p:cNvSpPr/>
              <p:nvPr/>
            </p:nvSpPr>
            <p:spPr>
              <a:xfrm>
                <a:off x="788438" y="3804252"/>
                <a:ext cx="361411" cy="363809"/>
              </a:xfrm>
              <a:custGeom>
                <a:rect b="b" l="l" r="r" t="t"/>
                <a:pathLst>
                  <a:path extrusionOk="0" h="71126" w="70657">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0" name="Google Shape;9580;p132"/>
              <p:cNvSpPr/>
              <p:nvPr/>
            </p:nvSpPr>
            <p:spPr>
              <a:xfrm>
                <a:off x="712664" y="4097717"/>
                <a:ext cx="232830" cy="293432"/>
              </a:xfrm>
              <a:custGeom>
                <a:rect b="b" l="l" r="r" t="t"/>
                <a:pathLst>
                  <a:path extrusionOk="0" h="57367" w="45519">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581" name="Google Shape;9581;p132"/>
          <p:cNvGrpSpPr/>
          <p:nvPr/>
        </p:nvGrpSpPr>
        <p:grpSpPr>
          <a:xfrm>
            <a:off x="3146985" y="970929"/>
            <a:ext cx="795485" cy="738831"/>
            <a:chOff x="3348603" y="1236445"/>
            <a:chExt cx="749256" cy="695894"/>
          </a:xfrm>
        </p:grpSpPr>
        <p:grpSp>
          <p:nvGrpSpPr>
            <p:cNvPr id="9582" name="Google Shape;9582;p132"/>
            <p:cNvGrpSpPr/>
            <p:nvPr/>
          </p:nvGrpSpPr>
          <p:grpSpPr>
            <a:xfrm>
              <a:off x="3583779" y="1236445"/>
              <a:ext cx="293795" cy="285811"/>
              <a:chOff x="3750225" y="1774000"/>
              <a:chExt cx="149575" cy="145525"/>
            </a:xfrm>
          </p:grpSpPr>
          <p:sp>
            <p:nvSpPr>
              <p:cNvPr id="9583" name="Google Shape;9583;p132"/>
              <p:cNvSpPr/>
              <p:nvPr/>
            </p:nvSpPr>
            <p:spPr>
              <a:xfrm>
                <a:off x="3750225" y="1774000"/>
                <a:ext cx="149575" cy="145525"/>
              </a:xfrm>
              <a:custGeom>
                <a:rect b="b" l="l" r="r" t="t"/>
                <a:pathLst>
                  <a:path extrusionOk="0" h="5821" w="5983">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4" name="Google Shape;9584;p132"/>
              <p:cNvSpPr/>
              <p:nvPr/>
            </p:nvSpPr>
            <p:spPr>
              <a:xfrm>
                <a:off x="3776075" y="1794931"/>
                <a:ext cx="82600" cy="78800"/>
              </a:xfrm>
              <a:custGeom>
                <a:rect b="b" l="l" r="r" t="t"/>
                <a:pathLst>
                  <a:path extrusionOk="0" h="3152" w="3304">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85" name="Google Shape;9585;p132"/>
            <p:cNvGrpSpPr/>
            <p:nvPr/>
          </p:nvGrpSpPr>
          <p:grpSpPr>
            <a:xfrm>
              <a:off x="3775534" y="1462599"/>
              <a:ext cx="322325" cy="285958"/>
              <a:chOff x="3847850" y="1889150"/>
              <a:chExt cx="164100" cy="145600"/>
            </a:xfrm>
          </p:grpSpPr>
          <p:sp>
            <p:nvSpPr>
              <p:cNvPr id="9586" name="Google Shape;9586;p132"/>
              <p:cNvSpPr/>
              <p:nvPr/>
            </p:nvSpPr>
            <p:spPr>
              <a:xfrm>
                <a:off x="3847850" y="1889150"/>
                <a:ext cx="164100" cy="145600"/>
              </a:xfrm>
              <a:custGeom>
                <a:rect b="b" l="l" r="r" t="t"/>
                <a:pathLst>
                  <a:path extrusionOk="0" h="5824" w="6564">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7" name="Google Shape;9587;p132"/>
              <p:cNvSpPr/>
              <p:nvPr/>
            </p:nvSpPr>
            <p:spPr>
              <a:xfrm>
                <a:off x="3887875" y="1912456"/>
                <a:ext cx="89450" cy="78700"/>
              </a:xfrm>
              <a:custGeom>
                <a:rect b="b" l="l" r="r" t="t"/>
                <a:pathLst>
                  <a:path extrusionOk="0" h="3148" w="3578">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88" name="Google Shape;9588;p132"/>
            <p:cNvGrpSpPr/>
            <p:nvPr/>
          </p:nvGrpSpPr>
          <p:grpSpPr>
            <a:xfrm>
              <a:off x="3545329" y="1646528"/>
              <a:ext cx="293746" cy="285811"/>
              <a:chOff x="3730650" y="1982800"/>
              <a:chExt cx="149550" cy="145525"/>
            </a:xfrm>
          </p:grpSpPr>
          <p:sp>
            <p:nvSpPr>
              <p:cNvPr id="9589" name="Google Shape;9589;p132"/>
              <p:cNvSpPr/>
              <p:nvPr/>
            </p:nvSpPr>
            <p:spPr>
              <a:xfrm>
                <a:off x="3730650" y="1982800"/>
                <a:ext cx="149550" cy="145525"/>
              </a:xfrm>
              <a:custGeom>
                <a:rect b="b" l="l" r="r" t="t"/>
                <a:pathLst>
                  <a:path extrusionOk="0" h="5821" w="5982">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0" name="Google Shape;9590;p132"/>
              <p:cNvSpPr/>
              <p:nvPr/>
            </p:nvSpPr>
            <p:spPr>
              <a:xfrm>
                <a:off x="3771925" y="2027231"/>
                <a:ext cx="86575" cy="78750"/>
              </a:xfrm>
              <a:custGeom>
                <a:rect b="b" l="l" r="r" t="t"/>
                <a:pathLst>
                  <a:path extrusionOk="0" h="3150" w="3463">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91" name="Google Shape;9591;p132"/>
            <p:cNvGrpSpPr/>
            <p:nvPr/>
          </p:nvGrpSpPr>
          <p:grpSpPr>
            <a:xfrm>
              <a:off x="3348603" y="1415046"/>
              <a:ext cx="294384" cy="284387"/>
              <a:chOff x="3630494" y="1864938"/>
              <a:chExt cx="149875" cy="144800"/>
            </a:xfrm>
          </p:grpSpPr>
          <p:sp>
            <p:nvSpPr>
              <p:cNvPr id="9592" name="Google Shape;9592;p132"/>
              <p:cNvSpPr/>
              <p:nvPr/>
            </p:nvSpPr>
            <p:spPr>
              <a:xfrm>
                <a:off x="3630494" y="1864938"/>
                <a:ext cx="149875" cy="144800"/>
              </a:xfrm>
              <a:custGeom>
                <a:rect b="b" l="l" r="r" t="t"/>
                <a:pathLst>
                  <a:path extrusionOk="0" h="5792" w="5995">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3" name="Google Shape;9593;p132"/>
              <p:cNvSpPr/>
              <p:nvPr/>
            </p:nvSpPr>
            <p:spPr>
              <a:xfrm>
                <a:off x="3654119" y="1906594"/>
                <a:ext cx="86575" cy="78800"/>
              </a:xfrm>
              <a:custGeom>
                <a:rect b="b" l="l" r="r" t="t"/>
                <a:pathLst>
                  <a:path extrusionOk="0" h="3152" w="3463">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594" name="Google Shape;9594;p132"/>
          <p:cNvGrpSpPr/>
          <p:nvPr/>
        </p:nvGrpSpPr>
        <p:grpSpPr>
          <a:xfrm>
            <a:off x="2268512" y="3493825"/>
            <a:ext cx="1324924" cy="678083"/>
            <a:chOff x="2413923" y="3711366"/>
            <a:chExt cx="1374117" cy="703260"/>
          </a:xfrm>
        </p:grpSpPr>
        <p:grpSp>
          <p:nvGrpSpPr>
            <p:cNvPr id="9595" name="Google Shape;9595;p132"/>
            <p:cNvGrpSpPr/>
            <p:nvPr/>
          </p:nvGrpSpPr>
          <p:grpSpPr>
            <a:xfrm>
              <a:off x="2413923" y="3711366"/>
              <a:ext cx="1374117" cy="703260"/>
              <a:chOff x="2413923" y="3711366"/>
              <a:chExt cx="1374117" cy="703260"/>
            </a:xfrm>
          </p:grpSpPr>
          <p:sp>
            <p:nvSpPr>
              <p:cNvPr id="9596" name="Google Shape;9596;p132"/>
              <p:cNvSpPr/>
              <p:nvPr/>
            </p:nvSpPr>
            <p:spPr>
              <a:xfrm>
                <a:off x="2484774" y="3827200"/>
                <a:ext cx="1231201" cy="587426"/>
              </a:xfrm>
              <a:custGeom>
                <a:rect b="b" l="l" r="r" t="t"/>
                <a:pathLst>
                  <a:path extrusionOk="0" h="33020" w="66087">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597" name="Google Shape;9597;p132"/>
              <p:cNvGrpSpPr/>
              <p:nvPr/>
            </p:nvGrpSpPr>
            <p:grpSpPr>
              <a:xfrm>
                <a:off x="2600284" y="3808654"/>
                <a:ext cx="234506" cy="138009"/>
                <a:chOff x="2600284" y="3808654"/>
                <a:chExt cx="234506" cy="138009"/>
              </a:xfrm>
            </p:grpSpPr>
            <p:sp>
              <p:nvSpPr>
                <p:cNvPr id="9598" name="Google Shape;9598;p132"/>
                <p:cNvSpPr/>
                <p:nvPr/>
              </p:nvSpPr>
              <p:spPr>
                <a:xfrm>
                  <a:off x="2767890" y="3879764"/>
                  <a:ext cx="66900" cy="669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599" name="Google Shape;9599;p132"/>
                <p:cNvCxnSpPr/>
                <p:nvPr/>
              </p:nvCxnSpPr>
              <p:spPr>
                <a:xfrm rot="10800000">
                  <a:off x="2600284" y="3808654"/>
                  <a:ext cx="201000" cy="723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nvGrpSpPr>
              <p:cNvPr id="9600" name="Google Shape;9600;p132"/>
              <p:cNvGrpSpPr/>
              <p:nvPr/>
            </p:nvGrpSpPr>
            <p:grpSpPr>
              <a:xfrm>
                <a:off x="3359659" y="3805664"/>
                <a:ext cx="232294" cy="141000"/>
                <a:chOff x="3359659" y="3805664"/>
                <a:chExt cx="232294" cy="141000"/>
              </a:xfrm>
            </p:grpSpPr>
            <p:sp>
              <p:nvSpPr>
                <p:cNvPr id="9601" name="Google Shape;9601;p132"/>
                <p:cNvSpPr/>
                <p:nvPr/>
              </p:nvSpPr>
              <p:spPr>
                <a:xfrm>
                  <a:off x="3359659" y="3879764"/>
                  <a:ext cx="66900" cy="669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602" name="Google Shape;9602;p132"/>
                <p:cNvCxnSpPr/>
                <p:nvPr/>
              </p:nvCxnSpPr>
              <p:spPr>
                <a:xfrm flipH="1" rot="10800000">
                  <a:off x="3393053" y="3805664"/>
                  <a:ext cx="198900" cy="780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nvGrpSpPr>
              <p:cNvPr id="9603" name="Google Shape;9603;p132"/>
              <p:cNvGrpSpPr/>
              <p:nvPr/>
            </p:nvGrpSpPr>
            <p:grpSpPr>
              <a:xfrm>
                <a:off x="3067316" y="3711366"/>
                <a:ext cx="66900" cy="166809"/>
                <a:chOff x="3067316" y="3711366"/>
                <a:chExt cx="66900" cy="166809"/>
              </a:xfrm>
            </p:grpSpPr>
            <p:sp>
              <p:nvSpPr>
                <p:cNvPr id="9604" name="Google Shape;9604;p132"/>
                <p:cNvSpPr/>
                <p:nvPr/>
              </p:nvSpPr>
              <p:spPr>
                <a:xfrm>
                  <a:off x="3067316" y="3811276"/>
                  <a:ext cx="66900" cy="669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605" name="Google Shape;9605;p132"/>
                <p:cNvCxnSpPr/>
                <p:nvPr/>
              </p:nvCxnSpPr>
              <p:spPr>
                <a:xfrm rot="-5400000">
                  <a:off x="3050460" y="3761616"/>
                  <a:ext cx="101100" cy="6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nvGrpSpPr>
              <p:cNvPr id="9606" name="Google Shape;9606;p132"/>
              <p:cNvGrpSpPr/>
              <p:nvPr/>
            </p:nvGrpSpPr>
            <p:grpSpPr>
              <a:xfrm>
                <a:off x="2413923" y="4058666"/>
                <a:ext cx="224119" cy="66900"/>
                <a:chOff x="2413923" y="4058666"/>
                <a:chExt cx="224119" cy="66900"/>
              </a:xfrm>
            </p:grpSpPr>
            <p:sp>
              <p:nvSpPr>
                <p:cNvPr id="9607" name="Google Shape;9607;p132"/>
                <p:cNvSpPr/>
                <p:nvPr/>
              </p:nvSpPr>
              <p:spPr>
                <a:xfrm>
                  <a:off x="2571142" y="4058666"/>
                  <a:ext cx="66900" cy="669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608" name="Google Shape;9608;p132"/>
                <p:cNvCxnSpPr/>
                <p:nvPr/>
              </p:nvCxnSpPr>
              <p:spPr>
                <a:xfrm flipH="1">
                  <a:off x="2413923" y="4092060"/>
                  <a:ext cx="159600" cy="6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nvGrpSpPr>
              <p:cNvPr id="9609" name="Google Shape;9609;p132"/>
              <p:cNvGrpSpPr/>
              <p:nvPr/>
            </p:nvGrpSpPr>
            <p:grpSpPr>
              <a:xfrm>
                <a:off x="3564643" y="4058666"/>
                <a:ext cx="223397" cy="66900"/>
                <a:chOff x="3564643" y="4058666"/>
                <a:chExt cx="223397" cy="66900"/>
              </a:xfrm>
            </p:grpSpPr>
            <p:sp>
              <p:nvSpPr>
                <p:cNvPr id="9610" name="Google Shape;9610;p132"/>
                <p:cNvSpPr/>
                <p:nvPr/>
              </p:nvSpPr>
              <p:spPr>
                <a:xfrm>
                  <a:off x="3564643" y="4058666"/>
                  <a:ext cx="66900" cy="669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611" name="Google Shape;9611;p132"/>
                <p:cNvCxnSpPr/>
                <p:nvPr/>
              </p:nvCxnSpPr>
              <p:spPr>
                <a:xfrm>
                  <a:off x="3630240" y="4092060"/>
                  <a:ext cx="157800" cy="6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grpSp>
          <p:nvGrpSpPr>
            <p:cNvPr id="9612" name="Google Shape;9612;p132"/>
            <p:cNvGrpSpPr/>
            <p:nvPr/>
          </p:nvGrpSpPr>
          <p:grpSpPr>
            <a:xfrm>
              <a:off x="2633353" y="3965763"/>
              <a:ext cx="933975" cy="445687"/>
              <a:chOff x="2633353" y="3965763"/>
              <a:chExt cx="933975" cy="445687"/>
            </a:xfrm>
          </p:grpSpPr>
          <p:sp>
            <p:nvSpPr>
              <p:cNvPr id="9613" name="Google Shape;9613;p132"/>
              <p:cNvSpPr/>
              <p:nvPr/>
            </p:nvSpPr>
            <p:spPr>
              <a:xfrm>
                <a:off x="2633353" y="3965763"/>
                <a:ext cx="933975" cy="445687"/>
              </a:xfrm>
              <a:custGeom>
                <a:rect b="b" l="l" r="r" t="t"/>
                <a:pathLst>
                  <a:path extrusionOk="0" h="33020" w="66087">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4" name="Google Shape;9614;p132"/>
              <p:cNvSpPr/>
              <p:nvPr/>
            </p:nvSpPr>
            <p:spPr>
              <a:xfrm>
                <a:off x="2702006" y="4030399"/>
                <a:ext cx="798496" cy="381051"/>
              </a:xfrm>
              <a:custGeom>
                <a:rect b="b" l="l" r="r" t="t"/>
                <a:pathLst>
                  <a:path extrusionOk="0" h="33020" w="66087">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615" name="Google Shape;9615;p132"/>
          <p:cNvGrpSpPr/>
          <p:nvPr/>
        </p:nvGrpSpPr>
        <p:grpSpPr>
          <a:xfrm>
            <a:off x="6392784" y="1044372"/>
            <a:ext cx="1131087" cy="587383"/>
            <a:chOff x="238125" y="999450"/>
            <a:chExt cx="7140700" cy="3708225"/>
          </a:xfrm>
        </p:grpSpPr>
        <p:sp>
          <p:nvSpPr>
            <p:cNvPr id="9616" name="Google Shape;9616;p132"/>
            <p:cNvSpPr/>
            <p:nvPr/>
          </p:nvSpPr>
          <p:spPr>
            <a:xfrm>
              <a:off x="2171975" y="3872925"/>
              <a:ext cx="7900" cy="25"/>
            </a:xfrm>
            <a:custGeom>
              <a:rect b="b" l="l" r="r" t="t"/>
              <a:pathLst>
                <a:path extrusionOk="0" h="1" w="316">
                  <a:moveTo>
                    <a:pt x="316" y="0"/>
                  </a:moveTo>
                  <a:lnTo>
                    <a:pt x="1" y="0"/>
                  </a:lnTo>
                  <a:close/>
                </a:path>
              </a:pathLst>
            </a:custGeom>
            <a:solidFill>
              <a:srgbClr val="667E92"/>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7" name="Google Shape;9617;p132"/>
            <p:cNvSpPr/>
            <p:nvPr/>
          </p:nvSpPr>
          <p:spPr>
            <a:xfrm>
              <a:off x="2180300" y="999450"/>
              <a:ext cx="3256350" cy="3708225"/>
            </a:xfrm>
            <a:custGeom>
              <a:rect b="b" l="l" r="r" t="t"/>
              <a:pathLst>
                <a:path extrusionOk="0" h="148329" w="130254">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8" name="Google Shape;9618;p132"/>
            <p:cNvSpPr/>
            <p:nvPr/>
          </p:nvSpPr>
          <p:spPr>
            <a:xfrm>
              <a:off x="238125" y="2853750"/>
              <a:ext cx="2358675" cy="1853475"/>
            </a:xfrm>
            <a:custGeom>
              <a:rect b="b" l="l" r="r" t="t"/>
              <a:pathLst>
                <a:path extrusionOk="0" h="74139" w="94347">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9" name="Google Shape;9619;p132"/>
            <p:cNvSpPr/>
            <p:nvPr/>
          </p:nvSpPr>
          <p:spPr>
            <a:xfrm>
              <a:off x="238125" y="999450"/>
              <a:ext cx="1942200" cy="2270400"/>
            </a:xfrm>
            <a:custGeom>
              <a:rect b="b" l="l" r="r" t="t"/>
              <a:pathLst>
                <a:path extrusionOk="0" h="90816" w="77688">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0" name="Google Shape;9620;p132"/>
            <p:cNvSpPr/>
            <p:nvPr/>
          </p:nvSpPr>
          <p:spPr>
            <a:xfrm>
              <a:off x="3808250" y="2852875"/>
              <a:ext cx="25" cy="25"/>
            </a:xfrm>
            <a:custGeom>
              <a:rect b="b" l="l" r="r" t="t"/>
              <a:pathLst>
                <a:path extrusionOk="0" h="1" w="1">
                  <a:moveTo>
                    <a:pt x="0" y="1"/>
                  </a:moveTo>
                  <a:close/>
                </a:path>
              </a:pathLst>
            </a:custGeom>
            <a:solidFill>
              <a:srgbClr val="DB634B"/>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1" name="Google Shape;9621;p132"/>
            <p:cNvSpPr/>
            <p:nvPr/>
          </p:nvSpPr>
          <p:spPr>
            <a:xfrm>
              <a:off x="1762475" y="999450"/>
              <a:ext cx="2386250" cy="2044875"/>
            </a:xfrm>
            <a:custGeom>
              <a:rect b="b" l="l" r="r" t="t"/>
              <a:pathLst>
                <a:path extrusionOk="0" h="81795" w="9545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2" name="Google Shape;9622;p132"/>
            <p:cNvSpPr/>
            <p:nvPr/>
          </p:nvSpPr>
          <p:spPr>
            <a:xfrm>
              <a:off x="3338000" y="2435975"/>
              <a:ext cx="2101275" cy="2271250"/>
            </a:xfrm>
            <a:custGeom>
              <a:rect b="b" l="l" r="r" t="t"/>
              <a:pathLst>
                <a:path extrusionOk="0" h="90850" w="84051">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3" name="Google Shape;9623;p132"/>
            <p:cNvSpPr/>
            <p:nvPr/>
          </p:nvSpPr>
          <p:spPr>
            <a:xfrm>
              <a:off x="5019250" y="2852875"/>
              <a:ext cx="2359150" cy="1854350"/>
            </a:xfrm>
            <a:custGeom>
              <a:rect b="b" l="l" r="r" t="t"/>
              <a:pathLst>
                <a:path extrusionOk="0" h="74174" w="94366">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4" name="Google Shape;9624;p132"/>
            <p:cNvSpPr/>
            <p:nvPr/>
          </p:nvSpPr>
          <p:spPr>
            <a:xfrm>
              <a:off x="5025375" y="999450"/>
              <a:ext cx="2353450" cy="2270825"/>
            </a:xfrm>
            <a:custGeom>
              <a:rect b="b" l="l" r="r" t="t"/>
              <a:pathLst>
                <a:path extrusionOk="0" h="90833" w="94138">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25" name="Google Shape;9625;p132"/>
          <p:cNvGrpSpPr/>
          <p:nvPr/>
        </p:nvGrpSpPr>
        <p:grpSpPr>
          <a:xfrm>
            <a:off x="3744234" y="3493867"/>
            <a:ext cx="1375854" cy="678131"/>
            <a:chOff x="3913765" y="3641905"/>
            <a:chExt cx="1522805" cy="750560"/>
          </a:xfrm>
        </p:grpSpPr>
        <p:grpSp>
          <p:nvGrpSpPr>
            <p:cNvPr id="9626" name="Google Shape;9626;p132"/>
            <p:cNvGrpSpPr/>
            <p:nvPr/>
          </p:nvGrpSpPr>
          <p:grpSpPr>
            <a:xfrm>
              <a:off x="3913765" y="3997002"/>
              <a:ext cx="1522805" cy="395463"/>
              <a:chOff x="3913765" y="3997002"/>
              <a:chExt cx="1522805" cy="395463"/>
            </a:xfrm>
          </p:grpSpPr>
          <p:grpSp>
            <p:nvGrpSpPr>
              <p:cNvPr id="9627" name="Google Shape;9627;p132"/>
              <p:cNvGrpSpPr/>
              <p:nvPr/>
            </p:nvGrpSpPr>
            <p:grpSpPr>
              <a:xfrm>
                <a:off x="3913765" y="4138659"/>
                <a:ext cx="507602" cy="253806"/>
                <a:chOff x="3913765" y="4138659"/>
                <a:chExt cx="507602" cy="253806"/>
              </a:xfrm>
            </p:grpSpPr>
            <p:sp>
              <p:nvSpPr>
                <p:cNvPr id="9628" name="Google Shape;9628;p132"/>
                <p:cNvSpPr/>
                <p:nvPr/>
              </p:nvSpPr>
              <p:spPr>
                <a:xfrm>
                  <a:off x="3913765" y="4138659"/>
                  <a:ext cx="507602" cy="50764"/>
                </a:xfrm>
                <a:custGeom>
                  <a:rect b="b" l="l" r="r" t="t"/>
                  <a:pathLst>
                    <a:path extrusionOk="0" fill="none" h="9502" w="95012">
                      <a:moveTo>
                        <a:pt x="95011" y="1"/>
                      </a:moveTo>
                      <a:lnTo>
                        <a:pt x="23755" y="1"/>
                      </a:lnTo>
                      <a:lnTo>
                        <a:pt x="1" y="9501"/>
                      </a:lnTo>
                      <a:lnTo>
                        <a:pt x="95011" y="9501"/>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9" name="Google Shape;9629;p132"/>
                <p:cNvSpPr/>
                <p:nvPr/>
              </p:nvSpPr>
              <p:spPr>
                <a:xfrm>
                  <a:off x="3913765" y="4189418"/>
                  <a:ext cx="507602" cy="203047"/>
                </a:xfrm>
                <a:custGeom>
                  <a:rect b="b" l="l" r="r" t="t"/>
                  <a:pathLst>
                    <a:path extrusionOk="0" fill="none" h="38006" w="95012">
                      <a:moveTo>
                        <a:pt x="1" y="0"/>
                      </a:moveTo>
                      <a:lnTo>
                        <a:pt x="1" y="38005"/>
                      </a:lnTo>
                      <a:lnTo>
                        <a:pt x="95011" y="38005"/>
                      </a:lnTo>
                      <a:lnTo>
                        <a:pt x="95011" y="38005"/>
                      </a:lnTo>
                      <a:lnTo>
                        <a:pt x="95011" y="0"/>
                      </a:lnTo>
                      <a:close/>
                    </a:path>
                  </a:pathLst>
                </a:custGeom>
                <a:noFill/>
                <a:ln cap="flat" cmpd="sng" w="9525">
                  <a:solidFill>
                    <a:srgbClr val="869FB1"/>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     </a:t>
                  </a:r>
                  <a:endParaRPr/>
                </a:p>
              </p:txBody>
            </p:sp>
          </p:grpSp>
          <p:grpSp>
            <p:nvGrpSpPr>
              <p:cNvPr id="9630" name="Google Shape;9630;p132"/>
              <p:cNvGrpSpPr/>
              <p:nvPr/>
            </p:nvGrpSpPr>
            <p:grpSpPr>
              <a:xfrm>
                <a:off x="4421361" y="3997002"/>
                <a:ext cx="507618" cy="395463"/>
                <a:chOff x="4421361" y="3997002"/>
                <a:chExt cx="507618" cy="395463"/>
              </a:xfrm>
            </p:grpSpPr>
            <p:sp>
              <p:nvSpPr>
                <p:cNvPr id="9631" name="Google Shape;9631;p132"/>
                <p:cNvSpPr/>
                <p:nvPr/>
              </p:nvSpPr>
              <p:spPr>
                <a:xfrm>
                  <a:off x="4421361" y="3997002"/>
                  <a:ext cx="507618" cy="50759"/>
                </a:xfrm>
                <a:custGeom>
                  <a:rect b="b" l="l" r="r" t="t"/>
                  <a:pathLst>
                    <a:path extrusionOk="0" fill="none" h="9501" w="95015">
                      <a:moveTo>
                        <a:pt x="71260" y="0"/>
                      </a:moveTo>
                      <a:lnTo>
                        <a:pt x="23755" y="0"/>
                      </a:lnTo>
                      <a:lnTo>
                        <a:pt x="0" y="9501"/>
                      </a:lnTo>
                      <a:lnTo>
                        <a:pt x="95014" y="9501"/>
                      </a:lnTo>
                      <a:close/>
                    </a:path>
                  </a:pathLst>
                </a:custGeom>
                <a:noFill/>
                <a:ln cap="sq"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2" name="Google Shape;9632;p132"/>
                <p:cNvSpPr/>
                <p:nvPr/>
              </p:nvSpPr>
              <p:spPr>
                <a:xfrm>
                  <a:off x="4421361" y="4047756"/>
                  <a:ext cx="507618" cy="344709"/>
                </a:xfrm>
                <a:custGeom>
                  <a:rect b="b" l="l" r="r" t="t"/>
                  <a:pathLst>
                    <a:path extrusionOk="0" fill="none" h="64522" w="95015">
                      <a:moveTo>
                        <a:pt x="0" y="1"/>
                      </a:moveTo>
                      <a:lnTo>
                        <a:pt x="0" y="64521"/>
                      </a:lnTo>
                      <a:lnTo>
                        <a:pt x="95014" y="64521"/>
                      </a:lnTo>
                      <a:lnTo>
                        <a:pt x="95014" y="35846"/>
                      </a:lnTo>
                      <a:lnTo>
                        <a:pt x="95014" y="35846"/>
                      </a:lnTo>
                      <a:lnTo>
                        <a:pt x="95014" y="26286"/>
                      </a:lnTo>
                      <a:lnTo>
                        <a:pt x="95014" y="1"/>
                      </a:lnTo>
                      <a:close/>
                    </a:path>
                  </a:pathLst>
                </a:custGeom>
                <a:noFill/>
                <a:ln cap="flat" cmpd="sng" w="9525">
                  <a:solidFill>
                    <a:srgbClr val="DBE2E7"/>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33" name="Google Shape;9633;p132"/>
              <p:cNvGrpSpPr/>
              <p:nvPr/>
            </p:nvGrpSpPr>
            <p:grpSpPr>
              <a:xfrm>
                <a:off x="4928973" y="4189418"/>
                <a:ext cx="507596" cy="203047"/>
                <a:chOff x="4928973" y="4189418"/>
                <a:chExt cx="507596" cy="203047"/>
              </a:xfrm>
            </p:grpSpPr>
            <p:sp>
              <p:nvSpPr>
                <p:cNvPr id="9634" name="Google Shape;9634;p132"/>
                <p:cNvSpPr/>
                <p:nvPr/>
              </p:nvSpPr>
              <p:spPr>
                <a:xfrm>
                  <a:off x="4928973" y="4189418"/>
                  <a:ext cx="507596" cy="50759"/>
                </a:xfrm>
                <a:custGeom>
                  <a:rect b="b" l="l" r="r" t="t"/>
                  <a:pathLst>
                    <a:path extrusionOk="0" fill="none" h="9501" w="95011">
                      <a:moveTo>
                        <a:pt x="95011" y="9501"/>
                      </a:moveTo>
                      <a:lnTo>
                        <a:pt x="71260" y="0"/>
                      </a:lnTo>
                      <a:lnTo>
                        <a:pt x="0" y="0"/>
                      </a:lnTo>
                      <a:lnTo>
                        <a:pt x="0" y="9501"/>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5" name="Google Shape;9635;p132"/>
                <p:cNvSpPr/>
                <p:nvPr/>
              </p:nvSpPr>
              <p:spPr>
                <a:xfrm>
                  <a:off x="4928973" y="4240172"/>
                  <a:ext cx="507596" cy="152293"/>
                </a:xfrm>
                <a:custGeom>
                  <a:rect b="b" l="l" r="r" t="t"/>
                  <a:pathLst>
                    <a:path extrusionOk="0" fill="none" h="28506" w="95011">
                      <a:moveTo>
                        <a:pt x="0" y="28505"/>
                      </a:moveTo>
                      <a:lnTo>
                        <a:pt x="0" y="28505"/>
                      </a:lnTo>
                      <a:lnTo>
                        <a:pt x="95011" y="28505"/>
                      </a:lnTo>
                      <a:lnTo>
                        <a:pt x="95011" y="1"/>
                      </a:lnTo>
                      <a:lnTo>
                        <a:pt x="0" y="1"/>
                      </a:lnTo>
                      <a:close/>
                    </a:path>
                  </a:pathLst>
                </a:custGeom>
                <a:noFill/>
                <a:ln cap="flat" cmpd="sng" w="9525">
                  <a:solidFill>
                    <a:srgbClr val="869FB1"/>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636" name="Google Shape;9636;p132"/>
            <p:cNvGrpSpPr/>
            <p:nvPr/>
          </p:nvGrpSpPr>
          <p:grpSpPr>
            <a:xfrm>
              <a:off x="4482186" y="3641905"/>
              <a:ext cx="397605" cy="349784"/>
              <a:chOff x="2906375" y="1159725"/>
              <a:chExt cx="1860575" cy="1636800"/>
            </a:xfrm>
          </p:grpSpPr>
          <p:sp>
            <p:nvSpPr>
              <p:cNvPr id="9637" name="Google Shape;9637;p132"/>
              <p:cNvSpPr/>
              <p:nvPr/>
            </p:nvSpPr>
            <p:spPr>
              <a:xfrm>
                <a:off x="2906375" y="1159725"/>
                <a:ext cx="1860575" cy="1320800"/>
              </a:xfrm>
              <a:custGeom>
                <a:rect b="b" l="l" r="r" t="t"/>
                <a:pathLst>
                  <a:path extrusionOk="0" fill="none" h="52832" w="74423">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8" name="Google Shape;9638;p132"/>
              <p:cNvSpPr/>
              <p:nvPr/>
            </p:nvSpPr>
            <p:spPr>
              <a:xfrm>
                <a:off x="3520750" y="2496900"/>
                <a:ext cx="656300" cy="214450"/>
              </a:xfrm>
              <a:custGeom>
                <a:rect b="b" l="l" r="r" t="t"/>
                <a:pathLst>
                  <a:path extrusionOk="0" fill="none" h="8578" w="26252">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cap="flat" cmpd="sng" w="9525">
                <a:solidFill>
                  <a:srgbClr val="E3E9ED"/>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9" name="Google Shape;9639;p132"/>
              <p:cNvSpPr/>
              <p:nvPr/>
            </p:nvSpPr>
            <p:spPr>
              <a:xfrm>
                <a:off x="3448300" y="2706900"/>
                <a:ext cx="803900" cy="89625"/>
              </a:xfrm>
              <a:custGeom>
                <a:rect b="b" l="l" r="r" t="t"/>
                <a:pathLst>
                  <a:path extrusionOk="0" fill="none" h="3585" w="32156">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cap="flat" cmpd="sng" w="9525">
                <a:solidFill>
                  <a:srgbClr val="E3E9ED"/>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0" name="Google Shape;9640;p132"/>
              <p:cNvSpPr/>
              <p:nvPr/>
            </p:nvSpPr>
            <p:spPr>
              <a:xfrm>
                <a:off x="3674575" y="1339775"/>
                <a:ext cx="324050" cy="308175"/>
              </a:xfrm>
              <a:custGeom>
                <a:rect b="b" l="l" r="r" t="t"/>
                <a:pathLst>
                  <a:path extrusionOk="0" fill="none" h="12327" w="12962">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cap="flat" cmpd="sng" w="9525">
                <a:solidFill>
                  <a:srgbClr val="FFFFFF"/>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641" name="Google Shape;9641;p132"/>
          <p:cNvGrpSpPr/>
          <p:nvPr/>
        </p:nvGrpSpPr>
        <p:grpSpPr>
          <a:xfrm>
            <a:off x="6528943" y="1853793"/>
            <a:ext cx="940737" cy="721067"/>
            <a:chOff x="6599718" y="2068734"/>
            <a:chExt cx="940737" cy="721067"/>
          </a:xfrm>
        </p:grpSpPr>
        <p:sp>
          <p:nvSpPr>
            <p:cNvPr id="9642" name="Google Shape;9642;p132"/>
            <p:cNvSpPr/>
            <p:nvPr/>
          </p:nvSpPr>
          <p:spPr>
            <a:xfrm>
              <a:off x="7138953" y="2569473"/>
              <a:ext cx="366935" cy="115933"/>
            </a:xfrm>
            <a:custGeom>
              <a:rect b="b" l="l" r="r" t="t"/>
              <a:pathLst>
                <a:path extrusionOk="0" fill="none" h="33338" w="105517">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cap="flat" cmpd="sng" w="9525">
              <a:solidFill>
                <a:srgbClr val="374F66"/>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3" name="Google Shape;9643;p132"/>
            <p:cNvSpPr/>
            <p:nvPr/>
          </p:nvSpPr>
          <p:spPr>
            <a:xfrm>
              <a:off x="6650497" y="2579172"/>
              <a:ext cx="346397" cy="118079"/>
            </a:xfrm>
            <a:custGeom>
              <a:rect b="b" l="l" r="r" t="t"/>
              <a:pathLst>
                <a:path extrusionOk="0" fill="none" h="33955" w="99611">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cap="flat" cmpd="sng" w="9525">
              <a:solidFill>
                <a:srgbClr val="DBE3E8"/>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4" name="Google Shape;9644;p132"/>
            <p:cNvSpPr/>
            <p:nvPr/>
          </p:nvSpPr>
          <p:spPr>
            <a:xfrm>
              <a:off x="7236268" y="2370428"/>
              <a:ext cx="304187" cy="115978"/>
            </a:xfrm>
            <a:custGeom>
              <a:rect b="b" l="l" r="r" t="t"/>
              <a:pathLst>
                <a:path extrusionOk="0" fill="none" h="33351" w="87473">
                  <a:moveTo>
                    <a:pt x="15181" y="0"/>
                  </a:moveTo>
                  <a:cubicBezTo>
                    <a:pt x="12114" y="11913"/>
                    <a:pt x="6975" y="23210"/>
                    <a:pt x="1" y="33350"/>
                  </a:cubicBezTo>
                  <a:lnTo>
                    <a:pt x="87472" y="33350"/>
                  </a:lnTo>
                  <a:lnTo>
                    <a:pt x="87472" y="0"/>
                  </a:lnTo>
                  <a:close/>
                </a:path>
              </a:pathLst>
            </a:custGeom>
            <a:noFill/>
            <a:ln cap="flat" cmpd="sng" w="9525">
              <a:solidFill>
                <a:srgbClr val="4F677B"/>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5" name="Google Shape;9645;p132"/>
            <p:cNvSpPr/>
            <p:nvPr/>
          </p:nvSpPr>
          <p:spPr>
            <a:xfrm>
              <a:off x="7252744" y="2161243"/>
              <a:ext cx="271454" cy="115982"/>
            </a:xfrm>
            <a:custGeom>
              <a:rect b="b" l="l" r="r" t="t"/>
              <a:pathLst>
                <a:path extrusionOk="0" fill="none" h="33352" w="78060">
                  <a:moveTo>
                    <a:pt x="0" y="1"/>
                  </a:moveTo>
                  <a:cubicBezTo>
                    <a:pt x="7288" y="9714"/>
                    <a:pt x="11762" y="21250"/>
                    <a:pt x="12918" y="33351"/>
                  </a:cubicBezTo>
                  <a:lnTo>
                    <a:pt x="78060" y="33351"/>
                  </a:lnTo>
                  <a:lnTo>
                    <a:pt x="78060" y="1"/>
                  </a:lnTo>
                  <a:close/>
                </a:path>
              </a:pathLst>
            </a:custGeom>
            <a:noFill/>
            <a:ln cap="flat" cmpd="sng" w="9525">
              <a:solidFill>
                <a:srgbClr val="B3C3CE"/>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6" name="Google Shape;9646;p132"/>
            <p:cNvSpPr/>
            <p:nvPr/>
          </p:nvSpPr>
          <p:spPr>
            <a:xfrm>
              <a:off x="6599718" y="2199610"/>
              <a:ext cx="260051" cy="115978"/>
            </a:xfrm>
            <a:custGeom>
              <a:rect b="b" l="l" r="r" t="t"/>
              <a:pathLst>
                <a:path extrusionOk="0" fill="none" h="33351" w="74781">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cap="flat" cmpd="sng" w="9525">
              <a:solidFill>
                <a:srgbClr val="8FA1AF"/>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7" name="Google Shape;9647;p132"/>
            <p:cNvSpPr/>
            <p:nvPr/>
          </p:nvSpPr>
          <p:spPr>
            <a:xfrm>
              <a:off x="6605967" y="2389697"/>
              <a:ext cx="307727" cy="116023"/>
            </a:xfrm>
            <a:custGeom>
              <a:rect b="b" l="l" r="r" t="t"/>
              <a:pathLst>
                <a:path extrusionOk="0" fill="none" h="33364" w="88491">
                  <a:moveTo>
                    <a:pt x="70835" y="1"/>
                  </a:moveTo>
                  <a:lnTo>
                    <a:pt x="1" y="1"/>
                  </a:lnTo>
                  <a:lnTo>
                    <a:pt x="1" y="33363"/>
                  </a:lnTo>
                  <a:lnTo>
                    <a:pt x="88490" y="33363"/>
                  </a:lnTo>
                  <a:cubicBezTo>
                    <a:pt x="80662" y="23386"/>
                    <a:pt x="74680" y="12089"/>
                    <a:pt x="70835" y="1"/>
                  </a:cubicBezTo>
                  <a:close/>
                </a:path>
              </a:pathLst>
            </a:custGeom>
            <a:noFill/>
            <a:ln cap="flat" cmpd="sng" w="9525">
              <a:solidFill>
                <a:srgbClr val="C9D4DC"/>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48" name="Google Shape;9648;p132"/>
            <p:cNvGrpSpPr/>
            <p:nvPr/>
          </p:nvGrpSpPr>
          <p:grpSpPr>
            <a:xfrm>
              <a:off x="6836957" y="2068734"/>
              <a:ext cx="461892" cy="721067"/>
              <a:chOff x="6836957" y="2068734"/>
              <a:chExt cx="461892" cy="721067"/>
            </a:xfrm>
          </p:grpSpPr>
          <p:sp>
            <p:nvSpPr>
              <p:cNvPr id="9649" name="Google Shape;9649;p132"/>
              <p:cNvSpPr/>
              <p:nvPr/>
            </p:nvSpPr>
            <p:spPr>
              <a:xfrm>
                <a:off x="7080441" y="2287271"/>
                <a:ext cx="187336" cy="123319"/>
              </a:xfrm>
              <a:custGeom>
                <a:rect b="b" l="l" r="r" t="t"/>
                <a:pathLst>
                  <a:path extrusionOk="0" fill="none" h="35462" w="53871">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cap="flat" cmpd="sng" w="9525">
                <a:solidFill>
                  <a:srgbClr val="4F677B"/>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0" name="Google Shape;9650;p132"/>
              <p:cNvSpPr/>
              <p:nvPr/>
            </p:nvSpPr>
            <p:spPr>
              <a:xfrm>
                <a:off x="7080441" y="2105091"/>
                <a:ext cx="182750" cy="157141"/>
              </a:xfrm>
              <a:custGeom>
                <a:rect b="b" l="l" r="r" t="t"/>
                <a:pathLst>
                  <a:path extrusionOk="0" fill="none" h="45188" w="52552">
                    <a:moveTo>
                      <a:pt x="1" y="45188"/>
                    </a:moveTo>
                    <a:lnTo>
                      <a:pt x="52551" y="45188"/>
                    </a:lnTo>
                    <a:cubicBezTo>
                      <a:pt x="47211" y="20458"/>
                      <a:pt x="25899" y="1609"/>
                      <a:pt x="1" y="1"/>
                    </a:cubicBezTo>
                    <a:close/>
                  </a:path>
                </a:pathLst>
              </a:custGeom>
              <a:noFill/>
              <a:ln cap="flat" cmpd="sng" w="9525">
                <a:solidFill>
                  <a:srgbClr val="B3C3CE"/>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1" name="Google Shape;9651;p132"/>
              <p:cNvSpPr/>
              <p:nvPr/>
            </p:nvSpPr>
            <p:spPr>
              <a:xfrm>
                <a:off x="6872702" y="2287006"/>
                <a:ext cx="187378" cy="123364"/>
              </a:xfrm>
              <a:custGeom>
                <a:rect b="b" l="l" r="r" t="t"/>
                <a:pathLst>
                  <a:path extrusionOk="0" fill="none" h="35475" w="53883">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cap="flat" cmpd="sng" w="9525">
                <a:solidFill>
                  <a:srgbClr val="C9D4DC"/>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2" name="Google Shape;9652;p132"/>
              <p:cNvSpPr/>
              <p:nvPr/>
            </p:nvSpPr>
            <p:spPr>
              <a:xfrm>
                <a:off x="6902504" y="2430686"/>
                <a:ext cx="152902" cy="185984"/>
              </a:xfrm>
              <a:custGeom>
                <a:rect b="b" l="l" r="r" t="t"/>
                <a:pathLst>
                  <a:path extrusionOk="0" fill="none" h="53482" w="43969">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cap="flat" cmpd="sng" w="9525">
                <a:solidFill>
                  <a:srgbClr val="DBE3E8"/>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3" name="Google Shape;9653;p132"/>
              <p:cNvSpPr/>
              <p:nvPr/>
            </p:nvSpPr>
            <p:spPr>
              <a:xfrm>
                <a:off x="6877289" y="2104831"/>
                <a:ext cx="182791" cy="157141"/>
              </a:xfrm>
              <a:custGeom>
                <a:rect b="b" l="l" r="r" t="t"/>
                <a:pathLst>
                  <a:path extrusionOk="0" fill="none" h="45188" w="52564">
                    <a:moveTo>
                      <a:pt x="52564" y="45187"/>
                    </a:moveTo>
                    <a:lnTo>
                      <a:pt x="52564" y="0"/>
                    </a:lnTo>
                    <a:cubicBezTo>
                      <a:pt x="26653" y="1621"/>
                      <a:pt x="5354" y="20470"/>
                      <a:pt x="1" y="45187"/>
                    </a:cubicBezTo>
                    <a:close/>
                  </a:path>
                </a:pathLst>
              </a:custGeom>
              <a:noFill/>
              <a:ln cap="flat" cmpd="sng" w="9525">
                <a:solidFill>
                  <a:srgbClr val="8FA1AF"/>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4" name="Google Shape;9654;p132"/>
              <p:cNvSpPr/>
              <p:nvPr/>
            </p:nvSpPr>
            <p:spPr>
              <a:xfrm>
                <a:off x="7080441" y="2430686"/>
                <a:ext cx="152860" cy="185938"/>
              </a:xfrm>
              <a:custGeom>
                <a:rect b="b" l="l" r="r" t="t"/>
                <a:pathLst>
                  <a:path extrusionOk="0" fill="none" h="53469" w="43957">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cap="flat" cmpd="sng" w="9525">
                <a:solidFill>
                  <a:srgbClr val="374F66"/>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55" name="Google Shape;9655;p132"/>
              <p:cNvGrpSpPr/>
              <p:nvPr/>
            </p:nvGrpSpPr>
            <p:grpSpPr>
              <a:xfrm>
                <a:off x="6836957" y="2068734"/>
                <a:ext cx="461892" cy="721067"/>
                <a:chOff x="6836957" y="2068734"/>
                <a:chExt cx="461892" cy="721067"/>
              </a:xfrm>
            </p:grpSpPr>
            <p:sp>
              <p:nvSpPr>
                <p:cNvPr id="9656" name="Google Shape;9656;p132"/>
                <p:cNvSpPr/>
                <p:nvPr/>
              </p:nvSpPr>
              <p:spPr>
                <a:xfrm>
                  <a:off x="6996059" y="2711098"/>
                  <a:ext cx="143729" cy="78703"/>
                </a:xfrm>
                <a:custGeom>
                  <a:rect b="b" l="l" r="r" t="t"/>
                  <a:pathLst>
                    <a:path extrusionOk="0" fill="none" h="22632" w="41331">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cap="flat" cmpd="sng" w="9525">
                  <a:solidFill>
                    <a:srgbClr val="E3E7EA"/>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7" name="Google Shape;9657;p132"/>
                <p:cNvSpPr/>
                <p:nvPr/>
              </p:nvSpPr>
              <p:spPr>
                <a:xfrm>
                  <a:off x="6996059" y="2647693"/>
                  <a:ext cx="143683" cy="88753"/>
                </a:xfrm>
                <a:custGeom>
                  <a:rect b="b" l="l" r="r" t="t"/>
                  <a:pathLst>
                    <a:path extrusionOk="0" fill="none" h="25522" w="41318">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cap="flat" cmpd="sng" w="9525">
                  <a:solidFill>
                    <a:srgbClr val="E3E7EA"/>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8" name="Google Shape;9658;p132"/>
                <p:cNvSpPr/>
                <p:nvPr/>
              </p:nvSpPr>
              <p:spPr>
                <a:xfrm>
                  <a:off x="6990467" y="2723683"/>
                  <a:ext cx="154870" cy="12721"/>
                </a:xfrm>
                <a:custGeom>
                  <a:rect b="b" l="l" r="r" t="t"/>
                  <a:pathLst>
                    <a:path extrusionOk="0" fill="none" h="3658" w="44535">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cap="flat" cmpd="sng" w="9525">
                  <a:solidFill>
                    <a:srgbClr val="EEF0F2"/>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9" name="Google Shape;9659;p132"/>
                <p:cNvSpPr/>
                <p:nvPr/>
              </p:nvSpPr>
              <p:spPr>
                <a:xfrm>
                  <a:off x="6990467" y="2698339"/>
                  <a:ext cx="154870" cy="12762"/>
                </a:xfrm>
                <a:custGeom>
                  <a:rect b="b" l="l" r="r" t="t"/>
                  <a:pathLst>
                    <a:path extrusionOk="0" fill="none" h="3670" w="44535">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cap="flat" cmpd="sng" w="9525">
                  <a:solidFill>
                    <a:srgbClr val="EEF0F2"/>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0" name="Google Shape;9660;p132"/>
                <p:cNvSpPr/>
                <p:nvPr/>
              </p:nvSpPr>
              <p:spPr>
                <a:xfrm>
                  <a:off x="6990467" y="2647648"/>
                  <a:ext cx="154870" cy="12762"/>
                </a:xfrm>
                <a:custGeom>
                  <a:rect b="b" l="l" r="r" t="t"/>
                  <a:pathLst>
                    <a:path extrusionOk="0" fill="none" h="3670" w="44535">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cap="flat" cmpd="sng" w="9525">
                  <a:solidFill>
                    <a:srgbClr val="EEF0F2"/>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1" name="Google Shape;9661;p132"/>
                <p:cNvSpPr/>
                <p:nvPr/>
              </p:nvSpPr>
              <p:spPr>
                <a:xfrm>
                  <a:off x="6990467" y="2672992"/>
                  <a:ext cx="154870" cy="12766"/>
                </a:xfrm>
                <a:custGeom>
                  <a:rect b="b" l="l" r="r" t="t"/>
                  <a:pathLst>
                    <a:path extrusionOk="0" fill="none" h="3671" w="44535">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cap="flat" cmpd="sng" w="9525">
                  <a:solidFill>
                    <a:srgbClr val="EEF0F2"/>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2" name="Google Shape;9662;p132"/>
                <p:cNvSpPr/>
                <p:nvPr/>
              </p:nvSpPr>
              <p:spPr>
                <a:xfrm>
                  <a:off x="6836957" y="2068734"/>
                  <a:ext cx="461892" cy="589756"/>
                </a:xfrm>
                <a:custGeom>
                  <a:rect b="b" l="l" r="r" t="t"/>
                  <a:pathLst>
                    <a:path extrusionOk="0" fill="none" h="169592" w="132823">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cap="flat" cmpd="sng" w="9525">
                  <a:solidFill>
                    <a:srgbClr val="FEFEFE"/>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9663" name="Google Shape;9663;p132"/>
          <p:cNvGrpSpPr/>
          <p:nvPr/>
        </p:nvGrpSpPr>
        <p:grpSpPr>
          <a:xfrm>
            <a:off x="2412262" y="1858139"/>
            <a:ext cx="712577" cy="712374"/>
            <a:chOff x="2559249" y="2069323"/>
            <a:chExt cx="685566" cy="685634"/>
          </a:xfrm>
        </p:grpSpPr>
        <p:sp>
          <p:nvSpPr>
            <p:cNvPr id="9664" name="Google Shape;9664;p132"/>
            <p:cNvSpPr/>
            <p:nvPr/>
          </p:nvSpPr>
          <p:spPr>
            <a:xfrm>
              <a:off x="2637836" y="2532965"/>
              <a:ext cx="376180" cy="221993"/>
            </a:xfrm>
            <a:custGeom>
              <a:rect b="b" l="l" r="r" t="t"/>
              <a:pathLst>
                <a:path extrusionOk="0" h="67784" w="114864">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5" name="Google Shape;9665;p132"/>
            <p:cNvSpPr/>
            <p:nvPr/>
          </p:nvSpPr>
          <p:spPr>
            <a:xfrm>
              <a:off x="2910955" y="2421038"/>
              <a:ext cx="327385" cy="318821"/>
            </a:xfrm>
            <a:custGeom>
              <a:rect b="b" l="l" r="r" t="t"/>
              <a:pathLst>
                <a:path extrusionOk="0" h="97350" w="99965">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6" name="Google Shape;9666;p132"/>
            <p:cNvSpPr/>
            <p:nvPr/>
          </p:nvSpPr>
          <p:spPr>
            <a:xfrm>
              <a:off x="3122726" y="2149918"/>
              <a:ext cx="10490" cy="10015"/>
            </a:xfrm>
            <a:custGeom>
              <a:rect b="b" l="l" r="r" t="t"/>
              <a:pathLst>
                <a:path extrusionOk="0" h="3058" w="3203">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7" name="Google Shape;9667;p132"/>
            <p:cNvSpPr/>
            <p:nvPr/>
          </p:nvSpPr>
          <p:spPr>
            <a:xfrm>
              <a:off x="3022956" y="2159929"/>
              <a:ext cx="221858" cy="379216"/>
            </a:xfrm>
            <a:custGeom>
              <a:rect b="b" l="l" r="r" t="t"/>
              <a:pathLst>
                <a:path extrusionOk="0" h="115791" w="67743">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8" name="Google Shape;9668;p132"/>
            <p:cNvSpPr/>
            <p:nvPr/>
          </p:nvSpPr>
          <p:spPr>
            <a:xfrm>
              <a:off x="3001649" y="2257452"/>
              <a:ext cx="4395" cy="2908"/>
            </a:xfrm>
            <a:custGeom>
              <a:rect b="b" l="l" r="r" t="t"/>
              <a:pathLst>
                <a:path extrusionOk="0" h="888" w="1342">
                  <a:moveTo>
                    <a:pt x="1" y="1"/>
                  </a:moveTo>
                  <a:cubicBezTo>
                    <a:pt x="449" y="291"/>
                    <a:pt x="898" y="587"/>
                    <a:pt x="1341" y="888"/>
                  </a:cubicBezTo>
                  <a:cubicBezTo>
                    <a:pt x="898" y="587"/>
                    <a:pt x="449" y="291"/>
                    <a:pt x="1" y="1"/>
                  </a:cubicBezTo>
                  <a:close/>
                </a:path>
              </a:pathLst>
            </a:custGeom>
            <a:solidFill>
              <a:srgbClr val="667E92"/>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9" name="Google Shape;9669;p132"/>
            <p:cNvSpPr/>
            <p:nvPr/>
          </p:nvSpPr>
          <p:spPr>
            <a:xfrm>
              <a:off x="3006814" y="2260907"/>
              <a:ext cx="504" cy="373"/>
            </a:xfrm>
            <a:custGeom>
              <a:rect b="b" l="l" r="r" t="t"/>
              <a:pathLst>
                <a:path extrusionOk="0" h="114" w="154">
                  <a:moveTo>
                    <a:pt x="1" y="0"/>
                  </a:moveTo>
                  <a:lnTo>
                    <a:pt x="1" y="0"/>
                  </a:lnTo>
                  <a:cubicBezTo>
                    <a:pt x="50" y="40"/>
                    <a:pt x="104" y="74"/>
                    <a:pt x="154" y="114"/>
                  </a:cubicBezTo>
                  <a:cubicBezTo>
                    <a:pt x="104" y="74"/>
                    <a:pt x="55" y="40"/>
                    <a:pt x="1" y="0"/>
                  </a:cubicBezTo>
                  <a:close/>
                </a:path>
              </a:pathLst>
            </a:custGeom>
            <a:solidFill>
              <a:srgbClr val="667E92"/>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0" name="Google Shape;9670;p132"/>
            <p:cNvSpPr/>
            <p:nvPr/>
          </p:nvSpPr>
          <p:spPr>
            <a:xfrm>
              <a:off x="3007315" y="2261277"/>
              <a:ext cx="15645" cy="12190"/>
            </a:xfrm>
            <a:custGeom>
              <a:rect b="b" l="l" r="r" t="t"/>
              <a:pathLst>
                <a:path extrusionOk="0" h="3722" w="4777">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1" name="Google Shape;9671;p132"/>
            <p:cNvSpPr/>
            <p:nvPr/>
          </p:nvSpPr>
          <p:spPr>
            <a:xfrm>
              <a:off x="3006025" y="2260357"/>
              <a:ext cx="793" cy="553"/>
            </a:xfrm>
            <a:custGeom>
              <a:rect b="b" l="l" r="r" t="t"/>
              <a:pathLst>
                <a:path extrusionOk="0" h="169" w="242">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2" name="Google Shape;9672;p132"/>
            <p:cNvSpPr/>
            <p:nvPr/>
          </p:nvSpPr>
          <p:spPr>
            <a:xfrm>
              <a:off x="2790124" y="2069323"/>
              <a:ext cx="376068" cy="221963"/>
            </a:xfrm>
            <a:custGeom>
              <a:rect b="b" l="l" r="r" t="t"/>
              <a:pathLst>
                <a:path extrusionOk="0" h="67775" w="11483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3" name="Google Shape;9673;p132"/>
            <p:cNvSpPr/>
            <p:nvPr/>
          </p:nvSpPr>
          <p:spPr>
            <a:xfrm>
              <a:off x="2559328" y="2381300"/>
              <a:ext cx="1294" cy="21877"/>
            </a:xfrm>
            <a:custGeom>
              <a:rect b="b" l="l" r="r" t="t"/>
              <a:pathLst>
                <a:path extrusionOk="0" h="6680" w="395">
                  <a:moveTo>
                    <a:pt x="395" y="1"/>
                  </a:moveTo>
                  <a:cubicBezTo>
                    <a:pt x="193" y="2219"/>
                    <a:pt x="65" y="4447"/>
                    <a:pt x="1" y="6679"/>
                  </a:cubicBezTo>
                  <a:lnTo>
                    <a:pt x="15" y="6679"/>
                  </a:lnTo>
                  <a:cubicBezTo>
                    <a:pt x="70" y="4447"/>
                    <a:pt x="198" y="2224"/>
                    <a:pt x="395" y="1"/>
                  </a:cubicBezTo>
                  <a:close/>
                </a:path>
              </a:pathLst>
            </a:custGeom>
            <a:solidFill>
              <a:srgbClr val="A5B7C5"/>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4" name="Google Shape;9674;p132"/>
            <p:cNvSpPr/>
            <p:nvPr/>
          </p:nvSpPr>
          <p:spPr>
            <a:xfrm>
              <a:off x="2565429" y="2084349"/>
              <a:ext cx="327628" cy="318828"/>
            </a:xfrm>
            <a:custGeom>
              <a:rect b="b" l="l" r="r" t="t"/>
              <a:pathLst>
                <a:path extrusionOk="0" h="97352" w="100039">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5" name="Google Shape;9675;p132"/>
            <p:cNvSpPr/>
            <p:nvPr/>
          </p:nvSpPr>
          <p:spPr>
            <a:xfrm>
              <a:off x="2560618" y="2347407"/>
              <a:ext cx="4814" cy="33896"/>
            </a:xfrm>
            <a:custGeom>
              <a:rect b="b" l="l" r="r" t="t"/>
              <a:pathLst>
                <a:path extrusionOk="0" h="10350" w="147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6" name="Google Shape;9676;p132"/>
            <p:cNvSpPr/>
            <p:nvPr/>
          </p:nvSpPr>
          <p:spPr>
            <a:xfrm>
              <a:off x="2559249" y="2285083"/>
              <a:ext cx="222808" cy="417520"/>
            </a:xfrm>
            <a:custGeom>
              <a:rect b="b" l="l" r="r" t="t"/>
              <a:pathLst>
                <a:path extrusionOk="0" h="127487" w="68033">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77" name="Google Shape;9677;p132"/>
          <p:cNvGrpSpPr/>
          <p:nvPr/>
        </p:nvGrpSpPr>
        <p:grpSpPr>
          <a:xfrm>
            <a:off x="7594699" y="970929"/>
            <a:ext cx="845645" cy="711911"/>
            <a:chOff x="951975" y="315800"/>
            <a:chExt cx="5860325" cy="4933550"/>
          </a:xfrm>
        </p:grpSpPr>
        <p:sp>
          <p:nvSpPr>
            <p:cNvPr id="9678" name="Google Shape;9678;p132"/>
            <p:cNvSpPr/>
            <p:nvPr/>
          </p:nvSpPr>
          <p:spPr>
            <a:xfrm>
              <a:off x="6501500" y="3684025"/>
              <a:ext cx="310800" cy="261200"/>
            </a:xfrm>
            <a:custGeom>
              <a:rect b="b" l="l" r="r" t="t"/>
              <a:pathLst>
                <a:path extrusionOk="0" h="10448" w="12432">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9" name="Google Shape;9679;p132"/>
            <p:cNvSpPr/>
            <p:nvPr/>
          </p:nvSpPr>
          <p:spPr>
            <a:xfrm>
              <a:off x="6501500" y="2945200"/>
              <a:ext cx="310800" cy="261925"/>
            </a:xfrm>
            <a:custGeom>
              <a:rect b="b" l="l" r="r" t="t"/>
              <a:pathLst>
                <a:path extrusionOk="0" h="10477" w="12432">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0" name="Google Shape;9680;p132"/>
            <p:cNvSpPr/>
            <p:nvPr/>
          </p:nvSpPr>
          <p:spPr>
            <a:xfrm>
              <a:off x="6501500" y="2202650"/>
              <a:ext cx="310800" cy="266400"/>
            </a:xfrm>
            <a:custGeom>
              <a:rect b="b" l="l" r="r" t="t"/>
              <a:pathLst>
                <a:path extrusionOk="0" h="10656" w="12432">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1" name="Google Shape;9681;p132"/>
            <p:cNvSpPr/>
            <p:nvPr/>
          </p:nvSpPr>
          <p:spPr>
            <a:xfrm>
              <a:off x="951975" y="3495675"/>
              <a:ext cx="5460750" cy="1753675"/>
            </a:xfrm>
            <a:custGeom>
              <a:rect b="b" l="l" r="r" t="t"/>
              <a:pathLst>
                <a:path extrusionOk="0" fill="none" h="70147" w="218430">
                  <a:moveTo>
                    <a:pt x="29746" y="1"/>
                  </a:moveTo>
                  <a:lnTo>
                    <a:pt x="0" y="14430"/>
                  </a:lnTo>
                  <a:lnTo>
                    <a:pt x="109215" y="70147"/>
                  </a:lnTo>
                  <a:lnTo>
                    <a:pt x="218429" y="14430"/>
                  </a:lnTo>
                  <a:lnTo>
                    <a:pt x="188684" y="1"/>
                  </a:lnTo>
                  <a:lnTo>
                    <a:pt x="109215" y="40623"/>
                  </a:lnTo>
                  <a:close/>
                </a:path>
              </a:pathLst>
            </a:custGeom>
            <a:noFill/>
            <a:ln cap="flat" cmpd="sng" w="9525">
              <a:solidFill>
                <a:srgbClr val="435D74"/>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2" name="Google Shape;9682;p132"/>
            <p:cNvSpPr/>
            <p:nvPr/>
          </p:nvSpPr>
          <p:spPr>
            <a:xfrm>
              <a:off x="951975" y="2757600"/>
              <a:ext cx="5460750" cy="1753675"/>
            </a:xfrm>
            <a:custGeom>
              <a:rect b="b" l="l" r="r" t="t"/>
              <a:pathLst>
                <a:path extrusionOk="0" fill="none" h="70147" w="21843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cap="flat" cmpd="sng" w="9525">
              <a:solidFill>
                <a:srgbClr val="869FB2"/>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3" name="Google Shape;9683;p132"/>
            <p:cNvSpPr/>
            <p:nvPr/>
          </p:nvSpPr>
          <p:spPr>
            <a:xfrm>
              <a:off x="951975" y="2019500"/>
              <a:ext cx="5460750" cy="1753675"/>
            </a:xfrm>
            <a:custGeom>
              <a:rect b="b" l="l" r="r" t="t"/>
              <a:pathLst>
                <a:path extrusionOk="0" fill="none" h="70147" w="21843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cap="flat" cmpd="sng" w="9525">
              <a:solidFill>
                <a:srgbClr val="BAC8D3"/>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4" name="Google Shape;9684;p132"/>
            <p:cNvSpPr/>
            <p:nvPr/>
          </p:nvSpPr>
          <p:spPr>
            <a:xfrm>
              <a:off x="951975" y="315800"/>
              <a:ext cx="5460750" cy="2719300"/>
            </a:xfrm>
            <a:custGeom>
              <a:rect b="b" l="l" r="r" t="t"/>
              <a:pathLst>
                <a:path extrusionOk="0" fill="none" h="108772" w="218430">
                  <a:moveTo>
                    <a:pt x="109215" y="1"/>
                  </a:moveTo>
                  <a:lnTo>
                    <a:pt x="0" y="52832"/>
                  </a:lnTo>
                  <a:lnTo>
                    <a:pt x="109215" y="108771"/>
                  </a:lnTo>
                  <a:lnTo>
                    <a:pt x="218429" y="52832"/>
                  </a:ln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5" name="Google Shape;9685;p132"/>
            <p:cNvSpPr/>
            <p:nvPr/>
          </p:nvSpPr>
          <p:spPr>
            <a:xfrm>
              <a:off x="6501500" y="1464200"/>
              <a:ext cx="310800" cy="261550"/>
            </a:xfrm>
            <a:custGeom>
              <a:rect b="b" l="l" r="r" t="t"/>
              <a:pathLst>
                <a:path extrusionOk="0" h="10462" w="12432">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86" name="Google Shape;9686;p132"/>
          <p:cNvGrpSpPr/>
          <p:nvPr/>
        </p:nvGrpSpPr>
        <p:grpSpPr>
          <a:xfrm>
            <a:off x="3691828" y="2707037"/>
            <a:ext cx="1617932" cy="621724"/>
            <a:chOff x="3862800" y="3038525"/>
            <a:chExt cx="1329006" cy="510698"/>
          </a:xfrm>
        </p:grpSpPr>
        <p:sp>
          <p:nvSpPr>
            <p:cNvPr id="9687" name="Google Shape;9687;p132"/>
            <p:cNvSpPr/>
            <p:nvPr/>
          </p:nvSpPr>
          <p:spPr>
            <a:xfrm>
              <a:off x="4185913" y="3040337"/>
              <a:ext cx="71107" cy="143789"/>
            </a:xfrm>
            <a:custGeom>
              <a:rect b="b" l="l" r="r" t="t"/>
              <a:pathLst>
                <a:path extrusionOk="0" h="29770" w="14722">
                  <a:moveTo>
                    <a:pt x="0" y="1"/>
                  </a:moveTo>
                  <a:cubicBezTo>
                    <a:pt x="0" y="11614"/>
                    <a:pt x="5398" y="22573"/>
                    <a:pt x="14721" y="29770"/>
                  </a:cubicBezTo>
                  <a:cubicBezTo>
                    <a:pt x="5562" y="22573"/>
                    <a:pt x="164" y="11614"/>
                    <a:pt x="164" y="1"/>
                  </a:cubicBezTo>
                  <a:close/>
                </a:path>
              </a:pathLst>
            </a:custGeom>
            <a:solidFill>
              <a:srgbClr val="CFD9E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8" name="Google Shape;9688;p132"/>
            <p:cNvSpPr/>
            <p:nvPr/>
          </p:nvSpPr>
          <p:spPr>
            <a:xfrm>
              <a:off x="3967075" y="3045080"/>
              <a:ext cx="403706" cy="397383"/>
            </a:xfrm>
            <a:custGeom>
              <a:rect b="b" l="l" r="r" t="t"/>
              <a:pathLst>
                <a:path extrusionOk="0" h="82274" w="83583">
                  <a:moveTo>
                    <a:pt x="83583" y="82273"/>
                  </a:moveTo>
                  <a:cubicBezTo>
                    <a:pt x="37948" y="82273"/>
                    <a:pt x="655" y="45635"/>
                    <a:pt x="0" y="0"/>
                  </a:cubicBezTo>
                  <a:cubicBezTo>
                    <a:pt x="655" y="45635"/>
                    <a:pt x="37948" y="82273"/>
                    <a:pt x="83583" y="82273"/>
                  </a:cubicBezTo>
                  <a:close/>
                </a:path>
              </a:pathLst>
            </a:custGeom>
            <a:solidFill>
              <a:srgbClr val="445D73"/>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89" name="Google Shape;9689;p132"/>
            <p:cNvGrpSpPr/>
            <p:nvPr/>
          </p:nvGrpSpPr>
          <p:grpSpPr>
            <a:xfrm>
              <a:off x="3967075" y="3040337"/>
              <a:ext cx="1019927" cy="402126"/>
              <a:chOff x="3967075" y="3040337"/>
              <a:chExt cx="1019927" cy="402126"/>
            </a:xfrm>
          </p:grpSpPr>
          <p:sp>
            <p:nvSpPr>
              <p:cNvPr id="9690" name="Google Shape;9690;p132"/>
              <p:cNvSpPr/>
              <p:nvPr/>
            </p:nvSpPr>
            <p:spPr>
              <a:xfrm>
                <a:off x="4369197" y="3335999"/>
                <a:ext cx="617805" cy="105869"/>
              </a:xfrm>
              <a:custGeom>
                <a:rect b="b" l="l" r="r" t="t"/>
                <a:pathLst>
                  <a:path extrusionOk="0" fill="none" h="21919" w="127910">
                    <a:moveTo>
                      <a:pt x="1" y="21918"/>
                    </a:moveTo>
                    <a:lnTo>
                      <a:pt x="127909" y="21918"/>
                    </a:lnTo>
                    <a:lnTo>
                      <a:pt x="127909" y="1"/>
                    </a:lnTo>
                    <a:lnTo>
                      <a:pt x="164" y="164"/>
                    </a:lnTo>
                  </a:path>
                </a:pathLst>
              </a:custGeom>
              <a:noFill/>
              <a:ln cap="flat" cmpd="sng" w="9525">
                <a:solidFill>
                  <a:srgbClr val="869FB1"/>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1" name="Google Shape;9691;p132"/>
              <p:cNvSpPr/>
              <p:nvPr/>
            </p:nvSpPr>
            <p:spPr>
              <a:xfrm>
                <a:off x="3967075" y="3040337"/>
                <a:ext cx="403706" cy="402126"/>
              </a:xfrm>
              <a:custGeom>
                <a:rect b="b" l="l" r="r" t="t"/>
                <a:pathLst>
                  <a:path extrusionOk="0" fill="none" h="83256" w="83583">
                    <a:moveTo>
                      <a:pt x="83419" y="61501"/>
                    </a:moveTo>
                    <a:cubicBezTo>
                      <a:pt x="49397" y="61501"/>
                      <a:pt x="21755" y="34022"/>
                      <a:pt x="21755" y="1"/>
                    </a:cubicBezTo>
                    <a:lnTo>
                      <a:pt x="0" y="1"/>
                    </a:lnTo>
                    <a:lnTo>
                      <a:pt x="0" y="982"/>
                    </a:lnTo>
                    <a:cubicBezTo>
                      <a:pt x="818" y="46617"/>
                      <a:pt x="37948" y="83255"/>
                      <a:pt x="83583" y="83255"/>
                    </a:cubicBezTo>
                  </a:path>
                </a:pathLst>
              </a:custGeom>
              <a:noFill/>
              <a:ln cap="flat" cmpd="sng" w="9525">
                <a:solidFill>
                  <a:srgbClr val="869FB1"/>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92" name="Google Shape;9692;p132"/>
            <p:cNvGrpSpPr/>
            <p:nvPr/>
          </p:nvGrpSpPr>
          <p:grpSpPr>
            <a:xfrm>
              <a:off x="4186700" y="3040337"/>
              <a:ext cx="390475" cy="183289"/>
              <a:chOff x="4186700" y="3040337"/>
              <a:chExt cx="390475" cy="183289"/>
            </a:xfrm>
          </p:grpSpPr>
          <p:sp>
            <p:nvSpPr>
              <p:cNvPr id="9693" name="Google Shape;9693;p132"/>
              <p:cNvSpPr/>
              <p:nvPr/>
            </p:nvSpPr>
            <p:spPr>
              <a:xfrm>
                <a:off x="4370181" y="3120129"/>
                <a:ext cx="206994" cy="103497"/>
              </a:xfrm>
              <a:custGeom>
                <a:rect b="b" l="l" r="r" t="t"/>
                <a:pathLst>
                  <a:path extrusionOk="0" fill="none" h="21428" w="42856">
                    <a:moveTo>
                      <a:pt x="1" y="21428"/>
                    </a:moveTo>
                    <a:lnTo>
                      <a:pt x="42855" y="21428"/>
                    </a:lnTo>
                    <a:lnTo>
                      <a:pt x="42855" y="1"/>
                    </a:lnTo>
                    <a:lnTo>
                      <a:pt x="1" y="1"/>
                    </a:lnTo>
                  </a:path>
                </a:pathLst>
              </a:custGeom>
              <a:noFill/>
              <a:ln cap="flat" cmpd="sng" w="9525">
                <a:solidFill>
                  <a:srgbClr val="E3E9ED"/>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4" name="Google Shape;9694;p132"/>
              <p:cNvSpPr/>
              <p:nvPr/>
            </p:nvSpPr>
            <p:spPr>
              <a:xfrm>
                <a:off x="4186700" y="3040337"/>
                <a:ext cx="184081" cy="183289"/>
              </a:xfrm>
              <a:custGeom>
                <a:rect b="b" l="l" r="r" t="t"/>
                <a:pathLst>
                  <a:path extrusionOk="0" fill="none" h="37948" w="38112">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cap="flat" cmpd="sng" w="9525">
                <a:solidFill>
                  <a:srgbClr val="E3E9ED"/>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95" name="Google Shape;9695;p132"/>
            <p:cNvGrpSpPr/>
            <p:nvPr/>
          </p:nvGrpSpPr>
          <p:grpSpPr>
            <a:xfrm>
              <a:off x="4073727" y="3040337"/>
              <a:ext cx="697794" cy="296263"/>
              <a:chOff x="4073727" y="3040337"/>
              <a:chExt cx="697794" cy="296263"/>
            </a:xfrm>
          </p:grpSpPr>
          <p:sp>
            <p:nvSpPr>
              <p:cNvPr id="9696" name="Google Shape;9696;p132"/>
              <p:cNvSpPr/>
              <p:nvPr/>
            </p:nvSpPr>
            <p:spPr>
              <a:xfrm>
                <a:off x="4370181" y="3223621"/>
                <a:ext cx="401339" cy="112979"/>
              </a:xfrm>
              <a:custGeom>
                <a:rect b="b" l="l" r="r" t="t"/>
                <a:pathLst>
                  <a:path extrusionOk="0" fill="none" h="23391" w="83093">
                    <a:moveTo>
                      <a:pt x="1" y="23391"/>
                    </a:moveTo>
                    <a:lnTo>
                      <a:pt x="83092" y="23391"/>
                    </a:lnTo>
                    <a:lnTo>
                      <a:pt x="83092" y="1"/>
                    </a:lnTo>
                    <a:lnTo>
                      <a:pt x="1" y="1"/>
                    </a:lnTo>
                  </a:path>
                </a:pathLst>
              </a:custGeom>
              <a:noFill/>
              <a:ln cap="flat" cmpd="sng" w="9525">
                <a:solidFill>
                  <a:srgbClr val="CFD9E0"/>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7" name="Google Shape;9697;p132"/>
              <p:cNvSpPr/>
              <p:nvPr/>
            </p:nvSpPr>
            <p:spPr>
              <a:xfrm>
                <a:off x="4073727" y="3040337"/>
                <a:ext cx="297055" cy="296263"/>
              </a:xfrm>
              <a:custGeom>
                <a:rect b="b" l="l" r="r" t="t"/>
                <a:pathLst>
                  <a:path extrusionOk="0" fill="none" h="61338" w="61502">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cap="flat" cmpd="sng" w="9525">
                <a:solidFill>
                  <a:srgbClr val="CFD9E0"/>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98" name="Google Shape;9698;p132"/>
            <p:cNvGrpSpPr/>
            <p:nvPr/>
          </p:nvGrpSpPr>
          <p:grpSpPr>
            <a:xfrm>
              <a:off x="3862800" y="3038525"/>
              <a:ext cx="1329006" cy="510698"/>
              <a:chOff x="3862800" y="3038525"/>
              <a:chExt cx="1329006" cy="510698"/>
            </a:xfrm>
          </p:grpSpPr>
          <p:sp>
            <p:nvSpPr>
              <p:cNvPr id="9699" name="Google Shape;9699;p132"/>
              <p:cNvSpPr/>
              <p:nvPr/>
            </p:nvSpPr>
            <p:spPr>
              <a:xfrm>
                <a:off x="4370175" y="3441875"/>
                <a:ext cx="821631" cy="107348"/>
              </a:xfrm>
              <a:custGeom>
                <a:rect b="b" l="l" r="r" t="t"/>
                <a:pathLst>
                  <a:path extrusionOk="0" fill="none" h="21919" w="170110">
                    <a:moveTo>
                      <a:pt x="1" y="21918"/>
                    </a:moveTo>
                    <a:lnTo>
                      <a:pt x="170110" y="21918"/>
                    </a:lnTo>
                    <a:lnTo>
                      <a:pt x="170110" y="0"/>
                    </a:lnTo>
                    <a:lnTo>
                      <a:pt x="1" y="0"/>
                    </a:lnTo>
                  </a:path>
                </a:pathLst>
              </a:custGeom>
              <a:noFill/>
              <a:ln cap="flat" cmpd="sng" w="9525">
                <a:solidFill>
                  <a:srgbClr val="445D73"/>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0" name="Google Shape;9700;p132"/>
              <p:cNvSpPr/>
              <p:nvPr/>
            </p:nvSpPr>
            <p:spPr>
              <a:xfrm>
                <a:off x="3862800" y="3038525"/>
                <a:ext cx="507990" cy="510620"/>
              </a:xfrm>
              <a:custGeom>
                <a:rect b="b" l="l" r="r" t="t"/>
                <a:pathLst>
                  <a:path extrusionOk="0" fill="none" h="105500" w="105174">
                    <a:moveTo>
                      <a:pt x="105174" y="83418"/>
                    </a:moveTo>
                    <a:cubicBezTo>
                      <a:pt x="59539" y="83418"/>
                      <a:pt x="22246" y="46780"/>
                      <a:pt x="21591" y="1145"/>
                    </a:cubicBezTo>
                    <a:lnTo>
                      <a:pt x="21591" y="0"/>
                    </a:lnTo>
                    <a:lnTo>
                      <a:pt x="1" y="0"/>
                    </a:lnTo>
                    <a:cubicBezTo>
                      <a:pt x="1" y="58229"/>
                      <a:pt x="46944" y="105336"/>
                      <a:pt x="105174" y="105500"/>
                    </a:cubicBezTo>
                  </a:path>
                </a:pathLst>
              </a:custGeom>
              <a:noFill/>
              <a:ln cap="flat" cmpd="sng" w="9525">
                <a:solidFill>
                  <a:srgbClr val="445D73"/>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701" name="Google Shape;9701;p132"/>
          <p:cNvGrpSpPr/>
          <p:nvPr/>
        </p:nvGrpSpPr>
        <p:grpSpPr>
          <a:xfrm>
            <a:off x="700150" y="970929"/>
            <a:ext cx="883205" cy="775176"/>
            <a:chOff x="649648" y="271400"/>
            <a:chExt cx="6215377" cy="5455143"/>
          </a:xfrm>
        </p:grpSpPr>
        <p:sp>
          <p:nvSpPr>
            <p:cNvPr id="9702" name="Google Shape;9702;p132"/>
            <p:cNvSpPr/>
            <p:nvPr/>
          </p:nvSpPr>
          <p:spPr>
            <a:xfrm>
              <a:off x="2641907" y="3717593"/>
              <a:ext cx="3573900" cy="2008950"/>
            </a:xfrm>
            <a:custGeom>
              <a:rect b="b" l="l" r="r" t="t"/>
              <a:pathLst>
                <a:path extrusionOk="0" fill="none" h="80358" w="142956">
                  <a:moveTo>
                    <a:pt x="0" y="50612"/>
                  </a:moveTo>
                  <a:cubicBezTo>
                    <a:pt x="53053" y="80357"/>
                    <a:pt x="120314" y="56605"/>
                    <a:pt x="142956" y="0"/>
                  </a:cubicBezTo>
                </a:path>
              </a:pathLst>
            </a:custGeom>
            <a:noFill/>
            <a:ln cap="flat" cmpd="sng" w="9525">
              <a:solidFill>
                <a:srgbClr val="325D79"/>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3" name="Google Shape;9703;p132"/>
            <p:cNvSpPr/>
            <p:nvPr/>
          </p:nvSpPr>
          <p:spPr>
            <a:xfrm>
              <a:off x="1359875" y="2446825"/>
              <a:ext cx="338550" cy="1598275"/>
            </a:xfrm>
            <a:custGeom>
              <a:rect b="b" l="l" r="r" t="t"/>
              <a:pathLst>
                <a:path extrusionOk="0" fill="none" h="63931" w="13542">
                  <a:moveTo>
                    <a:pt x="888" y="0"/>
                  </a:moveTo>
                  <a:cubicBezTo>
                    <a:pt x="223" y="4440"/>
                    <a:pt x="1" y="9102"/>
                    <a:pt x="1" y="13763"/>
                  </a:cubicBezTo>
                  <a:cubicBezTo>
                    <a:pt x="1" y="31300"/>
                    <a:pt x="4662" y="48614"/>
                    <a:pt x="13541" y="63931"/>
                  </a:cubicBezTo>
                </a:path>
              </a:pathLst>
            </a:custGeom>
            <a:noFill/>
            <a:ln cap="flat" cmpd="sng" w="9525">
              <a:solidFill>
                <a:srgbClr val="325D79"/>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4" name="Google Shape;9704;p132"/>
            <p:cNvSpPr/>
            <p:nvPr/>
          </p:nvSpPr>
          <p:spPr>
            <a:xfrm>
              <a:off x="1709500" y="271400"/>
              <a:ext cx="5149975" cy="2519525"/>
            </a:xfrm>
            <a:custGeom>
              <a:rect b="b" l="l" r="r" t="t"/>
              <a:pathLst>
                <a:path extrusionOk="0" fill="none" h="100781" w="205999">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cap="flat" cmpd="sng" w="9525">
              <a:solidFill>
                <a:srgbClr val="325D79"/>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5" name="Google Shape;9705;p132"/>
            <p:cNvSpPr/>
            <p:nvPr/>
          </p:nvSpPr>
          <p:spPr>
            <a:xfrm>
              <a:off x="5965975" y="415700"/>
              <a:ext cx="754750" cy="754750"/>
            </a:xfrm>
            <a:custGeom>
              <a:rect b="b" l="l" r="r" t="t"/>
              <a:pathLst>
                <a:path extrusionOk="0" fill="none" h="30190" w="3019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6" name="Google Shape;9706;p132"/>
            <p:cNvSpPr/>
            <p:nvPr/>
          </p:nvSpPr>
          <p:spPr>
            <a:xfrm>
              <a:off x="699475" y="2457925"/>
              <a:ext cx="5183275" cy="2647150"/>
            </a:xfrm>
            <a:custGeom>
              <a:rect b="b" l="l" r="r" t="t"/>
              <a:pathLst>
                <a:path extrusionOk="0" fill="none" h="105886" w="207331">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cap="flat" cmpd="sng" w="9525">
              <a:solidFill>
                <a:srgbClr val="667E92"/>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7" name="Google Shape;9707;p132"/>
            <p:cNvSpPr/>
            <p:nvPr/>
          </p:nvSpPr>
          <p:spPr>
            <a:xfrm>
              <a:off x="2075775" y="387950"/>
              <a:ext cx="4012325" cy="2402975"/>
            </a:xfrm>
            <a:custGeom>
              <a:rect b="b" l="l" r="r" t="t"/>
              <a:pathLst>
                <a:path extrusionOk="0" fill="none" h="96119" w="160493">
                  <a:moveTo>
                    <a:pt x="160492" y="96118"/>
                  </a:moveTo>
                  <a:cubicBezTo>
                    <a:pt x="160492" y="57494"/>
                    <a:pt x="135630" y="23530"/>
                    <a:pt x="99003" y="11765"/>
                  </a:cubicBezTo>
                  <a:cubicBezTo>
                    <a:pt x="62377" y="0"/>
                    <a:pt x="22420" y="13097"/>
                    <a:pt x="0" y="44397"/>
                  </a:cubicBezTo>
                </a:path>
              </a:pathLst>
            </a:custGeom>
            <a:noFill/>
            <a:ln cap="flat" cmpd="sng" w="9525">
              <a:solidFill>
                <a:srgbClr val="667E92"/>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8" name="Google Shape;9708;p132"/>
            <p:cNvSpPr/>
            <p:nvPr/>
          </p:nvSpPr>
          <p:spPr>
            <a:xfrm>
              <a:off x="649648" y="670971"/>
              <a:ext cx="5183118" cy="4298214"/>
            </a:xfrm>
            <a:custGeom>
              <a:rect b="b" l="l" r="r" t="t"/>
              <a:pathLst>
                <a:path extrusionOk="0" fill="none" h="170260" w="205333">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cap="flat" cmpd="sng" w="9525">
              <a:solidFill>
                <a:srgbClr val="445D73"/>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9" name="Google Shape;9709;p132"/>
            <p:cNvSpPr/>
            <p:nvPr/>
          </p:nvSpPr>
          <p:spPr>
            <a:xfrm>
              <a:off x="1731700" y="1059450"/>
              <a:ext cx="5133325" cy="3762600"/>
            </a:xfrm>
            <a:custGeom>
              <a:rect b="b" l="l" r="r" t="t"/>
              <a:pathLst>
                <a:path extrusionOk="0" fill="none" h="150504" w="205333">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cap="flat" cmpd="sng" w="9525">
              <a:solidFill>
                <a:srgbClr val="869FB1"/>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0" name="Google Shape;9710;p132"/>
            <p:cNvSpPr/>
            <p:nvPr/>
          </p:nvSpPr>
          <p:spPr>
            <a:xfrm>
              <a:off x="5965975" y="2912975"/>
              <a:ext cx="754750" cy="754775"/>
            </a:xfrm>
            <a:custGeom>
              <a:rect b="b" l="l" r="r" t="t"/>
              <a:pathLst>
                <a:path extrusionOk="0" fill="none" h="30191" w="3019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1" name="Google Shape;9711;p132"/>
            <p:cNvSpPr/>
            <p:nvPr/>
          </p:nvSpPr>
          <p:spPr>
            <a:xfrm>
              <a:off x="2453125" y="1464550"/>
              <a:ext cx="2874675" cy="2785900"/>
            </a:xfrm>
            <a:custGeom>
              <a:rect b="b" l="l" r="r" t="t"/>
              <a:pathLst>
                <a:path extrusionOk="0" fill="none" h="111436" w="114987">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2" name="Google Shape;9712;p132"/>
            <p:cNvSpPr/>
            <p:nvPr/>
          </p:nvSpPr>
          <p:spPr>
            <a:xfrm>
              <a:off x="732775" y="4183825"/>
              <a:ext cx="754775" cy="760300"/>
            </a:xfrm>
            <a:custGeom>
              <a:rect b="b" l="l" r="r" t="t"/>
              <a:pathLst>
                <a:path extrusionOk="0" fill="none" h="30412" w="30191">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3" name="Google Shape;9713;p132"/>
            <p:cNvSpPr/>
            <p:nvPr/>
          </p:nvSpPr>
          <p:spPr>
            <a:xfrm>
              <a:off x="732775" y="1669900"/>
              <a:ext cx="754775" cy="754750"/>
            </a:xfrm>
            <a:custGeom>
              <a:rect b="b" l="l" r="r" t="t"/>
              <a:pathLst>
                <a:path extrusionOk="0" fill="none" h="30190" w="30191">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14" name="Google Shape;9714;p132"/>
          <p:cNvGrpSpPr/>
          <p:nvPr/>
        </p:nvGrpSpPr>
        <p:grpSpPr>
          <a:xfrm>
            <a:off x="2308452" y="970929"/>
            <a:ext cx="767704" cy="815489"/>
            <a:chOff x="2499700" y="1135950"/>
            <a:chExt cx="732402" cy="777990"/>
          </a:xfrm>
        </p:grpSpPr>
        <p:grpSp>
          <p:nvGrpSpPr>
            <p:cNvPr id="9715" name="Google Shape;9715;p132"/>
            <p:cNvGrpSpPr/>
            <p:nvPr/>
          </p:nvGrpSpPr>
          <p:grpSpPr>
            <a:xfrm>
              <a:off x="2499700" y="1135950"/>
              <a:ext cx="732402" cy="694705"/>
              <a:chOff x="2499700" y="1135950"/>
              <a:chExt cx="732402" cy="694705"/>
            </a:xfrm>
          </p:grpSpPr>
          <p:sp>
            <p:nvSpPr>
              <p:cNvPr id="9716" name="Google Shape;9716;p132"/>
              <p:cNvSpPr/>
              <p:nvPr/>
            </p:nvSpPr>
            <p:spPr>
              <a:xfrm>
                <a:off x="2721907" y="1135950"/>
                <a:ext cx="288719" cy="199571"/>
              </a:xfrm>
              <a:custGeom>
                <a:rect b="b" l="l" r="r" t="t"/>
                <a:pathLst>
                  <a:path extrusionOk="0" h="56376" w="81559">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7" name="Google Shape;9717;p132"/>
              <p:cNvSpPr/>
              <p:nvPr/>
            </p:nvSpPr>
            <p:spPr>
              <a:xfrm>
                <a:off x="2499700" y="1313180"/>
                <a:ext cx="225119" cy="278853"/>
              </a:xfrm>
              <a:custGeom>
                <a:rect b="b" l="l" r="r" t="t"/>
                <a:pathLst>
                  <a:path extrusionOk="0" h="78772" w="63593">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8" name="Google Shape;9718;p132"/>
              <p:cNvSpPr/>
              <p:nvPr/>
            </p:nvSpPr>
            <p:spPr>
              <a:xfrm>
                <a:off x="2721907" y="1317604"/>
                <a:ext cx="53599" cy="72899"/>
              </a:xfrm>
              <a:custGeom>
                <a:rect b="b" l="l" r="r" t="t"/>
                <a:pathLst>
                  <a:path extrusionOk="0" h="20593" w="15141">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9" name="Google Shape;9719;p132"/>
              <p:cNvSpPr/>
              <p:nvPr/>
            </p:nvSpPr>
            <p:spPr>
              <a:xfrm>
                <a:off x="2764773" y="1334751"/>
                <a:ext cx="47171" cy="52173"/>
              </a:xfrm>
              <a:custGeom>
                <a:rect b="b" l="l" r="r" t="t"/>
                <a:pathLst>
                  <a:path extrusionOk="0" h="14738" w="13325">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0" name="Google Shape;9720;p132"/>
              <p:cNvSpPr/>
              <p:nvPr/>
            </p:nvSpPr>
            <p:spPr>
              <a:xfrm>
                <a:off x="2554001" y="1354757"/>
                <a:ext cx="187956" cy="201536"/>
              </a:xfrm>
              <a:custGeom>
                <a:rect b="b" l="l" r="r" t="t"/>
                <a:pathLst>
                  <a:path extrusionOk="0" h="56931" w="53095">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1" name="Google Shape;9721;p132"/>
              <p:cNvSpPr/>
              <p:nvPr/>
            </p:nvSpPr>
            <p:spPr>
              <a:xfrm>
                <a:off x="2724763" y="1363329"/>
                <a:ext cx="46455" cy="58605"/>
              </a:xfrm>
              <a:custGeom>
                <a:rect b="b" l="l" r="r" t="t"/>
                <a:pathLst>
                  <a:path extrusionOk="0" h="16555" w="13123">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2" name="Google Shape;9722;p132"/>
              <p:cNvSpPr/>
              <p:nvPr/>
            </p:nvSpPr>
            <p:spPr>
              <a:xfrm>
                <a:off x="2587581" y="1591246"/>
                <a:ext cx="277288" cy="238695"/>
              </a:xfrm>
              <a:custGeom>
                <a:rect b="b" l="l" r="r" t="t"/>
                <a:pathLst>
                  <a:path extrusionOk="0" h="67428" w="7833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3" name="Google Shape;9723;p132"/>
              <p:cNvSpPr/>
              <p:nvPr/>
            </p:nvSpPr>
            <p:spPr>
              <a:xfrm>
                <a:off x="2631881" y="1556237"/>
                <a:ext cx="95768" cy="46455"/>
              </a:xfrm>
              <a:custGeom>
                <a:rect b="b" l="l" r="r" t="t"/>
                <a:pathLst>
                  <a:path extrusionOk="0" h="13123" w="27053">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4" name="Google Shape;9724;p132"/>
              <p:cNvSpPr/>
              <p:nvPr/>
            </p:nvSpPr>
            <p:spPr>
              <a:xfrm>
                <a:off x="2661889" y="1514798"/>
                <a:ext cx="66467" cy="47170"/>
              </a:xfrm>
              <a:custGeom>
                <a:rect b="b" l="l" r="r" t="t"/>
                <a:pathLst>
                  <a:path extrusionOk="0" h="13325" w="18776">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5" name="Google Shape;9725;p132"/>
              <p:cNvSpPr/>
              <p:nvPr/>
            </p:nvSpPr>
            <p:spPr>
              <a:xfrm>
                <a:off x="2635452" y="1602677"/>
                <a:ext cx="205108" cy="180094"/>
              </a:xfrm>
              <a:custGeom>
                <a:rect b="b" l="l" r="r" t="t"/>
                <a:pathLst>
                  <a:path extrusionOk="0" h="50874" w="5794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6" name="Google Shape;9726;p132"/>
              <p:cNvSpPr/>
              <p:nvPr/>
            </p:nvSpPr>
            <p:spPr>
              <a:xfrm>
                <a:off x="2676892" y="1560523"/>
                <a:ext cx="76471" cy="45025"/>
              </a:xfrm>
              <a:custGeom>
                <a:rect b="b" l="l" r="r" t="t"/>
                <a:pathLst>
                  <a:path extrusionOk="0" h="12719" w="21602">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7" name="Google Shape;9727;p132"/>
              <p:cNvSpPr/>
              <p:nvPr/>
            </p:nvSpPr>
            <p:spPr>
              <a:xfrm>
                <a:off x="2864801" y="1592672"/>
                <a:ext cx="278003" cy="237984"/>
              </a:xfrm>
              <a:custGeom>
                <a:rect b="b" l="l" r="r" t="t"/>
                <a:pathLst>
                  <a:path extrusionOk="0" h="67227" w="78532">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8" name="Google Shape;9728;p132"/>
              <p:cNvSpPr/>
              <p:nvPr/>
            </p:nvSpPr>
            <p:spPr>
              <a:xfrm>
                <a:off x="2840508" y="1660548"/>
                <a:ext cx="49316" cy="100770"/>
              </a:xfrm>
              <a:custGeom>
                <a:rect b="b" l="l" r="r" t="t"/>
                <a:pathLst>
                  <a:path extrusionOk="0" h="28466" w="13931">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9" name="Google Shape;9729;p132"/>
              <p:cNvSpPr/>
              <p:nvPr/>
            </p:nvSpPr>
            <p:spPr>
              <a:xfrm>
                <a:off x="2816930" y="1644831"/>
                <a:ext cx="47886" cy="77898"/>
              </a:xfrm>
              <a:custGeom>
                <a:rect b="b" l="l" r="r" t="t"/>
                <a:pathLst>
                  <a:path extrusionOk="0" h="22005" w="13527">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0" name="Google Shape;9730;p132"/>
              <p:cNvSpPr/>
              <p:nvPr/>
            </p:nvSpPr>
            <p:spPr>
              <a:xfrm>
                <a:off x="2889093" y="1602677"/>
                <a:ext cx="205823" cy="180809"/>
              </a:xfrm>
              <a:custGeom>
                <a:rect b="b" l="l" r="r" t="t"/>
                <a:pathLst>
                  <a:path extrusionOk="0" h="51076" w="58142">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1" name="Google Shape;9731;p132"/>
              <p:cNvSpPr/>
              <p:nvPr/>
            </p:nvSpPr>
            <p:spPr>
              <a:xfrm>
                <a:off x="2864801" y="1644831"/>
                <a:ext cx="48601" cy="77898"/>
              </a:xfrm>
              <a:custGeom>
                <a:rect b="b" l="l" r="r" t="t"/>
                <a:pathLst>
                  <a:path extrusionOk="0" h="22005" w="13729">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2" name="Google Shape;9732;p132"/>
              <p:cNvSpPr/>
              <p:nvPr/>
            </p:nvSpPr>
            <p:spPr>
              <a:xfrm>
                <a:off x="2864086" y="1653402"/>
                <a:ext cx="2149" cy="7151"/>
              </a:xfrm>
              <a:custGeom>
                <a:rect b="b" l="l" r="r" t="t"/>
                <a:pathLst>
                  <a:path extrusionOk="0" h="2020" w="607">
                    <a:moveTo>
                      <a:pt x="1" y="1"/>
                    </a:moveTo>
                    <a:cubicBezTo>
                      <a:pt x="1" y="606"/>
                      <a:pt x="203" y="1414"/>
                      <a:pt x="203" y="2019"/>
                    </a:cubicBezTo>
                    <a:cubicBezTo>
                      <a:pt x="405" y="1414"/>
                      <a:pt x="405" y="606"/>
                      <a:pt x="607" y="1"/>
                    </a:cubicBezTo>
                    <a:close/>
                  </a:path>
                </a:pathLst>
              </a:custGeom>
              <a:solidFill>
                <a:srgbClr val="000000"/>
              </a:solid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3" name="Google Shape;9733;p132"/>
              <p:cNvSpPr/>
              <p:nvPr/>
            </p:nvSpPr>
            <p:spPr>
              <a:xfrm>
                <a:off x="3006983" y="1313318"/>
                <a:ext cx="225119" cy="279430"/>
              </a:xfrm>
              <a:custGeom>
                <a:rect b="b" l="l" r="r" t="t"/>
                <a:pathLst>
                  <a:path extrusionOk="0" h="78935" w="63593">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4" name="Google Shape;9734;p132"/>
              <p:cNvSpPr/>
              <p:nvPr/>
            </p:nvSpPr>
            <p:spPr>
              <a:xfrm>
                <a:off x="2956256" y="1319034"/>
                <a:ext cx="54314" cy="72184"/>
              </a:xfrm>
              <a:custGeom>
                <a:rect b="b" l="l" r="r" t="t"/>
                <a:pathLst>
                  <a:path extrusionOk="0" h="20391" w="15343">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5" name="Google Shape;9735;p132"/>
              <p:cNvSpPr/>
              <p:nvPr/>
            </p:nvSpPr>
            <p:spPr>
              <a:xfrm>
                <a:off x="2919817" y="1335466"/>
                <a:ext cx="47886" cy="52888"/>
              </a:xfrm>
              <a:custGeom>
                <a:rect b="b" l="l" r="r" t="t"/>
                <a:pathLst>
                  <a:path extrusionOk="0" h="14940" w="13527">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6" name="Google Shape;9736;p132"/>
              <p:cNvSpPr/>
              <p:nvPr/>
            </p:nvSpPr>
            <p:spPr>
              <a:xfrm>
                <a:off x="3002697" y="1557663"/>
                <a:ext cx="95053" cy="46455"/>
              </a:xfrm>
              <a:custGeom>
                <a:rect b="b" l="l" r="r" t="t"/>
                <a:pathLst>
                  <a:path extrusionOk="0" h="13123" w="26851">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7" name="Google Shape;9737;p132"/>
              <p:cNvSpPr/>
              <p:nvPr/>
            </p:nvSpPr>
            <p:spPr>
              <a:xfrm>
                <a:off x="2975545" y="1561238"/>
                <a:ext cx="78616" cy="45740"/>
              </a:xfrm>
              <a:custGeom>
                <a:rect b="b" l="l" r="r" t="t"/>
                <a:pathLst>
                  <a:path extrusionOk="0" h="12921" w="22208">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8" name="Google Shape;9738;p132"/>
              <p:cNvSpPr/>
              <p:nvPr/>
            </p:nvSpPr>
            <p:spPr>
              <a:xfrm>
                <a:off x="2959827" y="1364044"/>
                <a:ext cx="47171" cy="60035"/>
              </a:xfrm>
              <a:custGeom>
                <a:rect b="b" l="l" r="r" t="t"/>
                <a:pathLst>
                  <a:path extrusionOk="0" h="16959" w="13325">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9" name="Google Shape;9739;p132"/>
              <p:cNvSpPr/>
              <p:nvPr/>
            </p:nvSpPr>
            <p:spPr>
              <a:xfrm>
                <a:off x="3002697" y="1515509"/>
                <a:ext cx="67179" cy="47170"/>
              </a:xfrm>
              <a:custGeom>
                <a:rect b="b" l="l" r="r" t="t"/>
                <a:pathLst>
                  <a:path extrusionOk="0" h="13325" w="18977">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0" name="Google Shape;9740;p132"/>
              <p:cNvSpPr/>
              <p:nvPr/>
            </p:nvSpPr>
            <p:spPr>
              <a:xfrm>
                <a:off x="3001982" y="1561238"/>
                <a:ext cx="719" cy="4"/>
              </a:xfrm>
              <a:custGeom>
                <a:rect b="b" l="l" r="r" t="t"/>
                <a:pathLst>
                  <a:path extrusionOk="0" h="1" w="203">
                    <a:moveTo>
                      <a:pt x="202" y="0"/>
                    </a:moveTo>
                    <a:lnTo>
                      <a:pt x="202" y="0"/>
                    </a:lnTo>
                    <a:lnTo>
                      <a:pt x="0" y="0"/>
                    </a:lnTo>
                    <a:close/>
                  </a:path>
                </a:pathLst>
              </a:custGeom>
              <a:solidFill>
                <a:srgbClr val="000000"/>
              </a:solid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1" name="Google Shape;9741;p132"/>
              <p:cNvSpPr/>
              <p:nvPr/>
            </p:nvSpPr>
            <p:spPr>
              <a:xfrm>
                <a:off x="2727622" y="1560523"/>
                <a:ext cx="4" cy="4"/>
              </a:xfrm>
              <a:custGeom>
                <a:rect b="b" l="l" r="r" t="t"/>
                <a:pathLst>
                  <a:path extrusionOk="0" h="1" w="1">
                    <a:moveTo>
                      <a:pt x="0" y="0"/>
                    </a:moveTo>
                    <a:close/>
                  </a:path>
                </a:pathLst>
              </a:custGeom>
              <a:solidFill>
                <a:srgbClr val="FFFFFF"/>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2" name="Google Shape;9742;p132"/>
              <p:cNvSpPr/>
              <p:nvPr/>
            </p:nvSpPr>
            <p:spPr>
              <a:xfrm>
                <a:off x="2706186" y="1356898"/>
                <a:ext cx="321598" cy="311591"/>
              </a:xfrm>
              <a:custGeom>
                <a:rect b="b" l="l" r="r" t="t"/>
                <a:pathLst>
                  <a:path extrusionOk="0" fill="none" h="88020" w="90847">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cap="flat" cmpd="sng" w="9525">
                <a:solidFill>
                  <a:srgbClr val="FFFFFF"/>
                </a:solidFill>
                <a:prstDash val="solid"/>
                <a:miter lim="201878"/>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43" name="Google Shape;9743;p132"/>
            <p:cNvGrpSpPr/>
            <p:nvPr/>
          </p:nvGrpSpPr>
          <p:grpSpPr>
            <a:xfrm>
              <a:off x="2517909" y="1188726"/>
              <a:ext cx="702702" cy="725214"/>
              <a:chOff x="2517909" y="1188726"/>
              <a:chExt cx="702702" cy="725214"/>
            </a:xfrm>
          </p:grpSpPr>
          <p:sp>
            <p:nvSpPr>
              <p:cNvPr id="9744" name="Google Shape;9744;p132"/>
              <p:cNvSpPr/>
              <p:nvPr/>
            </p:nvSpPr>
            <p:spPr>
              <a:xfrm>
                <a:off x="2621966" y="1188726"/>
                <a:ext cx="114832" cy="86149"/>
              </a:xfrm>
              <a:custGeom>
                <a:rect b="b" l="l" r="r" t="t"/>
                <a:pathLst>
                  <a:path extrusionOk="0" h="7716" w="10285">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5" name="Google Shape;9745;p132"/>
              <p:cNvSpPr/>
              <p:nvPr/>
            </p:nvSpPr>
            <p:spPr>
              <a:xfrm>
                <a:off x="2517909" y="1543306"/>
                <a:ext cx="54396" cy="134951"/>
              </a:xfrm>
              <a:custGeom>
                <a:rect b="b" l="l" r="r" t="t"/>
                <a:pathLst>
                  <a:path extrusionOk="0" h="12087" w="4872">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6" name="Google Shape;9746;p132"/>
              <p:cNvSpPr/>
              <p:nvPr/>
            </p:nvSpPr>
            <p:spPr>
              <a:xfrm>
                <a:off x="3174265" y="1556894"/>
                <a:ext cx="46346" cy="135275"/>
              </a:xfrm>
              <a:custGeom>
                <a:rect b="b" l="l" r="r" t="t"/>
                <a:pathLst>
                  <a:path extrusionOk="0" h="12116" w="4151">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7" name="Google Shape;9747;p132"/>
              <p:cNvSpPr/>
              <p:nvPr/>
            </p:nvSpPr>
            <p:spPr>
              <a:xfrm>
                <a:off x="3023194" y="1197200"/>
                <a:ext cx="116417" cy="83525"/>
              </a:xfrm>
              <a:custGeom>
                <a:rect b="b" l="l" r="r" t="t"/>
                <a:pathLst>
                  <a:path extrusionOk="0" h="7481" w="10427">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8" name="Google Shape;9748;p132"/>
              <p:cNvSpPr/>
              <p:nvPr/>
            </p:nvSpPr>
            <p:spPr>
              <a:xfrm rot="8660313">
                <a:off x="2818264" y="1804296"/>
                <a:ext cx="116433" cy="83536"/>
              </a:xfrm>
              <a:custGeom>
                <a:rect b="b" l="l" r="r" t="t"/>
                <a:pathLst>
                  <a:path extrusionOk="0" h="7481" w="10427">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749" name="Google Shape;9749;p132"/>
          <p:cNvGrpSpPr/>
          <p:nvPr/>
        </p:nvGrpSpPr>
        <p:grpSpPr>
          <a:xfrm>
            <a:off x="1654184" y="970929"/>
            <a:ext cx="583439" cy="870229"/>
            <a:chOff x="1716825" y="1121550"/>
            <a:chExt cx="622800" cy="928938"/>
          </a:xfrm>
        </p:grpSpPr>
        <p:grpSp>
          <p:nvGrpSpPr>
            <p:cNvPr id="9750" name="Google Shape;9750;p132"/>
            <p:cNvGrpSpPr/>
            <p:nvPr/>
          </p:nvGrpSpPr>
          <p:grpSpPr>
            <a:xfrm>
              <a:off x="1716825" y="1121550"/>
              <a:ext cx="622800" cy="928938"/>
              <a:chOff x="1716825" y="1121550"/>
              <a:chExt cx="622800" cy="928938"/>
            </a:xfrm>
          </p:grpSpPr>
          <p:cxnSp>
            <p:nvCxnSpPr>
              <p:cNvPr id="9751" name="Google Shape;9751;p132"/>
              <p:cNvCxnSpPr/>
              <p:nvPr/>
            </p:nvCxnSpPr>
            <p:spPr>
              <a:xfrm>
                <a:off x="1954750" y="1738188"/>
                <a:ext cx="0" cy="312300"/>
              </a:xfrm>
              <a:prstGeom prst="straightConnector1">
                <a:avLst/>
              </a:prstGeom>
              <a:noFill/>
              <a:ln cap="flat" cmpd="sng" w="9525">
                <a:solidFill>
                  <a:srgbClr val="213B55"/>
                </a:solidFill>
                <a:prstDash val="solid"/>
                <a:round/>
                <a:headEnd len="med" w="med" type="none"/>
                <a:tailEnd len="med" w="med" type="none"/>
              </a:ln>
            </p:spPr>
          </p:cxnSp>
          <p:sp>
            <p:nvSpPr>
              <p:cNvPr id="9752" name="Google Shape;9752;p132"/>
              <p:cNvSpPr/>
              <p:nvPr/>
            </p:nvSpPr>
            <p:spPr>
              <a:xfrm>
                <a:off x="1716825" y="1121550"/>
                <a:ext cx="622800" cy="622800"/>
              </a:xfrm>
              <a:prstGeom prst="ellipse">
                <a:avLst/>
              </a:pr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53" name="Google Shape;9753;p132"/>
            <p:cNvGrpSpPr/>
            <p:nvPr/>
          </p:nvGrpSpPr>
          <p:grpSpPr>
            <a:xfrm>
              <a:off x="1768050" y="1172775"/>
              <a:ext cx="520200" cy="832000"/>
              <a:chOff x="1768050" y="1172775"/>
              <a:chExt cx="520200" cy="832000"/>
            </a:xfrm>
          </p:grpSpPr>
          <p:cxnSp>
            <p:nvCxnSpPr>
              <p:cNvPr id="9754" name="Google Shape;9754;p132"/>
              <p:cNvCxnSpPr/>
              <p:nvPr/>
            </p:nvCxnSpPr>
            <p:spPr>
              <a:xfrm>
                <a:off x="2003025" y="1692475"/>
                <a:ext cx="0" cy="312300"/>
              </a:xfrm>
              <a:prstGeom prst="straightConnector1">
                <a:avLst/>
              </a:prstGeom>
              <a:noFill/>
              <a:ln cap="flat" cmpd="sng" w="9525">
                <a:solidFill>
                  <a:srgbClr val="667E92"/>
                </a:solidFill>
                <a:prstDash val="solid"/>
                <a:round/>
                <a:headEnd len="med" w="med" type="none"/>
                <a:tailEnd len="med" w="med" type="none"/>
              </a:ln>
            </p:spPr>
          </p:cxnSp>
          <p:sp>
            <p:nvSpPr>
              <p:cNvPr id="9755" name="Google Shape;9755;p132"/>
              <p:cNvSpPr/>
              <p:nvPr/>
            </p:nvSpPr>
            <p:spPr>
              <a:xfrm>
                <a:off x="1768050" y="1172775"/>
                <a:ext cx="520200" cy="520200"/>
              </a:xfrm>
              <a:prstGeom prst="ellipse">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56" name="Google Shape;9756;p132"/>
            <p:cNvGrpSpPr/>
            <p:nvPr/>
          </p:nvGrpSpPr>
          <p:grpSpPr>
            <a:xfrm>
              <a:off x="1820100" y="1225475"/>
              <a:ext cx="416400" cy="729575"/>
              <a:chOff x="1820100" y="1225475"/>
              <a:chExt cx="416400" cy="729575"/>
            </a:xfrm>
          </p:grpSpPr>
          <p:cxnSp>
            <p:nvCxnSpPr>
              <p:cNvPr id="9757" name="Google Shape;9757;p132"/>
              <p:cNvCxnSpPr/>
              <p:nvPr/>
            </p:nvCxnSpPr>
            <p:spPr>
              <a:xfrm>
                <a:off x="2051300" y="1642750"/>
                <a:ext cx="0" cy="312300"/>
              </a:xfrm>
              <a:prstGeom prst="straightConnector1">
                <a:avLst/>
              </a:prstGeom>
              <a:noFill/>
              <a:ln cap="flat" cmpd="sng" w="9525">
                <a:solidFill>
                  <a:srgbClr val="445D73"/>
                </a:solidFill>
                <a:prstDash val="solid"/>
                <a:round/>
                <a:headEnd len="med" w="med" type="none"/>
                <a:tailEnd len="med" w="med" type="none"/>
              </a:ln>
            </p:spPr>
          </p:cxnSp>
          <p:sp>
            <p:nvSpPr>
              <p:cNvPr id="9758" name="Google Shape;9758;p132"/>
              <p:cNvSpPr/>
              <p:nvPr/>
            </p:nvSpPr>
            <p:spPr>
              <a:xfrm>
                <a:off x="1820100" y="1225475"/>
                <a:ext cx="416400" cy="416400"/>
              </a:xfrm>
              <a:prstGeom prst="ellipse">
                <a:avLst/>
              </a:pr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59" name="Google Shape;9759;p132"/>
            <p:cNvGrpSpPr/>
            <p:nvPr/>
          </p:nvGrpSpPr>
          <p:grpSpPr>
            <a:xfrm>
              <a:off x="1874250" y="1278825"/>
              <a:ext cx="308100" cy="605275"/>
              <a:chOff x="1874250" y="1278825"/>
              <a:chExt cx="308100" cy="605275"/>
            </a:xfrm>
          </p:grpSpPr>
          <p:cxnSp>
            <p:nvCxnSpPr>
              <p:cNvPr id="9760" name="Google Shape;9760;p132"/>
              <p:cNvCxnSpPr/>
              <p:nvPr/>
            </p:nvCxnSpPr>
            <p:spPr>
              <a:xfrm>
                <a:off x="2099575" y="1571800"/>
                <a:ext cx="0" cy="312300"/>
              </a:xfrm>
              <a:prstGeom prst="straightConnector1">
                <a:avLst/>
              </a:prstGeom>
              <a:noFill/>
              <a:ln cap="flat" cmpd="sng" w="9525">
                <a:solidFill>
                  <a:srgbClr val="E3E9ED"/>
                </a:solidFill>
                <a:prstDash val="solid"/>
                <a:round/>
                <a:headEnd len="med" w="med" type="none"/>
                <a:tailEnd len="med" w="med" type="none"/>
              </a:ln>
            </p:spPr>
          </p:cxnSp>
          <p:sp>
            <p:nvSpPr>
              <p:cNvPr id="9761" name="Google Shape;9761;p132"/>
              <p:cNvSpPr/>
              <p:nvPr/>
            </p:nvSpPr>
            <p:spPr>
              <a:xfrm>
                <a:off x="1874250" y="1278825"/>
                <a:ext cx="308100" cy="308100"/>
              </a:xfrm>
              <a:prstGeom prst="ellipse">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762" name="Google Shape;9762;p132"/>
            <p:cNvSpPr/>
            <p:nvPr/>
          </p:nvSpPr>
          <p:spPr>
            <a:xfrm>
              <a:off x="1920625" y="1326000"/>
              <a:ext cx="215400" cy="215400"/>
            </a:xfrm>
            <a:prstGeom prst="ellipse">
              <a:avLst/>
            </a:prstGeom>
            <a:noFill/>
            <a:ln cap="flat" cmpd="sng" w="9525">
              <a:solidFill>
                <a:srgbClr val="F2F2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63" name="Google Shape;9763;p132"/>
          <p:cNvGrpSpPr/>
          <p:nvPr/>
        </p:nvGrpSpPr>
        <p:grpSpPr>
          <a:xfrm>
            <a:off x="1574007" y="1857250"/>
            <a:ext cx="739072" cy="714152"/>
            <a:chOff x="4334725" y="1355875"/>
            <a:chExt cx="3106650" cy="3001900"/>
          </a:xfrm>
        </p:grpSpPr>
        <p:grpSp>
          <p:nvGrpSpPr>
            <p:cNvPr id="9764" name="Google Shape;9764;p132"/>
            <p:cNvGrpSpPr/>
            <p:nvPr/>
          </p:nvGrpSpPr>
          <p:grpSpPr>
            <a:xfrm>
              <a:off x="4516050" y="1724875"/>
              <a:ext cx="2693725" cy="2632900"/>
              <a:chOff x="4516050" y="1724875"/>
              <a:chExt cx="2693725" cy="2632900"/>
            </a:xfrm>
          </p:grpSpPr>
          <p:sp>
            <p:nvSpPr>
              <p:cNvPr id="9765" name="Google Shape;9765;p132"/>
              <p:cNvSpPr/>
              <p:nvPr/>
            </p:nvSpPr>
            <p:spPr>
              <a:xfrm>
                <a:off x="6227525" y="1737400"/>
                <a:ext cx="982250" cy="1548550"/>
              </a:xfrm>
              <a:custGeom>
                <a:rect b="b" l="l" r="r" t="t"/>
                <a:pathLst>
                  <a:path extrusionOk="0" h="61942" w="3929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6" name="Google Shape;9766;p132"/>
              <p:cNvSpPr/>
              <p:nvPr/>
            </p:nvSpPr>
            <p:spPr>
              <a:xfrm>
                <a:off x="4516050" y="1724875"/>
                <a:ext cx="1010900" cy="1581800"/>
              </a:xfrm>
              <a:custGeom>
                <a:rect b="b" l="l" r="r" t="t"/>
                <a:pathLst>
                  <a:path extrusionOk="0" h="63272" w="40436">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7" name="Google Shape;9767;p132"/>
              <p:cNvSpPr/>
              <p:nvPr/>
            </p:nvSpPr>
            <p:spPr>
              <a:xfrm>
                <a:off x="4977525" y="3800325"/>
                <a:ext cx="1782050" cy="557450"/>
              </a:xfrm>
              <a:custGeom>
                <a:rect b="b" l="l" r="r" t="t"/>
                <a:pathLst>
                  <a:path extrusionOk="0" h="22298" w="71282">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68" name="Google Shape;9768;p132"/>
            <p:cNvGrpSpPr/>
            <p:nvPr/>
          </p:nvGrpSpPr>
          <p:grpSpPr>
            <a:xfrm>
              <a:off x="4334725" y="1355875"/>
              <a:ext cx="3106650" cy="2709650"/>
              <a:chOff x="4334725" y="1355875"/>
              <a:chExt cx="3106650" cy="2709650"/>
            </a:xfrm>
          </p:grpSpPr>
          <p:sp>
            <p:nvSpPr>
              <p:cNvPr id="9769" name="Google Shape;9769;p132"/>
              <p:cNvSpPr/>
              <p:nvPr/>
            </p:nvSpPr>
            <p:spPr>
              <a:xfrm>
                <a:off x="5427950" y="1355875"/>
                <a:ext cx="904575" cy="1665925"/>
              </a:xfrm>
              <a:custGeom>
                <a:rect b="b" l="l" r="r" t="t"/>
                <a:pathLst>
                  <a:path extrusionOk="0" fill="none" h="66637" w="36183">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cap="flat" cmpd="sng" w="9525">
                <a:solidFill>
                  <a:srgbClr val="5F7D95"/>
                </a:solidFill>
                <a:prstDash val="solid"/>
                <a:miter lim="2452"/>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0" name="Google Shape;9770;p132"/>
              <p:cNvSpPr/>
              <p:nvPr/>
            </p:nvSpPr>
            <p:spPr>
              <a:xfrm>
                <a:off x="4334725" y="2760325"/>
                <a:ext cx="1547125" cy="1304775"/>
              </a:xfrm>
              <a:custGeom>
                <a:rect b="b" l="l" r="r" t="t"/>
                <a:pathLst>
                  <a:path extrusionOk="0" fill="none" h="52191" w="61885">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cap="flat" cmpd="sng" w="9525">
                <a:solidFill>
                  <a:srgbClr val="435D74"/>
                </a:solidFill>
                <a:prstDash val="solid"/>
                <a:miter lim="2452"/>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1" name="Google Shape;9771;p132"/>
              <p:cNvSpPr/>
              <p:nvPr/>
            </p:nvSpPr>
            <p:spPr>
              <a:xfrm>
                <a:off x="5881825" y="2760325"/>
                <a:ext cx="1559550" cy="1305200"/>
              </a:xfrm>
              <a:custGeom>
                <a:rect b="b" l="l" r="r" t="t"/>
                <a:pathLst>
                  <a:path extrusionOk="0" fill="none" h="52208" w="62382">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cap="flat" cmpd="sng" w="9525">
                <a:solidFill>
                  <a:srgbClr val="A5B7C5"/>
                </a:solidFill>
                <a:prstDash val="solid"/>
                <a:miter lim="2452"/>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772" name="Google Shape;9772;p132"/>
          <p:cNvGrpSpPr/>
          <p:nvPr/>
        </p:nvGrpSpPr>
        <p:grpSpPr>
          <a:xfrm>
            <a:off x="7690956" y="3488021"/>
            <a:ext cx="312074" cy="684173"/>
            <a:chOff x="7645573" y="3754300"/>
            <a:chExt cx="293855" cy="644170"/>
          </a:xfrm>
        </p:grpSpPr>
        <p:sp>
          <p:nvSpPr>
            <p:cNvPr id="9773" name="Google Shape;9773;p132"/>
            <p:cNvSpPr/>
            <p:nvPr/>
          </p:nvSpPr>
          <p:spPr>
            <a:xfrm>
              <a:off x="7645895" y="3855521"/>
              <a:ext cx="293533" cy="164134"/>
            </a:xfrm>
            <a:custGeom>
              <a:rect b="b" l="l" r="r" t="t"/>
              <a:pathLst>
                <a:path extrusionOk="0" h="10698" w="19132">
                  <a:moveTo>
                    <a:pt x="1" y="1"/>
                  </a:moveTo>
                  <a:lnTo>
                    <a:pt x="1" y="10698"/>
                  </a:lnTo>
                  <a:lnTo>
                    <a:pt x="19132" y="10698"/>
                  </a:lnTo>
                  <a:lnTo>
                    <a:pt x="19132"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4" name="Google Shape;9774;p132"/>
            <p:cNvSpPr/>
            <p:nvPr/>
          </p:nvSpPr>
          <p:spPr>
            <a:xfrm>
              <a:off x="7645573" y="3754300"/>
              <a:ext cx="293303" cy="644170"/>
            </a:xfrm>
            <a:custGeom>
              <a:rect b="b" l="l" r="r" t="t"/>
              <a:pathLst>
                <a:path extrusionOk="0" h="41986" w="19117">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75" name="Google Shape;9775;p132"/>
          <p:cNvGrpSpPr/>
          <p:nvPr/>
        </p:nvGrpSpPr>
        <p:grpSpPr>
          <a:xfrm>
            <a:off x="5612944" y="970929"/>
            <a:ext cx="709011" cy="739359"/>
            <a:chOff x="5830645" y="1256617"/>
            <a:chExt cx="530340" cy="553040"/>
          </a:xfrm>
        </p:grpSpPr>
        <p:grpSp>
          <p:nvGrpSpPr>
            <p:cNvPr id="9776" name="Google Shape;9776;p132"/>
            <p:cNvGrpSpPr/>
            <p:nvPr/>
          </p:nvGrpSpPr>
          <p:grpSpPr>
            <a:xfrm>
              <a:off x="5830645" y="1256617"/>
              <a:ext cx="259743" cy="269909"/>
              <a:chOff x="5830645" y="1256617"/>
              <a:chExt cx="259743" cy="269909"/>
            </a:xfrm>
          </p:grpSpPr>
          <p:sp>
            <p:nvSpPr>
              <p:cNvPr id="9777" name="Google Shape;9777;p132"/>
              <p:cNvSpPr/>
              <p:nvPr/>
            </p:nvSpPr>
            <p:spPr>
              <a:xfrm>
                <a:off x="5830645" y="1294145"/>
                <a:ext cx="259743" cy="232380"/>
              </a:xfrm>
              <a:custGeom>
                <a:rect b="b" l="l" r="r" t="t"/>
                <a:pathLst>
                  <a:path extrusionOk="0" h="9121" w="10195">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8" name="Google Shape;9778;p132"/>
              <p:cNvSpPr/>
              <p:nvPr/>
            </p:nvSpPr>
            <p:spPr>
              <a:xfrm>
                <a:off x="5922950" y="1256617"/>
                <a:ext cx="75057" cy="75057"/>
              </a:xfrm>
              <a:custGeom>
                <a:rect b="b" l="l" r="r" t="t"/>
                <a:pathLst>
                  <a:path extrusionOk="0" h="2946" w="2946">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79" name="Google Shape;9779;p132"/>
            <p:cNvGrpSpPr/>
            <p:nvPr/>
          </p:nvGrpSpPr>
          <p:grpSpPr>
            <a:xfrm>
              <a:off x="6101293" y="1256617"/>
              <a:ext cx="259692" cy="269909"/>
              <a:chOff x="6101293" y="1256617"/>
              <a:chExt cx="259692" cy="269909"/>
            </a:xfrm>
          </p:grpSpPr>
          <p:sp>
            <p:nvSpPr>
              <p:cNvPr id="9780" name="Google Shape;9780;p132"/>
              <p:cNvSpPr/>
              <p:nvPr/>
            </p:nvSpPr>
            <p:spPr>
              <a:xfrm>
                <a:off x="6101293" y="1294145"/>
                <a:ext cx="259692" cy="232380"/>
              </a:xfrm>
              <a:custGeom>
                <a:rect b="b" l="l" r="r" t="t"/>
                <a:pathLst>
                  <a:path extrusionOk="0" h="9121" w="10193">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1" name="Google Shape;9781;p132"/>
              <p:cNvSpPr/>
              <p:nvPr/>
            </p:nvSpPr>
            <p:spPr>
              <a:xfrm>
                <a:off x="6193623" y="1256617"/>
                <a:ext cx="75031" cy="75057"/>
              </a:xfrm>
              <a:custGeom>
                <a:rect b="b" l="l" r="r" t="t"/>
                <a:pathLst>
                  <a:path extrusionOk="0" h="2946" w="2945">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82" name="Google Shape;9782;p132"/>
            <p:cNvGrpSpPr/>
            <p:nvPr/>
          </p:nvGrpSpPr>
          <p:grpSpPr>
            <a:xfrm>
              <a:off x="5830645" y="1539749"/>
              <a:ext cx="259692" cy="269909"/>
              <a:chOff x="5830645" y="1539749"/>
              <a:chExt cx="259692" cy="269909"/>
            </a:xfrm>
          </p:grpSpPr>
          <p:sp>
            <p:nvSpPr>
              <p:cNvPr id="9783" name="Google Shape;9783;p132"/>
              <p:cNvSpPr/>
              <p:nvPr/>
            </p:nvSpPr>
            <p:spPr>
              <a:xfrm>
                <a:off x="5830645" y="1539749"/>
                <a:ext cx="259692" cy="232406"/>
              </a:xfrm>
              <a:custGeom>
                <a:rect b="b" l="l" r="r" t="t"/>
                <a:pathLst>
                  <a:path extrusionOk="0" h="9122" w="10193">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4" name="Google Shape;9784;p132"/>
              <p:cNvSpPr/>
              <p:nvPr/>
            </p:nvSpPr>
            <p:spPr>
              <a:xfrm>
                <a:off x="5922950" y="1734600"/>
                <a:ext cx="75057" cy="75057"/>
              </a:xfrm>
              <a:custGeom>
                <a:rect b="b" l="l" r="r" t="t"/>
                <a:pathLst>
                  <a:path extrusionOk="0" h="2946" w="2946">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85" name="Google Shape;9785;p132"/>
            <p:cNvGrpSpPr/>
            <p:nvPr/>
          </p:nvGrpSpPr>
          <p:grpSpPr>
            <a:xfrm>
              <a:off x="6101293" y="1539749"/>
              <a:ext cx="259692" cy="269909"/>
              <a:chOff x="6101293" y="1539749"/>
              <a:chExt cx="259692" cy="269909"/>
            </a:xfrm>
          </p:grpSpPr>
          <p:sp>
            <p:nvSpPr>
              <p:cNvPr id="9786" name="Google Shape;9786;p132"/>
              <p:cNvSpPr/>
              <p:nvPr/>
            </p:nvSpPr>
            <p:spPr>
              <a:xfrm>
                <a:off x="6101293" y="1539749"/>
                <a:ext cx="259692" cy="232406"/>
              </a:xfrm>
              <a:custGeom>
                <a:rect b="b" l="l" r="r" t="t"/>
                <a:pathLst>
                  <a:path extrusionOk="0" h="9122" w="10193">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7" name="Google Shape;9787;p132"/>
              <p:cNvSpPr/>
              <p:nvPr/>
            </p:nvSpPr>
            <p:spPr>
              <a:xfrm>
                <a:off x="6193623" y="1734600"/>
                <a:ext cx="75031" cy="75057"/>
              </a:xfrm>
              <a:custGeom>
                <a:rect b="b" l="l" r="r" t="t"/>
                <a:pathLst>
                  <a:path extrusionOk="0" h="2946" w="2945">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788" name="Google Shape;9788;p132"/>
            <p:cNvSpPr/>
            <p:nvPr/>
          </p:nvSpPr>
          <p:spPr>
            <a:xfrm>
              <a:off x="5999148" y="1436800"/>
              <a:ext cx="192625" cy="192690"/>
            </a:xfrm>
            <a:custGeom>
              <a:rect b="b" l="l" r="r" t="t"/>
              <a:pathLst>
                <a:path extrusionOk="0" h="2946" w="2945">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89" name="Google Shape;9789;p132"/>
          <p:cNvGrpSpPr/>
          <p:nvPr/>
        </p:nvGrpSpPr>
        <p:grpSpPr>
          <a:xfrm>
            <a:off x="714438" y="2707044"/>
            <a:ext cx="1452955" cy="621360"/>
            <a:chOff x="732422" y="2990152"/>
            <a:chExt cx="1337773" cy="572102"/>
          </a:xfrm>
        </p:grpSpPr>
        <p:sp>
          <p:nvSpPr>
            <p:cNvPr id="9790" name="Google Shape;9790;p132"/>
            <p:cNvSpPr/>
            <p:nvPr/>
          </p:nvSpPr>
          <p:spPr>
            <a:xfrm>
              <a:off x="923705" y="3182595"/>
              <a:ext cx="380762" cy="379464"/>
            </a:xfrm>
            <a:custGeom>
              <a:rect b="b" l="l" r="r" t="t"/>
              <a:pathLst>
                <a:path extrusionOk="0" h="33040" w="33153">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1" name="Google Shape;9791;p132"/>
            <p:cNvSpPr/>
            <p:nvPr/>
          </p:nvSpPr>
          <p:spPr>
            <a:xfrm>
              <a:off x="1309210" y="3183709"/>
              <a:ext cx="378534" cy="377248"/>
            </a:xfrm>
            <a:custGeom>
              <a:rect b="b" l="l" r="r" t="t"/>
              <a:pathLst>
                <a:path extrusionOk="0" h="32847" w="32959">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2" name="Google Shape;9792;p132"/>
            <p:cNvSpPr/>
            <p:nvPr/>
          </p:nvSpPr>
          <p:spPr>
            <a:xfrm>
              <a:off x="732422" y="2990152"/>
              <a:ext cx="380716" cy="379441"/>
            </a:xfrm>
            <a:custGeom>
              <a:rect b="b" l="l" r="r" t="t"/>
              <a:pathLst>
                <a:path extrusionOk="0" h="33038" w="33149">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3" name="Google Shape;9793;p132"/>
            <p:cNvSpPr/>
            <p:nvPr/>
          </p:nvSpPr>
          <p:spPr>
            <a:xfrm>
              <a:off x="1115837" y="2990152"/>
              <a:ext cx="380728" cy="379430"/>
            </a:xfrm>
            <a:custGeom>
              <a:rect b="b" l="l" r="r" t="t"/>
              <a:pathLst>
                <a:path extrusionOk="0" h="33037" w="3315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cap="flat" cmpd="sng" w="9525">
              <a:solidFill>
                <a:srgbClr val="B3C3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4" name="Google Shape;9794;p132"/>
            <p:cNvSpPr/>
            <p:nvPr/>
          </p:nvSpPr>
          <p:spPr>
            <a:xfrm>
              <a:off x="1691707" y="3184996"/>
              <a:ext cx="378488" cy="377259"/>
            </a:xfrm>
            <a:custGeom>
              <a:rect b="b" l="l" r="r" t="t"/>
              <a:pathLst>
                <a:path extrusionOk="0" h="32848" w="32955">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5" name="Google Shape;9795;p132"/>
            <p:cNvSpPr/>
            <p:nvPr/>
          </p:nvSpPr>
          <p:spPr>
            <a:xfrm>
              <a:off x="1499792" y="2993162"/>
              <a:ext cx="378523" cy="377213"/>
            </a:xfrm>
            <a:custGeom>
              <a:rect b="b" l="l" r="r" t="t"/>
              <a:pathLst>
                <a:path extrusionOk="0" h="32844" w="32958">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9" name="Shape 9799"/>
        <p:cNvGrpSpPr/>
        <p:nvPr/>
      </p:nvGrpSpPr>
      <p:grpSpPr>
        <a:xfrm>
          <a:off x="0" y="0"/>
          <a:ext cx="0" cy="0"/>
          <a:chOff x="0" y="0"/>
          <a:chExt cx="0" cy="0"/>
        </a:xfrm>
      </p:grpSpPr>
      <p:grpSp>
        <p:nvGrpSpPr>
          <p:cNvPr id="9800" name="Google Shape;9800;p133"/>
          <p:cNvGrpSpPr/>
          <p:nvPr/>
        </p:nvGrpSpPr>
        <p:grpSpPr>
          <a:xfrm>
            <a:off x="708575" y="965865"/>
            <a:ext cx="1636117" cy="1526144"/>
            <a:chOff x="729238" y="1179665"/>
            <a:chExt cx="1636117" cy="1526144"/>
          </a:xfrm>
        </p:grpSpPr>
        <p:grpSp>
          <p:nvGrpSpPr>
            <p:cNvPr id="9801" name="Google Shape;9801;p133"/>
            <p:cNvGrpSpPr/>
            <p:nvPr/>
          </p:nvGrpSpPr>
          <p:grpSpPr>
            <a:xfrm>
              <a:off x="729238" y="1179665"/>
              <a:ext cx="80700" cy="1526144"/>
              <a:chOff x="729238" y="1179665"/>
              <a:chExt cx="80700" cy="1526144"/>
            </a:xfrm>
          </p:grpSpPr>
          <p:sp>
            <p:nvSpPr>
              <p:cNvPr id="9802" name="Google Shape;9802;p133"/>
              <p:cNvSpPr/>
              <p:nvPr/>
            </p:nvSpPr>
            <p:spPr>
              <a:xfrm>
                <a:off x="729238"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3" name="Google Shape;9803;p133"/>
              <p:cNvSpPr/>
              <p:nvPr/>
            </p:nvSpPr>
            <p:spPr>
              <a:xfrm>
                <a:off x="729238"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4" name="Google Shape;9804;p133"/>
              <p:cNvSpPr/>
              <p:nvPr/>
            </p:nvSpPr>
            <p:spPr>
              <a:xfrm>
                <a:off x="729238"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5" name="Google Shape;9805;p133"/>
              <p:cNvSpPr/>
              <p:nvPr/>
            </p:nvSpPr>
            <p:spPr>
              <a:xfrm>
                <a:off x="729238"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6" name="Google Shape;9806;p133"/>
              <p:cNvSpPr/>
              <p:nvPr/>
            </p:nvSpPr>
            <p:spPr>
              <a:xfrm>
                <a:off x="729238"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7" name="Google Shape;9807;p133"/>
              <p:cNvSpPr/>
              <p:nvPr/>
            </p:nvSpPr>
            <p:spPr>
              <a:xfrm>
                <a:off x="729238"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8" name="Google Shape;9808;p133"/>
              <p:cNvSpPr/>
              <p:nvPr/>
            </p:nvSpPr>
            <p:spPr>
              <a:xfrm>
                <a:off x="729238"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9" name="Google Shape;9809;p133"/>
              <p:cNvSpPr/>
              <p:nvPr/>
            </p:nvSpPr>
            <p:spPr>
              <a:xfrm>
                <a:off x="72923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0" name="Google Shape;9810;p133"/>
              <p:cNvSpPr/>
              <p:nvPr/>
            </p:nvSpPr>
            <p:spPr>
              <a:xfrm>
                <a:off x="72923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1" name="Google Shape;9811;p133"/>
              <p:cNvSpPr/>
              <p:nvPr/>
            </p:nvSpPr>
            <p:spPr>
              <a:xfrm>
                <a:off x="72923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12" name="Google Shape;9812;p133"/>
            <p:cNvGrpSpPr/>
            <p:nvPr/>
          </p:nvGrpSpPr>
          <p:grpSpPr>
            <a:xfrm>
              <a:off x="903098" y="1179665"/>
              <a:ext cx="80700" cy="1526144"/>
              <a:chOff x="903098" y="1179665"/>
              <a:chExt cx="80700" cy="1526144"/>
            </a:xfrm>
          </p:grpSpPr>
          <p:sp>
            <p:nvSpPr>
              <p:cNvPr id="9813" name="Google Shape;9813;p133"/>
              <p:cNvSpPr/>
              <p:nvPr/>
            </p:nvSpPr>
            <p:spPr>
              <a:xfrm>
                <a:off x="903098"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4" name="Google Shape;9814;p133"/>
              <p:cNvSpPr/>
              <p:nvPr/>
            </p:nvSpPr>
            <p:spPr>
              <a:xfrm>
                <a:off x="903098"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5" name="Google Shape;9815;p133"/>
              <p:cNvSpPr/>
              <p:nvPr/>
            </p:nvSpPr>
            <p:spPr>
              <a:xfrm>
                <a:off x="903098"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6" name="Google Shape;9816;p133"/>
              <p:cNvSpPr/>
              <p:nvPr/>
            </p:nvSpPr>
            <p:spPr>
              <a:xfrm>
                <a:off x="903098"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7" name="Google Shape;9817;p133"/>
              <p:cNvSpPr/>
              <p:nvPr/>
            </p:nvSpPr>
            <p:spPr>
              <a:xfrm>
                <a:off x="903098"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8" name="Google Shape;9818;p133"/>
              <p:cNvSpPr/>
              <p:nvPr/>
            </p:nvSpPr>
            <p:spPr>
              <a:xfrm>
                <a:off x="903098"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9" name="Google Shape;9819;p133"/>
              <p:cNvSpPr/>
              <p:nvPr/>
            </p:nvSpPr>
            <p:spPr>
              <a:xfrm>
                <a:off x="903098"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0" name="Google Shape;9820;p133"/>
              <p:cNvSpPr/>
              <p:nvPr/>
            </p:nvSpPr>
            <p:spPr>
              <a:xfrm>
                <a:off x="90309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1" name="Google Shape;9821;p133"/>
              <p:cNvSpPr/>
              <p:nvPr/>
            </p:nvSpPr>
            <p:spPr>
              <a:xfrm>
                <a:off x="90309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2" name="Google Shape;9822;p133"/>
              <p:cNvSpPr/>
              <p:nvPr/>
            </p:nvSpPr>
            <p:spPr>
              <a:xfrm>
                <a:off x="90309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23" name="Google Shape;9823;p133"/>
            <p:cNvGrpSpPr/>
            <p:nvPr/>
          </p:nvGrpSpPr>
          <p:grpSpPr>
            <a:xfrm>
              <a:off x="1076958" y="1179665"/>
              <a:ext cx="80700" cy="1526144"/>
              <a:chOff x="1076958" y="1179665"/>
              <a:chExt cx="80700" cy="1526144"/>
            </a:xfrm>
          </p:grpSpPr>
          <p:sp>
            <p:nvSpPr>
              <p:cNvPr id="9824" name="Google Shape;9824;p133"/>
              <p:cNvSpPr/>
              <p:nvPr/>
            </p:nvSpPr>
            <p:spPr>
              <a:xfrm>
                <a:off x="1076958"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5" name="Google Shape;9825;p133"/>
              <p:cNvSpPr/>
              <p:nvPr/>
            </p:nvSpPr>
            <p:spPr>
              <a:xfrm>
                <a:off x="1076958"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6" name="Google Shape;9826;p133"/>
              <p:cNvSpPr/>
              <p:nvPr/>
            </p:nvSpPr>
            <p:spPr>
              <a:xfrm>
                <a:off x="1076958"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7" name="Google Shape;9827;p133"/>
              <p:cNvSpPr/>
              <p:nvPr/>
            </p:nvSpPr>
            <p:spPr>
              <a:xfrm>
                <a:off x="1076958"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8" name="Google Shape;9828;p133"/>
              <p:cNvSpPr/>
              <p:nvPr/>
            </p:nvSpPr>
            <p:spPr>
              <a:xfrm>
                <a:off x="1076958"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9" name="Google Shape;9829;p133"/>
              <p:cNvSpPr/>
              <p:nvPr/>
            </p:nvSpPr>
            <p:spPr>
              <a:xfrm>
                <a:off x="1076958"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0" name="Google Shape;9830;p133"/>
              <p:cNvSpPr/>
              <p:nvPr/>
            </p:nvSpPr>
            <p:spPr>
              <a:xfrm>
                <a:off x="1076958" y="214302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1" name="Google Shape;9831;p133"/>
              <p:cNvSpPr/>
              <p:nvPr/>
            </p:nvSpPr>
            <p:spPr>
              <a:xfrm>
                <a:off x="107695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2" name="Google Shape;9832;p133"/>
              <p:cNvSpPr/>
              <p:nvPr/>
            </p:nvSpPr>
            <p:spPr>
              <a:xfrm>
                <a:off x="107695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3" name="Google Shape;9833;p133"/>
              <p:cNvSpPr/>
              <p:nvPr/>
            </p:nvSpPr>
            <p:spPr>
              <a:xfrm>
                <a:off x="107695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34" name="Google Shape;9834;p133"/>
            <p:cNvGrpSpPr/>
            <p:nvPr/>
          </p:nvGrpSpPr>
          <p:grpSpPr>
            <a:xfrm>
              <a:off x="1247707" y="1179665"/>
              <a:ext cx="80700" cy="1526144"/>
              <a:chOff x="1247707" y="1179665"/>
              <a:chExt cx="80700" cy="1526144"/>
            </a:xfrm>
          </p:grpSpPr>
          <p:sp>
            <p:nvSpPr>
              <p:cNvPr id="9835" name="Google Shape;9835;p133"/>
              <p:cNvSpPr/>
              <p:nvPr/>
            </p:nvSpPr>
            <p:spPr>
              <a:xfrm>
                <a:off x="1247707"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6" name="Google Shape;9836;p133"/>
              <p:cNvSpPr/>
              <p:nvPr/>
            </p:nvSpPr>
            <p:spPr>
              <a:xfrm>
                <a:off x="1247707"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7" name="Google Shape;9837;p133"/>
              <p:cNvSpPr/>
              <p:nvPr/>
            </p:nvSpPr>
            <p:spPr>
              <a:xfrm>
                <a:off x="1247707"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8" name="Google Shape;9838;p133"/>
              <p:cNvSpPr/>
              <p:nvPr/>
            </p:nvSpPr>
            <p:spPr>
              <a:xfrm>
                <a:off x="1247707" y="166175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9" name="Google Shape;9839;p133"/>
              <p:cNvSpPr/>
              <p:nvPr/>
            </p:nvSpPr>
            <p:spPr>
              <a:xfrm>
                <a:off x="1247707"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0" name="Google Shape;9840;p133"/>
              <p:cNvSpPr/>
              <p:nvPr/>
            </p:nvSpPr>
            <p:spPr>
              <a:xfrm>
                <a:off x="1247707"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1" name="Google Shape;9841;p133"/>
              <p:cNvSpPr/>
              <p:nvPr/>
            </p:nvSpPr>
            <p:spPr>
              <a:xfrm>
                <a:off x="1247707"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2" name="Google Shape;9842;p133"/>
              <p:cNvSpPr/>
              <p:nvPr/>
            </p:nvSpPr>
            <p:spPr>
              <a:xfrm>
                <a:off x="1247707"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3" name="Google Shape;9843;p133"/>
              <p:cNvSpPr/>
              <p:nvPr/>
            </p:nvSpPr>
            <p:spPr>
              <a:xfrm>
                <a:off x="124770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4" name="Google Shape;9844;p133"/>
              <p:cNvSpPr/>
              <p:nvPr/>
            </p:nvSpPr>
            <p:spPr>
              <a:xfrm>
                <a:off x="124770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45" name="Google Shape;9845;p133"/>
            <p:cNvGrpSpPr/>
            <p:nvPr/>
          </p:nvGrpSpPr>
          <p:grpSpPr>
            <a:xfrm>
              <a:off x="1421567" y="1179665"/>
              <a:ext cx="80700" cy="1526144"/>
              <a:chOff x="1421567" y="1179665"/>
              <a:chExt cx="80700" cy="1526144"/>
            </a:xfrm>
          </p:grpSpPr>
          <p:sp>
            <p:nvSpPr>
              <p:cNvPr id="9846" name="Google Shape;9846;p133"/>
              <p:cNvSpPr/>
              <p:nvPr/>
            </p:nvSpPr>
            <p:spPr>
              <a:xfrm>
                <a:off x="1421567"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7" name="Google Shape;9847;p133"/>
              <p:cNvSpPr/>
              <p:nvPr/>
            </p:nvSpPr>
            <p:spPr>
              <a:xfrm>
                <a:off x="1421567"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8" name="Google Shape;9848;p133"/>
              <p:cNvSpPr/>
              <p:nvPr/>
            </p:nvSpPr>
            <p:spPr>
              <a:xfrm>
                <a:off x="1421567"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9" name="Google Shape;9849;p133"/>
              <p:cNvSpPr/>
              <p:nvPr/>
            </p:nvSpPr>
            <p:spPr>
              <a:xfrm>
                <a:off x="1421567"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0" name="Google Shape;9850;p133"/>
              <p:cNvSpPr/>
              <p:nvPr/>
            </p:nvSpPr>
            <p:spPr>
              <a:xfrm>
                <a:off x="1421567"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1" name="Google Shape;9851;p133"/>
              <p:cNvSpPr/>
              <p:nvPr/>
            </p:nvSpPr>
            <p:spPr>
              <a:xfrm>
                <a:off x="1421567"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2" name="Google Shape;9852;p133"/>
              <p:cNvSpPr/>
              <p:nvPr/>
            </p:nvSpPr>
            <p:spPr>
              <a:xfrm>
                <a:off x="1421567" y="214302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3" name="Google Shape;9853;p133"/>
              <p:cNvSpPr/>
              <p:nvPr/>
            </p:nvSpPr>
            <p:spPr>
              <a:xfrm>
                <a:off x="1421567" y="2303717"/>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4" name="Google Shape;9854;p133"/>
              <p:cNvSpPr/>
              <p:nvPr/>
            </p:nvSpPr>
            <p:spPr>
              <a:xfrm>
                <a:off x="142156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5" name="Google Shape;9855;p133"/>
              <p:cNvSpPr/>
              <p:nvPr/>
            </p:nvSpPr>
            <p:spPr>
              <a:xfrm>
                <a:off x="142156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56" name="Google Shape;9856;p133"/>
            <p:cNvGrpSpPr/>
            <p:nvPr/>
          </p:nvGrpSpPr>
          <p:grpSpPr>
            <a:xfrm>
              <a:off x="1592327" y="1179665"/>
              <a:ext cx="80700" cy="1526144"/>
              <a:chOff x="1592327" y="1179665"/>
              <a:chExt cx="80700" cy="1526144"/>
            </a:xfrm>
          </p:grpSpPr>
          <p:sp>
            <p:nvSpPr>
              <p:cNvPr id="9857" name="Google Shape;9857;p133"/>
              <p:cNvSpPr/>
              <p:nvPr/>
            </p:nvSpPr>
            <p:spPr>
              <a:xfrm>
                <a:off x="1592327"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8" name="Google Shape;9858;p133"/>
              <p:cNvSpPr/>
              <p:nvPr/>
            </p:nvSpPr>
            <p:spPr>
              <a:xfrm>
                <a:off x="1592327"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9" name="Google Shape;9859;p133"/>
              <p:cNvSpPr/>
              <p:nvPr/>
            </p:nvSpPr>
            <p:spPr>
              <a:xfrm>
                <a:off x="1592327"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0" name="Google Shape;9860;p133"/>
              <p:cNvSpPr/>
              <p:nvPr/>
            </p:nvSpPr>
            <p:spPr>
              <a:xfrm>
                <a:off x="1592327"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1" name="Google Shape;9861;p133"/>
              <p:cNvSpPr/>
              <p:nvPr/>
            </p:nvSpPr>
            <p:spPr>
              <a:xfrm>
                <a:off x="1592327"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2" name="Google Shape;9862;p133"/>
              <p:cNvSpPr/>
              <p:nvPr/>
            </p:nvSpPr>
            <p:spPr>
              <a:xfrm>
                <a:off x="1592327"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3" name="Google Shape;9863;p133"/>
              <p:cNvSpPr/>
              <p:nvPr/>
            </p:nvSpPr>
            <p:spPr>
              <a:xfrm>
                <a:off x="1592327"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4" name="Google Shape;9864;p133"/>
              <p:cNvSpPr/>
              <p:nvPr/>
            </p:nvSpPr>
            <p:spPr>
              <a:xfrm>
                <a:off x="1592327"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5" name="Google Shape;9865;p133"/>
              <p:cNvSpPr/>
              <p:nvPr/>
            </p:nvSpPr>
            <p:spPr>
              <a:xfrm>
                <a:off x="159232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6" name="Google Shape;9866;p133"/>
              <p:cNvSpPr/>
              <p:nvPr/>
            </p:nvSpPr>
            <p:spPr>
              <a:xfrm>
                <a:off x="159232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67" name="Google Shape;9867;p133"/>
            <p:cNvGrpSpPr/>
            <p:nvPr/>
          </p:nvGrpSpPr>
          <p:grpSpPr>
            <a:xfrm>
              <a:off x="1766187" y="1179665"/>
              <a:ext cx="80700" cy="1526144"/>
              <a:chOff x="1766187" y="1179665"/>
              <a:chExt cx="80700" cy="1526144"/>
            </a:xfrm>
          </p:grpSpPr>
          <p:sp>
            <p:nvSpPr>
              <p:cNvPr id="9868" name="Google Shape;9868;p133"/>
              <p:cNvSpPr/>
              <p:nvPr/>
            </p:nvSpPr>
            <p:spPr>
              <a:xfrm>
                <a:off x="1766187"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9" name="Google Shape;9869;p133"/>
              <p:cNvSpPr/>
              <p:nvPr/>
            </p:nvSpPr>
            <p:spPr>
              <a:xfrm>
                <a:off x="1766187"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0" name="Google Shape;9870;p133"/>
              <p:cNvSpPr/>
              <p:nvPr/>
            </p:nvSpPr>
            <p:spPr>
              <a:xfrm>
                <a:off x="1766187"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1" name="Google Shape;9871;p133"/>
              <p:cNvSpPr/>
              <p:nvPr/>
            </p:nvSpPr>
            <p:spPr>
              <a:xfrm>
                <a:off x="1766187"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2" name="Google Shape;9872;p133"/>
              <p:cNvSpPr/>
              <p:nvPr/>
            </p:nvSpPr>
            <p:spPr>
              <a:xfrm>
                <a:off x="1766187"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3" name="Google Shape;9873;p133"/>
              <p:cNvSpPr/>
              <p:nvPr/>
            </p:nvSpPr>
            <p:spPr>
              <a:xfrm>
                <a:off x="1766187"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4" name="Google Shape;9874;p133"/>
              <p:cNvSpPr/>
              <p:nvPr/>
            </p:nvSpPr>
            <p:spPr>
              <a:xfrm>
                <a:off x="1766187" y="214302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5" name="Google Shape;9875;p133"/>
              <p:cNvSpPr/>
              <p:nvPr/>
            </p:nvSpPr>
            <p:spPr>
              <a:xfrm>
                <a:off x="1766187" y="2303717"/>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6" name="Google Shape;9876;p133"/>
              <p:cNvSpPr/>
              <p:nvPr/>
            </p:nvSpPr>
            <p:spPr>
              <a:xfrm>
                <a:off x="1766187" y="2464413"/>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7" name="Google Shape;9877;p133"/>
              <p:cNvSpPr/>
              <p:nvPr/>
            </p:nvSpPr>
            <p:spPr>
              <a:xfrm>
                <a:off x="176618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78" name="Google Shape;9878;p133"/>
            <p:cNvGrpSpPr/>
            <p:nvPr/>
          </p:nvGrpSpPr>
          <p:grpSpPr>
            <a:xfrm>
              <a:off x="1936935" y="1179665"/>
              <a:ext cx="80700" cy="1526144"/>
              <a:chOff x="1936935" y="1179665"/>
              <a:chExt cx="80700" cy="1526144"/>
            </a:xfrm>
          </p:grpSpPr>
          <p:sp>
            <p:nvSpPr>
              <p:cNvPr id="9879" name="Google Shape;9879;p133"/>
              <p:cNvSpPr/>
              <p:nvPr/>
            </p:nvSpPr>
            <p:spPr>
              <a:xfrm>
                <a:off x="1936935"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0" name="Google Shape;9880;p133"/>
              <p:cNvSpPr/>
              <p:nvPr/>
            </p:nvSpPr>
            <p:spPr>
              <a:xfrm>
                <a:off x="1936935"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1" name="Google Shape;9881;p133"/>
              <p:cNvSpPr/>
              <p:nvPr/>
            </p:nvSpPr>
            <p:spPr>
              <a:xfrm>
                <a:off x="1936935"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2" name="Google Shape;9882;p133"/>
              <p:cNvSpPr/>
              <p:nvPr/>
            </p:nvSpPr>
            <p:spPr>
              <a:xfrm>
                <a:off x="1936935"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3" name="Google Shape;9883;p133"/>
              <p:cNvSpPr/>
              <p:nvPr/>
            </p:nvSpPr>
            <p:spPr>
              <a:xfrm>
                <a:off x="1936935"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4" name="Google Shape;9884;p133"/>
              <p:cNvSpPr/>
              <p:nvPr/>
            </p:nvSpPr>
            <p:spPr>
              <a:xfrm>
                <a:off x="1936935"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5" name="Google Shape;9885;p133"/>
              <p:cNvSpPr/>
              <p:nvPr/>
            </p:nvSpPr>
            <p:spPr>
              <a:xfrm>
                <a:off x="193693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6" name="Google Shape;9886;p133"/>
              <p:cNvSpPr/>
              <p:nvPr/>
            </p:nvSpPr>
            <p:spPr>
              <a:xfrm>
                <a:off x="193693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7" name="Google Shape;9887;p133"/>
              <p:cNvSpPr/>
              <p:nvPr/>
            </p:nvSpPr>
            <p:spPr>
              <a:xfrm>
                <a:off x="193693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8" name="Google Shape;9888;p133"/>
              <p:cNvSpPr/>
              <p:nvPr/>
            </p:nvSpPr>
            <p:spPr>
              <a:xfrm>
                <a:off x="193693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89" name="Google Shape;9889;p133"/>
            <p:cNvGrpSpPr/>
            <p:nvPr/>
          </p:nvGrpSpPr>
          <p:grpSpPr>
            <a:xfrm>
              <a:off x="2110795" y="1179665"/>
              <a:ext cx="80700" cy="1526144"/>
              <a:chOff x="2110795" y="1179665"/>
              <a:chExt cx="80700" cy="1526144"/>
            </a:xfrm>
          </p:grpSpPr>
          <p:sp>
            <p:nvSpPr>
              <p:cNvPr id="9890" name="Google Shape;9890;p133"/>
              <p:cNvSpPr/>
              <p:nvPr/>
            </p:nvSpPr>
            <p:spPr>
              <a:xfrm>
                <a:off x="2110795"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1" name="Google Shape;9891;p133"/>
              <p:cNvSpPr/>
              <p:nvPr/>
            </p:nvSpPr>
            <p:spPr>
              <a:xfrm>
                <a:off x="2110795"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2" name="Google Shape;9892;p133"/>
              <p:cNvSpPr/>
              <p:nvPr/>
            </p:nvSpPr>
            <p:spPr>
              <a:xfrm>
                <a:off x="2110795"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3" name="Google Shape;9893;p133"/>
              <p:cNvSpPr/>
              <p:nvPr/>
            </p:nvSpPr>
            <p:spPr>
              <a:xfrm>
                <a:off x="2110795"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4" name="Google Shape;9894;p133"/>
              <p:cNvSpPr/>
              <p:nvPr/>
            </p:nvSpPr>
            <p:spPr>
              <a:xfrm>
                <a:off x="2110795"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5" name="Google Shape;9895;p133"/>
              <p:cNvSpPr/>
              <p:nvPr/>
            </p:nvSpPr>
            <p:spPr>
              <a:xfrm>
                <a:off x="2110795"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6" name="Google Shape;9896;p133"/>
              <p:cNvSpPr/>
              <p:nvPr/>
            </p:nvSpPr>
            <p:spPr>
              <a:xfrm>
                <a:off x="211079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7" name="Google Shape;9897;p133"/>
              <p:cNvSpPr/>
              <p:nvPr/>
            </p:nvSpPr>
            <p:spPr>
              <a:xfrm>
                <a:off x="211079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8" name="Google Shape;9898;p133"/>
              <p:cNvSpPr/>
              <p:nvPr/>
            </p:nvSpPr>
            <p:spPr>
              <a:xfrm>
                <a:off x="211079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9" name="Google Shape;9899;p133"/>
              <p:cNvSpPr/>
              <p:nvPr/>
            </p:nvSpPr>
            <p:spPr>
              <a:xfrm>
                <a:off x="211079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00" name="Google Shape;9900;p133"/>
            <p:cNvGrpSpPr/>
            <p:nvPr/>
          </p:nvGrpSpPr>
          <p:grpSpPr>
            <a:xfrm>
              <a:off x="2284655" y="1179665"/>
              <a:ext cx="80700" cy="1526144"/>
              <a:chOff x="2284655" y="1179665"/>
              <a:chExt cx="80700" cy="1526144"/>
            </a:xfrm>
          </p:grpSpPr>
          <p:sp>
            <p:nvSpPr>
              <p:cNvPr id="9901" name="Google Shape;9901;p133"/>
              <p:cNvSpPr/>
              <p:nvPr/>
            </p:nvSpPr>
            <p:spPr>
              <a:xfrm>
                <a:off x="2284655"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2" name="Google Shape;9902;p133"/>
              <p:cNvSpPr/>
              <p:nvPr/>
            </p:nvSpPr>
            <p:spPr>
              <a:xfrm>
                <a:off x="2284655"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3" name="Google Shape;9903;p133"/>
              <p:cNvSpPr/>
              <p:nvPr/>
            </p:nvSpPr>
            <p:spPr>
              <a:xfrm>
                <a:off x="2284655"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4" name="Google Shape;9904;p133"/>
              <p:cNvSpPr/>
              <p:nvPr/>
            </p:nvSpPr>
            <p:spPr>
              <a:xfrm>
                <a:off x="2284655"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5" name="Google Shape;9905;p133"/>
              <p:cNvSpPr/>
              <p:nvPr/>
            </p:nvSpPr>
            <p:spPr>
              <a:xfrm>
                <a:off x="2284655"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6" name="Google Shape;9906;p133"/>
              <p:cNvSpPr/>
              <p:nvPr/>
            </p:nvSpPr>
            <p:spPr>
              <a:xfrm>
                <a:off x="2284655"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7" name="Google Shape;9907;p133"/>
              <p:cNvSpPr/>
              <p:nvPr/>
            </p:nvSpPr>
            <p:spPr>
              <a:xfrm>
                <a:off x="228465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8" name="Google Shape;9908;p133"/>
              <p:cNvSpPr/>
              <p:nvPr/>
            </p:nvSpPr>
            <p:spPr>
              <a:xfrm>
                <a:off x="228465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9" name="Google Shape;9909;p133"/>
              <p:cNvSpPr/>
              <p:nvPr/>
            </p:nvSpPr>
            <p:spPr>
              <a:xfrm>
                <a:off x="228465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0" name="Google Shape;9910;p133"/>
              <p:cNvSpPr/>
              <p:nvPr/>
            </p:nvSpPr>
            <p:spPr>
              <a:xfrm>
                <a:off x="228465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911" name="Google Shape;9911;p133"/>
          <p:cNvGrpSpPr/>
          <p:nvPr/>
        </p:nvGrpSpPr>
        <p:grpSpPr>
          <a:xfrm>
            <a:off x="2603242" y="985003"/>
            <a:ext cx="1364248" cy="1102133"/>
            <a:chOff x="2623904" y="1198803"/>
            <a:chExt cx="1364248" cy="1102133"/>
          </a:xfrm>
        </p:grpSpPr>
        <p:grpSp>
          <p:nvGrpSpPr>
            <p:cNvPr id="9912" name="Google Shape;9912;p133"/>
            <p:cNvGrpSpPr/>
            <p:nvPr/>
          </p:nvGrpSpPr>
          <p:grpSpPr>
            <a:xfrm>
              <a:off x="2623907" y="1198803"/>
              <a:ext cx="1364245" cy="273000"/>
              <a:chOff x="2623907" y="1198803"/>
              <a:chExt cx="1364245" cy="273000"/>
            </a:xfrm>
          </p:grpSpPr>
          <p:sp>
            <p:nvSpPr>
              <p:cNvPr id="9913" name="Google Shape;9913;p133"/>
              <p:cNvSpPr/>
              <p:nvPr/>
            </p:nvSpPr>
            <p:spPr>
              <a:xfrm>
                <a:off x="3715152" y="1198803"/>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4" name="Google Shape;9914;p133"/>
              <p:cNvSpPr/>
              <p:nvPr/>
            </p:nvSpPr>
            <p:spPr>
              <a:xfrm>
                <a:off x="2623907"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5" name="Google Shape;9915;p133"/>
              <p:cNvSpPr/>
              <p:nvPr/>
            </p:nvSpPr>
            <p:spPr>
              <a:xfrm>
                <a:off x="2896718"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6" name="Google Shape;9916;p133"/>
              <p:cNvSpPr/>
              <p:nvPr/>
            </p:nvSpPr>
            <p:spPr>
              <a:xfrm>
                <a:off x="3169529"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7" name="Google Shape;9917;p133"/>
              <p:cNvSpPr/>
              <p:nvPr/>
            </p:nvSpPr>
            <p:spPr>
              <a:xfrm>
                <a:off x="3442341"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18" name="Google Shape;9918;p133"/>
            <p:cNvGrpSpPr/>
            <p:nvPr/>
          </p:nvGrpSpPr>
          <p:grpSpPr>
            <a:xfrm>
              <a:off x="2623904" y="1476964"/>
              <a:ext cx="1364245" cy="273000"/>
              <a:chOff x="2623904" y="1476964"/>
              <a:chExt cx="1364245" cy="273000"/>
            </a:xfrm>
          </p:grpSpPr>
          <p:sp>
            <p:nvSpPr>
              <p:cNvPr id="9919" name="Google Shape;9919;p133"/>
              <p:cNvSpPr/>
              <p:nvPr/>
            </p:nvSpPr>
            <p:spPr>
              <a:xfrm>
                <a:off x="3169527" y="1476964"/>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0" name="Google Shape;9920;p133"/>
              <p:cNvSpPr/>
              <p:nvPr/>
            </p:nvSpPr>
            <p:spPr>
              <a:xfrm>
                <a:off x="3442338" y="1476964"/>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1" name="Google Shape;9921;p133"/>
              <p:cNvSpPr/>
              <p:nvPr/>
            </p:nvSpPr>
            <p:spPr>
              <a:xfrm>
                <a:off x="3715149" y="1476964"/>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2" name="Google Shape;9922;p133"/>
              <p:cNvSpPr/>
              <p:nvPr/>
            </p:nvSpPr>
            <p:spPr>
              <a:xfrm>
                <a:off x="2623904" y="1476964"/>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3" name="Google Shape;9923;p133"/>
              <p:cNvSpPr/>
              <p:nvPr/>
            </p:nvSpPr>
            <p:spPr>
              <a:xfrm>
                <a:off x="2896716" y="1476964"/>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24" name="Google Shape;9924;p133"/>
            <p:cNvGrpSpPr/>
            <p:nvPr/>
          </p:nvGrpSpPr>
          <p:grpSpPr>
            <a:xfrm>
              <a:off x="2623907" y="1749775"/>
              <a:ext cx="1364245" cy="273000"/>
              <a:chOff x="2623907" y="1749775"/>
              <a:chExt cx="1364245" cy="273000"/>
            </a:xfrm>
          </p:grpSpPr>
          <p:sp>
            <p:nvSpPr>
              <p:cNvPr id="9925" name="Google Shape;9925;p133"/>
              <p:cNvSpPr/>
              <p:nvPr/>
            </p:nvSpPr>
            <p:spPr>
              <a:xfrm>
                <a:off x="3442341" y="1749775"/>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6" name="Google Shape;9926;p133"/>
              <p:cNvSpPr/>
              <p:nvPr/>
            </p:nvSpPr>
            <p:spPr>
              <a:xfrm>
                <a:off x="3715152" y="1749775"/>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7" name="Google Shape;9927;p133"/>
              <p:cNvSpPr/>
              <p:nvPr/>
            </p:nvSpPr>
            <p:spPr>
              <a:xfrm>
                <a:off x="2623907"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8" name="Google Shape;9928;p133"/>
              <p:cNvSpPr/>
              <p:nvPr/>
            </p:nvSpPr>
            <p:spPr>
              <a:xfrm>
                <a:off x="2896718"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9" name="Google Shape;9929;p133"/>
              <p:cNvSpPr/>
              <p:nvPr/>
            </p:nvSpPr>
            <p:spPr>
              <a:xfrm>
                <a:off x="3169529"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30" name="Google Shape;9930;p133"/>
            <p:cNvGrpSpPr/>
            <p:nvPr/>
          </p:nvGrpSpPr>
          <p:grpSpPr>
            <a:xfrm>
              <a:off x="2623904" y="2027936"/>
              <a:ext cx="1364245" cy="273000"/>
              <a:chOff x="2623904" y="2027936"/>
              <a:chExt cx="1364245" cy="273000"/>
            </a:xfrm>
          </p:grpSpPr>
          <p:sp>
            <p:nvSpPr>
              <p:cNvPr id="9931" name="Google Shape;9931;p133"/>
              <p:cNvSpPr/>
              <p:nvPr/>
            </p:nvSpPr>
            <p:spPr>
              <a:xfrm>
                <a:off x="2623904"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2" name="Google Shape;9932;p133"/>
              <p:cNvSpPr/>
              <p:nvPr/>
            </p:nvSpPr>
            <p:spPr>
              <a:xfrm>
                <a:off x="2896716"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3" name="Google Shape;9933;p133"/>
              <p:cNvSpPr/>
              <p:nvPr/>
            </p:nvSpPr>
            <p:spPr>
              <a:xfrm>
                <a:off x="3169527"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4" name="Google Shape;9934;p133"/>
              <p:cNvSpPr/>
              <p:nvPr/>
            </p:nvSpPr>
            <p:spPr>
              <a:xfrm>
                <a:off x="3442338"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5" name="Google Shape;9935;p133"/>
              <p:cNvSpPr/>
              <p:nvPr/>
            </p:nvSpPr>
            <p:spPr>
              <a:xfrm>
                <a:off x="3715149"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936" name="Google Shape;9936;p133"/>
          <p:cNvGrpSpPr/>
          <p:nvPr/>
        </p:nvGrpSpPr>
        <p:grpSpPr>
          <a:xfrm>
            <a:off x="2592703" y="2444186"/>
            <a:ext cx="1387541" cy="159124"/>
            <a:chOff x="3200660" y="2180272"/>
            <a:chExt cx="2563824" cy="378237"/>
          </a:xfrm>
        </p:grpSpPr>
        <p:sp>
          <p:nvSpPr>
            <p:cNvPr id="9937" name="Google Shape;9937;p133"/>
            <p:cNvSpPr/>
            <p:nvPr/>
          </p:nvSpPr>
          <p:spPr>
            <a:xfrm>
              <a:off x="3200660" y="2180272"/>
              <a:ext cx="108240" cy="378237"/>
            </a:xfrm>
            <a:custGeom>
              <a:rect b="b" l="l" r="r" t="t"/>
              <a:pathLst>
                <a:path extrusionOk="0" h="37890" w="8543">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8" name="Google Shape;9938;p133"/>
            <p:cNvSpPr/>
            <p:nvPr/>
          </p:nvSpPr>
          <p:spPr>
            <a:xfrm>
              <a:off x="3345104" y="2180272"/>
              <a:ext cx="108240" cy="378237"/>
            </a:xfrm>
            <a:custGeom>
              <a:rect b="b" l="l" r="r" t="t"/>
              <a:pathLst>
                <a:path extrusionOk="0" h="37890" w="8543">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9" name="Google Shape;9939;p133"/>
            <p:cNvSpPr/>
            <p:nvPr/>
          </p:nvSpPr>
          <p:spPr>
            <a:xfrm>
              <a:off x="3489548" y="2180272"/>
              <a:ext cx="108240" cy="378237"/>
            </a:xfrm>
            <a:custGeom>
              <a:rect b="b" l="l" r="r" t="t"/>
              <a:pathLst>
                <a:path extrusionOk="0" h="37890" w="8543">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0" name="Google Shape;9940;p133"/>
            <p:cNvSpPr/>
            <p:nvPr/>
          </p:nvSpPr>
          <p:spPr>
            <a:xfrm>
              <a:off x="3633992" y="2180272"/>
              <a:ext cx="108252" cy="378237"/>
            </a:xfrm>
            <a:custGeom>
              <a:rect b="b" l="l" r="r" t="t"/>
              <a:pathLst>
                <a:path extrusionOk="0" h="37890" w="8544">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1" name="Google Shape;9941;p133"/>
            <p:cNvSpPr/>
            <p:nvPr/>
          </p:nvSpPr>
          <p:spPr>
            <a:xfrm>
              <a:off x="3778448" y="2180272"/>
              <a:ext cx="108240" cy="378097"/>
            </a:xfrm>
            <a:custGeom>
              <a:rect b="b" l="l" r="r" t="t"/>
              <a:pathLst>
                <a:path extrusionOk="0" h="37876" w="8543">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2" name="Google Shape;9942;p133"/>
            <p:cNvSpPr/>
            <p:nvPr/>
          </p:nvSpPr>
          <p:spPr>
            <a:xfrm>
              <a:off x="3922892" y="2180272"/>
              <a:ext cx="108240" cy="378237"/>
            </a:xfrm>
            <a:custGeom>
              <a:rect b="b" l="l" r="r" t="t"/>
              <a:pathLst>
                <a:path extrusionOk="0" h="37890" w="8543">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3" name="Google Shape;9943;p133"/>
            <p:cNvSpPr/>
            <p:nvPr/>
          </p:nvSpPr>
          <p:spPr>
            <a:xfrm>
              <a:off x="4067336" y="2180272"/>
              <a:ext cx="108240" cy="378237"/>
            </a:xfrm>
            <a:custGeom>
              <a:rect b="b" l="l" r="r" t="t"/>
              <a:pathLst>
                <a:path extrusionOk="0" h="37890" w="8543">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4" name="Google Shape;9944;p133"/>
            <p:cNvSpPr/>
            <p:nvPr/>
          </p:nvSpPr>
          <p:spPr>
            <a:xfrm>
              <a:off x="4211780" y="2180272"/>
              <a:ext cx="108252" cy="378237"/>
            </a:xfrm>
            <a:custGeom>
              <a:rect b="b" l="l" r="r" t="t"/>
              <a:pathLst>
                <a:path extrusionOk="0" h="37890" w="8544">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5" name="Google Shape;9945;p133"/>
            <p:cNvSpPr/>
            <p:nvPr/>
          </p:nvSpPr>
          <p:spPr>
            <a:xfrm>
              <a:off x="4356236" y="2180272"/>
              <a:ext cx="108240" cy="378097"/>
            </a:xfrm>
            <a:custGeom>
              <a:rect b="b" l="l" r="r" t="t"/>
              <a:pathLst>
                <a:path extrusionOk="0" h="37876" w="8543">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6" name="Google Shape;9946;p133"/>
            <p:cNvSpPr/>
            <p:nvPr/>
          </p:nvSpPr>
          <p:spPr>
            <a:xfrm>
              <a:off x="4500680" y="2180272"/>
              <a:ext cx="108240" cy="378237"/>
            </a:xfrm>
            <a:custGeom>
              <a:rect b="b" l="l" r="r" t="t"/>
              <a:pathLst>
                <a:path extrusionOk="0" h="37890" w="8543">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7" name="Google Shape;9947;p133"/>
            <p:cNvSpPr/>
            <p:nvPr/>
          </p:nvSpPr>
          <p:spPr>
            <a:xfrm>
              <a:off x="4645124" y="2180272"/>
              <a:ext cx="108240" cy="378097"/>
            </a:xfrm>
            <a:custGeom>
              <a:rect b="b" l="l" r="r" t="t"/>
              <a:pathLst>
                <a:path extrusionOk="0" h="37876" w="8543">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8" name="Google Shape;9948;p133"/>
            <p:cNvSpPr/>
            <p:nvPr/>
          </p:nvSpPr>
          <p:spPr>
            <a:xfrm>
              <a:off x="4789568" y="2180272"/>
              <a:ext cx="108240" cy="378237"/>
            </a:xfrm>
            <a:custGeom>
              <a:rect b="b" l="l" r="r" t="t"/>
              <a:pathLst>
                <a:path extrusionOk="0" h="37890" w="8543">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9" name="Google Shape;9949;p133"/>
            <p:cNvSpPr/>
            <p:nvPr/>
          </p:nvSpPr>
          <p:spPr>
            <a:xfrm>
              <a:off x="4934012" y="2180272"/>
              <a:ext cx="108240" cy="378237"/>
            </a:xfrm>
            <a:custGeom>
              <a:rect b="b" l="l" r="r" t="t"/>
              <a:pathLst>
                <a:path extrusionOk="0" h="37890" w="8543">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0" name="Google Shape;9950;p133"/>
            <p:cNvSpPr/>
            <p:nvPr/>
          </p:nvSpPr>
          <p:spPr>
            <a:xfrm>
              <a:off x="5078456" y="2180272"/>
              <a:ext cx="108240" cy="378237"/>
            </a:xfrm>
            <a:custGeom>
              <a:rect b="b" l="l" r="r" t="t"/>
              <a:pathLst>
                <a:path extrusionOk="0" h="37890" w="8543">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1" name="Google Shape;9951;p133"/>
            <p:cNvSpPr/>
            <p:nvPr/>
          </p:nvSpPr>
          <p:spPr>
            <a:xfrm>
              <a:off x="5222900" y="2180272"/>
              <a:ext cx="108240" cy="378237"/>
            </a:xfrm>
            <a:custGeom>
              <a:rect b="b" l="l" r="r" t="t"/>
              <a:pathLst>
                <a:path extrusionOk="0" h="37890" w="8543">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2" name="Google Shape;9952;p133"/>
            <p:cNvSpPr/>
            <p:nvPr/>
          </p:nvSpPr>
          <p:spPr>
            <a:xfrm>
              <a:off x="5367343" y="2180272"/>
              <a:ext cx="108240" cy="378237"/>
            </a:xfrm>
            <a:custGeom>
              <a:rect b="b" l="l" r="r" t="t"/>
              <a:pathLst>
                <a:path extrusionOk="0" h="37890" w="8543">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3" name="Google Shape;9953;p133"/>
            <p:cNvSpPr/>
            <p:nvPr/>
          </p:nvSpPr>
          <p:spPr>
            <a:xfrm>
              <a:off x="5511787" y="2180272"/>
              <a:ext cx="108240" cy="378097"/>
            </a:xfrm>
            <a:custGeom>
              <a:rect b="b" l="l" r="r" t="t"/>
              <a:pathLst>
                <a:path extrusionOk="0" h="37876" w="8543">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4" name="Google Shape;9954;p133"/>
            <p:cNvSpPr/>
            <p:nvPr/>
          </p:nvSpPr>
          <p:spPr>
            <a:xfrm>
              <a:off x="5656231" y="2180272"/>
              <a:ext cx="108252" cy="378237"/>
            </a:xfrm>
            <a:custGeom>
              <a:rect b="b" l="l" r="r" t="t"/>
              <a:pathLst>
                <a:path extrusionOk="0" h="37890" w="8544">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55" name="Google Shape;9955;p133"/>
          <p:cNvGrpSpPr/>
          <p:nvPr/>
        </p:nvGrpSpPr>
        <p:grpSpPr>
          <a:xfrm>
            <a:off x="2589227" y="2722011"/>
            <a:ext cx="1390502" cy="159625"/>
            <a:chOff x="3530150" y="2790075"/>
            <a:chExt cx="1962600" cy="225300"/>
          </a:xfrm>
        </p:grpSpPr>
        <p:sp>
          <p:nvSpPr>
            <p:cNvPr id="9956" name="Google Shape;9956;p133"/>
            <p:cNvSpPr/>
            <p:nvPr/>
          </p:nvSpPr>
          <p:spPr>
            <a:xfrm>
              <a:off x="3530150" y="2790075"/>
              <a:ext cx="1962600" cy="2253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7" name="Google Shape;9957;p133"/>
            <p:cNvSpPr/>
            <p:nvPr/>
          </p:nvSpPr>
          <p:spPr>
            <a:xfrm>
              <a:off x="3535069" y="2794464"/>
              <a:ext cx="1104900" cy="216900"/>
            </a:xfrm>
            <a:prstGeom prst="rect">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58" name="Google Shape;9958;p133"/>
          <p:cNvGrpSpPr/>
          <p:nvPr/>
        </p:nvGrpSpPr>
        <p:grpSpPr>
          <a:xfrm>
            <a:off x="2589880" y="3000337"/>
            <a:ext cx="1411629" cy="153761"/>
            <a:chOff x="3558802" y="4011427"/>
            <a:chExt cx="1866000" cy="111300"/>
          </a:xfrm>
        </p:grpSpPr>
        <p:sp>
          <p:nvSpPr>
            <p:cNvPr id="9959" name="Google Shape;9959;p133"/>
            <p:cNvSpPr/>
            <p:nvPr/>
          </p:nvSpPr>
          <p:spPr>
            <a:xfrm flipH="1" rot="5400000">
              <a:off x="4436152" y="3134077"/>
              <a:ext cx="111300" cy="1866000"/>
            </a:xfrm>
            <a:prstGeom prst="round2SameRect">
              <a:avLst>
                <a:gd fmla="val 50000" name="adj1"/>
                <a:gd fmla="val 50000" name="adj2"/>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0" name="Google Shape;9960;p133"/>
            <p:cNvSpPr/>
            <p:nvPr/>
          </p:nvSpPr>
          <p:spPr>
            <a:xfrm flipH="1" rot="5400000">
              <a:off x="4162472" y="3415277"/>
              <a:ext cx="104700" cy="1304700"/>
            </a:xfrm>
            <a:prstGeom prst="round2SameRect">
              <a:avLst>
                <a:gd fmla="val 50000" name="adj1"/>
                <a:gd fmla="val 50000" name="adj2"/>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61" name="Google Shape;9961;p133"/>
          <p:cNvGrpSpPr/>
          <p:nvPr/>
        </p:nvGrpSpPr>
        <p:grpSpPr>
          <a:xfrm>
            <a:off x="2589573" y="2205736"/>
            <a:ext cx="1383503" cy="119749"/>
            <a:chOff x="3465975" y="2270276"/>
            <a:chExt cx="1986364" cy="171929"/>
          </a:xfrm>
        </p:grpSpPr>
        <p:sp>
          <p:nvSpPr>
            <p:cNvPr id="9962" name="Google Shape;9962;p133"/>
            <p:cNvSpPr/>
            <p:nvPr/>
          </p:nvSpPr>
          <p:spPr>
            <a:xfrm rot="-5400000">
              <a:off x="3725184"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3" name="Google Shape;9963;p133"/>
            <p:cNvSpPr/>
            <p:nvPr/>
          </p:nvSpPr>
          <p:spPr>
            <a:xfrm rot="-5400000">
              <a:off x="3984394"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4" name="Google Shape;9964;p133"/>
            <p:cNvSpPr/>
            <p:nvPr/>
          </p:nvSpPr>
          <p:spPr>
            <a:xfrm rot="-5400000">
              <a:off x="4243603" y="2270305"/>
              <a:ext cx="171900" cy="171900"/>
            </a:xfrm>
            <a:prstGeom prst="ellipse">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5" name="Google Shape;9965;p133"/>
            <p:cNvSpPr/>
            <p:nvPr/>
          </p:nvSpPr>
          <p:spPr>
            <a:xfrm rot="-5400000">
              <a:off x="4502812" y="2270305"/>
              <a:ext cx="171900" cy="171900"/>
            </a:xfrm>
            <a:prstGeom prst="ellipse">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6" name="Google Shape;9966;p133"/>
            <p:cNvSpPr/>
            <p:nvPr/>
          </p:nvSpPr>
          <p:spPr>
            <a:xfrm rot="-5400000">
              <a:off x="4762021" y="2270305"/>
              <a:ext cx="171900" cy="171900"/>
            </a:xfrm>
            <a:prstGeom prst="ellipse">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7" name="Google Shape;9967;p133"/>
            <p:cNvSpPr/>
            <p:nvPr/>
          </p:nvSpPr>
          <p:spPr>
            <a:xfrm rot="-5400000">
              <a:off x="3465975"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8" name="Google Shape;9968;p133"/>
            <p:cNvSpPr/>
            <p:nvPr/>
          </p:nvSpPr>
          <p:spPr>
            <a:xfrm rot="-5400000">
              <a:off x="5021230" y="2270276"/>
              <a:ext cx="171900" cy="171900"/>
            </a:xfrm>
            <a:prstGeom prst="ellipse">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9" name="Google Shape;9969;p133"/>
            <p:cNvSpPr/>
            <p:nvPr/>
          </p:nvSpPr>
          <p:spPr>
            <a:xfrm rot="-5400000">
              <a:off x="5280440" y="2270276"/>
              <a:ext cx="171900" cy="171900"/>
            </a:xfrm>
            <a:prstGeom prst="ellipse">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70" name="Google Shape;9970;p133"/>
          <p:cNvGrpSpPr/>
          <p:nvPr/>
        </p:nvGrpSpPr>
        <p:grpSpPr>
          <a:xfrm>
            <a:off x="2600580" y="3569387"/>
            <a:ext cx="1369531" cy="195460"/>
            <a:chOff x="723300" y="4253549"/>
            <a:chExt cx="2276482" cy="324900"/>
          </a:xfrm>
        </p:grpSpPr>
        <p:sp>
          <p:nvSpPr>
            <p:cNvPr id="9971" name="Google Shape;9971;p133"/>
            <p:cNvSpPr/>
            <p:nvPr/>
          </p:nvSpPr>
          <p:spPr>
            <a:xfrm>
              <a:off x="723300"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2" name="Google Shape;9972;p133"/>
            <p:cNvSpPr/>
            <p:nvPr/>
          </p:nvSpPr>
          <p:spPr>
            <a:xfrm>
              <a:off x="1206995"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3" name="Google Shape;9973;p133"/>
            <p:cNvSpPr/>
            <p:nvPr/>
          </p:nvSpPr>
          <p:spPr>
            <a:xfrm>
              <a:off x="1690691"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4" name="Google Shape;9974;p133"/>
            <p:cNvSpPr/>
            <p:nvPr/>
          </p:nvSpPr>
          <p:spPr>
            <a:xfrm>
              <a:off x="2174386"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5" name="Google Shape;9975;p133"/>
            <p:cNvSpPr/>
            <p:nvPr/>
          </p:nvSpPr>
          <p:spPr>
            <a:xfrm>
              <a:off x="2658082" y="4253549"/>
              <a:ext cx="341700" cy="324900"/>
            </a:xfrm>
            <a:prstGeom prst="star5">
              <a:avLst>
                <a:gd fmla="val 19098" name="adj"/>
                <a:gd fmla="val 105146" name="hf"/>
                <a:gd fmla="val 110557" name="vf"/>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76" name="Google Shape;9976;p133"/>
          <p:cNvGrpSpPr/>
          <p:nvPr/>
        </p:nvGrpSpPr>
        <p:grpSpPr>
          <a:xfrm>
            <a:off x="2590141" y="3270567"/>
            <a:ext cx="1389066" cy="180119"/>
            <a:chOff x="705948" y="3788465"/>
            <a:chExt cx="2308953" cy="299400"/>
          </a:xfrm>
        </p:grpSpPr>
        <p:sp>
          <p:nvSpPr>
            <p:cNvPr id="9977" name="Google Shape;9977;p133"/>
            <p:cNvSpPr/>
            <p:nvPr/>
          </p:nvSpPr>
          <p:spPr>
            <a:xfrm>
              <a:off x="705948"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8" name="Google Shape;9978;p133"/>
            <p:cNvSpPr/>
            <p:nvPr/>
          </p:nvSpPr>
          <p:spPr>
            <a:xfrm>
              <a:off x="1209923"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9" name="Google Shape;9979;p133"/>
            <p:cNvSpPr/>
            <p:nvPr/>
          </p:nvSpPr>
          <p:spPr>
            <a:xfrm>
              <a:off x="1713905"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0" name="Google Shape;9980;p133"/>
            <p:cNvSpPr/>
            <p:nvPr/>
          </p:nvSpPr>
          <p:spPr>
            <a:xfrm>
              <a:off x="2189639" y="3788465"/>
              <a:ext cx="335400" cy="299400"/>
            </a:xfrm>
            <a:prstGeom prst="hear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1" name="Google Shape;9981;p133"/>
            <p:cNvSpPr/>
            <p:nvPr/>
          </p:nvSpPr>
          <p:spPr>
            <a:xfrm>
              <a:off x="2679500" y="3788465"/>
              <a:ext cx="335400" cy="299400"/>
            </a:xfrm>
            <a:prstGeom prst="hear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82" name="Google Shape;9982;p133"/>
          <p:cNvGrpSpPr/>
          <p:nvPr/>
        </p:nvGrpSpPr>
        <p:grpSpPr>
          <a:xfrm>
            <a:off x="2638078" y="3883547"/>
            <a:ext cx="1304609" cy="294074"/>
            <a:chOff x="2658741" y="4097347"/>
            <a:chExt cx="1304609" cy="294074"/>
          </a:xfrm>
        </p:grpSpPr>
        <p:grpSp>
          <p:nvGrpSpPr>
            <p:cNvPr id="9983" name="Google Shape;9983;p133"/>
            <p:cNvGrpSpPr/>
            <p:nvPr/>
          </p:nvGrpSpPr>
          <p:grpSpPr>
            <a:xfrm>
              <a:off x="2658741" y="4097347"/>
              <a:ext cx="118572" cy="294074"/>
              <a:chOff x="3343310" y="4475555"/>
              <a:chExt cx="127717" cy="316753"/>
            </a:xfrm>
          </p:grpSpPr>
          <p:sp>
            <p:nvSpPr>
              <p:cNvPr id="9984" name="Google Shape;9984;p133"/>
              <p:cNvSpPr/>
              <p:nvPr/>
            </p:nvSpPr>
            <p:spPr>
              <a:xfrm>
                <a:off x="3343310" y="4535967"/>
                <a:ext cx="127717" cy="256341"/>
              </a:xfrm>
              <a:custGeom>
                <a:rect b="b" l="l" r="r" t="t"/>
                <a:pathLst>
                  <a:path extrusionOk="0" h="156544" w="77995">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5" name="Google Shape;9985;p133"/>
              <p:cNvSpPr/>
              <p:nvPr/>
            </p:nvSpPr>
            <p:spPr>
              <a:xfrm>
                <a:off x="3381341" y="4475555"/>
                <a:ext cx="52189" cy="52135"/>
              </a:xfrm>
              <a:custGeom>
                <a:rect b="b" l="l" r="r" t="t"/>
                <a:pathLst>
                  <a:path extrusionOk="0" h="31838" w="31871">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86" name="Google Shape;9986;p133"/>
            <p:cNvGrpSpPr/>
            <p:nvPr/>
          </p:nvGrpSpPr>
          <p:grpSpPr>
            <a:xfrm>
              <a:off x="3815519" y="4098388"/>
              <a:ext cx="147831" cy="291991"/>
              <a:chOff x="3527539" y="4476677"/>
              <a:chExt cx="159232" cy="314510"/>
            </a:xfrm>
          </p:grpSpPr>
          <p:sp>
            <p:nvSpPr>
              <p:cNvPr id="9987" name="Google Shape;9987;p133"/>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8" name="Google Shape;9988;p133"/>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89" name="Google Shape;9989;p133"/>
            <p:cNvGrpSpPr/>
            <p:nvPr/>
          </p:nvGrpSpPr>
          <p:grpSpPr>
            <a:xfrm>
              <a:off x="3511696" y="4098388"/>
              <a:ext cx="147831" cy="291991"/>
              <a:chOff x="3527539" y="4476677"/>
              <a:chExt cx="159232" cy="314510"/>
            </a:xfrm>
          </p:grpSpPr>
          <p:sp>
            <p:nvSpPr>
              <p:cNvPr id="9990" name="Google Shape;9990;p133"/>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1" name="Google Shape;9991;p133"/>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92" name="Google Shape;9992;p133"/>
            <p:cNvGrpSpPr/>
            <p:nvPr/>
          </p:nvGrpSpPr>
          <p:grpSpPr>
            <a:xfrm>
              <a:off x="3207874" y="4098388"/>
              <a:ext cx="147831" cy="291991"/>
              <a:chOff x="3527539" y="4476677"/>
              <a:chExt cx="159232" cy="314510"/>
            </a:xfrm>
          </p:grpSpPr>
          <p:sp>
            <p:nvSpPr>
              <p:cNvPr id="9993" name="Google Shape;9993;p133"/>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4" name="Google Shape;9994;p133"/>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95" name="Google Shape;9995;p133"/>
            <p:cNvGrpSpPr/>
            <p:nvPr/>
          </p:nvGrpSpPr>
          <p:grpSpPr>
            <a:xfrm>
              <a:off x="2933305" y="4097347"/>
              <a:ext cx="118572" cy="294074"/>
              <a:chOff x="3343310" y="4475555"/>
              <a:chExt cx="127717" cy="316753"/>
            </a:xfrm>
          </p:grpSpPr>
          <p:sp>
            <p:nvSpPr>
              <p:cNvPr id="9996" name="Google Shape;9996;p133"/>
              <p:cNvSpPr/>
              <p:nvPr/>
            </p:nvSpPr>
            <p:spPr>
              <a:xfrm>
                <a:off x="3343310" y="4535967"/>
                <a:ext cx="127717" cy="256341"/>
              </a:xfrm>
              <a:custGeom>
                <a:rect b="b" l="l" r="r" t="t"/>
                <a:pathLst>
                  <a:path extrusionOk="0" h="156544" w="77995">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7" name="Google Shape;9997;p133"/>
              <p:cNvSpPr/>
              <p:nvPr/>
            </p:nvSpPr>
            <p:spPr>
              <a:xfrm>
                <a:off x="3381341" y="4475555"/>
                <a:ext cx="52189" cy="52135"/>
              </a:xfrm>
              <a:custGeom>
                <a:rect b="b" l="l" r="r" t="t"/>
                <a:pathLst>
                  <a:path extrusionOk="0" h="31838" w="31871">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998" name="Google Shape;9998;p133"/>
          <p:cNvGrpSpPr/>
          <p:nvPr/>
        </p:nvGrpSpPr>
        <p:grpSpPr>
          <a:xfrm>
            <a:off x="4256908" y="1866669"/>
            <a:ext cx="1433821" cy="191501"/>
            <a:chOff x="4273350" y="2080469"/>
            <a:chExt cx="1433821" cy="191501"/>
          </a:xfrm>
        </p:grpSpPr>
        <p:grpSp>
          <p:nvGrpSpPr>
            <p:cNvPr id="9999" name="Google Shape;9999;p133"/>
            <p:cNvGrpSpPr/>
            <p:nvPr/>
          </p:nvGrpSpPr>
          <p:grpSpPr>
            <a:xfrm>
              <a:off x="4273350" y="2080469"/>
              <a:ext cx="1433821" cy="0"/>
              <a:chOff x="5224975" y="2962250"/>
              <a:chExt cx="1544400" cy="0"/>
            </a:xfrm>
          </p:grpSpPr>
          <p:cxnSp>
            <p:nvCxnSpPr>
              <p:cNvPr id="10000" name="Google Shape;10000;p133"/>
              <p:cNvCxnSpPr/>
              <p:nvPr/>
            </p:nvCxnSpPr>
            <p:spPr>
              <a:xfrm>
                <a:off x="5224975" y="2962250"/>
                <a:ext cx="1544400" cy="0"/>
              </a:xfrm>
              <a:prstGeom prst="straightConnector1">
                <a:avLst/>
              </a:prstGeom>
              <a:noFill/>
              <a:ln cap="flat" cmpd="sng" w="9525">
                <a:solidFill>
                  <a:srgbClr val="E3E9ED"/>
                </a:solidFill>
                <a:prstDash val="solid"/>
                <a:round/>
                <a:headEnd len="med" w="med" type="none"/>
                <a:tailEnd len="med" w="med" type="none"/>
              </a:ln>
            </p:spPr>
          </p:cxnSp>
          <p:cxnSp>
            <p:nvCxnSpPr>
              <p:cNvPr id="10001" name="Google Shape;10001;p133"/>
              <p:cNvCxnSpPr/>
              <p:nvPr/>
            </p:nvCxnSpPr>
            <p:spPr>
              <a:xfrm>
                <a:off x="5225150" y="2962250"/>
                <a:ext cx="453300" cy="0"/>
              </a:xfrm>
              <a:prstGeom prst="straightConnector1">
                <a:avLst/>
              </a:prstGeom>
              <a:noFill/>
              <a:ln cap="flat" cmpd="sng" w="9525">
                <a:solidFill>
                  <a:srgbClr val="7994A9"/>
                </a:solidFill>
                <a:prstDash val="solid"/>
                <a:round/>
                <a:headEnd len="med" w="med" type="none"/>
                <a:tailEnd len="med" w="med" type="oval"/>
              </a:ln>
            </p:spPr>
          </p:cxnSp>
        </p:grpSp>
        <p:grpSp>
          <p:nvGrpSpPr>
            <p:cNvPr id="10002" name="Google Shape;10002;p133"/>
            <p:cNvGrpSpPr/>
            <p:nvPr/>
          </p:nvGrpSpPr>
          <p:grpSpPr>
            <a:xfrm>
              <a:off x="4273350" y="2271969"/>
              <a:ext cx="1433821" cy="0"/>
              <a:chOff x="5224975" y="2962250"/>
              <a:chExt cx="1544400" cy="0"/>
            </a:xfrm>
          </p:grpSpPr>
          <p:cxnSp>
            <p:nvCxnSpPr>
              <p:cNvPr id="10003" name="Google Shape;10003;p133"/>
              <p:cNvCxnSpPr/>
              <p:nvPr/>
            </p:nvCxnSpPr>
            <p:spPr>
              <a:xfrm>
                <a:off x="5224975" y="2962250"/>
                <a:ext cx="1544400" cy="0"/>
              </a:xfrm>
              <a:prstGeom prst="straightConnector1">
                <a:avLst/>
              </a:prstGeom>
              <a:noFill/>
              <a:ln cap="flat" cmpd="sng" w="9525">
                <a:solidFill>
                  <a:srgbClr val="E3E9ED"/>
                </a:solidFill>
                <a:prstDash val="solid"/>
                <a:round/>
                <a:headEnd len="med" w="med" type="none"/>
                <a:tailEnd len="med" w="med" type="none"/>
              </a:ln>
            </p:spPr>
          </p:cxnSp>
          <p:cxnSp>
            <p:nvCxnSpPr>
              <p:cNvPr id="10004" name="Google Shape;10004;p133"/>
              <p:cNvCxnSpPr/>
              <p:nvPr/>
            </p:nvCxnSpPr>
            <p:spPr>
              <a:xfrm>
                <a:off x="5225150" y="2962250"/>
                <a:ext cx="998700" cy="0"/>
              </a:xfrm>
              <a:prstGeom prst="straightConnector1">
                <a:avLst/>
              </a:prstGeom>
              <a:noFill/>
              <a:ln cap="flat" cmpd="sng" w="9525">
                <a:solidFill>
                  <a:srgbClr val="7994A9"/>
                </a:solidFill>
                <a:prstDash val="solid"/>
                <a:round/>
                <a:headEnd len="med" w="med" type="none"/>
                <a:tailEnd len="med" w="med" type="oval"/>
              </a:ln>
            </p:spPr>
          </p:cxnSp>
        </p:grpSp>
      </p:grpSp>
      <p:grpSp>
        <p:nvGrpSpPr>
          <p:cNvPr id="10005" name="Google Shape;10005;p133"/>
          <p:cNvGrpSpPr/>
          <p:nvPr/>
        </p:nvGrpSpPr>
        <p:grpSpPr>
          <a:xfrm>
            <a:off x="4258463" y="969236"/>
            <a:ext cx="1430711" cy="743389"/>
            <a:chOff x="5159450" y="1919950"/>
            <a:chExt cx="1541050" cy="862500"/>
          </a:xfrm>
        </p:grpSpPr>
        <p:sp>
          <p:nvSpPr>
            <p:cNvPr id="10006" name="Google Shape;10006;p133"/>
            <p:cNvSpPr/>
            <p:nvPr/>
          </p:nvSpPr>
          <p:spPr>
            <a:xfrm>
              <a:off x="5216414" y="2060033"/>
              <a:ext cx="1436820" cy="600250"/>
            </a:xfrm>
            <a:custGeom>
              <a:rect b="b" l="l" r="r" t="t"/>
              <a:pathLst>
                <a:path extrusionOk="0" h="69253" w="165771">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cap="flat" cmpd="sng" w="19050">
              <a:solidFill>
                <a:srgbClr val="5F7D95"/>
              </a:solidFill>
              <a:prstDash val="solid"/>
              <a:round/>
              <a:headEnd len="med" w="med" type="oval"/>
              <a:tailEnd len="med" w="med" type="oval"/>
            </a:ln>
          </p:spPr>
        </p:sp>
        <p:grpSp>
          <p:nvGrpSpPr>
            <p:cNvPr id="10007" name="Google Shape;10007;p133"/>
            <p:cNvGrpSpPr/>
            <p:nvPr/>
          </p:nvGrpSpPr>
          <p:grpSpPr>
            <a:xfrm>
              <a:off x="5159450" y="1919950"/>
              <a:ext cx="1541050" cy="862500"/>
              <a:chOff x="5159450" y="1919950"/>
              <a:chExt cx="1541050" cy="862500"/>
            </a:xfrm>
          </p:grpSpPr>
          <p:cxnSp>
            <p:nvCxnSpPr>
              <p:cNvPr id="10008" name="Google Shape;10008;p133"/>
              <p:cNvCxnSpPr/>
              <p:nvPr/>
            </p:nvCxnSpPr>
            <p:spPr>
              <a:xfrm>
                <a:off x="5159450" y="1919950"/>
                <a:ext cx="0" cy="862500"/>
              </a:xfrm>
              <a:prstGeom prst="straightConnector1">
                <a:avLst/>
              </a:prstGeom>
              <a:noFill/>
              <a:ln cap="flat" cmpd="sng" w="9525">
                <a:solidFill>
                  <a:srgbClr val="E3E9ED"/>
                </a:solidFill>
                <a:prstDash val="solid"/>
                <a:round/>
                <a:headEnd len="med" w="med" type="none"/>
                <a:tailEnd len="med" w="med" type="none"/>
              </a:ln>
            </p:spPr>
          </p:cxnSp>
          <p:cxnSp>
            <p:nvCxnSpPr>
              <p:cNvPr id="10009" name="Google Shape;10009;p133"/>
              <p:cNvCxnSpPr/>
              <p:nvPr/>
            </p:nvCxnSpPr>
            <p:spPr>
              <a:xfrm>
                <a:off x="5161200" y="2778975"/>
                <a:ext cx="1539300" cy="0"/>
              </a:xfrm>
              <a:prstGeom prst="straightConnector1">
                <a:avLst/>
              </a:prstGeom>
              <a:noFill/>
              <a:ln cap="flat" cmpd="sng" w="9525">
                <a:solidFill>
                  <a:srgbClr val="E3E9ED"/>
                </a:solidFill>
                <a:prstDash val="solid"/>
                <a:round/>
                <a:headEnd len="med" w="med" type="none"/>
                <a:tailEnd len="med" w="med" type="none"/>
              </a:ln>
            </p:spPr>
          </p:cxnSp>
        </p:grpSp>
      </p:grpSp>
      <p:grpSp>
        <p:nvGrpSpPr>
          <p:cNvPr id="10010" name="Google Shape;10010;p133"/>
          <p:cNvGrpSpPr/>
          <p:nvPr/>
        </p:nvGrpSpPr>
        <p:grpSpPr>
          <a:xfrm>
            <a:off x="4248577" y="2192564"/>
            <a:ext cx="1450484" cy="1052087"/>
            <a:chOff x="5230575" y="1554475"/>
            <a:chExt cx="2137150" cy="1550150"/>
          </a:xfrm>
        </p:grpSpPr>
        <p:sp>
          <p:nvSpPr>
            <p:cNvPr id="10011" name="Google Shape;10011;p133"/>
            <p:cNvSpPr/>
            <p:nvPr/>
          </p:nvSpPr>
          <p:spPr>
            <a:xfrm>
              <a:off x="6296450" y="2863325"/>
              <a:ext cx="1071275" cy="157150"/>
            </a:xfrm>
            <a:custGeom>
              <a:rect b="b" l="l" r="r" t="t"/>
              <a:pathLst>
                <a:path extrusionOk="0" h="6286" w="42851">
                  <a:moveTo>
                    <a:pt x="0" y="1"/>
                  </a:moveTo>
                  <a:lnTo>
                    <a:pt x="0" y="6286"/>
                  </a:lnTo>
                  <a:lnTo>
                    <a:pt x="42851" y="6286"/>
                  </a:lnTo>
                  <a:lnTo>
                    <a:pt x="42851" y="1"/>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2" name="Google Shape;10012;p133"/>
            <p:cNvSpPr/>
            <p:nvPr/>
          </p:nvSpPr>
          <p:spPr>
            <a:xfrm>
              <a:off x="5230575" y="2863325"/>
              <a:ext cx="1071350" cy="157150"/>
            </a:xfrm>
            <a:custGeom>
              <a:rect b="b" l="l" r="r" t="t"/>
              <a:pathLst>
                <a:path extrusionOk="0" h="6286" w="42854">
                  <a:moveTo>
                    <a:pt x="0" y="1"/>
                  </a:moveTo>
                  <a:lnTo>
                    <a:pt x="0" y="6286"/>
                  </a:lnTo>
                  <a:lnTo>
                    <a:pt x="42854" y="6286"/>
                  </a:lnTo>
                  <a:lnTo>
                    <a:pt x="42854"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3" name="Google Shape;10013;p133"/>
            <p:cNvSpPr/>
            <p:nvPr/>
          </p:nvSpPr>
          <p:spPr>
            <a:xfrm>
              <a:off x="6296450" y="2611125"/>
              <a:ext cx="1071275" cy="157150"/>
            </a:xfrm>
            <a:custGeom>
              <a:rect b="b" l="l" r="r" t="t"/>
              <a:pathLst>
                <a:path extrusionOk="0" h="6286" w="42851">
                  <a:moveTo>
                    <a:pt x="0" y="0"/>
                  </a:moveTo>
                  <a:lnTo>
                    <a:pt x="0" y="6285"/>
                  </a:lnTo>
                  <a:lnTo>
                    <a:pt x="42851" y="6285"/>
                  </a:lnTo>
                  <a:lnTo>
                    <a:pt x="42851"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4" name="Google Shape;10014;p133"/>
            <p:cNvSpPr/>
            <p:nvPr/>
          </p:nvSpPr>
          <p:spPr>
            <a:xfrm>
              <a:off x="5230575" y="2611125"/>
              <a:ext cx="1071350" cy="157150"/>
            </a:xfrm>
            <a:custGeom>
              <a:rect b="b" l="l" r="r" t="t"/>
              <a:pathLst>
                <a:path extrusionOk="0" h="6286" w="42854">
                  <a:moveTo>
                    <a:pt x="0" y="0"/>
                  </a:moveTo>
                  <a:lnTo>
                    <a:pt x="0" y="6285"/>
                  </a:lnTo>
                  <a:lnTo>
                    <a:pt x="42854" y="6285"/>
                  </a:lnTo>
                  <a:lnTo>
                    <a:pt x="42854"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5" name="Google Shape;10015;p133"/>
            <p:cNvSpPr/>
            <p:nvPr/>
          </p:nvSpPr>
          <p:spPr>
            <a:xfrm>
              <a:off x="6296450" y="2358900"/>
              <a:ext cx="1071275" cy="157150"/>
            </a:xfrm>
            <a:custGeom>
              <a:rect b="b" l="l" r="r" t="t"/>
              <a:pathLst>
                <a:path extrusionOk="0" h="6286" w="42851">
                  <a:moveTo>
                    <a:pt x="0" y="1"/>
                  </a:moveTo>
                  <a:lnTo>
                    <a:pt x="0" y="6286"/>
                  </a:lnTo>
                  <a:lnTo>
                    <a:pt x="42851" y="6286"/>
                  </a:lnTo>
                  <a:lnTo>
                    <a:pt x="42851" y="1"/>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6" name="Google Shape;10016;p133"/>
            <p:cNvSpPr/>
            <p:nvPr/>
          </p:nvSpPr>
          <p:spPr>
            <a:xfrm>
              <a:off x="5230575" y="2358900"/>
              <a:ext cx="1071350" cy="157150"/>
            </a:xfrm>
            <a:custGeom>
              <a:rect b="b" l="l" r="r" t="t"/>
              <a:pathLst>
                <a:path extrusionOk="0" h="6286" w="42854">
                  <a:moveTo>
                    <a:pt x="0" y="1"/>
                  </a:moveTo>
                  <a:lnTo>
                    <a:pt x="0" y="6286"/>
                  </a:lnTo>
                  <a:lnTo>
                    <a:pt x="42854" y="6286"/>
                  </a:lnTo>
                  <a:lnTo>
                    <a:pt x="42854"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7" name="Google Shape;10017;p133"/>
            <p:cNvSpPr/>
            <p:nvPr/>
          </p:nvSpPr>
          <p:spPr>
            <a:xfrm>
              <a:off x="6296450" y="2106700"/>
              <a:ext cx="989900" cy="157150"/>
            </a:xfrm>
            <a:custGeom>
              <a:rect b="b" l="l" r="r" t="t"/>
              <a:pathLst>
                <a:path extrusionOk="0" h="6286" w="39596">
                  <a:moveTo>
                    <a:pt x="0" y="0"/>
                  </a:moveTo>
                  <a:lnTo>
                    <a:pt x="0" y="6285"/>
                  </a:lnTo>
                  <a:lnTo>
                    <a:pt x="39596" y="6285"/>
                  </a:lnTo>
                  <a:lnTo>
                    <a:pt x="3959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8" name="Google Shape;10018;p133"/>
            <p:cNvSpPr/>
            <p:nvPr/>
          </p:nvSpPr>
          <p:spPr>
            <a:xfrm>
              <a:off x="5474700" y="2106700"/>
              <a:ext cx="827225" cy="157150"/>
            </a:xfrm>
            <a:custGeom>
              <a:rect b="b" l="l" r="r" t="t"/>
              <a:pathLst>
                <a:path extrusionOk="0" h="6286" w="33089">
                  <a:moveTo>
                    <a:pt x="0" y="0"/>
                  </a:moveTo>
                  <a:lnTo>
                    <a:pt x="0" y="6285"/>
                  </a:lnTo>
                  <a:lnTo>
                    <a:pt x="33089" y="6285"/>
                  </a:lnTo>
                  <a:lnTo>
                    <a:pt x="33089"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9" name="Google Shape;10019;p133"/>
            <p:cNvSpPr/>
            <p:nvPr/>
          </p:nvSpPr>
          <p:spPr>
            <a:xfrm>
              <a:off x="6296450" y="1854475"/>
              <a:ext cx="827225" cy="157175"/>
            </a:xfrm>
            <a:custGeom>
              <a:rect b="b" l="l" r="r" t="t"/>
              <a:pathLst>
                <a:path extrusionOk="0" h="6287" w="33089">
                  <a:moveTo>
                    <a:pt x="0" y="1"/>
                  </a:moveTo>
                  <a:lnTo>
                    <a:pt x="0" y="6286"/>
                  </a:lnTo>
                  <a:lnTo>
                    <a:pt x="33089" y="6286"/>
                  </a:lnTo>
                  <a:lnTo>
                    <a:pt x="33089" y="1"/>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0" name="Google Shape;10020;p133"/>
            <p:cNvSpPr/>
            <p:nvPr/>
          </p:nvSpPr>
          <p:spPr>
            <a:xfrm>
              <a:off x="5637425" y="1854475"/>
              <a:ext cx="664500" cy="157175"/>
            </a:xfrm>
            <a:custGeom>
              <a:rect b="b" l="l" r="r" t="t"/>
              <a:pathLst>
                <a:path extrusionOk="0" h="6287" w="26580">
                  <a:moveTo>
                    <a:pt x="1" y="1"/>
                  </a:moveTo>
                  <a:lnTo>
                    <a:pt x="1" y="6286"/>
                  </a:lnTo>
                  <a:lnTo>
                    <a:pt x="26580" y="6286"/>
                  </a:lnTo>
                  <a:lnTo>
                    <a:pt x="26580"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1" name="Google Shape;10021;p133"/>
            <p:cNvSpPr/>
            <p:nvPr/>
          </p:nvSpPr>
          <p:spPr>
            <a:xfrm>
              <a:off x="6296450" y="1602275"/>
              <a:ext cx="501750" cy="157075"/>
            </a:xfrm>
            <a:custGeom>
              <a:rect b="b" l="l" r="r" t="t"/>
              <a:pathLst>
                <a:path extrusionOk="0" h="6283" w="20070">
                  <a:moveTo>
                    <a:pt x="0" y="1"/>
                  </a:moveTo>
                  <a:lnTo>
                    <a:pt x="0" y="6283"/>
                  </a:lnTo>
                  <a:lnTo>
                    <a:pt x="20069" y="6283"/>
                  </a:lnTo>
                  <a:lnTo>
                    <a:pt x="20069" y="1"/>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2" name="Google Shape;10022;p133"/>
            <p:cNvSpPr/>
            <p:nvPr/>
          </p:nvSpPr>
          <p:spPr>
            <a:xfrm>
              <a:off x="5800100" y="1602275"/>
              <a:ext cx="501825" cy="157075"/>
            </a:xfrm>
            <a:custGeom>
              <a:rect b="b" l="l" r="r" t="t"/>
              <a:pathLst>
                <a:path extrusionOk="0" h="6283" w="20073">
                  <a:moveTo>
                    <a:pt x="1" y="1"/>
                  </a:moveTo>
                  <a:lnTo>
                    <a:pt x="1" y="6283"/>
                  </a:lnTo>
                  <a:lnTo>
                    <a:pt x="20073" y="6283"/>
                  </a:lnTo>
                  <a:lnTo>
                    <a:pt x="20073"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3" name="Google Shape;10023;p133"/>
            <p:cNvSpPr/>
            <p:nvPr/>
          </p:nvSpPr>
          <p:spPr>
            <a:xfrm>
              <a:off x="6301225" y="1554475"/>
              <a:ext cx="25" cy="1550150"/>
            </a:xfrm>
            <a:custGeom>
              <a:rect b="b" l="l" r="r" t="t"/>
              <a:pathLst>
                <a:path extrusionOk="0" fill="none" h="62006" w="1">
                  <a:moveTo>
                    <a:pt x="1" y="0"/>
                  </a:moveTo>
                  <a:lnTo>
                    <a:pt x="1" y="62006"/>
                  </a:lnTo>
                </a:path>
              </a:pathLst>
            </a:custGeom>
            <a:noFill/>
            <a:ln cap="flat" cmpd="sng" w="9525">
              <a:solidFill>
                <a:srgbClr val="F2F2F2"/>
              </a:solidFill>
              <a:prstDash val="solid"/>
              <a:miter lim="299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24" name="Google Shape;10024;p133"/>
          <p:cNvGrpSpPr/>
          <p:nvPr/>
        </p:nvGrpSpPr>
        <p:grpSpPr>
          <a:xfrm rot="10800000">
            <a:off x="4265127" y="3284753"/>
            <a:ext cx="1417383" cy="887946"/>
            <a:chOff x="5645403" y="2920021"/>
            <a:chExt cx="2650800" cy="2180614"/>
          </a:xfrm>
        </p:grpSpPr>
        <p:sp>
          <p:nvSpPr>
            <p:cNvPr id="10025" name="Google Shape;10025;p133"/>
            <p:cNvSpPr/>
            <p:nvPr/>
          </p:nvSpPr>
          <p:spPr>
            <a:xfrm>
              <a:off x="5772903" y="2920021"/>
              <a:ext cx="2523300" cy="469200"/>
            </a:xfrm>
            <a:prstGeom prst="rect">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026" name="Google Shape;10026;p133"/>
            <p:cNvCxnSpPr>
              <a:stCxn id="10025" idx="1"/>
            </p:cNvCxnSpPr>
            <p:nvPr/>
          </p:nvCxnSpPr>
          <p:spPr>
            <a:xfrm rot="10800000">
              <a:off x="5645403" y="3154021"/>
              <a:ext cx="127500" cy="600"/>
            </a:xfrm>
            <a:prstGeom prst="straightConnector1">
              <a:avLst/>
            </a:prstGeom>
            <a:noFill/>
            <a:ln cap="flat" cmpd="sng" w="9525">
              <a:solidFill>
                <a:srgbClr val="435D74"/>
              </a:solidFill>
              <a:prstDash val="solid"/>
              <a:round/>
              <a:headEnd len="med" w="med" type="none"/>
              <a:tailEnd len="med" w="med" type="none"/>
            </a:ln>
          </p:spPr>
        </p:cxnSp>
        <p:sp>
          <p:nvSpPr>
            <p:cNvPr id="10027" name="Google Shape;10027;p133"/>
            <p:cNvSpPr/>
            <p:nvPr/>
          </p:nvSpPr>
          <p:spPr>
            <a:xfrm>
              <a:off x="6010040" y="3500932"/>
              <a:ext cx="2049000" cy="469200"/>
            </a:xfrm>
            <a:prstGeom prst="rect">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028" name="Google Shape;10028;p133"/>
            <p:cNvCxnSpPr>
              <a:endCxn id="10027" idx="3"/>
            </p:cNvCxnSpPr>
            <p:nvPr/>
          </p:nvCxnSpPr>
          <p:spPr>
            <a:xfrm rot="10800000">
              <a:off x="8059040" y="3735533"/>
              <a:ext cx="135300" cy="0"/>
            </a:xfrm>
            <a:prstGeom prst="straightConnector1">
              <a:avLst/>
            </a:prstGeom>
            <a:noFill/>
            <a:ln cap="flat" cmpd="sng" w="9525">
              <a:solidFill>
                <a:srgbClr val="5F7D95"/>
              </a:solidFill>
              <a:prstDash val="solid"/>
              <a:round/>
              <a:headEnd len="med" w="med" type="none"/>
              <a:tailEnd len="med" w="med" type="none"/>
            </a:ln>
          </p:spPr>
        </p:cxnSp>
        <p:sp>
          <p:nvSpPr>
            <p:cNvPr id="10029" name="Google Shape;10029;p133"/>
            <p:cNvSpPr/>
            <p:nvPr/>
          </p:nvSpPr>
          <p:spPr>
            <a:xfrm>
              <a:off x="6299123" y="4066183"/>
              <a:ext cx="1470600" cy="469200"/>
            </a:xfrm>
            <a:prstGeom prst="rect">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030" name="Google Shape;10030;p133"/>
            <p:cNvCxnSpPr>
              <a:stCxn id="10029" idx="1"/>
            </p:cNvCxnSpPr>
            <p:nvPr/>
          </p:nvCxnSpPr>
          <p:spPr>
            <a:xfrm rot="10800000">
              <a:off x="6175222" y="4300183"/>
              <a:ext cx="123900" cy="600"/>
            </a:xfrm>
            <a:prstGeom prst="straightConnector1">
              <a:avLst/>
            </a:prstGeom>
            <a:noFill/>
            <a:ln cap="flat" cmpd="sng" w="9525">
              <a:solidFill>
                <a:srgbClr val="869FB2"/>
              </a:solidFill>
              <a:prstDash val="solid"/>
              <a:round/>
              <a:headEnd len="med" w="med" type="none"/>
              <a:tailEnd len="med" w="med" type="none"/>
            </a:ln>
          </p:spPr>
        </p:cxnSp>
        <p:sp>
          <p:nvSpPr>
            <p:cNvPr id="10031" name="Google Shape;10031;p133"/>
            <p:cNvSpPr/>
            <p:nvPr/>
          </p:nvSpPr>
          <p:spPr>
            <a:xfrm>
              <a:off x="6629161" y="4631435"/>
              <a:ext cx="810600" cy="4692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032" name="Google Shape;10032;p133"/>
            <p:cNvCxnSpPr>
              <a:endCxn id="10031" idx="3"/>
            </p:cNvCxnSpPr>
            <p:nvPr/>
          </p:nvCxnSpPr>
          <p:spPr>
            <a:xfrm flipH="1">
              <a:off x="7439761" y="4864535"/>
              <a:ext cx="104400" cy="1500"/>
            </a:xfrm>
            <a:prstGeom prst="straightConnector1">
              <a:avLst/>
            </a:prstGeom>
            <a:noFill/>
            <a:ln cap="flat" cmpd="sng" w="9525">
              <a:solidFill>
                <a:srgbClr val="BAC8D3"/>
              </a:solidFill>
              <a:prstDash val="solid"/>
              <a:round/>
              <a:headEnd len="med" w="med" type="none"/>
              <a:tailEnd len="med" w="med" type="none"/>
            </a:ln>
          </p:spPr>
        </p:cxnSp>
      </p:grpSp>
      <p:grpSp>
        <p:nvGrpSpPr>
          <p:cNvPr id="10033" name="Google Shape;10033;p133"/>
          <p:cNvGrpSpPr/>
          <p:nvPr/>
        </p:nvGrpSpPr>
        <p:grpSpPr>
          <a:xfrm>
            <a:off x="7365487" y="2188108"/>
            <a:ext cx="1071743" cy="1021579"/>
            <a:chOff x="7189833" y="2022667"/>
            <a:chExt cx="1251159" cy="1192597"/>
          </a:xfrm>
        </p:grpSpPr>
        <p:sp>
          <p:nvSpPr>
            <p:cNvPr id="10034" name="Google Shape;10034;p133"/>
            <p:cNvSpPr/>
            <p:nvPr/>
          </p:nvSpPr>
          <p:spPr>
            <a:xfrm>
              <a:off x="7474366" y="2461318"/>
              <a:ext cx="682343" cy="220186"/>
            </a:xfrm>
            <a:custGeom>
              <a:rect b="b" l="l" r="r" t="t"/>
              <a:pathLst>
                <a:path extrusionOk="0" h="40494" w="125546">
                  <a:moveTo>
                    <a:pt x="22196" y="1"/>
                  </a:moveTo>
                  <a:lnTo>
                    <a:pt x="8133" y="25661"/>
                  </a:lnTo>
                  <a:lnTo>
                    <a:pt x="1" y="40494"/>
                  </a:lnTo>
                  <a:lnTo>
                    <a:pt x="125545" y="40494"/>
                  </a:lnTo>
                  <a:lnTo>
                    <a:pt x="117413" y="25661"/>
                  </a:lnTo>
                  <a:lnTo>
                    <a:pt x="103351" y="1"/>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5" name="Google Shape;10035;p133"/>
            <p:cNvSpPr/>
            <p:nvPr/>
          </p:nvSpPr>
          <p:spPr>
            <a:xfrm>
              <a:off x="7602697" y="2022667"/>
              <a:ext cx="426517" cy="402424"/>
            </a:xfrm>
            <a:custGeom>
              <a:rect b="b" l="l" r="r" t="t"/>
              <a:pathLst>
                <a:path extrusionOk="0" h="74009" w="78476">
                  <a:moveTo>
                    <a:pt x="39246" y="0"/>
                  </a:moveTo>
                  <a:lnTo>
                    <a:pt x="1" y="74009"/>
                  </a:lnTo>
                  <a:lnTo>
                    <a:pt x="78476" y="74009"/>
                  </a:lnTo>
                  <a:lnTo>
                    <a:pt x="3924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6" name="Google Shape;10036;p133"/>
            <p:cNvSpPr/>
            <p:nvPr/>
          </p:nvSpPr>
          <p:spPr>
            <a:xfrm>
              <a:off x="7189833" y="2972969"/>
              <a:ext cx="1251159" cy="242295"/>
            </a:xfrm>
            <a:custGeom>
              <a:rect b="b" l="l" r="r" t="t"/>
              <a:pathLst>
                <a:path extrusionOk="0" h="44560" w="230204">
                  <a:moveTo>
                    <a:pt x="25737" y="1"/>
                  </a:moveTo>
                  <a:lnTo>
                    <a:pt x="0" y="44560"/>
                  </a:lnTo>
                  <a:lnTo>
                    <a:pt x="230204" y="44560"/>
                  </a:lnTo>
                  <a:lnTo>
                    <a:pt x="204467"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7" name="Google Shape;10037;p133"/>
            <p:cNvSpPr/>
            <p:nvPr/>
          </p:nvSpPr>
          <p:spPr>
            <a:xfrm>
              <a:off x="7340931" y="2717730"/>
              <a:ext cx="950049" cy="219012"/>
            </a:xfrm>
            <a:custGeom>
              <a:rect b="b" l="l" r="r" t="t"/>
              <a:pathLst>
                <a:path extrusionOk="0" h="40278" w="174802">
                  <a:moveTo>
                    <a:pt x="22750" y="1"/>
                  </a:moveTo>
                  <a:lnTo>
                    <a:pt x="0" y="40278"/>
                  </a:lnTo>
                  <a:lnTo>
                    <a:pt x="174802" y="40278"/>
                  </a:lnTo>
                  <a:lnTo>
                    <a:pt x="152053"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38" name="Google Shape;10038;p133"/>
          <p:cNvGrpSpPr/>
          <p:nvPr/>
        </p:nvGrpSpPr>
        <p:grpSpPr>
          <a:xfrm>
            <a:off x="706758" y="2614515"/>
            <a:ext cx="1695374" cy="1560837"/>
            <a:chOff x="727421" y="2828315"/>
            <a:chExt cx="1695374" cy="1560837"/>
          </a:xfrm>
        </p:grpSpPr>
        <p:grpSp>
          <p:nvGrpSpPr>
            <p:cNvPr id="10039" name="Google Shape;10039;p133"/>
            <p:cNvGrpSpPr/>
            <p:nvPr/>
          </p:nvGrpSpPr>
          <p:grpSpPr>
            <a:xfrm>
              <a:off x="819108" y="2882501"/>
              <a:ext cx="103104" cy="1426186"/>
              <a:chOff x="4674013" y="3100904"/>
              <a:chExt cx="122758" cy="1698043"/>
            </a:xfrm>
          </p:grpSpPr>
          <p:sp>
            <p:nvSpPr>
              <p:cNvPr id="10040" name="Google Shape;10040;p133"/>
              <p:cNvSpPr/>
              <p:nvPr/>
            </p:nvSpPr>
            <p:spPr>
              <a:xfrm>
                <a:off x="467401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1" name="Google Shape;10041;p133"/>
              <p:cNvSpPr/>
              <p:nvPr/>
            </p:nvSpPr>
            <p:spPr>
              <a:xfrm>
                <a:off x="467401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2" name="Google Shape;10042;p133"/>
              <p:cNvSpPr/>
              <p:nvPr/>
            </p:nvSpPr>
            <p:spPr>
              <a:xfrm>
                <a:off x="467401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3" name="Google Shape;10043;p133"/>
              <p:cNvSpPr/>
              <p:nvPr/>
            </p:nvSpPr>
            <p:spPr>
              <a:xfrm>
                <a:off x="467401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4" name="Google Shape;10044;p133"/>
              <p:cNvSpPr/>
              <p:nvPr/>
            </p:nvSpPr>
            <p:spPr>
              <a:xfrm>
                <a:off x="467401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5" name="Google Shape;10045;p133"/>
              <p:cNvSpPr/>
              <p:nvPr/>
            </p:nvSpPr>
            <p:spPr>
              <a:xfrm>
                <a:off x="467401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6" name="Google Shape;10046;p133"/>
              <p:cNvSpPr/>
              <p:nvPr/>
            </p:nvSpPr>
            <p:spPr>
              <a:xfrm>
                <a:off x="467401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47" name="Google Shape;10047;p133"/>
            <p:cNvGrpSpPr/>
            <p:nvPr/>
          </p:nvGrpSpPr>
          <p:grpSpPr>
            <a:xfrm>
              <a:off x="1062475" y="2882501"/>
              <a:ext cx="103104" cy="1426186"/>
              <a:chOff x="4940438" y="3100904"/>
              <a:chExt cx="122758" cy="1698043"/>
            </a:xfrm>
          </p:grpSpPr>
          <p:sp>
            <p:nvSpPr>
              <p:cNvPr id="10048" name="Google Shape;10048;p133"/>
              <p:cNvSpPr/>
              <p:nvPr/>
            </p:nvSpPr>
            <p:spPr>
              <a:xfrm>
                <a:off x="4940438"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9" name="Google Shape;10049;p133"/>
              <p:cNvSpPr/>
              <p:nvPr/>
            </p:nvSpPr>
            <p:spPr>
              <a:xfrm>
                <a:off x="4940438"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0" name="Google Shape;10050;p133"/>
              <p:cNvSpPr/>
              <p:nvPr/>
            </p:nvSpPr>
            <p:spPr>
              <a:xfrm>
                <a:off x="4940438"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1" name="Google Shape;10051;p133"/>
              <p:cNvSpPr/>
              <p:nvPr/>
            </p:nvSpPr>
            <p:spPr>
              <a:xfrm>
                <a:off x="4940438"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2" name="Google Shape;10052;p133"/>
              <p:cNvSpPr/>
              <p:nvPr/>
            </p:nvSpPr>
            <p:spPr>
              <a:xfrm>
                <a:off x="4940438"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3" name="Google Shape;10053;p133"/>
              <p:cNvSpPr/>
              <p:nvPr/>
            </p:nvSpPr>
            <p:spPr>
              <a:xfrm>
                <a:off x="4940438"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4" name="Google Shape;10054;p133"/>
              <p:cNvSpPr/>
              <p:nvPr/>
            </p:nvSpPr>
            <p:spPr>
              <a:xfrm>
                <a:off x="4940438"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55" name="Google Shape;10055;p133"/>
            <p:cNvGrpSpPr/>
            <p:nvPr/>
          </p:nvGrpSpPr>
          <p:grpSpPr>
            <a:xfrm>
              <a:off x="1299324" y="2882501"/>
              <a:ext cx="103104" cy="1426186"/>
              <a:chOff x="5206863" y="3100904"/>
              <a:chExt cx="122758" cy="1698043"/>
            </a:xfrm>
          </p:grpSpPr>
          <p:sp>
            <p:nvSpPr>
              <p:cNvPr id="10056" name="Google Shape;10056;p133"/>
              <p:cNvSpPr/>
              <p:nvPr/>
            </p:nvSpPr>
            <p:spPr>
              <a:xfrm>
                <a:off x="520686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7" name="Google Shape;10057;p133"/>
              <p:cNvSpPr/>
              <p:nvPr/>
            </p:nvSpPr>
            <p:spPr>
              <a:xfrm>
                <a:off x="520686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8" name="Google Shape;10058;p133"/>
              <p:cNvSpPr/>
              <p:nvPr/>
            </p:nvSpPr>
            <p:spPr>
              <a:xfrm>
                <a:off x="520686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9" name="Google Shape;10059;p133"/>
              <p:cNvSpPr/>
              <p:nvPr/>
            </p:nvSpPr>
            <p:spPr>
              <a:xfrm>
                <a:off x="520686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0" name="Google Shape;10060;p133"/>
              <p:cNvSpPr/>
              <p:nvPr/>
            </p:nvSpPr>
            <p:spPr>
              <a:xfrm>
                <a:off x="520686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1" name="Google Shape;10061;p133"/>
              <p:cNvSpPr/>
              <p:nvPr/>
            </p:nvSpPr>
            <p:spPr>
              <a:xfrm>
                <a:off x="520686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2" name="Google Shape;10062;p133"/>
              <p:cNvSpPr/>
              <p:nvPr/>
            </p:nvSpPr>
            <p:spPr>
              <a:xfrm>
                <a:off x="520686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63" name="Google Shape;10063;p133"/>
            <p:cNvGrpSpPr/>
            <p:nvPr/>
          </p:nvGrpSpPr>
          <p:grpSpPr>
            <a:xfrm>
              <a:off x="1786057" y="2882501"/>
              <a:ext cx="103104" cy="1426186"/>
              <a:chOff x="6006138" y="3143629"/>
              <a:chExt cx="122758" cy="1698043"/>
            </a:xfrm>
          </p:grpSpPr>
          <p:sp>
            <p:nvSpPr>
              <p:cNvPr id="10064" name="Google Shape;10064;p133"/>
              <p:cNvSpPr/>
              <p:nvPr/>
            </p:nvSpPr>
            <p:spPr>
              <a:xfrm>
                <a:off x="6006138" y="3143629"/>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5" name="Google Shape;10065;p133"/>
              <p:cNvSpPr/>
              <p:nvPr/>
            </p:nvSpPr>
            <p:spPr>
              <a:xfrm>
                <a:off x="6006138" y="3406178"/>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6" name="Google Shape;10066;p133"/>
              <p:cNvSpPr/>
              <p:nvPr/>
            </p:nvSpPr>
            <p:spPr>
              <a:xfrm>
                <a:off x="6006138" y="3668717"/>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7" name="Google Shape;10067;p133"/>
              <p:cNvSpPr/>
              <p:nvPr/>
            </p:nvSpPr>
            <p:spPr>
              <a:xfrm>
                <a:off x="6006138" y="3931286"/>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8" name="Google Shape;10068;p133"/>
              <p:cNvSpPr/>
              <p:nvPr/>
            </p:nvSpPr>
            <p:spPr>
              <a:xfrm>
                <a:off x="6006138" y="4193825"/>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9" name="Google Shape;10069;p133"/>
              <p:cNvSpPr/>
              <p:nvPr/>
            </p:nvSpPr>
            <p:spPr>
              <a:xfrm>
                <a:off x="6006138" y="4456375"/>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0" name="Google Shape;10070;p133"/>
              <p:cNvSpPr/>
              <p:nvPr/>
            </p:nvSpPr>
            <p:spPr>
              <a:xfrm>
                <a:off x="6006138" y="4718934"/>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71" name="Google Shape;10071;p133"/>
            <p:cNvGrpSpPr/>
            <p:nvPr/>
          </p:nvGrpSpPr>
          <p:grpSpPr>
            <a:xfrm>
              <a:off x="2029422" y="2882501"/>
              <a:ext cx="103104" cy="1426186"/>
              <a:chOff x="6805413" y="3100904"/>
              <a:chExt cx="122758" cy="1698043"/>
            </a:xfrm>
          </p:grpSpPr>
          <p:sp>
            <p:nvSpPr>
              <p:cNvPr id="10072" name="Google Shape;10072;p133"/>
              <p:cNvSpPr/>
              <p:nvPr/>
            </p:nvSpPr>
            <p:spPr>
              <a:xfrm>
                <a:off x="680541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3" name="Google Shape;10073;p133"/>
              <p:cNvSpPr/>
              <p:nvPr/>
            </p:nvSpPr>
            <p:spPr>
              <a:xfrm>
                <a:off x="680541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4" name="Google Shape;10074;p133"/>
              <p:cNvSpPr/>
              <p:nvPr/>
            </p:nvSpPr>
            <p:spPr>
              <a:xfrm>
                <a:off x="680541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5" name="Google Shape;10075;p133"/>
              <p:cNvSpPr/>
              <p:nvPr/>
            </p:nvSpPr>
            <p:spPr>
              <a:xfrm>
                <a:off x="680541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6" name="Google Shape;10076;p133"/>
              <p:cNvSpPr/>
              <p:nvPr/>
            </p:nvSpPr>
            <p:spPr>
              <a:xfrm>
                <a:off x="680541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7" name="Google Shape;10077;p133"/>
              <p:cNvSpPr/>
              <p:nvPr/>
            </p:nvSpPr>
            <p:spPr>
              <a:xfrm>
                <a:off x="680541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8" name="Google Shape;10078;p133"/>
              <p:cNvSpPr/>
              <p:nvPr/>
            </p:nvSpPr>
            <p:spPr>
              <a:xfrm>
                <a:off x="680541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79" name="Google Shape;10079;p133"/>
            <p:cNvGrpSpPr/>
            <p:nvPr/>
          </p:nvGrpSpPr>
          <p:grpSpPr>
            <a:xfrm>
              <a:off x="727421" y="2828315"/>
              <a:ext cx="1695374" cy="1560837"/>
              <a:chOff x="734799" y="2782450"/>
              <a:chExt cx="1571100" cy="1577400"/>
            </a:xfrm>
          </p:grpSpPr>
          <p:cxnSp>
            <p:nvCxnSpPr>
              <p:cNvPr id="10080" name="Google Shape;10080;p133"/>
              <p:cNvCxnSpPr/>
              <p:nvPr/>
            </p:nvCxnSpPr>
            <p:spPr>
              <a:xfrm>
                <a:off x="743025" y="2782450"/>
                <a:ext cx="0" cy="1577400"/>
              </a:xfrm>
              <a:prstGeom prst="straightConnector1">
                <a:avLst/>
              </a:prstGeom>
              <a:noFill/>
              <a:ln cap="flat" cmpd="sng" w="19050">
                <a:solidFill>
                  <a:srgbClr val="E3E7EA"/>
                </a:solidFill>
                <a:prstDash val="solid"/>
                <a:round/>
                <a:headEnd len="med" w="med" type="none"/>
                <a:tailEnd len="med" w="med" type="none"/>
              </a:ln>
            </p:spPr>
          </p:cxnSp>
          <p:cxnSp>
            <p:nvCxnSpPr>
              <p:cNvPr id="10081" name="Google Shape;10081;p133"/>
              <p:cNvCxnSpPr/>
              <p:nvPr/>
            </p:nvCxnSpPr>
            <p:spPr>
              <a:xfrm rot="10800000">
                <a:off x="734799" y="4359850"/>
                <a:ext cx="1571100" cy="0"/>
              </a:xfrm>
              <a:prstGeom prst="straightConnector1">
                <a:avLst/>
              </a:prstGeom>
              <a:noFill/>
              <a:ln cap="flat" cmpd="sng" w="19050">
                <a:solidFill>
                  <a:srgbClr val="E3E7EA"/>
                </a:solidFill>
                <a:prstDash val="solid"/>
                <a:round/>
                <a:headEnd len="med" w="med" type="none"/>
                <a:tailEnd len="med" w="med" type="none"/>
              </a:ln>
            </p:spPr>
          </p:cxnSp>
        </p:grpSp>
        <p:grpSp>
          <p:nvGrpSpPr>
            <p:cNvPr id="10082" name="Google Shape;10082;p133"/>
            <p:cNvGrpSpPr/>
            <p:nvPr/>
          </p:nvGrpSpPr>
          <p:grpSpPr>
            <a:xfrm>
              <a:off x="2272795" y="2882501"/>
              <a:ext cx="103104" cy="1426186"/>
              <a:chOff x="5206863" y="3100904"/>
              <a:chExt cx="122758" cy="1698043"/>
            </a:xfrm>
          </p:grpSpPr>
          <p:sp>
            <p:nvSpPr>
              <p:cNvPr id="10083" name="Google Shape;10083;p133"/>
              <p:cNvSpPr/>
              <p:nvPr/>
            </p:nvSpPr>
            <p:spPr>
              <a:xfrm>
                <a:off x="520686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4" name="Google Shape;10084;p133"/>
              <p:cNvSpPr/>
              <p:nvPr/>
            </p:nvSpPr>
            <p:spPr>
              <a:xfrm>
                <a:off x="520686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5" name="Google Shape;10085;p133"/>
              <p:cNvSpPr/>
              <p:nvPr/>
            </p:nvSpPr>
            <p:spPr>
              <a:xfrm>
                <a:off x="520686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6" name="Google Shape;10086;p133"/>
              <p:cNvSpPr/>
              <p:nvPr/>
            </p:nvSpPr>
            <p:spPr>
              <a:xfrm>
                <a:off x="520686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7" name="Google Shape;10087;p133"/>
              <p:cNvSpPr/>
              <p:nvPr/>
            </p:nvSpPr>
            <p:spPr>
              <a:xfrm>
                <a:off x="520686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8" name="Google Shape;10088;p133"/>
              <p:cNvSpPr/>
              <p:nvPr/>
            </p:nvSpPr>
            <p:spPr>
              <a:xfrm>
                <a:off x="520686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9" name="Google Shape;10089;p133"/>
              <p:cNvSpPr/>
              <p:nvPr/>
            </p:nvSpPr>
            <p:spPr>
              <a:xfrm>
                <a:off x="520686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90" name="Google Shape;10090;p133"/>
            <p:cNvGrpSpPr/>
            <p:nvPr/>
          </p:nvGrpSpPr>
          <p:grpSpPr>
            <a:xfrm>
              <a:off x="1542694" y="2882501"/>
              <a:ext cx="103104" cy="1426186"/>
              <a:chOff x="6006138" y="3143629"/>
              <a:chExt cx="122758" cy="1698043"/>
            </a:xfrm>
          </p:grpSpPr>
          <p:sp>
            <p:nvSpPr>
              <p:cNvPr id="10091" name="Google Shape;10091;p133"/>
              <p:cNvSpPr/>
              <p:nvPr/>
            </p:nvSpPr>
            <p:spPr>
              <a:xfrm>
                <a:off x="6006138" y="3143629"/>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2" name="Google Shape;10092;p133"/>
              <p:cNvSpPr/>
              <p:nvPr/>
            </p:nvSpPr>
            <p:spPr>
              <a:xfrm>
                <a:off x="6006138" y="3406178"/>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3" name="Google Shape;10093;p133"/>
              <p:cNvSpPr/>
              <p:nvPr/>
            </p:nvSpPr>
            <p:spPr>
              <a:xfrm>
                <a:off x="6006138" y="3668717"/>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4" name="Google Shape;10094;p133"/>
              <p:cNvSpPr/>
              <p:nvPr/>
            </p:nvSpPr>
            <p:spPr>
              <a:xfrm>
                <a:off x="6006138" y="3931286"/>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5" name="Google Shape;10095;p133"/>
              <p:cNvSpPr/>
              <p:nvPr/>
            </p:nvSpPr>
            <p:spPr>
              <a:xfrm>
                <a:off x="6006138" y="4193825"/>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6" name="Google Shape;10096;p133"/>
              <p:cNvSpPr/>
              <p:nvPr/>
            </p:nvSpPr>
            <p:spPr>
              <a:xfrm>
                <a:off x="6006138" y="4456375"/>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7" name="Google Shape;10097;p133"/>
              <p:cNvSpPr/>
              <p:nvPr/>
            </p:nvSpPr>
            <p:spPr>
              <a:xfrm>
                <a:off x="6006138" y="4718934"/>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0098" name="Google Shape;10098;p133"/>
          <p:cNvGrpSpPr/>
          <p:nvPr/>
        </p:nvGrpSpPr>
        <p:grpSpPr>
          <a:xfrm>
            <a:off x="5915338" y="2192087"/>
            <a:ext cx="1248543" cy="1025319"/>
            <a:chOff x="5183758" y="1210600"/>
            <a:chExt cx="3605380" cy="2960783"/>
          </a:xfrm>
        </p:grpSpPr>
        <p:sp>
          <p:nvSpPr>
            <p:cNvPr id="10099" name="Google Shape;10099;p133"/>
            <p:cNvSpPr/>
            <p:nvPr/>
          </p:nvSpPr>
          <p:spPr>
            <a:xfrm>
              <a:off x="5479658" y="1210600"/>
              <a:ext cx="3108190" cy="632425"/>
            </a:xfrm>
            <a:custGeom>
              <a:rect b="b" l="l" r="r" t="t"/>
              <a:pathLst>
                <a:path extrusionOk="0" h="25297" w="117257">
                  <a:moveTo>
                    <a:pt x="1" y="0"/>
                  </a:moveTo>
                  <a:lnTo>
                    <a:pt x="14647" y="25297"/>
                  </a:lnTo>
                  <a:lnTo>
                    <a:pt x="102066" y="25297"/>
                  </a:lnTo>
                  <a:lnTo>
                    <a:pt x="117257"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0" name="Google Shape;10100;p133"/>
            <p:cNvSpPr/>
            <p:nvPr/>
          </p:nvSpPr>
          <p:spPr>
            <a:xfrm>
              <a:off x="5769162" y="1842998"/>
              <a:ext cx="2424880" cy="631925"/>
            </a:xfrm>
            <a:custGeom>
              <a:rect b="b" l="l" r="r" t="t"/>
              <a:pathLst>
                <a:path extrusionOk="0" h="25277" w="91479">
                  <a:moveTo>
                    <a:pt x="1" y="1"/>
                  </a:moveTo>
                  <a:lnTo>
                    <a:pt x="14647" y="25276"/>
                  </a:lnTo>
                  <a:lnTo>
                    <a:pt x="76602" y="25276"/>
                  </a:lnTo>
                  <a:lnTo>
                    <a:pt x="91479"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1" name="Google Shape;10101;p133"/>
            <p:cNvSpPr/>
            <p:nvPr/>
          </p:nvSpPr>
          <p:spPr>
            <a:xfrm>
              <a:off x="6065319" y="2474896"/>
              <a:ext cx="1739369" cy="632450"/>
            </a:xfrm>
            <a:custGeom>
              <a:rect b="b" l="l" r="r" t="t"/>
              <a:pathLst>
                <a:path extrusionOk="0" h="25298" w="65618">
                  <a:moveTo>
                    <a:pt x="1" y="0"/>
                  </a:moveTo>
                  <a:lnTo>
                    <a:pt x="14417" y="25297"/>
                  </a:lnTo>
                  <a:lnTo>
                    <a:pt x="50887" y="25297"/>
                  </a:lnTo>
                  <a:lnTo>
                    <a:pt x="6561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2" name="Google Shape;10102;p133"/>
            <p:cNvSpPr/>
            <p:nvPr/>
          </p:nvSpPr>
          <p:spPr>
            <a:xfrm>
              <a:off x="6354293" y="3107319"/>
              <a:ext cx="1061572" cy="632425"/>
            </a:xfrm>
            <a:custGeom>
              <a:rect b="b" l="l" r="r" t="t"/>
              <a:pathLst>
                <a:path extrusionOk="0" h="25297" w="40048">
                  <a:moveTo>
                    <a:pt x="0" y="0"/>
                  </a:moveTo>
                  <a:lnTo>
                    <a:pt x="14668" y="25297"/>
                  </a:lnTo>
                  <a:lnTo>
                    <a:pt x="25360" y="25297"/>
                  </a:lnTo>
                  <a:lnTo>
                    <a:pt x="40048" y="0"/>
                  </a:lnTo>
                  <a:close/>
                </a:path>
              </a:pathLst>
            </a:cu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103" name="Google Shape;10103;p133"/>
            <p:cNvCxnSpPr/>
            <p:nvPr/>
          </p:nvCxnSpPr>
          <p:spPr>
            <a:xfrm>
              <a:off x="5183758" y="2382654"/>
              <a:ext cx="922800" cy="0"/>
            </a:xfrm>
            <a:prstGeom prst="straightConnector1">
              <a:avLst/>
            </a:prstGeom>
            <a:noFill/>
            <a:ln cap="flat" cmpd="sng" w="9525">
              <a:solidFill>
                <a:srgbClr val="869FB2"/>
              </a:solidFill>
              <a:prstDash val="solid"/>
              <a:round/>
              <a:headEnd len="med" w="med" type="oval"/>
              <a:tailEnd len="med" w="med" type="none"/>
            </a:ln>
          </p:spPr>
        </p:cxnSp>
        <p:cxnSp>
          <p:nvCxnSpPr>
            <p:cNvPr id="10104" name="Google Shape;10104;p133"/>
            <p:cNvCxnSpPr/>
            <p:nvPr/>
          </p:nvCxnSpPr>
          <p:spPr>
            <a:xfrm rot="10800000">
              <a:off x="8225195" y="1765431"/>
              <a:ext cx="559200" cy="0"/>
            </a:xfrm>
            <a:prstGeom prst="straightConnector1">
              <a:avLst/>
            </a:prstGeom>
            <a:noFill/>
            <a:ln cap="flat" cmpd="sng" w="9525">
              <a:solidFill>
                <a:srgbClr val="BAC8D3"/>
              </a:solidFill>
              <a:prstDash val="solid"/>
              <a:round/>
              <a:headEnd len="med" w="med" type="oval"/>
              <a:tailEnd len="med" w="med" type="none"/>
            </a:ln>
          </p:spPr>
        </p:cxnSp>
        <p:cxnSp>
          <p:nvCxnSpPr>
            <p:cNvPr id="10105" name="Google Shape;10105;p133"/>
            <p:cNvCxnSpPr/>
            <p:nvPr/>
          </p:nvCxnSpPr>
          <p:spPr>
            <a:xfrm rot="10800000">
              <a:off x="7504838" y="2943528"/>
              <a:ext cx="1284300" cy="0"/>
            </a:xfrm>
            <a:prstGeom prst="straightConnector1">
              <a:avLst/>
            </a:prstGeom>
            <a:noFill/>
            <a:ln cap="flat" cmpd="sng" w="9525">
              <a:solidFill>
                <a:srgbClr val="5F7D95"/>
              </a:solidFill>
              <a:prstDash val="solid"/>
              <a:round/>
              <a:headEnd len="med" w="med" type="oval"/>
              <a:tailEnd len="med" w="med" type="none"/>
            </a:ln>
          </p:spPr>
        </p:cxnSp>
        <p:cxnSp>
          <p:nvCxnSpPr>
            <p:cNvPr id="10106" name="Google Shape;10106;p133"/>
            <p:cNvCxnSpPr/>
            <p:nvPr/>
          </p:nvCxnSpPr>
          <p:spPr>
            <a:xfrm>
              <a:off x="5759284" y="3630350"/>
              <a:ext cx="922800" cy="0"/>
            </a:xfrm>
            <a:prstGeom prst="straightConnector1">
              <a:avLst/>
            </a:prstGeom>
            <a:noFill/>
            <a:ln cap="flat" cmpd="sng" w="9525">
              <a:solidFill>
                <a:srgbClr val="435D74"/>
              </a:solidFill>
              <a:prstDash val="solid"/>
              <a:round/>
              <a:headEnd len="med" w="med" type="oval"/>
              <a:tailEnd len="med" w="med" type="none"/>
            </a:ln>
          </p:spPr>
        </p:cxnSp>
        <p:sp>
          <p:nvSpPr>
            <p:cNvPr id="10107" name="Google Shape;10107;p133"/>
            <p:cNvSpPr/>
            <p:nvPr/>
          </p:nvSpPr>
          <p:spPr>
            <a:xfrm>
              <a:off x="6601902" y="3746583"/>
              <a:ext cx="566400" cy="424800"/>
            </a:xfrm>
            <a:prstGeom prst="downArrow">
              <a:avLst>
                <a:gd fmla="val 50000" name="adj1"/>
                <a:gd fmla="val 50000" name="adj2"/>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08" name="Google Shape;10108;p133"/>
          <p:cNvGrpSpPr/>
          <p:nvPr/>
        </p:nvGrpSpPr>
        <p:grpSpPr>
          <a:xfrm>
            <a:off x="5772399" y="3330404"/>
            <a:ext cx="2664831" cy="843440"/>
            <a:chOff x="5916567" y="1099697"/>
            <a:chExt cx="2556683" cy="809211"/>
          </a:xfrm>
        </p:grpSpPr>
        <p:sp>
          <p:nvSpPr>
            <p:cNvPr id="10109" name="Google Shape;10109;p133"/>
            <p:cNvSpPr/>
            <p:nvPr/>
          </p:nvSpPr>
          <p:spPr>
            <a:xfrm>
              <a:off x="5916567" y="1105515"/>
              <a:ext cx="2329202" cy="797642"/>
            </a:xfrm>
            <a:custGeom>
              <a:rect b="b" l="l" r="r" t="t"/>
              <a:pathLst>
                <a:path extrusionOk="0" h="89122" w="260246">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0" name="Google Shape;10110;p133"/>
            <p:cNvSpPr/>
            <p:nvPr/>
          </p:nvSpPr>
          <p:spPr>
            <a:xfrm>
              <a:off x="6719328" y="1353967"/>
              <a:ext cx="156983" cy="301221"/>
            </a:xfrm>
            <a:custGeom>
              <a:rect b="b" l="l" r="r" t="t"/>
              <a:pathLst>
                <a:path extrusionOk="0" h="33656" w="1754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1" name="Google Shape;10111;p133"/>
            <p:cNvSpPr/>
            <p:nvPr/>
          </p:nvSpPr>
          <p:spPr>
            <a:xfrm>
              <a:off x="7142762" y="1276612"/>
              <a:ext cx="217467" cy="455564"/>
            </a:xfrm>
            <a:custGeom>
              <a:rect b="b" l="l" r="r" t="t"/>
              <a:pathLst>
                <a:path extrusionOk="0" h="50901" w="24298">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2" name="Google Shape;10112;p133"/>
            <p:cNvSpPr/>
            <p:nvPr/>
          </p:nvSpPr>
          <p:spPr>
            <a:xfrm>
              <a:off x="7621211" y="1188419"/>
              <a:ext cx="293739" cy="631637"/>
            </a:xfrm>
            <a:custGeom>
              <a:rect b="b" l="l" r="r" t="t"/>
              <a:pathLst>
                <a:path extrusionOk="0" h="70574" w="3282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3" name="Google Shape;10113;p133"/>
            <p:cNvSpPr/>
            <p:nvPr/>
          </p:nvSpPr>
          <p:spPr>
            <a:xfrm>
              <a:off x="8279421" y="1099697"/>
              <a:ext cx="54" cy="0"/>
            </a:xfrm>
            <a:custGeom>
              <a:rect b="b" l="l" r="r" t="t"/>
              <a:pathLst>
                <a:path extrusionOk="0" h="0" w="6">
                  <a:moveTo>
                    <a:pt x="5" y="0"/>
                  </a:moveTo>
                  <a:lnTo>
                    <a:pt x="1" y="0"/>
                  </a:lnTo>
                  <a:close/>
                </a:path>
              </a:pathLst>
            </a:custGeom>
            <a:solidFill>
              <a:srgbClr val="E3E9ED"/>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4" name="Google Shape;10114;p133"/>
            <p:cNvSpPr/>
            <p:nvPr/>
          </p:nvSpPr>
          <p:spPr>
            <a:xfrm>
              <a:off x="8245760" y="1099697"/>
              <a:ext cx="33670" cy="5791"/>
            </a:xfrm>
            <a:custGeom>
              <a:rect b="b" l="l" r="r" t="t"/>
              <a:pathLst>
                <a:path extrusionOk="0" h="647" w="3762">
                  <a:moveTo>
                    <a:pt x="3662" y="0"/>
                  </a:moveTo>
                  <a:cubicBezTo>
                    <a:pt x="2415" y="0"/>
                    <a:pt x="1194" y="222"/>
                    <a:pt x="1" y="646"/>
                  </a:cubicBezTo>
                  <a:lnTo>
                    <a:pt x="3762" y="0"/>
                  </a:lnTo>
                  <a:close/>
                </a:path>
              </a:pathLst>
            </a:custGeom>
            <a:solidFill>
              <a:srgbClr val="CFD9E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5" name="Google Shape;10115;p133"/>
            <p:cNvSpPr/>
            <p:nvPr/>
          </p:nvSpPr>
          <p:spPr>
            <a:xfrm>
              <a:off x="8085689" y="1099747"/>
              <a:ext cx="387562" cy="809161"/>
            </a:xfrm>
            <a:custGeom>
              <a:rect b="b" l="l" r="r" t="t"/>
              <a:pathLst>
                <a:path extrusionOk="0" h="90409" w="43303">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6" name="Google Shape;10116;p133"/>
            <p:cNvSpPr/>
            <p:nvPr/>
          </p:nvSpPr>
          <p:spPr>
            <a:xfrm>
              <a:off x="6372480" y="1417485"/>
              <a:ext cx="104679" cy="173370"/>
            </a:xfrm>
            <a:custGeom>
              <a:rect b="b" l="l" r="r" t="t"/>
              <a:pathLst>
                <a:path extrusionOk="0" h="19371" w="11696">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17" name="Google Shape;10117;p133"/>
          <p:cNvGrpSpPr/>
          <p:nvPr/>
        </p:nvGrpSpPr>
        <p:grpSpPr>
          <a:xfrm>
            <a:off x="5879940" y="979263"/>
            <a:ext cx="1299851" cy="1023338"/>
            <a:chOff x="5900602" y="1193063"/>
            <a:chExt cx="1299851" cy="1023338"/>
          </a:xfrm>
        </p:grpSpPr>
        <p:grpSp>
          <p:nvGrpSpPr>
            <p:cNvPr id="10118" name="Google Shape;10118;p133"/>
            <p:cNvGrpSpPr/>
            <p:nvPr/>
          </p:nvGrpSpPr>
          <p:grpSpPr>
            <a:xfrm>
              <a:off x="6743564" y="1193063"/>
              <a:ext cx="456889" cy="700379"/>
              <a:chOff x="6743564" y="1193063"/>
              <a:chExt cx="456889" cy="700379"/>
            </a:xfrm>
          </p:grpSpPr>
          <p:grpSp>
            <p:nvGrpSpPr>
              <p:cNvPr id="10119" name="Google Shape;10119;p133"/>
              <p:cNvGrpSpPr/>
              <p:nvPr/>
            </p:nvGrpSpPr>
            <p:grpSpPr>
              <a:xfrm>
                <a:off x="6743564" y="1690731"/>
                <a:ext cx="214402" cy="202710"/>
                <a:chOff x="6743564" y="1690731"/>
                <a:chExt cx="214402" cy="202710"/>
              </a:xfrm>
            </p:grpSpPr>
            <p:sp>
              <p:nvSpPr>
                <p:cNvPr id="10120" name="Google Shape;10120;p133"/>
                <p:cNvSpPr/>
                <p:nvPr/>
              </p:nvSpPr>
              <p:spPr>
                <a:xfrm rot="-5400000">
                  <a:off x="6796932" y="1637364"/>
                  <a:ext cx="107666" cy="214402"/>
                </a:xfrm>
                <a:custGeom>
                  <a:rect b="b" l="l" r="r" t="t"/>
                  <a:pathLst>
                    <a:path extrusionOk="0" h="24651" w="12379">
                      <a:moveTo>
                        <a:pt x="727" y="0"/>
                      </a:moveTo>
                      <a:cubicBezTo>
                        <a:pt x="483" y="0"/>
                        <a:pt x="243" y="4"/>
                        <a:pt x="1" y="7"/>
                      </a:cubicBezTo>
                      <a:lnTo>
                        <a:pt x="1" y="23223"/>
                      </a:lnTo>
                      <a:lnTo>
                        <a:pt x="727" y="24650"/>
                      </a:lnTo>
                      <a:lnTo>
                        <a:pt x="12378" y="1737"/>
                      </a:lnTo>
                      <a:cubicBezTo>
                        <a:pt x="8795" y="619"/>
                        <a:pt x="4857" y="0"/>
                        <a:pt x="727"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1" name="Google Shape;10121;p133"/>
                <p:cNvSpPr/>
                <p:nvPr/>
              </p:nvSpPr>
              <p:spPr>
                <a:xfrm rot="-5400000">
                  <a:off x="6797058" y="1744962"/>
                  <a:ext cx="95046" cy="201912"/>
                </a:xfrm>
                <a:custGeom>
                  <a:rect b="b" l="l" r="r" t="t"/>
                  <a:pathLst>
                    <a:path extrusionOk="0" h="23215" w="10928">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22" name="Google Shape;10122;p133"/>
              <p:cNvGrpSpPr/>
              <p:nvPr/>
            </p:nvGrpSpPr>
            <p:grpSpPr>
              <a:xfrm>
                <a:off x="6915505" y="1193063"/>
                <a:ext cx="284947" cy="589637"/>
                <a:chOff x="6915505" y="1193063"/>
                <a:chExt cx="284947" cy="589637"/>
              </a:xfrm>
            </p:grpSpPr>
            <p:sp>
              <p:nvSpPr>
                <p:cNvPr id="10123" name="Google Shape;10123;p133"/>
                <p:cNvSpPr/>
                <p:nvPr/>
              </p:nvSpPr>
              <p:spPr>
                <a:xfrm>
                  <a:off x="6915505" y="1193063"/>
                  <a:ext cx="284947" cy="63648"/>
                </a:xfrm>
                <a:custGeom>
                  <a:rect b="b" l="l" r="r" t="t"/>
                  <a:pathLst>
                    <a:path extrusionOk="0" h="7318" w="32762">
                      <a:moveTo>
                        <a:pt x="0" y="1"/>
                      </a:moveTo>
                      <a:lnTo>
                        <a:pt x="0" y="7318"/>
                      </a:lnTo>
                      <a:lnTo>
                        <a:pt x="32762" y="7318"/>
                      </a:lnTo>
                      <a:lnTo>
                        <a:pt x="32762"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124" name="Google Shape;10124;p133"/>
                <p:cNvCxnSpPr/>
                <p:nvPr/>
              </p:nvCxnSpPr>
              <p:spPr>
                <a:xfrm rot="10800000">
                  <a:off x="6938275" y="1279600"/>
                  <a:ext cx="0" cy="503100"/>
                </a:xfrm>
                <a:prstGeom prst="straightConnector1">
                  <a:avLst/>
                </a:prstGeom>
                <a:noFill/>
                <a:ln cap="flat" cmpd="sng" w="9525">
                  <a:solidFill>
                    <a:srgbClr val="CFD9E0"/>
                  </a:solidFill>
                  <a:prstDash val="solid"/>
                  <a:round/>
                  <a:headEnd len="med" w="med" type="none"/>
                  <a:tailEnd len="med" w="med" type="oval"/>
                </a:ln>
              </p:spPr>
            </p:cxnSp>
          </p:grpSp>
        </p:grpSp>
        <p:grpSp>
          <p:nvGrpSpPr>
            <p:cNvPr id="10125" name="Google Shape;10125;p133"/>
            <p:cNvGrpSpPr/>
            <p:nvPr/>
          </p:nvGrpSpPr>
          <p:grpSpPr>
            <a:xfrm>
              <a:off x="6520337" y="1193063"/>
              <a:ext cx="341815" cy="801589"/>
              <a:chOff x="6520337" y="1193063"/>
              <a:chExt cx="341815" cy="801589"/>
            </a:xfrm>
          </p:grpSpPr>
          <p:grpSp>
            <p:nvGrpSpPr>
              <p:cNvPr id="10126" name="Google Shape;10126;p133"/>
              <p:cNvGrpSpPr/>
              <p:nvPr/>
            </p:nvGrpSpPr>
            <p:grpSpPr>
              <a:xfrm>
                <a:off x="6520337" y="1589527"/>
                <a:ext cx="213950" cy="405125"/>
                <a:chOff x="6520337" y="1589527"/>
                <a:chExt cx="213950" cy="405125"/>
              </a:xfrm>
            </p:grpSpPr>
            <p:sp>
              <p:nvSpPr>
                <p:cNvPr id="10127" name="Google Shape;10127;p133"/>
                <p:cNvSpPr/>
                <p:nvPr/>
              </p:nvSpPr>
              <p:spPr>
                <a:xfrm rot="-5400000">
                  <a:off x="6522864" y="1587001"/>
                  <a:ext cx="208853" cy="213906"/>
                </a:xfrm>
                <a:custGeom>
                  <a:rect b="b" l="l" r="r" t="t"/>
                  <a:pathLst>
                    <a:path extrusionOk="0" h="24594" w="24013">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8" name="Google Shape;10128;p133"/>
                <p:cNvSpPr/>
                <p:nvPr/>
              </p:nvSpPr>
              <p:spPr>
                <a:xfrm rot="-5400000">
                  <a:off x="6529204" y="1789569"/>
                  <a:ext cx="196250" cy="213915"/>
                </a:xfrm>
                <a:custGeom>
                  <a:rect b="b" l="l" r="r" t="t"/>
                  <a:pathLst>
                    <a:path extrusionOk="0" h="24595" w="22564">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29" name="Google Shape;10129;p133"/>
              <p:cNvGrpSpPr/>
              <p:nvPr/>
            </p:nvGrpSpPr>
            <p:grpSpPr>
              <a:xfrm>
                <a:off x="6577204" y="1193063"/>
                <a:ext cx="284947" cy="453562"/>
                <a:chOff x="6577204" y="1193063"/>
                <a:chExt cx="284947" cy="453562"/>
              </a:xfrm>
            </p:grpSpPr>
            <p:sp>
              <p:nvSpPr>
                <p:cNvPr id="10130" name="Google Shape;10130;p133"/>
                <p:cNvSpPr/>
                <p:nvPr/>
              </p:nvSpPr>
              <p:spPr>
                <a:xfrm>
                  <a:off x="6577204" y="1193063"/>
                  <a:ext cx="284947" cy="63648"/>
                </a:xfrm>
                <a:custGeom>
                  <a:rect b="b" l="l" r="r" t="t"/>
                  <a:pathLst>
                    <a:path extrusionOk="0" h="7318" w="32762">
                      <a:moveTo>
                        <a:pt x="0" y="1"/>
                      </a:moveTo>
                      <a:lnTo>
                        <a:pt x="0" y="7318"/>
                      </a:lnTo>
                      <a:lnTo>
                        <a:pt x="32762" y="7318"/>
                      </a:lnTo>
                      <a:lnTo>
                        <a:pt x="32762"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131" name="Google Shape;10131;p133"/>
                <p:cNvCxnSpPr/>
                <p:nvPr/>
              </p:nvCxnSpPr>
              <p:spPr>
                <a:xfrm rot="10800000">
                  <a:off x="6677825" y="1279425"/>
                  <a:ext cx="0" cy="367200"/>
                </a:xfrm>
                <a:prstGeom prst="straightConnector1">
                  <a:avLst/>
                </a:prstGeom>
                <a:noFill/>
                <a:ln cap="flat" cmpd="sng" w="9525">
                  <a:solidFill>
                    <a:srgbClr val="A5B7C6"/>
                  </a:solidFill>
                  <a:prstDash val="solid"/>
                  <a:round/>
                  <a:headEnd len="med" w="med" type="none"/>
                  <a:tailEnd len="med" w="med" type="oval"/>
                </a:ln>
              </p:spPr>
            </p:cxnSp>
          </p:grpSp>
        </p:grpSp>
        <p:grpSp>
          <p:nvGrpSpPr>
            <p:cNvPr id="10132" name="Google Shape;10132;p133"/>
            <p:cNvGrpSpPr/>
            <p:nvPr/>
          </p:nvGrpSpPr>
          <p:grpSpPr>
            <a:xfrm>
              <a:off x="6238903" y="1193063"/>
              <a:ext cx="300475" cy="901782"/>
              <a:chOff x="6238903" y="1193063"/>
              <a:chExt cx="300475" cy="901782"/>
            </a:xfrm>
          </p:grpSpPr>
          <p:grpSp>
            <p:nvGrpSpPr>
              <p:cNvPr id="10133" name="Google Shape;10133;p133"/>
              <p:cNvGrpSpPr/>
              <p:nvPr/>
            </p:nvGrpSpPr>
            <p:grpSpPr>
              <a:xfrm>
                <a:off x="6290865" y="1489315"/>
                <a:ext cx="248514" cy="605530"/>
                <a:chOff x="6290865" y="1489315"/>
                <a:chExt cx="248514" cy="605530"/>
              </a:xfrm>
            </p:grpSpPr>
            <p:sp>
              <p:nvSpPr>
                <p:cNvPr id="10134" name="Google Shape;10134;p133"/>
                <p:cNvSpPr/>
                <p:nvPr/>
              </p:nvSpPr>
              <p:spPr>
                <a:xfrm rot="-5400000">
                  <a:off x="6260589" y="1519591"/>
                  <a:ext cx="309066" cy="248514"/>
                </a:xfrm>
                <a:custGeom>
                  <a:rect b="b" l="l" r="r" t="t"/>
                  <a:pathLst>
                    <a:path extrusionOk="0" h="28573" w="35535">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5" name="Google Shape;10135;p133"/>
                <p:cNvSpPr/>
                <p:nvPr/>
              </p:nvSpPr>
              <p:spPr>
                <a:xfrm rot="-5400000">
                  <a:off x="6266916" y="1822383"/>
                  <a:ext cx="296437" cy="248488"/>
                </a:xfrm>
                <a:custGeom>
                  <a:rect b="b" l="l" r="r" t="t"/>
                  <a:pathLst>
                    <a:path extrusionOk="0" h="28570" w="34083">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36" name="Google Shape;10136;p133"/>
              <p:cNvGrpSpPr/>
              <p:nvPr/>
            </p:nvGrpSpPr>
            <p:grpSpPr>
              <a:xfrm>
                <a:off x="6238903" y="1193063"/>
                <a:ext cx="284947" cy="327512"/>
                <a:chOff x="6238903" y="1193063"/>
                <a:chExt cx="284947" cy="327512"/>
              </a:xfrm>
            </p:grpSpPr>
            <p:sp>
              <p:nvSpPr>
                <p:cNvPr id="10137" name="Google Shape;10137;p133"/>
                <p:cNvSpPr/>
                <p:nvPr/>
              </p:nvSpPr>
              <p:spPr>
                <a:xfrm>
                  <a:off x="6238903" y="1193063"/>
                  <a:ext cx="284947" cy="63648"/>
                </a:xfrm>
                <a:custGeom>
                  <a:rect b="b" l="l" r="r" t="t"/>
                  <a:pathLst>
                    <a:path extrusionOk="0" h="7318" w="32762">
                      <a:moveTo>
                        <a:pt x="0" y="0"/>
                      </a:moveTo>
                      <a:lnTo>
                        <a:pt x="0" y="7317"/>
                      </a:lnTo>
                      <a:lnTo>
                        <a:pt x="32762" y="7317"/>
                      </a:lnTo>
                      <a:lnTo>
                        <a:pt x="32762"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138" name="Google Shape;10138;p133"/>
                <p:cNvCxnSpPr/>
                <p:nvPr/>
              </p:nvCxnSpPr>
              <p:spPr>
                <a:xfrm rot="10800000">
                  <a:off x="6431250" y="1279375"/>
                  <a:ext cx="0" cy="241200"/>
                </a:xfrm>
                <a:prstGeom prst="straightConnector1">
                  <a:avLst/>
                </a:prstGeom>
                <a:noFill/>
                <a:ln cap="flat" cmpd="sng" w="9525">
                  <a:solidFill>
                    <a:srgbClr val="869FB2"/>
                  </a:solidFill>
                  <a:prstDash val="solid"/>
                  <a:round/>
                  <a:headEnd len="med" w="med" type="none"/>
                  <a:tailEnd len="med" w="med" type="oval"/>
                </a:ln>
              </p:spPr>
            </p:cxnSp>
          </p:grpSp>
        </p:grpSp>
        <p:grpSp>
          <p:nvGrpSpPr>
            <p:cNvPr id="10139" name="Google Shape;10139;p133"/>
            <p:cNvGrpSpPr/>
            <p:nvPr/>
          </p:nvGrpSpPr>
          <p:grpSpPr>
            <a:xfrm>
              <a:off x="5900602" y="1193063"/>
              <a:ext cx="444345" cy="1023338"/>
              <a:chOff x="5900602" y="1193063"/>
              <a:chExt cx="444345" cy="1023338"/>
            </a:xfrm>
          </p:grpSpPr>
          <p:grpSp>
            <p:nvGrpSpPr>
              <p:cNvPr id="10140" name="Google Shape;10140;p133"/>
              <p:cNvGrpSpPr/>
              <p:nvPr/>
            </p:nvGrpSpPr>
            <p:grpSpPr>
              <a:xfrm>
                <a:off x="6046501" y="1367785"/>
                <a:ext cx="298446" cy="848616"/>
                <a:chOff x="6046501" y="1367785"/>
                <a:chExt cx="298446" cy="848616"/>
              </a:xfrm>
            </p:grpSpPr>
            <p:sp>
              <p:nvSpPr>
                <p:cNvPr id="10141" name="Google Shape;10141;p133"/>
                <p:cNvSpPr/>
                <p:nvPr/>
              </p:nvSpPr>
              <p:spPr>
                <a:xfrm rot="-5400000">
                  <a:off x="5980418" y="1433868"/>
                  <a:ext cx="430613" cy="298446"/>
                </a:xfrm>
                <a:custGeom>
                  <a:rect b="b" l="l" r="r" t="t"/>
                  <a:pathLst>
                    <a:path extrusionOk="0" h="34314" w="4951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2" name="Google Shape;10142;p133"/>
                <p:cNvSpPr/>
                <p:nvPr/>
              </p:nvSpPr>
              <p:spPr>
                <a:xfrm rot="-5400000">
                  <a:off x="5986745" y="1858198"/>
                  <a:ext cx="417984" cy="298420"/>
                </a:xfrm>
                <a:custGeom>
                  <a:rect b="b" l="l" r="r" t="t"/>
                  <a:pathLst>
                    <a:path extrusionOk="0" h="34311" w="48058">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43" name="Google Shape;10143;p133"/>
              <p:cNvGrpSpPr/>
              <p:nvPr/>
            </p:nvGrpSpPr>
            <p:grpSpPr>
              <a:xfrm>
                <a:off x="5900602" y="1193063"/>
                <a:ext cx="284947" cy="182312"/>
                <a:chOff x="5900602" y="1193063"/>
                <a:chExt cx="284947" cy="182312"/>
              </a:xfrm>
            </p:grpSpPr>
            <p:sp>
              <p:nvSpPr>
                <p:cNvPr id="10144" name="Google Shape;10144;p133"/>
                <p:cNvSpPr/>
                <p:nvPr/>
              </p:nvSpPr>
              <p:spPr>
                <a:xfrm>
                  <a:off x="5900602" y="1193063"/>
                  <a:ext cx="284947" cy="63648"/>
                </a:xfrm>
                <a:custGeom>
                  <a:rect b="b" l="l" r="r" t="t"/>
                  <a:pathLst>
                    <a:path extrusionOk="0" h="7318" w="32762">
                      <a:moveTo>
                        <a:pt x="0" y="0"/>
                      </a:moveTo>
                      <a:lnTo>
                        <a:pt x="0" y="7318"/>
                      </a:lnTo>
                      <a:lnTo>
                        <a:pt x="32762" y="7318"/>
                      </a:lnTo>
                      <a:lnTo>
                        <a:pt x="32762" y="0"/>
                      </a:ln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145" name="Google Shape;10145;p133"/>
                <p:cNvCxnSpPr/>
                <p:nvPr/>
              </p:nvCxnSpPr>
              <p:spPr>
                <a:xfrm rot="10800000">
                  <a:off x="6156950" y="1279675"/>
                  <a:ext cx="0" cy="95700"/>
                </a:xfrm>
                <a:prstGeom prst="straightConnector1">
                  <a:avLst/>
                </a:prstGeom>
                <a:noFill/>
                <a:ln cap="flat" cmpd="sng" w="9525">
                  <a:solidFill>
                    <a:srgbClr val="657E93"/>
                  </a:solidFill>
                  <a:prstDash val="solid"/>
                  <a:round/>
                  <a:headEnd len="med" w="med" type="none"/>
                  <a:tailEnd len="med" w="med" type="oval"/>
                </a:ln>
              </p:spPr>
            </p:cxnSp>
          </p:grpSp>
        </p:grpSp>
      </p:grpSp>
      <p:grpSp>
        <p:nvGrpSpPr>
          <p:cNvPr id="10146" name="Google Shape;10146;p133"/>
          <p:cNvGrpSpPr/>
          <p:nvPr/>
        </p:nvGrpSpPr>
        <p:grpSpPr>
          <a:xfrm>
            <a:off x="7217822" y="979408"/>
            <a:ext cx="1219413" cy="1051365"/>
            <a:chOff x="7287122" y="1165658"/>
            <a:chExt cx="1219413" cy="1051365"/>
          </a:xfrm>
        </p:grpSpPr>
        <p:grpSp>
          <p:nvGrpSpPr>
            <p:cNvPr id="10147" name="Google Shape;10147;p133"/>
            <p:cNvGrpSpPr/>
            <p:nvPr/>
          </p:nvGrpSpPr>
          <p:grpSpPr>
            <a:xfrm>
              <a:off x="7287122" y="1969723"/>
              <a:ext cx="1219413" cy="247300"/>
              <a:chOff x="7287122" y="1969723"/>
              <a:chExt cx="1219413" cy="247300"/>
            </a:xfrm>
          </p:grpSpPr>
          <p:sp>
            <p:nvSpPr>
              <p:cNvPr id="10148" name="Google Shape;10148;p133"/>
              <p:cNvSpPr/>
              <p:nvPr/>
            </p:nvSpPr>
            <p:spPr>
              <a:xfrm flipH="1">
                <a:off x="8366247" y="1969723"/>
                <a:ext cx="140288" cy="247300"/>
              </a:xfrm>
              <a:custGeom>
                <a:rect b="b" l="l" r="r" t="t"/>
                <a:pathLst>
                  <a:path extrusionOk="0" h="26428" w="14992">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49" name="Google Shape;10149;p133"/>
              <p:cNvGrpSpPr/>
              <p:nvPr/>
            </p:nvGrpSpPr>
            <p:grpSpPr>
              <a:xfrm>
                <a:off x="7287122" y="2063892"/>
                <a:ext cx="1151753" cy="73428"/>
                <a:chOff x="7287122" y="2063892"/>
                <a:chExt cx="1151753" cy="73428"/>
              </a:xfrm>
            </p:grpSpPr>
            <p:sp>
              <p:nvSpPr>
                <p:cNvPr id="10150" name="Google Shape;10150;p133"/>
                <p:cNvSpPr/>
                <p:nvPr/>
              </p:nvSpPr>
              <p:spPr>
                <a:xfrm flipH="1">
                  <a:off x="7287122" y="2063892"/>
                  <a:ext cx="507103" cy="73428"/>
                </a:xfrm>
                <a:custGeom>
                  <a:rect b="b" l="l" r="r" t="t"/>
                  <a:pathLst>
                    <a:path extrusionOk="0" h="7847" w="35124">
                      <a:moveTo>
                        <a:pt x="0" y="1"/>
                      </a:moveTo>
                      <a:lnTo>
                        <a:pt x="0" y="7847"/>
                      </a:lnTo>
                      <a:lnTo>
                        <a:pt x="35123" y="7847"/>
                      </a:lnTo>
                      <a:lnTo>
                        <a:pt x="35123"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151" name="Google Shape;10151;p133"/>
                <p:cNvCxnSpPr/>
                <p:nvPr/>
              </p:nvCxnSpPr>
              <p:spPr>
                <a:xfrm rot="10800000">
                  <a:off x="7818475" y="2100600"/>
                  <a:ext cx="620400" cy="0"/>
                </a:xfrm>
                <a:prstGeom prst="straightConnector1">
                  <a:avLst/>
                </a:prstGeom>
                <a:noFill/>
                <a:ln cap="flat" cmpd="sng" w="9525">
                  <a:solidFill>
                    <a:srgbClr val="CFD9E0"/>
                  </a:solidFill>
                  <a:prstDash val="solid"/>
                  <a:round/>
                  <a:headEnd len="med" w="med" type="none"/>
                  <a:tailEnd len="med" w="med" type="oval"/>
                </a:ln>
              </p:spPr>
            </p:cxnSp>
          </p:grpSp>
        </p:grpSp>
        <p:grpSp>
          <p:nvGrpSpPr>
            <p:cNvPr id="10152" name="Google Shape;10152;p133"/>
            <p:cNvGrpSpPr/>
            <p:nvPr/>
          </p:nvGrpSpPr>
          <p:grpSpPr>
            <a:xfrm>
              <a:off x="7287122" y="1712201"/>
              <a:ext cx="1219403" cy="246767"/>
              <a:chOff x="7287122" y="1712201"/>
              <a:chExt cx="1219403" cy="246767"/>
            </a:xfrm>
          </p:grpSpPr>
          <p:sp>
            <p:nvSpPr>
              <p:cNvPr id="10153" name="Google Shape;10153;p133"/>
              <p:cNvSpPr/>
              <p:nvPr/>
            </p:nvSpPr>
            <p:spPr>
              <a:xfrm flipH="1">
                <a:off x="8226249" y="1712201"/>
                <a:ext cx="280276" cy="246767"/>
              </a:xfrm>
              <a:custGeom>
                <a:rect b="b" l="l" r="r" t="t"/>
                <a:pathLst>
                  <a:path extrusionOk="0" h="26371" w="29952">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54" name="Google Shape;10154;p133"/>
              <p:cNvGrpSpPr/>
              <p:nvPr/>
            </p:nvGrpSpPr>
            <p:grpSpPr>
              <a:xfrm>
                <a:off x="7287122" y="1842861"/>
                <a:ext cx="1005303" cy="73419"/>
                <a:chOff x="7287122" y="1842861"/>
                <a:chExt cx="1005303" cy="73419"/>
              </a:xfrm>
            </p:grpSpPr>
            <p:sp>
              <p:nvSpPr>
                <p:cNvPr id="10155" name="Google Shape;10155;p133"/>
                <p:cNvSpPr/>
                <p:nvPr/>
              </p:nvSpPr>
              <p:spPr>
                <a:xfrm flipH="1">
                  <a:off x="7287122" y="1842861"/>
                  <a:ext cx="507103" cy="73419"/>
                </a:xfrm>
                <a:custGeom>
                  <a:rect b="b" l="l" r="r" t="t"/>
                  <a:pathLst>
                    <a:path extrusionOk="0" h="7846" w="35124">
                      <a:moveTo>
                        <a:pt x="0" y="1"/>
                      </a:moveTo>
                      <a:lnTo>
                        <a:pt x="0" y="7845"/>
                      </a:lnTo>
                      <a:lnTo>
                        <a:pt x="35123" y="7845"/>
                      </a:lnTo>
                      <a:lnTo>
                        <a:pt x="35123"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156" name="Google Shape;10156;p133"/>
                <p:cNvCxnSpPr/>
                <p:nvPr/>
              </p:nvCxnSpPr>
              <p:spPr>
                <a:xfrm rot="10800000">
                  <a:off x="7818425" y="1879575"/>
                  <a:ext cx="474000" cy="0"/>
                </a:xfrm>
                <a:prstGeom prst="straightConnector1">
                  <a:avLst/>
                </a:prstGeom>
                <a:noFill/>
                <a:ln cap="flat" cmpd="sng" w="9525">
                  <a:solidFill>
                    <a:srgbClr val="A5B7C6"/>
                  </a:solidFill>
                  <a:prstDash val="solid"/>
                  <a:round/>
                  <a:headEnd len="med" w="med" type="none"/>
                  <a:tailEnd len="med" w="med" type="oval"/>
                </a:ln>
              </p:spPr>
            </p:cxnSp>
          </p:grpSp>
        </p:grpSp>
        <p:grpSp>
          <p:nvGrpSpPr>
            <p:cNvPr id="10157" name="Google Shape;10157;p133"/>
            <p:cNvGrpSpPr/>
            <p:nvPr/>
          </p:nvGrpSpPr>
          <p:grpSpPr>
            <a:xfrm>
              <a:off x="7287122" y="1447520"/>
              <a:ext cx="1219403" cy="286667"/>
              <a:chOff x="7287122" y="1447520"/>
              <a:chExt cx="1219403" cy="286667"/>
            </a:xfrm>
          </p:grpSpPr>
          <p:sp>
            <p:nvSpPr>
              <p:cNvPr id="10158" name="Google Shape;10158;p133"/>
              <p:cNvSpPr/>
              <p:nvPr/>
            </p:nvSpPr>
            <p:spPr>
              <a:xfrm flipH="1">
                <a:off x="8087665" y="1447520"/>
                <a:ext cx="418860" cy="286667"/>
              </a:xfrm>
              <a:custGeom>
                <a:rect b="b" l="l" r="r" t="t"/>
                <a:pathLst>
                  <a:path extrusionOk="0" h="30635" w="44762">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59" name="Google Shape;10159;p133"/>
              <p:cNvGrpSpPr/>
              <p:nvPr/>
            </p:nvGrpSpPr>
            <p:grpSpPr>
              <a:xfrm>
                <a:off x="7287122" y="1581977"/>
                <a:ext cx="852803" cy="73428"/>
                <a:chOff x="7287122" y="1581977"/>
                <a:chExt cx="852803" cy="73428"/>
              </a:xfrm>
            </p:grpSpPr>
            <p:sp>
              <p:nvSpPr>
                <p:cNvPr id="10160" name="Google Shape;10160;p133"/>
                <p:cNvSpPr/>
                <p:nvPr/>
              </p:nvSpPr>
              <p:spPr>
                <a:xfrm flipH="1">
                  <a:off x="7287122" y="1581977"/>
                  <a:ext cx="507103" cy="73428"/>
                </a:xfrm>
                <a:custGeom>
                  <a:rect b="b" l="l" r="r" t="t"/>
                  <a:pathLst>
                    <a:path extrusionOk="0" h="7847" w="35124">
                      <a:moveTo>
                        <a:pt x="0" y="1"/>
                      </a:moveTo>
                      <a:lnTo>
                        <a:pt x="0" y="7847"/>
                      </a:lnTo>
                      <a:lnTo>
                        <a:pt x="35123" y="7847"/>
                      </a:lnTo>
                      <a:lnTo>
                        <a:pt x="35123"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161" name="Google Shape;10161;p133"/>
                <p:cNvCxnSpPr/>
                <p:nvPr/>
              </p:nvCxnSpPr>
              <p:spPr>
                <a:xfrm rot="10800000">
                  <a:off x="7818325" y="1618700"/>
                  <a:ext cx="321600" cy="0"/>
                </a:xfrm>
                <a:prstGeom prst="straightConnector1">
                  <a:avLst/>
                </a:prstGeom>
                <a:noFill/>
                <a:ln cap="flat" cmpd="sng" w="9525">
                  <a:solidFill>
                    <a:srgbClr val="869FB2"/>
                  </a:solidFill>
                  <a:prstDash val="solid"/>
                  <a:round/>
                  <a:headEnd len="med" w="med" type="none"/>
                  <a:tailEnd len="med" w="med" type="oval"/>
                </a:ln>
              </p:spPr>
            </p:cxnSp>
          </p:grpSp>
        </p:grpSp>
        <p:grpSp>
          <p:nvGrpSpPr>
            <p:cNvPr id="10162" name="Google Shape;10162;p133"/>
            <p:cNvGrpSpPr/>
            <p:nvPr/>
          </p:nvGrpSpPr>
          <p:grpSpPr>
            <a:xfrm>
              <a:off x="7287122" y="1165658"/>
              <a:ext cx="1219403" cy="344253"/>
              <a:chOff x="7287122" y="1165658"/>
              <a:chExt cx="1219403" cy="344253"/>
            </a:xfrm>
          </p:grpSpPr>
          <p:sp>
            <p:nvSpPr>
              <p:cNvPr id="10163" name="Google Shape;10163;p133"/>
              <p:cNvSpPr/>
              <p:nvPr/>
            </p:nvSpPr>
            <p:spPr>
              <a:xfrm flipH="1">
                <a:off x="7919557" y="1165658"/>
                <a:ext cx="586968" cy="344253"/>
              </a:xfrm>
              <a:custGeom>
                <a:rect b="b" l="l" r="r" t="t"/>
                <a:pathLst>
                  <a:path extrusionOk="0" h="36789" w="62727">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64" name="Google Shape;10164;p133"/>
              <p:cNvGrpSpPr/>
              <p:nvPr/>
            </p:nvGrpSpPr>
            <p:grpSpPr>
              <a:xfrm>
                <a:off x="7287122" y="1341025"/>
                <a:ext cx="695703" cy="73419"/>
                <a:chOff x="7287122" y="1341025"/>
                <a:chExt cx="695703" cy="73419"/>
              </a:xfrm>
            </p:grpSpPr>
            <p:sp>
              <p:nvSpPr>
                <p:cNvPr id="10165" name="Google Shape;10165;p133"/>
                <p:cNvSpPr/>
                <p:nvPr/>
              </p:nvSpPr>
              <p:spPr>
                <a:xfrm flipH="1">
                  <a:off x="7287122" y="1341025"/>
                  <a:ext cx="507103" cy="73419"/>
                </a:xfrm>
                <a:custGeom>
                  <a:rect b="b" l="l" r="r" t="t"/>
                  <a:pathLst>
                    <a:path extrusionOk="0" h="7846" w="35124">
                      <a:moveTo>
                        <a:pt x="0" y="1"/>
                      </a:moveTo>
                      <a:lnTo>
                        <a:pt x="0" y="7845"/>
                      </a:lnTo>
                      <a:lnTo>
                        <a:pt x="35123" y="7845"/>
                      </a:lnTo>
                      <a:lnTo>
                        <a:pt x="35123"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166" name="Google Shape;10166;p133"/>
                <p:cNvCxnSpPr/>
                <p:nvPr/>
              </p:nvCxnSpPr>
              <p:spPr>
                <a:xfrm rot="10800000">
                  <a:off x="7818425" y="1377750"/>
                  <a:ext cx="164400" cy="0"/>
                </a:xfrm>
                <a:prstGeom prst="straightConnector1">
                  <a:avLst/>
                </a:prstGeom>
                <a:noFill/>
                <a:ln cap="flat" cmpd="sng" w="9525">
                  <a:solidFill>
                    <a:srgbClr val="869FB1"/>
                  </a:solidFill>
                  <a:prstDash val="solid"/>
                  <a:round/>
                  <a:headEnd len="med" w="med" type="none"/>
                  <a:tailEnd len="med" w="med" type="oval"/>
                </a:ln>
              </p:spPr>
            </p:cxnSp>
          </p:grpSp>
        </p:grpSp>
      </p:gr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0170" name="Shape 10170"/>
        <p:cNvGrpSpPr/>
        <p:nvPr/>
      </p:nvGrpSpPr>
      <p:grpSpPr>
        <a:xfrm>
          <a:off x="0" y="0"/>
          <a:ext cx="0" cy="0"/>
          <a:chOff x="0" y="0"/>
          <a:chExt cx="0" cy="0"/>
        </a:xfrm>
      </p:grpSpPr>
      <p:sp>
        <p:nvSpPr>
          <p:cNvPr id="10171" name="Google Shape;10171;p134"/>
          <p:cNvSpPr txBox="1"/>
          <p:nvPr>
            <p:ph idx="4294967295" type="body"/>
          </p:nvPr>
        </p:nvSpPr>
        <p:spPr>
          <a:xfrm>
            <a:off x="828875" y="1176707"/>
            <a:ext cx="7525800" cy="761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indent="0" lvl="0" marL="0" rtl="0" algn="ctr">
              <a:spcBef>
                <a:spcPts val="0"/>
              </a:spcBef>
              <a:spcAft>
                <a:spcPts val="0"/>
              </a:spcAft>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indent="0" lvl="0" marL="0" rtl="0" algn="ctr">
              <a:spcBef>
                <a:spcPts val="0"/>
              </a:spcBef>
              <a:spcAft>
                <a:spcPts val="0"/>
              </a:spcAft>
              <a:buNone/>
            </a:pPr>
            <a:r>
              <a:rPr lang="en">
                <a:solidFill>
                  <a:srgbClr val="FFFFFF"/>
                </a:solidFill>
                <a:latin typeface="Arial"/>
                <a:ea typeface="Arial"/>
                <a:cs typeface="Arial"/>
                <a:sym typeface="Arial"/>
              </a:rPr>
              <a:t>In Google Slides, you can also use </a:t>
            </a:r>
            <a:r>
              <a:rPr lang="en">
                <a:solidFill>
                  <a:schemeClr val="hlink"/>
                </a:solidFill>
                <a:uFill>
                  <a:noFill/>
                </a:uFill>
                <a:latin typeface="Arial"/>
                <a:ea typeface="Arial"/>
                <a:cs typeface="Arial"/>
                <a:sym typeface="Arial"/>
                <a:hlinkClick r:id="rId3"/>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10172" name="Google Shape;10172;p134"/>
          <p:cNvGrpSpPr/>
          <p:nvPr/>
        </p:nvGrpSpPr>
        <p:grpSpPr>
          <a:xfrm>
            <a:off x="845855" y="2307733"/>
            <a:ext cx="340168" cy="298978"/>
            <a:chOff x="892750" y="267400"/>
            <a:chExt cx="483125" cy="424625"/>
          </a:xfrm>
        </p:grpSpPr>
        <p:sp>
          <p:nvSpPr>
            <p:cNvPr id="10173" name="Google Shape;10173;p134"/>
            <p:cNvSpPr/>
            <p:nvPr/>
          </p:nvSpPr>
          <p:spPr>
            <a:xfrm>
              <a:off x="892750" y="267400"/>
              <a:ext cx="483125" cy="424625"/>
            </a:xfrm>
            <a:custGeom>
              <a:rect b="b" l="l" r="r" t="t"/>
              <a:pathLst>
                <a:path extrusionOk="0" h="16985" w="19325">
                  <a:moveTo>
                    <a:pt x="2832" y="1133"/>
                  </a:moveTo>
                  <a:cubicBezTo>
                    <a:pt x="3143" y="1133"/>
                    <a:pt x="3397" y="1383"/>
                    <a:pt x="3397" y="1697"/>
                  </a:cubicBezTo>
                  <a:lnTo>
                    <a:pt x="3397" y="2265"/>
                  </a:lnTo>
                  <a:lnTo>
                    <a:pt x="2265" y="2265"/>
                  </a:lnTo>
                  <a:lnTo>
                    <a:pt x="2265" y="1697"/>
                  </a:lnTo>
                  <a:cubicBezTo>
                    <a:pt x="2265" y="1383"/>
                    <a:pt x="2518" y="1133"/>
                    <a:pt x="2832" y="1133"/>
                  </a:cubicBezTo>
                  <a:close/>
                  <a:moveTo>
                    <a:pt x="11927" y="1133"/>
                  </a:moveTo>
                  <a:cubicBezTo>
                    <a:pt x="12241" y="1133"/>
                    <a:pt x="12494" y="1383"/>
                    <a:pt x="12494" y="1697"/>
                  </a:cubicBezTo>
                  <a:lnTo>
                    <a:pt x="12494" y="2265"/>
                  </a:lnTo>
                  <a:lnTo>
                    <a:pt x="6833" y="2265"/>
                  </a:lnTo>
                  <a:lnTo>
                    <a:pt x="6833" y="1697"/>
                  </a:lnTo>
                  <a:cubicBezTo>
                    <a:pt x="6833" y="1383"/>
                    <a:pt x="7084" y="1133"/>
                    <a:pt x="7398" y="1133"/>
                  </a:cubicBezTo>
                  <a:close/>
                  <a:moveTo>
                    <a:pt x="17628" y="3397"/>
                  </a:moveTo>
                  <a:cubicBezTo>
                    <a:pt x="17939" y="3397"/>
                    <a:pt x="18192" y="3648"/>
                    <a:pt x="18192" y="3962"/>
                  </a:cubicBezTo>
                  <a:lnTo>
                    <a:pt x="18192" y="4530"/>
                  </a:lnTo>
                  <a:lnTo>
                    <a:pt x="17628" y="4530"/>
                  </a:lnTo>
                  <a:cubicBezTo>
                    <a:pt x="16688" y="4530"/>
                    <a:pt x="15928" y="5288"/>
                    <a:pt x="15928" y="6227"/>
                  </a:cubicBezTo>
                  <a:lnTo>
                    <a:pt x="15928" y="9059"/>
                  </a:lnTo>
                  <a:lnTo>
                    <a:pt x="13584" y="9059"/>
                  </a:lnTo>
                  <a:cubicBezTo>
                    <a:pt x="13304" y="7108"/>
                    <a:pt x="11631" y="5662"/>
                    <a:pt x="9662" y="5662"/>
                  </a:cubicBezTo>
                  <a:cubicBezTo>
                    <a:pt x="7694" y="5662"/>
                    <a:pt x="6021" y="7108"/>
                    <a:pt x="5740" y="9059"/>
                  </a:cubicBezTo>
                  <a:lnTo>
                    <a:pt x="3397" y="9059"/>
                  </a:lnTo>
                  <a:lnTo>
                    <a:pt x="3397" y="6227"/>
                  </a:lnTo>
                  <a:cubicBezTo>
                    <a:pt x="3397" y="5288"/>
                    <a:pt x="2636" y="4530"/>
                    <a:pt x="1700" y="4530"/>
                  </a:cubicBezTo>
                  <a:lnTo>
                    <a:pt x="1132" y="4530"/>
                  </a:lnTo>
                  <a:lnTo>
                    <a:pt x="1132" y="3962"/>
                  </a:lnTo>
                  <a:cubicBezTo>
                    <a:pt x="1132" y="3648"/>
                    <a:pt x="1386" y="3397"/>
                    <a:pt x="1700" y="3397"/>
                  </a:cubicBezTo>
                  <a:close/>
                  <a:moveTo>
                    <a:pt x="9663" y="6793"/>
                  </a:moveTo>
                  <a:cubicBezTo>
                    <a:pt x="10399" y="6793"/>
                    <a:pt x="11123" y="7080"/>
                    <a:pt x="11664" y="7622"/>
                  </a:cubicBezTo>
                  <a:cubicBezTo>
                    <a:pt x="12473" y="8431"/>
                    <a:pt x="12715" y="9648"/>
                    <a:pt x="12277" y="10708"/>
                  </a:cubicBezTo>
                  <a:cubicBezTo>
                    <a:pt x="11839" y="11764"/>
                    <a:pt x="10807" y="12456"/>
                    <a:pt x="9662" y="12456"/>
                  </a:cubicBezTo>
                  <a:cubicBezTo>
                    <a:pt x="8098" y="12453"/>
                    <a:pt x="6833" y="11188"/>
                    <a:pt x="6833" y="9624"/>
                  </a:cubicBezTo>
                  <a:cubicBezTo>
                    <a:pt x="6833" y="8479"/>
                    <a:pt x="7521" y="7447"/>
                    <a:pt x="8578" y="7009"/>
                  </a:cubicBezTo>
                  <a:cubicBezTo>
                    <a:pt x="8929" y="6864"/>
                    <a:pt x="9298" y="6793"/>
                    <a:pt x="9663" y="6793"/>
                  </a:cubicBezTo>
                  <a:close/>
                  <a:moveTo>
                    <a:pt x="1700" y="5662"/>
                  </a:moveTo>
                  <a:cubicBezTo>
                    <a:pt x="2011" y="5662"/>
                    <a:pt x="2265" y="5913"/>
                    <a:pt x="2265" y="6227"/>
                  </a:cubicBezTo>
                  <a:lnTo>
                    <a:pt x="2265" y="13020"/>
                  </a:lnTo>
                  <a:cubicBezTo>
                    <a:pt x="2265" y="13334"/>
                    <a:pt x="2011" y="13588"/>
                    <a:pt x="1700" y="13588"/>
                  </a:cubicBezTo>
                  <a:lnTo>
                    <a:pt x="1132" y="13588"/>
                  </a:lnTo>
                  <a:lnTo>
                    <a:pt x="1132" y="5662"/>
                  </a:lnTo>
                  <a:close/>
                  <a:moveTo>
                    <a:pt x="18192" y="5662"/>
                  </a:moveTo>
                  <a:lnTo>
                    <a:pt x="18192" y="13588"/>
                  </a:lnTo>
                  <a:lnTo>
                    <a:pt x="17628" y="13588"/>
                  </a:lnTo>
                  <a:cubicBezTo>
                    <a:pt x="17314" y="13588"/>
                    <a:pt x="17060" y="13334"/>
                    <a:pt x="17060" y="13020"/>
                  </a:cubicBezTo>
                  <a:lnTo>
                    <a:pt x="17060" y="6227"/>
                  </a:lnTo>
                  <a:cubicBezTo>
                    <a:pt x="17060" y="5913"/>
                    <a:pt x="17314" y="5662"/>
                    <a:pt x="17628" y="5662"/>
                  </a:cubicBezTo>
                  <a:close/>
                  <a:moveTo>
                    <a:pt x="15928" y="10191"/>
                  </a:moveTo>
                  <a:lnTo>
                    <a:pt x="15928" y="13020"/>
                  </a:lnTo>
                  <a:cubicBezTo>
                    <a:pt x="15928" y="13959"/>
                    <a:pt x="16688" y="14717"/>
                    <a:pt x="17628" y="14720"/>
                  </a:cubicBezTo>
                  <a:lnTo>
                    <a:pt x="18192" y="14720"/>
                  </a:lnTo>
                  <a:lnTo>
                    <a:pt x="18192" y="15285"/>
                  </a:lnTo>
                  <a:cubicBezTo>
                    <a:pt x="18192" y="15599"/>
                    <a:pt x="17939" y="15853"/>
                    <a:pt x="17628" y="15853"/>
                  </a:cubicBezTo>
                  <a:lnTo>
                    <a:pt x="1700" y="15853"/>
                  </a:lnTo>
                  <a:cubicBezTo>
                    <a:pt x="1386" y="15853"/>
                    <a:pt x="1132" y="15599"/>
                    <a:pt x="1132" y="15285"/>
                  </a:cubicBezTo>
                  <a:lnTo>
                    <a:pt x="1132" y="14720"/>
                  </a:lnTo>
                  <a:lnTo>
                    <a:pt x="1700" y="14720"/>
                  </a:lnTo>
                  <a:cubicBezTo>
                    <a:pt x="2636" y="14717"/>
                    <a:pt x="3397" y="13959"/>
                    <a:pt x="3397" y="13020"/>
                  </a:cubicBezTo>
                  <a:lnTo>
                    <a:pt x="3397" y="10191"/>
                  </a:lnTo>
                  <a:lnTo>
                    <a:pt x="5740" y="10191"/>
                  </a:lnTo>
                  <a:cubicBezTo>
                    <a:pt x="6021" y="12139"/>
                    <a:pt x="7694" y="13585"/>
                    <a:pt x="9662" y="13585"/>
                  </a:cubicBezTo>
                  <a:cubicBezTo>
                    <a:pt x="11631" y="13585"/>
                    <a:pt x="13304" y="12139"/>
                    <a:pt x="13584" y="10191"/>
                  </a:cubicBezTo>
                  <a:close/>
                  <a:moveTo>
                    <a:pt x="2832" y="1"/>
                  </a:moveTo>
                  <a:cubicBezTo>
                    <a:pt x="1893" y="1"/>
                    <a:pt x="1132" y="758"/>
                    <a:pt x="1132" y="1697"/>
                  </a:cubicBezTo>
                  <a:lnTo>
                    <a:pt x="1132" y="2362"/>
                  </a:lnTo>
                  <a:cubicBezTo>
                    <a:pt x="453" y="2600"/>
                    <a:pt x="0" y="3243"/>
                    <a:pt x="0" y="3962"/>
                  </a:cubicBezTo>
                  <a:lnTo>
                    <a:pt x="0" y="15285"/>
                  </a:lnTo>
                  <a:cubicBezTo>
                    <a:pt x="0" y="16224"/>
                    <a:pt x="761" y="16982"/>
                    <a:pt x="1700" y="16985"/>
                  </a:cubicBezTo>
                  <a:lnTo>
                    <a:pt x="17628" y="16985"/>
                  </a:lnTo>
                  <a:cubicBezTo>
                    <a:pt x="18564" y="16982"/>
                    <a:pt x="19324" y="16224"/>
                    <a:pt x="19324" y="15285"/>
                  </a:cubicBezTo>
                  <a:lnTo>
                    <a:pt x="19324" y="3962"/>
                  </a:lnTo>
                  <a:cubicBezTo>
                    <a:pt x="19324" y="3023"/>
                    <a:pt x="18564" y="2265"/>
                    <a:pt x="17628" y="2265"/>
                  </a:cubicBezTo>
                  <a:lnTo>
                    <a:pt x="13627" y="2265"/>
                  </a:lnTo>
                  <a:lnTo>
                    <a:pt x="13627" y="1697"/>
                  </a:lnTo>
                  <a:cubicBezTo>
                    <a:pt x="13624" y="758"/>
                    <a:pt x="12866" y="1"/>
                    <a:pt x="11927" y="1"/>
                  </a:cubicBezTo>
                  <a:lnTo>
                    <a:pt x="7398" y="1"/>
                  </a:lnTo>
                  <a:cubicBezTo>
                    <a:pt x="6459" y="1"/>
                    <a:pt x="5701" y="758"/>
                    <a:pt x="5701" y="1697"/>
                  </a:cubicBezTo>
                  <a:lnTo>
                    <a:pt x="5701" y="2265"/>
                  </a:lnTo>
                  <a:lnTo>
                    <a:pt x="4529" y="2265"/>
                  </a:lnTo>
                  <a:lnTo>
                    <a:pt x="4529" y="1697"/>
                  </a:lnTo>
                  <a:cubicBezTo>
                    <a:pt x="4529" y="758"/>
                    <a:pt x="3768" y="1"/>
                    <a:pt x="283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74" name="Google Shape;10174;p134"/>
            <p:cNvSpPr/>
            <p:nvPr/>
          </p:nvSpPr>
          <p:spPr>
            <a:xfrm>
              <a:off x="1091875" y="465500"/>
              <a:ext cx="88275" cy="85000"/>
            </a:xfrm>
            <a:custGeom>
              <a:rect b="b" l="l" r="r" t="t"/>
              <a:pathLst>
                <a:path extrusionOk="0" h="3400" w="3531">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2"/>
                    <a:pt x="1048" y="129"/>
                  </a:cubicBezTo>
                  <a:cubicBezTo>
                    <a:pt x="414" y="392"/>
                    <a:pt x="0" y="1011"/>
                    <a:pt x="0" y="1700"/>
                  </a:cubicBezTo>
                  <a:cubicBezTo>
                    <a:pt x="0" y="2639"/>
                    <a:pt x="758" y="3396"/>
                    <a:pt x="1697" y="3399"/>
                  </a:cubicBezTo>
                  <a:cubicBezTo>
                    <a:pt x="2386" y="3399"/>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75" name="Google Shape;10175;p134"/>
            <p:cNvSpPr/>
            <p:nvPr/>
          </p:nvSpPr>
          <p:spPr>
            <a:xfrm>
              <a:off x="1005975" y="380625"/>
              <a:ext cx="28325" cy="28350"/>
            </a:xfrm>
            <a:custGeom>
              <a:rect b="b" l="l" r="r" t="t"/>
              <a:pathLst>
                <a:path extrusionOk="0" h="1134" w="1133">
                  <a:moveTo>
                    <a:pt x="568" y="1"/>
                  </a:moveTo>
                  <a:cubicBezTo>
                    <a:pt x="254" y="1"/>
                    <a:pt x="0" y="251"/>
                    <a:pt x="0" y="565"/>
                  </a:cubicBezTo>
                  <a:cubicBezTo>
                    <a:pt x="0" y="879"/>
                    <a:pt x="254" y="1133"/>
                    <a:pt x="568" y="1133"/>
                  </a:cubicBezTo>
                  <a:cubicBezTo>
                    <a:pt x="879" y="1133"/>
                    <a:pt x="1132" y="879"/>
                    <a:pt x="1132" y="565"/>
                  </a:cubicBezTo>
                  <a:cubicBezTo>
                    <a:pt x="1132" y="251"/>
                    <a:pt x="879" y="1"/>
                    <a:pt x="56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176" name="Google Shape;10176;p134"/>
          <p:cNvGrpSpPr/>
          <p:nvPr/>
        </p:nvGrpSpPr>
        <p:grpSpPr>
          <a:xfrm>
            <a:off x="1284289" y="2287121"/>
            <a:ext cx="298996" cy="340204"/>
            <a:chOff x="1516475" y="238075"/>
            <a:chExt cx="424650" cy="483175"/>
          </a:xfrm>
        </p:grpSpPr>
        <p:sp>
          <p:nvSpPr>
            <p:cNvPr id="10177" name="Google Shape;10177;p134"/>
            <p:cNvSpPr/>
            <p:nvPr/>
          </p:nvSpPr>
          <p:spPr>
            <a:xfrm>
              <a:off x="1516475" y="238075"/>
              <a:ext cx="424650" cy="483175"/>
            </a:xfrm>
            <a:custGeom>
              <a:rect b="b" l="l" r="r" t="t"/>
              <a:pathLst>
                <a:path extrusionOk="0" h="19327" w="16986">
                  <a:moveTo>
                    <a:pt x="8491" y="1134"/>
                  </a:moveTo>
                  <a:cubicBezTo>
                    <a:pt x="11302" y="1134"/>
                    <a:pt x="13588" y="3438"/>
                    <a:pt x="13588" y="6267"/>
                  </a:cubicBezTo>
                  <a:cubicBezTo>
                    <a:pt x="13588" y="7318"/>
                    <a:pt x="13262" y="8342"/>
                    <a:pt x="12655" y="9199"/>
                  </a:cubicBezTo>
                  <a:cubicBezTo>
                    <a:pt x="12625" y="9242"/>
                    <a:pt x="12604" y="9272"/>
                    <a:pt x="12595" y="9284"/>
                  </a:cubicBezTo>
                  <a:lnTo>
                    <a:pt x="8491" y="15724"/>
                  </a:lnTo>
                  <a:lnTo>
                    <a:pt x="4388" y="9287"/>
                  </a:lnTo>
                  <a:cubicBezTo>
                    <a:pt x="4382" y="9275"/>
                    <a:pt x="4373" y="9266"/>
                    <a:pt x="4367" y="9257"/>
                  </a:cubicBezTo>
                  <a:cubicBezTo>
                    <a:pt x="4249" y="9091"/>
                    <a:pt x="4140" y="8921"/>
                    <a:pt x="4041" y="8743"/>
                  </a:cubicBezTo>
                  <a:cubicBezTo>
                    <a:pt x="3618" y="7985"/>
                    <a:pt x="3398" y="7134"/>
                    <a:pt x="3398" y="6267"/>
                  </a:cubicBezTo>
                  <a:cubicBezTo>
                    <a:pt x="3398" y="6174"/>
                    <a:pt x="3398" y="6080"/>
                    <a:pt x="3404" y="5990"/>
                  </a:cubicBezTo>
                  <a:cubicBezTo>
                    <a:pt x="3552" y="3266"/>
                    <a:pt x="5786" y="1134"/>
                    <a:pt x="8491" y="1134"/>
                  </a:cubicBezTo>
                  <a:close/>
                  <a:moveTo>
                    <a:pt x="11049" y="13819"/>
                  </a:moveTo>
                  <a:cubicBezTo>
                    <a:pt x="14358" y="14233"/>
                    <a:pt x="15853" y="15289"/>
                    <a:pt x="15853" y="15930"/>
                  </a:cubicBezTo>
                  <a:cubicBezTo>
                    <a:pt x="15853" y="16304"/>
                    <a:pt x="15339" y="16887"/>
                    <a:pt x="13905" y="17397"/>
                  </a:cubicBezTo>
                  <a:cubicBezTo>
                    <a:pt x="12471" y="17910"/>
                    <a:pt x="10545" y="18194"/>
                    <a:pt x="8491" y="18194"/>
                  </a:cubicBezTo>
                  <a:cubicBezTo>
                    <a:pt x="6438" y="18194"/>
                    <a:pt x="4515" y="17910"/>
                    <a:pt x="3077" y="17397"/>
                  </a:cubicBezTo>
                  <a:cubicBezTo>
                    <a:pt x="1640" y="16884"/>
                    <a:pt x="1133" y="16304"/>
                    <a:pt x="1133" y="15930"/>
                  </a:cubicBezTo>
                  <a:cubicBezTo>
                    <a:pt x="1133" y="15289"/>
                    <a:pt x="2625" y="14233"/>
                    <a:pt x="5934" y="13819"/>
                  </a:cubicBezTo>
                  <a:lnTo>
                    <a:pt x="8014" y="17083"/>
                  </a:lnTo>
                  <a:cubicBezTo>
                    <a:pt x="8126" y="17258"/>
                    <a:pt x="8309" y="17346"/>
                    <a:pt x="8491" y="17346"/>
                  </a:cubicBezTo>
                  <a:cubicBezTo>
                    <a:pt x="8674" y="17346"/>
                    <a:pt x="8857" y="17258"/>
                    <a:pt x="8968" y="17083"/>
                  </a:cubicBezTo>
                  <a:lnTo>
                    <a:pt x="11049" y="13819"/>
                  </a:lnTo>
                  <a:close/>
                  <a:moveTo>
                    <a:pt x="8494" y="1"/>
                  </a:moveTo>
                  <a:cubicBezTo>
                    <a:pt x="6947" y="1"/>
                    <a:pt x="5399" y="578"/>
                    <a:pt x="4201" y="1738"/>
                  </a:cubicBezTo>
                  <a:cubicBezTo>
                    <a:pt x="3050" y="2837"/>
                    <a:pt x="2359" y="4338"/>
                    <a:pt x="2274" y="5929"/>
                  </a:cubicBezTo>
                  <a:cubicBezTo>
                    <a:pt x="2268" y="6041"/>
                    <a:pt x="2265" y="6156"/>
                    <a:pt x="2265" y="6267"/>
                  </a:cubicBezTo>
                  <a:cubicBezTo>
                    <a:pt x="2265" y="7327"/>
                    <a:pt x="2534" y="8372"/>
                    <a:pt x="3050" y="9296"/>
                  </a:cubicBezTo>
                  <a:cubicBezTo>
                    <a:pt x="3168" y="9507"/>
                    <a:pt x="3301" y="9713"/>
                    <a:pt x="3440" y="9909"/>
                  </a:cubicBezTo>
                  <a:lnTo>
                    <a:pt x="5267" y="12771"/>
                  </a:lnTo>
                  <a:cubicBezTo>
                    <a:pt x="3953" y="12971"/>
                    <a:pt x="2809" y="13294"/>
                    <a:pt x="1921" y="13713"/>
                  </a:cubicBezTo>
                  <a:cubicBezTo>
                    <a:pt x="333" y="14465"/>
                    <a:pt x="1" y="15332"/>
                    <a:pt x="1" y="15930"/>
                  </a:cubicBezTo>
                  <a:cubicBezTo>
                    <a:pt x="1" y="16648"/>
                    <a:pt x="469" y="17669"/>
                    <a:pt x="2697" y="18466"/>
                  </a:cubicBezTo>
                  <a:cubicBezTo>
                    <a:pt x="4252" y="19022"/>
                    <a:pt x="6311" y="19326"/>
                    <a:pt x="8491" y="19326"/>
                  </a:cubicBezTo>
                  <a:cubicBezTo>
                    <a:pt x="10671" y="19326"/>
                    <a:pt x="12731" y="19022"/>
                    <a:pt x="14286" y="18466"/>
                  </a:cubicBezTo>
                  <a:cubicBezTo>
                    <a:pt x="16514" y="17669"/>
                    <a:pt x="16985" y="16648"/>
                    <a:pt x="16985" y="15930"/>
                  </a:cubicBezTo>
                  <a:cubicBezTo>
                    <a:pt x="16985" y="15332"/>
                    <a:pt x="16650" y="14465"/>
                    <a:pt x="15062" y="13713"/>
                  </a:cubicBezTo>
                  <a:cubicBezTo>
                    <a:pt x="14174" y="13294"/>
                    <a:pt x="13030" y="12971"/>
                    <a:pt x="11716" y="12768"/>
                  </a:cubicBezTo>
                  <a:lnTo>
                    <a:pt x="13549" y="9897"/>
                  </a:lnTo>
                  <a:lnTo>
                    <a:pt x="13561" y="9879"/>
                  </a:lnTo>
                  <a:cubicBezTo>
                    <a:pt x="13567" y="9873"/>
                    <a:pt x="13570" y="9867"/>
                    <a:pt x="13576" y="9861"/>
                  </a:cubicBezTo>
                  <a:cubicBezTo>
                    <a:pt x="15327" y="7382"/>
                    <a:pt x="15041" y="3997"/>
                    <a:pt x="12897" y="1847"/>
                  </a:cubicBezTo>
                  <a:cubicBezTo>
                    <a:pt x="11689" y="618"/>
                    <a:pt x="10092" y="1"/>
                    <a:pt x="849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78" name="Google Shape;10178;p134"/>
            <p:cNvSpPr/>
            <p:nvPr/>
          </p:nvSpPr>
          <p:spPr>
            <a:xfrm>
              <a:off x="1652425" y="324000"/>
              <a:ext cx="147150" cy="141575"/>
            </a:xfrm>
            <a:custGeom>
              <a:rect b="b" l="l" r="r" t="t"/>
              <a:pathLst>
                <a:path extrusionOk="0" h="5663" w="5886">
                  <a:moveTo>
                    <a:pt x="3054" y="1131"/>
                  </a:moveTo>
                  <a:cubicBezTo>
                    <a:pt x="3495" y="1131"/>
                    <a:pt x="3930" y="1303"/>
                    <a:pt x="4255" y="1629"/>
                  </a:cubicBezTo>
                  <a:cubicBezTo>
                    <a:pt x="4741" y="2115"/>
                    <a:pt x="4886" y="2845"/>
                    <a:pt x="4623" y="3480"/>
                  </a:cubicBezTo>
                  <a:cubicBezTo>
                    <a:pt x="4361" y="4114"/>
                    <a:pt x="3742" y="4530"/>
                    <a:pt x="3053" y="4530"/>
                  </a:cubicBezTo>
                  <a:cubicBezTo>
                    <a:pt x="2114" y="4527"/>
                    <a:pt x="1356" y="3769"/>
                    <a:pt x="1356" y="2830"/>
                  </a:cubicBezTo>
                  <a:cubicBezTo>
                    <a:pt x="1356" y="2142"/>
                    <a:pt x="1770" y="1523"/>
                    <a:pt x="2404" y="1260"/>
                  </a:cubicBezTo>
                  <a:cubicBezTo>
                    <a:pt x="2614" y="1173"/>
                    <a:pt x="2835" y="1131"/>
                    <a:pt x="3054" y="1131"/>
                  </a:cubicBezTo>
                  <a:close/>
                  <a:moveTo>
                    <a:pt x="3053" y="0"/>
                  </a:moveTo>
                  <a:cubicBezTo>
                    <a:pt x="2316" y="0"/>
                    <a:pt x="1593" y="287"/>
                    <a:pt x="1051" y="828"/>
                  </a:cubicBezTo>
                  <a:cubicBezTo>
                    <a:pt x="242" y="1638"/>
                    <a:pt x="1" y="2855"/>
                    <a:pt x="439" y="3914"/>
                  </a:cubicBezTo>
                  <a:cubicBezTo>
                    <a:pt x="876" y="4971"/>
                    <a:pt x="1909" y="5663"/>
                    <a:pt x="3053" y="5663"/>
                  </a:cubicBezTo>
                  <a:cubicBezTo>
                    <a:pt x="4617" y="5660"/>
                    <a:pt x="5883" y="4394"/>
                    <a:pt x="5886" y="2830"/>
                  </a:cubicBezTo>
                  <a:cubicBezTo>
                    <a:pt x="5886" y="1686"/>
                    <a:pt x="5194" y="653"/>
                    <a:pt x="4137" y="216"/>
                  </a:cubicBezTo>
                  <a:cubicBezTo>
                    <a:pt x="3786" y="70"/>
                    <a:pt x="3418" y="0"/>
                    <a:pt x="305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179" name="Google Shape;10179;p134"/>
          <p:cNvGrpSpPr/>
          <p:nvPr/>
        </p:nvGrpSpPr>
        <p:grpSpPr>
          <a:xfrm>
            <a:off x="1677380" y="2367520"/>
            <a:ext cx="341488" cy="179405"/>
            <a:chOff x="2080675" y="352325"/>
            <a:chExt cx="485000" cy="254800"/>
          </a:xfrm>
        </p:grpSpPr>
        <p:sp>
          <p:nvSpPr>
            <p:cNvPr id="10180" name="Google Shape;10180;p134"/>
            <p:cNvSpPr/>
            <p:nvPr/>
          </p:nvSpPr>
          <p:spPr>
            <a:xfrm>
              <a:off x="2080675" y="352325"/>
              <a:ext cx="485000" cy="254800"/>
            </a:xfrm>
            <a:custGeom>
              <a:rect b="b" l="l" r="r" t="t"/>
              <a:pathLst>
                <a:path extrusionOk="0" h="10192" w="19400">
                  <a:moveTo>
                    <a:pt x="5514" y="2183"/>
                  </a:moveTo>
                  <a:cubicBezTo>
                    <a:pt x="4291" y="3932"/>
                    <a:pt x="4291" y="6254"/>
                    <a:pt x="5514" y="8002"/>
                  </a:cubicBezTo>
                  <a:cubicBezTo>
                    <a:pt x="4858" y="7685"/>
                    <a:pt x="4230" y="7320"/>
                    <a:pt x="3632" y="6909"/>
                  </a:cubicBezTo>
                  <a:cubicBezTo>
                    <a:pt x="2841" y="6368"/>
                    <a:pt x="2099" y="5762"/>
                    <a:pt x="1410" y="5097"/>
                  </a:cubicBezTo>
                  <a:cubicBezTo>
                    <a:pt x="2071" y="4454"/>
                    <a:pt x="3572" y="3126"/>
                    <a:pt x="5514" y="2183"/>
                  </a:cubicBezTo>
                  <a:close/>
                  <a:moveTo>
                    <a:pt x="13865" y="2171"/>
                  </a:moveTo>
                  <a:cubicBezTo>
                    <a:pt x="14527" y="2491"/>
                    <a:pt x="15167" y="2866"/>
                    <a:pt x="15774" y="3283"/>
                  </a:cubicBezTo>
                  <a:cubicBezTo>
                    <a:pt x="16562" y="3823"/>
                    <a:pt x="17304" y="4430"/>
                    <a:pt x="17996" y="5094"/>
                  </a:cubicBezTo>
                  <a:cubicBezTo>
                    <a:pt x="17307" y="5759"/>
                    <a:pt x="16565" y="6365"/>
                    <a:pt x="15774" y="6909"/>
                  </a:cubicBezTo>
                  <a:cubicBezTo>
                    <a:pt x="15167" y="7326"/>
                    <a:pt x="14530" y="7697"/>
                    <a:pt x="13865" y="8017"/>
                  </a:cubicBezTo>
                  <a:cubicBezTo>
                    <a:pt x="15097" y="6263"/>
                    <a:pt x="15097" y="3926"/>
                    <a:pt x="13865" y="2171"/>
                  </a:cubicBezTo>
                  <a:close/>
                  <a:moveTo>
                    <a:pt x="9801" y="1133"/>
                  </a:moveTo>
                  <a:cubicBezTo>
                    <a:pt x="11948" y="1190"/>
                    <a:pt x="13657" y="2947"/>
                    <a:pt x="13657" y="5091"/>
                  </a:cubicBezTo>
                  <a:cubicBezTo>
                    <a:pt x="13657" y="7238"/>
                    <a:pt x="11948" y="8995"/>
                    <a:pt x="9801" y="9053"/>
                  </a:cubicBezTo>
                  <a:lnTo>
                    <a:pt x="9566" y="9053"/>
                  </a:lnTo>
                  <a:cubicBezTo>
                    <a:pt x="7431" y="8983"/>
                    <a:pt x="5734" y="7232"/>
                    <a:pt x="5728" y="5094"/>
                  </a:cubicBezTo>
                  <a:cubicBezTo>
                    <a:pt x="5731" y="2947"/>
                    <a:pt x="7440" y="1190"/>
                    <a:pt x="9587" y="1133"/>
                  </a:cubicBezTo>
                  <a:close/>
                  <a:moveTo>
                    <a:pt x="9557" y="0"/>
                  </a:moveTo>
                  <a:cubicBezTo>
                    <a:pt x="7440" y="37"/>
                    <a:pt x="5166" y="852"/>
                    <a:pt x="2965" y="2362"/>
                  </a:cubicBezTo>
                  <a:cubicBezTo>
                    <a:pt x="1283" y="3518"/>
                    <a:pt x="239" y="4665"/>
                    <a:pt x="196" y="4714"/>
                  </a:cubicBezTo>
                  <a:cubicBezTo>
                    <a:pt x="0" y="4928"/>
                    <a:pt x="0" y="5257"/>
                    <a:pt x="196" y="5472"/>
                  </a:cubicBezTo>
                  <a:cubicBezTo>
                    <a:pt x="239" y="5523"/>
                    <a:pt x="1283" y="6670"/>
                    <a:pt x="2965" y="7827"/>
                  </a:cubicBezTo>
                  <a:cubicBezTo>
                    <a:pt x="5166" y="9337"/>
                    <a:pt x="7440" y="10149"/>
                    <a:pt x="9557" y="10188"/>
                  </a:cubicBezTo>
                  <a:cubicBezTo>
                    <a:pt x="9602" y="10188"/>
                    <a:pt x="9647" y="10191"/>
                    <a:pt x="9692" y="10191"/>
                  </a:cubicBezTo>
                  <a:lnTo>
                    <a:pt x="9717" y="10191"/>
                  </a:lnTo>
                  <a:cubicBezTo>
                    <a:pt x="11869" y="10185"/>
                    <a:pt x="14194" y="9367"/>
                    <a:pt x="16435" y="7827"/>
                  </a:cubicBezTo>
                  <a:cubicBezTo>
                    <a:pt x="18120" y="6670"/>
                    <a:pt x="19161" y="5523"/>
                    <a:pt x="19207" y="5475"/>
                  </a:cubicBezTo>
                  <a:cubicBezTo>
                    <a:pt x="19400" y="5257"/>
                    <a:pt x="19400" y="4931"/>
                    <a:pt x="19207" y="4714"/>
                  </a:cubicBezTo>
                  <a:cubicBezTo>
                    <a:pt x="19161" y="4665"/>
                    <a:pt x="18120" y="3521"/>
                    <a:pt x="16435" y="2365"/>
                  </a:cubicBezTo>
                  <a:cubicBezTo>
                    <a:pt x="14191" y="822"/>
                    <a:pt x="11869" y="6"/>
                    <a:pt x="971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81" name="Google Shape;10181;p134"/>
            <p:cNvSpPr/>
            <p:nvPr/>
          </p:nvSpPr>
          <p:spPr>
            <a:xfrm>
              <a:off x="2246650" y="408900"/>
              <a:ext cx="147075" cy="141600"/>
            </a:xfrm>
            <a:custGeom>
              <a:rect b="b" l="l" r="r" t="t"/>
              <a:pathLst>
                <a:path extrusionOk="0" h="5664" w="5883">
                  <a:moveTo>
                    <a:pt x="3054" y="1132"/>
                  </a:moveTo>
                  <a:cubicBezTo>
                    <a:pt x="3495" y="1132"/>
                    <a:pt x="3930" y="1304"/>
                    <a:pt x="4255" y="1630"/>
                  </a:cubicBezTo>
                  <a:cubicBezTo>
                    <a:pt x="4738" y="2116"/>
                    <a:pt x="4886" y="2846"/>
                    <a:pt x="4624" y="3480"/>
                  </a:cubicBezTo>
                  <a:cubicBezTo>
                    <a:pt x="4358" y="4115"/>
                    <a:pt x="3739" y="4531"/>
                    <a:pt x="3053" y="4531"/>
                  </a:cubicBezTo>
                  <a:cubicBezTo>
                    <a:pt x="2114" y="4528"/>
                    <a:pt x="1357" y="3770"/>
                    <a:pt x="1353" y="2831"/>
                  </a:cubicBezTo>
                  <a:cubicBezTo>
                    <a:pt x="1353" y="2143"/>
                    <a:pt x="1767" y="1524"/>
                    <a:pt x="2404" y="1261"/>
                  </a:cubicBezTo>
                  <a:cubicBezTo>
                    <a:pt x="2614" y="1174"/>
                    <a:pt x="2835" y="1132"/>
                    <a:pt x="3054" y="1132"/>
                  </a:cubicBezTo>
                  <a:close/>
                  <a:moveTo>
                    <a:pt x="3053" y="1"/>
                  </a:moveTo>
                  <a:cubicBezTo>
                    <a:pt x="2316" y="1"/>
                    <a:pt x="1593" y="288"/>
                    <a:pt x="1052" y="829"/>
                  </a:cubicBezTo>
                  <a:cubicBezTo>
                    <a:pt x="242" y="1639"/>
                    <a:pt x="1" y="2855"/>
                    <a:pt x="439" y="3915"/>
                  </a:cubicBezTo>
                  <a:cubicBezTo>
                    <a:pt x="876" y="4972"/>
                    <a:pt x="1909" y="5663"/>
                    <a:pt x="3053" y="5663"/>
                  </a:cubicBezTo>
                  <a:cubicBezTo>
                    <a:pt x="4614" y="5660"/>
                    <a:pt x="5883" y="4395"/>
                    <a:pt x="5883" y="2831"/>
                  </a:cubicBezTo>
                  <a:cubicBezTo>
                    <a:pt x="5883" y="1687"/>
                    <a:pt x="5194" y="654"/>
                    <a:pt x="4137" y="216"/>
                  </a:cubicBezTo>
                  <a:cubicBezTo>
                    <a:pt x="3786" y="71"/>
                    <a:pt x="3418" y="1"/>
                    <a:pt x="305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182" name="Google Shape;10182;p134"/>
          <p:cNvGrpSpPr/>
          <p:nvPr/>
        </p:nvGrpSpPr>
        <p:grpSpPr>
          <a:xfrm>
            <a:off x="2126559" y="2287138"/>
            <a:ext cx="298996" cy="340168"/>
            <a:chOff x="2705375" y="238125"/>
            <a:chExt cx="424650" cy="483125"/>
          </a:xfrm>
        </p:grpSpPr>
        <p:sp>
          <p:nvSpPr>
            <p:cNvPr id="10183" name="Google Shape;10183;p134"/>
            <p:cNvSpPr/>
            <p:nvPr/>
          </p:nvSpPr>
          <p:spPr>
            <a:xfrm>
              <a:off x="2705375" y="238125"/>
              <a:ext cx="424650" cy="483125"/>
            </a:xfrm>
            <a:custGeom>
              <a:rect b="b" l="l" r="r" t="t"/>
              <a:pathLst>
                <a:path extrusionOk="0" h="19325" w="16986">
                  <a:moveTo>
                    <a:pt x="10192" y="1132"/>
                  </a:moveTo>
                  <a:cubicBezTo>
                    <a:pt x="10503" y="1132"/>
                    <a:pt x="10756" y="1386"/>
                    <a:pt x="10756" y="1700"/>
                  </a:cubicBezTo>
                  <a:lnTo>
                    <a:pt x="10756" y="2265"/>
                  </a:lnTo>
                  <a:lnTo>
                    <a:pt x="6227" y="2265"/>
                  </a:lnTo>
                  <a:lnTo>
                    <a:pt x="6227" y="1700"/>
                  </a:lnTo>
                  <a:cubicBezTo>
                    <a:pt x="6227" y="1386"/>
                    <a:pt x="6481" y="1132"/>
                    <a:pt x="6795" y="1132"/>
                  </a:cubicBezTo>
                  <a:close/>
                  <a:moveTo>
                    <a:pt x="15285" y="3397"/>
                  </a:moveTo>
                  <a:cubicBezTo>
                    <a:pt x="15599" y="3397"/>
                    <a:pt x="15853" y="3651"/>
                    <a:pt x="15853" y="3965"/>
                  </a:cubicBezTo>
                  <a:lnTo>
                    <a:pt x="15853" y="4529"/>
                  </a:lnTo>
                  <a:lnTo>
                    <a:pt x="1133" y="4529"/>
                  </a:lnTo>
                  <a:lnTo>
                    <a:pt x="1133" y="3965"/>
                  </a:lnTo>
                  <a:cubicBezTo>
                    <a:pt x="1133" y="3651"/>
                    <a:pt x="1384" y="3397"/>
                    <a:pt x="1698" y="3397"/>
                  </a:cubicBezTo>
                  <a:close/>
                  <a:moveTo>
                    <a:pt x="14669" y="5661"/>
                  </a:moveTo>
                  <a:lnTo>
                    <a:pt x="13682" y="17679"/>
                  </a:lnTo>
                  <a:cubicBezTo>
                    <a:pt x="13658" y="17972"/>
                    <a:pt x="13410" y="18192"/>
                    <a:pt x="13120" y="18192"/>
                  </a:cubicBezTo>
                  <a:lnTo>
                    <a:pt x="3866" y="18192"/>
                  </a:lnTo>
                  <a:cubicBezTo>
                    <a:pt x="3573" y="18192"/>
                    <a:pt x="3325" y="17972"/>
                    <a:pt x="3301" y="17679"/>
                  </a:cubicBezTo>
                  <a:lnTo>
                    <a:pt x="2314" y="5661"/>
                  </a:lnTo>
                  <a:close/>
                  <a:moveTo>
                    <a:pt x="6795" y="0"/>
                  </a:moveTo>
                  <a:cubicBezTo>
                    <a:pt x="5856" y="0"/>
                    <a:pt x="5095" y="761"/>
                    <a:pt x="5095" y="1700"/>
                  </a:cubicBezTo>
                  <a:lnTo>
                    <a:pt x="5095" y="2265"/>
                  </a:lnTo>
                  <a:lnTo>
                    <a:pt x="1698" y="2265"/>
                  </a:lnTo>
                  <a:cubicBezTo>
                    <a:pt x="759" y="2265"/>
                    <a:pt x="1" y="3025"/>
                    <a:pt x="1" y="3965"/>
                  </a:cubicBezTo>
                  <a:lnTo>
                    <a:pt x="1" y="5097"/>
                  </a:lnTo>
                  <a:cubicBezTo>
                    <a:pt x="1" y="5408"/>
                    <a:pt x="252" y="5661"/>
                    <a:pt x="566" y="5661"/>
                  </a:cubicBezTo>
                  <a:lnTo>
                    <a:pt x="1176" y="5661"/>
                  </a:lnTo>
                  <a:lnTo>
                    <a:pt x="2172" y="17779"/>
                  </a:lnTo>
                  <a:lnTo>
                    <a:pt x="2172" y="17782"/>
                  </a:lnTo>
                  <a:cubicBezTo>
                    <a:pt x="2247" y="18655"/>
                    <a:pt x="2981" y="19325"/>
                    <a:pt x="3860" y="19325"/>
                  </a:cubicBezTo>
                  <a:cubicBezTo>
                    <a:pt x="3862" y="19325"/>
                    <a:pt x="3864" y="19325"/>
                    <a:pt x="3866" y="19324"/>
                  </a:cubicBezTo>
                  <a:lnTo>
                    <a:pt x="13120" y="19324"/>
                  </a:lnTo>
                  <a:cubicBezTo>
                    <a:pt x="13122" y="19325"/>
                    <a:pt x="13124" y="19325"/>
                    <a:pt x="13126" y="19325"/>
                  </a:cubicBezTo>
                  <a:cubicBezTo>
                    <a:pt x="14002" y="19325"/>
                    <a:pt x="14736" y="18655"/>
                    <a:pt x="14811" y="17779"/>
                  </a:cubicBezTo>
                  <a:lnTo>
                    <a:pt x="14811" y="17776"/>
                  </a:lnTo>
                  <a:lnTo>
                    <a:pt x="15808" y="5661"/>
                  </a:lnTo>
                  <a:lnTo>
                    <a:pt x="16418" y="5661"/>
                  </a:lnTo>
                  <a:cubicBezTo>
                    <a:pt x="16732" y="5661"/>
                    <a:pt x="16985" y="5408"/>
                    <a:pt x="16985" y="5097"/>
                  </a:cubicBezTo>
                  <a:lnTo>
                    <a:pt x="16985" y="3965"/>
                  </a:lnTo>
                  <a:cubicBezTo>
                    <a:pt x="16982" y="3025"/>
                    <a:pt x="16224" y="2265"/>
                    <a:pt x="15285" y="2265"/>
                  </a:cubicBezTo>
                  <a:lnTo>
                    <a:pt x="11889" y="2265"/>
                  </a:lnTo>
                  <a:lnTo>
                    <a:pt x="11889" y="1700"/>
                  </a:lnTo>
                  <a:cubicBezTo>
                    <a:pt x="11889" y="761"/>
                    <a:pt x="11128" y="0"/>
                    <a:pt x="101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84" name="Google Shape;10184;p134"/>
            <p:cNvSpPr/>
            <p:nvPr/>
          </p:nvSpPr>
          <p:spPr>
            <a:xfrm>
              <a:off x="2903525" y="407950"/>
              <a:ext cx="28350" cy="228375"/>
            </a:xfrm>
            <a:custGeom>
              <a:rect b="b" l="l" r="r" t="t"/>
              <a:pathLst>
                <a:path extrusionOk="0" h="9135" w="1134">
                  <a:moveTo>
                    <a:pt x="566" y="1"/>
                  </a:moveTo>
                  <a:cubicBezTo>
                    <a:pt x="252" y="1"/>
                    <a:pt x="1" y="254"/>
                    <a:pt x="1" y="568"/>
                  </a:cubicBezTo>
                  <a:lnTo>
                    <a:pt x="1" y="8570"/>
                  </a:lnTo>
                  <a:cubicBezTo>
                    <a:pt x="1" y="8881"/>
                    <a:pt x="252"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85" name="Google Shape;10185;p134"/>
            <p:cNvSpPr/>
            <p:nvPr/>
          </p:nvSpPr>
          <p:spPr>
            <a:xfrm>
              <a:off x="2988450" y="407950"/>
              <a:ext cx="28350" cy="228375"/>
            </a:xfrm>
            <a:custGeom>
              <a:rect b="b" l="l" r="r" t="t"/>
              <a:pathLst>
                <a:path extrusionOk="0" h="9135" w="1134">
                  <a:moveTo>
                    <a:pt x="566" y="1"/>
                  </a:moveTo>
                  <a:cubicBezTo>
                    <a:pt x="251" y="1"/>
                    <a:pt x="1" y="254"/>
                    <a:pt x="1" y="568"/>
                  </a:cubicBezTo>
                  <a:lnTo>
                    <a:pt x="1" y="8570"/>
                  </a:lnTo>
                  <a:cubicBezTo>
                    <a:pt x="1" y="8881"/>
                    <a:pt x="251"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86" name="Google Shape;10186;p134"/>
            <p:cNvSpPr/>
            <p:nvPr/>
          </p:nvSpPr>
          <p:spPr>
            <a:xfrm>
              <a:off x="2818625" y="407950"/>
              <a:ext cx="28325" cy="228375"/>
            </a:xfrm>
            <a:custGeom>
              <a:rect b="b" l="l" r="r" t="t"/>
              <a:pathLst>
                <a:path extrusionOk="0" h="9135" w="1133">
                  <a:moveTo>
                    <a:pt x="565" y="1"/>
                  </a:moveTo>
                  <a:cubicBezTo>
                    <a:pt x="251" y="1"/>
                    <a:pt x="0" y="254"/>
                    <a:pt x="0" y="568"/>
                  </a:cubicBezTo>
                  <a:lnTo>
                    <a:pt x="0" y="8570"/>
                  </a:lnTo>
                  <a:cubicBezTo>
                    <a:pt x="0" y="8881"/>
                    <a:pt x="251" y="9135"/>
                    <a:pt x="565" y="9135"/>
                  </a:cubicBezTo>
                  <a:cubicBezTo>
                    <a:pt x="879" y="9135"/>
                    <a:pt x="1132" y="8881"/>
                    <a:pt x="1132" y="8570"/>
                  </a:cubicBezTo>
                  <a:lnTo>
                    <a:pt x="1132" y="568"/>
                  </a:lnTo>
                  <a:cubicBezTo>
                    <a:pt x="1132" y="254"/>
                    <a:pt x="879" y="1"/>
                    <a:pt x="5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187" name="Google Shape;10187;p134"/>
          <p:cNvGrpSpPr/>
          <p:nvPr/>
        </p:nvGrpSpPr>
        <p:grpSpPr>
          <a:xfrm>
            <a:off x="2542700" y="2287455"/>
            <a:ext cx="301161" cy="339535"/>
            <a:chOff x="3299850" y="238575"/>
            <a:chExt cx="427725" cy="482225"/>
          </a:xfrm>
        </p:grpSpPr>
        <p:sp>
          <p:nvSpPr>
            <p:cNvPr id="10188" name="Google Shape;10188;p134"/>
            <p:cNvSpPr/>
            <p:nvPr/>
          </p:nvSpPr>
          <p:spPr>
            <a:xfrm>
              <a:off x="3299850" y="323500"/>
              <a:ext cx="427725" cy="397300"/>
            </a:xfrm>
            <a:custGeom>
              <a:rect b="b" l="l" r="r" t="t"/>
              <a:pathLst>
                <a:path extrusionOk="0" h="15892" w="17109">
                  <a:moveTo>
                    <a:pt x="3397" y="6794"/>
                  </a:moveTo>
                  <a:lnTo>
                    <a:pt x="3397" y="14759"/>
                  </a:lnTo>
                  <a:lnTo>
                    <a:pt x="1132" y="14759"/>
                  </a:lnTo>
                  <a:lnTo>
                    <a:pt x="1132" y="6794"/>
                  </a:lnTo>
                  <a:close/>
                  <a:moveTo>
                    <a:pt x="9034" y="1132"/>
                  </a:moveTo>
                  <a:cubicBezTo>
                    <a:pt x="9683" y="1175"/>
                    <a:pt x="10191" y="1712"/>
                    <a:pt x="10191" y="2364"/>
                  </a:cubicBezTo>
                  <a:cubicBezTo>
                    <a:pt x="10191" y="3346"/>
                    <a:pt x="9774" y="5275"/>
                    <a:pt x="9221" y="5828"/>
                  </a:cubicBezTo>
                  <a:cubicBezTo>
                    <a:pt x="8865" y="6184"/>
                    <a:pt x="9119" y="6794"/>
                    <a:pt x="9623" y="6794"/>
                  </a:cubicBezTo>
                  <a:lnTo>
                    <a:pt x="15285" y="6794"/>
                  </a:lnTo>
                  <a:cubicBezTo>
                    <a:pt x="15599" y="6794"/>
                    <a:pt x="15849" y="7047"/>
                    <a:pt x="15849" y="7361"/>
                  </a:cubicBezTo>
                  <a:cubicBezTo>
                    <a:pt x="15849" y="7672"/>
                    <a:pt x="15599" y="7926"/>
                    <a:pt x="15285" y="7926"/>
                  </a:cubicBezTo>
                  <a:lnTo>
                    <a:pt x="11888" y="7926"/>
                  </a:lnTo>
                  <a:cubicBezTo>
                    <a:pt x="11574" y="7926"/>
                    <a:pt x="11323" y="8180"/>
                    <a:pt x="11323" y="8494"/>
                  </a:cubicBezTo>
                  <a:cubicBezTo>
                    <a:pt x="11323" y="8805"/>
                    <a:pt x="11574" y="9058"/>
                    <a:pt x="11888" y="9058"/>
                  </a:cubicBezTo>
                  <a:lnTo>
                    <a:pt x="15285" y="9058"/>
                  </a:lnTo>
                  <a:cubicBezTo>
                    <a:pt x="15586" y="9058"/>
                    <a:pt x="15852" y="9342"/>
                    <a:pt x="15852" y="9662"/>
                  </a:cubicBezTo>
                  <a:cubicBezTo>
                    <a:pt x="15852" y="9976"/>
                    <a:pt x="15599" y="10230"/>
                    <a:pt x="15285" y="10230"/>
                  </a:cubicBezTo>
                  <a:lnTo>
                    <a:pt x="11888" y="10230"/>
                  </a:lnTo>
                  <a:cubicBezTo>
                    <a:pt x="11574" y="10230"/>
                    <a:pt x="11323" y="10484"/>
                    <a:pt x="11323" y="10795"/>
                  </a:cubicBezTo>
                  <a:cubicBezTo>
                    <a:pt x="11323" y="11109"/>
                    <a:pt x="11574" y="11362"/>
                    <a:pt x="11888" y="11362"/>
                  </a:cubicBezTo>
                  <a:lnTo>
                    <a:pt x="14152" y="11362"/>
                  </a:lnTo>
                  <a:cubicBezTo>
                    <a:pt x="14466" y="11362"/>
                    <a:pt x="14717" y="11616"/>
                    <a:pt x="14717" y="11927"/>
                  </a:cubicBezTo>
                  <a:cubicBezTo>
                    <a:pt x="14717" y="12241"/>
                    <a:pt x="14466" y="12494"/>
                    <a:pt x="14152" y="12494"/>
                  </a:cubicBezTo>
                  <a:lnTo>
                    <a:pt x="11888" y="12494"/>
                  </a:lnTo>
                  <a:cubicBezTo>
                    <a:pt x="11574" y="12494"/>
                    <a:pt x="11323" y="12748"/>
                    <a:pt x="11323" y="13059"/>
                  </a:cubicBezTo>
                  <a:cubicBezTo>
                    <a:pt x="11323" y="13373"/>
                    <a:pt x="11574" y="13627"/>
                    <a:pt x="11888" y="13627"/>
                  </a:cubicBezTo>
                  <a:lnTo>
                    <a:pt x="13020" y="13627"/>
                  </a:lnTo>
                  <a:cubicBezTo>
                    <a:pt x="13334" y="13627"/>
                    <a:pt x="13585" y="13880"/>
                    <a:pt x="13585" y="14191"/>
                  </a:cubicBezTo>
                  <a:cubicBezTo>
                    <a:pt x="13585" y="14505"/>
                    <a:pt x="13334" y="14759"/>
                    <a:pt x="13020" y="14759"/>
                  </a:cubicBezTo>
                  <a:lnTo>
                    <a:pt x="9197" y="14759"/>
                  </a:lnTo>
                  <a:cubicBezTo>
                    <a:pt x="8041" y="14759"/>
                    <a:pt x="6890" y="14572"/>
                    <a:pt x="5794" y="14207"/>
                  </a:cubicBezTo>
                  <a:lnTo>
                    <a:pt x="4529" y="13784"/>
                  </a:lnTo>
                  <a:lnTo>
                    <a:pt x="4529" y="7712"/>
                  </a:lnTo>
                  <a:lnTo>
                    <a:pt x="5686" y="7132"/>
                  </a:lnTo>
                  <a:cubicBezTo>
                    <a:pt x="6265" y="6842"/>
                    <a:pt x="6797" y="6459"/>
                    <a:pt x="7253" y="6003"/>
                  </a:cubicBezTo>
                  <a:lnTo>
                    <a:pt x="7289" y="5963"/>
                  </a:lnTo>
                  <a:cubicBezTo>
                    <a:pt x="8352" y="4901"/>
                    <a:pt x="8917" y="2654"/>
                    <a:pt x="9034" y="1132"/>
                  </a:cubicBezTo>
                  <a:close/>
                  <a:moveTo>
                    <a:pt x="8491" y="0"/>
                  </a:moveTo>
                  <a:cubicBezTo>
                    <a:pt x="8177" y="0"/>
                    <a:pt x="7926" y="254"/>
                    <a:pt x="7926" y="568"/>
                  </a:cubicBezTo>
                  <a:cubicBezTo>
                    <a:pt x="7926" y="1887"/>
                    <a:pt x="7380" y="4276"/>
                    <a:pt x="6492" y="5166"/>
                  </a:cubicBezTo>
                  <a:lnTo>
                    <a:pt x="6456" y="5203"/>
                  </a:lnTo>
                  <a:cubicBezTo>
                    <a:pt x="6081" y="5574"/>
                    <a:pt x="5652" y="5885"/>
                    <a:pt x="5181" y="6120"/>
                  </a:cubicBezTo>
                  <a:lnTo>
                    <a:pt x="4529" y="6444"/>
                  </a:lnTo>
                  <a:lnTo>
                    <a:pt x="4529" y="6229"/>
                  </a:lnTo>
                  <a:cubicBezTo>
                    <a:pt x="4529" y="5915"/>
                    <a:pt x="4276" y="5661"/>
                    <a:pt x="3962" y="5661"/>
                  </a:cubicBezTo>
                  <a:lnTo>
                    <a:pt x="565" y="5661"/>
                  </a:lnTo>
                  <a:cubicBezTo>
                    <a:pt x="251" y="5661"/>
                    <a:pt x="0" y="5915"/>
                    <a:pt x="0" y="6229"/>
                  </a:cubicBezTo>
                  <a:lnTo>
                    <a:pt x="0" y="15324"/>
                  </a:lnTo>
                  <a:cubicBezTo>
                    <a:pt x="0" y="15638"/>
                    <a:pt x="251" y="15891"/>
                    <a:pt x="565" y="15891"/>
                  </a:cubicBezTo>
                  <a:lnTo>
                    <a:pt x="3962" y="15891"/>
                  </a:lnTo>
                  <a:cubicBezTo>
                    <a:pt x="4276" y="15891"/>
                    <a:pt x="4529" y="15638"/>
                    <a:pt x="4529" y="15324"/>
                  </a:cubicBezTo>
                  <a:lnTo>
                    <a:pt x="4529" y="14976"/>
                  </a:lnTo>
                  <a:lnTo>
                    <a:pt x="5435" y="15278"/>
                  </a:lnTo>
                  <a:cubicBezTo>
                    <a:pt x="6649" y="15683"/>
                    <a:pt x="7917" y="15888"/>
                    <a:pt x="9197" y="15888"/>
                  </a:cubicBezTo>
                  <a:lnTo>
                    <a:pt x="13020" y="15888"/>
                  </a:lnTo>
                  <a:cubicBezTo>
                    <a:pt x="14219" y="15888"/>
                    <a:pt x="15040" y="14681"/>
                    <a:pt x="14599" y="13566"/>
                  </a:cubicBezTo>
                  <a:cubicBezTo>
                    <a:pt x="15577" y="13298"/>
                    <a:pt x="16106" y="12241"/>
                    <a:pt x="15731" y="11302"/>
                  </a:cubicBezTo>
                  <a:cubicBezTo>
                    <a:pt x="16468" y="11100"/>
                    <a:pt x="16981" y="10429"/>
                    <a:pt x="16984" y="9662"/>
                  </a:cubicBezTo>
                  <a:cubicBezTo>
                    <a:pt x="16981" y="9233"/>
                    <a:pt x="16824" y="8823"/>
                    <a:pt x="16541" y="8503"/>
                  </a:cubicBezTo>
                  <a:cubicBezTo>
                    <a:pt x="16994" y="8005"/>
                    <a:pt x="17108" y="7289"/>
                    <a:pt x="16837" y="6673"/>
                  </a:cubicBezTo>
                  <a:cubicBezTo>
                    <a:pt x="16565" y="6060"/>
                    <a:pt x="15958" y="5661"/>
                    <a:pt x="15285" y="5661"/>
                  </a:cubicBezTo>
                  <a:lnTo>
                    <a:pt x="10635" y="5661"/>
                  </a:lnTo>
                  <a:cubicBezTo>
                    <a:pt x="11109" y="4577"/>
                    <a:pt x="11323" y="3104"/>
                    <a:pt x="11323" y="2364"/>
                  </a:cubicBezTo>
                  <a:cubicBezTo>
                    <a:pt x="11320" y="1060"/>
                    <a:pt x="10263" y="3"/>
                    <a:pt x="895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89" name="Google Shape;10189;p134"/>
            <p:cNvSpPr/>
            <p:nvPr/>
          </p:nvSpPr>
          <p:spPr>
            <a:xfrm>
              <a:off x="3467650" y="238575"/>
              <a:ext cx="46525" cy="56650"/>
            </a:xfrm>
            <a:custGeom>
              <a:rect b="b" l="l" r="r" t="t"/>
              <a:pathLst>
                <a:path extrusionOk="0" h="2266" w="1861">
                  <a:moveTo>
                    <a:pt x="646" y="1"/>
                  </a:moveTo>
                  <a:cubicBezTo>
                    <a:pt x="561" y="1"/>
                    <a:pt x="475" y="20"/>
                    <a:pt x="393" y="61"/>
                  </a:cubicBezTo>
                  <a:cubicBezTo>
                    <a:pt x="112" y="199"/>
                    <a:pt x="0" y="541"/>
                    <a:pt x="139" y="821"/>
                  </a:cubicBezTo>
                  <a:lnTo>
                    <a:pt x="707" y="1954"/>
                  </a:lnTo>
                  <a:cubicBezTo>
                    <a:pt x="805" y="2150"/>
                    <a:pt x="1005" y="2265"/>
                    <a:pt x="1212" y="2265"/>
                  </a:cubicBezTo>
                  <a:cubicBezTo>
                    <a:pt x="1297" y="2265"/>
                    <a:pt x="1384" y="2246"/>
                    <a:pt x="1465" y="2204"/>
                  </a:cubicBezTo>
                  <a:cubicBezTo>
                    <a:pt x="1746" y="2065"/>
                    <a:pt x="1860" y="1727"/>
                    <a:pt x="1718" y="1446"/>
                  </a:cubicBezTo>
                  <a:lnTo>
                    <a:pt x="1154" y="314"/>
                  </a:lnTo>
                  <a:cubicBezTo>
                    <a:pt x="1053" y="115"/>
                    <a:pt x="854" y="1"/>
                    <a:pt x="64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90" name="Google Shape;10190;p134"/>
            <p:cNvSpPr/>
            <p:nvPr/>
          </p:nvSpPr>
          <p:spPr>
            <a:xfrm>
              <a:off x="3566675" y="238575"/>
              <a:ext cx="46525" cy="56675"/>
            </a:xfrm>
            <a:custGeom>
              <a:rect b="b" l="l" r="r" t="t"/>
              <a:pathLst>
                <a:path extrusionOk="0" h="2267" w="1861">
                  <a:moveTo>
                    <a:pt x="1215" y="1"/>
                  </a:moveTo>
                  <a:cubicBezTo>
                    <a:pt x="1007" y="1"/>
                    <a:pt x="808" y="115"/>
                    <a:pt x="707" y="314"/>
                  </a:cubicBezTo>
                  <a:lnTo>
                    <a:pt x="143" y="1446"/>
                  </a:lnTo>
                  <a:cubicBezTo>
                    <a:pt x="1" y="1727"/>
                    <a:pt x="116" y="2065"/>
                    <a:pt x="396" y="2207"/>
                  </a:cubicBezTo>
                  <a:cubicBezTo>
                    <a:pt x="477" y="2247"/>
                    <a:pt x="562" y="2266"/>
                    <a:pt x="646" y="2266"/>
                  </a:cubicBezTo>
                  <a:cubicBezTo>
                    <a:pt x="854" y="2266"/>
                    <a:pt x="1055" y="2151"/>
                    <a:pt x="1154" y="1954"/>
                  </a:cubicBezTo>
                  <a:lnTo>
                    <a:pt x="1722" y="821"/>
                  </a:lnTo>
                  <a:cubicBezTo>
                    <a:pt x="1861" y="541"/>
                    <a:pt x="1749" y="199"/>
                    <a:pt x="1468" y="61"/>
                  </a:cubicBezTo>
                  <a:cubicBezTo>
                    <a:pt x="1387" y="20"/>
                    <a:pt x="1300" y="1"/>
                    <a:pt x="121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91" name="Google Shape;10191;p134"/>
            <p:cNvSpPr/>
            <p:nvPr/>
          </p:nvSpPr>
          <p:spPr>
            <a:xfrm>
              <a:off x="3611225" y="323500"/>
              <a:ext cx="56550" cy="28325"/>
            </a:xfrm>
            <a:custGeom>
              <a:rect b="b" l="l" r="r" t="t"/>
              <a:pathLst>
                <a:path extrusionOk="0" h="1133" w="2262">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92" name="Google Shape;10192;p134"/>
            <p:cNvSpPr/>
            <p:nvPr/>
          </p:nvSpPr>
          <p:spPr>
            <a:xfrm>
              <a:off x="3413075" y="323500"/>
              <a:ext cx="56550" cy="28325"/>
            </a:xfrm>
            <a:custGeom>
              <a:rect b="b" l="l" r="r" t="t"/>
              <a:pathLst>
                <a:path extrusionOk="0" h="1133" w="2262">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193" name="Google Shape;10193;p134"/>
          <p:cNvGrpSpPr/>
          <p:nvPr/>
        </p:nvGrpSpPr>
        <p:grpSpPr>
          <a:xfrm>
            <a:off x="2929622" y="2287138"/>
            <a:ext cx="352455" cy="340168"/>
            <a:chOff x="3857225" y="238125"/>
            <a:chExt cx="500575" cy="483125"/>
          </a:xfrm>
        </p:grpSpPr>
        <p:sp>
          <p:nvSpPr>
            <p:cNvPr id="10194" name="Google Shape;10194;p134"/>
            <p:cNvSpPr/>
            <p:nvPr/>
          </p:nvSpPr>
          <p:spPr>
            <a:xfrm>
              <a:off x="3857225" y="238125"/>
              <a:ext cx="500575" cy="483125"/>
            </a:xfrm>
            <a:custGeom>
              <a:rect b="b" l="l" r="r" t="t"/>
              <a:pathLst>
                <a:path extrusionOk="0" h="19325" w="20023">
                  <a:moveTo>
                    <a:pt x="15671" y="3398"/>
                  </a:moveTo>
                  <a:cubicBezTo>
                    <a:pt x="15707" y="3398"/>
                    <a:pt x="15744" y="3402"/>
                    <a:pt x="15780" y="3409"/>
                  </a:cubicBezTo>
                  <a:lnTo>
                    <a:pt x="15801" y="3415"/>
                  </a:lnTo>
                  <a:cubicBezTo>
                    <a:pt x="15814" y="3415"/>
                    <a:pt x="15823" y="3418"/>
                    <a:pt x="15835" y="3421"/>
                  </a:cubicBezTo>
                  <a:cubicBezTo>
                    <a:pt x="15844" y="3424"/>
                    <a:pt x="15856" y="3430"/>
                    <a:pt x="15868" y="3433"/>
                  </a:cubicBezTo>
                  <a:lnTo>
                    <a:pt x="15886" y="3439"/>
                  </a:lnTo>
                  <a:cubicBezTo>
                    <a:pt x="15892" y="3442"/>
                    <a:pt x="15898" y="3445"/>
                    <a:pt x="15904" y="3448"/>
                  </a:cubicBezTo>
                  <a:cubicBezTo>
                    <a:pt x="15922" y="3457"/>
                    <a:pt x="15943" y="3466"/>
                    <a:pt x="15964" y="3478"/>
                  </a:cubicBezTo>
                  <a:cubicBezTo>
                    <a:pt x="15986" y="3494"/>
                    <a:pt x="16010" y="3509"/>
                    <a:pt x="16031" y="3524"/>
                  </a:cubicBezTo>
                  <a:cubicBezTo>
                    <a:pt x="16046" y="3536"/>
                    <a:pt x="16058" y="3551"/>
                    <a:pt x="16073" y="3563"/>
                  </a:cubicBezTo>
                  <a:cubicBezTo>
                    <a:pt x="16085" y="3575"/>
                    <a:pt x="16100" y="3590"/>
                    <a:pt x="16112" y="3605"/>
                  </a:cubicBezTo>
                  <a:cubicBezTo>
                    <a:pt x="16294" y="3829"/>
                    <a:pt x="16279" y="4158"/>
                    <a:pt x="16073" y="4363"/>
                  </a:cubicBezTo>
                  <a:lnTo>
                    <a:pt x="13054" y="7383"/>
                  </a:lnTo>
                  <a:cubicBezTo>
                    <a:pt x="12939" y="7232"/>
                    <a:pt x="12815" y="7090"/>
                    <a:pt x="12682" y="6954"/>
                  </a:cubicBezTo>
                  <a:cubicBezTo>
                    <a:pt x="12546" y="6821"/>
                    <a:pt x="12405" y="6697"/>
                    <a:pt x="12254" y="6582"/>
                  </a:cubicBezTo>
                  <a:lnTo>
                    <a:pt x="15273" y="3563"/>
                  </a:lnTo>
                  <a:cubicBezTo>
                    <a:pt x="15380" y="3456"/>
                    <a:pt x="15523" y="3398"/>
                    <a:pt x="15671" y="3398"/>
                  </a:cubicBezTo>
                  <a:close/>
                  <a:moveTo>
                    <a:pt x="9887" y="9183"/>
                  </a:moveTo>
                  <a:cubicBezTo>
                    <a:pt x="10031" y="9183"/>
                    <a:pt x="10176" y="9238"/>
                    <a:pt x="10288" y="9348"/>
                  </a:cubicBezTo>
                  <a:cubicBezTo>
                    <a:pt x="10511" y="9575"/>
                    <a:pt x="10508" y="9937"/>
                    <a:pt x="10279" y="10157"/>
                  </a:cubicBezTo>
                  <a:cubicBezTo>
                    <a:pt x="10169" y="10268"/>
                    <a:pt x="10024" y="10323"/>
                    <a:pt x="9879" y="10323"/>
                  </a:cubicBezTo>
                  <a:cubicBezTo>
                    <a:pt x="9734" y="10323"/>
                    <a:pt x="9589" y="10268"/>
                    <a:pt x="9479" y="10157"/>
                  </a:cubicBezTo>
                  <a:cubicBezTo>
                    <a:pt x="9258" y="9937"/>
                    <a:pt x="9258" y="9578"/>
                    <a:pt x="9479" y="9357"/>
                  </a:cubicBezTo>
                  <a:cubicBezTo>
                    <a:pt x="9590" y="9241"/>
                    <a:pt x="9739" y="9183"/>
                    <a:pt x="9887" y="9183"/>
                  </a:cubicBezTo>
                  <a:close/>
                  <a:moveTo>
                    <a:pt x="15746" y="1062"/>
                  </a:moveTo>
                  <a:cubicBezTo>
                    <a:pt x="16469" y="1062"/>
                    <a:pt x="17193" y="1337"/>
                    <a:pt x="17746" y="1890"/>
                  </a:cubicBezTo>
                  <a:cubicBezTo>
                    <a:pt x="18878" y="3022"/>
                    <a:pt x="18845" y="4870"/>
                    <a:pt x="17673" y="5963"/>
                  </a:cubicBezTo>
                  <a:lnTo>
                    <a:pt x="11879" y="11758"/>
                  </a:lnTo>
                  <a:cubicBezTo>
                    <a:pt x="11337" y="12300"/>
                    <a:pt x="10612" y="12586"/>
                    <a:pt x="9878" y="12586"/>
                  </a:cubicBezTo>
                  <a:cubicBezTo>
                    <a:pt x="9472" y="12586"/>
                    <a:pt x="9062" y="12499"/>
                    <a:pt x="8679" y="12319"/>
                  </a:cubicBezTo>
                  <a:lnTo>
                    <a:pt x="8663" y="12313"/>
                  </a:lnTo>
                  <a:cubicBezTo>
                    <a:pt x="8198" y="12093"/>
                    <a:pt x="7803" y="11746"/>
                    <a:pt x="7516" y="11317"/>
                  </a:cubicBezTo>
                  <a:lnTo>
                    <a:pt x="8346" y="10487"/>
                  </a:lnTo>
                  <a:cubicBezTo>
                    <a:pt x="8645" y="11113"/>
                    <a:pt x="9259" y="11453"/>
                    <a:pt x="9883" y="11453"/>
                  </a:cubicBezTo>
                  <a:cubicBezTo>
                    <a:pt x="10311" y="11453"/>
                    <a:pt x="10744" y="11293"/>
                    <a:pt x="11082" y="10955"/>
                  </a:cubicBezTo>
                  <a:lnTo>
                    <a:pt x="16873" y="5160"/>
                  </a:lnTo>
                  <a:cubicBezTo>
                    <a:pt x="17541" y="4514"/>
                    <a:pt x="17562" y="3448"/>
                    <a:pt x="16922" y="2775"/>
                  </a:cubicBezTo>
                  <a:cubicBezTo>
                    <a:pt x="16588" y="2423"/>
                    <a:pt x="16140" y="2245"/>
                    <a:pt x="15690" y="2245"/>
                  </a:cubicBezTo>
                  <a:cubicBezTo>
                    <a:pt x="15275" y="2245"/>
                    <a:pt x="14860" y="2395"/>
                    <a:pt x="14533" y="2699"/>
                  </a:cubicBezTo>
                  <a:cubicBezTo>
                    <a:pt x="14512" y="2718"/>
                    <a:pt x="14491" y="2739"/>
                    <a:pt x="14470" y="2760"/>
                  </a:cubicBezTo>
                  <a:lnTo>
                    <a:pt x="11212" y="6021"/>
                  </a:lnTo>
                  <a:cubicBezTo>
                    <a:pt x="10783" y="5867"/>
                    <a:pt x="10333" y="5791"/>
                    <a:pt x="9877" y="5791"/>
                  </a:cubicBezTo>
                  <a:lnTo>
                    <a:pt x="9838" y="5791"/>
                  </a:lnTo>
                  <a:lnTo>
                    <a:pt x="13673" y="1963"/>
                  </a:lnTo>
                  <a:cubicBezTo>
                    <a:pt x="14232" y="1363"/>
                    <a:pt x="14988" y="1062"/>
                    <a:pt x="15746" y="1062"/>
                  </a:cubicBezTo>
                  <a:close/>
                  <a:moveTo>
                    <a:pt x="6707" y="12129"/>
                  </a:moveTo>
                  <a:cubicBezTo>
                    <a:pt x="6819" y="12283"/>
                    <a:pt x="6942" y="12425"/>
                    <a:pt x="7078" y="12558"/>
                  </a:cubicBezTo>
                  <a:cubicBezTo>
                    <a:pt x="7211" y="12694"/>
                    <a:pt x="7353" y="12818"/>
                    <a:pt x="7507" y="12932"/>
                  </a:cubicBezTo>
                  <a:lnTo>
                    <a:pt x="4675" y="15762"/>
                  </a:lnTo>
                  <a:cubicBezTo>
                    <a:pt x="4565" y="15872"/>
                    <a:pt x="4420" y="15927"/>
                    <a:pt x="4275" y="15927"/>
                  </a:cubicBezTo>
                  <a:cubicBezTo>
                    <a:pt x="4130" y="15927"/>
                    <a:pt x="3985" y="15872"/>
                    <a:pt x="3875" y="15762"/>
                  </a:cubicBezTo>
                  <a:cubicBezTo>
                    <a:pt x="3654" y="15541"/>
                    <a:pt x="3654" y="15182"/>
                    <a:pt x="3875" y="14961"/>
                  </a:cubicBezTo>
                  <a:lnTo>
                    <a:pt x="6707" y="12129"/>
                  </a:lnTo>
                  <a:close/>
                  <a:moveTo>
                    <a:pt x="9884" y="6926"/>
                  </a:moveTo>
                  <a:cubicBezTo>
                    <a:pt x="10290" y="6926"/>
                    <a:pt x="10698" y="7013"/>
                    <a:pt x="11082" y="7192"/>
                  </a:cubicBezTo>
                  <a:lnTo>
                    <a:pt x="11094" y="7198"/>
                  </a:lnTo>
                  <a:cubicBezTo>
                    <a:pt x="11562" y="7422"/>
                    <a:pt x="11958" y="7766"/>
                    <a:pt x="12242" y="8198"/>
                  </a:cubicBezTo>
                  <a:lnTo>
                    <a:pt x="11411" y="9028"/>
                  </a:lnTo>
                  <a:cubicBezTo>
                    <a:pt x="11112" y="8400"/>
                    <a:pt x="10499" y="8061"/>
                    <a:pt x="9877" y="8061"/>
                  </a:cubicBezTo>
                  <a:cubicBezTo>
                    <a:pt x="9448" y="8061"/>
                    <a:pt x="9016" y="8222"/>
                    <a:pt x="8679" y="8560"/>
                  </a:cubicBezTo>
                  <a:lnTo>
                    <a:pt x="3074" y="14161"/>
                  </a:lnTo>
                  <a:cubicBezTo>
                    <a:pt x="2410" y="14822"/>
                    <a:pt x="2410" y="15900"/>
                    <a:pt x="3074" y="16562"/>
                  </a:cubicBezTo>
                  <a:cubicBezTo>
                    <a:pt x="3405" y="16894"/>
                    <a:pt x="3840" y="17060"/>
                    <a:pt x="4275" y="17060"/>
                  </a:cubicBezTo>
                  <a:cubicBezTo>
                    <a:pt x="4710" y="17060"/>
                    <a:pt x="5144" y="16894"/>
                    <a:pt x="5475" y="16562"/>
                  </a:cubicBezTo>
                  <a:lnTo>
                    <a:pt x="8546" y="13491"/>
                  </a:lnTo>
                  <a:cubicBezTo>
                    <a:pt x="8974" y="13642"/>
                    <a:pt x="9424" y="13720"/>
                    <a:pt x="9880" y="13720"/>
                  </a:cubicBezTo>
                  <a:lnTo>
                    <a:pt x="9920" y="13720"/>
                  </a:lnTo>
                  <a:lnTo>
                    <a:pt x="6275" y="17362"/>
                  </a:lnTo>
                  <a:cubicBezTo>
                    <a:pt x="5716" y="17961"/>
                    <a:pt x="4960" y="18262"/>
                    <a:pt x="4202" y="18262"/>
                  </a:cubicBezTo>
                  <a:cubicBezTo>
                    <a:pt x="3479" y="18262"/>
                    <a:pt x="2755" y="17987"/>
                    <a:pt x="2202" y="17434"/>
                  </a:cubicBezTo>
                  <a:cubicBezTo>
                    <a:pt x="1070" y="16302"/>
                    <a:pt x="1103" y="14454"/>
                    <a:pt x="2274" y="13361"/>
                  </a:cubicBezTo>
                  <a:lnTo>
                    <a:pt x="7878" y="7757"/>
                  </a:lnTo>
                  <a:cubicBezTo>
                    <a:pt x="8422" y="7214"/>
                    <a:pt x="9147" y="6926"/>
                    <a:pt x="9884" y="6926"/>
                  </a:cubicBezTo>
                  <a:close/>
                  <a:moveTo>
                    <a:pt x="15673" y="1"/>
                  </a:moveTo>
                  <a:cubicBezTo>
                    <a:pt x="14659" y="1"/>
                    <a:pt x="13644" y="388"/>
                    <a:pt x="12870" y="1162"/>
                  </a:cubicBezTo>
                  <a:lnTo>
                    <a:pt x="7078" y="6957"/>
                  </a:lnTo>
                  <a:lnTo>
                    <a:pt x="1471" y="12561"/>
                  </a:lnTo>
                  <a:cubicBezTo>
                    <a:pt x="339" y="13693"/>
                    <a:pt x="1" y="15399"/>
                    <a:pt x="614" y="16879"/>
                  </a:cubicBezTo>
                  <a:cubicBezTo>
                    <a:pt x="1230" y="18358"/>
                    <a:pt x="2673" y="19324"/>
                    <a:pt x="4276" y="19324"/>
                  </a:cubicBezTo>
                  <a:cubicBezTo>
                    <a:pt x="4280" y="19325"/>
                    <a:pt x="4284" y="19325"/>
                    <a:pt x="4288" y="19325"/>
                  </a:cubicBezTo>
                  <a:cubicBezTo>
                    <a:pt x="5334" y="19325"/>
                    <a:pt x="6338" y="18908"/>
                    <a:pt x="7078" y="18165"/>
                  </a:cubicBezTo>
                  <a:lnTo>
                    <a:pt x="12682" y="12561"/>
                  </a:lnTo>
                  <a:lnTo>
                    <a:pt x="18477" y="6767"/>
                  </a:lnTo>
                  <a:cubicBezTo>
                    <a:pt x="20023" y="5221"/>
                    <a:pt x="20023" y="2711"/>
                    <a:pt x="18477" y="1162"/>
                  </a:cubicBezTo>
                  <a:cubicBezTo>
                    <a:pt x="17702" y="388"/>
                    <a:pt x="16688" y="1"/>
                    <a:pt x="1567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95" name="Google Shape;10195;p134"/>
            <p:cNvSpPr/>
            <p:nvPr/>
          </p:nvSpPr>
          <p:spPr>
            <a:xfrm>
              <a:off x="4208775" y="588000"/>
              <a:ext cx="71125" cy="68350"/>
            </a:xfrm>
            <a:custGeom>
              <a:rect b="b" l="l" r="r" t="t"/>
              <a:pathLst>
                <a:path extrusionOk="0" h="2734" w="2845">
                  <a:moveTo>
                    <a:pt x="621" y="1"/>
                  </a:moveTo>
                  <a:cubicBezTo>
                    <a:pt x="476" y="1"/>
                    <a:pt x="331" y="56"/>
                    <a:pt x="221" y="166"/>
                  </a:cubicBezTo>
                  <a:cubicBezTo>
                    <a:pt x="0" y="387"/>
                    <a:pt x="0" y="746"/>
                    <a:pt x="221" y="966"/>
                  </a:cubicBezTo>
                  <a:lnTo>
                    <a:pt x="1821" y="2567"/>
                  </a:lnTo>
                  <a:cubicBezTo>
                    <a:pt x="1933" y="2677"/>
                    <a:pt x="2079" y="2733"/>
                    <a:pt x="2224" y="2733"/>
                  </a:cubicBezTo>
                  <a:cubicBezTo>
                    <a:pt x="2368" y="2733"/>
                    <a:pt x="2513" y="2678"/>
                    <a:pt x="2624" y="2567"/>
                  </a:cubicBezTo>
                  <a:cubicBezTo>
                    <a:pt x="2845" y="2346"/>
                    <a:pt x="2845" y="1987"/>
                    <a:pt x="2624" y="1767"/>
                  </a:cubicBezTo>
                  <a:lnTo>
                    <a:pt x="1021" y="166"/>
                  </a:lnTo>
                  <a:cubicBezTo>
                    <a:pt x="911" y="56"/>
                    <a:pt x="766" y="1"/>
                    <a:pt x="62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96" name="Google Shape;10196;p134"/>
            <p:cNvSpPr/>
            <p:nvPr/>
          </p:nvSpPr>
          <p:spPr>
            <a:xfrm>
              <a:off x="4228400" y="527925"/>
              <a:ext cx="91050" cy="48400"/>
            </a:xfrm>
            <a:custGeom>
              <a:rect b="b" l="l" r="r" t="t"/>
              <a:pathLst>
                <a:path extrusionOk="0" h="1936" w="3642">
                  <a:moveTo>
                    <a:pt x="636" y="0"/>
                  </a:moveTo>
                  <a:cubicBezTo>
                    <a:pt x="400" y="0"/>
                    <a:pt x="180" y="150"/>
                    <a:pt x="100" y="389"/>
                  </a:cubicBezTo>
                  <a:cubicBezTo>
                    <a:pt x="0" y="685"/>
                    <a:pt x="160" y="1005"/>
                    <a:pt x="459" y="1105"/>
                  </a:cubicBezTo>
                  <a:lnTo>
                    <a:pt x="2860" y="1905"/>
                  </a:lnTo>
                  <a:cubicBezTo>
                    <a:pt x="2917" y="1923"/>
                    <a:pt x="2977" y="1935"/>
                    <a:pt x="3038" y="1935"/>
                  </a:cubicBezTo>
                  <a:cubicBezTo>
                    <a:pt x="3316" y="1932"/>
                    <a:pt x="3554" y="1733"/>
                    <a:pt x="3596" y="1458"/>
                  </a:cubicBezTo>
                  <a:cubicBezTo>
                    <a:pt x="3642" y="1183"/>
                    <a:pt x="3482" y="918"/>
                    <a:pt x="3219" y="830"/>
                  </a:cubicBezTo>
                  <a:lnTo>
                    <a:pt x="816" y="30"/>
                  </a:lnTo>
                  <a:cubicBezTo>
                    <a:pt x="756" y="10"/>
                    <a:pt x="695" y="0"/>
                    <a:pt x="63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97" name="Google Shape;10197;p134"/>
            <p:cNvSpPr/>
            <p:nvPr/>
          </p:nvSpPr>
          <p:spPr>
            <a:xfrm>
              <a:off x="4148300" y="608000"/>
              <a:ext cx="52050" cy="88600"/>
            </a:xfrm>
            <a:custGeom>
              <a:rect b="b" l="l" r="r" t="t"/>
              <a:pathLst>
                <a:path extrusionOk="0" h="3544" w="2082">
                  <a:moveTo>
                    <a:pt x="639" y="1"/>
                  </a:moveTo>
                  <a:cubicBezTo>
                    <a:pt x="580" y="1"/>
                    <a:pt x="519" y="10"/>
                    <a:pt x="460" y="31"/>
                  </a:cubicBezTo>
                  <a:cubicBezTo>
                    <a:pt x="161" y="127"/>
                    <a:pt x="1" y="450"/>
                    <a:pt x="100" y="746"/>
                  </a:cubicBezTo>
                  <a:lnTo>
                    <a:pt x="903" y="3150"/>
                  </a:lnTo>
                  <a:cubicBezTo>
                    <a:pt x="979" y="3390"/>
                    <a:pt x="1202" y="3544"/>
                    <a:pt x="1441" y="3544"/>
                  </a:cubicBezTo>
                  <a:cubicBezTo>
                    <a:pt x="1500" y="3544"/>
                    <a:pt x="1560" y="3535"/>
                    <a:pt x="1619" y="3515"/>
                  </a:cubicBezTo>
                  <a:cubicBezTo>
                    <a:pt x="1921" y="3415"/>
                    <a:pt x="2081" y="3089"/>
                    <a:pt x="1975" y="2790"/>
                  </a:cubicBezTo>
                  <a:lnTo>
                    <a:pt x="1175" y="390"/>
                  </a:lnTo>
                  <a:cubicBezTo>
                    <a:pt x="1096" y="151"/>
                    <a:pt x="875" y="1"/>
                    <a:pt x="63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98" name="Google Shape;10198;p134"/>
            <p:cNvSpPr/>
            <p:nvPr/>
          </p:nvSpPr>
          <p:spPr>
            <a:xfrm>
              <a:off x="3928725" y="307900"/>
              <a:ext cx="71200" cy="68375"/>
            </a:xfrm>
            <a:custGeom>
              <a:rect b="b" l="l" r="r" t="t"/>
              <a:pathLst>
                <a:path extrusionOk="0" h="2735" w="2848">
                  <a:moveTo>
                    <a:pt x="620" y="1"/>
                  </a:moveTo>
                  <a:cubicBezTo>
                    <a:pt x="475" y="1"/>
                    <a:pt x="330" y="57"/>
                    <a:pt x="221" y="168"/>
                  </a:cubicBezTo>
                  <a:cubicBezTo>
                    <a:pt x="3" y="385"/>
                    <a:pt x="0" y="739"/>
                    <a:pt x="214" y="962"/>
                  </a:cubicBezTo>
                  <a:lnTo>
                    <a:pt x="1815" y="2562"/>
                  </a:lnTo>
                  <a:cubicBezTo>
                    <a:pt x="1926" y="2677"/>
                    <a:pt x="2074" y="2734"/>
                    <a:pt x="2222" y="2734"/>
                  </a:cubicBezTo>
                  <a:cubicBezTo>
                    <a:pt x="2367" y="2734"/>
                    <a:pt x="2512" y="2679"/>
                    <a:pt x="2624" y="2569"/>
                  </a:cubicBezTo>
                  <a:cubicBezTo>
                    <a:pt x="2847" y="2345"/>
                    <a:pt x="2844" y="1983"/>
                    <a:pt x="2615" y="1762"/>
                  </a:cubicBezTo>
                  <a:lnTo>
                    <a:pt x="1015" y="162"/>
                  </a:lnTo>
                  <a:cubicBezTo>
                    <a:pt x="904" y="54"/>
                    <a:pt x="762" y="1"/>
                    <a:pt x="62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199" name="Google Shape;10199;p134"/>
            <p:cNvSpPr/>
            <p:nvPr/>
          </p:nvSpPr>
          <p:spPr>
            <a:xfrm>
              <a:off x="4008200" y="267675"/>
              <a:ext cx="51875" cy="88450"/>
            </a:xfrm>
            <a:custGeom>
              <a:rect b="b" l="l" r="r" t="t"/>
              <a:pathLst>
                <a:path extrusionOk="0" h="3538" w="2075">
                  <a:moveTo>
                    <a:pt x="636" y="1"/>
                  </a:moveTo>
                  <a:cubicBezTo>
                    <a:pt x="577" y="1"/>
                    <a:pt x="518" y="10"/>
                    <a:pt x="460" y="29"/>
                  </a:cubicBezTo>
                  <a:cubicBezTo>
                    <a:pt x="161" y="128"/>
                    <a:pt x="1" y="449"/>
                    <a:pt x="100" y="747"/>
                  </a:cubicBezTo>
                  <a:lnTo>
                    <a:pt x="900" y="3151"/>
                  </a:lnTo>
                  <a:cubicBezTo>
                    <a:pt x="979" y="3380"/>
                    <a:pt x="1193" y="3537"/>
                    <a:pt x="1438" y="3537"/>
                  </a:cubicBezTo>
                  <a:cubicBezTo>
                    <a:pt x="1498" y="3534"/>
                    <a:pt x="1559" y="3525"/>
                    <a:pt x="1619" y="3507"/>
                  </a:cubicBezTo>
                  <a:cubicBezTo>
                    <a:pt x="1915" y="3408"/>
                    <a:pt x="2075" y="3088"/>
                    <a:pt x="1975" y="2789"/>
                  </a:cubicBezTo>
                  <a:lnTo>
                    <a:pt x="1175" y="388"/>
                  </a:lnTo>
                  <a:cubicBezTo>
                    <a:pt x="1095" y="151"/>
                    <a:pt x="873" y="1"/>
                    <a:pt x="63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00" name="Google Shape;10200;p134"/>
            <p:cNvSpPr/>
            <p:nvPr/>
          </p:nvSpPr>
          <p:spPr>
            <a:xfrm>
              <a:off x="3888100" y="387825"/>
              <a:ext cx="91675" cy="48300"/>
            </a:xfrm>
            <a:custGeom>
              <a:rect b="b" l="l" r="r" t="t"/>
              <a:pathLst>
                <a:path extrusionOk="0" h="1932" w="3667">
                  <a:moveTo>
                    <a:pt x="636" y="0"/>
                  </a:moveTo>
                  <a:cubicBezTo>
                    <a:pt x="400" y="0"/>
                    <a:pt x="180" y="150"/>
                    <a:pt x="100" y="386"/>
                  </a:cubicBezTo>
                  <a:cubicBezTo>
                    <a:pt x="1" y="685"/>
                    <a:pt x="161" y="1005"/>
                    <a:pt x="460" y="1105"/>
                  </a:cubicBezTo>
                  <a:lnTo>
                    <a:pt x="2860" y="1905"/>
                  </a:lnTo>
                  <a:cubicBezTo>
                    <a:pt x="2917" y="1923"/>
                    <a:pt x="2975" y="1932"/>
                    <a:pt x="3032" y="1932"/>
                  </a:cubicBezTo>
                  <a:cubicBezTo>
                    <a:pt x="3270" y="1932"/>
                    <a:pt x="3492" y="1781"/>
                    <a:pt x="3570" y="1543"/>
                  </a:cubicBezTo>
                  <a:cubicBezTo>
                    <a:pt x="3666" y="1250"/>
                    <a:pt x="3512" y="933"/>
                    <a:pt x="3219" y="830"/>
                  </a:cubicBezTo>
                  <a:lnTo>
                    <a:pt x="816" y="30"/>
                  </a:lnTo>
                  <a:cubicBezTo>
                    <a:pt x="756" y="10"/>
                    <a:pt x="696" y="0"/>
                    <a:pt x="63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201" name="Google Shape;10201;p134"/>
          <p:cNvSpPr/>
          <p:nvPr/>
        </p:nvSpPr>
        <p:spPr>
          <a:xfrm>
            <a:off x="3347096" y="2287135"/>
            <a:ext cx="352455" cy="340116"/>
          </a:xfrm>
          <a:custGeom>
            <a:rect b="b" l="l" r="r" t="t"/>
            <a:pathLst>
              <a:path extrusionOk="0" h="19322" w="20023">
                <a:moveTo>
                  <a:pt x="15673" y="3395"/>
                </a:moveTo>
                <a:cubicBezTo>
                  <a:pt x="15818" y="3395"/>
                  <a:pt x="15963" y="3450"/>
                  <a:pt x="16073" y="3560"/>
                </a:cubicBezTo>
                <a:cubicBezTo>
                  <a:pt x="16294" y="3780"/>
                  <a:pt x="16294" y="4140"/>
                  <a:pt x="16073" y="4360"/>
                </a:cubicBezTo>
                <a:lnTo>
                  <a:pt x="13054" y="7380"/>
                </a:lnTo>
                <a:cubicBezTo>
                  <a:pt x="12939" y="7229"/>
                  <a:pt x="12815" y="7087"/>
                  <a:pt x="12682" y="6951"/>
                </a:cubicBezTo>
                <a:cubicBezTo>
                  <a:pt x="12547" y="6818"/>
                  <a:pt x="12405" y="6694"/>
                  <a:pt x="12254" y="6579"/>
                </a:cubicBezTo>
                <a:lnTo>
                  <a:pt x="15273" y="3560"/>
                </a:lnTo>
                <a:cubicBezTo>
                  <a:pt x="15383" y="3450"/>
                  <a:pt x="15528" y="3395"/>
                  <a:pt x="15673" y="3395"/>
                </a:cubicBezTo>
                <a:close/>
                <a:moveTo>
                  <a:pt x="9879" y="9187"/>
                </a:moveTo>
                <a:cubicBezTo>
                  <a:pt x="10024" y="9187"/>
                  <a:pt x="10169" y="9243"/>
                  <a:pt x="10279" y="9354"/>
                </a:cubicBezTo>
                <a:cubicBezTo>
                  <a:pt x="10635" y="9711"/>
                  <a:pt x="10385" y="10321"/>
                  <a:pt x="9880" y="10321"/>
                </a:cubicBezTo>
                <a:cubicBezTo>
                  <a:pt x="9376" y="10321"/>
                  <a:pt x="9123" y="9711"/>
                  <a:pt x="9479" y="9354"/>
                </a:cubicBezTo>
                <a:cubicBezTo>
                  <a:pt x="9589" y="9243"/>
                  <a:pt x="9734" y="9187"/>
                  <a:pt x="9879" y="9187"/>
                </a:cubicBezTo>
                <a:close/>
                <a:moveTo>
                  <a:pt x="15746" y="1059"/>
                </a:moveTo>
                <a:cubicBezTo>
                  <a:pt x="16469" y="1059"/>
                  <a:pt x="17193" y="1334"/>
                  <a:pt x="17746" y="1887"/>
                </a:cubicBezTo>
                <a:cubicBezTo>
                  <a:pt x="18878" y="3019"/>
                  <a:pt x="18845" y="4867"/>
                  <a:pt x="17674" y="5960"/>
                </a:cubicBezTo>
                <a:lnTo>
                  <a:pt x="11882" y="11755"/>
                </a:lnTo>
                <a:cubicBezTo>
                  <a:pt x="11323" y="12314"/>
                  <a:pt x="10601" y="12585"/>
                  <a:pt x="9883" y="12585"/>
                </a:cubicBezTo>
                <a:cubicBezTo>
                  <a:pt x="8973" y="12585"/>
                  <a:pt x="8071" y="12149"/>
                  <a:pt x="7519" y="11314"/>
                </a:cubicBezTo>
                <a:lnTo>
                  <a:pt x="8350" y="10487"/>
                </a:lnTo>
                <a:cubicBezTo>
                  <a:pt x="8649" y="11113"/>
                  <a:pt x="9263" y="11453"/>
                  <a:pt x="9886" y="11453"/>
                </a:cubicBezTo>
                <a:cubicBezTo>
                  <a:pt x="10313" y="11453"/>
                  <a:pt x="10745" y="11293"/>
                  <a:pt x="11082" y="10955"/>
                </a:cubicBezTo>
                <a:lnTo>
                  <a:pt x="16876" y="5160"/>
                </a:lnTo>
                <a:cubicBezTo>
                  <a:pt x="17538" y="4499"/>
                  <a:pt x="17538" y="3421"/>
                  <a:pt x="16876" y="2760"/>
                </a:cubicBezTo>
                <a:cubicBezTo>
                  <a:pt x="16544" y="2428"/>
                  <a:pt x="16110" y="2262"/>
                  <a:pt x="15675" y="2262"/>
                </a:cubicBezTo>
                <a:cubicBezTo>
                  <a:pt x="15240" y="2262"/>
                  <a:pt x="14805" y="2428"/>
                  <a:pt x="14473" y="2760"/>
                </a:cubicBezTo>
                <a:lnTo>
                  <a:pt x="11212" y="6021"/>
                </a:lnTo>
                <a:cubicBezTo>
                  <a:pt x="10787" y="5872"/>
                  <a:pt x="10339" y="5794"/>
                  <a:pt x="9888" y="5794"/>
                </a:cubicBezTo>
                <a:cubicBezTo>
                  <a:pt x="9872" y="5794"/>
                  <a:pt x="9855" y="5794"/>
                  <a:pt x="9838" y="5794"/>
                </a:cubicBezTo>
                <a:lnTo>
                  <a:pt x="13673" y="1960"/>
                </a:lnTo>
                <a:cubicBezTo>
                  <a:pt x="14232" y="1360"/>
                  <a:pt x="14988" y="1059"/>
                  <a:pt x="15746" y="1059"/>
                </a:cubicBezTo>
                <a:close/>
                <a:moveTo>
                  <a:pt x="6707" y="12126"/>
                </a:moveTo>
                <a:cubicBezTo>
                  <a:pt x="6819" y="12280"/>
                  <a:pt x="6943" y="12422"/>
                  <a:pt x="7078" y="12555"/>
                </a:cubicBezTo>
                <a:cubicBezTo>
                  <a:pt x="7211" y="12691"/>
                  <a:pt x="7356" y="12815"/>
                  <a:pt x="7507" y="12929"/>
                </a:cubicBezTo>
                <a:lnTo>
                  <a:pt x="4675" y="15759"/>
                </a:lnTo>
                <a:cubicBezTo>
                  <a:pt x="4565" y="15869"/>
                  <a:pt x="4420" y="15924"/>
                  <a:pt x="4275" y="15924"/>
                </a:cubicBezTo>
                <a:cubicBezTo>
                  <a:pt x="4130" y="15924"/>
                  <a:pt x="3985" y="15869"/>
                  <a:pt x="3875" y="15759"/>
                </a:cubicBezTo>
                <a:cubicBezTo>
                  <a:pt x="3654" y="15538"/>
                  <a:pt x="3654" y="15179"/>
                  <a:pt x="3875" y="14958"/>
                </a:cubicBezTo>
                <a:lnTo>
                  <a:pt x="6707" y="12126"/>
                </a:lnTo>
                <a:close/>
                <a:moveTo>
                  <a:pt x="9878" y="6924"/>
                </a:moveTo>
                <a:cubicBezTo>
                  <a:pt x="10788" y="6924"/>
                  <a:pt x="11690" y="7359"/>
                  <a:pt x="12242" y="8195"/>
                </a:cubicBezTo>
                <a:lnTo>
                  <a:pt x="11414" y="9022"/>
                </a:lnTo>
                <a:cubicBezTo>
                  <a:pt x="11114" y="8396"/>
                  <a:pt x="10500" y="8056"/>
                  <a:pt x="9877" y="8056"/>
                </a:cubicBezTo>
                <a:cubicBezTo>
                  <a:pt x="9449" y="8056"/>
                  <a:pt x="9017" y="8216"/>
                  <a:pt x="8679" y="8554"/>
                </a:cubicBezTo>
                <a:lnTo>
                  <a:pt x="3075" y="14158"/>
                </a:lnTo>
                <a:cubicBezTo>
                  <a:pt x="2410" y="14819"/>
                  <a:pt x="2410" y="15897"/>
                  <a:pt x="3075" y="16559"/>
                </a:cubicBezTo>
                <a:cubicBezTo>
                  <a:pt x="3407" y="16891"/>
                  <a:pt x="3842" y="17057"/>
                  <a:pt x="4276" y="17057"/>
                </a:cubicBezTo>
                <a:cubicBezTo>
                  <a:pt x="4710" y="17057"/>
                  <a:pt x="5144" y="16891"/>
                  <a:pt x="5475" y="16559"/>
                </a:cubicBezTo>
                <a:lnTo>
                  <a:pt x="8549" y="13488"/>
                </a:lnTo>
                <a:cubicBezTo>
                  <a:pt x="8978" y="13639"/>
                  <a:pt x="9428" y="13714"/>
                  <a:pt x="9880" y="13714"/>
                </a:cubicBezTo>
                <a:lnTo>
                  <a:pt x="9923" y="13714"/>
                </a:lnTo>
                <a:lnTo>
                  <a:pt x="6275" y="17359"/>
                </a:lnTo>
                <a:cubicBezTo>
                  <a:pt x="5716" y="17958"/>
                  <a:pt x="4960" y="18259"/>
                  <a:pt x="4202" y="18259"/>
                </a:cubicBezTo>
                <a:cubicBezTo>
                  <a:pt x="3479" y="18259"/>
                  <a:pt x="2755" y="17984"/>
                  <a:pt x="2202" y="17431"/>
                </a:cubicBezTo>
                <a:cubicBezTo>
                  <a:pt x="1070" y="16299"/>
                  <a:pt x="1103" y="14451"/>
                  <a:pt x="2274" y="13358"/>
                </a:cubicBezTo>
                <a:lnTo>
                  <a:pt x="7879" y="7754"/>
                </a:lnTo>
                <a:cubicBezTo>
                  <a:pt x="8438" y="7195"/>
                  <a:pt x="9160" y="6924"/>
                  <a:pt x="9878" y="6924"/>
                </a:cubicBezTo>
                <a:close/>
                <a:moveTo>
                  <a:pt x="15672" y="0"/>
                </a:moveTo>
                <a:cubicBezTo>
                  <a:pt x="14657" y="0"/>
                  <a:pt x="13643" y="387"/>
                  <a:pt x="12870" y="1159"/>
                </a:cubicBezTo>
                <a:lnTo>
                  <a:pt x="7075" y="6954"/>
                </a:lnTo>
                <a:lnTo>
                  <a:pt x="1474" y="12555"/>
                </a:lnTo>
                <a:cubicBezTo>
                  <a:pt x="339" y="13690"/>
                  <a:pt x="1" y="15393"/>
                  <a:pt x="614" y="16876"/>
                </a:cubicBezTo>
                <a:cubicBezTo>
                  <a:pt x="1227" y="18355"/>
                  <a:pt x="2673" y="19321"/>
                  <a:pt x="4276" y="19321"/>
                </a:cubicBezTo>
                <a:cubicBezTo>
                  <a:pt x="4280" y="19322"/>
                  <a:pt x="4284" y="19322"/>
                  <a:pt x="4288" y="19322"/>
                </a:cubicBezTo>
                <a:cubicBezTo>
                  <a:pt x="5334" y="19322"/>
                  <a:pt x="6338" y="18905"/>
                  <a:pt x="7078" y="18162"/>
                </a:cubicBezTo>
                <a:lnTo>
                  <a:pt x="12679" y="12558"/>
                </a:lnTo>
                <a:lnTo>
                  <a:pt x="18474" y="6767"/>
                </a:lnTo>
                <a:cubicBezTo>
                  <a:pt x="20023" y="5218"/>
                  <a:pt x="20023" y="2708"/>
                  <a:pt x="18474" y="1159"/>
                </a:cubicBezTo>
                <a:cubicBezTo>
                  <a:pt x="17701" y="387"/>
                  <a:pt x="16686" y="0"/>
                  <a:pt x="156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202" name="Google Shape;10202;p134"/>
          <p:cNvGrpSpPr/>
          <p:nvPr/>
        </p:nvGrpSpPr>
        <p:grpSpPr>
          <a:xfrm>
            <a:off x="3776398" y="2287165"/>
            <a:ext cx="340186" cy="340116"/>
            <a:chOff x="5053900" y="238200"/>
            <a:chExt cx="483150" cy="483050"/>
          </a:xfrm>
        </p:grpSpPr>
        <p:sp>
          <p:nvSpPr>
            <p:cNvPr id="10203" name="Google Shape;10203;p134"/>
            <p:cNvSpPr/>
            <p:nvPr/>
          </p:nvSpPr>
          <p:spPr>
            <a:xfrm>
              <a:off x="5053900" y="238200"/>
              <a:ext cx="483150" cy="483050"/>
            </a:xfrm>
            <a:custGeom>
              <a:rect b="b" l="l" r="r" t="t"/>
              <a:pathLst>
                <a:path extrusionOk="0" h="19322" w="19326">
                  <a:moveTo>
                    <a:pt x="11363" y="1929"/>
                  </a:moveTo>
                  <a:lnTo>
                    <a:pt x="12825" y="3394"/>
                  </a:lnTo>
                  <a:lnTo>
                    <a:pt x="11363" y="3394"/>
                  </a:lnTo>
                  <a:lnTo>
                    <a:pt x="11363" y="1929"/>
                  </a:lnTo>
                  <a:close/>
                  <a:moveTo>
                    <a:pt x="4569" y="4526"/>
                  </a:moveTo>
                  <a:lnTo>
                    <a:pt x="4569" y="5698"/>
                  </a:lnTo>
                  <a:lnTo>
                    <a:pt x="3437" y="5698"/>
                  </a:lnTo>
                  <a:lnTo>
                    <a:pt x="3437" y="4958"/>
                  </a:lnTo>
                  <a:cubicBezTo>
                    <a:pt x="3437" y="4719"/>
                    <a:pt x="3627" y="4526"/>
                    <a:pt x="3866" y="4526"/>
                  </a:cubicBezTo>
                  <a:close/>
                  <a:moveTo>
                    <a:pt x="15461" y="4526"/>
                  </a:moveTo>
                  <a:cubicBezTo>
                    <a:pt x="15699" y="4526"/>
                    <a:pt x="15889" y="4719"/>
                    <a:pt x="15892" y="4958"/>
                  </a:cubicBezTo>
                  <a:lnTo>
                    <a:pt x="15892" y="5698"/>
                  </a:lnTo>
                  <a:lnTo>
                    <a:pt x="14760" y="5698"/>
                  </a:lnTo>
                  <a:lnTo>
                    <a:pt x="14760" y="4526"/>
                  </a:lnTo>
                  <a:close/>
                  <a:moveTo>
                    <a:pt x="10231" y="1129"/>
                  </a:moveTo>
                  <a:lnTo>
                    <a:pt x="10231" y="3962"/>
                  </a:lnTo>
                  <a:cubicBezTo>
                    <a:pt x="10231" y="4273"/>
                    <a:pt x="10481" y="4526"/>
                    <a:pt x="10795" y="4526"/>
                  </a:cubicBezTo>
                  <a:lnTo>
                    <a:pt x="13628" y="4526"/>
                  </a:lnTo>
                  <a:lnTo>
                    <a:pt x="13628" y="6830"/>
                  </a:lnTo>
                  <a:lnTo>
                    <a:pt x="5702" y="6830"/>
                  </a:lnTo>
                  <a:lnTo>
                    <a:pt x="5702" y="1129"/>
                  </a:lnTo>
                  <a:close/>
                  <a:moveTo>
                    <a:pt x="17628" y="6830"/>
                  </a:moveTo>
                  <a:cubicBezTo>
                    <a:pt x="17939" y="6830"/>
                    <a:pt x="18193" y="7081"/>
                    <a:pt x="18193" y="7395"/>
                  </a:cubicBezTo>
                  <a:lnTo>
                    <a:pt x="18193" y="14188"/>
                  </a:lnTo>
                  <a:cubicBezTo>
                    <a:pt x="18193" y="14502"/>
                    <a:pt x="17939" y="14756"/>
                    <a:pt x="17628" y="14756"/>
                  </a:cubicBezTo>
                  <a:lnTo>
                    <a:pt x="14760" y="14756"/>
                  </a:lnTo>
                  <a:lnTo>
                    <a:pt x="14760" y="12491"/>
                  </a:lnTo>
                  <a:lnTo>
                    <a:pt x="15325" y="12491"/>
                  </a:lnTo>
                  <a:cubicBezTo>
                    <a:pt x="15639" y="12491"/>
                    <a:pt x="15889" y="12238"/>
                    <a:pt x="15889" y="11924"/>
                  </a:cubicBezTo>
                  <a:cubicBezTo>
                    <a:pt x="15889" y="11610"/>
                    <a:pt x="15639" y="11359"/>
                    <a:pt x="15325" y="11359"/>
                  </a:cubicBezTo>
                  <a:lnTo>
                    <a:pt x="4002" y="11359"/>
                  </a:lnTo>
                  <a:cubicBezTo>
                    <a:pt x="3688" y="11359"/>
                    <a:pt x="3437" y="11610"/>
                    <a:pt x="3437" y="11924"/>
                  </a:cubicBezTo>
                  <a:cubicBezTo>
                    <a:pt x="3437" y="12238"/>
                    <a:pt x="3688" y="12491"/>
                    <a:pt x="4002" y="12491"/>
                  </a:cubicBezTo>
                  <a:lnTo>
                    <a:pt x="4569" y="12491"/>
                  </a:lnTo>
                  <a:lnTo>
                    <a:pt x="4569" y="14756"/>
                  </a:lnTo>
                  <a:lnTo>
                    <a:pt x="1701" y="14756"/>
                  </a:lnTo>
                  <a:cubicBezTo>
                    <a:pt x="1387" y="14756"/>
                    <a:pt x="1133" y="14502"/>
                    <a:pt x="1133" y="14188"/>
                  </a:cubicBezTo>
                  <a:lnTo>
                    <a:pt x="1133" y="7395"/>
                  </a:lnTo>
                  <a:cubicBezTo>
                    <a:pt x="1133" y="7081"/>
                    <a:pt x="1387" y="6830"/>
                    <a:pt x="1701" y="6830"/>
                  </a:cubicBezTo>
                  <a:lnTo>
                    <a:pt x="4569" y="6830"/>
                  </a:lnTo>
                  <a:lnTo>
                    <a:pt x="4569" y="7395"/>
                  </a:lnTo>
                  <a:cubicBezTo>
                    <a:pt x="4569" y="7709"/>
                    <a:pt x="4820" y="7962"/>
                    <a:pt x="5134" y="7962"/>
                  </a:cubicBezTo>
                  <a:lnTo>
                    <a:pt x="14192" y="7962"/>
                  </a:lnTo>
                  <a:cubicBezTo>
                    <a:pt x="14506" y="7962"/>
                    <a:pt x="14760" y="7709"/>
                    <a:pt x="14760" y="7395"/>
                  </a:cubicBezTo>
                  <a:lnTo>
                    <a:pt x="14760" y="6830"/>
                  </a:lnTo>
                  <a:close/>
                  <a:moveTo>
                    <a:pt x="13628" y="12491"/>
                  </a:moveTo>
                  <a:lnTo>
                    <a:pt x="13628" y="18189"/>
                  </a:lnTo>
                  <a:lnTo>
                    <a:pt x="5702" y="18189"/>
                  </a:lnTo>
                  <a:lnTo>
                    <a:pt x="5702" y="12491"/>
                  </a:lnTo>
                  <a:close/>
                  <a:moveTo>
                    <a:pt x="5134" y="0"/>
                  </a:moveTo>
                  <a:cubicBezTo>
                    <a:pt x="4820" y="0"/>
                    <a:pt x="4569" y="254"/>
                    <a:pt x="4569" y="568"/>
                  </a:cubicBezTo>
                  <a:lnTo>
                    <a:pt x="4569" y="3394"/>
                  </a:lnTo>
                  <a:lnTo>
                    <a:pt x="3866" y="3394"/>
                  </a:lnTo>
                  <a:cubicBezTo>
                    <a:pt x="3002" y="3394"/>
                    <a:pt x="2305" y="4094"/>
                    <a:pt x="2305" y="4958"/>
                  </a:cubicBezTo>
                  <a:lnTo>
                    <a:pt x="2305" y="5698"/>
                  </a:lnTo>
                  <a:lnTo>
                    <a:pt x="1701" y="5698"/>
                  </a:lnTo>
                  <a:cubicBezTo>
                    <a:pt x="762" y="5698"/>
                    <a:pt x="1" y="6456"/>
                    <a:pt x="1" y="7395"/>
                  </a:cubicBezTo>
                  <a:lnTo>
                    <a:pt x="1" y="14188"/>
                  </a:lnTo>
                  <a:cubicBezTo>
                    <a:pt x="1" y="15127"/>
                    <a:pt x="762" y="15885"/>
                    <a:pt x="1701" y="15888"/>
                  </a:cubicBezTo>
                  <a:lnTo>
                    <a:pt x="4569" y="15888"/>
                  </a:lnTo>
                  <a:lnTo>
                    <a:pt x="4569" y="18757"/>
                  </a:lnTo>
                  <a:cubicBezTo>
                    <a:pt x="4569" y="19068"/>
                    <a:pt x="4820" y="19321"/>
                    <a:pt x="5134" y="19321"/>
                  </a:cubicBezTo>
                  <a:lnTo>
                    <a:pt x="14192" y="19321"/>
                  </a:lnTo>
                  <a:cubicBezTo>
                    <a:pt x="14506" y="19321"/>
                    <a:pt x="14760" y="19068"/>
                    <a:pt x="14760" y="18757"/>
                  </a:cubicBezTo>
                  <a:lnTo>
                    <a:pt x="14760" y="15888"/>
                  </a:lnTo>
                  <a:lnTo>
                    <a:pt x="17628" y="15888"/>
                  </a:lnTo>
                  <a:cubicBezTo>
                    <a:pt x="18565" y="15885"/>
                    <a:pt x="19325" y="15127"/>
                    <a:pt x="19325" y="14188"/>
                  </a:cubicBezTo>
                  <a:lnTo>
                    <a:pt x="19325" y="7395"/>
                  </a:lnTo>
                  <a:cubicBezTo>
                    <a:pt x="19325" y="6456"/>
                    <a:pt x="18565" y="5698"/>
                    <a:pt x="17628" y="5698"/>
                  </a:cubicBezTo>
                  <a:lnTo>
                    <a:pt x="17025" y="5698"/>
                  </a:lnTo>
                  <a:lnTo>
                    <a:pt x="17025" y="4958"/>
                  </a:lnTo>
                  <a:cubicBezTo>
                    <a:pt x="17022" y="4094"/>
                    <a:pt x="16324" y="3394"/>
                    <a:pt x="15461" y="3394"/>
                  </a:cubicBezTo>
                  <a:lnTo>
                    <a:pt x="14428" y="3394"/>
                  </a:lnTo>
                  <a:lnTo>
                    <a:pt x="11197" y="163"/>
                  </a:lnTo>
                  <a:cubicBezTo>
                    <a:pt x="11185" y="151"/>
                    <a:pt x="11173" y="142"/>
                    <a:pt x="11158" y="130"/>
                  </a:cubicBezTo>
                  <a:lnTo>
                    <a:pt x="11146" y="121"/>
                  </a:lnTo>
                  <a:lnTo>
                    <a:pt x="11119" y="100"/>
                  </a:lnTo>
                  <a:lnTo>
                    <a:pt x="11103" y="91"/>
                  </a:lnTo>
                  <a:cubicBezTo>
                    <a:pt x="11094" y="85"/>
                    <a:pt x="11085" y="79"/>
                    <a:pt x="11073" y="72"/>
                  </a:cubicBezTo>
                  <a:lnTo>
                    <a:pt x="11061" y="63"/>
                  </a:lnTo>
                  <a:cubicBezTo>
                    <a:pt x="11049" y="57"/>
                    <a:pt x="11034" y="51"/>
                    <a:pt x="11019" y="45"/>
                  </a:cubicBezTo>
                  <a:lnTo>
                    <a:pt x="11001" y="36"/>
                  </a:lnTo>
                  <a:cubicBezTo>
                    <a:pt x="10992" y="33"/>
                    <a:pt x="10983" y="30"/>
                    <a:pt x="10974" y="27"/>
                  </a:cubicBezTo>
                  <a:lnTo>
                    <a:pt x="10952" y="21"/>
                  </a:lnTo>
                  <a:cubicBezTo>
                    <a:pt x="10943" y="18"/>
                    <a:pt x="10931" y="15"/>
                    <a:pt x="10919" y="12"/>
                  </a:cubicBezTo>
                  <a:lnTo>
                    <a:pt x="10907" y="9"/>
                  </a:lnTo>
                  <a:cubicBezTo>
                    <a:pt x="10889" y="6"/>
                    <a:pt x="10874" y="3"/>
                    <a:pt x="1085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04" name="Google Shape;10204;p134"/>
            <p:cNvSpPr/>
            <p:nvPr/>
          </p:nvSpPr>
          <p:spPr>
            <a:xfrm>
              <a:off x="5422900" y="465550"/>
              <a:ext cx="56550" cy="28325"/>
            </a:xfrm>
            <a:custGeom>
              <a:rect b="b" l="l" r="r" t="t"/>
              <a:pathLst>
                <a:path extrusionOk="0" h="1133" w="2262">
                  <a:moveTo>
                    <a:pt x="565" y="1"/>
                  </a:moveTo>
                  <a:cubicBezTo>
                    <a:pt x="251" y="1"/>
                    <a:pt x="0" y="251"/>
                    <a:pt x="0" y="565"/>
                  </a:cubicBezTo>
                  <a:cubicBezTo>
                    <a:pt x="0" y="879"/>
                    <a:pt x="251" y="1133"/>
                    <a:pt x="565" y="1133"/>
                  </a:cubicBezTo>
                  <a:lnTo>
                    <a:pt x="1697" y="1133"/>
                  </a:lnTo>
                  <a:cubicBezTo>
                    <a:pt x="2011" y="1133"/>
                    <a:pt x="2262" y="879"/>
                    <a:pt x="2262" y="565"/>
                  </a:cubicBezTo>
                  <a:cubicBezTo>
                    <a:pt x="2262" y="251"/>
                    <a:pt x="2011" y="1"/>
                    <a:pt x="169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05" name="Google Shape;10205;p134"/>
            <p:cNvSpPr/>
            <p:nvPr/>
          </p:nvSpPr>
          <p:spPr>
            <a:xfrm>
              <a:off x="5224725" y="578775"/>
              <a:ext cx="141500" cy="28350"/>
            </a:xfrm>
            <a:custGeom>
              <a:rect b="b" l="l" r="r" t="t"/>
              <a:pathLst>
                <a:path extrusionOk="0" h="1134" w="5660">
                  <a:moveTo>
                    <a:pt x="566" y="1"/>
                  </a:moveTo>
                  <a:cubicBezTo>
                    <a:pt x="252" y="1"/>
                    <a:pt x="1" y="251"/>
                    <a:pt x="1" y="565"/>
                  </a:cubicBezTo>
                  <a:cubicBezTo>
                    <a:pt x="1" y="879"/>
                    <a:pt x="252" y="1133"/>
                    <a:pt x="566" y="1133"/>
                  </a:cubicBezTo>
                  <a:lnTo>
                    <a:pt x="5095" y="1133"/>
                  </a:lnTo>
                  <a:cubicBezTo>
                    <a:pt x="5409" y="1133"/>
                    <a:pt x="5659" y="879"/>
                    <a:pt x="5659" y="565"/>
                  </a:cubicBezTo>
                  <a:cubicBezTo>
                    <a:pt x="5659" y="251"/>
                    <a:pt x="5409" y="1"/>
                    <a:pt x="509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06" name="Google Shape;10206;p134"/>
            <p:cNvSpPr/>
            <p:nvPr/>
          </p:nvSpPr>
          <p:spPr>
            <a:xfrm>
              <a:off x="5224725" y="635400"/>
              <a:ext cx="141500" cy="28325"/>
            </a:xfrm>
            <a:custGeom>
              <a:rect b="b" l="l" r="r" t="t"/>
              <a:pathLst>
                <a:path extrusionOk="0" h="1133" w="5660">
                  <a:moveTo>
                    <a:pt x="566" y="0"/>
                  </a:moveTo>
                  <a:cubicBezTo>
                    <a:pt x="252" y="0"/>
                    <a:pt x="1" y="251"/>
                    <a:pt x="1" y="565"/>
                  </a:cubicBezTo>
                  <a:cubicBezTo>
                    <a:pt x="1" y="879"/>
                    <a:pt x="252" y="1133"/>
                    <a:pt x="566" y="1133"/>
                  </a:cubicBezTo>
                  <a:lnTo>
                    <a:pt x="5095" y="1133"/>
                  </a:lnTo>
                  <a:cubicBezTo>
                    <a:pt x="5409" y="1133"/>
                    <a:pt x="5659" y="879"/>
                    <a:pt x="5659" y="565"/>
                  </a:cubicBezTo>
                  <a:cubicBezTo>
                    <a:pt x="5659" y="251"/>
                    <a:pt x="5409" y="0"/>
                    <a:pt x="509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207" name="Google Shape;10207;p134"/>
          <p:cNvGrpSpPr/>
          <p:nvPr/>
        </p:nvGrpSpPr>
        <p:grpSpPr>
          <a:xfrm>
            <a:off x="4190348" y="2287138"/>
            <a:ext cx="340168" cy="340168"/>
            <a:chOff x="5648375" y="238125"/>
            <a:chExt cx="483125" cy="483125"/>
          </a:xfrm>
        </p:grpSpPr>
        <p:sp>
          <p:nvSpPr>
            <p:cNvPr id="10208" name="Google Shape;10208;p134"/>
            <p:cNvSpPr/>
            <p:nvPr/>
          </p:nvSpPr>
          <p:spPr>
            <a:xfrm>
              <a:off x="5648375" y="238125"/>
              <a:ext cx="483125" cy="483125"/>
            </a:xfrm>
            <a:custGeom>
              <a:rect b="b" l="l" r="r" t="t"/>
              <a:pathLst>
                <a:path extrusionOk="0" h="19325" w="19325">
                  <a:moveTo>
                    <a:pt x="4001" y="1132"/>
                  </a:moveTo>
                  <a:cubicBezTo>
                    <a:pt x="4315" y="1132"/>
                    <a:pt x="4569" y="1386"/>
                    <a:pt x="4569" y="1700"/>
                  </a:cubicBezTo>
                  <a:lnTo>
                    <a:pt x="4569" y="3965"/>
                  </a:lnTo>
                  <a:cubicBezTo>
                    <a:pt x="4569" y="4276"/>
                    <a:pt x="4315" y="4529"/>
                    <a:pt x="4001" y="4529"/>
                  </a:cubicBezTo>
                  <a:cubicBezTo>
                    <a:pt x="3687" y="4529"/>
                    <a:pt x="3436" y="4276"/>
                    <a:pt x="3436" y="3965"/>
                  </a:cubicBezTo>
                  <a:lnTo>
                    <a:pt x="3436" y="1700"/>
                  </a:lnTo>
                  <a:cubicBezTo>
                    <a:pt x="3436" y="1386"/>
                    <a:pt x="3687" y="1132"/>
                    <a:pt x="4001" y="1132"/>
                  </a:cubicBezTo>
                  <a:close/>
                  <a:moveTo>
                    <a:pt x="9662" y="1132"/>
                  </a:moveTo>
                  <a:cubicBezTo>
                    <a:pt x="9976" y="1132"/>
                    <a:pt x="10230" y="1386"/>
                    <a:pt x="10230" y="1700"/>
                  </a:cubicBezTo>
                  <a:lnTo>
                    <a:pt x="10230" y="3965"/>
                  </a:lnTo>
                  <a:cubicBezTo>
                    <a:pt x="10230" y="4276"/>
                    <a:pt x="9976" y="4529"/>
                    <a:pt x="9662" y="4529"/>
                  </a:cubicBezTo>
                  <a:cubicBezTo>
                    <a:pt x="9348" y="4529"/>
                    <a:pt x="9098" y="4276"/>
                    <a:pt x="9098" y="3965"/>
                  </a:cubicBezTo>
                  <a:lnTo>
                    <a:pt x="9098" y="1700"/>
                  </a:lnTo>
                  <a:cubicBezTo>
                    <a:pt x="9098" y="1386"/>
                    <a:pt x="9348" y="1132"/>
                    <a:pt x="9662" y="1132"/>
                  </a:cubicBezTo>
                  <a:close/>
                  <a:moveTo>
                    <a:pt x="15324" y="1132"/>
                  </a:moveTo>
                  <a:cubicBezTo>
                    <a:pt x="15638" y="1132"/>
                    <a:pt x="15891" y="1386"/>
                    <a:pt x="15891" y="1700"/>
                  </a:cubicBezTo>
                  <a:lnTo>
                    <a:pt x="15891" y="3965"/>
                  </a:lnTo>
                  <a:cubicBezTo>
                    <a:pt x="15891" y="4276"/>
                    <a:pt x="15638" y="4529"/>
                    <a:pt x="15324" y="4529"/>
                  </a:cubicBezTo>
                  <a:cubicBezTo>
                    <a:pt x="15010" y="4529"/>
                    <a:pt x="14759" y="4276"/>
                    <a:pt x="14759" y="3965"/>
                  </a:cubicBezTo>
                  <a:lnTo>
                    <a:pt x="14759" y="1700"/>
                  </a:lnTo>
                  <a:cubicBezTo>
                    <a:pt x="14759" y="1386"/>
                    <a:pt x="15010" y="1132"/>
                    <a:pt x="15324" y="1132"/>
                  </a:cubicBezTo>
                  <a:close/>
                  <a:moveTo>
                    <a:pt x="17628" y="3397"/>
                  </a:moveTo>
                  <a:cubicBezTo>
                    <a:pt x="17939" y="3397"/>
                    <a:pt x="18192" y="3651"/>
                    <a:pt x="18192" y="3965"/>
                  </a:cubicBezTo>
                  <a:lnTo>
                    <a:pt x="18192" y="6833"/>
                  </a:lnTo>
                  <a:lnTo>
                    <a:pt x="1132" y="6833"/>
                  </a:lnTo>
                  <a:lnTo>
                    <a:pt x="1132" y="3965"/>
                  </a:lnTo>
                  <a:cubicBezTo>
                    <a:pt x="1132" y="3651"/>
                    <a:pt x="1386" y="3397"/>
                    <a:pt x="1700" y="3397"/>
                  </a:cubicBezTo>
                  <a:lnTo>
                    <a:pt x="2304" y="3397"/>
                  </a:lnTo>
                  <a:lnTo>
                    <a:pt x="2304" y="3965"/>
                  </a:lnTo>
                  <a:cubicBezTo>
                    <a:pt x="2304" y="4901"/>
                    <a:pt x="3062" y="5661"/>
                    <a:pt x="4001" y="5661"/>
                  </a:cubicBezTo>
                  <a:cubicBezTo>
                    <a:pt x="4940" y="5661"/>
                    <a:pt x="5701" y="4901"/>
                    <a:pt x="5701" y="3965"/>
                  </a:cubicBezTo>
                  <a:lnTo>
                    <a:pt x="5701" y="3397"/>
                  </a:lnTo>
                  <a:lnTo>
                    <a:pt x="7965" y="3397"/>
                  </a:lnTo>
                  <a:lnTo>
                    <a:pt x="7965" y="3965"/>
                  </a:lnTo>
                  <a:cubicBezTo>
                    <a:pt x="7965" y="4901"/>
                    <a:pt x="8723" y="5661"/>
                    <a:pt x="9662" y="5661"/>
                  </a:cubicBezTo>
                  <a:cubicBezTo>
                    <a:pt x="10601" y="5661"/>
                    <a:pt x="11362" y="4901"/>
                    <a:pt x="11362" y="3965"/>
                  </a:cubicBezTo>
                  <a:lnTo>
                    <a:pt x="11362" y="3397"/>
                  </a:lnTo>
                  <a:lnTo>
                    <a:pt x="13627" y="3397"/>
                  </a:lnTo>
                  <a:lnTo>
                    <a:pt x="13627" y="3965"/>
                  </a:lnTo>
                  <a:cubicBezTo>
                    <a:pt x="13627" y="4901"/>
                    <a:pt x="14385" y="5661"/>
                    <a:pt x="15324" y="5661"/>
                  </a:cubicBezTo>
                  <a:cubicBezTo>
                    <a:pt x="16263" y="5661"/>
                    <a:pt x="17024" y="4901"/>
                    <a:pt x="17024" y="3965"/>
                  </a:cubicBezTo>
                  <a:lnTo>
                    <a:pt x="17024" y="3397"/>
                  </a:lnTo>
                  <a:close/>
                  <a:moveTo>
                    <a:pt x="18192" y="7965"/>
                  </a:moveTo>
                  <a:lnTo>
                    <a:pt x="18192" y="17628"/>
                  </a:lnTo>
                  <a:cubicBezTo>
                    <a:pt x="18192" y="17939"/>
                    <a:pt x="17939" y="18192"/>
                    <a:pt x="17628" y="18192"/>
                  </a:cubicBezTo>
                  <a:lnTo>
                    <a:pt x="1700" y="18192"/>
                  </a:lnTo>
                  <a:cubicBezTo>
                    <a:pt x="1386" y="18192"/>
                    <a:pt x="1132" y="17939"/>
                    <a:pt x="1132" y="17628"/>
                  </a:cubicBezTo>
                  <a:lnTo>
                    <a:pt x="1132" y="7965"/>
                  </a:lnTo>
                  <a:close/>
                  <a:moveTo>
                    <a:pt x="4001" y="0"/>
                  </a:moveTo>
                  <a:cubicBezTo>
                    <a:pt x="3062" y="0"/>
                    <a:pt x="2304" y="761"/>
                    <a:pt x="2304" y="1700"/>
                  </a:cubicBezTo>
                  <a:lnTo>
                    <a:pt x="2304" y="2265"/>
                  </a:lnTo>
                  <a:lnTo>
                    <a:pt x="1700" y="2265"/>
                  </a:lnTo>
                  <a:cubicBezTo>
                    <a:pt x="761" y="2265"/>
                    <a:pt x="0" y="3025"/>
                    <a:pt x="0" y="3965"/>
                  </a:cubicBezTo>
                  <a:lnTo>
                    <a:pt x="0" y="17628"/>
                  </a:lnTo>
                  <a:cubicBezTo>
                    <a:pt x="0" y="18564"/>
                    <a:pt x="761" y="19324"/>
                    <a:pt x="1700" y="19324"/>
                  </a:cubicBezTo>
                  <a:lnTo>
                    <a:pt x="17628" y="19324"/>
                  </a:lnTo>
                  <a:cubicBezTo>
                    <a:pt x="18564" y="19324"/>
                    <a:pt x="19325" y="18564"/>
                    <a:pt x="19325" y="17628"/>
                  </a:cubicBezTo>
                  <a:lnTo>
                    <a:pt x="19325" y="3965"/>
                  </a:lnTo>
                  <a:cubicBezTo>
                    <a:pt x="19325" y="3025"/>
                    <a:pt x="18564" y="2265"/>
                    <a:pt x="17628" y="2265"/>
                  </a:cubicBezTo>
                  <a:lnTo>
                    <a:pt x="17024" y="2265"/>
                  </a:lnTo>
                  <a:lnTo>
                    <a:pt x="17024" y="1700"/>
                  </a:lnTo>
                  <a:cubicBezTo>
                    <a:pt x="17024" y="761"/>
                    <a:pt x="16263" y="0"/>
                    <a:pt x="15324" y="0"/>
                  </a:cubicBezTo>
                  <a:cubicBezTo>
                    <a:pt x="14385" y="0"/>
                    <a:pt x="13627" y="761"/>
                    <a:pt x="13627" y="1700"/>
                  </a:cubicBezTo>
                  <a:lnTo>
                    <a:pt x="13627" y="2265"/>
                  </a:lnTo>
                  <a:lnTo>
                    <a:pt x="11362" y="2265"/>
                  </a:lnTo>
                  <a:lnTo>
                    <a:pt x="11362" y="1700"/>
                  </a:lnTo>
                  <a:cubicBezTo>
                    <a:pt x="11362" y="761"/>
                    <a:pt x="10601" y="0"/>
                    <a:pt x="9662" y="0"/>
                  </a:cubicBezTo>
                  <a:cubicBezTo>
                    <a:pt x="8723" y="0"/>
                    <a:pt x="7965" y="761"/>
                    <a:pt x="7965" y="1700"/>
                  </a:cubicBezTo>
                  <a:lnTo>
                    <a:pt x="7965" y="2265"/>
                  </a:lnTo>
                  <a:lnTo>
                    <a:pt x="5701" y="2265"/>
                  </a:lnTo>
                  <a:lnTo>
                    <a:pt x="5701" y="1700"/>
                  </a:lnTo>
                  <a:cubicBezTo>
                    <a:pt x="5701" y="761"/>
                    <a:pt x="4940" y="0"/>
                    <a:pt x="400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09" name="Google Shape;10209;p134"/>
            <p:cNvSpPr/>
            <p:nvPr/>
          </p:nvSpPr>
          <p:spPr>
            <a:xfrm>
              <a:off x="5705950" y="465550"/>
              <a:ext cx="84875" cy="28325"/>
            </a:xfrm>
            <a:custGeom>
              <a:rect b="b" l="l" r="r" t="t"/>
              <a:pathLst>
                <a:path extrusionOk="0" h="1133" w="3395">
                  <a:moveTo>
                    <a:pt x="566" y="1"/>
                  </a:moveTo>
                  <a:cubicBezTo>
                    <a:pt x="252" y="1"/>
                    <a:pt x="1" y="251"/>
                    <a:pt x="1" y="565"/>
                  </a:cubicBezTo>
                  <a:cubicBezTo>
                    <a:pt x="1" y="879"/>
                    <a:pt x="252" y="1133"/>
                    <a:pt x="566"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10" name="Google Shape;10210;p134"/>
            <p:cNvSpPr/>
            <p:nvPr/>
          </p:nvSpPr>
          <p:spPr>
            <a:xfrm>
              <a:off x="5847500" y="465550"/>
              <a:ext cx="84875" cy="28325"/>
            </a:xfrm>
            <a:custGeom>
              <a:rect b="b" l="l" r="r" t="t"/>
              <a:pathLst>
                <a:path extrusionOk="0" h="1133" w="3395">
                  <a:moveTo>
                    <a:pt x="565" y="1"/>
                  </a:moveTo>
                  <a:cubicBezTo>
                    <a:pt x="251" y="1"/>
                    <a:pt x="0" y="251"/>
                    <a:pt x="0" y="565"/>
                  </a:cubicBezTo>
                  <a:cubicBezTo>
                    <a:pt x="0" y="879"/>
                    <a:pt x="251" y="1133"/>
                    <a:pt x="565" y="1133"/>
                  </a:cubicBezTo>
                  <a:lnTo>
                    <a:pt x="2830" y="1133"/>
                  </a:lnTo>
                  <a:cubicBezTo>
                    <a:pt x="3144" y="1133"/>
                    <a:pt x="3394" y="879"/>
                    <a:pt x="3394" y="565"/>
                  </a:cubicBezTo>
                  <a:cubicBezTo>
                    <a:pt x="3394" y="251"/>
                    <a:pt x="3144" y="1"/>
                    <a:pt x="28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11" name="Google Shape;10211;p134"/>
            <p:cNvSpPr/>
            <p:nvPr/>
          </p:nvSpPr>
          <p:spPr>
            <a:xfrm>
              <a:off x="5989025" y="465550"/>
              <a:ext cx="84875" cy="28325"/>
            </a:xfrm>
            <a:custGeom>
              <a:rect b="b" l="l" r="r" t="t"/>
              <a:pathLst>
                <a:path extrusionOk="0" h="1133" w="3395">
                  <a:moveTo>
                    <a:pt x="565" y="1"/>
                  </a:moveTo>
                  <a:cubicBezTo>
                    <a:pt x="251" y="1"/>
                    <a:pt x="1" y="251"/>
                    <a:pt x="1" y="565"/>
                  </a:cubicBezTo>
                  <a:cubicBezTo>
                    <a:pt x="1" y="879"/>
                    <a:pt x="251" y="1133"/>
                    <a:pt x="565"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12" name="Google Shape;10212;p134"/>
            <p:cNvSpPr/>
            <p:nvPr/>
          </p:nvSpPr>
          <p:spPr>
            <a:xfrm>
              <a:off x="5705950" y="550475"/>
              <a:ext cx="84875" cy="28325"/>
            </a:xfrm>
            <a:custGeom>
              <a:rect b="b" l="l" r="r" t="t"/>
              <a:pathLst>
                <a:path extrusionOk="0" h="1133" w="3395">
                  <a:moveTo>
                    <a:pt x="566" y="0"/>
                  </a:moveTo>
                  <a:cubicBezTo>
                    <a:pt x="252" y="0"/>
                    <a:pt x="1" y="251"/>
                    <a:pt x="1" y="565"/>
                  </a:cubicBezTo>
                  <a:cubicBezTo>
                    <a:pt x="1" y="879"/>
                    <a:pt x="252" y="1133"/>
                    <a:pt x="566"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13" name="Google Shape;10213;p134"/>
            <p:cNvSpPr/>
            <p:nvPr/>
          </p:nvSpPr>
          <p:spPr>
            <a:xfrm>
              <a:off x="5847500" y="550475"/>
              <a:ext cx="84875" cy="28325"/>
            </a:xfrm>
            <a:custGeom>
              <a:rect b="b" l="l" r="r" t="t"/>
              <a:pathLst>
                <a:path extrusionOk="0" h="1133" w="3395">
                  <a:moveTo>
                    <a:pt x="565" y="0"/>
                  </a:moveTo>
                  <a:cubicBezTo>
                    <a:pt x="251" y="0"/>
                    <a:pt x="0" y="251"/>
                    <a:pt x="0" y="565"/>
                  </a:cubicBezTo>
                  <a:cubicBezTo>
                    <a:pt x="0" y="879"/>
                    <a:pt x="251" y="1133"/>
                    <a:pt x="565" y="1133"/>
                  </a:cubicBezTo>
                  <a:lnTo>
                    <a:pt x="2830" y="1133"/>
                  </a:lnTo>
                  <a:cubicBezTo>
                    <a:pt x="3144" y="1133"/>
                    <a:pt x="3394" y="879"/>
                    <a:pt x="3394" y="565"/>
                  </a:cubicBezTo>
                  <a:cubicBezTo>
                    <a:pt x="3394" y="251"/>
                    <a:pt x="3144" y="0"/>
                    <a:pt x="283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14" name="Google Shape;10214;p134"/>
            <p:cNvSpPr/>
            <p:nvPr/>
          </p:nvSpPr>
          <p:spPr>
            <a:xfrm>
              <a:off x="5989025" y="550475"/>
              <a:ext cx="84875" cy="28325"/>
            </a:xfrm>
            <a:custGeom>
              <a:rect b="b" l="l" r="r" t="t"/>
              <a:pathLst>
                <a:path extrusionOk="0" h="1133" w="3395">
                  <a:moveTo>
                    <a:pt x="565" y="0"/>
                  </a:moveTo>
                  <a:cubicBezTo>
                    <a:pt x="251" y="0"/>
                    <a:pt x="1" y="251"/>
                    <a:pt x="1" y="565"/>
                  </a:cubicBezTo>
                  <a:cubicBezTo>
                    <a:pt x="1" y="879"/>
                    <a:pt x="251" y="1133"/>
                    <a:pt x="565"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15" name="Google Shape;10215;p134"/>
            <p:cNvSpPr/>
            <p:nvPr/>
          </p:nvSpPr>
          <p:spPr>
            <a:xfrm>
              <a:off x="5705950" y="636300"/>
              <a:ext cx="84875" cy="28325"/>
            </a:xfrm>
            <a:custGeom>
              <a:rect b="b" l="l" r="r" t="t"/>
              <a:pathLst>
                <a:path extrusionOk="0" h="1133" w="3395">
                  <a:moveTo>
                    <a:pt x="566" y="1"/>
                  </a:moveTo>
                  <a:cubicBezTo>
                    <a:pt x="252" y="1"/>
                    <a:pt x="1" y="254"/>
                    <a:pt x="1" y="568"/>
                  </a:cubicBezTo>
                  <a:cubicBezTo>
                    <a:pt x="1" y="879"/>
                    <a:pt x="252" y="1133"/>
                    <a:pt x="566"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16" name="Google Shape;10216;p134"/>
            <p:cNvSpPr/>
            <p:nvPr/>
          </p:nvSpPr>
          <p:spPr>
            <a:xfrm>
              <a:off x="5847500" y="636300"/>
              <a:ext cx="84875" cy="28325"/>
            </a:xfrm>
            <a:custGeom>
              <a:rect b="b" l="l" r="r" t="t"/>
              <a:pathLst>
                <a:path extrusionOk="0" h="1133" w="3395">
                  <a:moveTo>
                    <a:pt x="565" y="1"/>
                  </a:moveTo>
                  <a:cubicBezTo>
                    <a:pt x="251" y="1"/>
                    <a:pt x="0" y="254"/>
                    <a:pt x="0" y="568"/>
                  </a:cubicBezTo>
                  <a:cubicBezTo>
                    <a:pt x="0" y="879"/>
                    <a:pt x="251" y="1133"/>
                    <a:pt x="565" y="1133"/>
                  </a:cubicBezTo>
                  <a:lnTo>
                    <a:pt x="2830" y="1133"/>
                  </a:lnTo>
                  <a:cubicBezTo>
                    <a:pt x="3144" y="1133"/>
                    <a:pt x="3394" y="879"/>
                    <a:pt x="3394" y="568"/>
                  </a:cubicBezTo>
                  <a:cubicBezTo>
                    <a:pt x="3394" y="254"/>
                    <a:pt x="3144" y="1"/>
                    <a:pt x="28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17" name="Google Shape;10217;p134"/>
            <p:cNvSpPr/>
            <p:nvPr/>
          </p:nvSpPr>
          <p:spPr>
            <a:xfrm>
              <a:off x="5989025" y="636300"/>
              <a:ext cx="84875" cy="28325"/>
            </a:xfrm>
            <a:custGeom>
              <a:rect b="b" l="l" r="r" t="t"/>
              <a:pathLst>
                <a:path extrusionOk="0" h="1133" w="3395">
                  <a:moveTo>
                    <a:pt x="565" y="1"/>
                  </a:moveTo>
                  <a:cubicBezTo>
                    <a:pt x="251" y="1"/>
                    <a:pt x="1" y="254"/>
                    <a:pt x="1" y="568"/>
                  </a:cubicBezTo>
                  <a:cubicBezTo>
                    <a:pt x="1" y="879"/>
                    <a:pt x="251" y="1133"/>
                    <a:pt x="565"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218" name="Google Shape;10218;p134"/>
          <p:cNvGrpSpPr/>
          <p:nvPr/>
        </p:nvGrpSpPr>
        <p:grpSpPr>
          <a:xfrm>
            <a:off x="4607035" y="2287138"/>
            <a:ext cx="340168" cy="340168"/>
            <a:chOff x="6242825" y="238125"/>
            <a:chExt cx="483125" cy="483125"/>
          </a:xfrm>
        </p:grpSpPr>
        <p:sp>
          <p:nvSpPr>
            <p:cNvPr id="10219" name="Google Shape;10219;p134"/>
            <p:cNvSpPr/>
            <p:nvPr/>
          </p:nvSpPr>
          <p:spPr>
            <a:xfrm>
              <a:off x="6242825" y="238125"/>
              <a:ext cx="483125" cy="483125"/>
            </a:xfrm>
            <a:custGeom>
              <a:rect b="b" l="l" r="r" t="t"/>
              <a:pathLst>
                <a:path extrusionOk="0" h="19325" w="19325">
                  <a:moveTo>
                    <a:pt x="18192" y="1132"/>
                  </a:moveTo>
                  <a:lnTo>
                    <a:pt x="18192" y="2400"/>
                  </a:lnTo>
                  <a:cubicBezTo>
                    <a:pt x="17513" y="2639"/>
                    <a:pt x="17060" y="3282"/>
                    <a:pt x="17060" y="4001"/>
                  </a:cubicBezTo>
                  <a:cubicBezTo>
                    <a:pt x="17060" y="4719"/>
                    <a:pt x="17513" y="5363"/>
                    <a:pt x="18192" y="5601"/>
                  </a:cubicBezTo>
                  <a:lnTo>
                    <a:pt x="18192" y="8062"/>
                  </a:lnTo>
                  <a:cubicBezTo>
                    <a:pt x="17513" y="8300"/>
                    <a:pt x="17060" y="8944"/>
                    <a:pt x="17060" y="9662"/>
                  </a:cubicBezTo>
                  <a:cubicBezTo>
                    <a:pt x="17060" y="10381"/>
                    <a:pt x="17513" y="11024"/>
                    <a:pt x="18192" y="11263"/>
                  </a:cubicBezTo>
                  <a:lnTo>
                    <a:pt x="18192" y="13723"/>
                  </a:lnTo>
                  <a:cubicBezTo>
                    <a:pt x="17513" y="13962"/>
                    <a:pt x="17060" y="14605"/>
                    <a:pt x="17060" y="15324"/>
                  </a:cubicBezTo>
                  <a:cubicBezTo>
                    <a:pt x="17060" y="16042"/>
                    <a:pt x="17513" y="16685"/>
                    <a:pt x="18192" y="16924"/>
                  </a:cubicBezTo>
                  <a:lnTo>
                    <a:pt x="18192" y="18192"/>
                  </a:lnTo>
                  <a:lnTo>
                    <a:pt x="16924" y="18192"/>
                  </a:lnTo>
                  <a:cubicBezTo>
                    <a:pt x="16686" y="17513"/>
                    <a:pt x="16043" y="17060"/>
                    <a:pt x="15324" y="17060"/>
                  </a:cubicBezTo>
                  <a:cubicBezTo>
                    <a:pt x="14605" y="17060"/>
                    <a:pt x="13962" y="17513"/>
                    <a:pt x="13724" y="18192"/>
                  </a:cubicBezTo>
                  <a:lnTo>
                    <a:pt x="11263" y="18192"/>
                  </a:lnTo>
                  <a:cubicBezTo>
                    <a:pt x="11024" y="17513"/>
                    <a:pt x="10381" y="17060"/>
                    <a:pt x="9662" y="17060"/>
                  </a:cubicBezTo>
                  <a:cubicBezTo>
                    <a:pt x="8944" y="17060"/>
                    <a:pt x="8301" y="17513"/>
                    <a:pt x="8062" y="18192"/>
                  </a:cubicBezTo>
                  <a:lnTo>
                    <a:pt x="5601" y="18192"/>
                  </a:lnTo>
                  <a:cubicBezTo>
                    <a:pt x="5363" y="17513"/>
                    <a:pt x="4720" y="17060"/>
                    <a:pt x="4001" y="17060"/>
                  </a:cubicBezTo>
                  <a:cubicBezTo>
                    <a:pt x="3282" y="17060"/>
                    <a:pt x="2639" y="17513"/>
                    <a:pt x="2401" y="18192"/>
                  </a:cubicBezTo>
                  <a:lnTo>
                    <a:pt x="1133" y="18192"/>
                  </a:lnTo>
                  <a:lnTo>
                    <a:pt x="1133" y="16924"/>
                  </a:lnTo>
                  <a:cubicBezTo>
                    <a:pt x="1812" y="16685"/>
                    <a:pt x="2265" y="16042"/>
                    <a:pt x="2265" y="15324"/>
                  </a:cubicBezTo>
                  <a:cubicBezTo>
                    <a:pt x="2265" y="14605"/>
                    <a:pt x="1812" y="13962"/>
                    <a:pt x="1133" y="13723"/>
                  </a:cubicBezTo>
                  <a:lnTo>
                    <a:pt x="1133" y="11263"/>
                  </a:lnTo>
                  <a:cubicBezTo>
                    <a:pt x="1812" y="11024"/>
                    <a:pt x="2265" y="10381"/>
                    <a:pt x="2265" y="9662"/>
                  </a:cubicBezTo>
                  <a:cubicBezTo>
                    <a:pt x="2265" y="8944"/>
                    <a:pt x="1812" y="8300"/>
                    <a:pt x="1133" y="8062"/>
                  </a:cubicBezTo>
                  <a:lnTo>
                    <a:pt x="1133" y="5601"/>
                  </a:lnTo>
                  <a:cubicBezTo>
                    <a:pt x="1812" y="5363"/>
                    <a:pt x="2265" y="4719"/>
                    <a:pt x="2265" y="4001"/>
                  </a:cubicBezTo>
                  <a:cubicBezTo>
                    <a:pt x="2265" y="3282"/>
                    <a:pt x="1812" y="2639"/>
                    <a:pt x="1133" y="2400"/>
                  </a:cubicBezTo>
                  <a:lnTo>
                    <a:pt x="1133" y="1132"/>
                  </a:lnTo>
                  <a:lnTo>
                    <a:pt x="2401" y="1132"/>
                  </a:lnTo>
                  <a:cubicBezTo>
                    <a:pt x="2639" y="1812"/>
                    <a:pt x="3282" y="2265"/>
                    <a:pt x="4001" y="2265"/>
                  </a:cubicBezTo>
                  <a:cubicBezTo>
                    <a:pt x="4720" y="2265"/>
                    <a:pt x="5363" y="1812"/>
                    <a:pt x="5601" y="1132"/>
                  </a:cubicBezTo>
                  <a:lnTo>
                    <a:pt x="8062" y="1132"/>
                  </a:lnTo>
                  <a:cubicBezTo>
                    <a:pt x="8301" y="1812"/>
                    <a:pt x="8944" y="2265"/>
                    <a:pt x="9662" y="2265"/>
                  </a:cubicBezTo>
                  <a:cubicBezTo>
                    <a:pt x="10381" y="2265"/>
                    <a:pt x="11024" y="1812"/>
                    <a:pt x="11263" y="1132"/>
                  </a:cubicBezTo>
                  <a:lnTo>
                    <a:pt x="13724" y="1132"/>
                  </a:lnTo>
                  <a:cubicBezTo>
                    <a:pt x="13962" y="1812"/>
                    <a:pt x="14605" y="2265"/>
                    <a:pt x="15324" y="2265"/>
                  </a:cubicBezTo>
                  <a:cubicBezTo>
                    <a:pt x="16043" y="2265"/>
                    <a:pt x="16686" y="1812"/>
                    <a:pt x="16924" y="1132"/>
                  </a:cubicBezTo>
                  <a:close/>
                  <a:moveTo>
                    <a:pt x="568" y="0"/>
                  </a:moveTo>
                  <a:cubicBezTo>
                    <a:pt x="254" y="0"/>
                    <a:pt x="0" y="254"/>
                    <a:pt x="0" y="568"/>
                  </a:cubicBezTo>
                  <a:lnTo>
                    <a:pt x="0" y="2868"/>
                  </a:lnTo>
                  <a:cubicBezTo>
                    <a:pt x="0" y="3183"/>
                    <a:pt x="254" y="3436"/>
                    <a:pt x="568" y="3436"/>
                  </a:cubicBezTo>
                  <a:cubicBezTo>
                    <a:pt x="879" y="3436"/>
                    <a:pt x="1133" y="3687"/>
                    <a:pt x="1133" y="4001"/>
                  </a:cubicBezTo>
                  <a:cubicBezTo>
                    <a:pt x="1133" y="4315"/>
                    <a:pt x="879" y="4568"/>
                    <a:pt x="568" y="4568"/>
                  </a:cubicBezTo>
                  <a:cubicBezTo>
                    <a:pt x="254" y="4568"/>
                    <a:pt x="0" y="4819"/>
                    <a:pt x="0" y="5133"/>
                  </a:cubicBezTo>
                  <a:lnTo>
                    <a:pt x="0" y="8530"/>
                  </a:lnTo>
                  <a:cubicBezTo>
                    <a:pt x="0" y="8844"/>
                    <a:pt x="254" y="9098"/>
                    <a:pt x="568" y="9098"/>
                  </a:cubicBezTo>
                  <a:cubicBezTo>
                    <a:pt x="879" y="9098"/>
                    <a:pt x="1133" y="9348"/>
                    <a:pt x="1133" y="9662"/>
                  </a:cubicBezTo>
                  <a:cubicBezTo>
                    <a:pt x="1133" y="9976"/>
                    <a:pt x="879" y="10230"/>
                    <a:pt x="568" y="10230"/>
                  </a:cubicBezTo>
                  <a:cubicBezTo>
                    <a:pt x="254" y="10230"/>
                    <a:pt x="0" y="10481"/>
                    <a:pt x="0" y="10795"/>
                  </a:cubicBezTo>
                  <a:lnTo>
                    <a:pt x="0" y="14191"/>
                  </a:lnTo>
                  <a:cubicBezTo>
                    <a:pt x="0" y="14505"/>
                    <a:pt x="254" y="14759"/>
                    <a:pt x="568" y="14759"/>
                  </a:cubicBezTo>
                  <a:cubicBezTo>
                    <a:pt x="879" y="14759"/>
                    <a:pt x="1133" y="15010"/>
                    <a:pt x="1133" y="15324"/>
                  </a:cubicBezTo>
                  <a:cubicBezTo>
                    <a:pt x="1133" y="15638"/>
                    <a:pt x="879" y="15891"/>
                    <a:pt x="568" y="15891"/>
                  </a:cubicBezTo>
                  <a:cubicBezTo>
                    <a:pt x="254" y="15891"/>
                    <a:pt x="0" y="16142"/>
                    <a:pt x="0" y="16456"/>
                  </a:cubicBezTo>
                  <a:lnTo>
                    <a:pt x="0" y="18760"/>
                  </a:lnTo>
                  <a:cubicBezTo>
                    <a:pt x="0" y="19071"/>
                    <a:pt x="254" y="19324"/>
                    <a:pt x="568" y="19324"/>
                  </a:cubicBezTo>
                  <a:lnTo>
                    <a:pt x="2869" y="19324"/>
                  </a:lnTo>
                  <a:cubicBezTo>
                    <a:pt x="3183" y="19324"/>
                    <a:pt x="3436" y="19071"/>
                    <a:pt x="3436" y="18760"/>
                  </a:cubicBezTo>
                  <a:cubicBezTo>
                    <a:pt x="3436" y="18446"/>
                    <a:pt x="3687" y="18192"/>
                    <a:pt x="4001" y="18192"/>
                  </a:cubicBezTo>
                  <a:cubicBezTo>
                    <a:pt x="4315" y="18192"/>
                    <a:pt x="4569" y="18446"/>
                    <a:pt x="4569" y="18760"/>
                  </a:cubicBezTo>
                  <a:cubicBezTo>
                    <a:pt x="4569" y="19071"/>
                    <a:pt x="4819" y="19324"/>
                    <a:pt x="5133" y="19324"/>
                  </a:cubicBezTo>
                  <a:lnTo>
                    <a:pt x="8530" y="19324"/>
                  </a:lnTo>
                  <a:cubicBezTo>
                    <a:pt x="8844" y="19324"/>
                    <a:pt x="9098" y="19071"/>
                    <a:pt x="9098" y="18760"/>
                  </a:cubicBezTo>
                  <a:cubicBezTo>
                    <a:pt x="9098" y="18446"/>
                    <a:pt x="9348" y="18192"/>
                    <a:pt x="9662" y="18192"/>
                  </a:cubicBezTo>
                  <a:cubicBezTo>
                    <a:pt x="9976" y="18192"/>
                    <a:pt x="10230" y="18446"/>
                    <a:pt x="10230" y="18760"/>
                  </a:cubicBezTo>
                  <a:cubicBezTo>
                    <a:pt x="10230" y="19071"/>
                    <a:pt x="10481" y="19324"/>
                    <a:pt x="10795" y="19324"/>
                  </a:cubicBezTo>
                  <a:lnTo>
                    <a:pt x="14192" y="19324"/>
                  </a:lnTo>
                  <a:cubicBezTo>
                    <a:pt x="14506" y="19324"/>
                    <a:pt x="14759" y="19071"/>
                    <a:pt x="14759" y="18760"/>
                  </a:cubicBezTo>
                  <a:cubicBezTo>
                    <a:pt x="14759" y="18446"/>
                    <a:pt x="15010" y="18192"/>
                    <a:pt x="15324" y="18192"/>
                  </a:cubicBezTo>
                  <a:cubicBezTo>
                    <a:pt x="15638" y="18192"/>
                    <a:pt x="15892" y="18446"/>
                    <a:pt x="15892" y="18760"/>
                  </a:cubicBezTo>
                  <a:cubicBezTo>
                    <a:pt x="15892" y="19071"/>
                    <a:pt x="16142" y="19324"/>
                    <a:pt x="16456" y="19324"/>
                  </a:cubicBezTo>
                  <a:lnTo>
                    <a:pt x="18760" y="19324"/>
                  </a:lnTo>
                  <a:cubicBezTo>
                    <a:pt x="19071" y="19324"/>
                    <a:pt x="19325" y="19071"/>
                    <a:pt x="19325" y="18760"/>
                  </a:cubicBezTo>
                  <a:lnTo>
                    <a:pt x="19325" y="16456"/>
                  </a:lnTo>
                  <a:cubicBezTo>
                    <a:pt x="19325" y="16142"/>
                    <a:pt x="19071" y="15891"/>
                    <a:pt x="18760" y="15891"/>
                  </a:cubicBezTo>
                  <a:cubicBezTo>
                    <a:pt x="18446" y="15891"/>
                    <a:pt x="18192" y="15638"/>
                    <a:pt x="18192" y="15324"/>
                  </a:cubicBezTo>
                  <a:cubicBezTo>
                    <a:pt x="18192" y="15010"/>
                    <a:pt x="18446" y="14759"/>
                    <a:pt x="18760" y="14759"/>
                  </a:cubicBezTo>
                  <a:cubicBezTo>
                    <a:pt x="19071" y="14759"/>
                    <a:pt x="19325" y="14505"/>
                    <a:pt x="19325" y="14191"/>
                  </a:cubicBezTo>
                  <a:lnTo>
                    <a:pt x="19325" y="10795"/>
                  </a:lnTo>
                  <a:cubicBezTo>
                    <a:pt x="19325" y="10481"/>
                    <a:pt x="19071" y="10230"/>
                    <a:pt x="18760" y="10230"/>
                  </a:cubicBezTo>
                  <a:cubicBezTo>
                    <a:pt x="18446" y="10230"/>
                    <a:pt x="18192" y="9976"/>
                    <a:pt x="18192" y="9662"/>
                  </a:cubicBezTo>
                  <a:cubicBezTo>
                    <a:pt x="18192" y="9348"/>
                    <a:pt x="18446" y="9098"/>
                    <a:pt x="18760" y="9098"/>
                  </a:cubicBezTo>
                  <a:cubicBezTo>
                    <a:pt x="19071" y="9098"/>
                    <a:pt x="19325" y="8844"/>
                    <a:pt x="19325" y="8530"/>
                  </a:cubicBezTo>
                  <a:lnTo>
                    <a:pt x="19325" y="5133"/>
                  </a:lnTo>
                  <a:cubicBezTo>
                    <a:pt x="19325" y="4819"/>
                    <a:pt x="19071" y="4568"/>
                    <a:pt x="18760" y="4568"/>
                  </a:cubicBezTo>
                  <a:cubicBezTo>
                    <a:pt x="18446" y="4568"/>
                    <a:pt x="18192" y="4315"/>
                    <a:pt x="18192" y="4001"/>
                  </a:cubicBezTo>
                  <a:cubicBezTo>
                    <a:pt x="18192" y="3687"/>
                    <a:pt x="18446" y="3436"/>
                    <a:pt x="18760" y="3436"/>
                  </a:cubicBezTo>
                  <a:cubicBezTo>
                    <a:pt x="19071" y="3436"/>
                    <a:pt x="19325" y="3183"/>
                    <a:pt x="19325" y="2868"/>
                  </a:cubicBezTo>
                  <a:lnTo>
                    <a:pt x="19325" y="568"/>
                  </a:lnTo>
                  <a:cubicBezTo>
                    <a:pt x="19325" y="254"/>
                    <a:pt x="19071" y="0"/>
                    <a:pt x="18760" y="0"/>
                  </a:cubicBezTo>
                  <a:lnTo>
                    <a:pt x="16456" y="0"/>
                  </a:lnTo>
                  <a:cubicBezTo>
                    <a:pt x="16142" y="0"/>
                    <a:pt x="15892" y="254"/>
                    <a:pt x="15892" y="568"/>
                  </a:cubicBezTo>
                  <a:cubicBezTo>
                    <a:pt x="15892" y="879"/>
                    <a:pt x="15638" y="1132"/>
                    <a:pt x="15324" y="1132"/>
                  </a:cubicBezTo>
                  <a:cubicBezTo>
                    <a:pt x="15010" y="1132"/>
                    <a:pt x="14759" y="879"/>
                    <a:pt x="14759" y="568"/>
                  </a:cubicBezTo>
                  <a:cubicBezTo>
                    <a:pt x="14759" y="254"/>
                    <a:pt x="14506" y="0"/>
                    <a:pt x="14192" y="0"/>
                  </a:cubicBezTo>
                  <a:lnTo>
                    <a:pt x="10795" y="0"/>
                  </a:lnTo>
                  <a:cubicBezTo>
                    <a:pt x="10481" y="0"/>
                    <a:pt x="10230" y="254"/>
                    <a:pt x="10230" y="568"/>
                  </a:cubicBezTo>
                  <a:cubicBezTo>
                    <a:pt x="10230" y="879"/>
                    <a:pt x="9976" y="1132"/>
                    <a:pt x="9662" y="1132"/>
                  </a:cubicBezTo>
                  <a:cubicBezTo>
                    <a:pt x="9348" y="1132"/>
                    <a:pt x="9098" y="879"/>
                    <a:pt x="9098" y="568"/>
                  </a:cubicBezTo>
                  <a:cubicBezTo>
                    <a:pt x="9098" y="254"/>
                    <a:pt x="8844" y="0"/>
                    <a:pt x="8530" y="0"/>
                  </a:cubicBezTo>
                  <a:lnTo>
                    <a:pt x="5133" y="0"/>
                  </a:lnTo>
                  <a:cubicBezTo>
                    <a:pt x="4819" y="0"/>
                    <a:pt x="4569" y="254"/>
                    <a:pt x="4569" y="568"/>
                  </a:cubicBezTo>
                  <a:cubicBezTo>
                    <a:pt x="4569" y="879"/>
                    <a:pt x="4315" y="1132"/>
                    <a:pt x="4001" y="1132"/>
                  </a:cubicBezTo>
                  <a:cubicBezTo>
                    <a:pt x="3687" y="1132"/>
                    <a:pt x="3436" y="879"/>
                    <a:pt x="3436" y="568"/>
                  </a:cubicBezTo>
                  <a:cubicBezTo>
                    <a:pt x="3436" y="254"/>
                    <a:pt x="3183" y="0"/>
                    <a:pt x="286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20" name="Google Shape;10220;p134"/>
            <p:cNvSpPr/>
            <p:nvPr/>
          </p:nvSpPr>
          <p:spPr>
            <a:xfrm>
              <a:off x="6328725" y="324025"/>
              <a:ext cx="311400" cy="311400"/>
            </a:xfrm>
            <a:custGeom>
              <a:rect b="b" l="l" r="r" t="t"/>
              <a:pathLst>
                <a:path extrusionOk="0" h="12456" w="12456">
                  <a:moveTo>
                    <a:pt x="11323" y="1132"/>
                  </a:moveTo>
                  <a:lnTo>
                    <a:pt x="11323" y="5991"/>
                  </a:lnTo>
                  <a:lnTo>
                    <a:pt x="10025" y="4692"/>
                  </a:lnTo>
                  <a:cubicBezTo>
                    <a:pt x="9913" y="4582"/>
                    <a:pt x="9768" y="4527"/>
                    <a:pt x="9623" y="4527"/>
                  </a:cubicBezTo>
                  <a:cubicBezTo>
                    <a:pt x="9478" y="4527"/>
                    <a:pt x="9333" y="4582"/>
                    <a:pt x="9222" y="4692"/>
                  </a:cubicBezTo>
                  <a:lnTo>
                    <a:pt x="6498" y="7419"/>
                  </a:lnTo>
                  <a:lnTo>
                    <a:pt x="4303" y="5773"/>
                  </a:lnTo>
                  <a:cubicBezTo>
                    <a:pt x="4201" y="5698"/>
                    <a:pt x="4081" y="5661"/>
                    <a:pt x="3962" y="5661"/>
                  </a:cubicBezTo>
                  <a:cubicBezTo>
                    <a:pt x="3824" y="5661"/>
                    <a:pt x="3687" y="5711"/>
                    <a:pt x="3578" y="5810"/>
                  </a:cubicBezTo>
                  <a:lnTo>
                    <a:pt x="1133" y="8053"/>
                  </a:lnTo>
                  <a:lnTo>
                    <a:pt x="1133" y="1132"/>
                  </a:lnTo>
                  <a:close/>
                  <a:moveTo>
                    <a:pt x="4001" y="6960"/>
                  </a:moveTo>
                  <a:lnTo>
                    <a:pt x="5689" y="8228"/>
                  </a:lnTo>
                  <a:lnTo>
                    <a:pt x="2594" y="11323"/>
                  </a:lnTo>
                  <a:lnTo>
                    <a:pt x="1133" y="11323"/>
                  </a:lnTo>
                  <a:lnTo>
                    <a:pt x="1133" y="9590"/>
                  </a:lnTo>
                  <a:lnTo>
                    <a:pt x="4001" y="6960"/>
                  </a:lnTo>
                  <a:close/>
                  <a:moveTo>
                    <a:pt x="9623" y="5894"/>
                  </a:moveTo>
                  <a:lnTo>
                    <a:pt x="11323" y="7594"/>
                  </a:lnTo>
                  <a:lnTo>
                    <a:pt x="11323" y="11323"/>
                  </a:lnTo>
                  <a:lnTo>
                    <a:pt x="4197" y="11323"/>
                  </a:lnTo>
                  <a:lnTo>
                    <a:pt x="9623" y="5894"/>
                  </a:lnTo>
                  <a:close/>
                  <a:moveTo>
                    <a:pt x="565" y="0"/>
                  </a:moveTo>
                  <a:cubicBezTo>
                    <a:pt x="251" y="0"/>
                    <a:pt x="0" y="251"/>
                    <a:pt x="0" y="565"/>
                  </a:cubicBezTo>
                  <a:lnTo>
                    <a:pt x="0" y="11888"/>
                  </a:lnTo>
                  <a:cubicBezTo>
                    <a:pt x="0" y="12202"/>
                    <a:pt x="251" y="12455"/>
                    <a:pt x="565" y="12455"/>
                  </a:cubicBezTo>
                  <a:lnTo>
                    <a:pt x="11888" y="12455"/>
                  </a:lnTo>
                  <a:cubicBezTo>
                    <a:pt x="12202" y="12455"/>
                    <a:pt x="12456" y="12202"/>
                    <a:pt x="12456" y="11888"/>
                  </a:cubicBezTo>
                  <a:lnTo>
                    <a:pt x="12456" y="565"/>
                  </a:lnTo>
                  <a:cubicBezTo>
                    <a:pt x="12456" y="251"/>
                    <a:pt x="12202" y="0"/>
                    <a:pt x="1188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21" name="Google Shape;10221;p134"/>
            <p:cNvSpPr/>
            <p:nvPr/>
          </p:nvSpPr>
          <p:spPr>
            <a:xfrm>
              <a:off x="6441950" y="380575"/>
              <a:ext cx="88275" cy="85000"/>
            </a:xfrm>
            <a:custGeom>
              <a:rect b="b" l="l" r="r" t="t"/>
              <a:pathLst>
                <a:path extrusionOk="0" h="3400" w="3531">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222" name="Google Shape;10222;p134"/>
          <p:cNvGrpSpPr/>
          <p:nvPr/>
        </p:nvGrpSpPr>
        <p:grpSpPr>
          <a:xfrm>
            <a:off x="844156" y="2727362"/>
            <a:ext cx="343566" cy="298943"/>
            <a:chOff x="889275" y="861850"/>
            <a:chExt cx="487950" cy="424575"/>
          </a:xfrm>
        </p:grpSpPr>
        <p:sp>
          <p:nvSpPr>
            <p:cNvPr id="10223" name="Google Shape;10223;p134"/>
            <p:cNvSpPr/>
            <p:nvPr/>
          </p:nvSpPr>
          <p:spPr>
            <a:xfrm>
              <a:off x="1319225" y="1031700"/>
              <a:ext cx="56650" cy="28325"/>
            </a:xfrm>
            <a:custGeom>
              <a:rect b="b" l="l" r="r" t="t"/>
              <a:pathLst>
                <a:path extrusionOk="0" h="1133" w="2266">
                  <a:moveTo>
                    <a:pt x="569" y="1"/>
                  </a:moveTo>
                  <a:cubicBezTo>
                    <a:pt x="255" y="1"/>
                    <a:pt x="1" y="251"/>
                    <a:pt x="1" y="565"/>
                  </a:cubicBezTo>
                  <a:cubicBezTo>
                    <a:pt x="1" y="879"/>
                    <a:pt x="255" y="1133"/>
                    <a:pt x="569" y="1133"/>
                  </a:cubicBezTo>
                  <a:lnTo>
                    <a:pt x="1701" y="1133"/>
                  </a:lnTo>
                  <a:cubicBezTo>
                    <a:pt x="2012" y="1133"/>
                    <a:pt x="2265" y="879"/>
                    <a:pt x="2265" y="565"/>
                  </a:cubicBezTo>
                  <a:cubicBezTo>
                    <a:pt x="2265" y="251"/>
                    <a:pt x="2012" y="1"/>
                    <a:pt x="170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24" name="Google Shape;10224;p134"/>
            <p:cNvSpPr/>
            <p:nvPr/>
          </p:nvSpPr>
          <p:spPr>
            <a:xfrm>
              <a:off x="1314475" y="946725"/>
              <a:ext cx="62750" cy="56700"/>
            </a:xfrm>
            <a:custGeom>
              <a:rect b="b" l="l" r="r" t="t"/>
              <a:pathLst>
                <a:path extrusionOk="0" h="2268" w="2510">
                  <a:moveTo>
                    <a:pt x="1889" y="0"/>
                  </a:moveTo>
                  <a:cubicBezTo>
                    <a:pt x="1744" y="0"/>
                    <a:pt x="1599" y="55"/>
                    <a:pt x="1489" y="166"/>
                  </a:cubicBezTo>
                  <a:lnTo>
                    <a:pt x="357" y="1298"/>
                  </a:lnTo>
                  <a:cubicBezTo>
                    <a:pt x="1" y="1657"/>
                    <a:pt x="251" y="2267"/>
                    <a:pt x="759" y="2267"/>
                  </a:cubicBezTo>
                  <a:cubicBezTo>
                    <a:pt x="906" y="2267"/>
                    <a:pt x="1051" y="2207"/>
                    <a:pt x="1157" y="2101"/>
                  </a:cubicBezTo>
                  <a:lnTo>
                    <a:pt x="2289" y="969"/>
                  </a:lnTo>
                  <a:cubicBezTo>
                    <a:pt x="2510" y="745"/>
                    <a:pt x="2510" y="389"/>
                    <a:pt x="2289" y="166"/>
                  </a:cubicBezTo>
                  <a:cubicBezTo>
                    <a:pt x="2179" y="55"/>
                    <a:pt x="2034" y="0"/>
                    <a:pt x="188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25" name="Google Shape;10225;p134"/>
            <p:cNvSpPr/>
            <p:nvPr/>
          </p:nvSpPr>
          <p:spPr>
            <a:xfrm>
              <a:off x="1317875" y="1088250"/>
              <a:ext cx="59350" cy="56675"/>
            </a:xfrm>
            <a:custGeom>
              <a:rect b="b" l="l" r="r" t="t"/>
              <a:pathLst>
                <a:path extrusionOk="0" h="2267" w="2374">
                  <a:moveTo>
                    <a:pt x="621" y="1"/>
                  </a:moveTo>
                  <a:cubicBezTo>
                    <a:pt x="476" y="1"/>
                    <a:pt x="331" y="56"/>
                    <a:pt x="221" y="166"/>
                  </a:cubicBezTo>
                  <a:cubicBezTo>
                    <a:pt x="1" y="390"/>
                    <a:pt x="1" y="746"/>
                    <a:pt x="221" y="969"/>
                  </a:cubicBezTo>
                  <a:lnTo>
                    <a:pt x="1353" y="2102"/>
                  </a:lnTo>
                  <a:cubicBezTo>
                    <a:pt x="1463" y="2212"/>
                    <a:pt x="1608" y="2267"/>
                    <a:pt x="1753" y="2267"/>
                  </a:cubicBezTo>
                  <a:cubicBezTo>
                    <a:pt x="1898" y="2267"/>
                    <a:pt x="2043" y="2212"/>
                    <a:pt x="2153" y="2102"/>
                  </a:cubicBezTo>
                  <a:cubicBezTo>
                    <a:pt x="2374" y="1878"/>
                    <a:pt x="2374" y="1522"/>
                    <a:pt x="2153" y="1298"/>
                  </a:cubicBezTo>
                  <a:lnTo>
                    <a:pt x="1021" y="166"/>
                  </a:lnTo>
                  <a:cubicBezTo>
                    <a:pt x="911" y="56"/>
                    <a:pt x="766" y="1"/>
                    <a:pt x="62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26" name="Google Shape;10226;p134"/>
            <p:cNvSpPr/>
            <p:nvPr/>
          </p:nvSpPr>
          <p:spPr>
            <a:xfrm>
              <a:off x="889275" y="861850"/>
              <a:ext cx="400700" cy="424575"/>
            </a:xfrm>
            <a:custGeom>
              <a:rect b="b" l="l" r="r" t="t"/>
              <a:pathLst>
                <a:path extrusionOk="0" h="16983" w="16028">
                  <a:moveTo>
                    <a:pt x="4668" y="4530"/>
                  </a:moveTo>
                  <a:lnTo>
                    <a:pt x="4668" y="10191"/>
                  </a:lnTo>
                  <a:lnTo>
                    <a:pt x="4104" y="10191"/>
                  </a:lnTo>
                  <a:cubicBezTo>
                    <a:pt x="2539" y="10191"/>
                    <a:pt x="1271" y="8923"/>
                    <a:pt x="1271" y="7359"/>
                  </a:cubicBezTo>
                  <a:cubicBezTo>
                    <a:pt x="1271" y="5795"/>
                    <a:pt x="2539" y="4530"/>
                    <a:pt x="4104" y="4530"/>
                  </a:cubicBezTo>
                  <a:close/>
                  <a:moveTo>
                    <a:pt x="6972" y="4530"/>
                  </a:moveTo>
                  <a:lnTo>
                    <a:pt x="6972" y="10191"/>
                  </a:lnTo>
                  <a:lnTo>
                    <a:pt x="5800" y="10191"/>
                  </a:lnTo>
                  <a:lnTo>
                    <a:pt x="5800" y="4530"/>
                  </a:lnTo>
                  <a:close/>
                  <a:moveTo>
                    <a:pt x="12633" y="1565"/>
                  </a:moveTo>
                  <a:lnTo>
                    <a:pt x="12633" y="13153"/>
                  </a:lnTo>
                  <a:lnTo>
                    <a:pt x="8104" y="10436"/>
                  </a:lnTo>
                  <a:lnTo>
                    <a:pt x="8104" y="4282"/>
                  </a:lnTo>
                  <a:lnTo>
                    <a:pt x="12633" y="1565"/>
                  </a:lnTo>
                  <a:close/>
                  <a:moveTo>
                    <a:pt x="14330" y="1133"/>
                  </a:moveTo>
                  <a:cubicBezTo>
                    <a:pt x="14644" y="1133"/>
                    <a:pt x="14898" y="1384"/>
                    <a:pt x="14898" y="1698"/>
                  </a:cubicBezTo>
                  <a:lnTo>
                    <a:pt x="14898" y="13021"/>
                  </a:lnTo>
                  <a:cubicBezTo>
                    <a:pt x="14898" y="13335"/>
                    <a:pt x="14644" y="13588"/>
                    <a:pt x="14330" y="13588"/>
                  </a:cubicBezTo>
                  <a:lnTo>
                    <a:pt x="13766" y="13588"/>
                  </a:lnTo>
                  <a:lnTo>
                    <a:pt x="13766" y="1133"/>
                  </a:lnTo>
                  <a:close/>
                  <a:moveTo>
                    <a:pt x="5800" y="11324"/>
                  </a:moveTo>
                  <a:lnTo>
                    <a:pt x="5800" y="15285"/>
                  </a:lnTo>
                  <a:cubicBezTo>
                    <a:pt x="5800" y="15599"/>
                    <a:pt x="5547" y="15850"/>
                    <a:pt x="5236" y="15850"/>
                  </a:cubicBezTo>
                  <a:cubicBezTo>
                    <a:pt x="4922" y="15850"/>
                    <a:pt x="4668" y="15599"/>
                    <a:pt x="4668" y="15285"/>
                  </a:cubicBezTo>
                  <a:lnTo>
                    <a:pt x="4668" y="11324"/>
                  </a:lnTo>
                  <a:close/>
                  <a:moveTo>
                    <a:pt x="13132" y="1"/>
                  </a:moveTo>
                  <a:lnTo>
                    <a:pt x="13098" y="7"/>
                  </a:lnTo>
                  <a:lnTo>
                    <a:pt x="13074" y="10"/>
                  </a:lnTo>
                  <a:cubicBezTo>
                    <a:pt x="13065" y="10"/>
                    <a:pt x="13056" y="16"/>
                    <a:pt x="13047" y="19"/>
                  </a:cubicBezTo>
                  <a:cubicBezTo>
                    <a:pt x="13038" y="22"/>
                    <a:pt x="13029" y="22"/>
                    <a:pt x="13020" y="25"/>
                  </a:cubicBezTo>
                  <a:lnTo>
                    <a:pt x="12996" y="34"/>
                  </a:lnTo>
                  <a:lnTo>
                    <a:pt x="12966" y="46"/>
                  </a:lnTo>
                  <a:lnTo>
                    <a:pt x="12947" y="58"/>
                  </a:lnTo>
                  <a:cubicBezTo>
                    <a:pt x="12935" y="61"/>
                    <a:pt x="12926" y="67"/>
                    <a:pt x="12917" y="73"/>
                  </a:cubicBezTo>
                  <a:lnTo>
                    <a:pt x="12908" y="79"/>
                  </a:lnTo>
                  <a:lnTo>
                    <a:pt x="7380" y="3398"/>
                  </a:lnTo>
                  <a:lnTo>
                    <a:pt x="4104" y="3398"/>
                  </a:lnTo>
                  <a:cubicBezTo>
                    <a:pt x="2023" y="3398"/>
                    <a:pt x="299" y="5001"/>
                    <a:pt x="151" y="7075"/>
                  </a:cubicBezTo>
                  <a:cubicBezTo>
                    <a:pt x="0" y="9150"/>
                    <a:pt x="1480" y="10986"/>
                    <a:pt x="3536" y="11281"/>
                  </a:cubicBezTo>
                  <a:lnTo>
                    <a:pt x="3536" y="15285"/>
                  </a:lnTo>
                  <a:cubicBezTo>
                    <a:pt x="3536" y="16224"/>
                    <a:pt x="4297" y="16982"/>
                    <a:pt x="5236" y="16982"/>
                  </a:cubicBezTo>
                  <a:cubicBezTo>
                    <a:pt x="6172" y="16982"/>
                    <a:pt x="6933" y="16224"/>
                    <a:pt x="6933" y="15285"/>
                  </a:cubicBezTo>
                  <a:lnTo>
                    <a:pt x="6933" y="11324"/>
                  </a:lnTo>
                  <a:lnTo>
                    <a:pt x="7380" y="11324"/>
                  </a:lnTo>
                  <a:lnTo>
                    <a:pt x="12908" y="14639"/>
                  </a:lnTo>
                  <a:cubicBezTo>
                    <a:pt x="12911" y="14642"/>
                    <a:pt x="12914" y="14642"/>
                    <a:pt x="12920" y="14645"/>
                  </a:cubicBezTo>
                  <a:lnTo>
                    <a:pt x="12935" y="14654"/>
                  </a:lnTo>
                  <a:cubicBezTo>
                    <a:pt x="12947" y="14660"/>
                    <a:pt x="12963" y="14666"/>
                    <a:pt x="12975" y="14672"/>
                  </a:cubicBezTo>
                  <a:lnTo>
                    <a:pt x="12984" y="14675"/>
                  </a:lnTo>
                  <a:cubicBezTo>
                    <a:pt x="12996" y="14681"/>
                    <a:pt x="13011" y="14687"/>
                    <a:pt x="13023" y="14690"/>
                  </a:cubicBezTo>
                  <a:lnTo>
                    <a:pt x="13038" y="14696"/>
                  </a:lnTo>
                  <a:cubicBezTo>
                    <a:pt x="13053" y="14699"/>
                    <a:pt x="13068" y="14702"/>
                    <a:pt x="13083" y="14708"/>
                  </a:cubicBezTo>
                  <a:cubicBezTo>
                    <a:pt x="13101" y="14712"/>
                    <a:pt x="13117" y="14715"/>
                    <a:pt x="13135" y="14715"/>
                  </a:cubicBezTo>
                  <a:lnTo>
                    <a:pt x="13144" y="14715"/>
                  </a:lnTo>
                  <a:cubicBezTo>
                    <a:pt x="13162" y="14715"/>
                    <a:pt x="13180" y="14718"/>
                    <a:pt x="13198" y="14718"/>
                  </a:cubicBezTo>
                  <a:lnTo>
                    <a:pt x="14330" y="14718"/>
                  </a:lnTo>
                  <a:cubicBezTo>
                    <a:pt x="15266" y="14718"/>
                    <a:pt x="16027" y="13957"/>
                    <a:pt x="16027" y="13021"/>
                  </a:cubicBezTo>
                  <a:lnTo>
                    <a:pt x="16027" y="1698"/>
                  </a:lnTo>
                  <a:cubicBezTo>
                    <a:pt x="16027" y="759"/>
                    <a:pt x="15266" y="1"/>
                    <a:pt x="143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227" name="Google Shape;10227;p134"/>
          <p:cNvSpPr/>
          <p:nvPr/>
        </p:nvSpPr>
        <p:spPr>
          <a:xfrm>
            <a:off x="1282125" y="2706628"/>
            <a:ext cx="302974" cy="340204"/>
          </a:xfrm>
          <a:custGeom>
            <a:rect b="b" l="l" r="r" t="t"/>
            <a:pathLst>
              <a:path extrusionOk="0" h="19327" w="17212">
                <a:moveTo>
                  <a:pt x="15400" y="1132"/>
                </a:moveTo>
                <a:cubicBezTo>
                  <a:pt x="15714" y="1132"/>
                  <a:pt x="15965" y="1386"/>
                  <a:pt x="15965" y="1700"/>
                </a:cubicBezTo>
                <a:cubicBezTo>
                  <a:pt x="15965" y="2011"/>
                  <a:pt x="15714" y="2265"/>
                  <a:pt x="15400" y="2265"/>
                </a:cubicBezTo>
                <a:lnTo>
                  <a:pt x="1813" y="2265"/>
                </a:lnTo>
                <a:cubicBezTo>
                  <a:pt x="1499" y="2265"/>
                  <a:pt x="1248" y="2011"/>
                  <a:pt x="1248" y="1700"/>
                </a:cubicBezTo>
                <a:cubicBezTo>
                  <a:pt x="1248" y="1386"/>
                  <a:pt x="1499" y="1132"/>
                  <a:pt x="1813" y="1132"/>
                </a:cubicBezTo>
                <a:close/>
                <a:moveTo>
                  <a:pt x="14835" y="3397"/>
                </a:moveTo>
                <a:lnTo>
                  <a:pt x="14835" y="10230"/>
                </a:lnTo>
                <a:lnTo>
                  <a:pt x="2380" y="10230"/>
                </a:lnTo>
                <a:lnTo>
                  <a:pt x="2380" y="3397"/>
                </a:lnTo>
                <a:close/>
                <a:moveTo>
                  <a:pt x="15400" y="11362"/>
                </a:moveTo>
                <a:cubicBezTo>
                  <a:pt x="15714" y="11362"/>
                  <a:pt x="15965" y="11613"/>
                  <a:pt x="15965" y="11927"/>
                </a:cubicBezTo>
                <a:cubicBezTo>
                  <a:pt x="15965" y="12241"/>
                  <a:pt x="15714" y="12495"/>
                  <a:pt x="15400" y="12495"/>
                </a:cubicBezTo>
                <a:lnTo>
                  <a:pt x="1813" y="12495"/>
                </a:lnTo>
                <a:cubicBezTo>
                  <a:pt x="1499" y="12495"/>
                  <a:pt x="1248" y="12241"/>
                  <a:pt x="1248" y="11927"/>
                </a:cubicBezTo>
                <a:cubicBezTo>
                  <a:pt x="1248" y="11613"/>
                  <a:pt x="1499" y="11362"/>
                  <a:pt x="1813" y="11362"/>
                </a:cubicBezTo>
                <a:close/>
                <a:moveTo>
                  <a:pt x="1813" y="0"/>
                </a:moveTo>
                <a:cubicBezTo>
                  <a:pt x="985" y="0"/>
                  <a:pt x="279" y="595"/>
                  <a:pt x="140" y="1410"/>
                </a:cubicBezTo>
                <a:cubicBezTo>
                  <a:pt x="1" y="2226"/>
                  <a:pt x="466" y="3023"/>
                  <a:pt x="1248" y="3300"/>
                </a:cubicBezTo>
                <a:lnTo>
                  <a:pt x="1248" y="10327"/>
                </a:lnTo>
                <a:cubicBezTo>
                  <a:pt x="569" y="10565"/>
                  <a:pt x="116" y="11208"/>
                  <a:pt x="116" y="11927"/>
                </a:cubicBezTo>
                <a:cubicBezTo>
                  <a:pt x="116" y="12866"/>
                  <a:pt x="874" y="13624"/>
                  <a:pt x="1813" y="13627"/>
                </a:cubicBezTo>
                <a:lnTo>
                  <a:pt x="6774" y="13627"/>
                </a:lnTo>
                <a:lnTo>
                  <a:pt x="2522" y="18383"/>
                </a:lnTo>
                <a:cubicBezTo>
                  <a:pt x="2311" y="18615"/>
                  <a:pt x="2332" y="18974"/>
                  <a:pt x="2564" y="19183"/>
                </a:cubicBezTo>
                <a:cubicBezTo>
                  <a:pt x="2673" y="19279"/>
                  <a:pt x="2809" y="19326"/>
                  <a:pt x="2943" y="19326"/>
                </a:cubicBezTo>
                <a:cubicBezTo>
                  <a:pt x="3100" y="19326"/>
                  <a:pt x="3256" y="19262"/>
                  <a:pt x="3368" y="19137"/>
                </a:cubicBezTo>
                <a:lnTo>
                  <a:pt x="8042" y="13908"/>
                </a:lnTo>
                <a:lnTo>
                  <a:pt x="8042" y="18760"/>
                </a:lnTo>
                <a:cubicBezTo>
                  <a:pt x="8042" y="19071"/>
                  <a:pt x="8292" y="19325"/>
                  <a:pt x="8606" y="19325"/>
                </a:cubicBezTo>
                <a:cubicBezTo>
                  <a:pt x="8920" y="19325"/>
                  <a:pt x="9174" y="19071"/>
                  <a:pt x="9174" y="18760"/>
                </a:cubicBezTo>
                <a:lnTo>
                  <a:pt x="9174" y="13908"/>
                </a:lnTo>
                <a:lnTo>
                  <a:pt x="13845" y="19137"/>
                </a:lnTo>
                <a:cubicBezTo>
                  <a:pt x="13956" y="19260"/>
                  <a:pt x="14109" y="19322"/>
                  <a:pt x="14263" y="19322"/>
                </a:cubicBezTo>
                <a:cubicBezTo>
                  <a:pt x="14398" y="19322"/>
                  <a:pt x="14534" y="19274"/>
                  <a:pt x="14642" y="19177"/>
                </a:cubicBezTo>
                <a:cubicBezTo>
                  <a:pt x="14875" y="18971"/>
                  <a:pt x="14896" y="18615"/>
                  <a:pt x="14691" y="18383"/>
                </a:cubicBezTo>
                <a:lnTo>
                  <a:pt x="10439" y="13627"/>
                </a:lnTo>
                <a:lnTo>
                  <a:pt x="15400" y="13627"/>
                </a:lnTo>
                <a:cubicBezTo>
                  <a:pt x="16227" y="13624"/>
                  <a:pt x="16934" y="13029"/>
                  <a:pt x="17073" y="12214"/>
                </a:cubicBezTo>
                <a:cubicBezTo>
                  <a:pt x="17212" y="11399"/>
                  <a:pt x="16747" y="10601"/>
                  <a:pt x="15968" y="10327"/>
                </a:cubicBezTo>
                <a:lnTo>
                  <a:pt x="15968" y="3300"/>
                </a:lnTo>
                <a:cubicBezTo>
                  <a:pt x="16747" y="3023"/>
                  <a:pt x="17212" y="2226"/>
                  <a:pt x="17073" y="1410"/>
                </a:cubicBezTo>
                <a:cubicBezTo>
                  <a:pt x="16934" y="595"/>
                  <a:pt x="16227" y="0"/>
                  <a:pt x="1540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28" name="Google Shape;10228;p134"/>
          <p:cNvSpPr/>
          <p:nvPr/>
        </p:nvSpPr>
        <p:spPr>
          <a:xfrm>
            <a:off x="1677131" y="2706628"/>
            <a:ext cx="341506" cy="340204"/>
          </a:xfrm>
          <a:custGeom>
            <a:rect b="b" l="l" r="r" t="t"/>
            <a:pathLst>
              <a:path extrusionOk="0" h="19327" w="19401">
                <a:moveTo>
                  <a:pt x="14796" y="1700"/>
                </a:moveTo>
                <a:lnTo>
                  <a:pt x="17815" y="3965"/>
                </a:lnTo>
                <a:lnTo>
                  <a:pt x="14796" y="6229"/>
                </a:lnTo>
                <a:lnTo>
                  <a:pt x="14796" y="5097"/>
                </a:lnTo>
                <a:cubicBezTo>
                  <a:pt x="14796" y="4783"/>
                  <a:pt x="14542" y="4529"/>
                  <a:pt x="14231" y="4529"/>
                </a:cubicBezTo>
                <a:lnTo>
                  <a:pt x="10795" y="4529"/>
                </a:lnTo>
                <a:cubicBezTo>
                  <a:pt x="9807" y="4529"/>
                  <a:pt x="8893" y="5046"/>
                  <a:pt x="8379" y="5888"/>
                </a:cubicBezTo>
                <a:cubicBezTo>
                  <a:pt x="8177" y="5547"/>
                  <a:pt x="7932" y="5230"/>
                  <a:pt x="7658" y="4946"/>
                </a:cubicBezTo>
                <a:cubicBezTo>
                  <a:pt x="8409" y="3974"/>
                  <a:pt x="9566" y="3403"/>
                  <a:pt x="10795" y="3397"/>
                </a:cubicBezTo>
                <a:lnTo>
                  <a:pt x="14231" y="3397"/>
                </a:lnTo>
                <a:cubicBezTo>
                  <a:pt x="14542" y="3397"/>
                  <a:pt x="14796" y="3143"/>
                  <a:pt x="14796" y="2832"/>
                </a:cubicBezTo>
                <a:lnTo>
                  <a:pt x="14796" y="1700"/>
                </a:lnTo>
                <a:close/>
                <a:moveTo>
                  <a:pt x="5807" y="13011"/>
                </a:moveTo>
                <a:cubicBezTo>
                  <a:pt x="5888" y="13398"/>
                  <a:pt x="6015" y="13778"/>
                  <a:pt x="6184" y="14137"/>
                </a:cubicBezTo>
                <a:cubicBezTo>
                  <a:pt x="5538" y="14566"/>
                  <a:pt x="4777" y="14796"/>
                  <a:pt x="4001" y="14796"/>
                </a:cubicBezTo>
                <a:lnTo>
                  <a:pt x="1700" y="14796"/>
                </a:lnTo>
                <a:cubicBezTo>
                  <a:pt x="1386" y="14796"/>
                  <a:pt x="1133" y="14542"/>
                  <a:pt x="1133" y="14231"/>
                </a:cubicBezTo>
                <a:cubicBezTo>
                  <a:pt x="1133" y="13917"/>
                  <a:pt x="1386" y="13663"/>
                  <a:pt x="1700" y="13663"/>
                </a:cubicBezTo>
                <a:lnTo>
                  <a:pt x="4001" y="13663"/>
                </a:lnTo>
                <a:cubicBezTo>
                  <a:pt x="4662" y="13663"/>
                  <a:pt x="5299" y="13434"/>
                  <a:pt x="5807" y="13011"/>
                </a:cubicBezTo>
                <a:close/>
                <a:moveTo>
                  <a:pt x="4001" y="4529"/>
                </a:moveTo>
                <a:cubicBezTo>
                  <a:pt x="6190" y="4532"/>
                  <a:pt x="7963" y="6305"/>
                  <a:pt x="7966" y="8494"/>
                </a:cubicBezTo>
                <a:lnTo>
                  <a:pt x="7966" y="11966"/>
                </a:lnTo>
                <a:cubicBezTo>
                  <a:pt x="7966" y="13527"/>
                  <a:pt x="9231" y="14792"/>
                  <a:pt x="10795" y="14796"/>
                </a:cubicBezTo>
                <a:lnTo>
                  <a:pt x="14231" y="14796"/>
                </a:lnTo>
                <a:cubicBezTo>
                  <a:pt x="14542" y="14796"/>
                  <a:pt x="14796" y="14542"/>
                  <a:pt x="14796" y="14231"/>
                </a:cubicBezTo>
                <a:lnTo>
                  <a:pt x="14796" y="13099"/>
                </a:lnTo>
                <a:lnTo>
                  <a:pt x="17815" y="15363"/>
                </a:lnTo>
                <a:lnTo>
                  <a:pt x="14796" y="17628"/>
                </a:lnTo>
                <a:lnTo>
                  <a:pt x="14796" y="16495"/>
                </a:lnTo>
                <a:cubicBezTo>
                  <a:pt x="14796" y="16181"/>
                  <a:pt x="14542" y="15928"/>
                  <a:pt x="14231" y="15928"/>
                </a:cubicBezTo>
                <a:lnTo>
                  <a:pt x="10795" y="15928"/>
                </a:lnTo>
                <a:cubicBezTo>
                  <a:pt x="8606" y="15925"/>
                  <a:pt x="6833" y="14152"/>
                  <a:pt x="6833" y="11966"/>
                </a:cubicBezTo>
                <a:lnTo>
                  <a:pt x="6833" y="8494"/>
                </a:lnTo>
                <a:cubicBezTo>
                  <a:pt x="6830" y="6930"/>
                  <a:pt x="5565" y="5665"/>
                  <a:pt x="4001" y="5662"/>
                </a:cubicBezTo>
                <a:lnTo>
                  <a:pt x="1700" y="5662"/>
                </a:lnTo>
                <a:cubicBezTo>
                  <a:pt x="1386" y="5662"/>
                  <a:pt x="1133" y="5408"/>
                  <a:pt x="1133" y="5097"/>
                </a:cubicBezTo>
                <a:cubicBezTo>
                  <a:pt x="1133" y="4783"/>
                  <a:pt x="1386" y="4529"/>
                  <a:pt x="1700" y="4529"/>
                </a:cubicBezTo>
                <a:close/>
                <a:moveTo>
                  <a:pt x="14230" y="0"/>
                </a:moveTo>
                <a:cubicBezTo>
                  <a:pt x="13937" y="0"/>
                  <a:pt x="13663" y="232"/>
                  <a:pt x="13663" y="568"/>
                </a:cubicBezTo>
                <a:lnTo>
                  <a:pt x="13663" y="2265"/>
                </a:lnTo>
                <a:lnTo>
                  <a:pt x="10795" y="2265"/>
                </a:lnTo>
                <a:cubicBezTo>
                  <a:pt x="9228" y="2265"/>
                  <a:pt x="7745" y="2989"/>
                  <a:pt x="6782" y="4224"/>
                </a:cubicBezTo>
                <a:cubicBezTo>
                  <a:pt x="5955" y="3684"/>
                  <a:pt x="4988" y="3397"/>
                  <a:pt x="4001" y="3397"/>
                </a:cubicBezTo>
                <a:lnTo>
                  <a:pt x="1700" y="3397"/>
                </a:lnTo>
                <a:cubicBezTo>
                  <a:pt x="761" y="3397"/>
                  <a:pt x="0" y="4158"/>
                  <a:pt x="0" y="5097"/>
                </a:cubicBezTo>
                <a:cubicBezTo>
                  <a:pt x="0" y="6033"/>
                  <a:pt x="761" y="6794"/>
                  <a:pt x="1700" y="6794"/>
                </a:cubicBezTo>
                <a:lnTo>
                  <a:pt x="4001" y="6794"/>
                </a:lnTo>
                <a:cubicBezTo>
                  <a:pt x="4940" y="6794"/>
                  <a:pt x="5698" y="7555"/>
                  <a:pt x="5701" y="8494"/>
                </a:cubicBezTo>
                <a:lnTo>
                  <a:pt x="5701" y="10834"/>
                </a:lnTo>
                <a:cubicBezTo>
                  <a:pt x="5698" y="11770"/>
                  <a:pt x="4940" y="12531"/>
                  <a:pt x="4001" y="12531"/>
                </a:cubicBezTo>
                <a:lnTo>
                  <a:pt x="1700" y="12531"/>
                </a:lnTo>
                <a:cubicBezTo>
                  <a:pt x="761" y="12531"/>
                  <a:pt x="0" y="13292"/>
                  <a:pt x="0" y="14231"/>
                </a:cubicBezTo>
                <a:cubicBezTo>
                  <a:pt x="0" y="15167"/>
                  <a:pt x="761" y="15928"/>
                  <a:pt x="1700" y="15928"/>
                </a:cubicBezTo>
                <a:lnTo>
                  <a:pt x="4001" y="15928"/>
                </a:lnTo>
                <a:cubicBezTo>
                  <a:pt x="4988" y="15928"/>
                  <a:pt x="5955" y="15641"/>
                  <a:pt x="6782" y="15100"/>
                </a:cubicBezTo>
                <a:cubicBezTo>
                  <a:pt x="7745" y="16338"/>
                  <a:pt x="9228" y="17060"/>
                  <a:pt x="10795" y="17060"/>
                </a:cubicBezTo>
                <a:lnTo>
                  <a:pt x="13663" y="17060"/>
                </a:lnTo>
                <a:lnTo>
                  <a:pt x="13663" y="18760"/>
                </a:lnTo>
                <a:cubicBezTo>
                  <a:pt x="13663" y="19095"/>
                  <a:pt x="13938" y="19326"/>
                  <a:pt x="14232" y="19326"/>
                </a:cubicBezTo>
                <a:cubicBezTo>
                  <a:pt x="14347" y="19326"/>
                  <a:pt x="14464" y="19291"/>
                  <a:pt x="14569" y="19213"/>
                </a:cubicBezTo>
                <a:lnTo>
                  <a:pt x="19098" y="15816"/>
                </a:lnTo>
                <a:cubicBezTo>
                  <a:pt x="19400" y="15590"/>
                  <a:pt x="19400" y="15134"/>
                  <a:pt x="19098" y="14910"/>
                </a:cubicBezTo>
                <a:lnTo>
                  <a:pt x="14569" y="11513"/>
                </a:lnTo>
                <a:cubicBezTo>
                  <a:pt x="14464" y="11434"/>
                  <a:pt x="14345" y="11398"/>
                  <a:pt x="14230" y="11398"/>
                </a:cubicBezTo>
                <a:cubicBezTo>
                  <a:pt x="13937" y="11398"/>
                  <a:pt x="13663" y="11630"/>
                  <a:pt x="13663" y="11966"/>
                </a:cubicBezTo>
                <a:lnTo>
                  <a:pt x="13663" y="13663"/>
                </a:lnTo>
                <a:lnTo>
                  <a:pt x="10795" y="13663"/>
                </a:lnTo>
                <a:cubicBezTo>
                  <a:pt x="9856" y="13663"/>
                  <a:pt x="9098" y="12902"/>
                  <a:pt x="9098" y="11966"/>
                </a:cubicBezTo>
                <a:lnTo>
                  <a:pt x="9098" y="7362"/>
                </a:lnTo>
                <a:cubicBezTo>
                  <a:pt x="9098" y="6423"/>
                  <a:pt x="9856" y="5662"/>
                  <a:pt x="10795" y="5662"/>
                </a:cubicBezTo>
                <a:lnTo>
                  <a:pt x="13663" y="5662"/>
                </a:lnTo>
                <a:lnTo>
                  <a:pt x="13663" y="7362"/>
                </a:lnTo>
                <a:cubicBezTo>
                  <a:pt x="13663" y="7576"/>
                  <a:pt x="13784" y="7769"/>
                  <a:pt x="13977" y="7866"/>
                </a:cubicBezTo>
                <a:cubicBezTo>
                  <a:pt x="14057" y="7906"/>
                  <a:pt x="14144" y="7926"/>
                  <a:pt x="14230" y="7926"/>
                </a:cubicBezTo>
                <a:cubicBezTo>
                  <a:pt x="14350" y="7926"/>
                  <a:pt x="14469" y="7888"/>
                  <a:pt x="14569" y="7815"/>
                </a:cubicBezTo>
                <a:lnTo>
                  <a:pt x="19098" y="4418"/>
                </a:lnTo>
                <a:cubicBezTo>
                  <a:pt x="19400" y="4191"/>
                  <a:pt x="19400" y="3735"/>
                  <a:pt x="19098" y="3512"/>
                </a:cubicBezTo>
                <a:lnTo>
                  <a:pt x="14569" y="115"/>
                </a:lnTo>
                <a:cubicBezTo>
                  <a:pt x="14464" y="36"/>
                  <a:pt x="14345" y="0"/>
                  <a:pt x="1423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229" name="Google Shape;10229;p134"/>
          <p:cNvGrpSpPr/>
          <p:nvPr/>
        </p:nvGrpSpPr>
        <p:grpSpPr>
          <a:xfrm>
            <a:off x="2105973" y="2706749"/>
            <a:ext cx="340168" cy="340168"/>
            <a:chOff x="2676100" y="832575"/>
            <a:chExt cx="483125" cy="483125"/>
          </a:xfrm>
        </p:grpSpPr>
        <p:sp>
          <p:nvSpPr>
            <p:cNvPr id="10230" name="Google Shape;10230;p134"/>
            <p:cNvSpPr/>
            <p:nvPr/>
          </p:nvSpPr>
          <p:spPr>
            <a:xfrm>
              <a:off x="2676100" y="832575"/>
              <a:ext cx="483125" cy="483125"/>
            </a:xfrm>
            <a:custGeom>
              <a:rect b="b" l="l" r="r" t="t"/>
              <a:pathLst>
                <a:path extrusionOk="0" h="19325" w="19325">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31" name="Google Shape;10231;p134"/>
            <p:cNvSpPr/>
            <p:nvPr/>
          </p:nvSpPr>
          <p:spPr>
            <a:xfrm>
              <a:off x="2762000" y="918475"/>
              <a:ext cx="311400" cy="311400"/>
            </a:xfrm>
            <a:custGeom>
              <a:rect b="b" l="l" r="r" t="t"/>
              <a:pathLst>
                <a:path extrusionOk="0" h="12456" w="12456">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32" name="Google Shape;10232;p134"/>
            <p:cNvSpPr/>
            <p:nvPr/>
          </p:nvSpPr>
          <p:spPr>
            <a:xfrm>
              <a:off x="2810775" y="975075"/>
              <a:ext cx="206025" cy="198150"/>
            </a:xfrm>
            <a:custGeom>
              <a:rect b="b" l="l" r="r" t="t"/>
              <a:pathLst>
                <a:path extrusionOk="0" h="7926" w="8241">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233" name="Google Shape;10233;p134"/>
          <p:cNvGrpSpPr/>
          <p:nvPr/>
        </p:nvGrpSpPr>
        <p:grpSpPr>
          <a:xfrm>
            <a:off x="2517477" y="2706749"/>
            <a:ext cx="351610" cy="340168"/>
            <a:chOff x="3270550" y="832575"/>
            <a:chExt cx="499375" cy="483125"/>
          </a:xfrm>
        </p:grpSpPr>
        <p:sp>
          <p:nvSpPr>
            <p:cNvPr id="10234" name="Google Shape;10234;p134"/>
            <p:cNvSpPr/>
            <p:nvPr/>
          </p:nvSpPr>
          <p:spPr>
            <a:xfrm>
              <a:off x="3270550" y="865975"/>
              <a:ext cx="463725" cy="449725"/>
            </a:xfrm>
            <a:custGeom>
              <a:rect b="b" l="l" r="r" t="t"/>
              <a:pathLst>
                <a:path extrusionOk="0" h="17989" w="18549">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35" name="Google Shape;10235;p134"/>
            <p:cNvSpPr/>
            <p:nvPr/>
          </p:nvSpPr>
          <p:spPr>
            <a:xfrm>
              <a:off x="3562600" y="876075"/>
              <a:ext cx="207325" cy="241775"/>
            </a:xfrm>
            <a:custGeom>
              <a:rect b="b" l="l" r="r" t="t"/>
              <a:pathLst>
                <a:path extrusionOk="0" h="9671" w="8293">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36" name="Google Shape;10236;p134"/>
            <p:cNvSpPr/>
            <p:nvPr/>
          </p:nvSpPr>
          <p:spPr>
            <a:xfrm>
              <a:off x="3443500" y="832575"/>
              <a:ext cx="187300" cy="173625"/>
            </a:xfrm>
            <a:custGeom>
              <a:rect b="b" l="l" r="r" t="t"/>
              <a:pathLst>
                <a:path extrusionOk="0" h="6945" w="7492">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237" name="Google Shape;10237;p134"/>
          <p:cNvGrpSpPr/>
          <p:nvPr/>
        </p:nvGrpSpPr>
        <p:grpSpPr>
          <a:xfrm>
            <a:off x="2935756" y="2717381"/>
            <a:ext cx="340186" cy="318904"/>
            <a:chOff x="3865000" y="847675"/>
            <a:chExt cx="483150" cy="452925"/>
          </a:xfrm>
        </p:grpSpPr>
        <p:sp>
          <p:nvSpPr>
            <p:cNvPr id="10238" name="Google Shape;10238;p134"/>
            <p:cNvSpPr/>
            <p:nvPr/>
          </p:nvSpPr>
          <p:spPr>
            <a:xfrm>
              <a:off x="3865000" y="847675"/>
              <a:ext cx="483150" cy="452925"/>
            </a:xfrm>
            <a:custGeom>
              <a:rect b="b" l="l" r="r" t="t"/>
              <a:pathLst>
                <a:path extrusionOk="0" h="18117" w="19326">
                  <a:moveTo>
                    <a:pt x="9627" y="1132"/>
                  </a:moveTo>
                  <a:cubicBezTo>
                    <a:pt x="14349" y="1132"/>
                    <a:pt x="18193" y="4436"/>
                    <a:pt x="18193" y="8494"/>
                  </a:cubicBezTo>
                  <a:cubicBezTo>
                    <a:pt x="18193" y="12552"/>
                    <a:pt x="14349" y="15852"/>
                    <a:pt x="9627" y="15852"/>
                  </a:cubicBezTo>
                  <a:cubicBezTo>
                    <a:pt x="9619" y="15852"/>
                    <a:pt x="9611" y="15852"/>
                    <a:pt x="9603" y="15852"/>
                  </a:cubicBezTo>
                  <a:cubicBezTo>
                    <a:pt x="8397" y="15852"/>
                    <a:pt x="7207" y="15626"/>
                    <a:pt x="6088" y="15185"/>
                  </a:cubicBezTo>
                  <a:cubicBezTo>
                    <a:pt x="6019" y="15158"/>
                    <a:pt x="5947" y="15144"/>
                    <a:pt x="5876" y="15144"/>
                  </a:cubicBezTo>
                  <a:cubicBezTo>
                    <a:pt x="5720" y="15144"/>
                    <a:pt x="5568" y="15208"/>
                    <a:pt x="5460" y="15327"/>
                  </a:cubicBezTo>
                  <a:cubicBezTo>
                    <a:pt x="4780" y="16070"/>
                    <a:pt x="3896" y="16595"/>
                    <a:pt x="2917" y="16837"/>
                  </a:cubicBezTo>
                  <a:cubicBezTo>
                    <a:pt x="3461" y="15801"/>
                    <a:pt x="3582" y="14593"/>
                    <a:pt x="3262" y="13467"/>
                  </a:cubicBezTo>
                  <a:cubicBezTo>
                    <a:pt x="3238" y="13379"/>
                    <a:pt x="3189" y="13295"/>
                    <a:pt x="3126" y="13228"/>
                  </a:cubicBezTo>
                  <a:cubicBezTo>
                    <a:pt x="1843" y="11906"/>
                    <a:pt x="1133" y="10224"/>
                    <a:pt x="1133" y="8494"/>
                  </a:cubicBezTo>
                  <a:cubicBezTo>
                    <a:pt x="1133" y="4436"/>
                    <a:pt x="4944" y="1132"/>
                    <a:pt x="9627" y="1132"/>
                  </a:cubicBezTo>
                  <a:close/>
                  <a:moveTo>
                    <a:pt x="9627" y="0"/>
                  </a:moveTo>
                  <a:cubicBezTo>
                    <a:pt x="7066" y="0"/>
                    <a:pt x="4663" y="876"/>
                    <a:pt x="2848" y="2461"/>
                  </a:cubicBezTo>
                  <a:cubicBezTo>
                    <a:pt x="1012" y="4067"/>
                    <a:pt x="1" y="6211"/>
                    <a:pt x="1" y="8494"/>
                  </a:cubicBezTo>
                  <a:cubicBezTo>
                    <a:pt x="1" y="10472"/>
                    <a:pt x="783" y="12389"/>
                    <a:pt x="2208" y="13908"/>
                  </a:cubicBezTo>
                  <a:cubicBezTo>
                    <a:pt x="2492" y="15073"/>
                    <a:pt x="2148" y="16302"/>
                    <a:pt x="1299" y="17151"/>
                  </a:cubicBezTo>
                  <a:cubicBezTo>
                    <a:pt x="943" y="17507"/>
                    <a:pt x="1193" y="18117"/>
                    <a:pt x="1701" y="18117"/>
                  </a:cubicBezTo>
                  <a:cubicBezTo>
                    <a:pt x="3313" y="18114"/>
                    <a:pt x="4862" y="17489"/>
                    <a:pt x="6024" y="16372"/>
                  </a:cubicBezTo>
                  <a:cubicBezTo>
                    <a:pt x="7173" y="16776"/>
                    <a:pt x="8380" y="16985"/>
                    <a:pt x="9600" y="16985"/>
                  </a:cubicBezTo>
                  <a:cubicBezTo>
                    <a:pt x="9609" y="16985"/>
                    <a:pt x="9618" y="16985"/>
                    <a:pt x="9627" y="16985"/>
                  </a:cubicBezTo>
                  <a:cubicBezTo>
                    <a:pt x="12184" y="16985"/>
                    <a:pt x="14606" y="16112"/>
                    <a:pt x="16439" y="14524"/>
                  </a:cubicBezTo>
                  <a:cubicBezTo>
                    <a:pt x="18302" y="12914"/>
                    <a:pt x="19325" y="10773"/>
                    <a:pt x="19325" y="8494"/>
                  </a:cubicBezTo>
                  <a:cubicBezTo>
                    <a:pt x="19325" y="6211"/>
                    <a:pt x="18302" y="4070"/>
                    <a:pt x="16439" y="2461"/>
                  </a:cubicBezTo>
                  <a:cubicBezTo>
                    <a:pt x="14606" y="873"/>
                    <a:pt x="12184" y="0"/>
                    <a:pt x="962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39" name="Google Shape;10239;p134"/>
            <p:cNvSpPr/>
            <p:nvPr/>
          </p:nvSpPr>
          <p:spPr>
            <a:xfrm>
              <a:off x="4173600" y="1029775"/>
              <a:ext cx="78450" cy="75550"/>
            </a:xfrm>
            <a:custGeom>
              <a:rect b="b" l="l" r="r" t="t"/>
              <a:pathLst>
                <a:path extrusionOk="0" h="3022" w="3138">
                  <a:moveTo>
                    <a:pt x="1510" y="1134"/>
                  </a:moveTo>
                  <a:cubicBezTo>
                    <a:pt x="1845" y="1134"/>
                    <a:pt x="2014" y="1539"/>
                    <a:pt x="1776" y="1777"/>
                  </a:cubicBezTo>
                  <a:cubicBezTo>
                    <a:pt x="1698" y="1855"/>
                    <a:pt x="1604" y="1889"/>
                    <a:pt x="1511" y="1889"/>
                  </a:cubicBezTo>
                  <a:cubicBezTo>
                    <a:pt x="1318" y="1889"/>
                    <a:pt x="1132" y="1738"/>
                    <a:pt x="1132" y="1512"/>
                  </a:cubicBezTo>
                  <a:cubicBezTo>
                    <a:pt x="1132"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40" name="Google Shape;10240;p134"/>
            <p:cNvSpPr/>
            <p:nvPr/>
          </p:nvSpPr>
          <p:spPr>
            <a:xfrm>
              <a:off x="4068825" y="1029775"/>
              <a:ext cx="78450" cy="75550"/>
            </a:xfrm>
            <a:custGeom>
              <a:rect b="b" l="l" r="r" t="t"/>
              <a:pathLst>
                <a:path extrusionOk="0" h="3022" w="3138">
                  <a:moveTo>
                    <a:pt x="1510" y="1134"/>
                  </a:moveTo>
                  <a:cubicBezTo>
                    <a:pt x="1845" y="1134"/>
                    <a:pt x="2014" y="1539"/>
                    <a:pt x="1776" y="1777"/>
                  </a:cubicBezTo>
                  <a:cubicBezTo>
                    <a:pt x="1699" y="1855"/>
                    <a:pt x="1605" y="1889"/>
                    <a:pt x="1513" y="1889"/>
                  </a:cubicBezTo>
                  <a:cubicBezTo>
                    <a:pt x="1319" y="1889"/>
                    <a:pt x="1132" y="1738"/>
                    <a:pt x="1132" y="1512"/>
                  </a:cubicBezTo>
                  <a:cubicBezTo>
                    <a:pt x="1132" y="1300"/>
                    <a:pt x="1302" y="1134"/>
                    <a:pt x="1510" y="1134"/>
                  </a:cubicBezTo>
                  <a:close/>
                  <a:moveTo>
                    <a:pt x="1511" y="1"/>
                  </a:moveTo>
                  <a:cubicBezTo>
                    <a:pt x="1316" y="1"/>
                    <a:pt x="1120" y="39"/>
                    <a:pt x="933" y="117"/>
                  </a:cubicBezTo>
                  <a:cubicBezTo>
                    <a:pt x="369" y="349"/>
                    <a:pt x="0" y="899"/>
                    <a:pt x="0" y="1512"/>
                  </a:cubicBezTo>
                  <a:cubicBezTo>
                    <a:pt x="0" y="2345"/>
                    <a:pt x="677" y="3021"/>
                    <a:pt x="1510" y="3021"/>
                  </a:cubicBezTo>
                  <a:cubicBezTo>
                    <a:pt x="2120" y="3021"/>
                    <a:pt x="2672" y="2653"/>
                    <a:pt x="2905" y="2088"/>
                  </a:cubicBezTo>
                  <a:cubicBezTo>
                    <a:pt x="3137" y="1524"/>
                    <a:pt x="3011" y="875"/>
                    <a:pt x="2579" y="443"/>
                  </a:cubicBezTo>
                  <a:cubicBezTo>
                    <a:pt x="2290" y="154"/>
                    <a:pt x="1903" y="1"/>
                    <a:pt x="151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41" name="Google Shape;10241;p134"/>
            <p:cNvSpPr/>
            <p:nvPr/>
          </p:nvSpPr>
          <p:spPr>
            <a:xfrm>
              <a:off x="3964125" y="1029775"/>
              <a:ext cx="78450" cy="75550"/>
            </a:xfrm>
            <a:custGeom>
              <a:rect b="b" l="l" r="r" t="t"/>
              <a:pathLst>
                <a:path extrusionOk="0" h="3022" w="3138">
                  <a:moveTo>
                    <a:pt x="1510" y="1134"/>
                  </a:moveTo>
                  <a:cubicBezTo>
                    <a:pt x="1845" y="1134"/>
                    <a:pt x="2014" y="1539"/>
                    <a:pt x="1776" y="1777"/>
                  </a:cubicBezTo>
                  <a:cubicBezTo>
                    <a:pt x="1698" y="1855"/>
                    <a:pt x="1604" y="1889"/>
                    <a:pt x="1511" y="1889"/>
                  </a:cubicBezTo>
                  <a:cubicBezTo>
                    <a:pt x="1318" y="1889"/>
                    <a:pt x="1133" y="1738"/>
                    <a:pt x="1133" y="1512"/>
                  </a:cubicBezTo>
                  <a:cubicBezTo>
                    <a:pt x="1133"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242" name="Google Shape;10242;p134"/>
          <p:cNvGrpSpPr/>
          <p:nvPr/>
        </p:nvGrpSpPr>
        <p:grpSpPr>
          <a:xfrm>
            <a:off x="3351439" y="2727300"/>
            <a:ext cx="344798" cy="299066"/>
            <a:chOff x="4452900" y="861750"/>
            <a:chExt cx="489700" cy="424750"/>
          </a:xfrm>
        </p:grpSpPr>
        <p:sp>
          <p:nvSpPr>
            <p:cNvPr id="10243" name="Google Shape;10243;p134"/>
            <p:cNvSpPr/>
            <p:nvPr/>
          </p:nvSpPr>
          <p:spPr>
            <a:xfrm>
              <a:off x="4452900" y="861750"/>
              <a:ext cx="489700" cy="424750"/>
            </a:xfrm>
            <a:custGeom>
              <a:rect b="b" l="l" r="r" t="t"/>
              <a:pathLst>
                <a:path extrusionOk="0" h="16990" w="19588">
                  <a:moveTo>
                    <a:pt x="3660" y="1137"/>
                  </a:moveTo>
                  <a:cubicBezTo>
                    <a:pt x="4575" y="1137"/>
                    <a:pt x="5402" y="1687"/>
                    <a:pt x="5752" y="2532"/>
                  </a:cubicBezTo>
                  <a:cubicBezTo>
                    <a:pt x="6102" y="3380"/>
                    <a:pt x="5909" y="4353"/>
                    <a:pt x="5260" y="5002"/>
                  </a:cubicBezTo>
                  <a:cubicBezTo>
                    <a:pt x="4828" y="5434"/>
                    <a:pt x="4249" y="5664"/>
                    <a:pt x="3660" y="5664"/>
                  </a:cubicBezTo>
                  <a:cubicBezTo>
                    <a:pt x="3368" y="5664"/>
                    <a:pt x="3073" y="5607"/>
                    <a:pt x="2793" y="5491"/>
                  </a:cubicBezTo>
                  <a:cubicBezTo>
                    <a:pt x="1948" y="5141"/>
                    <a:pt x="1395" y="4317"/>
                    <a:pt x="1395" y="3402"/>
                  </a:cubicBezTo>
                  <a:cubicBezTo>
                    <a:pt x="1395" y="2149"/>
                    <a:pt x="2410" y="1137"/>
                    <a:pt x="3660" y="1137"/>
                  </a:cubicBezTo>
                  <a:close/>
                  <a:moveTo>
                    <a:pt x="10453" y="1137"/>
                  </a:moveTo>
                  <a:cubicBezTo>
                    <a:pt x="11043" y="1137"/>
                    <a:pt x="11622" y="1366"/>
                    <a:pt x="12054" y="1798"/>
                  </a:cubicBezTo>
                  <a:cubicBezTo>
                    <a:pt x="12703" y="2447"/>
                    <a:pt x="12896" y="3420"/>
                    <a:pt x="12546" y="4268"/>
                  </a:cubicBezTo>
                  <a:cubicBezTo>
                    <a:pt x="12196" y="5114"/>
                    <a:pt x="11368" y="5666"/>
                    <a:pt x="10453" y="5666"/>
                  </a:cubicBezTo>
                  <a:cubicBezTo>
                    <a:pt x="9203" y="5663"/>
                    <a:pt x="8189" y="4652"/>
                    <a:pt x="8189" y="3402"/>
                  </a:cubicBezTo>
                  <a:cubicBezTo>
                    <a:pt x="8189" y="2484"/>
                    <a:pt x="8741" y="1659"/>
                    <a:pt x="9587" y="1309"/>
                  </a:cubicBezTo>
                  <a:cubicBezTo>
                    <a:pt x="9867" y="1193"/>
                    <a:pt x="10161" y="1137"/>
                    <a:pt x="10453" y="1137"/>
                  </a:cubicBezTo>
                  <a:close/>
                  <a:moveTo>
                    <a:pt x="14983" y="9063"/>
                  </a:moveTo>
                  <a:lnTo>
                    <a:pt x="14983" y="13592"/>
                  </a:lnTo>
                  <a:lnTo>
                    <a:pt x="13850" y="13592"/>
                  </a:lnTo>
                  <a:lnTo>
                    <a:pt x="13850" y="9063"/>
                  </a:lnTo>
                  <a:close/>
                  <a:moveTo>
                    <a:pt x="18455" y="7276"/>
                  </a:moveTo>
                  <a:lnTo>
                    <a:pt x="18455" y="15377"/>
                  </a:lnTo>
                  <a:lnTo>
                    <a:pt x="16115" y="13849"/>
                  </a:lnTo>
                  <a:lnTo>
                    <a:pt x="16115" y="8803"/>
                  </a:lnTo>
                  <a:lnTo>
                    <a:pt x="18455" y="7276"/>
                  </a:lnTo>
                  <a:close/>
                  <a:moveTo>
                    <a:pt x="12153" y="6799"/>
                  </a:moveTo>
                  <a:cubicBezTo>
                    <a:pt x="12464" y="6799"/>
                    <a:pt x="12718" y="7049"/>
                    <a:pt x="12718" y="7363"/>
                  </a:cubicBezTo>
                  <a:lnTo>
                    <a:pt x="12718" y="15289"/>
                  </a:lnTo>
                  <a:cubicBezTo>
                    <a:pt x="12718" y="15603"/>
                    <a:pt x="12464" y="15857"/>
                    <a:pt x="12153" y="15857"/>
                  </a:cubicBezTo>
                  <a:lnTo>
                    <a:pt x="1963" y="15857"/>
                  </a:lnTo>
                  <a:cubicBezTo>
                    <a:pt x="1649" y="15857"/>
                    <a:pt x="1395" y="15603"/>
                    <a:pt x="1395" y="15289"/>
                  </a:cubicBezTo>
                  <a:lnTo>
                    <a:pt x="1395" y="7363"/>
                  </a:lnTo>
                  <a:cubicBezTo>
                    <a:pt x="1395" y="7049"/>
                    <a:pt x="1649" y="6799"/>
                    <a:pt x="1963" y="6799"/>
                  </a:cubicBezTo>
                  <a:close/>
                  <a:moveTo>
                    <a:pt x="3656" y="0"/>
                  </a:moveTo>
                  <a:cubicBezTo>
                    <a:pt x="3623" y="0"/>
                    <a:pt x="3590" y="1"/>
                    <a:pt x="3557" y="2"/>
                  </a:cubicBezTo>
                  <a:cubicBezTo>
                    <a:pt x="2198" y="44"/>
                    <a:pt x="997" y="889"/>
                    <a:pt x="498" y="2155"/>
                  </a:cubicBezTo>
                  <a:cubicBezTo>
                    <a:pt x="0" y="3417"/>
                    <a:pt x="305" y="4857"/>
                    <a:pt x="1271" y="5811"/>
                  </a:cubicBezTo>
                  <a:cubicBezTo>
                    <a:pt x="658" y="6086"/>
                    <a:pt x="263" y="6693"/>
                    <a:pt x="263" y="7363"/>
                  </a:cubicBezTo>
                  <a:lnTo>
                    <a:pt x="263" y="15289"/>
                  </a:lnTo>
                  <a:cubicBezTo>
                    <a:pt x="263" y="16228"/>
                    <a:pt x="1024" y="16986"/>
                    <a:pt x="1963" y="16989"/>
                  </a:cubicBezTo>
                  <a:lnTo>
                    <a:pt x="12153" y="16989"/>
                  </a:lnTo>
                  <a:cubicBezTo>
                    <a:pt x="13089" y="16986"/>
                    <a:pt x="13850" y="16228"/>
                    <a:pt x="13850" y="15289"/>
                  </a:cubicBezTo>
                  <a:lnTo>
                    <a:pt x="13850" y="14725"/>
                  </a:lnTo>
                  <a:lnTo>
                    <a:pt x="15381" y="14725"/>
                  </a:lnTo>
                  <a:lnTo>
                    <a:pt x="18712" y="16896"/>
                  </a:lnTo>
                  <a:cubicBezTo>
                    <a:pt x="18810" y="16959"/>
                    <a:pt x="18916" y="16988"/>
                    <a:pt x="19020" y="16988"/>
                  </a:cubicBezTo>
                  <a:cubicBezTo>
                    <a:pt x="19315" y="16988"/>
                    <a:pt x="19587" y="16754"/>
                    <a:pt x="19587" y="16422"/>
                  </a:cubicBezTo>
                  <a:lnTo>
                    <a:pt x="19587" y="6231"/>
                  </a:lnTo>
                  <a:cubicBezTo>
                    <a:pt x="19587" y="6023"/>
                    <a:pt x="19473" y="5832"/>
                    <a:pt x="19291" y="5733"/>
                  </a:cubicBezTo>
                  <a:cubicBezTo>
                    <a:pt x="19206" y="5687"/>
                    <a:pt x="19114" y="5664"/>
                    <a:pt x="19021" y="5664"/>
                  </a:cubicBezTo>
                  <a:cubicBezTo>
                    <a:pt x="18913" y="5664"/>
                    <a:pt x="18806" y="5695"/>
                    <a:pt x="18712" y="5757"/>
                  </a:cubicBezTo>
                  <a:lnTo>
                    <a:pt x="15381" y="7931"/>
                  </a:lnTo>
                  <a:lnTo>
                    <a:pt x="13850" y="7931"/>
                  </a:lnTo>
                  <a:lnTo>
                    <a:pt x="13850" y="7363"/>
                  </a:lnTo>
                  <a:cubicBezTo>
                    <a:pt x="13850" y="6693"/>
                    <a:pt x="13455" y="6086"/>
                    <a:pt x="12842" y="5811"/>
                  </a:cubicBezTo>
                  <a:cubicBezTo>
                    <a:pt x="13808" y="4857"/>
                    <a:pt x="14113" y="3417"/>
                    <a:pt x="13615" y="2155"/>
                  </a:cubicBezTo>
                  <a:cubicBezTo>
                    <a:pt x="13117" y="889"/>
                    <a:pt x="11915" y="44"/>
                    <a:pt x="10556" y="2"/>
                  </a:cubicBezTo>
                  <a:cubicBezTo>
                    <a:pt x="10523" y="1"/>
                    <a:pt x="10490" y="0"/>
                    <a:pt x="10457" y="0"/>
                  </a:cubicBezTo>
                  <a:cubicBezTo>
                    <a:pt x="9137" y="0"/>
                    <a:pt x="7933" y="763"/>
                    <a:pt x="7374" y="1967"/>
                  </a:cubicBezTo>
                  <a:cubicBezTo>
                    <a:pt x="6800" y="3199"/>
                    <a:pt x="7017" y="4652"/>
                    <a:pt x="7926" y="5666"/>
                  </a:cubicBezTo>
                  <a:lnTo>
                    <a:pt x="6190" y="5666"/>
                  </a:lnTo>
                  <a:cubicBezTo>
                    <a:pt x="7096" y="4652"/>
                    <a:pt x="7313" y="3199"/>
                    <a:pt x="6740" y="1967"/>
                  </a:cubicBezTo>
                  <a:cubicBezTo>
                    <a:pt x="6180" y="763"/>
                    <a:pt x="4976" y="0"/>
                    <a:pt x="365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44" name="Google Shape;10244;p134"/>
            <p:cNvSpPr/>
            <p:nvPr/>
          </p:nvSpPr>
          <p:spPr>
            <a:xfrm>
              <a:off x="4572675" y="1074100"/>
              <a:ext cx="115375" cy="141625"/>
            </a:xfrm>
            <a:custGeom>
              <a:rect b="b" l="l" r="r" t="t"/>
              <a:pathLst>
                <a:path extrusionOk="0" h="5665" w="4615">
                  <a:moveTo>
                    <a:pt x="1133" y="1626"/>
                  </a:moveTo>
                  <a:lnTo>
                    <a:pt x="2945" y="2834"/>
                  </a:lnTo>
                  <a:lnTo>
                    <a:pt x="1133" y="4041"/>
                  </a:lnTo>
                  <a:lnTo>
                    <a:pt x="1133" y="1626"/>
                  </a:lnTo>
                  <a:close/>
                  <a:moveTo>
                    <a:pt x="569" y="1"/>
                  </a:moveTo>
                  <a:cubicBezTo>
                    <a:pt x="274" y="1"/>
                    <a:pt x="1" y="236"/>
                    <a:pt x="1" y="569"/>
                  </a:cubicBezTo>
                  <a:lnTo>
                    <a:pt x="1" y="5098"/>
                  </a:lnTo>
                  <a:cubicBezTo>
                    <a:pt x="1" y="5430"/>
                    <a:pt x="275" y="5665"/>
                    <a:pt x="571" y="5665"/>
                  </a:cubicBezTo>
                  <a:cubicBezTo>
                    <a:pt x="676" y="5665"/>
                    <a:pt x="784" y="5635"/>
                    <a:pt x="883" y="5569"/>
                  </a:cubicBezTo>
                  <a:lnTo>
                    <a:pt x="4280" y="3305"/>
                  </a:lnTo>
                  <a:cubicBezTo>
                    <a:pt x="4615" y="3078"/>
                    <a:pt x="4615" y="2583"/>
                    <a:pt x="4280" y="2360"/>
                  </a:cubicBezTo>
                  <a:lnTo>
                    <a:pt x="4280" y="2363"/>
                  </a:lnTo>
                  <a:lnTo>
                    <a:pt x="883" y="98"/>
                  </a:lnTo>
                  <a:cubicBezTo>
                    <a:pt x="783" y="31"/>
                    <a:pt x="674" y="1"/>
                    <a:pt x="56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45" name="Google Shape;10245;p134"/>
            <p:cNvSpPr/>
            <p:nvPr/>
          </p:nvSpPr>
          <p:spPr>
            <a:xfrm>
              <a:off x="4714225" y="1060000"/>
              <a:ext cx="28325" cy="28350"/>
            </a:xfrm>
            <a:custGeom>
              <a:rect b="b" l="l" r="r" t="t"/>
              <a:pathLst>
                <a:path extrusionOk="0" h="1134" w="1133">
                  <a:moveTo>
                    <a:pt x="568" y="1"/>
                  </a:moveTo>
                  <a:cubicBezTo>
                    <a:pt x="254" y="1"/>
                    <a:pt x="0" y="251"/>
                    <a:pt x="0" y="565"/>
                  </a:cubicBezTo>
                  <a:cubicBezTo>
                    <a:pt x="0" y="879"/>
                    <a:pt x="254" y="1133"/>
                    <a:pt x="568" y="1133"/>
                  </a:cubicBezTo>
                  <a:cubicBezTo>
                    <a:pt x="879" y="1133"/>
                    <a:pt x="1133" y="879"/>
                    <a:pt x="1133" y="565"/>
                  </a:cubicBezTo>
                  <a:cubicBezTo>
                    <a:pt x="1133" y="251"/>
                    <a:pt x="879" y="1"/>
                    <a:pt x="56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246" name="Google Shape;10246;p134"/>
          <p:cNvGrpSpPr/>
          <p:nvPr/>
        </p:nvGrpSpPr>
        <p:grpSpPr>
          <a:xfrm>
            <a:off x="3768671" y="2706758"/>
            <a:ext cx="355641" cy="340151"/>
            <a:chOff x="5049750" y="832600"/>
            <a:chExt cx="505100" cy="483100"/>
          </a:xfrm>
        </p:grpSpPr>
        <p:sp>
          <p:nvSpPr>
            <p:cNvPr id="10247" name="Google Shape;10247;p134"/>
            <p:cNvSpPr/>
            <p:nvPr/>
          </p:nvSpPr>
          <p:spPr>
            <a:xfrm>
              <a:off x="5049750" y="832600"/>
              <a:ext cx="505100" cy="483100"/>
            </a:xfrm>
            <a:custGeom>
              <a:rect b="b" l="l" r="r" t="t"/>
              <a:pathLst>
                <a:path extrusionOk="0" h="19324" w="20204">
                  <a:moveTo>
                    <a:pt x="12136" y="1129"/>
                  </a:moveTo>
                  <a:cubicBezTo>
                    <a:pt x="13730" y="1129"/>
                    <a:pt x="15325" y="1737"/>
                    <a:pt x="16538" y="2952"/>
                  </a:cubicBezTo>
                  <a:cubicBezTo>
                    <a:pt x="18969" y="5383"/>
                    <a:pt x="18969" y="9323"/>
                    <a:pt x="16538" y="11757"/>
                  </a:cubicBezTo>
                  <a:cubicBezTo>
                    <a:pt x="15341" y="12950"/>
                    <a:pt x="13747" y="13579"/>
                    <a:pt x="12129" y="13579"/>
                  </a:cubicBezTo>
                  <a:cubicBezTo>
                    <a:pt x="11233" y="13579"/>
                    <a:pt x="10329" y="13386"/>
                    <a:pt x="9482" y="12989"/>
                  </a:cubicBezTo>
                  <a:cubicBezTo>
                    <a:pt x="9461" y="12980"/>
                    <a:pt x="9440" y="12968"/>
                    <a:pt x="9419" y="12959"/>
                  </a:cubicBezTo>
                  <a:cubicBezTo>
                    <a:pt x="8794" y="12657"/>
                    <a:pt x="8223" y="12249"/>
                    <a:pt x="7734" y="11757"/>
                  </a:cubicBezTo>
                  <a:cubicBezTo>
                    <a:pt x="5306" y="9329"/>
                    <a:pt x="5306" y="5380"/>
                    <a:pt x="7734" y="2952"/>
                  </a:cubicBezTo>
                  <a:cubicBezTo>
                    <a:pt x="8948" y="1737"/>
                    <a:pt x="10542" y="1129"/>
                    <a:pt x="12136" y="1129"/>
                  </a:cubicBezTo>
                  <a:close/>
                  <a:moveTo>
                    <a:pt x="5871" y="11216"/>
                  </a:moveTo>
                  <a:cubicBezTo>
                    <a:pt x="6475" y="12195"/>
                    <a:pt x="7296" y="13016"/>
                    <a:pt x="8271" y="13620"/>
                  </a:cubicBezTo>
                  <a:lnTo>
                    <a:pt x="7734" y="14160"/>
                  </a:lnTo>
                  <a:cubicBezTo>
                    <a:pt x="7622" y="14271"/>
                    <a:pt x="7477" y="14326"/>
                    <a:pt x="7332" y="14326"/>
                  </a:cubicBezTo>
                  <a:cubicBezTo>
                    <a:pt x="7188" y="14326"/>
                    <a:pt x="7044" y="14271"/>
                    <a:pt x="6934" y="14160"/>
                  </a:cubicBezTo>
                  <a:lnTo>
                    <a:pt x="5330" y="12557"/>
                  </a:lnTo>
                  <a:cubicBezTo>
                    <a:pt x="5110" y="12337"/>
                    <a:pt x="5110" y="11977"/>
                    <a:pt x="5330" y="11757"/>
                  </a:cubicBezTo>
                  <a:lnTo>
                    <a:pt x="5871" y="11216"/>
                  </a:lnTo>
                  <a:close/>
                  <a:moveTo>
                    <a:pt x="4932" y="13762"/>
                  </a:moveTo>
                  <a:lnTo>
                    <a:pt x="5732" y="14562"/>
                  </a:lnTo>
                  <a:lnTo>
                    <a:pt x="4932" y="15362"/>
                  </a:lnTo>
                  <a:lnTo>
                    <a:pt x="4131" y="14562"/>
                  </a:lnTo>
                  <a:lnTo>
                    <a:pt x="4932" y="13762"/>
                  </a:lnTo>
                  <a:close/>
                  <a:moveTo>
                    <a:pt x="3328" y="15362"/>
                  </a:moveTo>
                  <a:lnTo>
                    <a:pt x="4128" y="16162"/>
                  </a:lnTo>
                  <a:lnTo>
                    <a:pt x="2268" y="18025"/>
                  </a:lnTo>
                  <a:cubicBezTo>
                    <a:pt x="2157" y="18135"/>
                    <a:pt x="2013" y="18190"/>
                    <a:pt x="1868" y="18190"/>
                  </a:cubicBezTo>
                  <a:cubicBezTo>
                    <a:pt x="1723" y="18190"/>
                    <a:pt x="1577" y="18134"/>
                    <a:pt x="1465" y="18022"/>
                  </a:cubicBezTo>
                  <a:cubicBezTo>
                    <a:pt x="1245" y="17802"/>
                    <a:pt x="1245" y="17443"/>
                    <a:pt x="1465" y="17222"/>
                  </a:cubicBezTo>
                  <a:lnTo>
                    <a:pt x="3328" y="15362"/>
                  </a:lnTo>
                  <a:close/>
                  <a:moveTo>
                    <a:pt x="12135" y="1"/>
                  </a:moveTo>
                  <a:cubicBezTo>
                    <a:pt x="10250" y="1"/>
                    <a:pt x="8365" y="718"/>
                    <a:pt x="6931" y="2152"/>
                  </a:cubicBezTo>
                  <a:cubicBezTo>
                    <a:pt x="4769" y="4311"/>
                    <a:pt x="4237" y="7493"/>
                    <a:pt x="5330" y="10157"/>
                  </a:cubicBezTo>
                  <a:lnTo>
                    <a:pt x="4527" y="10957"/>
                  </a:lnTo>
                  <a:cubicBezTo>
                    <a:pt x="4020" y="11467"/>
                    <a:pt x="3887" y="12240"/>
                    <a:pt x="4198" y="12892"/>
                  </a:cubicBezTo>
                  <a:lnTo>
                    <a:pt x="665" y="16422"/>
                  </a:lnTo>
                  <a:cubicBezTo>
                    <a:pt x="1" y="17086"/>
                    <a:pt x="1" y="18161"/>
                    <a:pt x="665" y="18825"/>
                  </a:cubicBezTo>
                  <a:cubicBezTo>
                    <a:pt x="996" y="19158"/>
                    <a:pt x="1431" y="19324"/>
                    <a:pt x="1865" y="19324"/>
                  </a:cubicBezTo>
                  <a:cubicBezTo>
                    <a:pt x="2300" y="19324"/>
                    <a:pt x="2735" y="19158"/>
                    <a:pt x="3066" y="18825"/>
                  </a:cubicBezTo>
                  <a:lnTo>
                    <a:pt x="6598" y="15293"/>
                  </a:lnTo>
                  <a:cubicBezTo>
                    <a:pt x="6831" y="15403"/>
                    <a:pt x="7081" y="15457"/>
                    <a:pt x="7328" y="15457"/>
                  </a:cubicBezTo>
                  <a:cubicBezTo>
                    <a:pt x="7770" y="15457"/>
                    <a:pt x="8206" y="15286"/>
                    <a:pt x="8531" y="14961"/>
                  </a:cubicBezTo>
                  <a:lnTo>
                    <a:pt x="9331" y="14163"/>
                  </a:lnTo>
                  <a:cubicBezTo>
                    <a:pt x="10241" y="14538"/>
                    <a:pt x="11190" y="14717"/>
                    <a:pt x="12127" y="14717"/>
                  </a:cubicBezTo>
                  <a:cubicBezTo>
                    <a:pt x="14530" y="14717"/>
                    <a:pt x="16858" y="13537"/>
                    <a:pt x="18256" y="11437"/>
                  </a:cubicBezTo>
                  <a:cubicBezTo>
                    <a:pt x="20204" y="8520"/>
                    <a:pt x="19821" y="4631"/>
                    <a:pt x="17342" y="2152"/>
                  </a:cubicBezTo>
                  <a:cubicBezTo>
                    <a:pt x="15906" y="718"/>
                    <a:pt x="14020" y="1"/>
                    <a:pt x="1213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48" name="Google Shape;10248;p134"/>
            <p:cNvSpPr/>
            <p:nvPr/>
          </p:nvSpPr>
          <p:spPr>
            <a:xfrm>
              <a:off x="5216725" y="889175"/>
              <a:ext cx="276000" cy="254400"/>
            </a:xfrm>
            <a:custGeom>
              <a:rect b="b" l="l" r="r" t="t"/>
              <a:pathLst>
                <a:path extrusionOk="0" h="10176" w="11040">
                  <a:moveTo>
                    <a:pt x="5456" y="1133"/>
                  </a:moveTo>
                  <a:cubicBezTo>
                    <a:pt x="6487" y="1133"/>
                    <a:pt x="7500" y="1535"/>
                    <a:pt x="8259" y="2293"/>
                  </a:cubicBezTo>
                  <a:cubicBezTo>
                    <a:pt x="9802" y="3839"/>
                    <a:pt x="9802" y="6348"/>
                    <a:pt x="8259" y="7897"/>
                  </a:cubicBezTo>
                  <a:cubicBezTo>
                    <a:pt x="7501" y="8653"/>
                    <a:pt x="6489" y="9055"/>
                    <a:pt x="5460" y="9055"/>
                  </a:cubicBezTo>
                  <a:cubicBezTo>
                    <a:pt x="4948" y="9055"/>
                    <a:pt x="4433" y="8956"/>
                    <a:pt x="3941" y="8751"/>
                  </a:cubicBezTo>
                  <a:cubicBezTo>
                    <a:pt x="2462" y="8138"/>
                    <a:pt x="1499" y="6695"/>
                    <a:pt x="1499" y="5095"/>
                  </a:cubicBezTo>
                  <a:cubicBezTo>
                    <a:pt x="1499" y="3491"/>
                    <a:pt x="2462" y="2048"/>
                    <a:pt x="3941" y="1435"/>
                  </a:cubicBezTo>
                  <a:cubicBezTo>
                    <a:pt x="4431" y="1232"/>
                    <a:pt x="4946" y="1133"/>
                    <a:pt x="5456" y="1133"/>
                  </a:cubicBezTo>
                  <a:close/>
                  <a:moveTo>
                    <a:pt x="5468" y="1"/>
                  </a:moveTo>
                  <a:cubicBezTo>
                    <a:pt x="5465" y="1"/>
                    <a:pt x="5461" y="1"/>
                    <a:pt x="5457" y="1"/>
                  </a:cubicBezTo>
                  <a:cubicBezTo>
                    <a:pt x="3029" y="4"/>
                    <a:pt x="943" y="1719"/>
                    <a:pt x="472" y="4098"/>
                  </a:cubicBezTo>
                  <a:cubicBezTo>
                    <a:pt x="1" y="6481"/>
                    <a:pt x="1275" y="8860"/>
                    <a:pt x="3519" y="9787"/>
                  </a:cubicBezTo>
                  <a:cubicBezTo>
                    <a:pt x="4151" y="10049"/>
                    <a:pt x="4811" y="10175"/>
                    <a:pt x="5463" y="10175"/>
                  </a:cubicBezTo>
                  <a:cubicBezTo>
                    <a:pt x="7120" y="10175"/>
                    <a:pt x="8725" y="9362"/>
                    <a:pt x="9693" y="7912"/>
                  </a:cubicBezTo>
                  <a:cubicBezTo>
                    <a:pt x="11040" y="5895"/>
                    <a:pt x="10774" y="3207"/>
                    <a:pt x="9059" y="1492"/>
                  </a:cubicBezTo>
                  <a:cubicBezTo>
                    <a:pt x="8108" y="535"/>
                    <a:pt x="6814" y="1"/>
                    <a:pt x="546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249" name="Google Shape;10249;p134"/>
          <p:cNvSpPr/>
          <p:nvPr/>
        </p:nvSpPr>
        <p:spPr>
          <a:xfrm>
            <a:off x="4188930" y="2731276"/>
            <a:ext cx="341700" cy="290899"/>
          </a:xfrm>
          <a:custGeom>
            <a:rect b="b" l="l" r="r" t="t"/>
            <a:pathLst>
              <a:path extrusionOk="0" h="16526" w="19412">
                <a:moveTo>
                  <a:pt x="8421" y="4128"/>
                </a:moveTo>
                <a:lnTo>
                  <a:pt x="8421" y="6791"/>
                </a:lnTo>
                <a:lnTo>
                  <a:pt x="5302" y="6791"/>
                </a:lnTo>
                <a:lnTo>
                  <a:pt x="4511" y="4128"/>
                </a:lnTo>
                <a:close/>
                <a:moveTo>
                  <a:pt x="12661" y="4131"/>
                </a:moveTo>
                <a:lnTo>
                  <a:pt x="12661" y="6791"/>
                </a:lnTo>
                <a:lnTo>
                  <a:pt x="9554" y="6791"/>
                </a:lnTo>
                <a:lnTo>
                  <a:pt x="9554" y="4131"/>
                </a:lnTo>
                <a:close/>
                <a:moveTo>
                  <a:pt x="17999" y="4131"/>
                </a:moveTo>
                <a:lnTo>
                  <a:pt x="17208" y="6791"/>
                </a:lnTo>
                <a:lnTo>
                  <a:pt x="13793" y="6791"/>
                </a:lnTo>
                <a:lnTo>
                  <a:pt x="13793" y="4131"/>
                </a:lnTo>
                <a:close/>
                <a:moveTo>
                  <a:pt x="8421" y="7923"/>
                </a:moveTo>
                <a:lnTo>
                  <a:pt x="8421" y="10583"/>
                </a:lnTo>
                <a:lnTo>
                  <a:pt x="6432" y="10583"/>
                </a:lnTo>
                <a:lnTo>
                  <a:pt x="5640" y="7923"/>
                </a:lnTo>
                <a:close/>
                <a:moveTo>
                  <a:pt x="12661" y="7923"/>
                </a:moveTo>
                <a:lnTo>
                  <a:pt x="12661" y="10583"/>
                </a:lnTo>
                <a:lnTo>
                  <a:pt x="9554" y="10583"/>
                </a:lnTo>
                <a:lnTo>
                  <a:pt x="9554" y="7923"/>
                </a:lnTo>
                <a:close/>
                <a:moveTo>
                  <a:pt x="16873" y="7923"/>
                </a:moveTo>
                <a:lnTo>
                  <a:pt x="16076" y="10583"/>
                </a:lnTo>
                <a:lnTo>
                  <a:pt x="13793" y="10583"/>
                </a:lnTo>
                <a:lnTo>
                  <a:pt x="13793" y="7923"/>
                </a:lnTo>
                <a:close/>
                <a:moveTo>
                  <a:pt x="7935" y="13570"/>
                </a:moveTo>
                <a:cubicBezTo>
                  <a:pt x="8744" y="13570"/>
                  <a:pt x="9152" y="14551"/>
                  <a:pt x="8578" y="15125"/>
                </a:cubicBezTo>
                <a:cubicBezTo>
                  <a:pt x="8393" y="15310"/>
                  <a:pt x="8165" y="15393"/>
                  <a:pt x="7941" y="15393"/>
                </a:cubicBezTo>
                <a:cubicBezTo>
                  <a:pt x="7473" y="15393"/>
                  <a:pt x="7023" y="15029"/>
                  <a:pt x="7023" y="14482"/>
                </a:cubicBezTo>
                <a:cubicBezTo>
                  <a:pt x="7023" y="13977"/>
                  <a:pt x="7431" y="13573"/>
                  <a:pt x="7932" y="13570"/>
                </a:cubicBezTo>
                <a:close/>
                <a:moveTo>
                  <a:pt x="14910" y="13570"/>
                </a:moveTo>
                <a:cubicBezTo>
                  <a:pt x="15719" y="13570"/>
                  <a:pt x="16127" y="14551"/>
                  <a:pt x="15553" y="15125"/>
                </a:cubicBezTo>
                <a:cubicBezTo>
                  <a:pt x="15368" y="15310"/>
                  <a:pt x="15140" y="15393"/>
                  <a:pt x="14916" y="15393"/>
                </a:cubicBezTo>
                <a:cubicBezTo>
                  <a:pt x="14448" y="15393"/>
                  <a:pt x="13998" y="15029"/>
                  <a:pt x="13998" y="14482"/>
                </a:cubicBezTo>
                <a:cubicBezTo>
                  <a:pt x="13998" y="13977"/>
                  <a:pt x="14406" y="13570"/>
                  <a:pt x="14910" y="13570"/>
                </a:cubicBezTo>
                <a:close/>
                <a:moveTo>
                  <a:pt x="568" y="0"/>
                </a:moveTo>
                <a:cubicBezTo>
                  <a:pt x="254" y="0"/>
                  <a:pt x="0" y="254"/>
                  <a:pt x="0" y="565"/>
                </a:cubicBezTo>
                <a:cubicBezTo>
                  <a:pt x="0" y="879"/>
                  <a:pt x="254" y="1133"/>
                  <a:pt x="568" y="1133"/>
                </a:cubicBezTo>
                <a:lnTo>
                  <a:pt x="2437" y="1133"/>
                </a:lnTo>
                <a:lnTo>
                  <a:pt x="3204" y="3714"/>
                </a:lnTo>
                <a:cubicBezTo>
                  <a:pt x="3207" y="3720"/>
                  <a:pt x="3210" y="3729"/>
                  <a:pt x="3213" y="3738"/>
                </a:cubicBezTo>
                <a:lnTo>
                  <a:pt x="5251" y="10589"/>
                </a:lnTo>
                <a:cubicBezTo>
                  <a:pt x="4052" y="10671"/>
                  <a:pt x="3131" y="11685"/>
                  <a:pt x="3171" y="12887"/>
                </a:cubicBezTo>
                <a:cubicBezTo>
                  <a:pt x="3210" y="14089"/>
                  <a:pt x="4194" y="15043"/>
                  <a:pt x="5396" y="15046"/>
                </a:cubicBezTo>
                <a:lnTo>
                  <a:pt x="5970" y="15046"/>
                </a:lnTo>
                <a:cubicBezTo>
                  <a:pt x="6220" y="15922"/>
                  <a:pt x="7020" y="16526"/>
                  <a:pt x="7932" y="16526"/>
                </a:cubicBezTo>
                <a:cubicBezTo>
                  <a:pt x="8841" y="16526"/>
                  <a:pt x="9641" y="15922"/>
                  <a:pt x="9895" y="15046"/>
                </a:cubicBezTo>
                <a:lnTo>
                  <a:pt x="12947" y="15046"/>
                </a:lnTo>
                <a:cubicBezTo>
                  <a:pt x="13198" y="15922"/>
                  <a:pt x="13998" y="16523"/>
                  <a:pt x="14910" y="16523"/>
                </a:cubicBezTo>
                <a:cubicBezTo>
                  <a:pt x="15819" y="16523"/>
                  <a:pt x="16619" y="15922"/>
                  <a:pt x="16873" y="15046"/>
                </a:cubicBezTo>
                <a:lnTo>
                  <a:pt x="17616" y="15046"/>
                </a:lnTo>
                <a:cubicBezTo>
                  <a:pt x="17927" y="15046"/>
                  <a:pt x="18180" y="14793"/>
                  <a:pt x="18180" y="14482"/>
                </a:cubicBezTo>
                <a:cubicBezTo>
                  <a:pt x="18180" y="14167"/>
                  <a:pt x="17927" y="13914"/>
                  <a:pt x="17616" y="13914"/>
                </a:cubicBezTo>
                <a:lnTo>
                  <a:pt x="16873" y="13914"/>
                </a:lnTo>
                <a:cubicBezTo>
                  <a:pt x="16619" y="13041"/>
                  <a:pt x="15819" y="12437"/>
                  <a:pt x="14910" y="12437"/>
                </a:cubicBezTo>
                <a:cubicBezTo>
                  <a:pt x="13998" y="12437"/>
                  <a:pt x="13198" y="13041"/>
                  <a:pt x="12947" y="13914"/>
                </a:cubicBezTo>
                <a:lnTo>
                  <a:pt x="9895" y="13914"/>
                </a:lnTo>
                <a:cubicBezTo>
                  <a:pt x="9644" y="13038"/>
                  <a:pt x="8844" y="12437"/>
                  <a:pt x="7932" y="12437"/>
                </a:cubicBezTo>
                <a:cubicBezTo>
                  <a:pt x="7023" y="12437"/>
                  <a:pt x="6223" y="13038"/>
                  <a:pt x="5970" y="13914"/>
                </a:cubicBezTo>
                <a:lnTo>
                  <a:pt x="5399" y="13914"/>
                </a:lnTo>
                <a:cubicBezTo>
                  <a:pt x="4798" y="13905"/>
                  <a:pt x="4318" y="13416"/>
                  <a:pt x="4318" y="12815"/>
                </a:cubicBezTo>
                <a:cubicBezTo>
                  <a:pt x="4318" y="12217"/>
                  <a:pt x="4798" y="11728"/>
                  <a:pt x="5399" y="11716"/>
                </a:cubicBezTo>
                <a:lnTo>
                  <a:pt x="16501" y="11716"/>
                </a:lnTo>
                <a:cubicBezTo>
                  <a:pt x="16752" y="11716"/>
                  <a:pt x="16972" y="11553"/>
                  <a:pt x="17045" y="11311"/>
                </a:cubicBezTo>
                <a:lnTo>
                  <a:pt x="19303" y="3726"/>
                </a:lnTo>
                <a:cubicBezTo>
                  <a:pt x="19412" y="3362"/>
                  <a:pt x="19140" y="2999"/>
                  <a:pt x="18765" y="2999"/>
                </a:cubicBezTo>
                <a:cubicBezTo>
                  <a:pt x="18763" y="2999"/>
                  <a:pt x="18761" y="2999"/>
                  <a:pt x="18760" y="2999"/>
                </a:cubicBezTo>
                <a:lnTo>
                  <a:pt x="4173" y="2999"/>
                </a:lnTo>
                <a:lnTo>
                  <a:pt x="3400" y="405"/>
                </a:lnTo>
                <a:cubicBezTo>
                  <a:pt x="3328" y="163"/>
                  <a:pt x="3107" y="0"/>
                  <a:pt x="285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250" name="Google Shape;10250;p134"/>
          <p:cNvGrpSpPr/>
          <p:nvPr/>
        </p:nvGrpSpPr>
        <p:grpSpPr>
          <a:xfrm>
            <a:off x="4627621" y="2706749"/>
            <a:ext cx="298996" cy="340168"/>
            <a:chOff x="6272100" y="832575"/>
            <a:chExt cx="424650" cy="483125"/>
          </a:xfrm>
        </p:grpSpPr>
        <p:sp>
          <p:nvSpPr>
            <p:cNvPr id="10251" name="Google Shape;10251;p134"/>
            <p:cNvSpPr/>
            <p:nvPr/>
          </p:nvSpPr>
          <p:spPr>
            <a:xfrm>
              <a:off x="6272100" y="832575"/>
              <a:ext cx="424650" cy="483125"/>
            </a:xfrm>
            <a:custGeom>
              <a:rect b="b" l="l" r="r" t="t"/>
              <a:pathLst>
                <a:path extrusionOk="0" h="19325" w="16986">
                  <a:moveTo>
                    <a:pt x="2265" y="6537"/>
                  </a:moveTo>
                  <a:lnTo>
                    <a:pt x="2265" y="8334"/>
                  </a:lnTo>
                  <a:lnTo>
                    <a:pt x="1366" y="7437"/>
                  </a:lnTo>
                  <a:lnTo>
                    <a:pt x="2265" y="6537"/>
                  </a:lnTo>
                  <a:close/>
                  <a:moveTo>
                    <a:pt x="14721" y="6537"/>
                  </a:moveTo>
                  <a:lnTo>
                    <a:pt x="15617" y="7437"/>
                  </a:lnTo>
                  <a:lnTo>
                    <a:pt x="14721" y="8334"/>
                  </a:lnTo>
                  <a:lnTo>
                    <a:pt x="14721" y="6537"/>
                  </a:lnTo>
                  <a:close/>
                  <a:moveTo>
                    <a:pt x="13588" y="1132"/>
                  </a:moveTo>
                  <a:lnTo>
                    <a:pt x="13588" y="9466"/>
                  </a:lnTo>
                  <a:lnTo>
                    <a:pt x="10521" y="12531"/>
                  </a:lnTo>
                  <a:lnTo>
                    <a:pt x="6462" y="12531"/>
                  </a:lnTo>
                  <a:lnTo>
                    <a:pt x="3398" y="9466"/>
                  </a:lnTo>
                  <a:lnTo>
                    <a:pt x="3398" y="1132"/>
                  </a:lnTo>
                  <a:close/>
                  <a:moveTo>
                    <a:pt x="1133" y="8802"/>
                  </a:moveTo>
                  <a:lnTo>
                    <a:pt x="5427" y="13099"/>
                  </a:lnTo>
                  <a:lnTo>
                    <a:pt x="1133" y="17392"/>
                  </a:lnTo>
                  <a:lnTo>
                    <a:pt x="1133" y="8802"/>
                  </a:lnTo>
                  <a:close/>
                  <a:moveTo>
                    <a:pt x="15853" y="8802"/>
                  </a:moveTo>
                  <a:lnTo>
                    <a:pt x="15853" y="17392"/>
                  </a:lnTo>
                  <a:lnTo>
                    <a:pt x="11556" y="13099"/>
                  </a:lnTo>
                  <a:lnTo>
                    <a:pt x="15853" y="8802"/>
                  </a:lnTo>
                  <a:close/>
                  <a:moveTo>
                    <a:pt x="10521" y="13663"/>
                  </a:moveTo>
                  <a:lnTo>
                    <a:pt x="15050" y="18192"/>
                  </a:lnTo>
                  <a:lnTo>
                    <a:pt x="1933" y="18192"/>
                  </a:lnTo>
                  <a:lnTo>
                    <a:pt x="6462" y="13663"/>
                  </a:lnTo>
                  <a:close/>
                  <a:moveTo>
                    <a:pt x="2830" y="0"/>
                  </a:moveTo>
                  <a:cubicBezTo>
                    <a:pt x="2516" y="0"/>
                    <a:pt x="2265" y="254"/>
                    <a:pt x="2265" y="568"/>
                  </a:cubicBezTo>
                  <a:lnTo>
                    <a:pt x="2265" y="4937"/>
                  </a:lnTo>
                  <a:lnTo>
                    <a:pt x="164" y="7036"/>
                  </a:lnTo>
                  <a:lnTo>
                    <a:pt x="161" y="7042"/>
                  </a:lnTo>
                  <a:cubicBezTo>
                    <a:pt x="152" y="7051"/>
                    <a:pt x="143" y="7063"/>
                    <a:pt x="134" y="7072"/>
                  </a:cubicBezTo>
                  <a:lnTo>
                    <a:pt x="125" y="7084"/>
                  </a:lnTo>
                  <a:cubicBezTo>
                    <a:pt x="112" y="7096"/>
                    <a:pt x="103" y="7108"/>
                    <a:pt x="94" y="7120"/>
                  </a:cubicBezTo>
                  <a:cubicBezTo>
                    <a:pt x="91" y="7126"/>
                    <a:pt x="88" y="7129"/>
                    <a:pt x="85" y="7132"/>
                  </a:cubicBezTo>
                  <a:cubicBezTo>
                    <a:pt x="85" y="7138"/>
                    <a:pt x="73" y="7153"/>
                    <a:pt x="70" y="7162"/>
                  </a:cubicBezTo>
                  <a:cubicBezTo>
                    <a:pt x="64" y="7171"/>
                    <a:pt x="61" y="7174"/>
                    <a:pt x="58" y="7180"/>
                  </a:cubicBezTo>
                  <a:cubicBezTo>
                    <a:pt x="55" y="7186"/>
                    <a:pt x="52" y="7199"/>
                    <a:pt x="46" y="7208"/>
                  </a:cubicBezTo>
                  <a:cubicBezTo>
                    <a:pt x="43" y="7217"/>
                    <a:pt x="40" y="7220"/>
                    <a:pt x="40" y="7226"/>
                  </a:cubicBezTo>
                  <a:cubicBezTo>
                    <a:pt x="34" y="7241"/>
                    <a:pt x="28" y="7256"/>
                    <a:pt x="25" y="7271"/>
                  </a:cubicBezTo>
                  <a:cubicBezTo>
                    <a:pt x="25" y="7274"/>
                    <a:pt x="22" y="7280"/>
                    <a:pt x="19" y="7283"/>
                  </a:cubicBezTo>
                  <a:cubicBezTo>
                    <a:pt x="16" y="7295"/>
                    <a:pt x="13" y="7307"/>
                    <a:pt x="13" y="7319"/>
                  </a:cubicBezTo>
                  <a:cubicBezTo>
                    <a:pt x="13" y="7325"/>
                    <a:pt x="10" y="7331"/>
                    <a:pt x="10" y="7334"/>
                  </a:cubicBezTo>
                  <a:cubicBezTo>
                    <a:pt x="7" y="7340"/>
                    <a:pt x="4" y="7359"/>
                    <a:pt x="4" y="7371"/>
                  </a:cubicBezTo>
                  <a:lnTo>
                    <a:pt x="4" y="7386"/>
                  </a:lnTo>
                  <a:cubicBezTo>
                    <a:pt x="4" y="7401"/>
                    <a:pt x="1" y="7416"/>
                    <a:pt x="1" y="7434"/>
                  </a:cubicBezTo>
                  <a:lnTo>
                    <a:pt x="1" y="17625"/>
                  </a:lnTo>
                  <a:cubicBezTo>
                    <a:pt x="1" y="18063"/>
                    <a:pt x="170" y="18482"/>
                    <a:pt x="475" y="18799"/>
                  </a:cubicBezTo>
                  <a:cubicBezTo>
                    <a:pt x="481" y="18808"/>
                    <a:pt x="490" y="18817"/>
                    <a:pt x="499" y="18826"/>
                  </a:cubicBezTo>
                  <a:cubicBezTo>
                    <a:pt x="508" y="18833"/>
                    <a:pt x="517" y="18842"/>
                    <a:pt x="526" y="18851"/>
                  </a:cubicBezTo>
                  <a:cubicBezTo>
                    <a:pt x="840" y="19156"/>
                    <a:pt x="1260" y="19325"/>
                    <a:pt x="1698" y="19325"/>
                  </a:cubicBezTo>
                  <a:lnTo>
                    <a:pt x="15285" y="19325"/>
                  </a:lnTo>
                  <a:cubicBezTo>
                    <a:pt x="15723" y="19325"/>
                    <a:pt x="16143" y="19156"/>
                    <a:pt x="16460" y="18854"/>
                  </a:cubicBezTo>
                  <a:cubicBezTo>
                    <a:pt x="16469" y="18845"/>
                    <a:pt x="16478" y="18836"/>
                    <a:pt x="16487" y="18826"/>
                  </a:cubicBezTo>
                  <a:cubicBezTo>
                    <a:pt x="16496" y="18817"/>
                    <a:pt x="16502" y="18808"/>
                    <a:pt x="16511" y="18799"/>
                  </a:cubicBezTo>
                  <a:cubicBezTo>
                    <a:pt x="16816" y="18485"/>
                    <a:pt x="16985" y="18063"/>
                    <a:pt x="16985" y="17628"/>
                  </a:cubicBezTo>
                  <a:lnTo>
                    <a:pt x="16985" y="7437"/>
                  </a:lnTo>
                  <a:cubicBezTo>
                    <a:pt x="16985" y="7419"/>
                    <a:pt x="16985" y="7404"/>
                    <a:pt x="16982" y="7389"/>
                  </a:cubicBezTo>
                  <a:lnTo>
                    <a:pt x="16982" y="7371"/>
                  </a:lnTo>
                  <a:cubicBezTo>
                    <a:pt x="16982" y="7362"/>
                    <a:pt x="16979" y="7350"/>
                    <a:pt x="16976" y="7337"/>
                  </a:cubicBezTo>
                  <a:cubicBezTo>
                    <a:pt x="16973" y="7328"/>
                    <a:pt x="16973" y="7325"/>
                    <a:pt x="16973" y="7319"/>
                  </a:cubicBezTo>
                  <a:cubicBezTo>
                    <a:pt x="16973" y="7316"/>
                    <a:pt x="16967" y="7298"/>
                    <a:pt x="16964" y="7286"/>
                  </a:cubicBezTo>
                  <a:cubicBezTo>
                    <a:pt x="16964" y="7283"/>
                    <a:pt x="16964" y="7277"/>
                    <a:pt x="16961" y="7271"/>
                  </a:cubicBezTo>
                  <a:cubicBezTo>
                    <a:pt x="16958" y="7256"/>
                    <a:pt x="16952" y="7244"/>
                    <a:pt x="16946" y="7229"/>
                  </a:cubicBezTo>
                  <a:cubicBezTo>
                    <a:pt x="16943" y="7223"/>
                    <a:pt x="16940" y="7217"/>
                    <a:pt x="16940" y="7211"/>
                  </a:cubicBezTo>
                  <a:cubicBezTo>
                    <a:pt x="16937" y="7205"/>
                    <a:pt x="16931" y="7193"/>
                    <a:pt x="16925" y="7183"/>
                  </a:cubicBezTo>
                  <a:cubicBezTo>
                    <a:pt x="16922" y="7174"/>
                    <a:pt x="16919" y="7171"/>
                    <a:pt x="16916" y="7165"/>
                  </a:cubicBezTo>
                  <a:cubicBezTo>
                    <a:pt x="16913" y="7159"/>
                    <a:pt x="16904" y="7144"/>
                    <a:pt x="16898" y="7135"/>
                  </a:cubicBezTo>
                  <a:lnTo>
                    <a:pt x="16892" y="7123"/>
                  </a:lnTo>
                  <a:cubicBezTo>
                    <a:pt x="16882" y="7108"/>
                    <a:pt x="16873" y="7096"/>
                    <a:pt x="16861" y="7084"/>
                  </a:cubicBezTo>
                  <a:lnTo>
                    <a:pt x="16852" y="7075"/>
                  </a:lnTo>
                  <a:cubicBezTo>
                    <a:pt x="16843" y="7063"/>
                    <a:pt x="16834" y="7054"/>
                    <a:pt x="16825" y="7045"/>
                  </a:cubicBezTo>
                  <a:lnTo>
                    <a:pt x="16819" y="7039"/>
                  </a:lnTo>
                  <a:lnTo>
                    <a:pt x="14721" y="4937"/>
                  </a:lnTo>
                  <a:lnTo>
                    <a:pt x="14721" y="568"/>
                  </a:lnTo>
                  <a:cubicBezTo>
                    <a:pt x="14721" y="254"/>
                    <a:pt x="14467" y="0"/>
                    <a:pt x="1415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52" name="Google Shape;10252;p134"/>
            <p:cNvSpPr/>
            <p:nvPr/>
          </p:nvSpPr>
          <p:spPr>
            <a:xfrm>
              <a:off x="6384200" y="889150"/>
              <a:ext cx="199300" cy="198200"/>
            </a:xfrm>
            <a:custGeom>
              <a:rect b="b" l="l" r="r" t="t"/>
              <a:pathLst>
                <a:path extrusionOk="0" h="7928" w="7972">
                  <a:moveTo>
                    <a:pt x="4005" y="3398"/>
                  </a:moveTo>
                  <a:cubicBezTo>
                    <a:pt x="4274" y="3398"/>
                    <a:pt x="4534" y="3588"/>
                    <a:pt x="4569" y="3900"/>
                  </a:cubicBezTo>
                  <a:cubicBezTo>
                    <a:pt x="4560" y="3951"/>
                    <a:pt x="4560" y="4003"/>
                    <a:pt x="4566" y="4057"/>
                  </a:cubicBezTo>
                  <a:cubicBezTo>
                    <a:pt x="4521" y="4329"/>
                    <a:pt x="4285" y="4531"/>
                    <a:pt x="4007" y="4531"/>
                  </a:cubicBezTo>
                  <a:cubicBezTo>
                    <a:pt x="3518" y="4531"/>
                    <a:pt x="3259" y="3954"/>
                    <a:pt x="3585" y="3589"/>
                  </a:cubicBezTo>
                  <a:cubicBezTo>
                    <a:pt x="3702" y="3458"/>
                    <a:pt x="3855" y="3398"/>
                    <a:pt x="4005" y="3398"/>
                  </a:cubicBezTo>
                  <a:close/>
                  <a:moveTo>
                    <a:pt x="4005" y="1"/>
                  </a:moveTo>
                  <a:cubicBezTo>
                    <a:pt x="3351" y="1"/>
                    <a:pt x="2696" y="163"/>
                    <a:pt x="2102" y="488"/>
                  </a:cubicBezTo>
                  <a:cubicBezTo>
                    <a:pt x="876" y="1161"/>
                    <a:pt x="94" y="2432"/>
                    <a:pt x="46" y="3830"/>
                  </a:cubicBezTo>
                  <a:cubicBezTo>
                    <a:pt x="1" y="5231"/>
                    <a:pt x="695" y="6551"/>
                    <a:pt x="1876" y="7303"/>
                  </a:cubicBezTo>
                  <a:cubicBezTo>
                    <a:pt x="2510" y="7713"/>
                    <a:pt x="3247" y="7928"/>
                    <a:pt x="4001" y="7928"/>
                  </a:cubicBezTo>
                  <a:cubicBezTo>
                    <a:pt x="4629" y="7925"/>
                    <a:pt x="5248" y="7783"/>
                    <a:pt x="5816" y="7517"/>
                  </a:cubicBezTo>
                  <a:cubicBezTo>
                    <a:pt x="6106" y="7390"/>
                    <a:pt x="6233" y="7049"/>
                    <a:pt x="6100" y="6762"/>
                  </a:cubicBezTo>
                  <a:cubicBezTo>
                    <a:pt x="6006" y="6555"/>
                    <a:pt x="5802" y="6435"/>
                    <a:pt x="5589" y="6435"/>
                  </a:cubicBezTo>
                  <a:cubicBezTo>
                    <a:pt x="5506" y="6435"/>
                    <a:pt x="5422" y="6453"/>
                    <a:pt x="5342" y="6491"/>
                  </a:cubicBezTo>
                  <a:cubicBezTo>
                    <a:pt x="4902" y="6692"/>
                    <a:pt x="4449" y="6792"/>
                    <a:pt x="4007" y="6792"/>
                  </a:cubicBezTo>
                  <a:cubicBezTo>
                    <a:pt x="3468" y="6792"/>
                    <a:pt x="2947" y="6644"/>
                    <a:pt x="2486" y="6349"/>
                  </a:cubicBezTo>
                  <a:cubicBezTo>
                    <a:pt x="1643" y="5811"/>
                    <a:pt x="1145" y="4869"/>
                    <a:pt x="1178" y="3870"/>
                  </a:cubicBezTo>
                  <a:cubicBezTo>
                    <a:pt x="1211" y="2870"/>
                    <a:pt x="1770" y="1961"/>
                    <a:pt x="2649" y="1481"/>
                  </a:cubicBezTo>
                  <a:cubicBezTo>
                    <a:pt x="3073" y="1247"/>
                    <a:pt x="3541" y="1131"/>
                    <a:pt x="4009" y="1131"/>
                  </a:cubicBezTo>
                  <a:cubicBezTo>
                    <a:pt x="4508" y="1131"/>
                    <a:pt x="5007" y="1263"/>
                    <a:pt x="5451" y="1527"/>
                  </a:cubicBezTo>
                  <a:cubicBezTo>
                    <a:pt x="6311" y="2037"/>
                    <a:pt x="6840" y="2964"/>
                    <a:pt x="6840" y="3966"/>
                  </a:cubicBezTo>
                  <a:cubicBezTo>
                    <a:pt x="6846" y="4277"/>
                    <a:pt x="6598" y="4537"/>
                    <a:pt x="6284" y="4543"/>
                  </a:cubicBezTo>
                  <a:cubicBezTo>
                    <a:pt x="6280" y="4543"/>
                    <a:pt x="6277" y="4543"/>
                    <a:pt x="6273" y="4543"/>
                  </a:cubicBezTo>
                  <a:cubicBezTo>
                    <a:pt x="5967" y="4543"/>
                    <a:pt x="5713" y="4298"/>
                    <a:pt x="5707" y="3990"/>
                  </a:cubicBezTo>
                  <a:lnTo>
                    <a:pt x="5707" y="3972"/>
                  </a:lnTo>
                  <a:lnTo>
                    <a:pt x="5707" y="3966"/>
                  </a:lnTo>
                  <a:cubicBezTo>
                    <a:pt x="5707" y="3163"/>
                    <a:pt x="5146" y="2469"/>
                    <a:pt x="4361" y="2300"/>
                  </a:cubicBezTo>
                  <a:cubicBezTo>
                    <a:pt x="4241" y="2274"/>
                    <a:pt x="4121" y="2261"/>
                    <a:pt x="4003" y="2261"/>
                  </a:cubicBezTo>
                  <a:cubicBezTo>
                    <a:pt x="3345" y="2261"/>
                    <a:pt x="2731" y="2647"/>
                    <a:pt x="2452" y="3269"/>
                  </a:cubicBezTo>
                  <a:cubicBezTo>
                    <a:pt x="2126" y="4000"/>
                    <a:pt x="2353" y="4863"/>
                    <a:pt x="3002" y="5337"/>
                  </a:cubicBezTo>
                  <a:cubicBezTo>
                    <a:pt x="3302" y="5555"/>
                    <a:pt x="3654" y="5663"/>
                    <a:pt x="4005" y="5663"/>
                  </a:cubicBezTo>
                  <a:cubicBezTo>
                    <a:pt x="4413" y="5663"/>
                    <a:pt x="4818" y="5517"/>
                    <a:pt x="5140" y="5228"/>
                  </a:cubicBezTo>
                  <a:cubicBezTo>
                    <a:pt x="5457" y="5513"/>
                    <a:pt x="5863" y="5662"/>
                    <a:pt x="6274" y="5662"/>
                  </a:cubicBezTo>
                  <a:cubicBezTo>
                    <a:pt x="6507" y="5662"/>
                    <a:pt x="6742" y="5614"/>
                    <a:pt x="6963" y="5515"/>
                  </a:cubicBezTo>
                  <a:cubicBezTo>
                    <a:pt x="7576" y="5241"/>
                    <a:pt x="7969" y="4634"/>
                    <a:pt x="7972" y="3966"/>
                  </a:cubicBezTo>
                  <a:cubicBezTo>
                    <a:pt x="7972" y="2565"/>
                    <a:pt x="7232" y="1267"/>
                    <a:pt x="6027" y="554"/>
                  </a:cubicBezTo>
                  <a:cubicBezTo>
                    <a:pt x="5405" y="186"/>
                    <a:pt x="4705" y="1"/>
                    <a:pt x="400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253" name="Google Shape;10253;p134"/>
          <p:cNvGrpSpPr/>
          <p:nvPr/>
        </p:nvGrpSpPr>
        <p:grpSpPr>
          <a:xfrm>
            <a:off x="845828" y="3125798"/>
            <a:ext cx="340221" cy="340186"/>
            <a:chOff x="893650" y="1428000"/>
            <a:chExt cx="483200" cy="483150"/>
          </a:xfrm>
        </p:grpSpPr>
        <p:sp>
          <p:nvSpPr>
            <p:cNvPr id="10254" name="Google Shape;10254;p134"/>
            <p:cNvSpPr/>
            <p:nvPr/>
          </p:nvSpPr>
          <p:spPr>
            <a:xfrm>
              <a:off x="893650" y="1428000"/>
              <a:ext cx="483200" cy="483150"/>
            </a:xfrm>
            <a:custGeom>
              <a:rect b="b" l="l" r="r" t="t"/>
              <a:pathLst>
                <a:path extrusionOk="0" h="19326" w="19328">
                  <a:moveTo>
                    <a:pt x="3436" y="6012"/>
                  </a:moveTo>
                  <a:lnTo>
                    <a:pt x="3436" y="8869"/>
                  </a:lnTo>
                  <a:lnTo>
                    <a:pt x="1516" y="7435"/>
                  </a:lnTo>
                  <a:lnTo>
                    <a:pt x="3436" y="6012"/>
                  </a:lnTo>
                  <a:close/>
                  <a:moveTo>
                    <a:pt x="15892" y="6012"/>
                  </a:moveTo>
                  <a:lnTo>
                    <a:pt x="17812" y="7438"/>
                  </a:lnTo>
                  <a:lnTo>
                    <a:pt x="15892" y="8869"/>
                  </a:lnTo>
                  <a:lnTo>
                    <a:pt x="15892" y="6012"/>
                  </a:lnTo>
                  <a:close/>
                  <a:moveTo>
                    <a:pt x="14759" y="1133"/>
                  </a:moveTo>
                  <a:lnTo>
                    <a:pt x="14759" y="9717"/>
                  </a:lnTo>
                  <a:lnTo>
                    <a:pt x="9665" y="13522"/>
                  </a:lnTo>
                  <a:lnTo>
                    <a:pt x="4569" y="9717"/>
                  </a:lnTo>
                  <a:lnTo>
                    <a:pt x="4569" y="1133"/>
                  </a:lnTo>
                  <a:close/>
                  <a:moveTo>
                    <a:pt x="18195" y="8564"/>
                  </a:moveTo>
                  <a:lnTo>
                    <a:pt x="18195" y="17625"/>
                  </a:lnTo>
                  <a:cubicBezTo>
                    <a:pt x="18195" y="17939"/>
                    <a:pt x="17942" y="18193"/>
                    <a:pt x="17628" y="18193"/>
                  </a:cubicBezTo>
                  <a:lnTo>
                    <a:pt x="1700" y="18193"/>
                  </a:lnTo>
                  <a:cubicBezTo>
                    <a:pt x="1386" y="18193"/>
                    <a:pt x="1136" y="17939"/>
                    <a:pt x="1136" y="17625"/>
                  </a:cubicBezTo>
                  <a:lnTo>
                    <a:pt x="1136" y="8564"/>
                  </a:lnTo>
                  <a:lnTo>
                    <a:pt x="9324" y="14681"/>
                  </a:lnTo>
                  <a:cubicBezTo>
                    <a:pt x="9425" y="14757"/>
                    <a:pt x="9545" y="14794"/>
                    <a:pt x="9664" y="14794"/>
                  </a:cubicBezTo>
                  <a:cubicBezTo>
                    <a:pt x="9783" y="14794"/>
                    <a:pt x="9903" y="14757"/>
                    <a:pt x="10004" y="14681"/>
                  </a:cubicBezTo>
                  <a:lnTo>
                    <a:pt x="18195" y="8564"/>
                  </a:lnTo>
                  <a:close/>
                  <a:moveTo>
                    <a:pt x="4004" y="1"/>
                  </a:moveTo>
                  <a:cubicBezTo>
                    <a:pt x="3690" y="1"/>
                    <a:pt x="3436" y="251"/>
                    <a:pt x="3436" y="565"/>
                  </a:cubicBezTo>
                  <a:lnTo>
                    <a:pt x="3436" y="4605"/>
                  </a:lnTo>
                  <a:lnTo>
                    <a:pt x="230" y="6982"/>
                  </a:lnTo>
                  <a:lnTo>
                    <a:pt x="221" y="6991"/>
                  </a:lnTo>
                  <a:cubicBezTo>
                    <a:pt x="212" y="6997"/>
                    <a:pt x="200" y="7006"/>
                    <a:pt x="190" y="7015"/>
                  </a:cubicBezTo>
                  <a:lnTo>
                    <a:pt x="175" y="7030"/>
                  </a:lnTo>
                  <a:cubicBezTo>
                    <a:pt x="163" y="7042"/>
                    <a:pt x="151" y="7051"/>
                    <a:pt x="142" y="7063"/>
                  </a:cubicBezTo>
                  <a:cubicBezTo>
                    <a:pt x="139" y="7069"/>
                    <a:pt x="136" y="7072"/>
                    <a:pt x="133" y="7075"/>
                  </a:cubicBezTo>
                  <a:cubicBezTo>
                    <a:pt x="121" y="7090"/>
                    <a:pt x="106" y="7105"/>
                    <a:pt x="94" y="7124"/>
                  </a:cubicBezTo>
                  <a:cubicBezTo>
                    <a:pt x="94" y="7127"/>
                    <a:pt x="91" y="7130"/>
                    <a:pt x="88" y="7133"/>
                  </a:cubicBezTo>
                  <a:cubicBezTo>
                    <a:pt x="82" y="7148"/>
                    <a:pt x="73" y="7163"/>
                    <a:pt x="64" y="7178"/>
                  </a:cubicBezTo>
                  <a:cubicBezTo>
                    <a:pt x="61" y="7181"/>
                    <a:pt x="58" y="7187"/>
                    <a:pt x="58" y="7193"/>
                  </a:cubicBezTo>
                  <a:cubicBezTo>
                    <a:pt x="52" y="7205"/>
                    <a:pt x="46" y="7220"/>
                    <a:pt x="39" y="7232"/>
                  </a:cubicBezTo>
                  <a:lnTo>
                    <a:pt x="33" y="7250"/>
                  </a:lnTo>
                  <a:cubicBezTo>
                    <a:pt x="27" y="7265"/>
                    <a:pt x="24" y="7278"/>
                    <a:pt x="18" y="7293"/>
                  </a:cubicBezTo>
                  <a:cubicBezTo>
                    <a:pt x="18" y="7299"/>
                    <a:pt x="15" y="7305"/>
                    <a:pt x="15" y="7311"/>
                  </a:cubicBezTo>
                  <a:cubicBezTo>
                    <a:pt x="12" y="7326"/>
                    <a:pt x="9" y="7341"/>
                    <a:pt x="6" y="7356"/>
                  </a:cubicBezTo>
                  <a:cubicBezTo>
                    <a:pt x="6" y="7362"/>
                    <a:pt x="6" y="7368"/>
                    <a:pt x="3" y="7374"/>
                  </a:cubicBezTo>
                  <a:cubicBezTo>
                    <a:pt x="3" y="7392"/>
                    <a:pt x="0" y="7410"/>
                    <a:pt x="0" y="7432"/>
                  </a:cubicBezTo>
                  <a:lnTo>
                    <a:pt x="0" y="7435"/>
                  </a:lnTo>
                  <a:lnTo>
                    <a:pt x="3" y="7435"/>
                  </a:lnTo>
                  <a:lnTo>
                    <a:pt x="3" y="17625"/>
                  </a:lnTo>
                  <a:cubicBezTo>
                    <a:pt x="3" y="18564"/>
                    <a:pt x="761" y="19325"/>
                    <a:pt x="1700" y="19325"/>
                  </a:cubicBezTo>
                  <a:lnTo>
                    <a:pt x="17628" y="19325"/>
                  </a:lnTo>
                  <a:cubicBezTo>
                    <a:pt x="18567" y="19325"/>
                    <a:pt x="19325" y="18564"/>
                    <a:pt x="19328" y="17625"/>
                  </a:cubicBezTo>
                  <a:lnTo>
                    <a:pt x="19328" y="7435"/>
                  </a:lnTo>
                  <a:lnTo>
                    <a:pt x="19328" y="7428"/>
                  </a:lnTo>
                  <a:cubicBezTo>
                    <a:pt x="19328" y="7410"/>
                    <a:pt x="19325" y="7389"/>
                    <a:pt x="19322" y="7371"/>
                  </a:cubicBezTo>
                  <a:cubicBezTo>
                    <a:pt x="19322" y="7365"/>
                    <a:pt x="19322" y="7359"/>
                    <a:pt x="19319" y="7353"/>
                  </a:cubicBezTo>
                  <a:cubicBezTo>
                    <a:pt x="19319" y="7338"/>
                    <a:pt x="19316" y="7323"/>
                    <a:pt x="19313" y="7308"/>
                  </a:cubicBezTo>
                  <a:cubicBezTo>
                    <a:pt x="19313" y="7302"/>
                    <a:pt x="19310" y="7296"/>
                    <a:pt x="19307" y="7290"/>
                  </a:cubicBezTo>
                  <a:cubicBezTo>
                    <a:pt x="19304" y="7278"/>
                    <a:pt x="19301" y="7262"/>
                    <a:pt x="19294" y="7247"/>
                  </a:cubicBezTo>
                  <a:lnTo>
                    <a:pt x="19288" y="7232"/>
                  </a:lnTo>
                  <a:cubicBezTo>
                    <a:pt x="19282" y="7217"/>
                    <a:pt x="19276" y="7205"/>
                    <a:pt x="19270" y="7190"/>
                  </a:cubicBezTo>
                  <a:cubicBezTo>
                    <a:pt x="19267" y="7184"/>
                    <a:pt x="19264" y="7181"/>
                    <a:pt x="19264" y="7175"/>
                  </a:cubicBezTo>
                  <a:cubicBezTo>
                    <a:pt x="19255" y="7160"/>
                    <a:pt x="19246" y="7145"/>
                    <a:pt x="19237" y="7133"/>
                  </a:cubicBezTo>
                  <a:cubicBezTo>
                    <a:pt x="19237" y="7130"/>
                    <a:pt x="19234" y="7124"/>
                    <a:pt x="19231" y="7120"/>
                  </a:cubicBezTo>
                  <a:cubicBezTo>
                    <a:pt x="19219" y="7105"/>
                    <a:pt x="19207" y="7087"/>
                    <a:pt x="19195" y="7072"/>
                  </a:cubicBezTo>
                  <a:cubicBezTo>
                    <a:pt x="19192" y="7069"/>
                    <a:pt x="19189" y="7066"/>
                    <a:pt x="19186" y="7063"/>
                  </a:cubicBezTo>
                  <a:cubicBezTo>
                    <a:pt x="19174" y="7051"/>
                    <a:pt x="19165" y="7039"/>
                    <a:pt x="19153" y="7027"/>
                  </a:cubicBezTo>
                  <a:lnTo>
                    <a:pt x="19137" y="7015"/>
                  </a:lnTo>
                  <a:cubicBezTo>
                    <a:pt x="19125" y="7006"/>
                    <a:pt x="19116" y="6997"/>
                    <a:pt x="19104" y="6988"/>
                  </a:cubicBezTo>
                  <a:lnTo>
                    <a:pt x="19095" y="6979"/>
                  </a:lnTo>
                  <a:lnTo>
                    <a:pt x="15892" y="4605"/>
                  </a:lnTo>
                  <a:lnTo>
                    <a:pt x="15892" y="565"/>
                  </a:lnTo>
                  <a:cubicBezTo>
                    <a:pt x="15892" y="251"/>
                    <a:pt x="15638" y="1"/>
                    <a:pt x="1532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55" name="Google Shape;10255;p134"/>
            <p:cNvSpPr/>
            <p:nvPr/>
          </p:nvSpPr>
          <p:spPr>
            <a:xfrm>
              <a:off x="1036150" y="1514825"/>
              <a:ext cx="198175" cy="28325"/>
            </a:xfrm>
            <a:custGeom>
              <a:rect b="b" l="l" r="r" t="t"/>
              <a:pathLst>
                <a:path extrusionOk="0" h="1133" w="7927">
                  <a:moveTo>
                    <a:pt x="569" y="0"/>
                  </a:moveTo>
                  <a:cubicBezTo>
                    <a:pt x="255" y="0"/>
                    <a:pt x="1" y="251"/>
                    <a:pt x="1" y="565"/>
                  </a:cubicBezTo>
                  <a:cubicBezTo>
                    <a:pt x="1" y="879"/>
                    <a:pt x="255" y="1132"/>
                    <a:pt x="569" y="1132"/>
                  </a:cubicBezTo>
                  <a:lnTo>
                    <a:pt x="7362" y="1132"/>
                  </a:lnTo>
                  <a:cubicBezTo>
                    <a:pt x="7673" y="1132"/>
                    <a:pt x="7927" y="879"/>
                    <a:pt x="7927" y="565"/>
                  </a:cubicBezTo>
                  <a:cubicBezTo>
                    <a:pt x="7927" y="251"/>
                    <a:pt x="7673" y="0"/>
                    <a:pt x="736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56" name="Google Shape;10256;p134"/>
            <p:cNvSpPr/>
            <p:nvPr/>
          </p:nvSpPr>
          <p:spPr>
            <a:xfrm>
              <a:off x="1036150" y="1571425"/>
              <a:ext cx="198175" cy="28325"/>
            </a:xfrm>
            <a:custGeom>
              <a:rect b="b" l="l" r="r" t="t"/>
              <a:pathLst>
                <a:path extrusionOk="0" h="1133" w="7927">
                  <a:moveTo>
                    <a:pt x="569" y="1"/>
                  </a:moveTo>
                  <a:cubicBezTo>
                    <a:pt x="255" y="1"/>
                    <a:pt x="1" y="251"/>
                    <a:pt x="1" y="565"/>
                  </a:cubicBezTo>
                  <a:cubicBezTo>
                    <a:pt x="1" y="879"/>
                    <a:pt x="255" y="1133"/>
                    <a:pt x="569" y="1133"/>
                  </a:cubicBezTo>
                  <a:lnTo>
                    <a:pt x="7362" y="1133"/>
                  </a:lnTo>
                  <a:cubicBezTo>
                    <a:pt x="7673" y="1133"/>
                    <a:pt x="7927" y="879"/>
                    <a:pt x="7927" y="565"/>
                  </a:cubicBezTo>
                  <a:cubicBezTo>
                    <a:pt x="7927" y="251"/>
                    <a:pt x="7673" y="1"/>
                    <a:pt x="736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57" name="Google Shape;10257;p134"/>
            <p:cNvSpPr/>
            <p:nvPr/>
          </p:nvSpPr>
          <p:spPr>
            <a:xfrm>
              <a:off x="1036150" y="1628050"/>
              <a:ext cx="113275" cy="28325"/>
            </a:xfrm>
            <a:custGeom>
              <a:rect b="b" l="l" r="r" t="t"/>
              <a:pathLst>
                <a:path extrusionOk="0" h="1133" w="4531">
                  <a:moveTo>
                    <a:pt x="569" y="0"/>
                  </a:moveTo>
                  <a:cubicBezTo>
                    <a:pt x="255" y="0"/>
                    <a:pt x="1" y="251"/>
                    <a:pt x="1" y="565"/>
                  </a:cubicBezTo>
                  <a:cubicBezTo>
                    <a:pt x="1" y="879"/>
                    <a:pt x="255" y="1132"/>
                    <a:pt x="569" y="1132"/>
                  </a:cubicBezTo>
                  <a:lnTo>
                    <a:pt x="3965" y="1132"/>
                  </a:lnTo>
                  <a:cubicBezTo>
                    <a:pt x="4276" y="1132"/>
                    <a:pt x="4530" y="879"/>
                    <a:pt x="4530" y="565"/>
                  </a:cubicBezTo>
                  <a:cubicBezTo>
                    <a:pt x="4530" y="251"/>
                    <a:pt x="4276" y="0"/>
                    <a:pt x="39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258" name="Google Shape;10258;p134"/>
          <p:cNvSpPr/>
          <p:nvPr/>
        </p:nvSpPr>
        <p:spPr>
          <a:xfrm>
            <a:off x="1263531" y="3186074"/>
            <a:ext cx="340168" cy="219257"/>
          </a:xfrm>
          <a:custGeom>
            <a:rect b="b" l="l" r="r" t="t"/>
            <a:pathLst>
              <a:path extrusionOk="0" h="12456" w="19325">
                <a:moveTo>
                  <a:pt x="17057" y="1133"/>
                </a:moveTo>
                <a:lnTo>
                  <a:pt x="9662" y="6652"/>
                </a:lnTo>
                <a:lnTo>
                  <a:pt x="2268" y="1133"/>
                </a:lnTo>
                <a:close/>
                <a:moveTo>
                  <a:pt x="18192" y="1697"/>
                </a:moveTo>
                <a:lnTo>
                  <a:pt x="18192" y="10756"/>
                </a:lnTo>
                <a:cubicBezTo>
                  <a:pt x="18192" y="11070"/>
                  <a:pt x="17939" y="11323"/>
                  <a:pt x="17628" y="11323"/>
                </a:cubicBezTo>
                <a:lnTo>
                  <a:pt x="1700" y="11323"/>
                </a:lnTo>
                <a:cubicBezTo>
                  <a:pt x="1386" y="11323"/>
                  <a:pt x="1132" y="11070"/>
                  <a:pt x="1132" y="10756"/>
                </a:cubicBezTo>
                <a:lnTo>
                  <a:pt x="1132" y="1697"/>
                </a:lnTo>
                <a:lnTo>
                  <a:pt x="9324" y="7812"/>
                </a:lnTo>
                <a:cubicBezTo>
                  <a:pt x="9424" y="7887"/>
                  <a:pt x="9543" y="7925"/>
                  <a:pt x="9663" y="7925"/>
                </a:cubicBezTo>
                <a:cubicBezTo>
                  <a:pt x="9782" y="7925"/>
                  <a:pt x="9902" y="7887"/>
                  <a:pt x="10004" y="7812"/>
                </a:cubicBezTo>
                <a:lnTo>
                  <a:pt x="18192" y="1697"/>
                </a:lnTo>
                <a:close/>
                <a:moveTo>
                  <a:pt x="1688" y="0"/>
                </a:moveTo>
                <a:cubicBezTo>
                  <a:pt x="1287" y="0"/>
                  <a:pt x="900" y="145"/>
                  <a:pt x="598" y="405"/>
                </a:cubicBezTo>
                <a:cubicBezTo>
                  <a:pt x="583" y="417"/>
                  <a:pt x="571" y="429"/>
                  <a:pt x="556" y="444"/>
                </a:cubicBezTo>
                <a:cubicBezTo>
                  <a:pt x="202" y="764"/>
                  <a:pt x="0" y="1220"/>
                  <a:pt x="0" y="1697"/>
                </a:cubicBezTo>
                <a:lnTo>
                  <a:pt x="0" y="10756"/>
                </a:lnTo>
                <a:cubicBezTo>
                  <a:pt x="0" y="11695"/>
                  <a:pt x="761" y="12453"/>
                  <a:pt x="1700" y="12456"/>
                </a:cubicBezTo>
                <a:lnTo>
                  <a:pt x="17628" y="12456"/>
                </a:lnTo>
                <a:cubicBezTo>
                  <a:pt x="18564" y="12453"/>
                  <a:pt x="19325" y="11695"/>
                  <a:pt x="19325" y="10756"/>
                </a:cubicBezTo>
                <a:lnTo>
                  <a:pt x="19325" y="1697"/>
                </a:lnTo>
                <a:cubicBezTo>
                  <a:pt x="19325" y="1220"/>
                  <a:pt x="19122" y="764"/>
                  <a:pt x="18769" y="441"/>
                </a:cubicBezTo>
                <a:cubicBezTo>
                  <a:pt x="18757" y="429"/>
                  <a:pt x="18742" y="417"/>
                  <a:pt x="18727" y="405"/>
                </a:cubicBezTo>
                <a:cubicBezTo>
                  <a:pt x="18422" y="145"/>
                  <a:pt x="18037" y="0"/>
                  <a:pt x="17640" y="0"/>
                </a:cubicBezTo>
                <a:cubicBezTo>
                  <a:pt x="17636" y="0"/>
                  <a:pt x="17632" y="0"/>
                  <a:pt x="17628" y="1"/>
                </a:cubicBezTo>
                <a:lnTo>
                  <a:pt x="1700" y="1"/>
                </a:lnTo>
                <a:cubicBezTo>
                  <a:pt x="1696" y="0"/>
                  <a:pt x="1692" y="0"/>
                  <a:pt x="168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59" name="Google Shape;10259;p134"/>
          <p:cNvSpPr/>
          <p:nvPr/>
        </p:nvSpPr>
        <p:spPr>
          <a:xfrm>
            <a:off x="1671076" y="3125647"/>
            <a:ext cx="353617" cy="340133"/>
          </a:xfrm>
          <a:custGeom>
            <a:rect b="b" l="l" r="r" t="t"/>
            <a:pathLst>
              <a:path extrusionOk="0" h="19323" w="20089">
                <a:moveTo>
                  <a:pt x="4477" y="1134"/>
                </a:moveTo>
                <a:cubicBezTo>
                  <a:pt x="4624" y="1134"/>
                  <a:pt x="4765" y="1194"/>
                  <a:pt x="4868" y="1300"/>
                </a:cubicBezTo>
                <a:lnTo>
                  <a:pt x="7268" y="3694"/>
                </a:lnTo>
                <a:cubicBezTo>
                  <a:pt x="7489" y="3915"/>
                  <a:pt x="7489" y="4271"/>
                  <a:pt x="7268" y="4494"/>
                </a:cubicBezTo>
                <a:lnTo>
                  <a:pt x="6870" y="4893"/>
                </a:lnTo>
                <a:lnTo>
                  <a:pt x="3669" y="1692"/>
                </a:lnTo>
                <a:lnTo>
                  <a:pt x="4068" y="1300"/>
                </a:lnTo>
                <a:cubicBezTo>
                  <a:pt x="4173" y="1191"/>
                  <a:pt x="4315" y="1134"/>
                  <a:pt x="4466" y="1134"/>
                </a:cubicBezTo>
                <a:cubicBezTo>
                  <a:pt x="4470" y="1134"/>
                  <a:pt x="4473" y="1134"/>
                  <a:pt x="4477" y="1134"/>
                </a:cubicBezTo>
                <a:close/>
                <a:moveTo>
                  <a:pt x="15822" y="12484"/>
                </a:moveTo>
                <a:cubicBezTo>
                  <a:pt x="15973" y="12484"/>
                  <a:pt x="16118" y="12544"/>
                  <a:pt x="16224" y="12650"/>
                </a:cubicBezTo>
                <a:lnTo>
                  <a:pt x="18624" y="15053"/>
                </a:lnTo>
                <a:cubicBezTo>
                  <a:pt x="18845" y="15274"/>
                  <a:pt x="18845" y="15633"/>
                  <a:pt x="18624" y="15854"/>
                </a:cubicBezTo>
                <a:lnTo>
                  <a:pt x="18226" y="16255"/>
                </a:lnTo>
                <a:lnTo>
                  <a:pt x="15022" y="13051"/>
                </a:lnTo>
                <a:lnTo>
                  <a:pt x="15421" y="12650"/>
                </a:lnTo>
                <a:cubicBezTo>
                  <a:pt x="15526" y="12544"/>
                  <a:pt x="15671" y="12484"/>
                  <a:pt x="15822" y="12484"/>
                </a:cubicBezTo>
                <a:close/>
                <a:moveTo>
                  <a:pt x="2881" y="2508"/>
                </a:moveTo>
                <a:lnTo>
                  <a:pt x="6073" y="5699"/>
                </a:lnTo>
                <a:cubicBezTo>
                  <a:pt x="5227" y="6656"/>
                  <a:pt x="5275" y="8103"/>
                  <a:pt x="6175" y="9005"/>
                </a:cubicBezTo>
                <a:lnTo>
                  <a:pt x="10910" y="13743"/>
                </a:lnTo>
                <a:cubicBezTo>
                  <a:pt x="11379" y="14214"/>
                  <a:pt x="11998" y="14451"/>
                  <a:pt x="12618" y="14451"/>
                </a:cubicBezTo>
                <a:cubicBezTo>
                  <a:pt x="13188" y="14451"/>
                  <a:pt x="13758" y="14252"/>
                  <a:pt x="14216" y="13849"/>
                </a:cubicBezTo>
                <a:lnTo>
                  <a:pt x="17408" y="17040"/>
                </a:lnTo>
                <a:cubicBezTo>
                  <a:pt x="16480" y="17810"/>
                  <a:pt x="15350" y="18190"/>
                  <a:pt x="14222" y="18190"/>
                </a:cubicBezTo>
                <a:cubicBezTo>
                  <a:pt x="12939" y="18190"/>
                  <a:pt x="11660" y="17697"/>
                  <a:pt x="10689" y="16726"/>
                </a:cubicBezTo>
                <a:lnTo>
                  <a:pt x="10692" y="16726"/>
                </a:lnTo>
                <a:lnTo>
                  <a:pt x="3192" y="9226"/>
                </a:lnTo>
                <a:cubicBezTo>
                  <a:pt x="1371" y="7402"/>
                  <a:pt x="1235" y="4491"/>
                  <a:pt x="2881" y="2508"/>
                </a:cubicBezTo>
                <a:close/>
                <a:moveTo>
                  <a:pt x="4468" y="1"/>
                </a:moveTo>
                <a:cubicBezTo>
                  <a:pt x="4034" y="1"/>
                  <a:pt x="3600" y="166"/>
                  <a:pt x="3267" y="497"/>
                </a:cubicBezTo>
                <a:lnTo>
                  <a:pt x="2473" y="1285"/>
                </a:lnTo>
                <a:lnTo>
                  <a:pt x="2464" y="1294"/>
                </a:lnTo>
                <a:lnTo>
                  <a:pt x="2458" y="1300"/>
                </a:lnTo>
                <a:lnTo>
                  <a:pt x="2392" y="1366"/>
                </a:lnTo>
                <a:cubicBezTo>
                  <a:pt x="0" y="3758"/>
                  <a:pt x="0" y="7635"/>
                  <a:pt x="2392" y="10026"/>
                </a:cubicBezTo>
                <a:lnTo>
                  <a:pt x="9889" y="17529"/>
                </a:lnTo>
                <a:cubicBezTo>
                  <a:pt x="11086" y="18725"/>
                  <a:pt x="12654" y="19323"/>
                  <a:pt x="14222" y="19323"/>
                </a:cubicBezTo>
                <a:cubicBezTo>
                  <a:pt x="15789" y="19323"/>
                  <a:pt x="17356" y="18725"/>
                  <a:pt x="18552" y="17529"/>
                </a:cubicBezTo>
                <a:lnTo>
                  <a:pt x="18624" y="17457"/>
                </a:lnTo>
                <a:lnTo>
                  <a:pt x="19425" y="16657"/>
                </a:lnTo>
                <a:cubicBezTo>
                  <a:pt x="20089" y="15992"/>
                  <a:pt x="20089" y="14917"/>
                  <a:pt x="19425" y="14253"/>
                </a:cubicBezTo>
                <a:lnTo>
                  <a:pt x="17024" y="11850"/>
                </a:lnTo>
                <a:cubicBezTo>
                  <a:pt x="16692" y="11518"/>
                  <a:pt x="16257" y="11352"/>
                  <a:pt x="15822" y="11352"/>
                </a:cubicBezTo>
                <a:cubicBezTo>
                  <a:pt x="15388" y="11352"/>
                  <a:pt x="14953" y="11518"/>
                  <a:pt x="14621" y="11850"/>
                </a:cubicBezTo>
                <a:lnTo>
                  <a:pt x="13820" y="12650"/>
                </a:lnTo>
                <a:lnTo>
                  <a:pt x="13531" y="12943"/>
                </a:lnTo>
                <a:cubicBezTo>
                  <a:pt x="13278" y="13193"/>
                  <a:pt x="12949" y="13319"/>
                  <a:pt x="12620" y="13319"/>
                </a:cubicBezTo>
                <a:cubicBezTo>
                  <a:pt x="12291" y="13319"/>
                  <a:pt x="11962" y="13193"/>
                  <a:pt x="11710" y="12943"/>
                </a:cubicBezTo>
                <a:lnTo>
                  <a:pt x="6978" y="8205"/>
                </a:lnTo>
                <a:cubicBezTo>
                  <a:pt x="6474" y="7704"/>
                  <a:pt x="6474" y="6889"/>
                  <a:pt x="6978" y="6385"/>
                </a:cubicBezTo>
                <a:lnTo>
                  <a:pt x="7268" y="6095"/>
                </a:lnTo>
                <a:lnTo>
                  <a:pt x="8068" y="5294"/>
                </a:lnTo>
                <a:cubicBezTo>
                  <a:pt x="8733" y="4630"/>
                  <a:pt x="8733" y="3555"/>
                  <a:pt x="8068" y="2891"/>
                </a:cubicBezTo>
                <a:lnTo>
                  <a:pt x="5668" y="497"/>
                </a:lnTo>
                <a:cubicBezTo>
                  <a:pt x="5336" y="166"/>
                  <a:pt x="4902" y="1"/>
                  <a:pt x="446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260" name="Google Shape;10260;p134"/>
          <p:cNvGrpSpPr/>
          <p:nvPr/>
        </p:nvGrpSpPr>
        <p:grpSpPr>
          <a:xfrm>
            <a:off x="2099646" y="3146463"/>
            <a:ext cx="352825" cy="298855"/>
            <a:chOff x="2676100" y="1456375"/>
            <a:chExt cx="501100" cy="424450"/>
          </a:xfrm>
        </p:grpSpPr>
        <p:sp>
          <p:nvSpPr>
            <p:cNvPr id="10261" name="Google Shape;10261;p134"/>
            <p:cNvSpPr/>
            <p:nvPr/>
          </p:nvSpPr>
          <p:spPr>
            <a:xfrm>
              <a:off x="3079725" y="1534750"/>
              <a:ext cx="97475" cy="268275"/>
            </a:xfrm>
            <a:custGeom>
              <a:rect b="b" l="l" r="r" t="t"/>
              <a:pathLst>
                <a:path extrusionOk="0" h="10731" w="3899">
                  <a:moveTo>
                    <a:pt x="621" y="1"/>
                  </a:moveTo>
                  <a:cubicBezTo>
                    <a:pt x="476" y="1"/>
                    <a:pt x="331" y="56"/>
                    <a:pt x="221" y="166"/>
                  </a:cubicBezTo>
                  <a:cubicBezTo>
                    <a:pt x="0" y="387"/>
                    <a:pt x="0" y="746"/>
                    <a:pt x="221" y="966"/>
                  </a:cubicBezTo>
                  <a:cubicBezTo>
                    <a:pt x="2657" y="3397"/>
                    <a:pt x="2657" y="7340"/>
                    <a:pt x="221" y="9771"/>
                  </a:cubicBezTo>
                  <a:cubicBezTo>
                    <a:pt x="6" y="9992"/>
                    <a:pt x="9" y="10345"/>
                    <a:pt x="230" y="10565"/>
                  </a:cubicBezTo>
                  <a:cubicBezTo>
                    <a:pt x="340" y="10675"/>
                    <a:pt x="484" y="10730"/>
                    <a:pt x="629" y="10730"/>
                  </a:cubicBezTo>
                  <a:cubicBezTo>
                    <a:pt x="770" y="10730"/>
                    <a:pt x="912" y="10677"/>
                    <a:pt x="1021" y="10571"/>
                  </a:cubicBezTo>
                  <a:cubicBezTo>
                    <a:pt x="3898" y="7700"/>
                    <a:pt x="3898" y="3038"/>
                    <a:pt x="1021" y="166"/>
                  </a:cubicBezTo>
                  <a:cubicBezTo>
                    <a:pt x="911" y="56"/>
                    <a:pt x="766" y="1"/>
                    <a:pt x="62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62" name="Google Shape;10262;p134"/>
            <p:cNvSpPr/>
            <p:nvPr/>
          </p:nvSpPr>
          <p:spPr>
            <a:xfrm>
              <a:off x="3039725" y="1574925"/>
              <a:ext cx="75350" cy="188250"/>
            </a:xfrm>
            <a:custGeom>
              <a:rect b="b" l="l" r="r" t="t"/>
              <a:pathLst>
                <a:path extrusionOk="0" h="7530" w="3014">
                  <a:moveTo>
                    <a:pt x="629" y="1"/>
                  </a:moveTo>
                  <a:cubicBezTo>
                    <a:pt x="484" y="1"/>
                    <a:pt x="339" y="56"/>
                    <a:pt x="230" y="166"/>
                  </a:cubicBezTo>
                  <a:cubicBezTo>
                    <a:pt x="12" y="383"/>
                    <a:pt x="9" y="736"/>
                    <a:pt x="224" y="960"/>
                  </a:cubicBezTo>
                  <a:cubicBezTo>
                    <a:pt x="1769" y="2506"/>
                    <a:pt x="1769" y="5018"/>
                    <a:pt x="224" y="6564"/>
                  </a:cubicBezTo>
                  <a:cubicBezTo>
                    <a:pt x="0" y="6784"/>
                    <a:pt x="0" y="7144"/>
                    <a:pt x="224" y="7364"/>
                  </a:cubicBezTo>
                  <a:cubicBezTo>
                    <a:pt x="334" y="7474"/>
                    <a:pt x="479" y="7529"/>
                    <a:pt x="624" y="7529"/>
                  </a:cubicBezTo>
                  <a:cubicBezTo>
                    <a:pt x="769" y="7529"/>
                    <a:pt x="913" y="7474"/>
                    <a:pt x="1024" y="7364"/>
                  </a:cubicBezTo>
                  <a:cubicBezTo>
                    <a:pt x="3013" y="5374"/>
                    <a:pt x="3013" y="2149"/>
                    <a:pt x="1024" y="160"/>
                  </a:cubicBezTo>
                  <a:cubicBezTo>
                    <a:pt x="913" y="53"/>
                    <a:pt x="771" y="1"/>
                    <a:pt x="62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63" name="Google Shape;10263;p134"/>
            <p:cNvSpPr/>
            <p:nvPr/>
          </p:nvSpPr>
          <p:spPr>
            <a:xfrm>
              <a:off x="2676100" y="1456375"/>
              <a:ext cx="340700" cy="424450"/>
            </a:xfrm>
            <a:custGeom>
              <a:rect b="b" l="l" r="r" t="t"/>
              <a:pathLst>
                <a:path extrusionOk="0" h="16978" w="13628">
                  <a:moveTo>
                    <a:pt x="2265" y="6792"/>
                  </a:moveTo>
                  <a:lnTo>
                    <a:pt x="2265" y="10189"/>
                  </a:lnTo>
                  <a:lnTo>
                    <a:pt x="1700" y="10189"/>
                  </a:lnTo>
                  <a:cubicBezTo>
                    <a:pt x="1386" y="10189"/>
                    <a:pt x="1133" y="9935"/>
                    <a:pt x="1133" y="9621"/>
                  </a:cubicBezTo>
                  <a:lnTo>
                    <a:pt x="1133" y="7356"/>
                  </a:lnTo>
                  <a:cubicBezTo>
                    <a:pt x="1133" y="7042"/>
                    <a:pt x="1386" y="6792"/>
                    <a:pt x="1700" y="6792"/>
                  </a:cubicBezTo>
                  <a:close/>
                  <a:moveTo>
                    <a:pt x="5701" y="5659"/>
                  </a:moveTo>
                  <a:lnTo>
                    <a:pt x="5701" y="11321"/>
                  </a:lnTo>
                  <a:lnTo>
                    <a:pt x="3965" y="11321"/>
                  </a:lnTo>
                  <a:cubicBezTo>
                    <a:pt x="3651" y="11321"/>
                    <a:pt x="3397" y="11067"/>
                    <a:pt x="3397" y="10753"/>
                  </a:cubicBezTo>
                  <a:lnTo>
                    <a:pt x="3397" y="6224"/>
                  </a:lnTo>
                  <a:cubicBezTo>
                    <a:pt x="3397" y="5910"/>
                    <a:pt x="3651" y="5659"/>
                    <a:pt x="3965" y="5659"/>
                  </a:cubicBezTo>
                  <a:close/>
                  <a:moveTo>
                    <a:pt x="10230" y="2827"/>
                  </a:moveTo>
                  <a:lnTo>
                    <a:pt x="10230" y="14150"/>
                  </a:lnTo>
                  <a:lnTo>
                    <a:pt x="6833" y="11602"/>
                  </a:lnTo>
                  <a:lnTo>
                    <a:pt x="6833" y="5376"/>
                  </a:lnTo>
                  <a:lnTo>
                    <a:pt x="10230" y="2827"/>
                  </a:lnTo>
                  <a:close/>
                  <a:moveTo>
                    <a:pt x="11927" y="1130"/>
                  </a:moveTo>
                  <a:cubicBezTo>
                    <a:pt x="12241" y="1130"/>
                    <a:pt x="12495" y="1381"/>
                    <a:pt x="12495" y="1695"/>
                  </a:cubicBezTo>
                  <a:lnTo>
                    <a:pt x="12495" y="15282"/>
                  </a:lnTo>
                  <a:cubicBezTo>
                    <a:pt x="12495" y="15596"/>
                    <a:pt x="12241" y="15847"/>
                    <a:pt x="11927" y="15847"/>
                  </a:cubicBezTo>
                  <a:cubicBezTo>
                    <a:pt x="11613" y="15847"/>
                    <a:pt x="11363" y="15596"/>
                    <a:pt x="11363" y="15282"/>
                  </a:cubicBezTo>
                  <a:lnTo>
                    <a:pt x="11363" y="1695"/>
                  </a:lnTo>
                  <a:cubicBezTo>
                    <a:pt x="11363" y="1381"/>
                    <a:pt x="11613" y="1130"/>
                    <a:pt x="11927" y="1130"/>
                  </a:cubicBezTo>
                  <a:close/>
                  <a:moveTo>
                    <a:pt x="11925" y="0"/>
                  </a:moveTo>
                  <a:cubicBezTo>
                    <a:pt x="11115" y="0"/>
                    <a:pt x="10405" y="580"/>
                    <a:pt x="10257" y="1393"/>
                  </a:cubicBezTo>
                  <a:lnTo>
                    <a:pt x="6079" y="4527"/>
                  </a:lnTo>
                  <a:lnTo>
                    <a:pt x="3965" y="4527"/>
                  </a:lnTo>
                  <a:cubicBezTo>
                    <a:pt x="3243" y="4527"/>
                    <a:pt x="2603" y="4980"/>
                    <a:pt x="2362" y="5659"/>
                  </a:cubicBezTo>
                  <a:lnTo>
                    <a:pt x="1700" y="5659"/>
                  </a:lnTo>
                  <a:cubicBezTo>
                    <a:pt x="761" y="5659"/>
                    <a:pt x="0" y="6417"/>
                    <a:pt x="0" y="7356"/>
                  </a:cubicBezTo>
                  <a:lnTo>
                    <a:pt x="0" y="9621"/>
                  </a:lnTo>
                  <a:cubicBezTo>
                    <a:pt x="0" y="10560"/>
                    <a:pt x="761" y="11318"/>
                    <a:pt x="1700" y="11321"/>
                  </a:cubicBezTo>
                  <a:lnTo>
                    <a:pt x="2362" y="11321"/>
                  </a:lnTo>
                  <a:cubicBezTo>
                    <a:pt x="2603" y="11997"/>
                    <a:pt x="3243" y="12450"/>
                    <a:pt x="3965" y="12453"/>
                  </a:cubicBezTo>
                  <a:lnTo>
                    <a:pt x="6079" y="12453"/>
                  </a:lnTo>
                  <a:lnTo>
                    <a:pt x="10257" y="15584"/>
                  </a:lnTo>
                  <a:cubicBezTo>
                    <a:pt x="10405" y="16397"/>
                    <a:pt x="11115" y="16977"/>
                    <a:pt x="11925" y="16977"/>
                  </a:cubicBezTo>
                  <a:cubicBezTo>
                    <a:pt x="11976" y="16977"/>
                    <a:pt x="12027" y="16975"/>
                    <a:pt x="12078" y="16970"/>
                  </a:cubicBezTo>
                  <a:cubicBezTo>
                    <a:pt x="12954" y="16892"/>
                    <a:pt x="13624" y="16161"/>
                    <a:pt x="13627" y="15282"/>
                  </a:cubicBezTo>
                  <a:lnTo>
                    <a:pt x="13627" y="1695"/>
                  </a:lnTo>
                  <a:cubicBezTo>
                    <a:pt x="13624" y="816"/>
                    <a:pt x="12954" y="85"/>
                    <a:pt x="12078" y="7"/>
                  </a:cubicBezTo>
                  <a:cubicBezTo>
                    <a:pt x="12027" y="2"/>
                    <a:pt x="11976" y="0"/>
                    <a:pt x="1192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264" name="Google Shape;10264;p134"/>
          <p:cNvGrpSpPr/>
          <p:nvPr/>
        </p:nvGrpSpPr>
        <p:grpSpPr>
          <a:xfrm>
            <a:off x="2523170" y="3125806"/>
            <a:ext cx="340221" cy="340168"/>
            <a:chOff x="3270475" y="1427025"/>
            <a:chExt cx="483200" cy="483125"/>
          </a:xfrm>
        </p:grpSpPr>
        <p:sp>
          <p:nvSpPr>
            <p:cNvPr id="10265" name="Google Shape;10265;p134"/>
            <p:cNvSpPr/>
            <p:nvPr/>
          </p:nvSpPr>
          <p:spPr>
            <a:xfrm>
              <a:off x="3270475" y="1427025"/>
              <a:ext cx="483200" cy="483125"/>
            </a:xfrm>
            <a:custGeom>
              <a:rect b="b" l="l" r="r" t="t"/>
              <a:pathLst>
                <a:path extrusionOk="0" h="19325" w="19328">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66" name="Google Shape;10266;p134"/>
            <p:cNvSpPr/>
            <p:nvPr/>
          </p:nvSpPr>
          <p:spPr>
            <a:xfrm>
              <a:off x="3497550" y="1596875"/>
              <a:ext cx="87650" cy="141525"/>
            </a:xfrm>
            <a:custGeom>
              <a:rect b="b" l="l" r="r" t="t"/>
              <a:pathLst>
                <a:path extrusionOk="0" h="5661" w="3506">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67" name="Google Shape;10267;p134"/>
            <p:cNvSpPr/>
            <p:nvPr/>
          </p:nvSpPr>
          <p:spPr>
            <a:xfrm>
              <a:off x="3327100" y="1483625"/>
              <a:ext cx="369975" cy="369925"/>
            </a:xfrm>
            <a:custGeom>
              <a:rect b="b" l="l" r="r" t="t"/>
              <a:pathLst>
                <a:path extrusionOk="0" h="14797" w="14799">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268" name="Google Shape;10268;p134"/>
          <p:cNvGrpSpPr/>
          <p:nvPr/>
        </p:nvGrpSpPr>
        <p:grpSpPr>
          <a:xfrm>
            <a:off x="2934083" y="3125780"/>
            <a:ext cx="343530" cy="340221"/>
            <a:chOff x="3860250" y="1427025"/>
            <a:chExt cx="487900" cy="483200"/>
          </a:xfrm>
        </p:grpSpPr>
        <p:sp>
          <p:nvSpPr>
            <p:cNvPr id="10269" name="Google Shape;10269;p134"/>
            <p:cNvSpPr/>
            <p:nvPr/>
          </p:nvSpPr>
          <p:spPr>
            <a:xfrm>
              <a:off x="3875800" y="1427025"/>
              <a:ext cx="472350" cy="468650"/>
            </a:xfrm>
            <a:custGeom>
              <a:rect b="b" l="l" r="r" t="t"/>
              <a:pathLst>
                <a:path extrusionOk="0" h="18746" w="18894">
                  <a:moveTo>
                    <a:pt x="15874" y="1821"/>
                  </a:moveTo>
                  <a:lnTo>
                    <a:pt x="6498" y="9403"/>
                  </a:lnTo>
                  <a:lnTo>
                    <a:pt x="1918" y="5629"/>
                  </a:lnTo>
                  <a:lnTo>
                    <a:pt x="15874" y="1821"/>
                  </a:lnTo>
                  <a:close/>
                  <a:moveTo>
                    <a:pt x="14524" y="4370"/>
                  </a:moveTo>
                  <a:lnTo>
                    <a:pt x="8425" y="11912"/>
                  </a:lnTo>
                  <a:lnTo>
                    <a:pt x="6257" y="12634"/>
                  </a:lnTo>
                  <a:lnTo>
                    <a:pt x="6981" y="10469"/>
                  </a:lnTo>
                  <a:lnTo>
                    <a:pt x="14524" y="4370"/>
                  </a:lnTo>
                  <a:close/>
                  <a:moveTo>
                    <a:pt x="17072" y="3020"/>
                  </a:moveTo>
                  <a:lnTo>
                    <a:pt x="13265" y="16976"/>
                  </a:lnTo>
                  <a:lnTo>
                    <a:pt x="9491" y="12392"/>
                  </a:lnTo>
                  <a:lnTo>
                    <a:pt x="17072" y="3020"/>
                  </a:lnTo>
                  <a:close/>
                  <a:moveTo>
                    <a:pt x="18298" y="0"/>
                  </a:moveTo>
                  <a:cubicBezTo>
                    <a:pt x="18286" y="0"/>
                    <a:pt x="18274" y="0"/>
                    <a:pt x="18262" y="3"/>
                  </a:cubicBezTo>
                  <a:lnTo>
                    <a:pt x="18253" y="3"/>
                  </a:lnTo>
                  <a:cubicBezTo>
                    <a:pt x="18238" y="6"/>
                    <a:pt x="18223" y="6"/>
                    <a:pt x="18211" y="12"/>
                  </a:cubicBezTo>
                  <a:lnTo>
                    <a:pt x="18193" y="15"/>
                  </a:lnTo>
                  <a:lnTo>
                    <a:pt x="18178" y="18"/>
                  </a:lnTo>
                  <a:lnTo>
                    <a:pt x="562" y="4822"/>
                  </a:lnTo>
                  <a:cubicBezTo>
                    <a:pt x="121" y="4943"/>
                    <a:pt x="0" y="5511"/>
                    <a:pt x="351" y="5804"/>
                  </a:cubicBezTo>
                  <a:lnTo>
                    <a:pt x="5834" y="10321"/>
                  </a:lnTo>
                  <a:lnTo>
                    <a:pt x="4826" y="13349"/>
                  </a:lnTo>
                  <a:cubicBezTo>
                    <a:pt x="4696" y="13732"/>
                    <a:pt x="4991" y="14098"/>
                    <a:pt x="5359" y="14098"/>
                  </a:cubicBezTo>
                  <a:cubicBezTo>
                    <a:pt x="5418" y="14098"/>
                    <a:pt x="5479" y="14089"/>
                    <a:pt x="5541" y="14068"/>
                  </a:cubicBezTo>
                  <a:lnTo>
                    <a:pt x="8570" y="13060"/>
                  </a:lnTo>
                  <a:lnTo>
                    <a:pt x="13087" y="18540"/>
                  </a:lnTo>
                  <a:cubicBezTo>
                    <a:pt x="13195" y="18670"/>
                    <a:pt x="13355" y="18745"/>
                    <a:pt x="13525" y="18745"/>
                  </a:cubicBezTo>
                  <a:cubicBezTo>
                    <a:pt x="13564" y="18745"/>
                    <a:pt x="13603" y="18742"/>
                    <a:pt x="13642" y="18733"/>
                  </a:cubicBezTo>
                  <a:cubicBezTo>
                    <a:pt x="13848" y="18691"/>
                    <a:pt x="14014" y="18534"/>
                    <a:pt x="14071" y="18328"/>
                  </a:cubicBezTo>
                  <a:lnTo>
                    <a:pt x="18875" y="716"/>
                  </a:lnTo>
                  <a:cubicBezTo>
                    <a:pt x="18875" y="710"/>
                    <a:pt x="18875" y="704"/>
                    <a:pt x="18878" y="698"/>
                  </a:cubicBezTo>
                  <a:lnTo>
                    <a:pt x="18881" y="683"/>
                  </a:lnTo>
                  <a:cubicBezTo>
                    <a:pt x="18884" y="668"/>
                    <a:pt x="18887" y="653"/>
                    <a:pt x="18890" y="637"/>
                  </a:cubicBezTo>
                  <a:cubicBezTo>
                    <a:pt x="18890" y="637"/>
                    <a:pt x="18890" y="634"/>
                    <a:pt x="18890" y="631"/>
                  </a:cubicBezTo>
                  <a:cubicBezTo>
                    <a:pt x="18890" y="619"/>
                    <a:pt x="18890" y="604"/>
                    <a:pt x="18893" y="592"/>
                  </a:cubicBezTo>
                  <a:lnTo>
                    <a:pt x="18893" y="580"/>
                  </a:lnTo>
                  <a:cubicBezTo>
                    <a:pt x="18893" y="568"/>
                    <a:pt x="18893" y="553"/>
                    <a:pt x="18893" y="541"/>
                  </a:cubicBezTo>
                  <a:cubicBezTo>
                    <a:pt x="18893" y="538"/>
                    <a:pt x="18893" y="535"/>
                    <a:pt x="18893" y="532"/>
                  </a:cubicBezTo>
                  <a:cubicBezTo>
                    <a:pt x="18893" y="517"/>
                    <a:pt x="18890" y="502"/>
                    <a:pt x="18890" y="487"/>
                  </a:cubicBezTo>
                  <a:cubicBezTo>
                    <a:pt x="18890" y="483"/>
                    <a:pt x="18890" y="480"/>
                    <a:pt x="18887" y="477"/>
                  </a:cubicBezTo>
                  <a:cubicBezTo>
                    <a:pt x="18887" y="465"/>
                    <a:pt x="18884" y="453"/>
                    <a:pt x="18881" y="441"/>
                  </a:cubicBezTo>
                  <a:lnTo>
                    <a:pt x="18878" y="429"/>
                  </a:lnTo>
                  <a:cubicBezTo>
                    <a:pt x="18875" y="417"/>
                    <a:pt x="18872" y="402"/>
                    <a:pt x="18866" y="390"/>
                  </a:cubicBezTo>
                  <a:cubicBezTo>
                    <a:pt x="18866" y="387"/>
                    <a:pt x="18866" y="384"/>
                    <a:pt x="18863" y="381"/>
                  </a:cubicBezTo>
                  <a:cubicBezTo>
                    <a:pt x="18860" y="369"/>
                    <a:pt x="18854" y="354"/>
                    <a:pt x="18848" y="345"/>
                  </a:cubicBezTo>
                  <a:cubicBezTo>
                    <a:pt x="18848" y="339"/>
                    <a:pt x="18845" y="333"/>
                    <a:pt x="18842" y="329"/>
                  </a:cubicBezTo>
                  <a:cubicBezTo>
                    <a:pt x="18839" y="323"/>
                    <a:pt x="18833" y="308"/>
                    <a:pt x="18830" y="299"/>
                  </a:cubicBezTo>
                  <a:cubicBezTo>
                    <a:pt x="18824" y="290"/>
                    <a:pt x="18824" y="290"/>
                    <a:pt x="18821" y="287"/>
                  </a:cubicBezTo>
                  <a:cubicBezTo>
                    <a:pt x="18815" y="275"/>
                    <a:pt x="18806" y="263"/>
                    <a:pt x="18797" y="248"/>
                  </a:cubicBezTo>
                  <a:lnTo>
                    <a:pt x="18790" y="239"/>
                  </a:lnTo>
                  <a:cubicBezTo>
                    <a:pt x="18784" y="230"/>
                    <a:pt x="18775" y="221"/>
                    <a:pt x="18769" y="212"/>
                  </a:cubicBezTo>
                  <a:cubicBezTo>
                    <a:pt x="18760" y="203"/>
                    <a:pt x="18763" y="203"/>
                    <a:pt x="18760" y="200"/>
                  </a:cubicBezTo>
                  <a:cubicBezTo>
                    <a:pt x="18751" y="188"/>
                    <a:pt x="18739" y="176"/>
                    <a:pt x="18727" y="163"/>
                  </a:cubicBezTo>
                  <a:cubicBezTo>
                    <a:pt x="18718" y="154"/>
                    <a:pt x="18706" y="142"/>
                    <a:pt x="18694" y="133"/>
                  </a:cubicBezTo>
                  <a:lnTo>
                    <a:pt x="18682" y="124"/>
                  </a:lnTo>
                  <a:cubicBezTo>
                    <a:pt x="18673" y="115"/>
                    <a:pt x="18664" y="109"/>
                    <a:pt x="18655" y="103"/>
                  </a:cubicBezTo>
                  <a:lnTo>
                    <a:pt x="18643" y="94"/>
                  </a:lnTo>
                  <a:cubicBezTo>
                    <a:pt x="18630" y="88"/>
                    <a:pt x="18618" y="79"/>
                    <a:pt x="18606" y="73"/>
                  </a:cubicBezTo>
                  <a:lnTo>
                    <a:pt x="18591" y="64"/>
                  </a:lnTo>
                  <a:lnTo>
                    <a:pt x="18564" y="52"/>
                  </a:lnTo>
                  <a:lnTo>
                    <a:pt x="18549" y="43"/>
                  </a:lnTo>
                  <a:cubicBezTo>
                    <a:pt x="18537" y="40"/>
                    <a:pt x="18522" y="34"/>
                    <a:pt x="18510" y="28"/>
                  </a:cubicBezTo>
                  <a:lnTo>
                    <a:pt x="18501" y="28"/>
                  </a:lnTo>
                  <a:cubicBezTo>
                    <a:pt x="18489" y="22"/>
                    <a:pt x="18476" y="18"/>
                    <a:pt x="18464" y="15"/>
                  </a:cubicBezTo>
                  <a:lnTo>
                    <a:pt x="18449" y="12"/>
                  </a:lnTo>
                  <a:lnTo>
                    <a:pt x="18416" y="6"/>
                  </a:lnTo>
                  <a:lnTo>
                    <a:pt x="18404" y="3"/>
                  </a:lnTo>
                  <a:cubicBezTo>
                    <a:pt x="18389" y="3"/>
                    <a:pt x="18374" y="0"/>
                    <a:pt x="1835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70" name="Google Shape;10270;p134"/>
            <p:cNvSpPr/>
            <p:nvPr/>
          </p:nvSpPr>
          <p:spPr>
            <a:xfrm>
              <a:off x="3860250" y="1861675"/>
              <a:ext cx="54675" cy="48550"/>
            </a:xfrm>
            <a:custGeom>
              <a:rect b="b" l="l" r="r" t="t"/>
              <a:pathLst>
                <a:path extrusionOk="0" h="1942" w="2187">
                  <a:moveTo>
                    <a:pt x="1563" y="1"/>
                  </a:moveTo>
                  <a:cubicBezTo>
                    <a:pt x="1416" y="1"/>
                    <a:pt x="1268" y="58"/>
                    <a:pt x="1157" y="172"/>
                  </a:cubicBezTo>
                  <a:lnTo>
                    <a:pt x="357" y="976"/>
                  </a:lnTo>
                  <a:cubicBezTo>
                    <a:pt x="0" y="1332"/>
                    <a:pt x="254" y="1942"/>
                    <a:pt x="758" y="1942"/>
                  </a:cubicBezTo>
                  <a:cubicBezTo>
                    <a:pt x="906" y="1942"/>
                    <a:pt x="1051" y="1882"/>
                    <a:pt x="1157" y="1776"/>
                  </a:cubicBezTo>
                  <a:lnTo>
                    <a:pt x="1957" y="973"/>
                  </a:lnTo>
                  <a:cubicBezTo>
                    <a:pt x="2184" y="755"/>
                    <a:pt x="2187" y="390"/>
                    <a:pt x="1963" y="166"/>
                  </a:cubicBezTo>
                  <a:cubicBezTo>
                    <a:pt x="1853" y="56"/>
                    <a:pt x="1708" y="1"/>
                    <a:pt x="156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71" name="Google Shape;10271;p134"/>
            <p:cNvSpPr/>
            <p:nvPr/>
          </p:nvSpPr>
          <p:spPr>
            <a:xfrm>
              <a:off x="3923425" y="1801775"/>
              <a:ext cx="51350" cy="48550"/>
            </a:xfrm>
            <a:custGeom>
              <a:rect b="b" l="l" r="r" t="t"/>
              <a:pathLst>
                <a:path extrusionOk="0" h="1942" w="2054">
                  <a:moveTo>
                    <a:pt x="1430" y="0"/>
                  </a:moveTo>
                  <a:cubicBezTo>
                    <a:pt x="1286" y="0"/>
                    <a:pt x="1141" y="56"/>
                    <a:pt x="1030" y="168"/>
                  </a:cubicBezTo>
                  <a:lnTo>
                    <a:pt x="230" y="968"/>
                  </a:lnTo>
                  <a:cubicBezTo>
                    <a:pt x="4" y="1189"/>
                    <a:pt x="1" y="1551"/>
                    <a:pt x="224" y="1774"/>
                  </a:cubicBezTo>
                  <a:cubicBezTo>
                    <a:pt x="334" y="1886"/>
                    <a:pt x="478" y="1941"/>
                    <a:pt x="623" y="1941"/>
                  </a:cubicBezTo>
                  <a:cubicBezTo>
                    <a:pt x="771" y="1941"/>
                    <a:pt x="919" y="1883"/>
                    <a:pt x="1030" y="1768"/>
                  </a:cubicBezTo>
                  <a:lnTo>
                    <a:pt x="1831" y="968"/>
                  </a:lnTo>
                  <a:cubicBezTo>
                    <a:pt x="2054" y="745"/>
                    <a:pt x="2051" y="388"/>
                    <a:pt x="1831" y="168"/>
                  </a:cubicBezTo>
                  <a:cubicBezTo>
                    <a:pt x="1720" y="56"/>
                    <a:pt x="1575" y="0"/>
                    <a:pt x="143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272" name="Google Shape;10272;p134"/>
          <p:cNvSpPr/>
          <p:nvPr/>
        </p:nvSpPr>
        <p:spPr>
          <a:xfrm>
            <a:off x="3353203" y="3125629"/>
            <a:ext cx="340239" cy="340168"/>
          </a:xfrm>
          <a:custGeom>
            <a:rect b="b" l="l" r="r" t="t"/>
            <a:pathLst>
              <a:path extrusionOk="0" h="19325" w="19329">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73" name="Google Shape;10273;p134"/>
          <p:cNvSpPr/>
          <p:nvPr/>
        </p:nvSpPr>
        <p:spPr>
          <a:xfrm>
            <a:off x="3774142" y="3125620"/>
            <a:ext cx="343530" cy="340186"/>
          </a:xfrm>
          <a:custGeom>
            <a:rect b="b" l="l" r="r" t="t"/>
            <a:pathLst>
              <a:path extrusionOk="0" h="19326" w="19516">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274" name="Google Shape;10274;p134"/>
          <p:cNvGrpSpPr/>
          <p:nvPr/>
        </p:nvGrpSpPr>
        <p:grpSpPr>
          <a:xfrm>
            <a:off x="4190322" y="3125806"/>
            <a:ext cx="340221" cy="340168"/>
            <a:chOff x="5648375" y="1427025"/>
            <a:chExt cx="483200" cy="483125"/>
          </a:xfrm>
        </p:grpSpPr>
        <p:sp>
          <p:nvSpPr>
            <p:cNvPr id="10275" name="Google Shape;10275;p134"/>
            <p:cNvSpPr/>
            <p:nvPr/>
          </p:nvSpPr>
          <p:spPr>
            <a:xfrm>
              <a:off x="5801075" y="1484625"/>
              <a:ext cx="177725" cy="162475"/>
            </a:xfrm>
            <a:custGeom>
              <a:rect b="b" l="l" r="r" t="t"/>
              <a:pathLst>
                <a:path extrusionOk="0" h="6499" w="7109">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76" name="Google Shape;10276;p134"/>
            <p:cNvSpPr/>
            <p:nvPr/>
          </p:nvSpPr>
          <p:spPr>
            <a:xfrm>
              <a:off x="5648375" y="1427025"/>
              <a:ext cx="483200" cy="483125"/>
            </a:xfrm>
            <a:custGeom>
              <a:rect b="b" l="l" r="r" t="t"/>
              <a:pathLst>
                <a:path extrusionOk="0" h="19325" w="19328">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277" name="Google Shape;10277;p134"/>
          <p:cNvGrpSpPr/>
          <p:nvPr/>
        </p:nvGrpSpPr>
        <p:grpSpPr>
          <a:xfrm>
            <a:off x="4604808" y="3125789"/>
            <a:ext cx="344622" cy="340204"/>
            <a:chOff x="6238300" y="1426975"/>
            <a:chExt cx="489450" cy="483175"/>
          </a:xfrm>
        </p:grpSpPr>
        <p:sp>
          <p:nvSpPr>
            <p:cNvPr id="10278" name="Google Shape;10278;p134"/>
            <p:cNvSpPr/>
            <p:nvPr/>
          </p:nvSpPr>
          <p:spPr>
            <a:xfrm>
              <a:off x="6238300" y="1426975"/>
              <a:ext cx="489450" cy="483175"/>
            </a:xfrm>
            <a:custGeom>
              <a:rect b="b" l="l" r="r" t="t"/>
              <a:pathLst>
                <a:path extrusionOk="0" h="19327" w="19578">
                  <a:moveTo>
                    <a:pt x="16109" y="2267"/>
                  </a:moveTo>
                  <a:lnTo>
                    <a:pt x="16109" y="4803"/>
                  </a:lnTo>
                  <a:lnTo>
                    <a:pt x="14977" y="3831"/>
                  </a:lnTo>
                  <a:lnTo>
                    <a:pt x="14977" y="2267"/>
                  </a:lnTo>
                  <a:close/>
                  <a:moveTo>
                    <a:pt x="9880" y="1135"/>
                  </a:moveTo>
                  <a:cubicBezTo>
                    <a:pt x="10011" y="1135"/>
                    <a:pt x="10142" y="1181"/>
                    <a:pt x="10248" y="1274"/>
                  </a:cubicBezTo>
                  <a:lnTo>
                    <a:pt x="18174" y="8067"/>
                  </a:lnTo>
                  <a:cubicBezTo>
                    <a:pt x="18413" y="8270"/>
                    <a:pt x="18440" y="8626"/>
                    <a:pt x="18238" y="8864"/>
                  </a:cubicBezTo>
                  <a:lnTo>
                    <a:pt x="18238" y="8861"/>
                  </a:lnTo>
                  <a:cubicBezTo>
                    <a:pt x="18129" y="8988"/>
                    <a:pt x="17972" y="9061"/>
                    <a:pt x="17809" y="9061"/>
                  </a:cubicBezTo>
                  <a:cubicBezTo>
                    <a:pt x="17673" y="9061"/>
                    <a:pt x="17540" y="9012"/>
                    <a:pt x="17440" y="8925"/>
                  </a:cubicBezTo>
                  <a:lnTo>
                    <a:pt x="10251" y="2762"/>
                  </a:lnTo>
                  <a:cubicBezTo>
                    <a:pt x="10145" y="2672"/>
                    <a:pt x="10014" y="2626"/>
                    <a:pt x="9883" y="2626"/>
                  </a:cubicBezTo>
                  <a:cubicBezTo>
                    <a:pt x="9751" y="2626"/>
                    <a:pt x="9620" y="2672"/>
                    <a:pt x="9514" y="2762"/>
                  </a:cubicBezTo>
                  <a:lnTo>
                    <a:pt x="2687" y="8553"/>
                  </a:lnTo>
                  <a:cubicBezTo>
                    <a:pt x="2657" y="8575"/>
                    <a:pt x="2633" y="8596"/>
                    <a:pt x="2609" y="8623"/>
                  </a:cubicBezTo>
                  <a:lnTo>
                    <a:pt x="2250" y="8925"/>
                  </a:lnTo>
                  <a:cubicBezTo>
                    <a:pt x="2142" y="9016"/>
                    <a:pt x="2012" y="9060"/>
                    <a:pt x="1882" y="9060"/>
                  </a:cubicBezTo>
                  <a:cubicBezTo>
                    <a:pt x="1723" y="9060"/>
                    <a:pt x="1565" y="8994"/>
                    <a:pt x="1452" y="8864"/>
                  </a:cubicBezTo>
                  <a:cubicBezTo>
                    <a:pt x="1250" y="8629"/>
                    <a:pt x="1274" y="8273"/>
                    <a:pt x="1510" y="8067"/>
                  </a:cubicBezTo>
                  <a:lnTo>
                    <a:pt x="9511" y="1274"/>
                  </a:lnTo>
                  <a:cubicBezTo>
                    <a:pt x="9617" y="1181"/>
                    <a:pt x="9748" y="1135"/>
                    <a:pt x="9880" y="1135"/>
                  </a:cubicBezTo>
                  <a:close/>
                  <a:moveTo>
                    <a:pt x="12147" y="13665"/>
                  </a:moveTo>
                  <a:lnTo>
                    <a:pt x="12147" y="18195"/>
                  </a:lnTo>
                  <a:lnTo>
                    <a:pt x="7543" y="18195"/>
                  </a:lnTo>
                  <a:lnTo>
                    <a:pt x="7543" y="13665"/>
                  </a:lnTo>
                  <a:close/>
                  <a:moveTo>
                    <a:pt x="9883" y="3937"/>
                  </a:moveTo>
                  <a:lnTo>
                    <a:pt x="16109" y="9275"/>
                  </a:lnTo>
                  <a:lnTo>
                    <a:pt x="16109" y="18195"/>
                  </a:lnTo>
                  <a:lnTo>
                    <a:pt x="13280" y="18195"/>
                  </a:lnTo>
                  <a:lnTo>
                    <a:pt x="13280" y="13101"/>
                  </a:lnTo>
                  <a:cubicBezTo>
                    <a:pt x="13280" y="12787"/>
                    <a:pt x="13026" y="12533"/>
                    <a:pt x="12712" y="12533"/>
                  </a:cubicBezTo>
                  <a:lnTo>
                    <a:pt x="6975" y="12533"/>
                  </a:lnTo>
                  <a:cubicBezTo>
                    <a:pt x="6661" y="12533"/>
                    <a:pt x="6410" y="12787"/>
                    <a:pt x="6410" y="13101"/>
                  </a:cubicBezTo>
                  <a:lnTo>
                    <a:pt x="6410" y="18195"/>
                  </a:lnTo>
                  <a:lnTo>
                    <a:pt x="3578" y="18195"/>
                  </a:lnTo>
                  <a:lnTo>
                    <a:pt x="3578" y="9281"/>
                  </a:lnTo>
                  <a:lnTo>
                    <a:pt x="9883" y="3937"/>
                  </a:lnTo>
                  <a:close/>
                  <a:moveTo>
                    <a:pt x="9883" y="0"/>
                  </a:moveTo>
                  <a:cubicBezTo>
                    <a:pt x="9489" y="0"/>
                    <a:pt x="9095" y="137"/>
                    <a:pt x="8778" y="410"/>
                  </a:cubicBezTo>
                  <a:lnTo>
                    <a:pt x="773" y="7204"/>
                  </a:lnTo>
                  <a:cubicBezTo>
                    <a:pt x="154" y="7738"/>
                    <a:pt x="0" y="8635"/>
                    <a:pt x="411" y="9345"/>
                  </a:cubicBezTo>
                  <a:cubicBezTo>
                    <a:pt x="720" y="9881"/>
                    <a:pt x="1289" y="10193"/>
                    <a:pt x="1882" y="10193"/>
                  </a:cubicBezTo>
                  <a:cubicBezTo>
                    <a:pt x="2070" y="10193"/>
                    <a:pt x="2261" y="10162"/>
                    <a:pt x="2446" y="10096"/>
                  </a:cubicBezTo>
                  <a:lnTo>
                    <a:pt x="2446" y="18762"/>
                  </a:lnTo>
                  <a:cubicBezTo>
                    <a:pt x="2446" y="19073"/>
                    <a:pt x="2699" y="19327"/>
                    <a:pt x="3010" y="19327"/>
                  </a:cubicBezTo>
                  <a:lnTo>
                    <a:pt x="16673" y="19327"/>
                  </a:lnTo>
                  <a:cubicBezTo>
                    <a:pt x="16987" y="19327"/>
                    <a:pt x="17241" y="19073"/>
                    <a:pt x="17241" y="18762"/>
                  </a:cubicBezTo>
                  <a:lnTo>
                    <a:pt x="17241" y="10096"/>
                  </a:lnTo>
                  <a:cubicBezTo>
                    <a:pt x="17431" y="10163"/>
                    <a:pt x="17623" y="10195"/>
                    <a:pt x="17809" y="10195"/>
                  </a:cubicBezTo>
                  <a:cubicBezTo>
                    <a:pt x="18756" y="10195"/>
                    <a:pt x="19578" y="9388"/>
                    <a:pt x="19500" y="8363"/>
                  </a:cubicBezTo>
                  <a:cubicBezTo>
                    <a:pt x="19466" y="7913"/>
                    <a:pt x="19255" y="7497"/>
                    <a:pt x="18914" y="7204"/>
                  </a:cubicBezTo>
                  <a:lnTo>
                    <a:pt x="17241" y="5770"/>
                  </a:lnTo>
                  <a:lnTo>
                    <a:pt x="17241" y="1702"/>
                  </a:lnTo>
                  <a:cubicBezTo>
                    <a:pt x="17241" y="1388"/>
                    <a:pt x="16987" y="1135"/>
                    <a:pt x="16676" y="1135"/>
                  </a:cubicBezTo>
                  <a:lnTo>
                    <a:pt x="14412" y="1135"/>
                  </a:lnTo>
                  <a:cubicBezTo>
                    <a:pt x="14098" y="1135"/>
                    <a:pt x="13844" y="1388"/>
                    <a:pt x="13844" y="1702"/>
                  </a:cubicBezTo>
                  <a:lnTo>
                    <a:pt x="13844" y="2862"/>
                  </a:lnTo>
                  <a:lnTo>
                    <a:pt x="10988" y="410"/>
                  </a:lnTo>
                  <a:cubicBezTo>
                    <a:pt x="10671" y="137"/>
                    <a:pt x="10277" y="0"/>
                    <a:pt x="988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79" name="Google Shape;10279;p134"/>
            <p:cNvSpPr/>
            <p:nvPr/>
          </p:nvSpPr>
          <p:spPr>
            <a:xfrm>
              <a:off x="6426850" y="1596875"/>
              <a:ext cx="115150" cy="113250"/>
            </a:xfrm>
            <a:custGeom>
              <a:rect b="b" l="l" r="r" t="t"/>
              <a:pathLst>
                <a:path extrusionOk="0" h="4530" w="4606">
                  <a:moveTo>
                    <a:pt x="3473" y="1132"/>
                  </a:moveTo>
                  <a:lnTo>
                    <a:pt x="3473" y="3397"/>
                  </a:lnTo>
                  <a:lnTo>
                    <a:pt x="1133" y="3397"/>
                  </a:lnTo>
                  <a:lnTo>
                    <a:pt x="1133" y="1132"/>
                  </a:lnTo>
                  <a:close/>
                  <a:moveTo>
                    <a:pt x="565" y="0"/>
                  </a:moveTo>
                  <a:cubicBezTo>
                    <a:pt x="251" y="0"/>
                    <a:pt x="1" y="254"/>
                    <a:pt x="1" y="568"/>
                  </a:cubicBezTo>
                  <a:lnTo>
                    <a:pt x="1" y="3965"/>
                  </a:lnTo>
                  <a:cubicBezTo>
                    <a:pt x="1" y="4276"/>
                    <a:pt x="251" y="4529"/>
                    <a:pt x="565" y="4529"/>
                  </a:cubicBezTo>
                  <a:lnTo>
                    <a:pt x="4038" y="4529"/>
                  </a:lnTo>
                  <a:cubicBezTo>
                    <a:pt x="4352" y="4529"/>
                    <a:pt x="4605" y="4276"/>
                    <a:pt x="4605" y="3965"/>
                  </a:cubicBezTo>
                  <a:lnTo>
                    <a:pt x="4605" y="568"/>
                  </a:lnTo>
                  <a:cubicBezTo>
                    <a:pt x="4605" y="254"/>
                    <a:pt x="4352" y="0"/>
                    <a:pt x="403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80" name="Google Shape;10280;p134"/>
            <p:cNvSpPr/>
            <p:nvPr/>
          </p:nvSpPr>
          <p:spPr>
            <a:xfrm>
              <a:off x="6485350" y="1796900"/>
              <a:ext cx="28325" cy="28325"/>
            </a:xfrm>
            <a:custGeom>
              <a:rect b="b" l="l" r="r" t="t"/>
              <a:pathLst>
                <a:path extrusionOk="0" h="1133" w="1133">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281" name="Google Shape;10281;p134"/>
          <p:cNvSpPr/>
          <p:nvPr/>
        </p:nvSpPr>
        <p:spPr>
          <a:xfrm>
            <a:off x="865437" y="3545273"/>
            <a:ext cx="300792" cy="338725"/>
          </a:xfrm>
          <a:custGeom>
            <a:rect b="b" l="l" r="r" t="t"/>
            <a:pathLst>
              <a:path extrusionOk="0" h="19243" w="17088">
                <a:moveTo>
                  <a:pt x="15955" y="1281"/>
                </a:moveTo>
                <a:lnTo>
                  <a:pt x="15955" y="3452"/>
                </a:lnTo>
                <a:lnTo>
                  <a:pt x="5586" y="5877"/>
                </a:lnTo>
                <a:lnTo>
                  <a:pt x="5586" y="3703"/>
                </a:lnTo>
                <a:lnTo>
                  <a:pt x="15955" y="1281"/>
                </a:lnTo>
                <a:close/>
                <a:moveTo>
                  <a:pt x="14425" y="12363"/>
                </a:moveTo>
                <a:cubicBezTo>
                  <a:pt x="14622" y="12363"/>
                  <a:pt x="14821" y="12401"/>
                  <a:pt x="15010" y="12480"/>
                </a:cubicBezTo>
                <a:cubicBezTo>
                  <a:pt x="15584" y="12716"/>
                  <a:pt x="15955" y="13274"/>
                  <a:pt x="15955" y="13893"/>
                </a:cubicBezTo>
                <a:cubicBezTo>
                  <a:pt x="15955" y="14739"/>
                  <a:pt x="15270" y="15421"/>
                  <a:pt x="14424" y="15421"/>
                </a:cubicBezTo>
                <a:cubicBezTo>
                  <a:pt x="13805" y="15421"/>
                  <a:pt x="13250" y="15050"/>
                  <a:pt x="13011" y="14479"/>
                </a:cubicBezTo>
                <a:cubicBezTo>
                  <a:pt x="12776" y="13905"/>
                  <a:pt x="12905" y="13247"/>
                  <a:pt x="13343" y="12809"/>
                </a:cubicBezTo>
                <a:cubicBezTo>
                  <a:pt x="13636" y="12519"/>
                  <a:pt x="14027" y="12363"/>
                  <a:pt x="14425" y="12363"/>
                </a:cubicBezTo>
                <a:close/>
                <a:moveTo>
                  <a:pt x="2925" y="15050"/>
                </a:moveTo>
                <a:cubicBezTo>
                  <a:pt x="3122" y="15050"/>
                  <a:pt x="3322" y="15088"/>
                  <a:pt x="3512" y="15168"/>
                </a:cubicBezTo>
                <a:cubicBezTo>
                  <a:pt x="4083" y="15403"/>
                  <a:pt x="4454" y="15962"/>
                  <a:pt x="4454" y="16581"/>
                </a:cubicBezTo>
                <a:cubicBezTo>
                  <a:pt x="4454" y="17423"/>
                  <a:pt x="3769" y="18108"/>
                  <a:pt x="2926" y="18108"/>
                </a:cubicBezTo>
                <a:cubicBezTo>
                  <a:pt x="2307" y="18108"/>
                  <a:pt x="1749" y="17737"/>
                  <a:pt x="1513" y="17166"/>
                </a:cubicBezTo>
                <a:cubicBezTo>
                  <a:pt x="1275" y="16593"/>
                  <a:pt x="1407" y="15934"/>
                  <a:pt x="1845" y="15497"/>
                </a:cubicBezTo>
                <a:cubicBezTo>
                  <a:pt x="2136" y="15206"/>
                  <a:pt x="2527" y="15050"/>
                  <a:pt x="2925" y="15050"/>
                </a:cubicBezTo>
                <a:close/>
                <a:moveTo>
                  <a:pt x="16525" y="0"/>
                </a:moveTo>
                <a:cubicBezTo>
                  <a:pt x="16481" y="0"/>
                  <a:pt x="16437" y="5"/>
                  <a:pt x="16393" y="16"/>
                </a:cubicBezTo>
                <a:lnTo>
                  <a:pt x="4892" y="2703"/>
                </a:lnTo>
                <a:cubicBezTo>
                  <a:pt x="4635" y="2761"/>
                  <a:pt x="4454" y="2990"/>
                  <a:pt x="4454" y="3253"/>
                </a:cubicBezTo>
                <a:lnTo>
                  <a:pt x="4454" y="14404"/>
                </a:lnTo>
                <a:cubicBezTo>
                  <a:pt x="3994" y="14081"/>
                  <a:pt x="3459" y="13921"/>
                  <a:pt x="2926" y="13921"/>
                </a:cubicBezTo>
                <a:cubicBezTo>
                  <a:pt x="2299" y="13921"/>
                  <a:pt x="1673" y="14143"/>
                  <a:pt x="1175" y="14579"/>
                </a:cubicBezTo>
                <a:cubicBezTo>
                  <a:pt x="251" y="15388"/>
                  <a:pt x="0" y="16720"/>
                  <a:pt x="568" y="17810"/>
                </a:cubicBezTo>
                <a:cubicBezTo>
                  <a:pt x="1032" y="18704"/>
                  <a:pt x="1950" y="19242"/>
                  <a:pt x="2925" y="19242"/>
                </a:cubicBezTo>
                <a:cubicBezTo>
                  <a:pt x="3136" y="19242"/>
                  <a:pt x="3349" y="19217"/>
                  <a:pt x="3560" y="19165"/>
                </a:cubicBezTo>
                <a:cubicBezTo>
                  <a:pt x="4750" y="18872"/>
                  <a:pt x="5589" y="17807"/>
                  <a:pt x="5586" y="16581"/>
                </a:cubicBezTo>
                <a:lnTo>
                  <a:pt x="5586" y="7039"/>
                </a:lnTo>
                <a:lnTo>
                  <a:pt x="15955" y="4618"/>
                </a:lnTo>
                <a:lnTo>
                  <a:pt x="15955" y="11716"/>
                </a:lnTo>
                <a:cubicBezTo>
                  <a:pt x="15508" y="11399"/>
                  <a:pt x="14974" y="11230"/>
                  <a:pt x="14424" y="11230"/>
                </a:cubicBezTo>
                <a:cubicBezTo>
                  <a:pt x="13349" y="11230"/>
                  <a:pt x="12377" y="11879"/>
                  <a:pt x="11966" y="12873"/>
                </a:cubicBezTo>
                <a:cubicBezTo>
                  <a:pt x="11553" y="13869"/>
                  <a:pt x="11782" y="15014"/>
                  <a:pt x="12543" y="15774"/>
                </a:cubicBezTo>
                <a:cubicBezTo>
                  <a:pt x="13052" y="16283"/>
                  <a:pt x="13733" y="16555"/>
                  <a:pt x="14426" y="16555"/>
                </a:cubicBezTo>
                <a:cubicBezTo>
                  <a:pt x="14769" y="16555"/>
                  <a:pt x="15115" y="16488"/>
                  <a:pt x="15445" y="16351"/>
                </a:cubicBezTo>
                <a:cubicBezTo>
                  <a:pt x="16438" y="15941"/>
                  <a:pt x="17087" y="14968"/>
                  <a:pt x="17087" y="13893"/>
                </a:cubicBezTo>
                <a:lnTo>
                  <a:pt x="17087" y="565"/>
                </a:lnTo>
                <a:cubicBezTo>
                  <a:pt x="17087" y="246"/>
                  <a:pt x="16826" y="0"/>
                  <a:pt x="1652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282" name="Google Shape;10282;p134"/>
          <p:cNvGrpSpPr/>
          <p:nvPr/>
        </p:nvGrpSpPr>
        <p:grpSpPr>
          <a:xfrm>
            <a:off x="1263703" y="3544794"/>
            <a:ext cx="340168" cy="340186"/>
            <a:chOff x="1487200" y="2021475"/>
            <a:chExt cx="483125" cy="483150"/>
          </a:xfrm>
        </p:grpSpPr>
        <p:sp>
          <p:nvSpPr>
            <p:cNvPr id="10283" name="Google Shape;10283;p134"/>
            <p:cNvSpPr/>
            <p:nvPr/>
          </p:nvSpPr>
          <p:spPr>
            <a:xfrm>
              <a:off x="1487200" y="2021475"/>
              <a:ext cx="483125" cy="483150"/>
            </a:xfrm>
            <a:custGeom>
              <a:rect b="b" l="l" r="r" t="t"/>
              <a:pathLst>
                <a:path extrusionOk="0" h="19326" w="19325">
                  <a:moveTo>
                    <a:pt x="17628" y="1133"/>
                  </a:moveTo>
                  <a:cubicBezTo>
                    <a:pt x="17939" y="1133"/>
                    <a:pt x="18192" y="1386"/>
                    <a:pt x="18192" y="1701"/>
                  </a:cubicBezTo>
                  <a:lnTo>
                    <a:pt x="18192" y="14796"/>
                  </a:lnTo>
                  <a:lnTo>
                    <a:pt x="1132" y="14796"/>
                  </a:lnTo>
                  <a:lnTo>
                    <a:pt x="1132" y="1701"/>
                  </a:lnTo>
                  <a:cubicBezTo>
                    <a:pt x="1132" y="1386"/>
                    <a:pt x="1386" y="1133"/>
                    <a:pt x="1700" y="1133"/>
                  </a:cubicBezTo>
                  <a:close/>
                  <a:moveTo>
                    <a:pt x="18192" y="15928"/>
                  </a:moveTo>
                  <a:lnTo>
                    <a:pt x="18192" y="17628"/>
                  </a:lnTo>
                  <a:cubicBezTo>
                    <a:pt x="18192" y="17939"/>
                    <a:pt x="17939" y="18193"/>
                    <a:pt x="17628" y="18193"/>
                  </a:cubicBezTo>
                  <a:lnTo>
                    <a:pt x="1700" y="18193"/>
                  </a:lnTo>
                  <a:cubicBezTo>
                    <a:pt x="1386" y="18193"/>
                    <a:pt x="1132" y="17939"/>
                    <a:pt x="1132" y="17628"/>
                  </a:cubicBezTo>
                  <a:lnTo>
                    <a:pt x="1132" y="15928"/>
                  </a:lnTo>
                  <a:close/>
                  <a:moveTo>
                    <a:pt x="1700" y="1"/>
                  </a:moveTo>
                  <a:cubicBezTo>
                    <a:pt x="761" y="1"/>
                    <a:pt x="0" y="761"/>
                    <a:pt x="0" y="1701"/>
                  </a:cubicBezTo>
                  <a:lnTo>
                    <a:pt x="0" y="17628"/>
                  </a:lnTo>
                  <a:cubicBezTo>
                    <a:pt x="0" y="18564"/>
                    <a:pt x="761" y="19325"/>
                    <a:pt x="1700" y="19325"/>
                  </a:cubicBezTo>
                  <a:lnTo>
                    <a:pt x="17628" y="19325"/>
                  </a:lnTo>
                  <a:cubicBezTo>
                    <a:pt x="18564" y="19325"/>
                    <a:pt x="19325" y="18564"/>
                    <a:pt x="19325" y="17628"/>
                  </a:cubicBezTo>
                  <a:lnTo>
                    <a:pt x="19325" y="1701"/>
                  </a:lnTo>
                  <a:cubicBezTo>
                    <a:pt x="19325" y="761"/>
                    <a:pt x="18564" y="1"/>
                    <a:pt x="1762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84" name="Google Shape;10284;p134"/>
            <p:cNvSpPr/>
            <p:nvPr/>
          </p:nvSpPr>
          <p:spPr>
            <a:xfrm>
              <a:off x="1573100" y="2078100"/>
              <a:ext cx="84875" cy="284000"/>
            </a:xfrm>
            <a:custGeom>
              <a:rect b="b" l="l" r="r" t="t"/>
              <a:pathLst>
                <a:path extrusionOk="0" h="11360" w="3395">
                  <a:moveTo>
                    <a:pt x="1697" y="6833"/>
                  </a:moveTo>
                  <a:cubicBezTo>
                    <a:pt x="2201" y="6833"/>
                    <a:pt x="2455" y="7440"/>
                    <a:pt x="2099" y="7799"/>
                  </a:cubicBezTo>
                  <a:cubicBezTo>
                    <a:pt x="1983" y="7914"/>
                    <a:pt x="1841" y="7966"/>
                    <a:pt x="1702" y="7966"/>
                  </a:cubicBezTo>
                  <a:cubicBezTo>
                    <a:pt x="1411" y="7966"/>
                    <a:pt x="1133" y="7739"/>
                    <a:pt x="1133" y="7398"/>
                  </a:cubicBezTo>
                  <a:cubicBezTo>
                    <a:pt x="1133" y="7084"/>
                    <a:pt x="1383" y="6833"/>
                    <a:pt x="1697" y="6833"/>
                  </a:cubicBezTo>
                  <a:close/>
                  <a:moveTo>
                    <a:pt x="1697" y="0"/>
                  </a:moveTo>
                  <a:cubicBezTo>
                    <a:pt x="1383" y="0"/>
                    <a:pt x="1133" y="254"/>
                    <a:pt x="1133" y="568"/>
                  </a:cubicBezTo>
                  <a:lnTo>
                    <a:pt x="1133" y="5798"/>
                  </a:lnTo>
                  <a:cubicBezTo>
                    <a:pt x="453" y="6036"/>
                    <a:pt x="0" y="6679"/>
                    <a:pt x="0" y="7398"/>
                  </a:cubicBezTo>
                  <a:cubicBezTo>
                    <a:pt x="0" y="8116"/>
                    <a:pt x="453" y="8760"/>
                    <a:pt x="1133" y="8998"/>
                  </a:cubicBezTo>
                  <a:lnTo>
                    <a:pt x="1133" y="10795"/>
                  </a:lnTo>
                  <a:cubicBezTo>
                    <a:pt x="1133" y="11109"/>
                    <a:pt x="1383" y="11359"/>
                    <a:pt x="1697" y="11359"/>
                  </a:cubicBezTo>
                  <a:cubicBezTo>
                    <a:pt x="2011" y="11359"/>
                    <a:pt x="2265" y="11109"/>
                    <a:pt x="2265" y="10795"/>
                  </a:cubicBezTo>
                  <a:lnTo>
                    <a:pt x="2265" y="8998"/>
                  </a:lnTo>
                  <a:cubicBezTo>
                    <a:pt x="2941" y="8760"/>
                    <a:pt x="3394" y="8116"/>
                    <a:pt x="3394" y="7398"/>
                  </a:cubicBezTo>
                  <a:cubicBezTo>
                    <a:pt x="3394" y="6679"/>
                    <a:pt x="2941" y="6036"/>
                    <a:pt x="2265" y="5798"/>
                  </a:cubicBezTo>
                  <a:lnTo>
                    <a:pt x="2265" y="568"/>
                  </a:lnTo>
                  <a:cubicBezTo>
                    <a:pt x="2265" y="254"/>
                    <a:pt x="2011" y="0"/>
                    <a:pt x="169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85" name="Google Shape;10285;p134"/>
            <p:cNvSpPr/>
            <p:nvPr/>
          </p:nvSpPr>
          <p:spPr>
            <a:xfrm>
              <a:off x="1686325" y="2078100"/>
              <a:ext cx="84875" cy="284000"/>
            </a:xfrm>
            <a:custGeom>
              <a:rect b="b" l="l" r="r" t="t"/>
              <a:pathLst>
                <a:path extrusionOk="0" h="11360" w="3395">
                  <a:moveTo>
                    <a:pt x="1697" y="3436"/>
                  </a:moveTo>
                  <a:cubicBezTo>
                    <a:pt x="2011" y="3436"/>
                    <a:pt x="2262" y="3687"/>
                    <a:pt x="2262" y="4001"/>
                  </a:cubicBezTo>
                  <a:cubicBezTo>
                    <a:pt x="2262" y="4315"/>
                    <a:pt x="2011" y="4569"/>
                    <a:pt x="1697" y="4569"/>
                  </a:cubicBezTo>
                  <a:cubicBezTo>
                    <a:pt x="1383" y="4569"/>
                    <a:pt x="1133" y="4315"/>
                    <a:pt x="1133" y="4001"/>
                  </a:cubicBezTo>
                  <a:cubicBezTo>
                    <a:pt x="1133" y="3687"/>
                    <a:pt x="1383" y="3436"/>
                    <a:pt x="1697" y="3436"/>
                  </a:cubicBezTo>
                  <a:close/>
                  <a:moveTo>
                    <a:pt x="1697" y="0"/>
                  </a:moveTo>
                  <a:cubicBezTo>
                    <a:pt x="1383" y="0"/>
                    <a:pt x="1133" y="254"/>
                    <a:pt x="1133" y="568"/>
                  </a:cubicBezTo>
                  <a:lnTo>
                    <a:pt x="1133" y="2401"/>
                  </a:lnTo>
                  <a:cubicBezTo>
                    <a:pt x="453" y="2639"/>
                    <a:pt x="0" y="3282"/>
                    <a:pt x="0" y="4001"/>
                  </a:cubicBezTo>
                  <a:cubicBezTo>
                    <a:pt x="0" y="4720"/>
                    <a:pt x="453" y="5363"/>
                    <a:pt x="1133" y="5601"/>
                  </a:cubicBezTo>
                  <a:lnTo>
                    <a:pt x="1133" y="10795"/>
                  </a:lnTo>
                  <a:cubicBezTo>
                    <a:pt x="1133" y="11109"/>
                    <a:pt x="1383" y="11359"/>
                    <a:pt x="1697" y="11359"/>
                  </a:cubicBezTo>
                  <a:cubicBezTo>
                    <a:pt x="2011" y="11359"/>
                    <a:pt x="2265" y="11109"/>
                    <a:pt x="2265" y="10795"/>
                  </a:cubicBezTo>
                  <a:lnTo>
                    <a:pt x="2265" y="5601"/>
                  </a:lnTo>
                  <a:cubicBezTo>
                    <a:pt x="2941" y="5363"/>
                    <a:pt x="3394" y="4720"/>
                    <a:pt x="3394" y="4001"/>
                  </a:cubicBezTo>
                  <a:cubicBezTo>
                    <a:pt x="3394" y="3282"/>
                    <a:pt x="2941" y="2639"/>
                    <a:pt x="2265" y="2401"/>
                  </a:cubicBezTo>
                  <a:lnTo>
                    <a:pt x="2265" y="568"/>
                  </a:lnTo>
                  <a:cubicBezTo>
                    <a:pt x="2265" y="254"/>
                    <a:pt x="2011" y="0"/>
                    <a:pt x="169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86" name="Google Shape;10286;p134"/>
            <p:cNvSpPr/>
            <p:nvPr/>
          </p:nvSpPr>
          <p:spPr>
            <a:xfrm>
              <a:off x="1799550" y="2078100"/>
              <a:ext cx="84875" cy="284000"/>
            </a:xfrm>
            <a:custGeom>
              <a:rect b="b" l="l" r="r" t="t"/>
              <a:pathLst>
                <a:path extrusionOk="0" h="11360" w="3395">
                  <a:moveTo>
                    <a:pt x="1698" y="6833"/>
                  </a:moveTo>
                  <a:cubicBezTo>
                    <a:pt x="2202" y="6833"/>
                    <a:pt x="2455" y="7440"/>
                    <a:pt x="2099" y="7799"/>
                  </a:cubicBezTo>
                  <a:cubicBezTo>
                    <a:pt x="1983" y="7914"/>
                    <a:pt x="1841" y="7966"/>
                    <a:pt x="1703" y="7966"/>
                  </a:cubicBezTo>
                  <a:cubicBezTo>
                    <a:pt x="1411" y="7966"/>
                    <a:pt x="1133" y="7739"/>
                    <a:pt x="1133" y="7398"/>
                  </a:cubicBezTo>
                  <a:cubicBezTo>
                    <a:pt x="1133" y="7084"/>
                    <a:pt x="1384" y="6833"/>
                    <a:pt x="1698" y="6833"/>
                  </a:cubicBezTo>
                  <a:close/>
                  <a:moveTo>
                    <a:pt x="1698" y="0"/>
                  </a:moveTo>
                  <a:cubicBezTo>
                    <a:pt x="1384" y="0"/>
                    <a:pt x="1133" y="254"/>
                    <a:pt x="1133" y="568"/>
                  </a:cubicBezTo>
                  <a:lnTo>
                    <a:pt x="1133" y="5798"/>
                  </a:lnTo>
                  <a:cubicBezTo>
                    <a:pt x="454" y="6036"/>
                    <a:pt x="1" y="6679"/>
                    <a:pt x="1" y="7398"/>
                  </a:cubicBezTo>
                  <a:cubicBezTo>
                    <a:pt x="1" y="8116"/>
                    <a:pt x="454" y="8760"/>
                    <a:pt x="1133" y="8998"/>
                  </a:cubicBezTo>
                  <a:lnTo>
                    <a:pt x="1133" y="10795"/>
                  </a:lnTo>
                  <a:cubicBezTo>
                    <a:pt x="1133" y="11109"/>
                    <a:pt x="1384" y="11359"/>
                    <a:pt x="1698" y="11359"/>
                  </a:cubicBezTo>
                  <a:cubicBezTo>
                    <a:pt x="2012" y="11359"/>
                    <a:pt x="2265" y="11109"/>
                    <a:pt x="2265" y="10795"/>
                  </a:cubicBezTo>
                  <a:lnTo>
                    <a:pt x="2265" y="8998"/>
                  </a:lnTo>
                  <a:cubicBezTo>
                    <a:pt x="2942" y="8760"/>
                    <a:pt x="3394" y="8116"/>
                    <a:pt x="3394" y="7398"/>
                  </a:cubicBezTo>
                  <a:cubicBezTo>
                    <a:pt x="3394" y="6679"/>
                    <a:pt x="2942" y="6036"/>
                    <a:pt x="2265" y="5798"/>
                  </a:cubicBezTo>
                  <a:lnTo>
                    <a:pt x="2265" y="568"/>
                  </a:lnTo>
                  <a:cubicBezTo>
                    <a:pt x="2265" y="254"/>
                    <a:pt x="2012" y="0"/>
                    <a:pt x="16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287" name="Google Shape;10287;p134"/>
          <p:cNvGrpSpPr/>
          <p:nvPr/>
        </p:nvGrpSpPr>
        <p:grpSpPr>
          <a:xfrm>
            <a:off x="1678040" y="3565398"/>
            <a:ext cx="340168" cy="298978"/>
            <a:chOff x="2081650" y="2050750"/>
            <a:chExt cx="483125" cy="424625"/>
          </a:xfrm>
        </p:grpSpPr>
        <p:sp>
          <p:nvSpPr>
            <p:cNvPr id="10288" name="Google Shape;10288;p134"/>
            <p:cNvSpPr/>
            <p:nvPr/>
          </p:nvSpPr>
          <p:spPr>
            <a:xfrm>
              <a:off x="2081650" y="2050750"/>
              <a:ext cx="483125" cy="424625"/>
            </a:xfrm>
            <a:custGeom>
              <a:rect b="b" l="l" r="r" t="t"/>
              <a:pathLst>
                <a:path extrusionOk="0" h="16985" w="19325">
                  <a:moveTo>
                    <a:pt x="5662" y="1402"/>
                  </a:moveTo>
                  <a:lnTo>
                    <a:pt x="5662" y="13770"/>
                  </a:lnTo>
                  <a:lnTo>
                    <a:pt x="1133" y="15581"/>
                  </a:lnTo>
                  <a:lnTo>
                    <a:pt x="1133" y="3214"/>
                  </a:lnTo>
                  <a:lnTo>
                    <a:pt x="5662" y="1402"/>
                  </a:lnTo>
                  <a:close/>
                  <a:moveTo>
                    <a:pt x="18192" y="1402"/>
                  </a:moveTo>
                  <a:lnTo>
                    <a:pt x="18192" y="13770"/>
                  </a:lnTo>
                  <a:lnTo>
                    <a:pt x="13663" y="15581"/>
                  </a:lnTo>
                  <a:lnTo>
                    <a:pt x="13663" y="3214"/>
                  </a:lnTo>
                  <a:lnTo>
                    <a:pt x="18192" y="1402"/>
                  </a:lnTo>
                  <a:close/>
                  <a:moveTo>
                    <a:pt x="6794" y="1348"/>
                  </a:moveTo>
                  <a:lnTo>
                    <a:pt x="12531" y="3241"/>
                  </a:lnTo>
                  <a:lnTo>
                    <a:pt x="12531" y="9464"/>
                  </a:lnTo>
                  <a:lnTo>
                    <a:pt x="12510" y="9461"/>
                  </a:lnTo>
                  <a:cubicBezTo>
                    <a:pt x="12205" y="9437"/>
                    <a:pt x="11903" y="9364"/>
                    <a:pt x="11619" y="9244"/>
                  </a:cubicBezTo>
                  <a:cubicBezTo>
                    <a:pt x="11548" y="9214"/>
                    <a:pt x="11474" y="9200"/>
                    <a:pt x="11401" y="9200"/>
                  </a:cubicBezTo>
                  <a:cubicBezTo>
                    <a:pt x="11181" y="9200"/>
                    <a:pt x="10970" y="9330"/>
                    <a:pt x="10879" y="9546"/>
                  </a:cubicBezTo>
                  <a:cubicBezTo>
                    <a:pt x="10759" y="9832"/>
                    <a:pt x="10891" y="10165"/>
                    <a:pt x="11178" y="10288"/>
                  </a:cubicBezTo>
                  <a:cubicBezTo>
                    <a:pt x="11574" y="10454"/>
                    <a:pt x="11994" y="10557"/>
                    <a:pt x="12422" y="10590"/>
                  </a:cubicBezTo>
                  <a:lnTo>
                    <a:pt x="12468" y="10590"/>
                  </a:lnTo>
                  <a:cubicBezTo>
                    <a:pt x="12489" y="10590"/>
                    <a:pt x="12510" y="10587"/>
                    <a:pt x="12531" y="10584"/>
                  </a:cubicBezTo>
                  <a:lnTo>
                    <a:pt x="12531" y="15633"/>
                  </a:lnTo>
                  <a:lnTo>
                    <a:pt x="6794" y="13746"/>
                  </a:lnTo>
                  <a:lnTo>
                    <a:pt x="6794" y="6774"/>
                  </a:lnTo>
                  <a:cubicBezTo>
                    <a:pt x="6951" y="6777"/>
                    <a:pt x="7105" y="6795"/>
                    <a:pt x="7259" y="6822"/>
                  </a:cubicBezTo>
                  <a:cubicBezTo>
                    <a:pt x="7295" y="6828"/>
                    <a:pt x="7331" y="6834"/>
                    <a:pt x="7368" y="6834"/>
                  </a:cubicBezTo>
                  <a:cubicBezTo>
                    <a:pt x="7658" y="6831"/>
                    <a:pt x="7902" y="6611"/>
                    <a:pt x="7929" y="6321"/>
                  </a:cubicBezTo>
                  <a:cubicBezTo>
                    <a:pt x="7957" y="6028"/>
                    <a:pt x="7760" y="5765"/>
                    <a:pt x="7473" y="5711"/>
                  </a:cubicBezTo>
                  <a:cubicBezTo>
                    <a:pt x="7250" y="5669"/>
                    <a:pt x="7020" y="5644"/>
                    <a:pt x="6794" y="5641"/>
                  </a:cubicBezTo>
                  <a:lnTo>
                    <a:pt x="6794" y="1348"/>
                  </a:lnTo>
                  <a:close/>
                  <a:moveTo>
                    <a:pt x="18757" y="0"/>
                  </a:moveTo>
                  <a:cubicBezTo>
                    <a:pt x="18687" y="0"/>
                    <a:pt x="18616" y="13"/>
                    <a:pt x="18549" y="40"/>
                  </a:cubicBezTo>
                  <a:lnTo>
                    <a:pt x="13077" y="2229"/>
                  </a:lnTo>
                  <a:lnTo>
                    <a:pt x="6405" y="28"/>
                  </a:lnTo>
                  <a:cubicBezTo>
                    <a:pt x="6395" y="25"/>
                    <a:pt x="6386" y="25"/>
                    <a:pt x="6380" y="22"/>
                  </a:cubicBezTo>
                  <a:cubicBezTo>
                    <a:pt x="6371" y="19"/>
                    <a:pt x="6359" y="16"/>
                    <a:pt x="6347" y="13"/>
                  </a:cubicBezTo>
                  <a:lnTo>
                    <a:pt x="6311" y="7"/>
                  </a:lnTo>
                  <a:cubicBezTo>
                    <a:pt x="6302" y="7"/>
                    <a:pt x="6290" y="4"/>
                    <a:pt x="6281" y="4"/>
                  </a:cubicBezTo>
                  <a:lnTo>
                    <a:pt x="6211" y="4"/>
                  </a:lnTo>
                  <a:cubicBezTo>
                    <a:pt x="6199" y="4"/>
                    <a:pt x="6187" y="4"/>
                    <a:pt x="6172" y="7"/>
                  </a:cubicBezTo>
                  <a:cubicBezTo>
                    <a:pt x="6166" y="9"/>
                    <a:pt x="6161" y="9"/>
                    <a:pt x="6157" y="9"/>
                  </a:cubicBezTo>
                  <a:cubicBezTo>
                    <a:pt x="6152" y="9"/>
                    <a:pt x="6148" y="9"/>
                    <a:pt x="6142" y="10"/>
                  </a:cubicBezTo>
                  <a:cubicBezTo>
                    <a:pt x="6133" y="13"/>
                    <a:pt x="6118" y="13"/>
                    <a:pt x="6106" y="16"/>
                  </a:cubicBezTo>
                  <a:lnTo>
                    <a:pt x="6075" y="22"/>
                  </a:lnTo>
                  <a:cubicBezTo>
                    <a:pt x="6063" y="28"/>
                    <a:pt x="6048" y="31"/>
                    <a:pt x="6036" y="37"/>
                  </a:cubicBezTo>
                  <a:cubicBezTo>
                    <a:pt x="6027" y="40"/>
                    <a:pt x="6021" y="40"/>
                    <a:pt x="6015" y="43"/>
                  </a:cubicBezTo>
                  <a:lnTo>
                    <a:pt x="354" y="2308"/>
                  </a:lnTo>
                  <a:cubicBezTo>
                    <a:pt x="139" y="2396"/>
                    <a:pt x="0" y="2601"/>
                    <a:pt x="0" y="2830"/>
                  </a:cubicBezTo>
                  <a:lnTo>
                    <a:pt x="0" y="16418"/>
                  </a:lnTo>
                  <a:cubicBezTo>
                    <a:pt x="0" y="16744"/>
                    <a:pt x="267" y="16984"/>
                    <a:pt x="566" y="16984"/>
                  </a:cubicBezTo>
                  <a:cubicBezTo>
                    <a:pt x="635" y="16984"/>
                    <a:pt x="706" y="16971"/>
                    <a:pt x="776" y="16943"/>
                  </a:cubicBezTo>
                  <a:lnTo>
                    <a:pt x="6248" y="14754"/>
                  </a:lnTo>
                  <a:lnTo>
                    <a:pt x="12917" y="16952"/>
                  </a:lnTo>
                  <a:cubicBezTo>
                    <a:pt x="12933" y="16958"/>
                    <a:pt x="12951" y="16964"/>
                    <a:pt x="12966" y="16967"/>
                  </a:cubicBezTo>
                  <a:cubicBezTo>
                    <a:pt x="13008" y="16976"/>
                    <a:pt x="13050" y="16983"/>
                    <a:pt x="13096" y="16983"/>
                  </a:cubicBezTo>
                  <a:lnTo>
                    <a:pt x="13099" y="16983"/>
                  </a:lnTo>
                  <a:cubicBezTo>
                    <a:pt x="13156" y="16983"/>
                    <a:pt x="13213" y="16973"/>
                    <a:pt x="13271" y="16955"/>
                  </a:cubicBezTo>
                  <a:cubicBezTo>
                    <a:pt x="13283" y="16952"/>
                    <a:pt x="13295" y="16946"/>
                    <a:pt x="13307" y="16940"/>
                  </a:cubicBezTo>
                  <a:lnTo>
                    <a:pt x="18965" y="14676"/>
                  </a:lnTo>
                  <a:cubicBezTo>
                    <a:pt x="19183" y="14591"/>
                    <a:pt x="19325" y="14386"/>
                    <a:pt x="19325" y="14153"/>
                  </a:cubicBezTo>
                  <a:lnTo>
                    <a:pt x="19325" y="566"/>
                  </a:lnTo>
                  <a:cubicBezTo>
                    <a:pt x="19325" y="379"/>
                    <a:pt x="19231" y="203"/>
                    <a:pt x="19077" y="98"/>
                  </a:cubicBezTo>
                  <a:cubicBezTo>
                    <a:pt x="18981" y="33"/>
                    <a:pt x="18869" y="0"/>
                    <a:pt x="1875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89" name="Google Shape;10289;p134"/>
            <p:cNvSpPr/>
            <p:nvPr/>
          </p:nvSpPr>
          <p:spPr>
            <a:xfrm>
              <a:off x="2136375" y="2292025"/>
              <a:ext cx="36400" cy="41975"/>
            </a:xfrm>
            <a:custGeom>
              <a:rect b="b" l="l" r="r" t="t"/>
              <a:pathLst>
                <a:path extrusionOk="0" h="1679" w="1456">
                  <a:moveTo>
                    <a:pt x="820" y="1"/>
                  </a:moveTo>
                  <a:cubicBezTo>
                    <a:pt x="583" y="1"/>
                    <a:pt x="361" y="151"/>
                    <a:pt x="284" y="390"/>
                  </a:cubicBezTo>
                  <a:lnTo>
                    <a:pt x="103" y="927"/>
                  </a:lnTo>
                  <a:cubicBezTo>
                    <a:pt x="0" y="1223"/>
                    <a:pt x="160" y="1549"/>
                    <a:pt x="459" y="1649"/>
                  </a:cubicBezTo>
                  <a:cubicBezTo>
                    <a:pt x="519" y="1669"/>
                    <a:pt x="579" y="1678"/>
                    <a:pt x="639" y="1678"/>
                  </a:cubicBezTo>
                  <a:cubicBezTo>
                    <a:pt x="878" y="1678"/>
                    <a:pt x="1101" y="1525"/>
                    <a:pt x="1178" y="1284"/>
                  </a:cubicBezTo>
                  <a:lnTo>
                    <a:pt x="1356" y="746"/>
                  </a:lnTo>
                  <a:cubicBezTo>
                    <a:pt x="1456" y="450"/>
                    <a:pt x="1296" y="130"/>
                    <a:pt x="1000" y="30"/>
                  </a:cubicBezTo>
                  <a:cubicBezTo>
                    <a:pt x="940" y="10"/>
                    <a:pt x="880" y="1"/>
                    <a:pt x="82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90" name="Google Shape;10290;p134"/>
            <p:cNvSpPr/>
            <p:nvPr/>
          </p:nvSpPr>
          <p:spPr>
            <a:xfrm>
              <a:off x="2296850" y="2220800"/>
              <a:ext cx="46075" cy="51650"/>
            </a:xfrm>
            <a:custGeom>
              <a:rect b="b" l="l" r="r" t="t"/>
              <a:pathLst>
                <a:path extrusionOk="0" h="2066" w="1843">
                  <a:moveTo>
                    <a:pt x="634" y="1"/>
                  </a:moveTo>
                  <a:cubicBezTo>
                    <a:pt x="506" y="1"/>
                    <a:pt x="378" y="44"/>
                    <a:pt x="272" y="132"/>
                  </a:cubicBezTo>
                  <a:cubicBezTo>
                    <a:pt x="37" y="331"/>
                    <a:pt x="1" y="681"/>
                    <a:pt x="194" y="920"/>
                  </a:cubicBezTo>
                  <a:cubicBezTo>
                    <a:pt x="354" y="1113"/>
                    <a:pt x="487" y="1327"/>
                    <a:pt x="593" y="1557"/>
                  </a:cubicBezTo>
                  <a:cubicBezTo>
                    <a:pt x="626" y="1626"/>
                    <a:pt x="662" y="1696"/>
                    <a:pt x="698" y="1765"/>
                  </a:cubicBezTo>
                  <a:cubicBezTo>
                    <a:pt x="798" y="1957"/>
                    <a:pt x="993" y="2065"/>
                    <a:pt x="1195" y="2065"/>
                  </a:cubicBezTo>
                  <a:cubicBezTo>
                    <a:pt x="1285" y="2065"/>
                    <a:pt x="1377" y="2044"/>
                    <a:pt x="1462" y="1998"/>
                  </a:cubicBezTo>
                  <a:cubicBezTo>
                    <a:pt x="1740" y="1853"/>
                    <a:pt x="1843" y="1509"/>
                    <a:pt x="1698" y="1234"/>
                  </a:cubicBezTo>
                  <a:cubicBezTo>
                    <a:pt x="1670" y="1183"/>
                    <a:pt x="1643" y="1131"/>
                    <a:pt x="1622" y="1083"/>
                  </a:cubicBezTo>
                  <a:cubicBezTo>
                    <a:pt x="1474" y="763"/>
                    <a:pt x="1287" y="464"/>
                    <a:pt x="1061" y="195"/>
                  </a:cubicBezTo>
                  <a:cubicBezTo>
                    <a:pt x="949" y="67"/>
                    <a:pt x="792" y="1"/>
                    <a:pt x="63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91" name="Google Shape;10291;p134"/>
            <p:cNvSpPr/>
            <p:nvPr/>
          </p:nvSpPr>
          <p:spPr>
            <a:xfrm>
              <a:off x="2158650" y="2216775"/>
              <a:ext cx="47275" cy="51425"/>
            </a:xfrm>
            <a:custGeom>
              <a:rect b="b" l="l" r="r" t="t"/>
              <a:pathLst>
                <a:path extrusionOk="0" h="2057" w="1891">
                  <a:moveTo>
                    <a:pt x="1264" y="1"/>
                  </a:moveTo>
                  <a:cubicBezTo>
                    <a:pt x="1109" y="1"/>
                    <a:pt x="955" y="63"/>
                    <a:pt x="843" y="187"/>
                  </a:cubicBezTo>
                  <a:lnTo>
                    <a:pt x="846" y="184"/>
                  </a:lnTo>
                  <a:lnTo>
                    <a:pt x="846" y="184"/>
                  </a:lnTo>
                  <a:cubicBezTo>
                    <a:pt x="547" y="498"/>
                    <a:pt x="305" y="860"/>
                    <a:pt x="130" y="1256"/>
                  </a:cubicBezTo>
                  <a:cubicBezTo>
                    <a:pt x="0" y="1543"/>
                    <a:pt x="127" y="1878"/>
                    <a:pt x="414" y="2005"/>
                  </a:cubicBezTo>
                  <a:cubicBezTo>
                    <a:pt x="486" y="2038"/>
                    <a:pt x="565" y="2056"/>
                    <a:pt x="643" y="2056"/>
                  </a:cubicBezTo>
                  <a:cubicBezTo>
                    <a:pt x="867" y="2056"/>
                    <a:pt x="1069" y="1923"/>
                    <a:pt x="1163" y="1721"/>
                  </a:cubicBezTo>
                  <a:cubicBezTo>
                    <a:pt x="1286" y="1443"/>
                    <a:pt x="1455" y="1187"/>
                    <a:pt x="1664" y="966"/>
                  </a:cubicBezTo>
                  <a:cubicBezTo>
                    <a:pt x="1890" y="740"/>
                    <a:pt x="1884" y="374"/>
                    <a:pt x="1655" y="157"/>
                  </a:cubicBezTo>
                  <a:cubicBezTo>
                    <a:pt x="1544" y="52"/>
                    <a:pt x="1404" y="1"/>
                    <a:pt x="126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92" name="Google Shape;10292;p134"/>
            <p:cNvSpPr/>
            <p:nvPr/>
          </p:nvSpPr>
          <p:spPr>
            <a:xfrm>
              <a:off x="2426475" y="2255725"/>
              <a:ext cx="55875" cy="46900"/>
            </a:xfrm>
            <a:custGeom>
              <a:rect b="b" l="l" r="r" t="t"/>
              <a:pathLst>
                <a:path extrusionOk="0" h="1876" w="2235">
                  <a:moveTo>
                    <a:pt x="1592" y="1"/>
                  </a:moveTo>
                  <a:cubicBezTo>
                    <a:pt x="1423" y="1"/>
                    <a:pt x="1257" y="76"/>
                    <a:pt x="1144" y="220"/>
                  </a:cubicBezTo>
                  <a:cubicBezTo>
                    <a:pt x="960" y="462"/>
                    <a:pt x="734" y="667"/>
                    <a:pt x="477" y="830"/>
                  </a:cubicBezTo>
                  <a:cubicBezTo>
                    <a:pt x="0" y="1135"/>
                    <a:pt x="218" y="1875"/>
                    <a:pt x="782" y="1875"/>
                  </a:cubicBezTo>
                  <a:cubicBezTo>
                    <a:pt x="891" y="1875"/>
                    <a:pt x="997" y="1845"/>
                    <a:pt x="1087" y="1784"/>
                  </a:cubicBezTo>
                  <a:cubicBezTo>
                    <a:pt x="1452" y="1552"/>
                    <a:pt x="1776" y="1256"/>
                    <a:pt x="2041" y="912"/>
                  </a:cubicBezTo>
                  <a:cubicBezTo>
                    <a:pt x="2234" y="667"/>
                    <a:pt x="2186" y="311"/>
                    <a:pt x="1939" y="121"/>
                  </a:cubicBezTo>
                  <a:cubicBezTo>
                    <a:pt x="1835" y="40"/>
                    <a:pt x="1713" y="1"/>
                    <a:pt x="159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93" name="Google Shape;10293;p134"/>
            <p:cNvSpPr/>
            <p:nvPr/>
          </p:nvSpPr>
          <p:spPr>
            <a:xfrm>
              <a:off x="2473050" y="2192325"/>
              <a:ext cx="37000" cy="41500"/>
            </a:xfrm>
            <a:custGeom>
              <a:rect b="b" l="l" r="r" t="t"/>
              <a:pathLst>
                <a:path extrusionOk="0" h="1660" w="1480">
                  <a:moveTo>
                    <a:pt x="838" y="0"/>
                  </a:moveTo>
                  <a:cubicBezTo>
                    <a:pt x="609" y="0"/>
                    <a:pt x="393" y="140"/>
                    <a:pt x="308" y="368"/>
                  </a:cubicBezTo>
                  <a:lnTo>
                    <a:pt x="109" y="896"/>
                  </a:lnTo>
                  <a:cubicBezTo>
                    <a:pt x="0" y="1189"/>
                    <a:pt x="148" y="1515"/>
                    <a:pt x="441" y="1624"/>
                  </a:cubicBezTo>
                  <a:cubicBezTo>
                    <a:pt x="506" y="1648"/>
                    <a:pt x="573" y="1660"/>
                    <a:pt x="639" y="1660"/>
                  </a:cubicBezTo>
                  <a:cubicBezTo>
                    <a:pt x="868" y="1660"/>
                    <a:pt x="1084" y="1520"/>
                    <a:pt x="1169" y="1292"/>
                  </a:cubicBezTo>
                  <a:lnTo>
                    <a:pt x="1368" y="764"/>
                  </a:lnTo>
                  <a:cubicBezTo>
                    <a:pt x="1480" y="471"/>
                    <a:pt x="1329" y="145"/>
                    <a:pt x="1036" y="36"/>
                  </a:cubicBezTo>
                  <a:cubicBezTo>
                    <a:pt x="971" y="12"/>
                    <a:pt x="904" y="0"/>
                    <a:pt x="83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294" name="Google Shape;10294;p134"/>
          <p:cNvGrpSpPr/>
          <p:nvPr/>
        </p:nvGrpSpPr>
        <p:grpSpPr>
          <a:xfrm>
            <a:off x="2105973" y="3588721"/>
            <a:ext cx="340168" cy="252332"/>
            <a:chOff x="2676100" y="2083800"/>
            <a:chExt cx="483125" cy="358375"/>
          </a:xfrm>
        </p:grpSpPr>
        <p:sp>
          <p:nvSpPr>
            <p:cNvPr id="10295" name="Google Shape;10295;p134"/>
            <p:cNvSpPr/>
            <p:nvPr/>
          </p:nvSpPr>
          <p:spPr>
            <a:xfrm>
              <a:off x="2676100" y="2083800"/>
              <a:ext cx="483125" cy="358375"/>
            </a:xfrm>
            <a:custGeom>
              <a:rect b="b" l="l" r="r" t="t"/>
              <a:pathLst>
                <a:path extrusionOk="0" h="14335" w="19325">
                  <a:moveTo>
                    <a:pt x="1932" y="6375"/>
                  </a:moveTo>
                  <a:cubicBezTo>
                    <a:pt x="2126" y="6375"/>
                    <a:pt x="2324" y="6447"/>
                    <a:pt x="2485" y="6608"/>
                  </a:cubicBezTo>
                  <a:cubicBezTo>
                    <a:pt x="2984" y="7109"/>
                    <a:pt x="2630" y="7964"/>
                    <a:pt x="1927" y="7964"/>
                  </a:cubicBezTo>
                  <a:cubicBezTo>
                    <a:pt x="1489" y="7964"/>
                    <a:pt x="1133" y="7608"/>
                    <a:pt x="1133" y="7170"/>
                  </a:cubicBezTo>
                  <a:cubicBezTo>
                    <a:pt x="1133" y="6692"/>
                    <a:pt x="1524" y="6375"/>
                    <a:pt x="1932" y="6375"/>
                  </a:cubicBezTo>
                  <a:close/>
                  <a:moveTo>
                    <a:pt x="17401" y="6379"/>
                  </a:moveTo>
                  <a:cubicBezTo>
                    <a:pt x="17836" y="6379"/>
                    <a:pt x="18193" y="6732"/>
                    <a:pt x="18193" y="7170"/>
                  </a:cubicBezTo>
                  <a:cubicBezTo>
                    <a:pt x="18193" y="7648"/>
                    <a:pt x="17801" y="7964"/>
                    <a:pt x="17394" y="7964"/>
                  </a:cubicBezTo>
                  <a:cubicBezTo>
                    <a:pt x="17199" y="7964"/>
                    <a:pt x="17001" y="7892"/>
                    <a:pt x="16840" y="7731"/>
                  </a:cubicBezTo>
                  <a:cubicBezTo>
                    <a:pt x="16342" y="7230"/>
                    <a:pt x="16695" y="6379"/>
                    <a:pt x="17401" y="6379"/>
                  </a:cubicBezTo>
                  <a:close/>
                  <a:moveTo>
                    <a:pt x="9669" y="1276"/>
                  </a:moveTo>
                  <a:lnTo>
                    <a:pt x="14542" y="4851"/>
                  </a:lnTo>
                  <a:cubicBezTo>
                    <a:pt x="14642" y="4924"/>
                    <a:pt x="14760" y="4960"/>
                    <a:pt x="14877" y="4960"/>
                  </a:cubicBezTo>
                  <a:cubicBezTo>
                    <a:pt x="15021" y="4960"/>
                    <a:pt x="15164" y="4905"/>
                    <a:pt x="15273" y="4797"/>
                  </a:cubicBezTo>
                  <a:lnTo>
                    <a:pt x="18193" y="1925"/>
                  </a:lnTo>
                  <a:lnTo>
                    <a:pt x="18193" y="5419"/>
                  </a:lnTo>
                  <a:cubicBezTo>
                    <a:pt x="17930" y="5300"/>
                    <a:pt x="17661" y="5245"/>
                    <a:pt x="17398" y="5245"/>
                  </a:cubicBezTo>
                  <a:cubicBezTo>
                    <a:pt x="16385" y="5245"/>
                    <a:pt x="15475" y="6060"/>
                    <a:pt x="15475" y="7173"/>
                  </a:cubicBezTo>
                  <a:cubicBezTo>
                    <a:pt x="15475" y="8283"/>
                    <a:pt x="16385" y="9098"/>
                    <a:pt x="17398" y="9098"/>
                  </a:cubicBezTo>
                  <a:cubicBezTo>
                    <a:pt x="17660" y="9098"/>
                    <a:pt x="17930" y="9043"/>
                    <a:pt x="18193" y="8924"/>
                  </a:cubicBezTo>
                  <a:lnTo>
                    <a:pt x="18193" y="10878"/>
                  </a:lnTo>
                  <a:lnTo>
                    <a:pt x="1133" y="10878"/>
                  </a:lnTo>
                  <a:lnTo>
                    <a:pt x="1133" y="8924"/>
                  </a:lnTo>
                  <a:cubicBezTo>
                    <a:pt x="1395" y="9043"/>
                    <a:pt x="1665" y="9098"/>
                    <a:pt x="1928" y="9098"/>
                  </a:cubicBezTo>
                  <a:cubicBezTo>
                    <a:pt x="2940" y="9098"/>
                    <a:pt x="3850" y="8283"/>
                    <a:pt x="3850" y="7173"/>
                  </a:cubicBezTo>
                  <a:cubicBezTo>
                    <a:pt x="3850" y="6060"/>
                    <a:pt x="2940" y="5245"/>
                    <a:pt x="1927" y="5245"/>
                  </a:cubicBezTo>
                  <a:cubicBezTo>
                    <a:pt x="1665" y="5245"/>
                    <a:pt x="1395" y="5300"/>
                    <a:pt x="1133" y="5419"/>
                  </a:cubicBezTo>
                  <a:lnTo>
                    <a:pt x="1133" y="1883"/>
                  </a:lnTo>
                  <a:lnTo>
                    <a:pt x="4240" y="4806"/>
                  </a:lnTo>
                  <a:cubicBezTo>
                    <a:pt x="4349" y="4908"/>
                    <a:pt x="4488" y="4960"/>
                    <a:pt x="4628" y="4960"/>
                  </a:cubicBezTo>
                  <a:cubicBezTo>
                    <a:pt x="4748" y="4960"/>
                    <a:pt x="4869" y="4922"/>
                    <a:pt x="4970" y="4845"/>
                  </a:cubicBezTo>
                  <a:lnTo>
                    <a:pt x="9669" y="1276"/>
                  </a:lnTo>
                  <a:close/>
                  <a:moveTo>
                    <a:pt x="18193" y="12007"/>
                  </a:moveTo>
                  <a:lnTo>
                    <a:pt x="18193" y="13203"/>
                  </a:lnTo>
                  <a:lnTo>
                    <a:pt x="1133" y="13206"/>
                  </a:lnTo>
                  <a:lnTo>
                    <a:pt x="1133" y="12007"/>
                  </a:lnTo>
                  <a:close/>
                  <a:moveTo>
                    <a:pt x="570" y="0"/>
                  </a:moveTo>
                  <a:cubicBezTo>
                    <a:pt x="278" y="0"/>
                    <a:pt x="0" y="228"/>
                    <a:pt x="0" y="569"/>
                  </a:cubicBezTo>
                  <a:lnTo>
                    <a:pt x="0" y="13770"/>
                  </a:lnTo>
                  <a:cubicBezTo>
                    <a:pt x="0" y="14081"/>
                    <a:pt x="254" y="14335"/>
                    <a:pt x="565" y="14335"/>
                  </a:cubicBezTo>
                  <a:lnTo>
                    <a:pt x="18760" y="14335"/>
                  </a:lnTo>
                  <a:cubicBezTo>
                    <a:pt x="19071" y="14335"/>
                    <a:pt x="19325" y="14081"/>
                    <a:pt x="19325" y="13770"/>
                  </a:cubicBezTo>
                  <a:lnTo>
                    <a:pt x="19325" y="569"/>
                  </a:lnTo>
                  <a:cubicBezTo>
                    <a:pt x="19325" y="343"/>
                    <a:pt x="19189" y="134"/>
                    <a:pt x="18978" y="47"/>
                  </a:cubicBezTo>
                  <a:cubicBezTo>
                    <a:pt x="18907" y="18"/>
                    <a:pt x="18832" y="3"/>
                    <a:pt x="18758" y="3"/>
                  </a:cubicBezTo>
                  <a:cubicBezTo>
                    <a:pt x="18613" y="3"/>
                    <a:pt x="18470" y="59"/>
                    <a:pt x="18362" y="168"/>
                  </a:cubicBezTo>
                  <a:lnTo>
                    <a:pt x="14823" y="3652"/>
                  </a:lnTo>
                  <a:lnTo>
                    <a:pt x="9998" y="113"/>
                  </a:lnTo>
                  <a:cubicBezTo>
                    <a:pt x="9898" y="39"/>
                    <a:pt x="9780" y="2"/>
                    <a:pt x="9662" y="2"/>
                  </a:cubicBezTo>
                  <a:cubicBezTo>
                    <a:pt x="9542" y="2"/>
                    <a:pt x="9422" y="40"/>
                    <a:pt x="9321" y="116"/>
                  </a:cubicBezTo>
                  <a:lnTo>
                    <a:pt x="4668" y="3652"/>
                  </a:lnTo>
                  <a:lnTo>
                    <a:pt x="955" y="156"/>
                  </a:lnTo>
                  <a:cubicBezTo>
                    <a:pt x="840" y="48"/>
                    <a:pt x="704" y="0"/>
                    <a:pt x="57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96" name="Google Shape;10296;p134"/>
            <p:cNvSpPr/>
            <p:nvPr/>
          </p:nvSpPr>
          <p:spPr>
            <a:xfrm>
              <a:off x="2869575" y="2214900"/>
              <a:ext cx="100050" cy="96325"/>
            </a:xfrm>
            <a:custGeom>
              <a:rect b="b" l="l" r="r" t="t"/>
              <a:pathLst>
                <a:path extrusionOk="0" h="3853" w="4002">
                  <a:moveTo>
                    <a:pt x="1924" y="1135"/>
                  </a:moveTo>
                  <a:cubicBezTo>
                    <a:pt x="2630" y="1135"/>
                    <a:pt x="2983" y="1986"/>
                    <a:pt x="2485" y="2487"/>
                  </a:cubicBezTo>
                  <a:cubicBezTo>
                    <a:pt x="2323" y="2648"/>
                    <a:pt x="2125" y="2720"/>
                    <a:pt x="1930" y="2720"/>
                  </a:cubicBezTo>
                  <a:cubicBezTo>
                    <a:pt x="1523" y="2720"/>
                    <a:pt x="1133" y="2404"/>
                    <a:pt x="1133" y="1926"/>
                  </a:cubicBezTo>
                  <a:cubicBezTo>
                    <a:pt x="1133" y="1488"/>
                    <a:pt x="1486" y="1135"/>
                    <a:pt x="1924" y="1135"/>
                  </a:cubicBezTo>
                  <a:close/>
                  <a:moveTo>
                    <a:pt x="1922" y="0"/>
                  </a:moveTo>
                  <a:cubicBezTo>
                    <a:pt x="1675" y="0"/>
                    <a:pt x="1425" y="48"/>
                    <a:pt x="1187" y="147"/>
                  </a:cubicBezTo>
                  <a:cubicBezTo>
                    <a:pt x="468" y="446"/>
                    <a:pt x="0" y="1147"/>
                    <a:pt x="0" y="1926"/>
                  </a:cubicBezTo>
                  <a:cubicBezTo>
                    <a:pt x="0" y="2989"/>
                    <a:pt x="861" y="3849"/>
                    <a:pt x="1924" y="3852"/>
                  </a:cubicBezTo>
                  <a:cubicBezTo>
                    <a:pt x="2703" y="3852"/>
                    <a:pt x="3403" y="3381"/>
                    <a:pt x="3702" y="2663"/>
                  </a:cubicBezTo>
                  <a:cubicBezTo>
                    <a:pt x="4001" y="1944"/>
                    <a:pt x="3835" y="1117"/>
                    <a:pt x="3285" y="564"/>
                  </a:cubicBezTo>
                  <a:cubicBezTo>
                    <a:pt x="2916" y="196"/>
                    <a:pt x="2423" y="0"/>
                    <a:pt x="192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297" name="Google Shape;10297;p134"/>
          <p:cNvGrpSpPr/>
          <p:nvPr/>
        </p:nvGrpSpPr>
        <p:grpSpPr>
          <a:xfrm>
            <a:off x="2531487" y="3554766"/>
            <a:ext cx="323587" cy="320242"/>
            <a:chOff x="3282325" y="2035675"/>
            <a:chExt cx="459575" cy="454825"/>
          </a:xfrm>
        </p:grpSpPr>
        <p:sp>
          <p:nvSpPr>
            <p:cNvPr id="10298" name="Google Shape;10298;p134"/>
            <p:cNvSpPr/>
            <p:nvPr/>
          </p:nvSpPr>
          <p:spPr>
            <a:xfrm>
              <a:off x="3337050" y="2234125"/>
              <a:ext cx="85925" cy="206325"/>
            </a:xfrm>
            <a:custGeom>
              <a:rect b="b" l="l" r="r" t="t"/>
              <a:pathLst>
                <a:path extrusionOk="0" h="8253" w="3437">
                  <a:moveTo>
                    <a:pt x="2305" y="1133"/>
                  </a:moveTo>
                  <a:lnTo>
                    <a:pt x="2305" y="7120"/>
                  </a:lnTo>
                  <a:lnTo>
                    <a:pt x="1133" y="7120"/>
                  </a:lnTo>
                  <a:lnTo>
                    <a:pt x="1133" y="1133"/>
                  </a:lnTo>
                  <a:close/>
                  <a:moveTo>
                    <a:pt x="568" y="0"/>
                  </a:moveTo>
                  <a:cubicBezTo>
                    <a:pt x="254" y="0"/>
                    <a:pt x="1" y="254"/>
                    <a:pt x="1" y="568"/>
                  </a:cubicBezTo>
                  <a:lnTo>
                    <a:pt x="1" y="7688"/>
                  </a:lnTo>
                  <a:cubicBezTo>
                    <a:pt x="1" y="7999"/>
                    <a:pt x="254" y="8253"/>
                    <a:pt x="568" y="8253"/>
                  </a:cubicBezTo>
                  <a:lnTo>
                    <a:pt x="2869" y="8253"/>
                  </a:lnTo>
                  <a:cubicBezTo>
                    <a:pt x="3183" y="8253"/>
                    <a:pt x="3437" y="7999"/>
                    <a:pt x="3437" y="7688"/>
                  </a:cubicBezTo>
                  <a:lnTo>
                    <a:pt x="3437" y="568"/>
                  </a:lnTo>
                  <a:cubicBezTo>
                    <a:pt x="3437" y="254"/>
                    <a:pt x="3183" y="0"/>
                    <a:pt x="286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299" name="Google Shape;10299;p134"/>
            <p:cNvSpPr/>
            <p:nvPr/>
          </p:nvSpPr>
          <p:spPr>
            <a:xfrm>
              <a:off x="3451275" y="2175475"/>
              <a:ext cx="84925" cy="264975"/>
            </a:xfrm>
            <a:custGeom>
              <a:rect b="b" l="l" r="r" t="t"/>
              <a:pathLst>
                <a:path extrusionOk="0" h="10599" w="3397">
                  <a:moveTo>
                    <a:pt x="2265" y="1133"/>
                  </a:moveTo>
                  <a:lnTo>
                    <a:pt x="2265" y="9466"/>
                  </a:lnTo>
                  <a:lnTo>
                    <a:pt x="1132" y="9466"/>
                  </a:lnTo>
                  <a:lnTo>
                    <a:pt x="1132" y="1133"/>
                  </a:lnTo>
                  <a:close/>
                  <a:moveTo>
                    <a:pt x="565" y="0"/>
                  </a:moveTo>
                  <a:cubicBezTo>
                    <a:pt x="254" y="0"/>
                    <a:pt x="0" y="254"/>
                    <a:pt x="0" y="565"/>
                  </a:cubicBezTo>
                  <a:lnTo>
                    <a:pt x="0" y="10034"/>
                  </a:lnTo>
                  <a:cubicBezTo>
                    <a:pt x="0" y="10345"/>
                    <a:pt x="254" y="10599"/>
                    <a:pt x="565" y="10599"/>
                  </a:cubicBezTo>
                  <a:lnTo>
                    <a:pt x="2829" y="10599"/>
                  </a:lnTo>
                  <a:cubicBezTo>
                    <a:pt x="3143" y="10599"/>
                    <a:pt x="3397" y="10345"/>
                    <a:pt x="3397" y="10034"/>
                  </a:cubicBezTo>
                  <a:lnTo>
                    <a:pt x="3397" y="565"/>
                  </a:lnTo>
                  <a:cubicBezTo>
                    <a:pt x="3397" y="254"/>
                    <a:pt x="3143" y="0"/>
                    <a:pt x="28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00" name="Google Shape;10300;p134"/>
            <p:cNvSpPr/>
            <p:nvPr/>
          </p:nvSpPr>
          <p:spPr>
            <a:xfrm>
              <a:off x="3564500" y="2116825"/>
              <a:ext cx="84950" cy="323625"/>
            </a:xfrm>
            <a:custGeom>
              <a:rect b="b" l="l" r="r" t="t"/>
              <a:pathLst>
                <a:path extrusionOk="0" h="12945" w="3398">
                  <a:moveTo>
                    <a:pt x="2265" y="1132"/>
                  </a:moveTo>
                  <a:lnTo>
                    <a:pt x="2265" y="11812"/>
                  </a:lnTo>
                  <a:lnTo>
                    <a:pt x="1133" y="11812"/>
                  </a:lnTo>
                  <a:lnTo>
                    <a:pt x="1133" y="1132"/>
                  </a:lnTo>
                  <a:close/>
                  <a:moveTo>
                    <a:pt x="565" y="0"/>
                  </a:moveTo>
                  <a:cubicBezTo>
                    <a:pt x="254" y="0"/>
                    <a:pt x="0" y="251"/>
                    <a:pt x="0" y="565"/>
                  </a:cubicBezTo>
                  <a:lnTo>
                    <a:pt x="0" y="12380"/>
                  </a:lnTo>
                  <a:cubicBezTo>
                    <a:pt x="0" y="12691"/>
                    <a:pt x="254" y="12945"/>
                    <a:pt x="565" y="12945"/>
                  </a:cubicBezTo>
                  <a:lnTo>
                    <a:pt x="2829" y="12945"/>
                  </a:lnTo>
                  <a:cubicBezTo>
                    <a:pt x="3144" y="12945"/>
                    <a:pt x="3397" y="12691"/>
                    <a:pt x="3397" y="12380"/>
                  </a:cubicBezTo>
                  <a:lnTo>
                    <a:pt x="3397" y="565"/>
                  </a:lnTo>
                  <a:cubicBezTo>
                    <a:pt x="3397" y="251"/>
                    <a:pt x="3144" y="0"/>
                    <a:pt x="28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01" name="Google Shape;10301;p134"/>
            <p:cNvSpPr/>
            <p:nvPr/>
          </p:nvSpPr>
          <p:spPr>
            <a:xfrm>
              <a:off x="3282325" y="2035675"/>
              <a:ext cx="459575" cy="454825"/>
            </a:xfrm>
            <a:custGeom>
              <a:rect b="b" l="l" r="r" t="t"/>
              <a:pathLst>
                <a:path extrusionOk="0" h="18193" w="18383">
                  <a:moveTo>
                    <a:pt x="568" y="0"/>
                  </a:moveTo>
                  <a:cubicBezTo>
                    <a:pt x="254" y="0"/>
                    <a:pt x="1" y="251"/>
                    <a:pt x="1" y="565"/>
                  </a:cubicBezTo>
                  <a:lnTo>
                    <a:pt x="1" y="17625"/>
                  </a:lnTo>
                  <a:cubicBezTo>
                    <a:pt x="1" y="17939"/>
                    <a:pt x="254" y="18192"/>
                    <a:pt x="568" y="18192"/>
                  </a:cubicBezTo>
                  <a:lnTo>
                    <a:pt x="17815" y="18192"/>
                  </a:lnTo>
                  <a:cubicBezTo>
                    <a:pt x="18129" y="18192"/>
                    <a:pt x="18383" y="17939"/>
                    <a:pt x="18383" y="17625"/>
                  </a:cubicBezTo>
                  <a:cubicBezTo>
                    <a:pt x="18383" y="17311"/>
                    <a:pt x="18129" y="17060"/>
                    <a:pt x="17815" y="17060"/>
                  </a:cubicBezTo>
                  <a:lnTo>
                    <a:pt x="1133" y="17060"/>
                  </a:lnTo>
                  <a:lnTo>
                    <a:pt x="1133" y="565"/>
                  </a:lnTo>
                  <a:cubicBezTo>
                    <a:pt x="1133" y="251"/>
                    <a:pt x="879" y="0"/>
                    <a:pt x="56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302" name="Google Shape;10302;p134"/>
          <p:cNvSpPr/>
          <p:nvPr/>
        </p:nvSpPr>
        <p:spPr>
          <a:xfrm>
            <a:off x="2940184" y="3556291"/>
            <a:ext cx="330434" cy="316687"/>
          </a:xfrm>
          <a:custGeom>
            <a:rect b="b" l="l" r="r" t="t"/>
            <a:pathLst>
              <a:path extrusionOk="0" h="17991" w="18772">
                <a:moveTo>
                  <a:pt x="17492" y="6197"/>
                </a:moveTo>
                <a:lnTo>
                  <a:pt x="17217" y="8063"/>
                </a:lnTo>
                <a:lnTo>
                  <a:pt x="15626" y="6472"/>
                </a:lnTo>
                <a:lnTo>
                  <a:pt x="17492" y="6197"/>
                </a:lnTo>
                <a:close/>
                <a:moveTo>
                  <a:pt x="6055" y="9391"/>
                </a:moveTo>
                <a:lnTo>
                  <a:pt x="6055" y="16858"/>
                </a:lnTo>
                <a:lnTo>
                  <a:pt x="1133" y="16858"/>
                </a:lnTo>
                <a:lnTo>
                  <a:pt x="1133" y="13332"/>
                </a:lnTo>
                <a:lnTo>
                  <a:pt x="6055" y="9391"/>
                </a:lnTo>
                <a:close/>
                <a:moveTo>
                  <a:pt x="7187" y="9141"/>
                </a:moveTo>
                <a:lnTo>
                  <a:pt x="11903" y="11568"/>
                </a:lnTo>
                <a:lnTo>
                  <a:pt x="11903" y="16858"/>
                </a:lnTo>
                <a:lnTo>
                  <a:pt x="7187" y="16858"/>
                </a:lnTo>
                <a:lnTo>
                  <a:pt x="7187" y="9141"/>
                </a:lnTo>
                <a:close/>
                <a:moveTo>
                  <a:pt x="565" y="1"/>
                </a:moveTo>
                <a:cubicBezTo>
                  <a:pt x="254" y="1"/>
                  <a:pt x="1" y="255"/>
                  <a:pt x="1" y="569"/>
                </a:cubicBezTo>
                <a:lnTo>
                  <a:pt x="1" y="17423"/>
                </a:lnTo>
                <a:cubicBezTo>
                  <a:pt x="1" y="17737"/>
                  <a:pt x="254" y="17991"/>
                  <a:pt x="565" y="17991"/>
                </a:cubicBezTo>
                <a:lnTo>
                  <a:pt x="18141" y="17991"/>
                </a:lnTo>
                <a:cubicBezTo>
                  <a:pt x="18455" y="17991"/>
                  <a:pt x="18706" y="17737"/>
                  <a:pt x="18706" y="17423"/>
                </a:cubicBezTo>
                <a:cubicBezTo>
                  <a:pt x="18706" y="17112"/>
                  <a:pt x="18455" y="16858"/>
                  <a:pt x="18141" y="16858"/>
                </a:cubicBezTo>
                <a:lnTo>
                  <a:pt x="13033" y="16858"/>
                </a:lnTo>
                <a:lnTo>
                  <a:pt x="13033" y="11457"/>
                </a:lnTo>
                <a:lnTo>
                  <a:pt x="16022" y="8467"/>
                </a:lnTo>
                <a:lnTo>
                  <a:pt x="17214" y="9660"/>
                </a:lnTo>
                <a:cubicBezTo>
                  <a:pt x="17329" y="9774"/>
                  <a:pt x="17471" y="9826"/>
                  <a:pt x="17611" y="9826"/>
                </a:cubicBezTo>
                <a:cubicBezTo>
                  <a:pt x="17874" y="9826"/>
                  <a:pt x="18129" y="9643"/>
                  <a:pt x="18175" y="9343"/>
                </a:cubicBezTo>
                <a:lnTo>
                  <a:pt x="18721" y="5608"/>
                </a:lnTo>
                <a:cubicBezTo>
                  <a:pt x="18771" y="5262"/>
                  <a:pt x="18501" y="4962"/>
                  <a:pt x="18164" y="4962"/>
                </a:cubicBezTo>
                <a:cubicBezTo>
                  <a:pt x="18137" y="4962"/>
                  <a:pt x="18109" y="4964"/>
                  <a:pt x="18081" y="4968"/>
                </a:cubicBezTo>
                <a:lnTo>
                  <a:pt x="14346" y="5514"/>
                </a:lnTo>
                <a:cubicBezTo>
                  <a:pt x="13887" y="5584"/>
                  <a:pt x="13700" y="6145"/>
                  <a:pt x="14029" y="6475"/>
                </a:cubicBezTo>
                <a:lnTo>
                  <a:pt x="15222" y="7667"/>
                </a:lnTo>
                <a:lnTo>
                  <a:pt x="12359" y="10530"/>
                </a:lnTo>
                <a:lnTo>
                  <a:pt x="6879" y="7710"/>
                </a:lnTo>
                <a:cubicBezTo>
                  <a:pt x="6867" y="7703"/>
                  <a:pt x="6855" y="7697"/>
                  <a:pt x="6846" y="7694"/>
                </a:cubicBezTo>
                <a:lnTo>
                  <a:pt x="6831" y="7688"/>
                </a:lnTo>
                <a:lnTo>
                  <a:pt x="6794" y="7673"/>
                </a:lnTo>
                <a:lnTo>
                  <a:pt x="6776" y="7670"/>
                </a:lnTo>
                <a:cubicBezTo>
                  <a:pt x="6767" y="7667"/>
                  <a:pt x="6755" y="7664"/>
                  <a:pt x="6743" y="7661"/>
                </a:cubicBezTo>
                <a:lnTo>
                  <a:pt x="6728" y="7658"/>
                </a:lnTo>
                <a:cubicBezTo>
                  <a:pt x="6713" y="7655"/>
                  <a:pt x="6695" y="7652"/>
                  <a:pt x="6680" y="7649"/>
                </a:cubicBezTo>
                <a:lnTo>
                  <a:pt x="6553" y="7649"/>
                </a:lnTo>
                <a:cubicBezTo>
                  <a:pt x="6541" y="7649"/>
                  <a:pt x="6526" y="7655"/>
                  <a:pt x="6514" y="7655"/>
                </a:cubicBezTo>
                <a:lnTo>
                  <a:pt x="6495" y="7661"/>
                </a:lnTo>
                <a:cubicBezTo>
                  <a:pt x="6483" y="7661"/>
                  <a:pt x="6474" y="7664"/>
                  <a:pt x="6465" y="7667"/>
                </a:cubicBezTo>
                <a:lnTo>
                  <a:pt x="6447" y="7673"/>
                </a:lnTo>
                <a:cubicBezTo>
                  <a:pt x="6432" y="7679"/>
                  <a:pt x="6417" y="7682"/>
                  <a:pt x="6405" y="7688"/>
                </a:cubicBezTo>
                <a:lnTo>
                  <a:pt x="6387" y="7697"/>
                </a:lnTo>
                <a:lnTo>
                  <a:pt x="6360" y="7710"/>
                </a:lnTo>
                <a:lnTo>
                  <a:pt x="6341" y="7719"/>
                </a:lnTo>
                <a:cubicBezTo>
                  <a:pt x="6332" y="7725"/>
                  <a:pt x="6323" y="7731"/>
                  <a:pt x="6314" y="7737"/>
                </a:cubicBezTo>
                <a:lnTo>
                  <a:pt x="6299" y="7746"/>
                </a:lnTo>
                <a:cubicBezTo>
                  <a:pt x="6287" y="7752"/>
                  <a:pt x="6275" y="7761"/>
                  <a:pt x="6266" y="7770"/>
                </a:cubicBezTo>
                <a:lnTo>
                  <a:pt x="6260" y="7776"/>
                </a:lnTo>
                <a:lnTo>
                  <a:pt x="1133" y="11879"/>
                </a:lnTo>
                <a:lnTo>
                  <a:pt x="1133" y="569"/>
                </a:lnTo>
                <a:cubicBezTo>
                  <a:pt x="1133" y="255"/>
                  <a:pt x="879" y="1"/>
                  <a:pt x="5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03" name="Google Shape;10303;p134"/>
          <p:cNvSpPr/>
          <p:nvPr/>
        </p:nvSpPr>
        <p:spPr>
          <a:xfrm>
            <a:off x="3373188" y="3544543"/>
            <a:ext cx="300263" cy="340186"/>
          </a:xfrm>
          <a:custGeom>
            <a:rect b="b" l="l" r="r" t="t"/>
            <a:pathLst>
              <a:path extrusionOk="0" h="19326" w="17058">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304" name="Google Shape;10304;p134"/>
          <p:cNvGrpSpPr/>
          <p:nvPr/>
        </p:nvGrpSpPr>
        <p:grpSpPr>
          <a:xfrm>
            <a:off x="3776187" y="3544803"/>
            <a:ext cx="340608" cy="340168"/>
            <a:chOff x="5053900" y="2021500"/>
            <a:chExt cx="483750" cy="483125"/>
          </a:xfrm>
        </p:grpSpPr>
        <p:sp>
          <p:nvSpPr>
            <p:cNvPr id="10305" name="Google Shape;10305;p134"/>
            <p:cNvSpPr/>
            <p:nvPr/>
          </p:nvSpPr>
          <p:spPr>
            <a:xfrm>
              <a:off x="5281350" y="2078100"/>
              <a:ext cx="127375" cy="127350"/>
            </a:xfrm>
            <a:custGeom>
              <a:rect b="b" l="l" r="r" t="t"/>
              <a:pathLst>
                <a:path extrusionOk="0" h="5094" w="5095">
                  <a:moveTo>
                    <a:pt x="565" y="0"/>
                  </a:moveTo>
                  <a:cubicBezTo>
                    <a:pt x="251" y="0"/>
                    <a:pt x="1" y="254"/>
                    <a:pt x="1" y="568"/>
                  </a:cubicBezTo>
                  <a:cubicBezTo>
                    <a:pt x="1" y="879"/>
                    <a:pt x="251" y="1132"/>
                    <a:pt x="565" y="1132"/>
                  </a:cubicBezTo>
                  <a:cubicBezTo>
                    <a:pt x="2440" y="1135"/>
                    <a:pt x="3959" y="2654"/>
                    <a:pt x="3962" y="4529"/>
                  </a:cubicBezTo>
                  <a:cubicBezTo>
                    <a:pt x="3962" y="4843"/>
                    <a:pt x="4216" y="5094"/>
                    <a:pt x="4530" y="5094"/>
                  </a:cubicBezTo>
                  <a:cubicBezTo>
                    <a:pt x="4841" y="5094"/>
                    <a:pt x="5094" y="4843"/>
                    <a:pt x="5094" y="4529"/>
                  </a:cubicBezTo>
                  <a:cubicBezTo>
                    <a:pt x="5091" y="2029"/>
                    <a:pt x="3065" y="3"/>
                    <a:pt x="5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06" name="Google Shape;10306;p134"/>
            <p:cNvSpPr/>
            <p:nvPr/>
          </p:nvSpPr>
          <p:spPr>
            <a:xfrm>
              <a:off x="5118000" y="2021500"/>
              <a:ext cx="368700" cy="483125"/>
            </a:xfrm>
            <a:custGeom>
              <a:rect b="b" l="l" r="r" t="t"/>
              <a:pathLst>
                <a:path extrusionOk="0" h="19325" w="14748">
                  <a:moveTo>
                    <a:pt x="7088" y="1135"/>
                  </a:moveTo>
                  <a:cubicBezTo>
                    <a:pt x="8391" y="1135"/>
                    <a:pt x="9651" y="1571"/>
                    <a:pt x="10668" y="2397"/>
                  </a:cubicBezTo>
                  <a:cubicBezTo>
                    <a:pt x="13159" y="4417"/>
                    <a:pt x="13473" y="8104"/>
                    <a:pt x="11360" y="10516"/>
                  </a:cubicBezTo>
                  <a:cubicBezTo>
                    <a:pt x="10572" y="11419"/>
                    <a:pt x="10085" y="12503"/>
                    <a:pt x="9962" y="13626"/>
                  </a:cubicBezTo>
                  <a:lnTo>
                    <a:pt x="4237" y="13626"/>
                  </a:lnTo>
                  <a:cubicBezTo>
                    <a:pt x="4107" y="12482"/>
                    <a:pt x="3630" y="11407"/>
                    <a:pt x="2866" y="10550"/>
                  </a:cubicBezTo>
                  <a:cubicBezTo>
                    <a:pt x="1658" y="9191"/>
                    <a:pt x="1184" y="7367"/>
                    <a:pt x="1571" y="5549"/>
                  </a:cubicBezTo>
                  <a:cubicBezTo>
                    <a:pt x="2020" y="3427"/>
                    <a:pt x="3748" y="1706"/>
                    <a:pt x="5873" y="1262"/>
                  </a:cubicBezTo>
                  <a:cubicBezTo>
                    <a:pt x="6278" y="1177"/>
                    <a:pt x="6685" y="1135"/>
                    <a:pt x="7088" y="1135"/>
                  </a:cubicBezTo>
                  <a:close/>
                  <a:moveTo>
                    <a:pt x="9931" y="14759"/>
                  </a:moveTo>
                  <a:lnTo>
                    <a:pt x="9931" y="15323"/>
                  </a:lnTo>
                  <a:cubicBezTo>
                    <a:pt x="9931" y="15637"/>
                    <a:pt x="9678" y="15891"/>
                    <a:pt x="9364" y="15891"/>
                  </a:cubicBezTo>
                  <a:lnTo>
                    <a:pt x="4835" y="15891"/>
                  </a:lnTo>
                  <a:cubicBezTo>
                    <a:pt x="4521" y="15891"/>
                    <a:pt x="4270" y="15637"/>
                    <a:pt x="4270" y="15323"/>
                  </a:cubicBezTo>
                  <a:lnTo>
                    <a:pt x="4270" y="14759"/>
                  </a:lnTo>
                  <a:close/>
                  <a:moveTo>
                    <a:pt x="8699" y="17023"/>
                  </a:moveTo>
                  <a:cubicBezTo>
                    <a:pt x="8464" y="17694"/>
                    <a:pt x="7827" y="18192"/>
                    <a:pt x="7099" y="18192"/>
                  </a:cubicBezTo>
                  <a:cubicBezTo>
                    <a:pt x="6371" y="18192"/>
                    <a:pt x="5734" y="17694"/>
                    <a:pt x="5499" y="17023"/>
                  </a:cubicBezTo>
                  <a:close/>
                  <a:moveTo>
                    <a:pt x="7087" y="0"/>
                  </a:moveTo>
                  <a:cubicBezTo>
                    <a:pt x="6607" y="0"/>
                    <a:pt x="6123" y="50"/>
                    <a:pt x="5641" y="151"/>
                  </a:cubicBezTo>
                  <a:cubicBezTo>
                    <a:pt x="3053" y="712"/>
                    <a:pt x="1027" y="2729"/>
                    <a:pt x="462" y="5314"/>
                  </a:cubicBezTo>
                  <a:cubicBezTo>
                    <a:pt x="0" y="7488"/>
                    <a:pt x="568" y="9671"/>
                    <a:pt x="2020" y="11301"/>
                  </a:cubicBezTo>
                  <a:cubicBezTo>
                    <a:pt x="2730" y="12099"/>
                    <a:pt x="3135" y="13149"/>
                    <a:pt x="3135" y="14191"/>
                  </a:cubicBezTo>
                  <a:lnTo>
                    <a:pt x="3135" y="15323"/>
                  </a:lnTo>
                  <a:cubicBezTo>
                    <a:pt x="3138" y="16060"/>
                    <a:pt x="3612" y="16709"/>
                    <a:pt x="4309" y="16939"/>
                  </a:cubicBezTo>
                  <a:cubicBezTo>
                    <a:pt x="4409" y="17518"/>
                    <a:pt x="4681" y="18053"/>
                    <a:pt x="5094" y="18473"/>
                  </a:cubicBezTo>
                  <a:cubicBezTo>
                    <a:pt x="5642" y="19040"/>
                    <a:pt x="6371" y="19324"/>
                    <a:pt x="7099" y="19324"/>
                  </a:cubicBezTo>
                  <a:cubicBezTo>
                    <a:pt x="7828" y="19324"/>
                    <a:pt x="8556" y="19040"/>
                    <a:pt x="9104" y="18473"/>
                  </a:cubicBezTo>
                  <a:cubicBezTo>
                    <a:pt x="9518" y="18053"/>
                    <a:pt x="9790" y="17518"/>
                    <a:pt x="9889" y="16939"/>
                  </a:cubicBezTo>
                  <a:cubicBezTo>
                    <a:pt x="10587" y="16709"/>
                    <a:pt x="11061" y="16060"/>
                    <a:pt x="11064" y="15323"/>
                  </a:cubicBezTo>
                  <a:lnTo>
                    <a:pt x="11064" y="14191"/>
                  </a:lnTo>
                  <a:cubicBezTo>
                    <a:pt x="11064" y="13149"/>
                    <a:pt x="11471" y="12108"/>
                    <a:pt x="12211" y="11262"/>
                  </a:cubicBezTo>
                  <a:cubicBezTo>
                    <a:pt x="14747" y="8366"/>
                    <a:pt x="14370" y="3943"/>
                    <a:pt x="11381" y="1518"/>
                  </a:cubicBezTo>
                  <a:cubicBezTo>
                    <a:pt x="10159" y="525"/>
                    <a:pt x="8647" y="0"/>
                    <a:pt x="708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07" name="Google Shape;10307;p134"/>
            <p:cNvSpPr/>
            <p:nvPr/>
          </p:nvSpPr>
          <p:spPr>
            <a:xfrm>
              <a:off x="5053900" y="2191325"/>
              <a:ext cx="56650" cy="28325"/>
            </a:xfrm>
            <a:custGeom>
              <a:rect b="b" l="l" r="r" t="t"/>
              <a:pathLst>
                <a:path extrusionOk="0" h="1133" w="2266">
                  <a:moveTo>
                    <a:pt x="569" y="0"/>
                  </a:moveTo>
                  <a:cubicBezTo>
                    <a:pt x="255" y="0"/>
                    <a:pt x="1" y="254"/>
                    <a:pt x="1" y="568"/>
                  </a:cubicBezTo>
                  <a:cubicBezTo>
                    <a:pt x="1" y="879"/>
                    <a:pt x="255" y="1133"/>
                    <a:pt x="569" y="1133"/>
                  </a:cubicBezTo>
                  <a:lnTo>
                    <a:pt x="1701" y="1133"/>
                  </a:lnTo>
                  <a:cubicBezTo>
                    <a:pt x="2012" y="1133"/>
                    <a:pt x="2266" y="879"/>
                    <a:pt x="2266" y="568"/>
                  </a:cubicBezTo>
                  <a:cubicBezTo>
                    <a:pt x="2266" y="254"/>
                    <a:pt x="2012" y="0"/>
                    <a:pt x="170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08" name="Google Shape;10308;p134"/>
            <p:cNvSpPr/>
            <p:nvPr/>
          </p:nvSpPr>
          <p:spPr>
            <a:xfrm>
              <a:off x="5056850" y="2096550"/>
              <a:ext cx="50750" cy="48025"/>
            </a:xfrm>
            <a:custGeom>
              <a:rect b="b" l="l" r="r" t="t"/>
              <a:pathLst>
                <a:path extrusionOk="0" h="1921" w="2030">
                  <a:moveTo>
                    <a:pt x="622" y="0"/>
                  </a:moveTo>
                  <a:cubicBezTo>
                    <a:pt x="476" y="0"/>
                    <a:pt x="331" y="56"/>
                    <a:pt x="221" y="168"/>
                  </a:cubicBezTo>
                  <a:cubicBezTo>
                    <a:pt x="4" y="385"/>
                    <a:pt x="1" y="739"/>
                    <a:pt x="215" y="962"/>
                  </a:cubicBezTo>
                  <a:lnTo>
                    <a:pt x="1015" y="1762"/>
                  </a:lnTo>
                  <a:cubicBezTo>
                    <a:pt x="1125" y="1868"/>
                    <a:pt x="1267" y="1921"/>
                    <a:pt x="1409" y="1921"/>
                  </a:cubicBezTo>
                  <a:cubicBezTo>
                    <a:pt x="1554" y="1921"/>
                    <a:pt x="1699" y="1865"/>
                    <a:pt x="1809" y="1753"/>
                  </a:cubicBezTo>
                  <a:cubicBezTo>
                    <a:pt x="2027" y="1536"/>
                    <a:pt x="2030" y="1183"/>
                    <a:pt x="1815" y="962"/>
                  </a:cubicBezTo>
                  <a:lnTo>
                    <a:pt x="1015" y="159"/>
                  </a:lnTo>
                  <a:cubicBezTo>
                    <a:pt x="905" y="53"/>
                    <a:pt x="763" y="0"/>
                    <a:pt x="62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09" name="Google Shape;10309;p134"/>
            <p:cNvSpPr/>
            <p:nvPr/>
          </p:nvSpPr>
          <p:spPr>
            <a:xfrm>
              <a:off x="5056400" y="2266400"/>
              <a:ext cx="51200" cy="48350"/>
            </a:xfrm>
            <a:custGeom>
              <a:rect b="b" l="l" r="r" t="t"/>
              <a:pathLst>
                <a:path extrusionOk="0" h="1934" w="2048">
                  <a:moveTo>
                    <a:pt x="1427" y="0"/>
                  </a:moveTo>
                  <a:cubicBezTo>
                    <a:pt x="1285" y="0"/>
                    <a:pt x="1143" y="53"/>
                    <a:pt x="1033" y="159"/>
                  </a:cubicBezTo>
                  <a:lnTo>
                    <a:pt x="233" y="962"/>
                  </a:lnTo>
                  <a:cubicBezTo>
                    <a:pt x="4" y="1179"/>
                    <a:pt x="1" y="1545"/>
                    <a:pt x="227" y="1768"/>
                  </a:cubicBezTo>
                  <a:cubicBezTo>
                    <a:pt x="338" y="1879"/>
                    <a:pt x="482" y="1934"/>
                    <a:pt x="627" y="1934"/>
                  </a:cubicBezTo>
                  <a:cubicBezTo>
                    <a:pt x="774" y="1934"/>
                    <a:pt x="922" y="1876"/>
                    <a:pt x="1033" y="1762"/>
                  </a:cubicBezTo>
                  <a:lnTo>
                    <a:pt x="1833" y="962"/>
                  </a:lnTo>
                  <a:cubicBezTo>
                    <a:pt x="2048" y="738"/>
                    <a:pt x="2045" y="385"/>
                    <a:pt x="1827" y="168"/>
                  </a:cubicBezTo>
                  <a:cubicBezTo>
                    <a:pt x="1717" y="56"/>
                    <a:pt x="1572" y="0"/>
                    <a:pt x="142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10" name="Google Shape;10310;p134"/>
            <p:cNvSpPr/>
            <p:nvPr/>
          </p:nvSpPr>
          <p:spPr>
            <a:xfrm>
              <a:off x="5480400" y="2191325"/>
              <a:ext cx="56650" cy="28325"/>
            </a:xfrm>
            <a:custGeom>
              <a:rect b="b" l="l" r="r" t="t"/>
              <a:pathLst>
                <a:path extrusionOk="0" h="1133" w="2266">
                  <a:moveTo>
                    <a:pt x="568" y="0"/>
                  </a:moveTo>
                  <a:cubicBezTo>
                    <a:pt x="254" y="0"/>
                    <a:pt x="1" y="254"/>
                    <a:pt x="1" y="568"/>
                  </a:cubicBezTo>
                  <a:cubicBezTo>
                    <a:pt x="1" y="879"/>
                    <a:pt x="254" y="1133"/>
                    <a:pt x="568" y="1133"/>
                  </a:cubicBezTo>
                  <a:lnTo>
                    <a:pt x="1701" y="1133"/>
                  </a:lnTo>
                  <a:cubicBezTo>
                    <a:pt x="2012" y="1133"/>
                    <a:pt x="2265" y="879"/>
                    <a:pt x="2265" y="568"/>
                  </a:cubicBezTo>
                  <a:cubicBezTo>
                    <a:pt x="2265" y="254"/>
                    <a:pt x="2012" y="0"/>
                    <a:pt x="170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11" name="Google Shape;10311;p134"/>
            <p:cNvSpPr/>
            <p:nvPr/>
          </p:nvSpPr>
          <p:spPr>
            <a:xfrm>
              <a:off x="5479800" y="2096550"/>
              <a:ext cx="54300" cy="48225"/>
            </a:xfrm>
            <a:custGeom>
              <a:rect b="b" l="l" r="r" t="t"/>
              <a:pathLst>
                <a:path extrusionOk="0" h="1929" w="2172">
                  <a:moveTo>
                    <a:pt x="1550" y="0"/>
                  </a:moveTo>
                  <a:cubicBezTo>
                    <a:pt x="1409" y="0"/>
                    <a:pt x="1267" y="53"/>
                    <a:pt x="1157" y="159"/>
                  </a:cubicBezTo>
                  <a:lnTo>
                    <a:pt x="357" y="962"/>
                  </a:lnTo>
                  <a:cubicBezTo>
                    <a:pt x="1" y="1318"/>
                    <a:pt x="251" y="1928"/>
                    <a:pt x="756" y="1928"/>
                  </a:cubicBezTo>
                  <a:cubicBezTo>
                    <a:pt x="907" y="1928"/>
                    <a:pt x="1051" y="1868"/>
                    <a:pt x="1157" y="1762"/>
                  </a:cubicBezTo>
                  <a:lnTo>
                    <a:pt x="1957" y="959"/>
                  </a:lnTo>
                  <a:cubicBezTo>
                    <a:pt x="2172" y="739"/>
                    <a:pt x="2169" y="385"/>
                    <a:pt x="1951" y="168"/>
                  </a:cubicBezTo>
                  <a:cubicBezTo>
                    <a:pt x="1841" y="56"/>
                    <a:pt x="1696" y="0"/>
                    <a:pt x="155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12" name="Google Shape;10312;p134"/>
            <p:cNvSpPr/>
            <p:nvPr/>
          </p:nvSpPr>
          <p:spPr>
            <a:xfrm>
              <a:off x="5483350" y="2266400"/>
              <a:ext cx="54300" cy="48225"/>
            </a:xfrm>
            <a:custGeom>
              <a:rect b="b" l="l" r="r" t="t"/>
              <a:pathLst>
                <a:path extrusionOk="0" h="1929" w="2172">
                  <a:moveTo>
                    <a:pt x="622" y="0"/>
                  </a:moveTo>
                  <a:cubicBezTo>
                    <a:pt x="476" y="0"/>
                    <a:pt x="331" y="56"/>
                    <a:pt x="221" y="168"/>
                  </a:cubicBezTo>
                  <a:cubicBezTo>
                    <a:pt x="4" y="385"/>
                    <a:pt x="1" y="738"/>
                    <a:pt x="215" y="962"/>
                  </a:cubicBezTo>
                  <a:lnTo>
                    <a:pt x="1015" y="1762"/>
                  </a:lnTo>
                  <a:cubicBezTo>
                    <a:pt x="1121" y="1868"/>
                    <a:pt x="1266" y="1928"/>
                    <a:pt x="1417" y="1928"/>
                  </a:cubicBezTo>
                  <a:cubicBezTo>
                    <a:pt x="1921" y="1928"/>
                    <a:pt x="2172" y="1318"/>
                    <a:pt x="1815" y="962"/>
                  </a:cubicBezTo>
                  <a:lnTo>
                    <a:pt x="1015" y="159"/>
                  </a:lnTo>
                  <a:cubicBezTo>
                    <a:pt x="905" y="53"/>
                    <a:pt x="763" y="0"/>
                    <a:pt x="62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313" name="Google Shape;10313;p134"/>
          <p:cNvSpPr/>
          <p:nvPr/>
        </p:nvSpPr>
        <p:spPr>
          <a:xfrm>
            <a:off x="4249525" y="3544640"/>
            <a:ext cx="220489" cy="339992"/>
          </a:xfrm>
          <a:custGeom>
            <a:rect b="b" l="l" r="r" t="t"/>
            <a:pathLst>
              <a:path extrusionOk="0" h="19315" w="12526">
                <a:moveTo>
                  <a:pt x="9690" y="1133"/>
                </a:moveTo>
                <a:cubicBezTo>
                  <a:pt x="9980" y="1139"/>
                  <a:pt x="10213" y="1377"/>
                  <a:pt x="10213" y="1670"/>
                </a:cubicBezTo>
                <a:cubicBezTo>
                  <a:pt x="10213" y="1960"/>
                  <a:pt x="9980" y="2199"/>
                  <a:pt x="9690" y="2208"/>
                </a:cubicBezTo>
                <a:lnTo>
                  <a:pt x="2836" y="2208"/>
                </a:lnTo>
                <a:cubicBezTo>
                  <a:pt x="2540" y="2208"/>
                  <a:pt x="2302" y="1966"/>
                  <a:pt x="2302" y="1670"/>
                </a:cubicBezTo>
                <a:cubicBezTo>
                  <a:pt x="2302" y="1371"/>
                  <a:pt x="2540" y="1133"/>
                  <a:pt x="2839" y="1133"/>
                </a:cubicBezTo>
                <a:close/>
                <a:moveTo>
                  <a:pt x="8564" y="3340"/>
                </a:moveTo>
                <a:lnTo>
                  <a:pt x="8564" y="9554"/>
                </a:lnTo>
                <a:cubicBezTo>
                  <a:pt x="8543" y="9781"/>
                  <a:pt x="8658" y="10001"/>
                  <a:pt x="8860" y="10110"/>
                </a:cubicBezTo>
                <a:cubicBezTo>
                  <a:pt x="9805" y="10620"/>
                  <a:pt x="10581" y="11396"/>
                  <a:pt x="11088" y="12341"/>
                </a:cubicBezTo>
                <a:lnTo>
                  <a:pt x="1435" y="12341"/>
                </a:lnTo>
                <a:cubicBezTo>
                  <a:pt x="1946" y="11396"/>
                  <a:pt x="2718" y="10620"/>
                  <a:pt x="3667" y="10110"/>
                </a:cubicBezTo>
                <a:cubicBezTo>
                  <a:pt x="3869" y="10001"/>
                  <a:pt x="3984" y="9784"/>
                  <a:pt x="3959" y="9554"/>
                </a:cubicBezTo>
                <a:lnTo>
                  <a:pt x="3959" y="3340"/>
                </a:lnTo>
                <a:close/>
                <a:moveTo>
                  <a:pt x="6731" y="13476"/>
                </a:moveTo>
                <a:lnTo>
                  <a:pt x="6731" y="16263"/>
                </a:lnTo>
                <a:cubicBezTo>
                  <a:pt x="6734" y="16879"/>
                  <a:pt x="6571" y="17486"/>
                  <a:pt x="6263" y="18024"/>
                </a:cubicBezTo>
                <a:cubicBezTo>
                  <a:pt x="5955" y="17486"/>
                  <a:pt x="5792" y="16879"/>
                  <a:pt x="5795" y="16263"/>
                </a:cubicBezTo>
                <a:lnTo>
                  <a:pt x="5795" y="13476"/>
                </a:lnTo>
                <a:close/>
                <a:moveTo>
                  <a:pt x="2831" y="1"/>
                </a:moveTo>
                <a:cubicBezTo>
                  <a:pt x="1912" y="1"/>
                  <a:pt x="1166" y="745"/>
                  <a:pt x="1163" y="1664"/>
                </a:cubicBezTo>
                <a:cubicBezTo>
                  <a:pt x="1160" y="2585"/>
                  <a:pt x="1906" y="3337"/>
                  <a:pt x="2827" y="3340"/>
                </a:cubicBezTo>
                <a:lnTo>
                  <a:pt x="2827" y="9285"/>
                </a:lnTo>
                <a:cubicBezTo>
                  <a:pt x="1529" y="10077"/>
                  <a:pt x="544" y="11287"/>
                  <a:pt x="34" y="12719"/>
                </a:cubicBezTo>
                <a:lnTo>
                  <a:pt x="31" y="12728"/>
                </a:lnTo>
                <a:cubicBezTo>
                  <a:pt x="28" y="12740"/>
                  <a:pt x="25" y="12749"/>
                  <a:pt x="22" y="12761"/>
                </a:cubicBezTo>
                <a:cubicBezTo>
                  <a:pt x="19" y="12773"/>
                  <a:pt x="19" y="12776"/>
                  <a:pt x="16" y="12785"/>
                </a:cubicBezTo>
                <a:cubicBezTo>
                  <a:pt x="13" y="12791"/>
                  <a:pt x="13" y="12803"/>
                  <a:pt x="10" y="12812"/>
                </a:cubicBezTo>
                <a:cubicBezTo>
                  <a:pt x="10" y="12821"/>
                  <a:pt x="7" y="12833"/>
                  <a:pt x="7" y="12842"/>
                </a:cubicBezTo>
                <a:lnTo>
                  <a:pt x="4" y="12866"/>
                </a:lnTo>
                <a:lnTo>
                  <a:pt x="4" y="12900"/>
                </a:lnTo>
                <a:cubicBezTo>
                  <a:pt x="4" y="12903"/>
                  <a:pt x="4" y="12906"/>
                  <a:pt x="4" y="12909"/>
                </a:cubicBezTo>
                <a:cubicBezTo>
                  <a:pt x="1" y="12912"/>
                  <a:pt x="1" y="12918"/>
                  <a:pt x="1" y="12921"/>
                </a:cubicBezTo>
                <a:cubicBezTo>
                  <a:pt x="1" y="12933"/>
                  <a:pt x="1" y="12945"/>
                  <a:pt x="4" y="12957"/>
                </a:cubicBezTo>
                <a:lnTo>
                  <a:pt x="7" y="12978"/>
                </a:lnTo>
                <a:cubicBezTo>
                  <a:pt x="7" y="12990"/>
                  <a:pt x="10" y="12999"/>
                  <a:pt x="10" y="13008"/>
                </a:cubicBezTo>
                <a:cubicBezTo>
                  <a:pt x="13" y="13020"/>
                  <a:pt x="13" y="13030"/>
                  <a:pt x="16" y="13039"/>
                </a:cubicBezTo>
                <a:cubicBezTo>
                  <a:pt x="19" y="13048"/>
                  <a:pt x="19" y="13054"/>
                  <a:pt x="22" y="13063"/>
                </a:cubicBezTo>
                <a:cubicBezTo>
                  <a:pt x="25" y="13069"/>
                  <a:pt x="28" y="13081"/>
                  <a:pt x="31" y="13093"/>
                </a:cubicBezTo>
                <a:cubicBezTo>
                  <a:pt x="34" y="13102"/>
                  <a:pt x="37" y="13105"/>
                  <a:pt x="40" y="13111"/>
                </a:cubicBezTo>
                <a:cubicBezTo>
                  <a:pt x="43" y="13120"/>
                  <a:pt x="46" y="13132"/>
                  <a:pt x="52" y="13144"/>
                </a:cubicBezTo>
                <a:lnTo>
                  <a:pt x="61" y="13162"/>
                </a:lnTo>
                <a:cubicBezTo>
                  <a:pt x="67" y="13171"/>
                  <a:pt x="70" y="13181"/>
                  <a:pt x="76" y="13190"/>
                </a:cubicBezTo>
                <a:cubicBezTo>
                  <a:pt x="83" y="13199"/>
                  <a:pt x="86" y="13205"/>
                  <a:pt x="89" y="13211"/>
                </a:cubicBezTo>
                <a:cubicBezTo>
                  <a:pt x="92" y="13217"/>
                  <a:pt x="98" y="13229"/>
                  <a:pt x="104" y="13235"/>
                </a:cubicBezTo>
                <a:lnTo>
                  <a:pt x="122" y="13256"/>
                </a:lnTo>
                <a:lnTo>
                  <a:pt x="137" y="13277"/>
                </a:lnTo>
                <a:cubicBezTo>
                  <a:pt x="143" y="13286"/>
                  <a:pt x="152" y="13292"/>
                  <a:pt x="158" y="13298"/>
                </a:cubicBezTo>
                <a:cubicBezTo>
                  <a:pt x="164" y="13307"/>
                  <a:pt x="167" y="13310"/>
                  <a:pt x="173" y="13316"/>
                </a:cubicBezTo>
                <a:cubicBezTo>
                  <a:pt x="179" y="13322"/>
                  <a:pt x="188" y="13331"/>
                  <a:pt x="197" y="13338"/>
                </a:cubicBezTo>
                <a:lnTo>
                  <a:pt x="215" y="13353"/>
                </a:lnTo>
                <a:lnTo>
                  <a:pt x="240" y="13371"/>
                </a:lnTo>
                <a:lnTo>
                  <a:pt x="264" y="13386"/>
                </a:lnTo>
                <a:lnTo>
                  <a:pt x="285" y="13398"/>
                </a:lnTo>
                <a:cubicBezTo>
                  <a:pt x="294" y="13404"/>
                  <a:pt x="303" y="13410"/>
                  <a:pt x="312" y="13413"/>
                </a:cubicBezTo>
                <a:lnTo>
                  <a:pt x="333" y="13422"/>
                </a:lnTo>
                <a:lnTo>
                  <a:pt x="366" y="13437"/>
                </a:lnTo>
                <a:lnTo>
                  <a:pt x="378" y="13443"/>
                </a:lnTo>
                <a:lnTo>
                  <a:pt x="384" y="13446"/>
                </a:lnTo>
                <a:lnTo>
                  <a:pt x="415" y="13452"/>
                </a:lnTo>
                <a:cubicBezTo>
                  <a:pt x="421" y="13455"/>
                  <a:pt x="430" y="13458"/>
                  <a:pt x="439" y="13458"/>
                </a:cubicBezTo>
                <a:lnTo>
                  <a:pt x="463" y="13464"/>
                </a:lnTo>
                <a:cubicBezTo>
                  <a:pt x="475" y="13467"/>
                  <a:pt x="484" y="13467"/>
                  <a:pt x="496" y="13470"/>
                </a:cubicBezTo>
                <a:lnTo>
                  <a:pt x="514" y="13470"/>
                </a:lnTo>
                <a:cubicBezTo>
                  <a:pt x="532" y="13473"/>
                  <a:pt x="548" y="13473"/>
                  <a:pt x="566" y="13473"/>
                </a:cubicBezTo>
                <a:lnTo>
                  <a:pt x="4663" y="13473"/>
                </a:lnTo>
                <a:lnTo>
                  <a:pt x="4663" y="16263"/>
                </a:lnTo>
                <a:cubicBezTo>
                  <a:pt x="4660" y="17205"/>
                  <a:pt x="4947" y="18126"/>
                  <a:pt x="5481" y="18902"/>
                </a:cubicBezTo>
                <a:cubicBezTo>
                  <a:pt x="5670" y="19177"/>
                  <a:pt x="5967" y="19315"/>
                  <a:pt x="6263" y="19315"/>
                </a:cubicBezTo>
                <a:cubicBezTo>
                  <a:pt x="6560" y="19315"/>
                  <a:pt x="6857" y="19177"/>
                  <a:pt x="7045" y="18902"/>
                </a:cubicBezTo>
                <a:cubicBezTo>
                  <a:pt x="7580" y="18126"/>
                  <a:pt x="7867" y="17205"/>
                  <a:pt x="7864" y="16263"/>
                </a:cubicBezTo>
                <a:lnTo>
                  <a:pt x="7864" y="13476"/>
                </a:lnTo>
                <a:lnTo>
                  <a:pt x="11961" y="13476"/>
                </a:lnTo>
                <a:cubicBezTo>
                  <a:pt x="11979" y="13473"/>
                  <a:pt x="11997" y="13473"/>
                  <a:pt x="12015" y="13473"/>
                </a:cubicBezTo>
                <a:lnTo>
                  <a:pt x="12024" y="13473"/>
                </a:lnTo>
                <a:cubicBezTo>
                  <a:pt x="12040" y="13473"/>
                  <a:pt x="12052" y="13467"/>
                  <a:pt x="12067" y="13464"/>
                </a:cubicBezTo>
                <a:lnTo>
                  <a:pt x="12085" y="13461"/>
                </a:lnTo>
                <a:lnTo>
                  <a:pt x="12115" y="13455"/>
                </a:lnTo>
                <a:lnTo>
                  <a:pt x="12139" y="13446"/>
                </a:lnTo>
                <a:cubicBezTo>
                  <a:pt x="12142" y="13446"/>
                  <a:pt x="12145" y="13443"/>
                  <a:pt x="12148" y="13443"/>
                </a:cubicBezTo>
                <a:lnTo>
                  <a:pt x="12163" y="13437"/>
                </a:lnTo>
                <a:cubicBezTo>
                  <a:pt x="12172" y="13434"/>
                  <a:pt x="12181" y="13431"/>
                  <a:pt x="12194" y="13425"/>
                </a:cubicBezTo>
                <a:lnTo>
                  <a:pt x="12218" y="13413"/>
                </a:lnTo>
                <a:cubicBezTo>
                  <a:pt x="12224" y="13410"/>
                  <a:pt x="12233" y="13404"/>
                  <a:pt x="12242" y="13401"/>
                </a:cubicBezTo>
                <a:cubicBezTo>
                  <a:pt x="12248" y="13395"/>
                  <a:pt x="12257" y="13392"/>
                  <a:pt x="12266" y="13386"/>
                </a:cubicBezTo>
                <a:lnTo>
                  <a:pt x="12284" y="13374"/>
                </a:lnTo>
                <a:cubicBezTo>
                  <a:pt x="12296" y="13365"/>
                  <a:pt x="12305" y="13359"/>
                  <a:pt x="12311" y="13353"/>
                </a:cubicBezTo>
                <a:lnTo>
                  <a:pt x="12329" y="13341"/>
                </a:lnTo>
                <a:cubicBezTo>
                  <a:pt x="12335" y="13331"/>
                  <a:pt x="12344" y="13325"/>
                  <a:pt x="12354" y="13316"/>
                </a:cubicBezTo>
                <a:cubicBezTo>
                  <a:pt x="12363" y="13307"/>
                  <a:pt x="12363" y="13307"/>
                  <a:pt x="12369" y="13301"/>
                </a:cubicBezTo>
                <a:cubicBezTo>
                  <a:pt x="12372" y="13295"/>
                  <a:pt x="12384" y="13286"/>
                  <a:pt x="12390" y="13277"/>
                </a:cubicBezTo>
                <a:cubicBezTo>
                  <a:pt x="12399" y="13268"/>
                  <a:pt x="12399" y="13265"/>
                  <a:pt x="12405" y="13259"/>
                </a:cubicBezTo>
                <a:lnTo>
                  <a:pt x="12423" y="13235"/>
                </a:lnTo>
                <a:cubicBezTo>
                  <a:pt x="12429" y="13229"/>
                  <a:pt x="12432" y="13220"/>
                  <a:pt x="12438" y="13214"/>
                </a:cubicBezTo>
                <a:cubicBezTo>
                  <a:pt x="12441" y="13205"/>
                  <a:pt x="12447" y="13199"/>
                  <a:pt x="12450" y="13190"/>
                </a:cubicBezTo>
                <a:cubicBezTo>
                  <a:pt x="12456" y="13184"/>
                  <a:pt x="12459" y="13174"/>
                  <a:pt x="12465" y="13165"/>
                </a:cubicBezTo>
                <a:cubicBezTo>
                  <a:pt x="12468" y="13156"/>
                  <a:pt x="12471" y="13150"/>
                  <a:pt x="12474" y="13144"/>
                </a:cubicBezTo>
                <a:cubicBezTo>
                  <a:pt x="12477" y="13135"/>
                  <a:pt x="12483" y="13123"/>
                  <a:pt x="12486" y="13114"/>
                </a:cubicBezTo>
                <a:cubicBezTo>
                  <a:pt x="12492" y="13105"/>
                  <a:pt x="12492" y="13099"/>
                  <a:pt x="12495" y="13093"/>
                </a:cubicBezTo>
                <a:cubicBezTo>
                  <a:pt x="12498" y="13084"/>
                  <a:pt x="12501" y="13072"/>
                  <a:pt x="12505" y="13063"/>
                </a:cubicBezTo>
                <a:cubicBezTo>
                  <a:pt x="12508" y="13054"/>
                  <a:pt x="12511" y="13045"/>
                  <a:pt x="12511" y="13039"/>
                </a:cubicBezTo>
                <a:cubicBezTo>
                  <a:pt x="12514" y="13030"/>
                  <a:pt x="12514" y="13020"/>
                  <a:pt x="12517" y="13011"/>
                </a:cubicBezTo>
                <a:cubicBezTo>
                  <a:pt x="12517" y="13002"/>
                  <a:pt x="12520" y="12990"/>
                  <a:pt x="12523" y="12981"/>
                </a:cubicBezTo>
                <a:cubicBezTo>
                  <a:pt x="12523" y="12969"/>
                  <a:pt x="12523" y="12966"/>
                  <a:pt x="12523" y="12957"/>
                </a:cubicBezTo>
                <a:cubicBezTo>
                  <a:pt x="12523" y="12948"/>
                  <a:pt x="12523" y="12933"/>
                  <a:pt x="12526" y="12921"/>
                </a:cubicBezTo>
                <a:lnTo>
                  <a:pt x="12526" y="12909"/>
                </a:lnTo>
                <a:cubicBezTo>
                  <a:pt x="12526" y="12906"/>
                  <a:pt x="12526" y="12903"/>
                  <a:pt x="12526" y="12900"/>
                </a:cubicBezTo>
                <a:lnTo>
                  <a:pt x="12526" y="12866"/>
                </a:lnTo>
                <a:cubicBezTo>
                  <a:pt x="12526" y="12854"/>
                  <a:pt x="12526" y="12851"/>
                  <a:pt x="12523" y="12842"/>
                </a:cubicBezTo>
                <a:cubicBezTo>
                  <a:pt x="12520" y="12833"/>
                  <a:pt x="12520" y="12824"/>
                  <a:pt x="12520" y="12815"/>
                </a:cubicBezTo>
                <a:cubicBezTo>
                  <a:pt x="12517" y="12803"/>
                  <a:pt x="12517" y="12794"/>
                  <a:pt x="12514" y="12785"/>
                </a:cubicBezTo>
                <a:cubicBezTo>
                  <a:pt x="12511" y="12773"/>
                  <a:pt x="12511" y="12770"/>
                  <a:pt x="12508" y="12764"/>
                </a:cubicBezTo>
                <a:cubicBezTo>
                  <a:pt x="12505" y="12755"/>
                  <a:pt x="12501" y="12740"/>
                  <a:pt x="12498" y="12728"/>
                </a:cubicBezTo>
                <a:lnTo>
                  <a:pt x="12495" y="12719"/>
                </a:lnTo>
                <a:cubicBezTo>
                  <a:pt x="11985" y="11290"/>
                  <a:pt x="11001" y="10077"/>
                  <a:pt x="9702" y="9288"/>
                </a:cubicBezTo>
                <a:lnTo>
                  <a:pt x="9702" y="3340"/>
                </a:lnTo>
                <a:cubicBezTo>
                  <a:pt x="10623" y="3337"/>
                  <a:pt x="11369" y="2585"/>
                  <a:pt x="11366" y="1664"/>
                </a:cubicBezTo>
                <a:cubicBezTo>
                  <a:pt x="11363" y="745"/>
                  <a:pt x="10617" y="1"/>
                  <a:pt x="9699" y="1"/>
                </a:cubicBezTo>
                <a:cubicBezTo>
                  <a:pt x="9697" y="1"/>
                  <a:pt x="9695" y="1"/>
                  <a:pt x="9693" y="1"/>
                </a:cubicBezTo>
                <a:lnTo>
                  <a:pt x="2836" y="1"/>
                </a:lnTo>
                <a:cubicBezTo>
                  <a:pt x="2834" y="1"/>
                  <a:pt x="2833" y="1"/>
                  <a:pt x="283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314" name="Google Shape;10314;p134"/>
          <p:cNvGrpSpPr/>
          <p:nvPr/>
        </p:nvGrpSpPr>
        <p:grpSpPr>
          <a:xfrm>
            <a:off x="4601286" y="3547971"/>
            <a:ext cx="351663" cy="333831"/>
            <a:chOff x="6222125" y="2025975"/>
            <a:chExt cx="499450" cy="474125"/>
          </a:xfrm>
        </p:grpSpPr>
        <p:sp>
          <p:nvSpPr>
            <p:cNvPr id="10315" name="Google Shape;10315;p134"/>
            <p:cNvSpPr/>
            <p:nvPr/>
          </p:nvSpPr>
          <p:spPr>
            <a:xfrm>
              <a:off x="6222125" y="2025975"/>
              <a:ext cx="499450" cy="474125"/>
            </a:xfrm>
            <a:custGeom>
              <a:rect b="b" l="l" r="r" t="t"/>
              <a:pathLst>
                <a:path extrusionOk="0" h="18965" w="19978">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16" name="Google Shape;10316;p134"/>
            <p:cNvSpPr/>
            <p:nvPr/>
          </p:nvSpPr>
          <p:spPr>
            <a:xfrm>
              <a:off x="6309175" y="2087825"/>
              <a:ext cx="350425" cy="350425"/>
            </a:xfrm>
            <a:custGeom>
              <a:rect b="b" l="l" r="r" t="t"/>
              <a:pathLst>
                <a:path extrusionOk="0" h="14017" w="14017">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17" name="Google Shape;10317;p134"/>
            <p:cNvSpPr/>
            <p:nvPr/>
          </p:nvSpPr>
          <p:spPr>
            <a:xfrm>
              <a:off x="6431600" y="2142250"/>
              <a:ext cx="105575" cy="241575"/>
            </a:xfrm>
            <a:custGeom>
              <a:rect b="b" l="l" r="r" t="t"/>
              <a:pathLst>
                <a:path extrusionOk="0" h="9663" w="4223">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318" name="Google Shape;10318;p134"/>
          <p:cNvGrpSpPr/>
          <p:nvPr/>
        </p:nvGrpSpPr>
        <p:grpSpPr>
          <a:xfrm>
            <a:off x="5058848" y="2364541"/>
            <a:ext cx="335504" cy="185953"/>
            <a:chOff x="896050" y="2725450"/>
            <a:chExt cx="476500" cy="264100"/>
          </a:xfrm>
        </p:grpSpPr>
        <p:sp>
          <p:nvSpPr>
            <p:cNvPr id="10319" name="Google Shape;10319;p134"/>
            <p:cNvSpPr/>
            <p:nvPr/>
          </p:nvSpPr>
          <p:spPr>
            <a:xfrm>
              <a:off x="896050" y="2725450"/>
              <a:ext cx="476500" cy="264100"/>
            </a:xfrm>
            <a:custGeom>
              <a:rect b="b" l="l" r="r" t="t"/>
              <a:pathLst>
                <a:path extrusionOk="0" h="10564" w="19060">
                  <a:moveTo>
                    <a:pt x="17927" y="1133"/>
                  </a:moveTo>
                  <a:lnTo>
                    <a:pt x="17927" y="9431"/>
                  </a:lnTo>
                  <a:lnTo>
                    <a:pt x="1133" y="9431"/>
                  </a:lnTo>
                  <a:lnTo>
                    <a:pt x="1133" y="1133"/>
                  </a:lnTo>
                  <a:close/>
                  <a:moveTo>
                    <a:pt x="565" y="1"/>
                  </a:moveTo>
                  <a:cubicBezTo>
                    <a:pt x="254" y="1"/>
                    <a:pt x="1" y="255"/>
                    <a:pt x="1" y="569"/>
                  </a:cubicBezTo>
                  <a:lnTo>
                    <a:pt x="1" y="9995"/>
                  </a:lnTo>
                  <a:cubicBezTo>
                    <a:pt x="1" y="10309"/>
                    <a:pt x="254" y="10563"/>
                    <a:pt x="565" y="10563"/>
                  </a:cubicBezTo>
                  <a:lnTo>
                    <a:pt x="18495" y="10563"/>
                  </a:lnTo>
                  <a:cubicBezTo>
                    <a:pt x="18806" y="10563"/>
                    <a:pt x="19060" y="10309"/>
                    <a:pt x="19060" y="9995"/>
                  </a:cubicBezTo>
                  <a:lnTo>
                    <a:pt x="19060" y="569"/>
                  </a:lnTo>
                  <a:cubicBezTo>
                    <a:pt x="19060" y="255"/>
                    <a:pt x="18806" y="1"/>
                    <a:pt x="1849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20" name="Google Shape;10320;p134"/>
            <p:cNvSpPr/>
            <p:nvPr/>
          </p:nvSpPr>
          <p:spPr>
            <a:xfrm>
              <a:off x="951625" y="2774675"/>
              <a:ext cx="365450" cy="165650"/>
            </a:xfrm>
            <a:custGeom>
              <a:rect b="b" l="l" r="r" t="t"/>
              <a:pathLst>
                <a:path extrusionOk="0" h="6626" w="14618">
                  <a:moveTo>
                    <a:pt x="12063" y="1133"/>
                  </a:moveTo>
                  <a:cubicBezTo>
                    <a:pt x="12259" y="1818"/>
                    <a:pt x="12797" y="2356"/>
                    <a:pt x="13485" y="2552"/>
                  </a:cubicBezTo>
                  <a:lnTo>
                    <a:pt x="13485" y="4074"/>
                  </a:lnTo>
                  <a:cubicBezTo>
                    <a:pt x="12797" y="4273"/>
                    <a:pt x="12259" y="4808"/>
                    <a:pt x="12063" y="5496"/>
                  </a:cubicBezTo>
                  <a:lnTo>
                    <a:pt x="2552" y="5496"/>
                  </a:lnTo>
                  <a:cubicBezTo>
                    <a:pt x="2355" y="4808"/>
                    <a:pt x="1818" y="4270"/>
                    <a:pt x="1129" y="4074"/>
                  </a:cubicBezTo>
                  <a:lnTo>
                    <a:pt x="1129" y="2552"/>
                  </a:lnTo>
                  <a:cubicBezTo>
                    <a:pt x="1818" y="2356"/>
                    <a:pt x="2355" y="1818"/>
                    <a:pt x="2552" y="1133"/>
                  </a:cubicBezTo>
                  <a:close/>
                  <a:moveTo>
                    <a:pt x="2065" y="1"/>
                  </a:moveTo>
                  <a:cubicBezTo>
                    <a:pt x="1751" y="1"/>
                    <a:pt x="1498" y="254"/>
                    <a:pt x="1498" y="568"/>
                  </a:cubicBezTo>
                  <a:cubicBezTo>
                    <a:pt x="1498" y="1082"/>
                    <a:pt x="1081" y="1501"/>
                    <a:pt x="565" y="1501"/>
                  </a:cubicBezTo>
                  <a:cubicBezTo>
                    <a:pt x="251" y="1501"/>
                    <a:pt x="0" y="1755"/>
                    <a:pt x="0" y="2069"/>
                  </a:cubicBezTo>
                  <a:lnTo>
                    <a:pt x="0" y="4560"/>
                  </a:lnTo>
                  <a:cubicBezTo>
                    <a:pt x="0" y="4871"/>
                    <a:pt x="251" y="5125"/>
                    <a:pt x="565" y="5125"/>
                  </a:cubicBezTo>
                  <a:cubicBezTo>
                    <a:pt x="1081" y="5125"/>
                    <a:pt x="1498" y="5544"/>
                    <a:pt x="1498" y="6061"/>
                  </a:cubicBezTo>
                  <a:cubicBezTo>
                    <a:pt x="1498" y="6372"/>
                    <a:pt x="1751" y="6625"/>
                    <a:pt x="2065" y="6625"/>
                  </a:cubicBezTo>
                  <a:lnTo>
                    <a:pt x="12549" y="6625"/>
                  </a:lnTo>
                  <a:cubicBezTo>
                    <a:pt x="12863" y="6625"/>
                    <a:pt x="13117" y="6372"/>
                    <a:pt x="13117" y="6061"/>
                  </a:cubicBezTo>
                  <a:cubicBezTo>
                    <a:pt x="13117" y="5544"/>
                    <a:pt x="13533" y="5125"/>
                    <a:pt x="14050" y="5125"/>
                  </a:cubicBezTo>
                  <a:cubicBezTo>
                    <a:pt x="14364" y="5125"/>
                    <a:pt x="14617" y="4871"/>
                    <a:pt x="14617" y="4560"/>
                  </a:cubicBezTo>
                  <a:lnTo>
                    <a:pt x="14617" y="2069"/>
                  </a:lnTo>
                  <a:cubicBezTo>
                    <a:pt x="14617" y="1755"/>
                    <a:pt x="14364" y="1501"/>
                    <a:pt x="14050" y="1501"/>
                  </a:cubicBezTo>
                  <a:cubicBezTo>
                    <a:pt x="13533" y="1501"/>
                    <a:pt x="13117" y="1082"/>
                    <a:pt x="13117" y="568"/>
                  </a:cubicBezTo>
                  <a:cubicBezTo>
                    <a:pt x="13117" y="254"/>
                    <a:pt x="12863" y="1"/>
                    <a:pt x="1254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21" name="Google Shape;10321;p134"/>
            <p:cNvSpPr/>
            <p:nvPr/>
          </p:nvSpPr>
          <p:spPr>
            <a:xfrm>
              <a:off x="1088625" y="2815075"/>
              <a:ext cx="88200" cy="84850"/>
            </a:xfrm>
            <a:custGeom>
              <a:rect b="b" l="l" r="r" t="t"/>
              <a:pathLst>
                <a:path extrusionOk="0" h="3394" w="3528">
                  <a:moveTo>
                    <a:pt x="1826" y="1132"/>
                  </a:moveTo>
                  <a:cubicBezTo>
                    <a:pt x="2115" y="1132"/>
                    <a:pt x="2393" y="1358"/>
                    <a:pt x="2395" y="1697"/>
                  </a:cubicBezTo>
                  <a:cubicBezTo>
                    <a:pt x="2395" y="2011"/>
                    <a:pt x="2141" y="2265"/>
                    <a:pt x="1827" y="2265"/>
                  </a:cubicBezTo>
                  <a:lnTo>
                    <a:pt x="1827" y="2262"/>
                  </a:lnTo>
                  <a:cubicBezTo>
                    <a:pt x="1326" y="2259"/>
                    <a:pt x="1075" y="1652"/>
                    <a:pt x="1432" y="1298"/>
                  </a:cubicBezTo>
                  <a:cubicBezTo>
                    <a:pt x="1547" y="1183"/>
                    <a:pt x="1688" y="1132"/>
                    <a:pt x="1826" y="1132"/>
                  </a:cubicBezTo>
                  <a:close/>
                  <a:moveTo>
                    <a:pt x="1827" y="0"/>
                  </a:moveTo>
                  <a:cubicBezTo>
                    <a:pt x="1142" y="0"/>
                    <a:pt x="523" y="414"/>
                    <a:pt x="260" y="1048"/>
                  </a:cubicBezTo>
                  <a:cubicBezTo>
                    <a:pt x="0" y="1682"/>
                    <a:pt x="145" y="2413"/>
                    <a:pt x="632" y="2899"/>
                  </a:cubicBezTo>
                  <a:cubicBezTo>
                    <a:pt x="954" y="3222"/>
                    <a:pt x="1388" y="3393"/>
                    <a:pt x="1829" y="3393"/>
                  </a:cubicBezTo>
                  <a:cubicBezTo>
                    <a:pt x="2048" y="3393"/>
                    <a:pt x="2269" y="3351"/>
                    <a:pt x="2479" y="3264"/>
                  </a:cubicBezTo>
                  <a:cubicBezTo>
                    <a:pt x="3114" y="3001"/>
                    <a:pt x="3524" y="2382"/>
                    <a:pt x="3527" y="1697"/>
                  </a:cubicBezTo>
                  <a:cubicBezTo>
                    <a:pt x="3524" y="761"/>
                    <a:pt x="2763" y="0"/>
                    <a:pt x="182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322" name="Google Shape;10322;p134"/>
          <p:cNvGrpSpPr/>
          <p:nvPr/>
        </p:nvGrpSpPr>
        <p:grpSpPr>
          <a:xfrm>
            <a:off x="5489588" y="2287425"/>
            <a:ext cx="340168" cy="340186"/>
            <a:chOff x="1487200" y="2615925"/>
            <a:chExt cx="483125" cy="483150"/>
          </a:xfrm>
        </p:grpSpPr>
        <p:sp>
          <p:nvSpPr>
            <p:cNvPr id="10323" name="Google Shape;10323;p134"/>
            <p:cNvSpPr/>
            <p:nvPr/>
          </p:nvSpPr>
          <p:spPr>
            <a:xfrm>
              <a:off x="1601400" y="2844275"/>
              <a:ext cx="28325" cy="28325"/>
            </a:xfrm>
            <a:custGeom>
              <a:rect b="b" l="l" r="r" t="t"/>
              <a:pathLst>
                <a:path extrusionOk="0" h="1133" w="1133">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24" name="Google Shape;10324;p134"/>
            <p:cNvSpPr/>
            <p:nvPr/>
          </p:nvSpPr>
          <p:spPr>
            <a:xfrm>
              <a:off x="1487200" y="2731050"/>
              <a:ext cx="483125" cy="368025"/>
            </a:xfrm>
            <a:custGeom>
              <a:rect b="b" l="l" r="r" t="t"/>
              <a:pathLst>
                <a:path extrusionOk="0" h="14721" w="19325">
                  <a:moveTo>
                    <a:pt x="4566" y="1232"/>
                  </a:moveTo>
                  <a:cubicBezTo>
                    <a:pt x="4994" y="1386"/>
                    <a:pt x="5342" y="1703"/>
                    <a:pt x="5535" y="2117"/>
                  </a:cubicBezTo>
                  <a:cubicBezTo>
                    <a:pt x="5630" y="2320"/>
                    <a:pt x="5833" y="2444"/>
                    <a:pt x="6050" y="2444"/>
                  </a:cubicBezTo>
                  <a:cubicBezTo>
                    <a:pt x="6094" y="2444"/>
                    <a:pt x="6139" y="2439"/>
                    <a:pt x="6184" y="2428"/>
                  </a:cubicBezTo>
                  <a:cubicBezTo>
                    <a:pt x="6580" y="2322"/>
                    <a:pt x="6987" y="2268"/>
                    <a:pt x="7398" y="2265"/>
                  </a:cubicBezTo>
                  <a:lnTo>
                    <a:pt x="11927" y="2265"/>
                  </a:lnTo>
                  <a:cubicBezTo>
                    <a:pt x="14738" y="2265"/>
                    <a:pt x="17024" y="4551"/>
                    <a:pt x="17024" y="7362"/>
                  </a:cubicBezTo>
                  <a:cubicBezTo>
                    <a:pt x="17021" y="9385"/>
                    <a:pt x="15819" y="11215"/>
                    <a:pt x="13965" y="12024"/>
                  </a:cubicBezTo>
                  <a:cubicBezTo>
                    <a:pt x="13760" y="12114"/>
                    <a:pt x="13624" y="12320"/>
                    <a:pt x="13627" y="12543"/>
                  </a:cubicBezTo>
                  <a:lnTo>
                    <a:pt x="13627" y="13588"/>
                  </a:lnTo>
                  <a:lnTo>
                    <a:pt x="12495" y="13588"/>
                  </a:lnTo>
                  <a:lnTo>
                    <a:pt x="12495" y="13023"/>
                  </a:lnTo>
                  <a:cubicBezTo>
                    <a:pt x="12495" y="12709"/>
                    <a:pt x="12241" y="12456"/>
                    <a:pt x="11927" y="12456"/>
                  </a:cubicBezTo>
                  <a:lnTo>
                    <a:pt x="7398" y="12456"/>
                  </a:lnTo>
                  <a:cubicBezTo>
                    <a:pt x="7084" y="12456"/>
                    <a:pt x="6833" y="12709"/>
                    <a:pt x="6833" y="13023"/>
                  </a:cubicBezTo>
                  <a:lnTo>
                    <a:pt x="6833" y="13588"/>
                  </a:lnTo>
                  <a:lnTo>
                    <a:pt x="5701" y="13588"/>
                  </a:lnTo>
                  <a:lnTo>
                    <a:pt x="5701" y="12537"/>
                  </a:lnTo>
                  <a:cubicBezTo>
                    <a:pt x="5698" y="12314"/>
                    <a:pt x="5565" y="12108"/>
                    <a:pt x="5360" y="12021"/>
                  </a:cubicBezTo>
                  <a:cubicBezTo>
                    <a:pt x="4185" y="11508"/>
                    <a:pt x="3249" y="10572"/>
                    <a:pt x="2733" y="9400"/>
                  </a:cubicBezTo>
                  <a:cubicBezTo>
                    <a:pt x="2642" y="9192"/>
                    <a:pt x="2440" y="9059"/>
                    <a:pt x="2213" y="9059"/>
                  </a:cubicBezTo>
                  <a:lnTo>
                    <a:pt x="1132" y="9059"/>
                  </a:lnTo>
                  <a:lnTo>
                    <a:pt x="1132" y="6794"/>
                  </a:lnTo>
                  <a:lnTo>
                    <a:pt x="1851" y="6794"/>
                  </a:lnTo>
                  <a:cubicBezTo>
                    <a:pt x="2120" y="6794"/>
                    <a:pt x="2349" y="6604"/>
                    <a:pt x="2404" y="6341"/>
                  </a:cubicBezTo>
                  <a:cubicBezTo>
                    <a:pt x="2651" y="5130"/>
                    <a:pt x="3349" y="4046"/>
                    <a:pt x="4369" y="3286"/>
                  </a:cubicBezTo>
                  <a:cubicBezTo>
                    <a:pt x="4566" y="3138"/>
                    <a:pt x="4644" y="2884"/>
                    <a:pt x="4569" y="2652"/>
                  </a:cubicBezTo>
                  <a:lnTo>
                    <a:pt x="4566" y="2645"/>
                  </a:lnTo>
                  <a:lnTo>
                    <a:pt x="4566" y="1232"/>
                  </a:lnTo>
                  <a:close/>
                  <a:moveTo>
                    <a:pt x="4001" y="0"/>
                  </a:moveTo>
                  <a:cubicBezTo>
                    <a:pt x="3687" y="0"/>
                    <a:pt x="3436" y="254"/>
                    <a:pt x="3436" y="568"/>
                  </a:cubicBezTo>
                  <a:lnTo>
                    <a:pt x="3436" y="2582"/>
                  </a:lnTo>
                  <a:cubicBezTo>
                    <a:pt x="2461" y="3379"/>
                    <a:pt x="1754" y="4454"/>
                    <a:pt x="1407" y="5662"/>
                  </a:cubicBezTo>
                  <a:lnTo>
                    <a:pt x="568" y="5662"/>
                  </a:lnTo>
                  <a:cubicBezTo>
                    <a:pt x="254" y="5662"/>
                    <a:pt x="0" y="5916"/>
                    <a:pt x="0" y="6230"/>
                  </a:cubicBezTo>
                  <a:lnTo>
                    <a:pt x="0" y="9626"/>
                  </a:lnTo>
                  <a:cubicBezTo>
                    <a:pt x="0" y="9937"/>
                    <a:pt x="254" y="10191"/>
                    <a:pt x="568" y="10191"/>
                  </a:cubicBezTo>
                  <a:lnTo>
                    <a:pt x="1857" y="10191"/>
                  </a:lnTo>
                  <a:cubicBezTo>
                    <a:pt x="2452" y="11357"/>
                    <a:pt x="3400" y="12302"/>
                    <a:pt x="4569" y="12897"/>
                  </a:cubicBezTo>
                  <a:lnTo>
                    <a:pt x="4569" y="14156"/>
                  </a:lnTo>
                  <a:cubicBezTo>
                    <a:pt x="4569" y="14467"/>
                    <a:pt x="4819" y="14720"/>
                    <a:pt x="5133" y="14720"/>
                  </a:cubicBezTo>
                  <a:lnTo>
                    <a:pt x="7398" y="14720"/>
                  </a:lnTo>
                  <a:cubicBezTo>
                    <a:pt x="7712" y="14720"/>
                    <a:pt x="7965" y="14467"/>
                    <a:pt x="7965" y="14156"/>
                  </a:cubicBezTo>
                  <a:lnTo>
                    <a:pt x="7965" y="13588"/>
                  </a:lnTo>
                  <a:lnTo>
                    <a:pt x="11362" y="13588"/>
                  </a:lnTo>
                  <a:lnTo>
                    <a:pt x="11362" y="14156"/>
                  </a:lnTo>
                  <a:cubicBezTo>
                    <a:pt x="11362" y="14467"/>
                    <a:pt x="11613" y="14720"/>
                    <a:pt x="11927" y="14720"/>
                  </a:cubicBezTo>
                  <a:lnTo>
                    <a:pt x="14192" y="14720"/>
                  </a:lnTo>
                  <a:cubicBezTo>
                    <a:pt x="14506" y="14720"/>
                    <a:pt x="14759" y="14467"/>
                    <a:pt x="14759" y="14156"/>
                  </a:cubicBezTo>
                  <a:lnTo>
                    <a:pt x="14759" y="12903"/>
                  </a:lnTo>
                  <a:cubicBezTo>
                    <a:pt x="16689" y="11915"/>
                    <a:pt x="17969" y="9998"/>
                    <a:pt x="18135" y="7839"/>
                  </a:cubicBezTo>
                  <a:cubicBezTo>
                    <a:pt x="18383" y="7754"/>
                    <a:pt x="18612" y="7618"/>
                    <a:pt x="18799" y="7437"/>
                  </a:cubicBezTo>
                  <a:cubicBezTo>
                    <a:pt x="19134" y="7123"/>
                    <a:pt x="19325" y="6685"/>
                    <a:pt x="19325" y="6230"/>
                  </a:cubicBezTo>
                  <a:lnTo>
                    <a:pt x="19325" y="5097"/>
                  </a:lnTo>
                  <a:cubicBezTo>
                    <a:pt x="19325" y="4783"/>
                    <a:pt x="19071" y="4530"/>
                    <a:pt x="18760" y="4530"/>
                  </a:cubicBezTo>
                  <a:cubicBezTo>
                    <a:pt x="18446" y="4530"/>
                    <a:pt x="18192" y="4783"/>
                    <a:pt x="18192" y="5097"/>
                  </a:cubicBezTo>
                  <a:lnTo>
                    <a:pt x="18192" y="6230"/>
                  </a:lnTo>
                  <a:cubicBezTo>
                    <a:pt x="18192" y="6332"/>
                    <a:pt x="18159" y="6435"/>
                    <a:pt x="18099" y="6522"/>
                  </a:cubicBezTo>
                  <a:cubicBezTo>
                    <a:pt x="17688" y="3482"/>
                    <a:pt x="15079" y="1133"/>
                    <a:pt x="11927" y="1133"/>
                  </a:cubicBezTo>
                  <a:lnTo>
                    <a:pt x="7398" y="1133"/>
                  </a:lnTo>
                  <a:cubicBezTo>
                    <a:pt x="7041" y="1136"/>
                    <a:pt x="6685" y="1169"/>
                    <a:pt x="6332" y="1238"/>
                  </a:cubicBezTo>
                  <a:cubicBezTo>
                    <a:pt x="5807" y="465"/>
                    <a:pt x="4934" y="3"/>
                    <a:pt x="400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25" name="Google Shape;10325;p134"/>
            <p:cNvSpPr/>
            <p:nvPr/>
          </p:nvSpPr>
          <p:spPr>
            <a:xfrm>
              <a:off x="1658025" y="2615925"/>
              <a:ext cx="141550" cy="143450"/>
            </a:xfrm>
            <a:custGeom>
              <a:rect b="b" l="l" r="r" t="t"/>
              <a:pathLst>
                <a:path extrusionOk="0" h="5738" w="5662">
                  <a:moveTo>
                    <a:pt x="2829" y="1133"/>
                  </a:moveTo>
                  <a:cubicBezTo>
                    <a:pt x="3750" y="1133"/>
                    <a:pt x="4529" y="1945"/>
                    <a:pt x="4529" y="2908"/>
                  </a:cubicBezTo>
                  <a:cubicBezTo>
                    <a:pt x="4526" y="3845"/>
                    <a:pt x="3768" y="4605"/>
                    <a:pt x="2829" y="4605"/>
                  </a:cubicBezTo>
                  <a:cubicBezTo>
                    <a:pt x="1890" y="4605"/>
                    <a:pt x="1132" y="3845"/>
                    <a:pt x="1132" y="2908"/>
                  </a:cubicBezTo>
                  <a:cubicBezTo>
                    <a:pt x="1132" y="1945"/>
                    <a:pt x="1908" y="1133"/>
                    <a:pt x="2829" y="1133"/>
                  </a:cubicBezTo>
                  <a:close/>
                  <a:moveTo>
                    <a:pt x="2829" y="1"/>
                  </a:moveTo>
                  <a:cubicBezTo>
                    <a:pt x="2075" y="1"/>
                    <a:pt x="1359" y="312"/>
                    <a:pt x="818" y="876"/>
                  </a:cubicBezTo>
                  <a:cubicBezTo>
                    <a:pt x="293" y="1423"/>
                    <a:pt x="0" y="2151"/>
                    <a:pt x="0" y="2908"/>
                  </a:cubicBezTo>
                  <a:cubicBezTo>
                    <a:pt x="0" y="4470"/>
                    <a:pt x="1265" y="5738"/>
                    <a:pt x="2829" y="5738"/>
                  </a:cubicBezTo>
                  <a:cubicBezTo>
                    <a:pt x="4393" y="5738"/>
                    <a:pt x="5662" y="4470"/>
                    <a:pt x="5662" y="2908"/>
                  </a:cubicBezTo>
                  <a:cubicBezTo>
                    <a:pt x="5659" y="2151"/>
                    <a:pt x="5366" y="1423"/>
                    <a:pt x="4840" y="876"/>
                  </a:cubicBezTo>
                  <a:cubicBezTo>
                    <a:pt x="4303" y="312"/>
                    <a:pt x="3584" y="1"/>
                    <a:pt x="282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326" name="Google Shape;10326;p134"/>
          <p:cNvGrpSpPr/>
          <p:nvPr/>
        </p:nvGrpSpPr>
        <p:grpSpPr>
          <a:xfrm>
            <a:off x="5889537" y="2287425"/>
            <a:ext cx="353564" cy="340186"/>
            <a:chOff x="2077575" y="2615925"/>
            <a:chExt cx="502150" cy="483150"/>
          </a:xfrm>
        </p:grpSpPr>
        <p:sp>
          <p:nvSpPr>
            <p:cNvPr id="10327" name="Google Shape;10327;p134"/>
            <p:cNvSpPr/>
            <p:nvPr/>
          </p:nvSpPr>
          <p:spPr>
            <a:xfrm>
              <a:off x="2213375" y="2817500"/>
              <a:ext cx="151225" cy="148400"/>
            </a:xfrm>
            <a:custGeom>
              <a:rect b="b" l="l" r="r" t="t"/>
              <a:pathLst>
                <a:path extrusionOk="0" h="5936" w="6049">
                  <a:moveTo>
                    <a:pt x="5426" y="0"/>
                  </a:moveTo>
                  <a:cubicBezTo>
                    <a:pt x="5281" y="0"/>
                    <a:pt x="5136" y="56"/>
                    <a:pt x="5025" y="166"/>
                  </a:cubicBezTo>
                  <a:lnTo>
                    <a:pt x="4557" y="634"/>
                  </a:lnTo>
                  <a:cubicBezTo>
                    <a:pt x="4322" y="522"/>
                    <a:pt x="4072" y="468"/>
                    <a:pt x="3825" y="468"/>
                  </a:cubicBezTo>
                  <a:cubicBezTo>
                    <a:pt x="3288" y="468"/>
                    <a:pt x="2764" y="723"/>
                    <a:pt x="2437" y="1186"/>
                  </a:cubicBezTo>
                  <a:cubicBezTo>
                    <a:pt x="1957" y="1863"/>
                    <a:pt x="2038" y="2784"/>
                    <a:pt x="2624" y="3369"/>
                  </a:cubicBezTo>
                  <a:cubicBezTo>
                    <a:pt x="2980" y="3726"/>
                    <a:pt x="2727" y="4336"/>
                    <a:pt x="2223" y="4336"/>
                  </a:cubicBezTo>
                  <a:cubicBezTo>
                    <a:pt x="1718" y="4336"/>
                    <a:pt x="1468" y="3726"/>
                    <a:pt x="1824" y="3369"/>
                  </a:cubicBezTo>
                  <a:cubicBezTo>
                    <a:pt x="2044" y="3149"/>
                    <a:pt x="2044" y="2790"/>
                    <a:pt x="1824" y="2569"/>
                  </a:cubicBezTo>
                  <a:cubicBezTo>
                    <a:pt x="1714" y="2458"/>
                    <a:pt x="1569" y="2402"/>
                    <a:pt x="1424" y="2402"/>
                  </a:cubicBezTo>
                  <a:cubicBezTo>
                    <a:pt x="1279" y="2402"/>
                    <a:pt x="1134" y="2458"/>
                    <a:pt x="1024" y="2569"/>
                  </a:cubicBezTo>
                  <a:cubicBezTo>
                    <a:pt x="514" y="3077"/>
                    <a:pt x="381" y="3853"/>
                    <a:pt x="692" y="4502"/>
                  </a:cubicBezTo>
                  <a:lnTo>
                    <a:pt x="221" y="4970"/>
                  </a:lnTo>
                  <a:cubicBezTo>
                    <a:pt x="0" y="5190"/>
                    <a:pt x="0" y="5549"/>
                    <a:pt x="221" y="5770"/>
                  </a:cubicBezTo>
                  <a:cubicBezTo>
                    <a:pt x="332" y="5880"/>
                    <a:pt x="477" y="5935"/>
                    <a:pt x="622" y="5935"/>
                  </a:cubicBezTo>
                  <a:cubicBezTo>
                    <a:pt x="767" y="5935"/>
                    <a:pt x="912" y="5880"/>
                    <a:pt x="1024" y="5770"/>
                  </a:cubicBezTo>
                  <a:lnTo>
                    <a:pt x="1492" y="5302"/>
                  </a:lnTo>
                  <a:cubicBezTo>
                    <a:pt x="1726" y="5414"/>
                    <a:pt x="1975" y="5467"/>
                    <a:pt x="2220" y="5467"/>
                  </a:cubicBezTo>
                  <a:cubicBezTo>
                    <a:pt x="2758" y="5467"/>
                    <a:pt x="3281" y="5211"/>
                    <a:pt x="3608" y="4749"/>
                  </a:cubicBezTo>
                  <a:cubicBezTo>
                    <a:pt x="4089" y="4073"/>
                    <a:pt x="4010" y="3152"/>
                    <a:pt x="3424" y="2569"/>
                  </a:cubicBezTo>
                  <a:cubicBezTo>
                    <a:pt x="3068" y="2210"/>
                    <a:pt x="3322" y="1600"/>
                    <a:pt x="3826" y="1600"/>
                  </a:cubicBezTo>
                  <a:cubicBezTo>
                    <a:pt x="4330" y="1600"/>
                    <a:pt x="4581" y="2210"/>
                    <a:pt x="4224" y="2569"/>
                  </a:cubicBezTo>
                  <a:cubicBezTo>
                    <a:pt x="4004" y="2790"/>
                    <a:pt x="4004" y="3146"/>
                    <a:pt x="4224" y="3369"/>
                  </a:cubicBezTo>
                  <a:cubicBezTo>
                    <a:pt x="4335" y="3480"/>
                    <a:pt x="4480" y="3535"/>
                    <a:pt x="4624" y="3535"/>
                  </a:cubicBezTo>
                  <a:cubicBezTo>
                    <a:pt x="4769" y="3535"/>
                    <a:pt x="4914" y="3480"/>
                    <a:pt x="5025" y="3369"/>
                  </a:cubicBezTo>
                  <a:cubicBezTo>
                    <a:pt x="5535" y="2859"/>
                    <a:pt x="5668" y="2086"/>
                    <a:pt x="5360" y="1434"/>
                  </a:cubicBezTo>
                  <a:lnTo>
                    <a:pt x="5828" y="966"/>
                  </a:lnTo>
                  <a:cubicBezTo>
                    <a:pt x="6048" y="745"/>
                    <a:pt x="6048" y="386"/>
                    <a:pt x="5828" y="166"/>
                  </a:cubicBezTo>
                  <a:cubicBezTo>
                    <a:pt x="5716" y="56"/>
                    <a:pt x="5571" y="0"/>
                    <a:pt x="542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28" name="Google Shape;10328;p134"/>
            <p:cNvSpPr/>
            <p:nvPr/>
          </p:nvSpPr>
          <p:spPr>
            <a:xfrm>
              <a:off x="2333550" y="2737450"/>
              <a:ext cx="51050" cy="48325"/>
            </a:xfrm>
            <a:custGeom>
              <a:rect b="b" l="l" r="r" t="t"/>
              <a:pathLst>
                <a:path extrusionOk="0" h="1933" w="2042">
                  <a:moveTo>
                    <a:pt x="619" y="1"/>
                  </a:moveTo>
                  <a:cubicBezTo>
                    <a:pt x="475" y="1"/>
                    <a:pt x="330" y="56"/>
                    <a:pt x="221" y="167"/>
                  </a:cubicBezTo>
                  <a:cubicBezTo>
                    <a:pt x="0" y="388"/>
                    <a:pt x="0" y="747"/>
                    <a:pt x="221" y="967"/>
                  </a:cubicBezTo>
                  <a:lnTo>
                    <a:pt x="1021" y="1767"/>
                  </a:lnTo>
                  <a:cubicBezTo>
                    <a:pt x="1131" y="1878"/>
                    <a:pt x="1276" y="1933"/>
                    <a:pt x="1421" y="1933"/>
                  </a:cubicBezTo>
                  <a:cubicBezTo>
                    <a:pt x="1566" y="1933"/>
                    <a:pt x="1711" y="1878"/>
                    <a:pt x="1821" y="1767"/>
                  </a:cubicBezTo>
                  <a:cubicBezTo>
                    <a:pt x="2041" y="1547"/>
                    <a:pt x="2041" y="1188"/>
                    <a:pt x="1821" y="967"/>
                  </a:cubicBezTo>
                  <a:lnTo>
                    <a:pt x="1021" y="167"/>
                  </a:lnTo>
                  <a:cubicBezTo>
                    <a:pt x="910" y="57"/>
                    <a:pt x="765" y="1"/>
                    <a:pt x="61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29" name="Google Shape;10329;p134"/>
            <p:cNvSpPr/>
            <p:nvPr/>
          </p:nvSpPr>
          <p:spPr>
            <a:xfrm>
              <a:off x="2393550" y="2797500"/>
              <a:ext cx="51125" cy="48375"/>
            </a:xfrm>
            <a:custGeom>
              <a:rect b="b" l="l" r="r" t="t"/>
              <a:pathLst>
                <a:path extrusionOk="0" h="1935" w="2045">
                  <a:moveTo>
                    <a:pt x="621" y="0"/>
                  </a:moveTo>
                  <a:cubicBezTo>
                    <a:pt x="476" y="0"/>
                    <a:pt x="331" y="55"/>
                    <a:pt x="221" y="166"/>
                  </a:cubicBezTo>
                  <a:cubicBezTo>
                    <a:pt x="1" y="386"/>
                    <a:pt x="1" y="745"/>
                    <a:pt x="221" y="966"/>
                  </a:cubicBezTo>
                  <a:lnTo>
                    <a:pt x="1021" y="1769"/>
                  </a:lnTo>
                  <a:cubicBezTo>
                    <a:pt x="1131" y="1879"/>
                    <a:pt x="1276" y="1934"/>
                    <a:pt x="1421" y="1934"/>
                  </a:cubicBezTo>
                  <a:cubicBezTo>
                    <a:pt x="1566" y="1934"/>
                    <a:pt x="1711" y="1879"/>
                    <a:pt x="1821" y="1769"/>
                  </a:cubicBezTo>
                  <a:cubicBezTo>
                    <a:pt x="2045" y="1545"/>
                    <a:pt x="2042" y="1189"/>
                    <a:pt x="1821" y="966"/>
                  </a:cubicBezTo>
                  <a:lnTo>
                    <a:pt x="1021" y="166"/>
                  </a:lnTo>
                  <a:cubicBezTo>
                    <a:pt x="911" y="55"/>
                    <a:pt x="766" y="0"/>
                    <a:pt x="62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30" name="Google Shape;10330;p134"/>
            <p:cNvSpPr/>
            <p:nvPr/>
          </p:nvSpPr>
          <p:spPr>
            <a:xfrm>
              <a:off x="2077575" y="2615925"/>
              <a:ext cx="502150" cy="483150"/>
            </a:xfrm>
            <a:custGeom>
              <a:rect b="b" l="l" r="r" t="t"/>
              <a:pathLst>
                <a:path extrusionOk="0" h="19326" w="20086">
                  <a:moveTo>
                    <a:pt x="14865" y="4061"/>
                  </a:moveTo>
                  <a:cubicBezTo>
                    <a:pt x="14901" y="4061"/>
                    <a:pt x="14937" y="4064"/>
                    <a:pt x="14974" y="4071"/>
                  </a:cubicBezTo>
                  <a:cubicBezTo>
                    <a:pt x="15239" y="4125"/>
                    <a:pt x="15430" y="4358"/>
                    <a:pt x="15430" y="4627"/>
                  </a:cubicBezTo>
                  <a:cubicBezTo>
                    <a:pt x="15430" y="4778"/>
                    <a:pt x="15369" y="4922"/>
                    <a:pt x="15264" y="5028"/>
                  </a:cubicBezTo>
                  <a:cubicBezTo>
                    <a:pt x="15153" y="5137"/>
                    <a:pt x="15008" y="5194"/>
                    <a:pt x="14862" y="5194"/>
                  </a:cubicBezTo>
                  <a:cubicBezTo>
                    <a:pt x="14753" y="5194"/>
                    <a:pt x="14643" y="5162"/>
                    <a:pt x="14548" y="5098"/>
                  </a:cubicBezTo>
                  <a:cubicBezTo>
                    <a:pt x="14324" y="4947"/>
                    <a:pt x="14237" y="4660"/>
                    <a:pt x="14340" y="4409"/>
                  </a:cubicBezTo>
                  <a:cubicBezTo>
                    <a:pt x="14428" y="4195"/>
                    <a:pt x="14638" y="4061"/>
                    <a:pt x="14865" y="4061"/>
                  </a:cubicBezTo>
                  <a:close/>
                  <a:moveTo>
                    <a:pt x="13258" y="1136"/>
                  </a:moveTo>
                  <a:cubicBezTo>
                    <a:pt x="14386" y="1136"/>
                    <a:pt x="15514" y="1507"/>
                    <a:pt x="16441" y="2247"/>
                  </a:cubicBezTo>
                  <a:lnTo>
                    <a:pt x="15593" y="3096"/>
                  </a:lnTo>
                  <a:cubicBezTo>
                    <a:pt x="15349" y="2979"/>
                    <a:pt x="15100" y="2926"/>
                    <a:pt x="14858" y="2926"/>
                  </a:cubicBezTo>
                  <a:cubicBezTo>
                    <a:pt x="13865" y="2926"/>
                    <a:pt x="12999" y="3824"/>
                    <a:pt x="13186" y="4916"/>
                  </a:cubicBezTo>
                  <a:cubicBezTo>
                    <a:pt x="13295" y="5541"/>
                    <a:pt x="13742" y="6055"/>
                    <a:pt x="14346" y="6248"/>
                  </a:cubicBezTo>
                  <a:cubicBezTo>
                    <a:pt x="14514" y="6301"/>
                    <a:pt x="14688" y="6327"/>
                    <a:pt x="14859" y="6327"/>
                  </a:cubicBezTo>
                  <a:cubicBezTo>
                    <a:pt x="15304" y="6327"/>
                    <a:pt x="15739" y="6153"/>
                    <a:pt x="16064" y="5828"/>
                  </a:cubicBezTo>
                  <a:cubicBezTo>
                    <a:pt x="16571" y="5321"/>
                    <a:pt x="16704" y="4545"/>
                    <a:pt x="16396" y="3896"/>
                  </a:cubicBezTo>
                  <a:lnTo>
                    <a:pt x="17241" y="3050"/>
                  </a:lnTo>
                  <a:lnTo>
                    <a:pt x="17241" y="3050"/>
                  </a:lnTo>
                  <a:cubicBezTo>
                    <a:pt x="18842" y="5046"/>
                    <a:pt x="18715" y="7981"/>
                    <a:pt x="16864" y="9832"/>
                  </a:cubicBezTo>
                  <a:lnTo>
                    <a:pt x="16462" y="10231"/>
                  </a:lnTo>
                  <a:lnTo>
                    <a:pt x="16064" y="9832"/>
                  </a:lnTo>
                  <a:cubicBezTo>
                    <a:pt x="15952" y="9722"/>
                    <a:pt x="15806" y="9666"/>
                    <a:pt x="15661" y="9666"/>
                  </a:cubicBezTo>
                  <a:cubicBezTo>
                    <a:pt x="15516" y="9666"/>
                    <a:pt x="15372" y="9721"/>
                    <a:pt x="15261" y="9832"/>
                  </a:cubicBezTo>
                  <a:cubicBezTo>
                    <a:pt x="15040" y="10053"/>
                    <a:pt x="15040" y="10412"/>
                    <a:pt x="15261" y="10632"/>
                  </a:cubicBezTo>
                  <a:lnTo>
                    <a:pt x="15662" y="11034"/>
                  </a:lnTo>
                  <a:lnTo>
                    <a:pt x="8666" y="18027"/>
                  </a:lnTo>
                  <a:cubicBezTo>
                    <a:pt x="8556" y="18137"/>
                    <a:pt x="8411" y="18192"/>
                    <a:pt x="8266" y="18192"/>
                  </a:cubicBezTo>
                  <a:cubicBezTo>
                    <a:pt x="8121" y="18192"/>
                    <a:pt x="7976" y="18137"/>
                    <a:pt x="7866" y="18027"/>
                  </a:cubicBezTo>
                  <a:lnTo>
                    <a:pt x="1462" y="11623"/>
                  </a:lnTo>
                  <a:cubicBezTo>
                    <a:pt x="1241" y="11402"/>
                    <a:pt x="1241" y="11043"/>
                    <a:pt x="1462" y="10822"/>
                  </a:cubicBezTo>
                  <a:lnTo>
                    <a:pt x="8458" y="3826"/>
                  </a:lnTo>
                  <a:lnTo>
                    <a:pt x="8856" y="4228"/>
                  </a:lnTo>
                  <a:cubicBezTo>
                    <a:pt x="8966" y="4338"/>
                    <a:pt x="9111" y="4393"/>
                    <a:pt x="9256" y="4393"/>
                  </a:cubicBezTo>
                  <a:cubicBezTo>
                    <a:pt x="9401" y="4393"/>
                    <a:pt x="9546" y="4338"/>
                    <a:pt x="9656" y="4228"/>
                  </a:cubicBezTo>
                  <a:cubicBezTo>
                    <a:pt x="9880" y="4005"/>
                    <a:pt x="9877" y="3648"/>
                    <a:pt x="9656" y="3425"/>
                  </a:cubicBezTo>
                  <a:lnTo>
                    <a:pt x="9258" y="3026"/>
                  </a:lnTo>
                  <a:lnTo>
                    <a:pt x="9656" y="2625"/>
                  </a:lnTo>
                  <a:cubicBezTo>
                    <a:pt x="10649" y="1632"/>
                    <a:pt x="11954" y="1136"/>
                    <a:pt x="13258" y="1136"/>
                  </a:cubicBezTo>
                  <a:close/>
                  <a:moveTo>
                    <a:pt x="13261" y="1"/>
                  </a:moveTo>
                  <a:cubicBezTo>
                    <a:pt x="11661" y="1"/>
                    <a:pt x="10066" y="615"/>
                    <a:pt x="8856" y="1825"/>
                  </a:cubicBezTo>
                  <a:lnTo>
                    <a:pt x="8056" y="2625"/>
                  </a:lnTo>
                  <a:lnTo>
                    <a:pt x="661" y="10019"/>
                  </a:lnTo>
                  <a:cubicBezTo>
                    <a:pt x="0" y="10684"/>
                    <a:pt x="0" y="11759"/>
                    <a:pt x="661" y="12423"/>
                  </a:cubicBezTo>
                  <a:lnTo>
                    <a:pt x="7066" y="18827"/>
                  </a:lnTo>
                  <a:cubicBezTo>
                    <a:pt x="7398" y="19159"/>
                    <a:pt x="7833" y="19325"/>
                    <a:pt x="8267" y="19325"/>
                  </a:cubicBezTo>
                  <a:cubicBezTo>
                    <a:pt x="8702" y="19325"/>
                    <a:pt x="9137" y="19159"/>
                    <a:pt x="9469" y="18827"/>
                  </a:cubicBezTo>
                  <a:lnTo>
                    <a:pt x="17664" y="10632"/>
                  </a:lnTo>
                  <a:cubicBezTo>
                    <a:pt x="19956" y="8337"/>
                    <a:pt x="20086" y="4687"/>
                    <a:pt x="18044" y="2244"/>
                  </a:cubicBezTo>
                  <a:lnTo>
                    <a:pt x="19264" y="1024"/>
                  </a:lnTo>
                  <a:cubicBezTo>
                    <a:pt x="19485" y="804"/>
                    <a:pt x="19485" y="445"/>
                    <a:pt x="19264" y="224"/>
                  </a:cubicBezTo>
                  <a:cubicBezTo>
                    <a:pt x="19154" y="114"/>
                    <a:pt x="19009" y="59"/>
                    <a:pt x="18864" y="59"/>
                  </a:cubicBezTo>
                  <a:cubicBezTo>
                    <a:pt x="18719" y="59"/>
                    <a:pt x="18574" y="114"/>
                    <a:pt x="18464" y="224"/>
                  </a:cubicBezTo>
                  <a:lnTo>
                    <a:pt x="17244" y="1444"/>
                  </a:lnTo>
                  <a:cubicBezTo>
                    <a:pt x="16086" y="478"/>
                    <a:pt x="14671" y="1"/>
                    <a:pt x="1326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331" name="Google Shape;10331;p134"/>
          <p:cNvGrpSpPr/>
          <p:nvPr/>
        </p:nvGrpSpPr>
        <p:grpSpPr>
          <a:xfrm>
            <a:off x="6313326" y="2303452"/>
            <a:ext cx="334536" cy="308132"/>
            <a:chOff x="2680100" y="2638725"/>
            <a:chExt cx="475125" cy="437625"/>
          </a:xfrm>
        </p:grpSpPr>
        <p:sp>
          <p:nvSpPr>
            <p:cNvPr id="10332" name="Google Shape;10332;p134"/>
            <p:cNvSpPr/>
            <p:nvPr/>
          </p:nvSpPr>
          <p:spPr>
            <a:xfrm>
              <a:off x="2680100" y="2638725"/>
              <a:ext cx="475125" cy="437625"/>
            </a:xfrm>
            <a:custGeom>
              <a:rect b="b" l="l" r="r" t="t"/>
              <a:pathLst>
                <a:path extrusionOk="0" h="17505" w="19005">
                  <a:moveTo>
                    <a:pt x="11399" y="1133"/>
                  </a:moveTo>
                  <a:cubicBezTo>
                    <a:pt x="11803" y="1133"/>
                    <a:pt x="12130" y="1462"/>
                    <a:pt x="12133" y="1867"/>
                  </a:cubicBezTo>
                  <a:lnTo>
                    <a:pt x="12133" y="3301"/>
                  </a:lnTo>
                  <a:lnTo>
                    <a:pt x="6876" y="3301"/>
                  </a:lnTo>
                  <a:lnTo>
                    <a:pt x="6873" y="1867"/>
                  </a:lnTo>
                  <a:cubicBezTo>
                    <a:pt x="6876" y="1462"/>
                    <a:pt x="7202" y="1133"/>
                    <a:pt x="7606" y="1133"/>
                  </a:cubicBezTo>
                  <a:close/>
                  <a:moveTo>
                    <a:pt x="2815" y="4433"/>
                  </a:moveTo>
                  <a:lnTo>
                    <a:pt x="2815" y="5430"/>
                  </a:lnTo>
                  <a:cubicBezTo>
                    <a:pt x="2815" y="5880"/>
                    <a:pt x="2449" y="6245"/>
                    <a:pt x="1999" y="6245"/>
                  </a:cubicBezTo>
                  <a:lnTo>
                    <a:pt x="1133" y="6245"/>
                  </a:lnTo>
                  <a:lnTo>
                    <a:pt x="1133" y="4433"/>
                  </a:lnTo>
                  <a:close/>
                  <a:moveTo>
                    <a:pt x="17873" y="4433"/>
                  </a:moveTo>
                  <a:lnTo>
                    <a:pt x="17873" y="6248"/>
                  </a:lnTo>
                  <a:lnTo>
                    <a:pt x="17006" y="6248"/>
                  </a:lnTo>
                  <a:cubicBezTo>
                    <a:pt x="16556" y="6248"/>
                    <a:pt x="16191" y="5883"/>
                    <a:pt x="16191" y="5433"/>
                  </a:cubicBezTo>
                  <a:lnTo>
                    <a:pt x="16191" y="4433"/>
                  </a:lnTo>
                  <a:close/>
                  <a:moveTo>
                    <a:pt x="15058" y="4430"/>
                  </a:moveTo>
                  <a:lnTo>
                    <a:pt x="15058" y="5430"/>
                  </a:lnTo>
                  <a:cubicBezTo>
                    <a:pt x="15058" y="6505"/>
                    <a:pt x="15931" y="7377"/>
                    <a:pt x="17006" y="7377"/>
                  </a:cubicBezTo>
                  <a:lnTo>
                    <a:pt x="17873" y="7377"/>
                  </a:lnTo>
                  <a:lnTo>
                    <a:pt x="17873" y="13422"/>
                  </a:lnTo>
                  <a:lnTo>
                    <a:pt x="17006" y="13422"/>
                  </a:lnTo>
                  <a:cubicBezTo>
                    <a:pt x="15931" y="13425"/>
                    <a:pt x="15058" y="14295"/>
                    <a:pt x="15058" y="15373"/>
                  </a:cubicBezTo>
                  <a:lnTo>
                    <a:pt x="15058" y="16369"/>
                  </a:lnTo>
                  <a:lnTo>
                    <a:pt x="3947" y="16369"/>
                  </a:lnTo>
                  <a:lnTo>
                    <a:pt x="3947" y="15373"/>
                  </a:lnTo>
                  <a:cubicBezTo>
                    <a:pt x="3947" y="14295"/>
                    <a:pt x="3074" y="13425"/>
                    <a:pt x="1999" y="13422"/>
                  </a:cubicBezTo>
                  <a:lnTo>
                    <a:pt x="1133" y="13422"/>
                  </a:lnTo>
                  <a:lnTo>
                    <a:pt x="1133" y="7377"/>
                  </a:lnTo>
                  <a:lnTo>
                    <a:pt x="1999" y="7377"/>
                  </a:lnTo>
                  <a:cubicBezTo>
                    <a:pt x="3074" y="7377"/>
                    <a:pt x="3947" y="6505"/>
                    <a:pt x="3947" y="5430"/>
                  </a:cubicBezTo>
                  <a:lnTo>
                    <a:pt x="3947" y="4430"/>
                  </a:lnTo>
                  <a:close/>
                  <a:moveTo>
                    <a:pt x="1999" y="14557"/>
                  </a:moveTo>
                  <a:cubicBezTo>
                    <a:pt x="2449" y="14557"/>
                    <a:pt x="2815" y="14923"/>
                    <a:pt x="2815" y="15376"/>
                  </a:cubicBezTo>
                  <a:lnTo>
                    <a:pt x="2815" y="16372"/>
                  </a:lnTo>
                  <a:lnTo>
                    <a:pt x="1133" y="16372"/>
                  </a:lnTo>
                  <a:lnTo>
                    <a:pt x="1133" y="14557"/>
                  </a:lnTo>
                  <a:close/>
                  <a:moveTo>
                    <a:pt x="17873" y="14557"/>
                  </a:moveTo>
                  <a:lnTo>
                    <a:pt x="17873" y="16372"/>
                  </a:lnTo>
                  <a:lnTo>
                    <a:pt x="16191" y="16372"/>
                  </a:lnTo>
                  <a:lnTo>
                    <a:pt x="16191" y="15376"/>
                  </a:lnTo>
                  <a:cubicBezTo>
                    <a:pt x="16191" y="14923"/>
                    <a:pt x="16556" y="14557"/>
                    <a:pt x="17006" y="14557"/>
                  </a:cubicBezTo>
                  <a:close/>
                  <a:moveTo>
                    <a:pt x="7606" y="1"/>
                  </a:moveTo>
                  <a:cubicBezTo>
                    <a:pt x="6577" y="1"/>
                    <a:pt x="5743" y="837"/>
                    <a:pt x="5743" y="1867"/>
                  </a:cubicBezTo>
                  <a:lnTo>
                    <a:pt x="5743" y="3301"/>
                  </a:lnTo>
                  <a:lnTo>
                    <a:pt x="1133" y="3301"/>
                  </a:lnTo>
                  <a:cubicBezTo>
                    <a:pt x="508" y="3301"/>
                    <a:pt x="0" y="3808"/>
                    <a:pt x="0" y="4433"/>
                  </a:cubicBezTo>
                  <a:lnTo>
                    <a:pt x="0" y="16372"/>
                  </a:lnTo>
                  <a:cubicBezTo>
                    <a:pt x="0" y="16997"/>
                    <a:pt x="508" y="17504"/>
                    <a:pt x="1133" y="17504"/>
                  </a:cubicBezTo>
                  <a:lnTo>
                    <a:pt x="17873" y="17504"/>
                  </a:lnTo>
                  <a:cubicBezTo>
                    <a:pt x="18498" y="17504"/>
                    <a:pt x="19005" y="16997"/>
                    <a:pt x="19005" y="16372"/>
                  </a:cubicBezTo>
                  <a:lnTo>
                    <a:pt x="19005" y="4430"/>
                  </a:lnTo>
                  <a:cubicBezTo>
                    <a:pt x="19005" y="3805"/>
                    <a:pt x="18498" y="3298"/>
                    <a:pt x="17873" y="3298"/>
                  </a:cubicBezTo>
                  <a:lnTo>
                    <a:pt x="13265" y="3298"/>
                  </a:lnTo>
                  <a:lnTo>
                    <a:pt x="13265" y="1864"/>
                  </a:lnTo>
                  <a:cubicBezTo>
                    <a:pt x="13262" y="834"/>
                    <a:pt x="12428" y="1"/>
                    <a:pt x="1139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33" name="Google Shape;10333;p134"/>
            <p:cNvSpPr/>
            <p:nvPr/>
          </p:nvSpPr>
          <p:spPr>
            <a:xfrm>
              <a:off x="2795000" y="2810525"/>
              <a:ext cx="237800" cy="164300"/>
            </a:xfrm>
            <a:custGeom>
              <a:rect b="b" l="l" r="r" t="t"/>
              <a:pathLst>
                <a:path extrusionOk="0" h="6572" w="9512">
                  <a:moveTo>
                    <a:pt x="8379" y="1133"/>
                  </a:moveTo>
                  <a:lnTo>
                    <a:pt x="8379" y="5439"/>
                  </a:lnTo>
                  <a:lnTo>
                    <a:pt x="1132" y="5439"/>
                  </a:lnTo>
                  <a:lnTo>
                    <a:pt x="1132" y="1133"/>
                  </a:lnTo>
                  <a:close/>
                  <a:moveTo>
                    <a:pt x="568" y="1"/>
                  </a:moveTo>
                  <a:cubicBezTo>
                    <a:pt x="254" y="1"/>
                    <a:pt x="0" y="255"/>
                    <a:pt x="0" y="566"/>
                  </a:cubicBezTo>
                  <a:lnTo>
                    <a:pt x="0" y="6007"/>
                  </a:lnTo>
                  <a:cubicBezTo>
                    <a:pt x="0" y="6318"/>
                    <a:pt x="254" y="6571"/>
                    <a:pt x="568" y="6571"/>
                  </a:cubicBezTo>
                  <a:lnTo>
                    <a:pt x="8947" y="6571"/>
                  </a:lnTo>
                  <a:cubicBezTo>
                    <a:pt x="9258" y="6571"/>
                    <a:pt x="9511" y="6318"/>
                    <a:pt x="9511" y="6007"/>
                  </a:cubicBezTo>
                  <a:lnTo>
                    <a:pt x="9511" y="566"/>
                  </a:lnTo>
                  <a:cubicBezTo>
                    <a:pt x="9511" y="255"/>
                    <a:pt x="9258" y="1"/>
                    <a:pt x="89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34" name="Google Shape;10334;p134"/>
            <p:cNvSpPr/>
            <p:nvPr/>
          </p:nvSpPr>
          <p:spPr>
            <a:xfrm>
              <a:off x="2871900" y="2856725"/>
              <a:ext cx="91525" cy="28350"/>
            </a:xfrm>
            <a:custGeom>
              <a:rect b="b" l="l" r="r" t="t"/>
              <a:pathLst>
                <a:path extrusionOk="0" h="1134" w="3661">
                  <a:moveTo>
                    <a:pt x="565" y="1"/>
                  </a:moveTo>
                  <a:cubicBezTo>
                    <a:pt x="254" y="1"/>
                    <a:pt x="1" y="254"/>
                    <a:pt x="1" y="565"/>
                  </a:cubicBezTo>
                  <a:cubicBezTo>
                    <a:pt x="1" y="879"/>
                    <a:pt x="254" y="1133"/>
                    <a:pt x="565" y="1133"/>
                  </a:cubicBezTo>
                  <a:lnTo>
                    <a:pt x="3096" y="1133"/>
                  </a:lnTo>
                  <a:cubicBezTo>
                    <a:pt x="3407" y="1133"/>
                    <a:pt x="3660" y="879"/>
                    <a:pt x="3660" y="565"/>
                  </a:cubicBezTo>
                  <a:cubicBezTo>
                    <a:pt x="3660" y="254"/>
                    <a:pt x="3407" y="1"/>
                    <a:pt x="309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35" name="Google Shape;10335;p134"/>
            <p:cNvSpPr/>
            <p:nvPr/>
          </p:nvSpPr>
          <p:spPr>
            <a:xfrm>
              <a:off x="2845500" y="2900300"/>
              <a:ext cx="144350" cy="28325"/>
            </a:xfrm>
            <a:custGeom>
              <a:rect b="b" l="l" r="r" t="t"/>
              <a:pathLst>
                <a:path extrusionOk="0" h="1133" w="5774">
                  <a:moveTo>
                    <a:pt x="565" y="0"/>
                  </a:moveTo>
                  <a:cubicBezTo>
                    <a:pt x="254" y="0"/>
                    <a:pt x="0" y="254"/>
                    <a:pt x="0" y="568"/>
                  </a:cubicBezTo>
                  <a:cubicBezTo>
                    <a:pt x="0" y="879"/>
                    <a:pt x="254" y="1132"/>
                    <a:pt x="565" y="1132"/>
                  </a:cubicBezTo>
                  <a:lnTo>
                    <a:pt x="5209" y="1132"/>
                  </a:lnTo>
                  <a:cubicBezTo>
                    <a:pt x="5520" y="1132"/>
                    <a:pt x="5773" y="879"/>
                    <a:pt x="5773" y="568"/>
                  </a:cubicBezTo>
                  <a:cubicBezTo>
                    <a:pt x="5773" y="254"/>
                    <a:pt x="5520" y="0"/>
                    <a:pt x="520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336" name="Google Shape;10336;p134"/>
          <p:cNvGrpSpPr/>
          <p:nvPr/>
        </p:nvGrpSpPr>
        <p:grpSpPr>
          <a:xfrm>
            <a:off x="6778965" y="2287425"/>
            <a:ext cx="239183" cy="340186"/>
            <a:chOff x="3342275" y="2615925"/>
            <a:chExt cx="339700" cy="483150"/>
          </a:xfrm>
        </p:grpSpPr>
        <p:sp>
          <p:nvSpPr>
            <p:cNvPr id="10337" name="Google Shape;10337;p134"/>
            <p:cNvSpPr/>
            <p:nvPr/>
          </p:nvSpPr>
          <p:spPr>
            <a:xfrm>
              <a:off x="3342275" y="2615925"/>
              <a:ext cx="339700" cy="483150"/>
            </a:xfrm>
            <a:custGeom>
              <a:rect b="b" l="l" r="r" t="t"/>
              <a:pathLst>
                <a:path extrusionOk="0" h="19326" w="13588">
                  <a:moveTo>
                    <a:pt x="11891" y="1133"/>
                  </a:moveTo>
                  <a:cubicBezTo>
                    <a:pt x="12202" y="1133"/>
                    <a:pt x="12455" y="1387"/>
                    <a:pt x="12455" y="1701"/>
                  </a:cubicBezTo>
                  <a:lnTo>
                    <a:pt x="12455" y="2265"/>
                  </a:lnTo>
                  <a:lnTo>
                    <a:pt x="1132" y="2265"/>
                  </a:lnTo>
                  <a:lnTo>
                    <a:pt x="1132" y="1701"/>
                  </a:lnTo>
                  <a:cubicBezTo>
                    <a:pt x="1132" y="1387"/>
                    <a:pt x="1386" y="1133"/>
                    <a:pt x="1700" y="1133"/>
                  </a:cubicBezTo>
                  <a:close/>
                  <a:moveTo>
                    <a:pt x="12455" y="3398"/>
                  </a:moveTo>
                  <a:lnTo>
                    <a:pt x="12455" y="14796"/>
                  </a:lnTo>
                  <a:lnTo>
                    <a:pt x="1132" y="14796"/>
                  </a:lnTo>
                  <a:lnTo>
                    <a:pt x="1132" y="3398"/>
                  </a:lnTo>
                  <a:close/>
                  <a:moveTo>
                    <a:pt x="12455" y="15928"/>
                  </a:moveTo>
                  <a:lnTo>
                    <a:pt x="12455" y="17628"/>
                  </a:lnTo>
                  <a:cubicBezTo>
                    <a:pt x="12455" y="17939"/>
                    <a:pt x="12202" y="18193"/>
                    <a:pt x="11891" y="18193"/>
                  </a:cubicBezTo>
                  <a:lnTo>
                    <a:pt x="1700" y="18193"/>
                  </a:lnTo>
                  <a:cubicBezTo>
                    <a:pt x="1386" y="18193"/>
                    <a:pt x="1132" y="17939"/>
                    <a:pt x="1132" y="17628"/>
                  </a:cubicBezTo>
                  <a:lnTo>
                    <a:pt x="1132" y="15928"/>
                  </a:lnTo>
                  <a:close/>
                  <a:moveTo>
                    <a:pt x="1700" y="1"/>
                  </a:moveTo>
                  <a:cubicBezTo>
                    <a:pt x="761" y="1"/>
                    <a:pt x="0" y="762"/>
                    <a:pt x="0" y="1701"/>
                  </a:cubicBezTo>
                  <a:lnTo>
                    <a:pt x="0" y="17628"/>
                  </a:lnTo>
                  <a:cubicBezTo>
                    <a:pt x="0" y="18564"/>
                    <a:pt x="761" y="19325"/>
                    <a:pt x="1700" y="19325"/>
                  </a:cubicBezTo>
                  <a:lnTo>
                    <a:pt x="11891" y="19325"/>
                  </a:lnTo>
                  <a:cubicBezTo>
                    <a:pt x="12827" y="19325"/>
                    <a:pt x="13588" y="18564"/>
                    <a:pt x="13588" y="17628"/>
                  </a:cubicBezTo>
                  <a:lnTo>
                    <a:pt x="13588" y="1701"/>
                  </a:lnTo>
                  <a:cubicBezTo>
                    <a:pt x="13588" y="762"/>
                    <a:pt x="12827" y="1"/>
                    <a:pt x="1189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38" name="Google Shape;10338;p134"/>
            <p:cNvSpPr/>
            <p:nvPr/>
          </p:nvSpPr>
          <p:spPr>
            <a:xfrm>
              <a:off x="3461600" y="3030200"/>
              <a:ext cx="101025" cy="28325"/>
            </a:xfrm>
            <a:custGeom>
              <a:rect b="b" l="l" r="r" t="t"/>
              <a:pathLst>
                <a:path extrusionOk="0" h="1133" w="4041">
                  <a:moveTo>
                    <a:pt x="568" y="1"/>
                  </a:moveTo>
                  <a:cubicBezTo>
                    <a:pt x="254" y="1"/>
                    <a:pt x="1" y="251"/>
                    <a:pt x="1" y="565"/>
                  </a:cubicBezTo>
                  <a:cubicBezTo>
                    <a:pt x="1" y="879"/>
                    <a:pt x="254" y="1133"/>
                    <a:pt x="568" y="1133"/>
                  </a:cubicBezTo>
                  <a:lnTo>
                    <a:pt x="3473" y="1133"/>
                  </a:lnTo>
                  <a:cubicBezTo>
                    <a:pt x="3787" y="1133"/>
                    <a:pt x="4041" y="879"/>
                    <a:pt x="4041" y="565"/>
                  </a:cubicBezTo>
                  <a:cubicBezTo>
                    <a:pt x="4041" y="251"/>
                    <a:pt x="3787" y="1"/>
                    <a:pt x="347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339" name="Google Shape;10339;p134"/>
          <p:cNvSpPr/>
          <p:nvPr/>
        </p:nvSpPr>
        <p:spPr>
          <a:xfrm>
            <a:off x="7172212" y="2287100"/>
            <a:ext cx="279052" cy="340186"/>
          </a:xfrm>
          <a:custGeom>
            <a:rect b="b" l="l" r="r" t="t"/>
            <a:pathLst>
              <a:path extrusionOk="0" h="19326" w="15853">
                <a:moveTo>
                  <a:pt x="9627" y="1133"/>
                </a:moveTo>
                <a:cubicBezTo>
                  <a:pt x="9938" y="1133"/>
                  <a:pt x="10191" y="1387"/>
                  <a:pt x="10191" y="1701"/>
                </a:cubicBezTo>
                <a:lnTo>
                  <a:pt x="10191" y="2265"/>
                </a:lnTo>
                <a:lnTo>
                  <a:pt x="1133" y="2265"/>
                </a:lnTo>
                <a:lnTo>
                  <a:pt x="1133" y="1701"/>
                </a:lnTo>
                <a:cubicBezTo>
                  <a:pt x="1133" y="1387"/>
                  <a:pt x="1387" y="1133"/>
                  <a:pt x="1701" y="1133"/>
                </a:cubicBezTo>
                <a:close/>
                <a:moveTo>
                  <a:pt x="10191" y="3398"/>
                </a:moveTo>
                <a:lnTo>
                  <a:pt x="10191" y="8063"/>
                </a:lnTo>
                <a:cubicBezTo>
                  <a:pt x="10009" y="7998"/>
                  <a:pt x="9817" y="7965"/>
                  <a:pt x="9625" y="7965"/>
                </a:cubicBezTo>
                <a:cubicBezTo>
                  <a:pt x="9434" y="7965"/>
                  <a:pt x="9242" y="7998"/>
                  <a:pt x="9059" y="8063"/>
                </a:cubicBezTo>
                <a:lnTo>
                  <a:pt x="9059" y="6230"/>
                </a:lnTo>
                <a:cubicBezTo>
                  <a:pt x="9059" y="5291"/>
                  <a:pt x="8298" y="4530"/>
                  <a:pt x="7362" y="4530"/>
                </a:cubicBezTo>
                <a:cubicBezTo>
                  <a:pt x="6423" y="4530"/>
                  <a:pt x="5662" y="5291"/>
                  <a:pt x="5662" y="6230"/>
                </a:cubicBezTo>
                <a:lnTo>
                  <a:pt x="5662" y="10285"/>
                </a:lnTo>
                <a:cubicBezTo>
                  <a:pt x="4346" y="10557"/>
                  <a:pt x="3401" y="11716"/>
                  <a:pt x="3398" y="13060"/>
                </a:cubicBezTo>
                <a:lnTo>
                  <a:pt x="3398" y="14231"/>
                </a:lnTo>
                <a:cubicBezTo>
                  <a:pt x="3398" y="14419"/>
                  <a:pt x="3404" y="14609"/>
                  <a:pt x="3413" y="14796"/>
                </a:cubicBezTo>
                <a:lnTo>
                  <a:pt x="1133" y="14796"/>
                </a:lnTo>
                <a:lnTo>
                  <a:pt x="1133" y="3398"/>
                </a:lnTo>
                <a:close/>
                <a:moveTo>
                  <a:pt x="3543" y="15928"/>
                </a:moveTo>
                <a:cubicBezTo>
                  <a:pt x="3606" y="16312"/>
                  <a:pt x="3694" y="16689"/>
                  <a:pt x="3802" y="17061"/>
                </a:cubicBezTo>
                <a:lnTo>
                  <a:pt x="1701" y="17061"/>
                </a:lnTo>
                <a:cubicBezTo>
                  <a:pt x="1387" y="17061"/>
                  <a:pt x="1133" y="16807"/>
                  <a:pt x="1133" y="16496"/>
                </a:cubicBezTo>
                <a:lnTo>
                  <a:pt x="1133" y="15928"/>
                </a:lnTo>
                <a:close/>
                <a:moveTo>
                  <a:pt x="7362" y="5662"/>
                </a:moveTo>
                <a:cubicBezTo>
                  <a:pt x="7673" y="5662"/>
                  <a:pt x="7927" y="5916"/>
                  <a:pt x="7927" y="6230"/>
                </a:cubicBezTo>
                <a:lnTo>
                  <a:pt x="7927" y="11928"/>
                </a:lnTo>
                <a:cubicBezTo>
                  <a:pt x="7927" y="12242"/>
                  <a:pt x="8181" y="12492"/>
                  <a:pt x="8495" y="12492"/>
                </a:cubicBezTo>
                <a:cubicBezTo>
                  <a:pt x="8806" y="12492"/>
                  <a:pt x="9059" y="12242"/>
                  <a:pt x="9059" y="11928"/>
                </a:cubicBezTo>
                <a:lnTo>
                  <a:pt x="9059" y="9663"/>
                </a:lnTo>
                <a:cubicBezTo>
                  <a:pt x="9059" y="9349"/>
                  <a:pt x="9313" y="9098"/>
                  <a:pt x="9627" y="9098"/>
                </a:cubicBezTo>
                <a:cubicBezTo>
                  <a:pt x="9938" y="9098"/>
                  <a:pt x="10191" y="9349"/>
                  <a:pt x="10191" y="9663"/>
                </a:cubicBezTo>
                <a:lnTo>
                  <a:pt x="10191" y="11928"/>
                </a:lnTo>
                <a:cubicBezTo>
                  <a:pt x="10191" y="12242"/>
                  <a:pt x="10445" y="12492"/>
                  <a:pt x="10759" y="12492"/>
                </a:cubicBezTo>
                <a:cubicBezTo>
                  <a:pt x="11070" y="12492"/>
                  <a:pt x="11324" y="12242"/>
                  <a:pt x="11324" y="11928"/>
                </a:cubicBezTo>
                <a:lnTo>
                  <a:pt x="11324" y="10795"/>
                </a:lnTo>
                <a:cubicBezTo>
                  <a:pt x="11324" y="10481"/>
                  <a:pt x="11577" y="10231"/>
                  <a:pt x="11891" y="10231"/>
                </a:cubicBezTo>
                <a:cubicBezTo>
                  <a:pt x="12202" y="10231"/>
                  <a:pt x="12456" y="10481"/>
                  <a:pt x="12456" y="10795"/>
                </a:cubicBezTo>
                <a:lnTo>
                  <a:pt x="12456" y="13060"/>
                </a:lnTo>
                <a:cubicBezTo>
                  <a:pt x="12456" y="13374"/>
                  <a:pt x="12710" y="13625"/>
                  <a:pt x="13024" y="13625"/>
                </a:cubicBezTo>
                <a:cubicBezTo>
                  <a:pt x="13335" y="13625"/>
                  <a:pt x="13588" y="13374"/>
                  <a:pt x="13588" y="13060"/>
                </a:cubicBezTo>
                <a:lnTo>
                  <a:pt x="13588" y="11928"/>
                </a:lnTo>
                <a:cubicBezTo>
                  <a:pt x="13588" y="11614"/>
                  <a:pt x="13842" y="11363"/>
                  <a:pt x="14156" y="11363"/>
                </a:cubicBezTo>
                <a:cubicBezTo>
                  <a:pt x="14467" y="11363"/>
                  <a:pt x="14721" y="11614"/>
                  <a:pt x="14721" y="11928"/>
                </a:cubicBezTo>
                <a:lnTo>
                  <a:pt x="14721" y="14231"/>
                </a:lnTo>
                <a:cubicBezTo>
                  <a:pt x="14718" y="15602"/>
                  <a:pt x="14407" y="16958"/>
                  <a:pt x="13806" y="18193"/>
                </a:cubicBezTo>
                <a:lnTo>
                  <a:pt x="5448" y="18193"/>
                </a:lnTo>
                <a:cubicBezTo>
                  <a:pt x="4844" y="16958"/>
                  <a:pt x="4533" y="15602"/>
                  <a:pt x="4530" y="14231"/>
                </a:cubicBezTo>
                <a:lnTo>
                  <a:pt x="4530" y="13060"/>
                </a:lnTo>
                <a:cubicBezTo>
                  <a:pt x="4530" y="12341"/>
                  <a:pt x="4983" y="11698"/>
                  <a:pt x="5662" y="11460"/>
                </a:cubicBezTo>
                <a:lnTo>
                  <a:pt x="5662" y="14231"/>
                </a:lnTo>
                <a:cubicBezTo>
                  <a:pt x="5662" y="14542"/>
                  <a:pt x="5916" y="14796"/>
                  <a:pt x="6230" y="14796"/>
                </a:cubicBezTo>
                <a:cubicBezTo>
                  <a:pt x="6541" y="14796"/>
                  <a:pt x="6795" y="14542"/>
                  <a:pt x="6795" y="14231"/>
                </a:cubicBezTo>
                <a:lnTo>
                  <a:pt x="6795" y="6230"/>
                </a:lnTo>
                <a:cubicBezTo>
                  <a:pt x="6795" y="5916"/>
                  <a:pt x="7048" y="5662"/>
                  <a:pt x="7362" y="5662"/>
                </a:cubicBezTo>
                <a:close/>
                <a:moveTo>
                  <a:pt x="1701" y="1"/>
                </a:moveTo>
                <a:cubicBezTo>
                  <a:pt x="762" y="1"/>
                  <a:pt x="1" y="762"/>
                  <a:pt x="1" y="1701"/>
                </a:cubicBezTo>
                <a:lnTo>
                  <a:pt x="1" y="16496"/>
                </a:lnTo>
                <a:cubicBezTo>
                  <a:pt x="1" y="17432"/>
                  <a:pt x="762" y="18193"/>
                  <a:pt x="1701" y="18193"/>
                </a:cubicBezTo>
                <a:lnTo>
                  <a:pt x="4204" y="18193"/>
                </a:lnTo>
                <a:cubicBezTo>
                  <a:pt x="4285" y="18389"/>
                  <a:pt x="4376" y="18582"/>
                  <a:pt x="4470" y="18773"/>
                </a:cubicBezTo>
                <a:lnTo>
                  <a:pt x="4590" y="19011"/>
                </a:lnTo>
                <a:cubicBezTo>
                  <a:pt x="4687" y="19204"/>
                  <a:pt x="4880" y="19325"/>
                  <a:pt x="5098" y="19325"/>
                </a:cubicBezTo>
                <a:lnTo>
                  <a:pt x="14156" y="19325"/>
                </a:lnTo>
                <a:cubicBezTo>
                  <a:pt x="14370" y="19325"/>
                  <a:pt x="14564" y="19204"/>
                  <a:pt x="14660" y="19011"/>
                </a:cubicBezTo>
                <a:lnTo>
                  <a:pt x="14781" y="18773"/>
                </a:lnTo>
                <a:cubicBezTo>
                  <a:pt x="15485" y="17363"/>
                  <a:pt x="15850" y="15808"/>
                  <a:pt x="15853" y="14231"/>
                </a:cubicBezTo>
                <a:lnTo>
                  <a:pt x="15853" y="11928"/>
                </a:lnTo>
                <a:cubicBezTo>
                  <a:pt x="15853" y="10953"/>
                  <a:pt x="15054" y="10228"/>
                  <a:pt x="14155" y="10228"/>
                </a:cubicBezTo>
                <a:cubicBezTo>
                  <a:pt x="13949" y="10228"/>
                  <a:pt x="13737" y="10266"/>
                  <a:pt x="13528" y="10348"/>
                </a:cubicBezTo>
                <a:cubicBezTo>
                  <a:pt x="13326" y="9609"/>
                  <a:pt x="12655" y="9098"/>
                  <a:pt x="11891" y="9098"/>
                </a:cubicBezTo>
                <a:cubicBezTo>
                  <a:pt x="11883" y="9098"/>
                  <a:pt x="11875" y="9098"/>
                  <a:pt x="11867" y="9098"/>
                </a:cubicBezTo>
                <a:cubicBezTo>
                  <a:pt x="11682" y="9098"/>
                  <a:pt x="11497" y="9131"/>
                  <a:pt x="11324" y="9195"/>
                </a:cubicBezTo>
                <a:lnTo>
                  <a:pt x="11324" y="1701"/>
                </a:lnTo>
                <a:cubicBezTo>
                  <a:pt x="11324" y="762"/>
                  <a:pt x="10563" y="1"/>
                  <a:pt x="962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40" name="Google Shape;10340;p134"/>
          <p:cNvSpPr/>
          <p:nvPr/>
        </p:nvSpPr>
        <p:spPr>
          <a:xfrm>
            <a:off x="7565246" y="2297730"/>
            <a:ext cx="340186" cy="318922"/>
          </a:xfrm>
          <a:custGeom>
            <a:rect b="b" l="l" r="r" t="t"/>
            <a:pathLst>
              <a:path extrusionOk="0" h="18118" w="19326">
                <a:moveTo>
                  <a:pt x="17628" y="6794"/>
                </a:moveTo>
                <a:cubicBezTo>
                  <a:pt x="17939" y="6794"/>
                  <a:pt x="18193" y="7048"/>
                  <a:pt x="18193" y="7362"/>
                </a:cubicBezTo>
                <a:lnTo>
                  <a:pt x="18193" y="7927"/>
                </a:lnTo>
                <a:lnTo>
                  <a:pt x="12532" y="7927"/>
                </a:lnTo>
                <a:lnTo>
                  <a:pt x="12532" y="7362"/>
                </a:lnTo>
                <a:cubicBezTo>
                  <a:pt x="12532" y="7048"/>
                  <a:pt x="12785" y="6794"/>
                  <a:pt x="13099" y="6794"/>
                </a:cubicBezTo>
                <a:close/>
                <a:moveTo>
                  <a:pt x="17628" y="1133"/>
                </a:moveTo>
                <a:cubicBezTo>
                  <a:pt x="17939" y="1133"/>
                  <a:pt x="18193" y="1387"/>
                  <a:pt x="18193" y="1701"/>
                </a:cubicBezTo>
                <a:lnTo>
                  <a:pt x="18193" y="5759"/>
                </a:lnTo>
                <a:cubicBezTo>
                  <a:pt x="18012" y="5695"/>
                  <a:pt x="17819" y="5662"/>
                  <a:pt x="17628" y="5662"/>
                </a:cubicBezTo>
                <a:lnTo>
                  <a:pt x="13099" y="5662"/>
                </a:lnTo>
                <a:cubicBezTo>
                  <a:pt x="12160" y="5662"/>
                  <a:pt x="11399" y="6423"/>
                  <a:pt x="11399" y="7362"/>
                </a:cubicBezTo>
                <a:lnTo>
                  <a:pt x="11399" y="11324"/>
                </a:lnTo>
                <a:lnTo>
                  <a:pt x="1133" y="11324"/>
                </a:lnTo>
                <a:lnTo>
                  <a:pt x="1133" y="1701"/>
                </a:lnTo>
                <a:cubicBezTo>
                  <a:pt x="1133" y="1387"/>
                  <a:pt x="1387" y="1133"/>
                  <a:pt x="1701" y="1133"/>
                </a:cubicBezTo>
                <a:close/>
                <a:moveTo>
                  <a:pt x="11399" y="12456"/>
                </a:moveTo>
                <a:lnTo>
                  <a:pt x="11399" y="13588"/>
                </a:lnTo>
                <a:lnTo>
                  <a:pt x="1701" y="13588"/>
                </a:lnTo>
                <a:cubicBezTo>
                  <a:pt x="1387" y="13588"/>
                  <a:pt x="1133" y="13335"/>
                  <a:pt x="1133" y="13024"/>
                </a:cubicBezTo>
                <a:lnTo>
                  <a:pt x="1133" y="12456"/>
                </a:lnTo>
                <a:close/>
                <a:moveTo>
                  <a:pt x="18193" y="9059"/>
                </a:moveTo>
                <a:lnTo>
                  <a:pt x="18193" y="14720"/>
                </a:lnTo>
                <a:lnTo>
                  <a:pt x="12532" y="14720"/>
                </a:lnTo>
                <a:lnTo>
                  <a:pt x="12532" y="9059"/>
                </a:lnTo>
                <a:close/>
                <a:moveTo>
                  <a:pt x="11399" y="14720"/>
                </a:moveTo>
                <a:lnTo>
                  <a:pt x="11399" y="16420"/>
                </a:lnTo>
                <a:cubicBezTo>
                  <a:pt x="11399" y="16611"/>
                  <a:pt x="11432" y="16804"/>
                  <a:pt x="11496" y="16985"/>
                </a:cubicBezTo>
                <a:lnTo>
                  <a:pt x="7051" y="16985"/>
                </a:lnTo>
                <a:lnTo>
                  <a:pt x="7806" y="14720"/>
                </a:lnTo>
                <a:close/>
                <a:moveTo>
                  <a:pt x="18193" y="15853"/>
                </a:moveTo>
                <a:lnTo>
                  <a:pt x="18193" y="16420"/>
                </a:lnTo>
                <a:cubicBezTo>
                  <a:pt x="18193" y="16731"/>
                  <a:pt x="17939" y="16985"/>
                  <a:pt x="17628" y="16985"/>
                </a:cubicBezTo>
                <a:lnTo>
                  <a:pt x="13099" y="16985"/>
                </a:lnTo>
                <a:cubicBezTo>
                  <a:pt x="12785" y="16985"/>
                  <a:pt x="12532" y="16731"/>
                  <a:pt x="12532" y="16420"/>
                </a:cubicBezTo>
                <a:lnTo>
                  <a:pt x="12532" y="15853"/>
                </a:lnTo>
                <a:close/>
                <a:moveTo>
                  <a:pt x="1701" y="1"/>
                </a:moveTo>
                <a:cubicBezTo>
                  <a:pt x="762" y="1"/>
                  <a:pt x="1" y="762"/>
                  <a:pt x="1" y="1701"/>
                </a:cubicBezTo>
                <a:lnTo>
                  <a:pt x="1" y="13024"/>
                </a:lnTo>
                <a:cubicBezTo>
                  <a:pt x="1" y="13960"/>
                  <a:pt x="762" y="14720"/>
                  <a:pt x="1701" y="14720"/>
                </a:cubicBezTo>
                <a:lnTo>
                  <a:pt x="6613" y="14720"/>
                </a:lnTo>
                <a:lnTo>
                  <a:pt x="5859" y="16985"/>
                </a:lnTo>
                <a:lnTo>
                  <a:pt x="4002" y="16985"/>
                </a:lnTo>
                <a:cubicBezTo>
                  <a:pt x="3688" y="16985"/>
                  <a:pt x="3437" y="17239"/>
                  <a:pt x="3437" y="17553"/>
                </a:cubicBezTo>
                <a:cubicBezTo>
                  <a:pt x="3437" y="17864"/>
                  <a:pt x="3688" y="18117"/>
                  <a:pt x="4002" y="18117"/>
                </a:cubicBezTo>
                <a:lnTo>
                  <a:pt x="17628" y="18117"/>
                </a:lnTo>
                <a:cubicBezTo>
                  <a:pt x="18564" y="18117"/>
                  <a:pt x="19325" y="17356"/>
                  <a:pt x="19325" y="16420"/>
                </a:cubicBezTo>
                <a:lnTo>
                  <a:pt x="19325" y="1701"/>
                </a:lnTo>
                <a:cubicBezTo>
                  <a:pt x="19325" y="762"/>
                  <a:pt x="18564" y="1"/>
                  <a:pt x="1762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41" name="Google Shape;10341;p134"/>
          <p:cNvSpPr/>
          <p:nvPr/>
        </p:nvSpPr>
        <p:spPr>
          <a:xfrm>
            <a:off x="7990101" y="2297730"/>
            <a:ext cx="340186" cy="318922"/>
          </a:xfrm>
          <a:custGeom>
            <a:rect b="b" l="l" r="r" t="t"/>
            <a:pathLst>
              <a:path extrusionOk="0" h="18118" w="19326">
                <a:moveTo>
                  <a:pt x="17628" y="1133"/>
                </a:moveTo>
                <a:cubicBezTo>
                  <a:pt x="17939" y="1133"/>
                  <a:pt x="18193" y="1387"/>
                  <a:pt x="18193" y="1701"/>
                </a:cubicBezTo>
                <a:lnTo>
                  <a:pt x="18193" y="11324"/>
                </a:lnTo>
                <a:lnTo>
                  <a:pt x="1133" y="11324"/>
                </a:lnTo>
                <a:lnTo>
                  <a:pt x="1133" y="1701"/>
                </a:lnTo>
                <a:cubicBezTo>
                  <a:pt x="1133" y="1387"/>
                  <a:pt x="1387" y="1133"/>
                  <a:pt x="1701" y="1133"/>
                </a:cubicBezTo>
                <a:close/>
                <a:moveTo>
                  <a:pt x="18193" y="12456"/>
                </a:moveTo>
                <a:lnTo>
                  <a:pt x="18193" y="13024"/>
                </a:lnTo>
                <a:cubicBezTo>
                  <a:pt x="18193" y="13335"/>
                  <a:pt x="17939" y="13588"/>
                  <a:pt x="17628" y="13588"/>
                </a:cubicBezTo>
                <a:lnTo>
                  <a:pt x="1701" y="13588"/>
                </a:lnTo>
                <a:cubicBezTo>
                  <a:pt x="1387" y="13588"/>
                  <a:pt x="1133" y="13335"/>
                  <a:pt x="1133" y="13024"/>
                </a:cubicBezTo>
                <a:lnTo>
                  <a:pt x="1133" y="12456"/>
                </a:lnTo>
                <a:close/>
                <a:moveTo>
                  <a:pt x="11520" y="14720"/>
                </a:moveTo>
                <a:lnTo>
                  <a:pt x="12275" y="16985"/>
                </a:lnTo>
                <a:lnTo>
                  <a:pt x="7051" y="16985"/>
                </a:lnTo>
                <a:lnTo>
                  <a:pt x="7806" y="14720"/>
                </a:lnTo>
                <a:close/>
                <a:moveTo>
                  <a:pt x="1701" y="1"/>
                </a:moveTo>
                <a:cubicBezTo>
                  <a:pt x="762" y="1"/>
                  <a:pt x="1" y="762"/>
                  <a:pt x="1" y="1701"/>
                </a:cubicBezTo>
                <a:lnTo>
                  <a:pt x="1" y="13024"/>
                </a:lnTo>
                <a:cubicBezTo>
                  <a:pt x="1" y="13960"/>
                  <a:pt x="762" y="14720"/>
                  <a:pt x="1701" y="14720"/>
                </a:cubicBezTo>
                <a:lnTo>
                  <a:pt x="6614" y="14720"/>
                </a:lnTo>
                <a:lnTo>
                  <a:pt x="5859" y="16985"/>
                </a:lnTo>
                <a:lnTo>
                  <a:pt x="4002" y="16985"/>
                </a:lnTo>
                <a:cubicBezTo>
                  <a:pt x="3688" y="16985"/>
                  <a:pt x="3437" y="17239"/>
                  <a:pt x="3437" y="17553"/>
                </a:cubicBezTo>
                <a:cubicBezTo>
                  <a:pt x="3437" y="17864"/>
                  <a:pt x="3688" y="18117"/>
                  <a:pt x="4002" y="18117"/>
                </a:cubicBezTo>
                <a:lnTo>
                  <a:pt x="15325" y="18117"/>
                </a:lnTo>
                <a:cubicBezTo>
                  <a:pt x="15639" y="18117"/>
                  <a:pt x="15889" y="17864"/>
                  <a:pt x="15889" y="17553"/>
                </a:cubicBezTo>
                <a:cubicBezTo>
                  <a:pt x="15889" y="17239"/>
                  <a:pt x="15639" y="16985"/>
                  <a:pt x="15325" y="16985"/>
                </a:cubicBezTo>
                <a:lnTo>
                  <a:pt x="13468" y="16985"/>
                </a:lnTo>
                <a:lnTo>
                  <a:pt x="12713" y="14720"/>
                </a:lnTo>
                <a:lnTo>
                  <a:pt x="17628" y="14720"/>
                </a:lnTo>
                <a:cubicBezTo>
                  <a:pt x="18565" y="14720"/>
                  <a:pt x="19325" y="13960"/>
                  <a:pt x="19325" y="13024"/>
                </a:cubicBezTo>
                <a:lnTo>
                  <a:pt x="19325" y="1701"/>
                </a:lnTo>
                <a:cubicBezTo>
                  <a:pt x="19325" y="762"/>
                  <a:pt x="18565" y="1"/>
                  <a:pt x="1762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342" name="Google Shape;10342;p134"/>
          <p:cNvGrpSpPr/>
          <p:nvPr/>
        </p:nvGrpSpPr>
        <p:grpSpPr>
          <a:xfrm>
            <a:off x="6415846" y="3956426"/>
            <a:ext cx="339482" cy="339271"/>
            <a:chOff x="5648900" y="2616600"/>
            <a:chExt cx="482150" cy="481850"/>
          </a:xfrm>
        </p:grpSpPr>
        <p:sp>
          <p:nvSpPr>
            <p:cNvPr id="10343" name="Google Shape;10343;p134"/>
            <p:cNvSpPr/>
            <p:nvPr/>
          </p:nvSpPr>
          <p:spPr>
            <a:xfrm>
              <a:off x="5811500" y="2777025"/>
              <a:ext cx="156875" cy="148275"/>
            </a:xfrm>
            <a:custGeom>
              <a:rect b="b" l="l" r="r" t="t"/>
              <a:pathLst>
                <a:path extrusionOk="0" h="5931" w="6275">
                  <a:moveTo>
                    <a:pt x="3137" y="1265"/>
                  </a:moveTo>
                  <a:lnTo>
                    <a:pt x="4994" y="2615"/>
                  </a:lnTo>
                  <a:lnTo>
                    <a:pt x="4285" y="4798"/>
                  </a:lnTo>
                  <a:lnTo>
                    <a:pt x="1990" y="4798"/>
                  </a:lnTo>
                  <a:lnTo>
                    <a:pt x="1280" y="2615"/>
                  </a:lnTo>
                  <a:lnTo>
                    <a:pt x="3137" y="1265"/>
                  </a:lnTo>
                  <a:close/>
                  <a:moveTo>
                    <a:pt x="3137" y="0"/>
                  </a:moveTo>
                  <a:cubicBezTo>
                    <a:pt x="3020" y="0"/>
                    <a:pt x="2903" y="37"/>
                    <a:pt x="2805" y="109"/>
                  </a:cubicBezTo>
                  <a:lnTo>
                    <a:pt x="281" y="1942"/>
                  </a:lnTo>
                  <a:cubicBezTo>
                    <a:pt x="85" y="2087"/>
                    <a:pt x="0" y="2340"/>
                    <a:pt x="76" y="2573"/>
                  </a:cubicBezTo>
                  <a:lnTo>
                    <a:pt x="1039" y="5541"/>
                  </a:lnTo>
                  <a:cubicBezTo>
                    <a:pt x="1117" y="5773"/>
                    <a:pt x="1335" y="5930"/>
                    <a:pt x="1579" y="5930"/>
                  </a:cubicBezTo>
                  <a:lnTo>
                    <a:pt x="4695" y="5930"/>
                  </a:lnTo>
                  <a:cubicBezTo>
                    <a:pt x="4943" y="5930"/>
                    <a:pt x="5160" y="5773"/>
                    <a:pt x="5236" y="5541"/>
                  </a:cubicBezTo>
                  <a:lnTo>
                    <a:pt x="6199" y="2573"/>
                  </a:lnTo>
                  <a:cubicBezTo>
                    <a:pt x="6275" y="2340"/>
                    <a:pt x="6190" y="2087"/>
                    <a:pt x="5994" y="1942"/>
                  </a:cubicBezTo>
                  <a:lnTo>
                    <a:pt x="3469" y="109"/>
                  </a:lnTo>
                  <a:cubicBezTo>
                    <a:pt x="3371" y="37"/>
                    <a:pt x="3254" y="0"/>
                    <a:pt x="313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44" name="Google Shape;10344;p134"/>
            <p:cNvSpPr/>
            <p:nvPr/>
          </p:nvSpPr>
          <p:spPr>
            <a:xfrm>
              <a:off x="5648900" y="2616600"/>
              <a:ext cx="482150" cy="481850"/>
            </a:xfrm>
            <a:custGeom>
              <a:rect b="b" l="l" r="r" t="t"/>
              <a:pathLst>
                <a:path extrusionOk="0" h="19274" w="19286">
                  <a:moveTo>
                    <a:pt x="9641" y="1133"/>
                  </a:moveTo>
                  <a:cubicBezTo>
                    <a:pt x="9936" y="1133"/>
                    <a:pt x="10230" y="1148"/>
                    <a:pt x="10523" y="1179"/>
                  </a:cubicBezTo>
                  <a:cubicBezTo>
                    <a:pt x="10547" y="1182"/>
                    <a:pt x="10571" y="1185"/>
                    <a:pt x="10595" y="1185"/>
                  </a:cubicBezTo>
                  <a:cubicBezTo>
                    <a:pt x="10641" y="1191"/>
                    <a:pt x="10686" y="1197"/>
                    <a:pt x="10731" y="1203"/>
                  </a:cubicBezTo>
                  <a:cubicBezTo>
                    <a:pt x="10958" y="1230"/>
                    <a:pt x="11181" y="1269"/>
                    <a:pt x="11402" y="1314"/>
                  </a:cubicBezTo>
                  <a:lnTo>
                    <a:pt x="11501" y="1622"/>
                  </a:lnTo>
                  <a:lnTo>
                    <a:pt x="9644" y="2969"/>
                  </a:lnTo>
                  <a:lnTo>
                    <a:pt x="7787" y="1622"/>
                  </a:lnTo>
                  <a:lnTo>
                    <a:pt x="7887" y="1314"/>
                  </a:lnTo>
                  <a:cubicBezTo>
                    <a:pt x="8038" y="1281"/>
                    <a:pt x="8192" y="1254"/>
                    <a:pt x="8349" y="1230"/>
                  </a:cubicBezTo>
                  <a:lnTo>
                    <a:pt x="8352" y="1230"/>
                  </a:lnTo>
                  <a:cubicBezTo>
                    <a:pt x="8418" y="1221"/>
                    <a:pt x="8488" y="1209"/>
                    <a:pt x="8554" y="1203"/>
                  </a:cubicBezTo>
                  <a:cubicBezTo>
                    <a:pt x="8606" y="1194"/>
                    <a:pt x="8660" y="1188"/>
                    <a:pt x="8714" y="1185"/>
                  </a:cubicBezTo>
                  <a:lnTo>
                    <a:pt x="8760" y="1179"/>
                  </a:lnTo>
                  <a:cubicBezTo>
                    <a:pt x="9053" y="1148"/>
                    <a:pt x="9347" y="1133"/>
                    <a:pt x="9641" y="1133"/>
                  </a:cubicBezTo>
                  <a:close/>
                  <a:moveTo>
                    <a:pt x="2591" y="5394"/>
                  </a:moveTo>
                  <a:lnTo>
                    <a:pt x="3300" y="7577"/>
                  </a:lnTo>
                  <a:lnTo>
                    <a:pt x="1444" y="8926"/>
                  </a:lnTo>
                  <a:lnTo>
                    <a:pt x="1184" y="8736"/>
                  </a:lnTo>
                  <a:cubicBezTo>
                    <a:pt x="1187" y="8700"/>
                    <a:pt x="1193" y="8661"/>
                    <a:pt x="1199" y="8621"/>
                  </a:cubicBezTo>
                  <a:cubicBezTo>
                    <a:pt x="1202" y="8594"/>
                    <a:pt x="1205" y="8567"/>
                    <a:pt x="1208" y="8540"/>
                  </a:cubicBezTo>
                  <a:cubicBezTo>
                    <a:pt x="1211" y="8498"/>
                    <a:pt x="1220" y="8455"/>
                    <a:pt x="1226" y="8413"/>
                  </a:cubicBezTo>
                  <a:cubicBezTo>
                    <a:pt x="1229" y="8383"/>
                    <a:pt x="1232" y="8353"/>
                    <a:pt x="1238" y="8326"/>
                  </a:cubicBezTo>
                  <a:cubicBezTo>
                    <a:pt x="1244" y="8286"/>
                    <a:pt x="1250" y="8247"/>
                    <a:pt x="1256" y="8208"/>
                  </a:cubicBezTo>
                  <a:cubicBezTo>
                    <a:pt x="1265" y="8169"/>
                    <a:pt x="1268" y="8141"/>
                    <a:pt x="1274" y="8108"/>
                  </a:cubicBezTo>
                  <a:cubicBezTo>
                    <a:pt x="1280" y="8075"/>
                    <a:pt x="1290" y="8036"/>
                    <a:pt x="1296" y="7999"/>
                  </a:cubicBezTo>
                  <a:cubicBezTo>
                    <a:pt x="1302" y="7966"/>
                    <a:pt x="1308" y="7930"/>
                    <a:pt x="1317" y="7894"/>
                  </a:cubicBezTo>
                  <a:cubicBezTo>
                    <a:pt x="1323" y="7861"/>
                    <a:pt x="1332" y="7824"/>
                    <a:pt x="1338" y="7791"/>
                  </a:cubicBezTo>
                  <a:cubicBezTo>
                    <a:pt x="1347" y="7755"/>
                    <a:pt x="1356" y="7719"/>
                    <a:pt x="1362" y="7682"/>
                  </a:cubicBezTo>
                  <a:cubicBezTo>
                    <a:pt x="1371" y="7649"/>
                    <a:pt x="1380" y="7613"/>
                    <a:pt x="1389" y="7577"/>
                  </a:cubicBezTo>
                  <a:cubicBezTo>
                    <a:pt x="1398" y="7541"/>
                    <a:pt x="1407" y="7510"/>
                    <a:pt x="1413" y="7477"/>
                  </a:cubicBezTo>
                  <a:cubicBezTo>
                    <a:pt x="1425" y="7441"/>
                    <a:pt x="1434" y="7399"/>
                    <a:pt x="1447" y="7359"/>
                  </a:cubicBezTo>
                  <a:cubicBezTo>
                    <a:pt x="1456" y="7332"/>
                    <a:pt x="1462" y="7305"/>
                    <a:pt x="1471" y="7278"/>
                  </a:cubicBezTo>
                  <a:cubicBezTo>
                    <a:pt x="1483" y="7233"/>
                    <a:pt x="1495" y="7187"/>
                    <a:pt x="1510" y="7142"/>
                  </a:cubicBezTo>
                  <a:cubicBezTo>
                    <a:pt x="1516" y="7124"/>
                    <a:pt x="1522" y="7106"/>
                    <a:pt x="1528" y="7085"/>
                  </a:cubicBezTo>
                  <a:cubicBezTo>
                    <a:pt x="1546" y="7030"/>
                    <a:pt x="1561" y="6976"/>
                    <a:pt x="1579" y="6925"/>
                  </a:cubicBezTo>
                  <a:lnTo>
                    <a:pt x="1588" y="6900"/>
                  </a:lnTo>
                  <a:cubicBezTo>
                    <a:pt x="1767" y="6375"/>
                    <a:pt x="1996" y="5871"/>
                    <a:pt x="2274" y="5394"/>
                  </a:cubicBezTo>
                  <a:close/>
                  <a:moveTo>
                    <a:pt x="17012" y="5394"/>
                  </a:moveTo>
                  <a:cubicBezTo>
                    <a:pt x="17253" y="5813"/>
                    <a:pt x="17462" y="6257"/>
                    <a:pt x="17628" y="6713"/>
                  </a:cubicBezTo>
                  <a:lnTo>
                    <a:pt x="17628" y="6719"/>
                  </a:lnTo>
                  <a:cubicBezTo>
                    <a:pt x="17649" y="6774"/>
                    <a:pt x="17670" y="6831"/>
                    <a:pt x="17688" y="6888"/>
                  </a:cubicBezTo>
                  <a:cubicBezTo>
                    <a:pt x="17694" y="6906"/>
                    <a:pt x="17700" y="6922"/>
                    <a:pt x="17706" y="6937"/>
                  </a:cubicBezTo>
                  <a:cubicBezTo>
                    <a:pt x="17721" y="6982"/>
                    <a:pt x="17736" y="7027"/>
                    <a:pt x="17749" y="7072"/>
                  </a:cubicBezTo>
                  <a:cubicBezTo>
                    <a:pt x="17758" y="7103"/>
                    <a:pt x="17767" y="7130"/>
                    <a:pt x="17776" y="7157"/>
                  </a:cubicBezTo>
                  <a:cubicBezTo>
                    <a:pt x="17788" y="7196"/>
                    <a:pt x="17797" y="7230"/>
                    <a:pt x="17809" y="7266"/>
                  </a:cubicBezTo>
                  <a:cubicBezTo>
                    <a:pt x="17818" y="7305"/>
                    <a:pt x="17830" y="7341"/>
                    <a:pt x="17839" y="7377"/>
                  </a:cubicBezTo>
                  <a:cubicBezTo>
                    <a:pt x="17848" y="7408"/>
                    <a:pt x="17857" y="7438"/>
                    <a:pt x="17863" y="7468"/>
                  </a:cubicBezTo>
                  <a:cubicBezTo>
                    <a:pt x="17875" y="7510"/>
                    <a:pt x="17887" y="7553"/>
                    <a:pt x="17896" y="7598"/>
                  </a:cubicBezTo>
                  <a:lnTo>
                    <a:pt x="17915" y="7673"/>
                  </a:lnTo>
                  <a:cubicBezTo>
                    <a:pt x="17927" y="7722"/>
                    <a:pt x="17936" y="7767"/>
                    <a:pt x="17948" y="7812"/>
                  </a:cubicBezTo>
                  <a:lnTo>
                    <a:pt x="17963" y="7885"/>
                  </a:lnTo>
                  <a:cubicBezTo>
                    <a:pt x="17972" y="7933"/>
                    <a:pt x="17981" y="7978"/>
                    <a:pt x="17990" y="8027"/>
                  </a:cubicBezTo>
                  <a:cubicBezTo>
                    <a:pt x="17996" y="8051"/>
                    <a:pt x="18002" y="8075"/>
                    <a:pt x="18005" y="8099"/>
                  </a:cubicBezTo>
                  <a:cubicBezTo>
                    <a:pt x="18014" y="8144"/>
                    <a:pt x="18020" y="8193"/>
                    <a:pt x="18029" y="8238"/>
                  </a:cubicBezTo>
                  <a:cubicBezTo>
                    <a:pt x="18032" y="8265"/>
                    <a:pt x="18038" y="8289"/>
                    <a:pt x="18041" y="8317"/>
                  </a:cubicBezTo>
                  <a:cubicBezTo>
                    <a:pt x="18050" y="8362"/>
                    <a:pt x="18057" y="8404"/>
                    <a:pt x="18063" y="8449"/>
                  </a:cubicBezTo>
                  <a:cubicBezTo>
                    <a:pt x="18066" y="8477"/>
                    <a:pt x="18069" y="8507"/>
                    <a:pt x="18075" y="8534"/>
                  </a:cubicBezTo>
                  <a:cubicBezTo>
                    <a:pt x="18078" y="8576"/>
                    <a:pt x="18084" y="8621"/>
                    <a:pt x="18090" y="8664"/>
                  </a:cubicBezTo>
                  <a:cubicBezTo>
                    <a:pt x="18093" y="8688"/>
                    <a:pt x="18096" y="8712"/>
                    <a:pt x="18096" y="8739"/>
                  </a:cubicBezTo>
                  <a:lnTo>
                    <a:pt x="17836" y="8926"/>
                  </a:lnTo>
                  <a:lnTo>
                    <a:pt x="15979" y="7580"/>
                  </a:lnTo>
                  <a:lnTo>
                    <a:pt x="16689" y="5397"/>
                  </a:lnTo>
                  <a:lnTo>
                    <a:pt x="17012" y="5394"/>
                  </a:lnTo>
                  <a:close/>
                  <a:moveTo>
                    <a:pt x="5722" y="15029"/>
                  </a:moveTo>
                  <a:lnTo>
                    <a:pt x="6432" y="17212"/>
                  </a:lnTo>
                  <a:lnTo>
                    <a:pt x="6172" y="17402"/>
                  </a:lnTo>
                  <a:cubicBezTo>
                    <a:pt x="5091" y="16916"/>
                    <a:pt x="4125" y="16209"/>
                    <a:pt x="3331" y="15331"/>
                  </a:cubicBezTo>
                  <a:lnTo>
                    <a:pt x="3427" y="15029"/>
                  </a:lnTo>
                  <a:close/>
                  <a:moveTo>
                    <a:pt x="15855" y="15029"/>
                  </a:moveTo>
                  <a:lnTo>
                    <a:pt x="15952" y="15331"/>
                  </a:lnTo>
                  <a:cubicBezTo>
                    <a:pt x="15158" y="16209"/>
                    <a:pt x="14192" y="16916"/>
                    <a:pt x="13111" y="17402"/>
                  </a:cubicBezTo>
                  <a:lnTo>
                    <a:pt x="12851" y="17212"/>
                  </a:lnTo>
                  <a:lnTo>
                    <a:pt x="13561" y="15029"/>
                  </a:lnTo>
                  <a:close/>
                  <a:moveTo>
                    <a:pt x="6571" y="1707"/>
                  </a:moveTo>
                  <a:cubicBezTo>
                    <a:pt x="6516" y="1927"/>
                    <a:pt x="6604" y="2160"/>
                    <a:pt x="6788" y="2296"/>
                  </a:cubicBezTo>
                  <a:lnTo>
                    <a:pt x="9309" y="4129"/>
                  </a:lnTo>
                  <a:cubicBezTo>
                    <a:pt x="9409" y="4199"/>
                    <a:pt x="9526" y="4235"/>
                    <a:pt x="9643" y="4235"/>
                  </a:cubicBezTo>
                  <a:cubicBezTo>
                    <a:pt x="9760" y="4235"/>
                    <a:pt x="9877" y="4199"/>
                    <a:pt x="9976" y="4129"/>
                  </a:cubicBezTo>
                  <a:lnTo>
                    <a:pt x="12498" y="2296"/>
                  </a:lnTo>
                  <a:cubicBezTo>
                    <a:pt x="12682" y="2160"/>
                    <a:pt x="12769" y="1927"/>
                    <a:pt x="12715" y="1707"/>
                  </a:cubicBezTo>
                  <a:lnTo>
                    <a:pt x="12715" y="1707"/>
                  </a:lnTo>
                  <a:cubicBezTo>
                    <a:pt x="14089" y="2241"/>
                    <a:pt x="15300" y="3123"/>
                    <a:pt x="16230" y="4264"/>
                  </a:cubicBezTo>
                  <a:cubicBezTo>
                    <a:pt x="16003" y="4283"/>
                    <a:pt x="15813" y="4437"/>
                    <a:pt x="15744" y="4651"/>
                  </a:cubicBezTo>
                  <a:lnTo>
                    <a:pt x="14777" y="7616"/>
                  </a:lnTo>
                  <a:cubicBezTo>
                    <a:pt x="14702" y="7852"/>
                    <a:pt x="14786" y="8105"/>
                    <a:pt x="14986" y="8250"/>
                  </a:cubicBezTo>
                  <a:lnTo>
                    <a:pt x="17507" y="10083"/>
                  </a:lnTo>
                  <a:cubicBezTo>
                    <a:pt x="17605" y="10155"/>
                    <a:pt x="17721" y="10192"/>
                    <a:pt x="17838" y="10192"/>
                  </a:cubicBezTo>
                  <a:cubicBezTo>
                    <a:pt x="17940" y="10192"/>
                    <a:pt x="18043" y="10164"/>
                    <a:pt x="18135" y="10107"/>
                  </a:cubicBezTo>
                  <a:lnTo>
                    <a:pt x="18135" y="10107"/>
                  </a:lnTo>
                  <a:cubicBezTo>
                    <a:pt x="18053" y="11581"/>
                    <a:pt x="17592" y="13006"/>
                    <a:pt x="16788" y="14244"/>
                  </a:cubicBezTo>
                  <a:cubicBezTo>
                    <a:pt x="16701" y="14032"/>
                    <a:pt x="16495" y="13896"/>
                    <a:pt x="16269" y="13896"/>
                  </a:cubicBezTo>
                  <a:lnTo>
                    <a:pt x="13150" y="13896"/>
                  </a:lnTo>
                  <a:cubicBezTo>
                    <a:pt x="12905" y="13896"/>
                    <a:pt x="12688" y="14053"/>
                    <a:pt x="12612" y="14289"/>
                  </a:cubicBezTo>
                  <a:lnTo>
                    <a:pt x="11649" y="17254"/>
                  </a:lnTo>
                  <a:cubicBezTo>
                    <a:pt x="11577" y="17471"/>
                    <a:pt x="11646" y="17710"/>
                    <a:pt x="11818" y="17858"/>
                  </a:cubicBezTo>
                  <a:cubicBezTo>
                    <a:pt x="11106" y="18045"/>
                    <a:pt x="10374" y="18139"/>
                    <a:pt x="9643" y="18139"/>
                  </a:cubicBezTo>
                  <a:cubicBezTo>
                    <a:pt x="8911" y="18139"/>
                    <a:pt x="8180" y="18045"/>
                    <a:pt x="7467" y="17858"/>
                  </a:cubicBezTo>
                  <a:cubicBezTo>
                    <a:pt x="7639" y="17710"/>
                    <a:pt x="7709" y="17471"/>
                    <a:pt x="7636" y="17254"/>
                  </a:cubicBezTo>
                  <a:lnTo>
                    <a:pt x="6673" y="14289"/>
                  </a:lnTo>
                  <a:cubicBezTo>
                    <a:pt x="6598" y="14053"/>
                    <a:pt x="6380" y="13896"/>
                    <a:pt x="6136" y="13896"/>
                  </a:cubicBezTo>
                  <a:lnTo>
                    <a:pt x="3020" y="13896"/>
                  </a:lnTo>
                  <a:cubicBezTo>
                    <a:pt x="2790" y="13896"/>
                    <a:pt x="2585" y="14032"/>
                    <a:pt x="2497" y="14244"/>
                  </a:cubicBezTo>
                  <a:cubicBezTo>
                    <a:pt x="1694" y="13006"/>
                    <a:pt x="1229" y="11581"/>
                    <a:pt x="1151" y="10107"/>
                  </a:cubicBezTo>
                  <a:lnTo>
                    <a:pt x="1151" y="10107"/>
                  </a:lnTo>
                  <a:cubicBezTo>
                    <a:pt x="1240" y="10163"/>
                    <a:pt x="1342" y="10191"/>
                    <a:pt x="1443" y="10191"/>
                  </a:cubicBezTo>
                  <a:cubicBezTo>
                    <a:pt x="1560" y="10191"/>
                    <a:pt x="1677" y="10154"/>
                    <a:pt x="1776" y="10083"/>
                  </a:cubicBezTo>
                  <a:lnTo>
                    <a:pt x="4300" y="8250"/>
                  </a:lnTo>
                  <a:cubicBezTo>
                    <a:pt x="4496" y="8105"/>
                    <a:pt x="4581" y="7852"/>
                    <a:pt x="4505" y="7616"/>
                  </a:cubicBezTo>
                  <a:lnTo>
                    <a:pt x="3542" y="4654"/>
                  </a:lnTo>
                  <a:cubicBezTo>
                    <a:pt x="3473" y="4440"/>
                    <a:pt x="3279" y="4286"/>
                    <a:pt x="3053" y="4264"/>
                  </a:cubicBezTo>
                  <a:cubicBezTo>
                    <a:pt x="3986" y="3123"/>
                    <a:pt x="5197" y="2241"/>
                    <a:pt x="6568" y="1707"/>
                  </a:cubicBezTo>
                  <a:close/>
                  <a:moveTo>
                    <a:pt x="9641" y="1"/>
                  </a:moveTo>
                  <a:cubicBezTo>
                    <a:pt x="9566" y="1"/>
                    <a:pt x="9490" y="1"/>
                    <a:pt x="9412" y="4"/>
                  </a:cubicBezTo>
                  <a:lnTo>
                    <a:pt x="9394" y="4"/>
                  </a:lnTo>
                  <a:cubicBezTo>
                    <a:pt x="9318" y="7"/>
                    <a:pt x="9246" y="7"/>
                    <a:pt x="9173" y="13"/>
                  </a:cubicBezTo>
                  <a:lnTo>
                    <a:pt x="9137" y="13"/>
                  </a:lnTo>
                  <a:cubicBezTo>
                    <a:pt x="9077" y="16"/>
                    <a:pt x="9019" y="19"/>
                    <a:pt x="8959" y="22"/>
                  </a:cubicBezTo>
                  <a:lnTo>
                    <a:pt x="8908" y="25"/>
                  </a:lnTo>
                  <a:cubicBezTo>
                    <a:pt x="8850" y="31"/>
                    <a:pt x="8790" y="37"/>
                    <a:pt x="8732" y="40"/>
                  </a:cubicBezTo>
                  <a:lnTo>
                    <a:pt x="8630" y="52"/>
                  </a:lnTo>
                  <a:lnTo>
                    <a:pt x="8551" y="61"/>
                  </a:lnTo>
                  <a:cubicBezTo>
                    <a:pt x="8476" y="67"/>
                    <a:pt x="8400" y="76"/>
                    <a:pt x="8325" y="88"/>
                  </a:cubicBezTo>
                  <a:lnTo>
                    <a:pt x="8313" y="88"/>
                  </a:lnTo>
                  <a:cubicBezTo>
                    <a:pt x="3965" y="695"/>
                    <a:pt x="574" y="4162"/>
                    <a:pt x="67" y="8522"/>
                  </a:cubicBezTo>
                  <a:lnTo>
                    <a:pt x="67" y="8525"/>
                  </a:lnTo>
                  <a:lnTo>
                    <a:pt x="67" y="8537"/>
                  </a:lnTo>
                  <a:cubicBezTo>
                    <a:pt x="61" y="8609"/>
                    <a:pt x="52" y="8685"/>
                    <a:pt x="46" y="8760"/>
                  </a:cubicBezTo>
                  <a:cubicBezTo>
                    <a:pt x="42" y="8794"/>
                    <a:pt x="39" y="8827"/>
                    <a:pt x="36" y="8860"/>
                  </a:cubicBezTo>
                  <a:cubicBezTo>
                    <a:pt x="33" y="8893"/>
                    <a:pt x="33" y="8920"/>
                    <a:pt x="30" y="8951"/>
                  </a:cubicBezTo>
                  <a:lnTo>
                    <a:pt x="30" y="8966"/>
                  </a:lnTo>
                  <a:cubicBezTo>
                    <a:pt x="30" y="8969"/>
                    <a:pt x="30" y="8972"/>
                    <a:pt x="30" y="8975"/>
                  </a:cubicBezTo>
                  <a:cubicBezTo>
                    <a:pt x="15" y="9195"/>
                    <a:pt x="6" y="9416"/>
                    <a:pt x="6" y="9636"/>
                  </a:cubicBezTo>
                  <a:cubicBezTo>
                    <a:pt x="0" y="12000"/>
                    <a:pt x="870" y="14286"/>
                    <a:pt x="2449" y="16046"/>
                  </a:cubicBezTo>
                  <a:lnTo>
                    <a:pt x="2458" y="16055"/>
                  </a:lnTo>
                  <a:cubicBezTo>
                    <a:pt x="2576" y="16191"/>
                    <a:pt x="2703" y="16321"/>
                    <a:pt x="2829" y="16451"/>
                  </a:cubicBezTo>
                  <a:lnTo>
                    <a:pt x="2860" y="16478"/>
                  </a:lnTo>
                  <a:lnTo>
                    <a:pt x="2866" y="16484"/>
                  </a:lnTo>
                  <a:cubicBezTo>
                    <a:pt x="2932" y="16551"/>
                    <a:pt x="2999" y="16617"/>
                    <a:pt x="3068" y="16680"/>
                  </a:cubicBezTo>
                  <a:lnTo>
                    <a:pt x="3077" y="16689"/>
                  </a:lnTo>
                  <a:cubicBezTo>
                    <a:pt x="4927" y="18412"/>
                    <a:pt x="7285" y="19274"/>
                    <a:pt x="9643" y="19274"/>
                  </a:cubicBezTo>
                  <a:cubicBezTo>
                    <a:pt x="12000" y="19274"/>
                    <a:pt x="14357" y="18413"/>
                    <a:pt x="16206" y="16692"/>
                  </a:cubicBezTo>
                  <a:lnTo>
                    <a:pt x="16224" y="16677"/>
                  </a:lnTo>
                  <a:cubicBezTo>
                    <a:pt x="16287" y="16620"/>
                    <a:pt x="16351" y="16560"/>
                    <a:pt x="16411" y="16496"/>
                  </a:cubicBezTo>
                  <a:lnTo>
                    <a:pt x="16435" y="16475"/>
                  </a:lnTo>
                  <a:lnTo>
                    <a:pt x="16459" y="16451"/>
                  </a:lnTo>
                  <a:cubicBezTo>
                    <a:pt x="16583" y="16324"/>
                    <a:pt x="16704" y="16197"/>
                    <a:pt x="16822" y="16067"/>
                  </a:cubicBezTo>
                  <a:lnTo>
                    <a:pt x="16861" y="16025"/>
                  </a:lnTo>
                  <a:cubicBezTo>
                    <a:pt x="16912" y="15965"/>
                    <a:pt x="16963" y="15907"/>
                    <a:pt x="17015" y="15847"/>
                  </a:cubicBezTo>
                  <a:lnTo>
                    <a:pt x="17030" y="15829"/>
                  </a:lnTo>
                  <a:lnTo>
                    <a:pt x="17036" y="15823"/>
                  </a:lnTo>
                  <a:cubicBezTo>
                    <a:pt x="18491" y="14090"/>
                    <a:pt x="19285" y="11898"/>
                    <a:pt x="19279" y="9636"/>
                  </a:cubicBezTo>
                  <a:cubicBezTo>
                    <a:pt x="19279" y="9413"/>
                    <a:pt x="19270" y="9189"/>
                    <a:pt x="19255" y="8969"/>
                  </a:cubicBezTo>
                  <a:cubicBezTo>
                    <a:pt x="19255" y="8969"/>
                    <a:pt x="19255" y="8969"/>
                    <a:pt x="19255" y="8966"/>
                  </a:cubicBezTo>
                  <a:lnTo>
                    <a:pt x="19255" y="8963"/>
                  </a:lnTo>
                  <a:cubicBezTo>
                    <a:pt x="19252" y="8923"/>
                    <a:pt x="19249" y="8881"/>
                    <a:pt x="19246" y="8842"/>
                  </a:cubicBezTo>
                  <a:lnTo>
                    <a:pt x="19243" y="8788"/>
                  </a:lnTo>
                  <a:cubicBezTo>
                    <a:pt x="18848" y="4319"/>
                    <a:pt x="15421" y="714"/>
                    <a:pt x="10976" y="92"/>
                  </a:cubicBezTo>
                  <a:lnTo>
                    <a:pt x="10946" y="85"/>
                  </a:lnTo>
                  <a:cubicBezTo>
                    <a:pt x="10879" y="76"/>
                    <a:pt x="10810" y="70"/>
                    <a:pt x="10740" y="61"/>
                  </a:cubicBezTo>
                  <a:lnTo>
                    <a:pt x="10650" y="52"/>
                  </a:lnTo>
                  <a:lnTo>
                    <a:pt x="10553" y="40"/>
                  </a:lnTo>
                  <a:cubicBezTo>
                    <a:pt x="10496" y="37"/>
                    <a:pt x="10435" y="31"/>
                    <a:pt x="10375" y="25"/>
                  </a:cubicBezTo>
                  <a:lnTo>
                    <a:pt x="10327" y="22"/>
                  </a:lnTo>
                  <a:cubicBezTo>
                    <a:pt x="10266" y="19"/>
                    <a:pt x="10206" y="16"/>
                    <a:pt x="10146" y="13"/>
                  </a:cubicBezTo>
                  <a:lnTo>
                    <a:pt x="10112" y="13"/>
                  </a:lnTo>
                  <a:cubicBezTo>
                    <a:pt x="10040" y="7"/>
                    <a:pt x="9964" y="4"/>
                    <a:pt x="9892" y="4"/>
                  </a:cubicBezTo>
                  <a:lnTo>
                    <a:pt x="9871" y="4"/>
                  </a:lnTo>
                  <a:cubicBezTo>
                    <a:pt x="9795" y="1"/>
                    <a:pt x="9720" y="1"/>
                    <a:pt x="964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345" name="Google Shape;10345;p134"/>
          <p:cNvGrpSpPr/>
          <p:nvPr/>
        </p:nvGrpSpPr>
        <p:grpSpPr>
          <a:xfrm>
            <a:off x="4735130" y="3963142"/>
            <a:ext cx="325626" cy="325694"/>
            <a:chOff x="6242825" y="2615925"/>
            <a:chExt cx="483125" cy="483225"/>
          </a:xfrm>
        </p:grpSpPr>
        <p:sp>
          <p:nvSpPr>
            <p:cNvPr id="10346" name="Google Shape;10346;p134"/>
            <p:cNvSpPr/>
            <p:nvPr/>
          </p:nvSpPr>
          <p:spPr>
            <a:xfrm>
              <a:off x="6242825" y="2672550"/>
              <a:ext cx="483125" cy="426600"/>
            </a:xfrm>
            <a:custGeom>
              <a:rect b="b" l="l" r="r" t="t"/>
              <a:pathLst>
                <a:path extrusionOk="0" h="17064" w="19325">
                  <a:moveTo>
                    <a:pt x="10230" y="2331"/>
                  </a:moveTo>
                  <a:cubicBezTo>
                    <a:pt x="11387" y="2603"/>
                    <a:pt x="12437" y="3687"/>
                    <a:pt x="13056" y="5299"/>
                  </a:cubicBezTo>
                  <a:cubicBezTo>
                    <a:pt x="13144" y="5524"/>
                    <a:pt x="13357" y="5662"/>
                    <a:pt x="13583" y="5662"/>
                  </a:cubicBezTo>
                  <a:cubicBezTo>
                    <a:pt x="13652" y="5662"/>
                    <a:pt x="13722" y="5649"/>
                    <a:pt x="13790" y="5623"/>
                  </a:cubicBezTo>
                  <a:cubicBezTo>
                    <a:pt x="14083" y="5511"/>
                    <a:pt x="14228" y="5185"/>
                    <a:pt x="14113" y="4892"/>
                  </a:cubicBezTo>
                  <a:cubicBezTo>
                    <a:pt x="13790" y="4049"/>
                    <a:pt x="13349" y="3307"/>
                    <a:pt x="12830" y="2712"/>
                  </a:cubicBezTo>
                  <a:lnTo>
                    <a:pt x="12830" y="2712"/>
                  </a:lnTo>
                  <a:cubicBezTo>
                    <a:pt x="13911" y="3029"/>
                    <a:pt x="14901" y="3512"/>
                    <a:pt x="15750" y="4143"/>
                  </a:cubicBezTo>
                  <a:cubicBezTo>
                    <a:pt x="16882" y="4988"/>
                    <a:pt x="17649" y="6024"/>
                    <a:pt x="17990" y="7147"/>
                  </a:cubicBezTo>
                  <a:cubicBezTo>
                    <a:pt x="17519" y="6915"/>
                    <a:pt x="17000" y="6794"/>
                    <a:pt x="16476" y="6794"/>
                  </a:cubicBezTo>
                  <a:cubicBezTo>
                    <a:pt x="16469" y="6794"/>
                    <a:pt x="16463" y="6794"/>
                    <a:pt x="16456" y="6794"/>
                  </a:cubicBezTo>
                  <a:cubicBezTo>
                    <a:pt x="15729" y="6794"/>
                    <a:pt x="15040" y="7012"/>
                    <a:pt x="14515" y="7404"/>
                  </a:cubicBezTo>
                  <a:cubicBezTo>
                    <a:pt x="14400" y="7492"/>
                    <a:pt x="14291" y="7588"/>
                    <a:pt x="14192" y="7694"/>
                  </a:cubicBezTo>
                  <a:cubicBezTo>
                    <a:pt x="14092" y="7588"/>
                    <a:pt x="13983" y="7492"/>
                    <a:pt x="13869" y="7404"/>
                  </a:cubicBezTo>
                  <a:cubicBezTo>
                    <a:pt x="13343" y="7012"/>
                    <a:pt x="12655" y="6794"/>
                    <a:pt x="11927" y="6794"/>
                  </a:cubicBezTo>
                  <a:cubicBezTo>
                    <a:pt x="11199" y="6794"/>
                    <a:pt x="10511" y="7012"/>
                    <a:pt x="9986" y="7404"/>
                  </a:cubicBezTo>
                  <a:cubicBezTo>
                    <a:pt x="9871" y="7492"/>
                    <a:pt x="9762" y="7588"/>
                    <a:pt x="9662" y="7694"/>
                  </a:cubicBezTo>
                  <a:cubicBezTo>
                    <a:pt x="9563" y="7588"/>
                    <a:pt x="9454" y="7492"/>
                    <a:pt x="9339" y="7404"/>
                  </a:cubicBezTo>
                  <a:cubicBezTo>
                    <a:pt x="8814" y="7012"/>
                    <a:pt x="8126" y="6794"/>
                    <a:pt x="7398" y="6794"/>
                  </a:cubicBezTo>
                  <a:cubicBezTo>
                    <a:pt x="6670" y="6794"/>
                    <a:pt x="5982" y="7012"/>
                    <a:pt x="5456" y="7404"/>
                  </a:cubicBezTo>
                  <a:cubicBezTo>
                    <a:pt x="5342" y="7492"/>
                    <a:pt x="5233" y="7588"/>
                    <a:pt x="5133" y="7694"/>
                  </a:cubicBezTo>
                  <a:cubicBezTo>
                    <a:pt x="5034" y="7588"/>
                    <a:pt x="4925" y="7492"/>
                    <a:pt x="4810" y="7404"/>
                  </a:cubicBezTo>
                  <a:cubicBezTo>
                    <a:pt x="4285" y="7012"/>
                    <a:pt x="3596" y="6794"/>
                    <a:pt x="2869" y="6794"/>
                  </a:cubicBezTo>
                  <a:cubicBezTo>
                    <a:pt x="2862" y="6794"/>
                    <a:pt x="2856" y="6794"/>
                    <a:pt x="2849" y="6794"/>
                  </a:cubicBezTo>
                  <a:cubicBezTo>
                    <a:pt x="2324" y="6794"/>
                    <a:pt x="1806" y="6915"/>
                    <a:pt x="1335" y="7147"/>
                  </a:cubicBezTo>
                  <a:cubicBezTo>
                    <a:pt x="1676" y="6024"/>
                    <a:pt x="2443" y="4988"/>
                    <a:pt x="3578" y="4143"/>
                  </a:cubicBezTo>
                  <a:cubicBezTo>
                    <a:pt x="4424" y="3512"/>
                    <a:pt x="5414" y="3029"/>
                    <a:pt x="6498" y="2712"/>
                  </a:cubicBezTo>
                  <a:lnTo>
                    <a:pt x="6498" y="2712"/>
                  </a:lnTo>
                  <a:cubicBezTo>
                    <a:pt x="5976" y="3307"/>
                    <a:pt x="5538" y="4049"/>
                    <a:pt x="5212" y="4892"/>
                  </a:cubicBezTo>
                  <a:cubicBezTo>
                    <a:pt x="5097" y="5185"/>
                    <a:pt x="5245" y="5511"/>
                    <a:pt x="5535" y="5623"/>
                  </a:cubicBezTo>
                  <a:cubicBezTo>
                    <a:pt x="5603" y="5649"/>
                    <a:pt x="5673" y="5662"/>
                    <a:pt x="5742" y="5662"/>
                  </a:cubicBezTo>
                  <a:cubicBezTo>
                    <a:pt x="5968" y="5662"/>
                    <a:pt x="6181" y="5524"/>
                    <a:pt x="6269" y="5299"/>
                  </a:cubicBezTo>
                  <a:cubicBezTo>
                    <a:pt x="6891" y="3687"/>
                    <a:pt x="7941" y="2603"/>
                    <a:pt x="9098" y="2331"/>
                  </a:cubicBezTo>
                  <a:lnTo>
                    <a:pt x="9098" y="5097"/>
                  </a:lnTo>
                  <a:cubicBezTo>
                    <a:pt x="9098" y="5408"/>
                    <a:pt x="9351" y="5662"/>
                    <a:pt x="9662" y="5662"/>
                  </a:cubicBezTo>
                  <a:cubicBezTo>
                    <a:pt x="9976" y="5662"/>
                    <a:pt x="10230" y="5408"/>
                    <a:pt x="10230" y="5097"/>
                  </a:cubicBezTo>
                  <a:lnTo>
                    <a:pt x="10230" y="2331"/>
                  </a:lnTo>
                  <a:close/>
                  <a:moveTo>
                    <a:pt x="9662" y="0"/>
                  </a:moveTo>
                  <a:cubicBezTo>
                    <a:pt x="9348" y="0"/>
                    <a:pt x="9098" y="254"/>
                    <a:pt x="9098" y="568"/>
                  </a:cubicBezTo>
                  <a:lnTo>
                    <a:pt x="9098" y="1145"/>
                  </a:lnTo>
                  <a:cubicBezTo>
                    <a:pt x="6764" y="1247"/>
                    <a:pt x="4584" y="1981"/>
                    <a:pt x="2899" y="3234"/>
                  </a:cubicBezTo>
                  <a:cubicBezTo>
                    <a:pt x="1030" y="4629"/>
                    <a:pt x="0" y="6495"/>
                    <a:pt x="0" y="8494"/>
                  </a:cubicBezTo>
                  <a:lnTo>
                    <a:pt x="0" y="9059"/>
                  </a:lnTo>
                  <a:cubicBezTo>
                    <a:pt x="0" y="9373"/>
                    <a:pt x="254" y="9626"/>
                    <a:pt x="568" y="9626"/>
                  </a:cubicBezTo>
                  <a:cubicBezTo>
                    <a:pt x="879" y="9626"/>
                    <a:pt x="1133" y="9373"/>
                    <a:pt x="1133" y="9059"/>
                  </a:cubicBezTo>
                  <a:cubicBezTo>
                    <a:pt x="1133" y="8455"/>
                    <a:pt x="1945" y="7926"/>
                    <a:pt x="2869" y="7926"/>
                  </a:cubicBezTo>
                  <a:cubicBezTo>
                    <a:pt x="3793" y="7926"/>
                    <a:pt x="4569" y="8446"/>
                    <a:pt x="4569" y="9059"/>
                  </a:cubicBezTo>
                  <a:cubicBezTo>
                    <a:pt x="4569" y="9373"/>
                    <a:pt x="4819" y="9623"/>
                    <a:pt x="5133" y="9623"/>
                  </a:cubicBezTo>
                  <a:cubicBezTo>
                    <a:pt x="5447" y="9623"/>
                    <a:pt x="5701" y="9373"/>
                    <a:pt x="5701" y="9059"/>
                  </a:cubicBezTo>
                  <a:cubicBezTo>
                    <a:pt x="5701" y="8446"/>
                    <a:pt x="6477" y="7926"/>
                    <a:pt x="7398" y="7926"/>
                  </a:cubicBezTo>
                  <a:cubicBezTo>
                    <a:pt x="8319" y="7926"/>
                    <a:pt x="9098" y="8446"/>
                    <a:pt x="9098" y="9059"/>
                  </a:cubicBezTo>
                  <a:lnTo>
                    <a:pt x="9098" y="9475"/>
                  </a:lnTo>
                  <a:cubicBezTo>
                    <a:pt x="9098" y="9500"/>
                    <a:pt x="9098" y="9527"/>
                    <a:pt x="9101" y="9551"/>
                  </a:cubicBezTo>
                  <a:cubicBezTo>
                    <a:pt x="9098" y="9575"/>
                    <a:pt x="9098" y="9602"/>
                    <a:pt x="9098" y="9626"/>
                  </a:cubicBezTo>
                  <a:lnTo>
                    <a:pt x="9098" y="14799"/>
                  </a:lnTo>
                  <a:cubicBezTo>
                    <a:pt x="9098" y="15424"/>
                    <a:pt x="8591" y="15931"/>
                    <a:pt x="7966" y="15931"/>
                  </a:cubicBezTo>
                  <a:cubicBezTo>
                    <a:pt x="7337" y="15931"/>
                    <a:pt x="6833" y="15424"/>
                    <a:pt x="6833" y="14799"/>
                  </a:cubicBezTo>
                  <a:lnTo>
                    <a:pt x="6833" y="14231"/>
                  </a:lnTo>
                  <a:cubicBezTo>
                    <a:pt x="6833" y="13920"/>
                    <a:pt x="6580" y="13666"/>
                    <a:pt x="6266" y="13666"/>
                  </a:cubicBezTo>
                  <a:cubicBezTo>
                    <a:pt x="5952" y="13666"/>
                    <a:pt x="5701" y="13920"/>
                    <a:pt x="5701" y="14231"/>
                  </a:cubicBezTo>
                  <a:lnTo>
                    <a:pt x="5701" y="14799"/>
                  </a:lnTo>
                  <a:cubicBezTo>
                    <a:pt x="5701" y="16049"/>
                    <a:pt x="6712" y="17063"/>
                    <a:pt x="7966" y="17063"/>
                  </a:cubicBezTo>
                  <a:cubicBezTo>
                    <a:pt x="9216" y="17063"/>
                    <a:pt x="10230" y="16049"/>
                    <a:pt x="10230" y="14799"/>
                  </a:cubicBezTo>
                  <a:lnTo>
                    <a:pt x="10230" y="9626"/>
                  </a:lnTo>
                  <a:cubicBezTo>
                    <a:pt x="10227" y="9599"/>
                    <a:pt x="10227" y="9575"/>
                    <a:pt x="10224" y="9551"/>
                  </a:cubicBezTo>
                  <a:cubicBezTo>
                    <a:pt x="10227" y="9524"/>
                    <a:pt x="10227" y="9500"/>
                    <a:pt x="10230" y="9475"/>
                  </a:cubicBezTo>
                  <a:lnTo>
                    <a:pt x="10230" y="9059"/>
                  </a:lnTo>
                  <a:cubicBezTo>
                    <a:pt x="10230" y="8446"/>
                    <a:pt x="11006" y="7926"/>
                    <a:pt x="11927" y="7926"/>
                  </a:cubicBezTo>
                  <a:cubicBezTo>
                    <a:pt x="12848" y="7926"/>
                    <a:pt x="13627" y="8446"/>
                    <a:pt x="13627" y="9059"/>
                  </a:cubicBezTo>
                  <a:cubicBezTo>
                    <a:pt x="13627" y="9373"/>
                    <a:pt x="13878" y="9623"/>
                    <a:pt x="14192" y="9623"/>
                  </a:cubicBezTo>
                  <a:cubicBezTo>
                    <a:pt x="14506" y="9623"/>
                    <a:pt x="14759" y="9373"/>
                    <a:pt x="14759" y="9059"/>
                  </a:cubicBezTo>
                  <a:cubicBezTo>
                    <a:pt x="14759" y="8446"/>
                    <a:pt x="15535" y="7926"/>
                    <a:pt x="16456" y="7926"/>
                  </a:cubicBezTo>
                  <a:cubicBezTo>
                    <a:pt x="17377" y="7926"/>
                    <a:pt x="18192" y="8455"/>
                    <a:pt x="18192" y="9059"/>
                  </a:cubicBezTo>
                  <a:cubicBezTo>
                    <a:pt x="18192" y="9373"/>
                    <a:pt x="18446" y="9623"/>
                    <a:pt x="18760" y="9623"/>
                  </a:cubicBezTo>
                  <a:cubicBezTo>
                    <a:pt x="19071" y="9623"/>
                    <a:pt x="19325" y="9373"/>
                    <a:pt x="19325" y="9059"/>
                  </a:cubicBezTo>
                  <a:lnTo>
                    <a:pt x="19325" y="8494"/>
                  </a:lnTo>
                  <a:cubicBezTo>
                    <a:pt x="19325" y="6495"/>
                    <a:pt x="18295" y="4629"/>
                    <a:pt x="16426" y="3234"/>
                  </a:cubicBezTo>
                  <a:cubicBezTo>
                    <a:pt x="14744" y="1981"/>
                    <a:pt x="12561" y="1247"/>
                    <a:pt x="10230" y="1145"/>
                  </a:cubicBezTo>
                  <a:lnTo>
                    <a:pt x="10230" y="568"/>
                  </a:lnTo>
                  <a:cubicBezTo>
                    <a:pt x="10230" y="254"/>
                    <a:pt x="9976" y="0"/>
                    <a:pt x="966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47" name="Google Shape;10347;p134"/>
            <p:cNvSpPr/>
            <p:nvPr/>
          </p:nvSpPr>
          <p:spPr>
            <a:xfrm>
              <a:off x="6413650" y="2615925"/>
              <a:ext cx="28325" cy="56650"/>
            </a:xfrm>
            <a:custGeom>
              <a:rect b="b" l="l" r="r" t="t"/>
              <a:pathLst>
                <a:path extrusionOk="0" h="2266" w="1133">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48" name="Google Shape;10348;p134"/>
            <p:cNvSpPr/>
            <p:nvPr/>
          </p:nvSpPr>
          <p:spPr>
            <a:xfrm>
              <a:off x="6526875" y="2615925"/>
              <a:ext cx="28325" cy="56650"/>
            </a:xfrm>
            <a:custGeom>
              <a:rect b="b" l="l" r="r" t="t"/>
              <a:pathLst>
                <a:path extrusionOk="0" h="2266" w="1133">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49" name="Google Shape;10349;p134"/>
            <p:cNvSpPr/>
            <p:nvPr/>
          </p:nvSpPr>
          <p:spPr>
            <a:xfrm>
              <a:off x="6611800" y="2644250"/>
              <a:ext cx="28325" cy="56625"/>
            </a:xfrm>
            <a:custGeom>
              <a:rect b="b" l="l" r="r" t="t"/>
              <a:pathLst>
                <a:path extrusionOk="0" h="2265" w="1133">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50" name="Google Shape;10350;p134"/>
            <p:cNvSpPr/>
            <p:nvPr/>
          </p:nvSpPr>
          <p:spPr>
            <a:xfrm>
              <a:off x="6328725" y="2644250"/>
              <a:ext cx="28325" cy="56625"/>
            </a:xfrm>
            <a:custGeom>
              <a:rect b="b" l="l" r="r" t="t"/>
              <a:pathLst>
                <a:path extrusionOk="0" h="2265" w="1133">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351" name="Google Shape;10351;p134"/>
          <p:cNvSpPr/>
          <p:nvPr/>
        </p:nvSpPr>
        <p:spPr>
          <a:xfrm>
            <a:off x="5053509" y="2716141"/>
            <a:ext cx="345977" cy="321175"/>
          </a:xfrm>
          <a:custGeom>
            <a:rect b="b" l="l" r="r" t="t"/>
            <a:pathLst>
              <a:path extrusionOk="0" h="18246" w="19655">
                <a:moveTo>
                  <a:pt x="9829" y="1835"/>
                </a:moveTo>
                <a:lnTo>
                  <a:pt x="12133" y="6452"/>
                </a:lnTo>
                <a:cubicBezTo>
                  <a:pt x="12218" y="6618"/>
                  <a:pt x="12375" y="6733"/>
                  <a:pt x="12559" y="6760"/>
                </a:cubicBezTo>
                <a:lnTo>
                  <a:pt x="17698" y="7500"/>
                </a:lnTo>
                <a:lnTo>
                  <a:pt x="13984" y="11078"/>
                </a:lnTo>
                <a:cubicBezTo>
                  <a:pt x="13848" y="11211"/>
                  <a:pt x="13788" y="11398"/>
                  <a:pt x="13821" y="11582"/>
                </a:cubicBezTo>
                <a:lnTo>
                  <a:pt x="14700" y="16646"/>
                </a:lnTo>
                <a:lnTo>
                  <a:pt x="10092" y="14251"/>
                </a:lnTo>
                <a:cubicBezTo>
                  <a:pt x="10009" y="14209"/>
                  <a:pt x="9919" y="14188"/>
                  <a:pt x="9830" y="14188"/>
                </a:cubicBezTo>
                <a:cubicBezTo>
                  <a:pt x="9740" y="14188"/>
                  <a:pt x="9651" y="14209"/>
                  <a:pt x="9570" y="14251"/>
                </a:cubicBezTo>
                <a:lnTo>
                  <a:pt x="4962" y="16646"/>
                </a:lnTo>
                <a:lnTo>
                  <a:pt x="5838" y="11582"/>
                </a:lnTo>
                <a:cubicBezTo>
                  <a:pt x="5871" y="11398"/>
                  <a:pt x="5810" y="11208"/>
                  <a:pt x="5674" y="11078"/>
                </a:cubicBezTo>
                <a:lnTo>
                  <a:pt x="1961" y="7500"/>
                </a:lnTo>
                <a:lnTo>
                  <a:pt x="7100" y="6760"/>
                </a:lnTo>
                <a:cubicBezTo>
                  <a:pt x="7284" y="6733"/>
                  <a:pt x="7441" y="6618"/>
                  <a:pt x="7525" y="6452"/>
                </a:cubicBezTo>
                <a:lnTo>
                  <a:pt x="9829" y="1835"/>
                </a:lnTo>
                <a:close/>
                <a:moveTo>
                  <a:pt x="9828" y="1"/>
                </a:moveTo>
                <a:cubicBezTo>
                  <a:pt x="9627" y="1"/>
                  <a:pt x="9426" y="105"/>
                  <a:pt x="9322" y="313"/>
                </a:cubicBezTo>
                <a:lnTo>
                  <a:pt x="6641" y="5682"/>
                </a:lnTo>
                <a:lnTo>
                  <a:pt x="653" y="6543"/>
                </a:lnTo>
                <a:cubicBezTo>
                  <a:pt x="188" y="6609"/>
                  <a:pt x="1" y="7183"/>
                  <a:pt x="339" y="7509"/>
                </a:cubicBezTo>
                <a:lnTo>
                  <a:pt x="4672" y="11685"/>
                </a:lnTo>
                <a:lnTo>
                  <a:pt x="3648" y="17579"/>
                </a:lnTo>
                <a:cubicBezTo>
                  <a:pt x="3584" y="17947"/>
                  <a:pt x="3875" y="18245"/>
                  <a:pt x="4207" y="18245"/>
                </a:cubicBezTo>
                <a:cubicBezTo>
                  <a:pt x="4293" y="18245"/>
                  <a:pt x="4383" y="18225"/>
                  <a:pt x="4470" y="18180"/>
                </a:cubicBezTo>
                <a:lnTo>
                  <a:pt x="9829" y="15393"/>
                </a:lnTo>
                <a:lnTo>
                  <a:pt x="15189" y="18180"/>
                </a:lnTo>
                <a:cubicBezTo>
                  <a:pt x="15275" y="18225"/>
                  <a:pt x="15365" y="18245"/>
                  <a:pt x="15452" y="18245"/>
                </a:cubicBezTo>
                <a:cubicBezTo>
                  <a:pt x="15782" y="18245"/>
                  <a:pt x="16072" y="17948"/>
                  <a:pt x="16007" y="17582"/>
                </a:cubicBezTo>
                <a:lnTo>
                  <a:pt x="14986" y="11685"/>
                </a:lnTo>
                <a:lnTo>
                  <a:pt x="19316" y="7512"/>
                </a:lnTo>
                <a:cubicBezTo>
                  <a:pt x="19655" y="7183"/>
                  <a:pt x="19470" y="6609"/>
                  <a:pt x="19005" y="6543"/>
                </a:cubicBezTo>
                <a:lnTo>
                  <a:pt x="13015" y="5682"/>
                </a:lnTo>
                <a:lnTo>
                  <a:pt x="10333" y="313"/>
                </a:lnTo>
                <a:cubicBezTo>
                  <a:pt x="10229" y="105"/>
                  <a:pt x="10029" y="1"/>
                  <a:pt x="982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352" name="Google Shape;10352;p134"/>
          <p:cNvGrpSpPr/>
          <p:nvPr/>
        </p:nvGrpSpPr>
        <p:grpSpPr>
          <a:xfrm>
            <a:off x="5488629" y="2707036"/>
            <a:ext cx="342087" cy="340186"/>
            <a:chOff x="1487200" y="3210375"/>
            <a:chExt cx="485850" cy="483150"/>
          </a:xfrm>
        </p:grpSpPr>
        <p:sp>
          <p:nvSpPr>
            <p:cNvPr id="10353" name="Google Shape;10353;p134"/>
            <p:cNvSpPr/>
            <p:nvPr/>
          </p:nvSpPr>
          <p:spPr>
            <a:xfrm>
              <a:off x="1712075" y="3294975"/>
              <a:ext cx="146750" cy="141525"/>
            </a:xfrm>
            <a:custGeom>
              <a:rect b="b" l="l" r="r" t="t"/>
              <a:pathLst>
                <a:path extrusionOk="0" h="5661" w="5870">
                  <a:moveTo>
                    <a:pt x="2935" y="1832"/>
                  </a:moveTo>
                  <a:lnTo>
                    <a:pt x="3183" y="2327"/>
                  </a:lnTo>
                  <a:cubicBezTo>
                    <a:pt x="3237" y="2438"/>
                    <a:pt x="3327" y="2526"/>
                    <a:pt x="3436" y="2580"/>
                  </a:cubicBezTo>
                  <a:lnTo>
                    <a:pt x="3931" y="2831"/>
                  </a:lnTo>
                  <a:lnTo>
                    <a:pt x="3436" y="3079"/>
                  </a:lnTo>
                  <a:cubicBezTo>
                    <a:pt x="3327" y="3133"/>
                    <a:pt x="3237" y="3220"/>
                    <a:pt x="3183" y="3332"/>
                  </a:cubicBezTo>
                  <a:lnTo>
                    <a:pt x="2935" y="3827"/>
                  </a:lnTo>
                  <a:lnTo>
                    <a:pt x="2684" y="3332"/>
                  </a:lnTo>
                  <a:cubicBezTo>
                    <a:pt x="2630" y="3220"/>
                    <a:pt x="2542" y="3133"/>
                    <a:pt x="2431" y="3079"/>
                  </a:cubicBezTo>
                  <a:lnTo>
                    <a:pt x="1936" y="2831"/>
                  </a:lnTo>
                  <a:lnTo>
                    <a:pt x="2431" y="2580"/>
                  </a:lnTo>
                  <a:cubicBezTo>
                    <a:pt x="2542" y="2526"/>
                    <a:pt x="2630" y="2438"/>
                    <a:pt x="2684" y="2327"/>
                  </a:cubicBezTo>
                  <a:lnTo>
                    <a:pt x="2935" y="1832"/>
                  </a:lnTo>
                  <a:close/>
                  <a:moveTo>
                    <a:pt x="2933" y="0"/>
                  </a:moveTo>
                  <a:cubicBezTo>
                    <a:pt x="2733" y="0"/>
                    <a:pt x="2532" y="104"/>
                    <a:pt x="2428" y="313"/>
                  </a:cubicBezTo>
                  <a:lnTo>
                    <a:pt x="1757" y="1653"/>
                  </a:lnTo>
                  <a:lnTo>
                    <a:pt x="417" y="2324"/>
                  </a:lnTo>
                  <a:cubicBezTo>
                    <a:pt x="0" y="2532"/>
                    <a:pt x="0" y="3127"/>
                    <a:pt x="417" y="3335"/>
                  </a:cubicBezTo>
                  <a:lnTo>
                    <a:pt x="1757" y="4006"/>
                  </a:lnTo>
                  <a:lnTo>
                    <a:pt x="2428" y="5346"/>
                  </a:lnTo>
                  <a:cubicBezTo>
                    <a:pt x="2532" y="5556"/>
                    <a:pt x="2733" y="5661"/>
                    <a:pt x="2933" y="5661"/>
                  </a:cubicBezTo>
                  <a:cubicBezTo>
                    <a:pt x="3134" y="5661"/>
                    <a:pt x="3335" y="5556"/>
                    <a:pt x="3439" y="5346"/>
                  </a:cubicBezTo>
                  <a:lnTo>
                    <a:pt x="4110" y="4006"/>
                  </a:lnTo>
                  <a:lnTo>
                    <a:pt x="5453" y="3335"/>
                  </a:lnTo>
                  <a:cubicBezTo>
                    <a:pt x="5870" y="3127"/>
                    <a:pt x="5870" y="2532"/>
                    <a:pt x="5453" y="2324"/>
                  </a:cubicBezTo>
                  <a:lnTo>
                    <a:pt x="4110" y="1653"/>
                  </a:lnTo>
                  <a:lnTo>
                    <a:pt x="3439" y="313"/>
                  </a:lnTo>
                  <a:cubicBezTo>
                    <a:pt x="3335" y="104"/>
                    <a:pt x="3134" y="0"/>
                    <a:pt x="29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54" name="Google Shape;10354;p134"/>
            <p:cNvSpPr/>
            <p:nvPr/>
          </p:nvSpPr>
          <p:spPr>
            <a:xfrm>
              <a:off x="1825300" y="3408200"/>
              <a:ext cx="147750" cy="141550"/>
            </a:xfrm>
            <a:custGeom>
              <a:rect b="b" l="l" r="r" t="t"/>
              <a:pathLst>
                <a:path extrusionOk="0" h="5662" w="5910">
                  <a:moveTo>
                    <a:pt x="2935" y="1832"/>
                  </a:moveTo>
                  <a:lnTo>
                    <a:pt x="3183" y="2327"/>
                  </a:lnTo>
                  <a:cubicBezTo>
                    <a:pt x="3237" y="2439"/>
                    <a:pt x="3328" y="2529"/>
                    <a:pt x="3442" y="2584"/>
                  </a:cubicBezTo>
                  <a:lnTo>
                    <a:pt x="3944" y="2831"/>
                  </a:lnTo>
                  <a:lnTo>
                    <a:pt x="3442" y="3076"/>
                  </a:lnTo>
                  <a:cubicBezTo>
                    <a:pt x="3328" y="3130"/>
                    <a:pt x="3237" y="3221"/>
                    <a:pt x="3183" y="3332"/>
                  </a:cubicBezTo>
                  <a:lnTo>
                    <a:pt x="2935" y="3828"/>
                  </a:lnTo>
                  <a:lnTo>
                    <a:pt x="2685" y="3332"/>
                  </a:lnTo>
                  <a:cubicBezTo>
                    <a:pt x="2630" y="3221"/>
                    <a:pt x="2543" y="3133"/>
                    <a:pt x="2434" y="3079"/>
                  </a:cubicBezTo>
                  <a:lnTo>
                    <a:pt x="1936" y="2831"/>
                  </a:lnTo>
                  <a:lnTo>
                    <a:pt x="2434" y="2581"/>
                  </a:lnTo>
                  <a:cubicBezTo>
                    <a:pt x="2543" y="2526"/>
                    <a:pt x="2630" y="2439"/>
                    <a:pt x="2685" y="2327"/>
                  </a:cubicBezTo>
                  <a:lnTo>
                    <a:pt x="2935" y="1832"/>
                  </a:lnTo>
                  <a:close/>
                  <a:moveTo>
                    <a:pt x="2934" y="0"/>
                  </a:moveTo>
                  <a:cubicBezTo>
                    <a:pt x="2733" y="0"/>
                    <a:pt x="2532" y="105"/>
                    <a:pt x="2428" y="313"/>
                  </a:cubicBezTo>
                  <a:lnTo>
                    <a:pt x="1758" y="1654"/>
                  </a:lnTo>
                  <a:lnTo>
                    <a:pt x="417" y="2324"/>
                  </a:lnTo>
                  <a:cubicBezTo>
                    <a:pt x="0" y="2532"/>
                    <a:pt x="0" y="3127"/>
                    <a:pt x="417" y="3335"/>
                  </a:cubicBezTo>
                  <a:lnTo>
                    <a:pt x="1758" y="4006"/>
                  </a:lnTo>
                  <a:lnTo>
                    <a:pt x="2428" y="5346"/>
                  </a:lnTo>
                  <a:cubicBezTo>
                    <a:pt x="2532" y="5556"/>
                    <a:pt x="2733" y="5661"/>
                    <a:pt x="2934" y="5661"/>
                  </a:cubicBezTo>
                  <a:cubicBezTo>
                    <a:pt x="3134" y="5661"/>
                    <a:pt x="3335" y="5556"/>
                    <a:pt x="3439" y="5346"/>
                  </a:cubicBezTo>
                  <a:lnTo>
                    <a:pt x="4110" y="4009"/>
                  </a:lnTo>
                  <a:lnTo>
                    <a:pt x="5484" y="3338"/>
                  </a:lnTo>
                  <a:cubicBezTo>
                    <a:pt x="5909" y="3133"/>
                    <a:pt x="5909" y="2526"/>
                    <a:pt x="5484" y="2321"/>
                  </a:cubicBezTo>
                  <a:lnTo>
                    <a:pt x="4110" y="1651"/>
                  </a:lnTo>
                  <a:lnTo>
                    <a:pt x="3439" y="313"/>
                  </a:lnTo>
                  <a:cubicBezTo>
                    <a:pt x="3335" y="105"/>
                    <a:pt x="3134" y="0"/>
                    <a:pt x="293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55" name="Google Shape;10355;p134"/>
            <p:cNvSpPr/>
            <p:nvPr/>
          </p:nvSpPr>
          <p:spPr>
            <a:xfrm>
              <a:off x="1487200" y="3210375"/>
              <a:ext cx="410350" cy="483150"/>
            </a:xfrm>
            <a:custGeom>
              <a:rect b="b" l="l" r="r" t="t"/>
              <a:pathLst>
                <a:path extrusionOk="0" h="19326" w="16414">
                  <a:moveTo>
                    <a:pt x="9662" y="1133"/>
                  </a:moveTo>
                  <a:cubicBezTo>
                    <a:pt x="9744" y="1133"/>
                    <a:pt x="9825" y="1133"/>
                    <a:pt x="9910" y="1136"/>
                  </a:cubicBezTo>
                  <a:cubicBezTo>
                    <a:pt x="7953" y="2866"/>
                    <a:pt x="6830" y="5351"/>
                    <a:pt x="6833" y="7966"/>
                  </a:cubicBezTo>
                  <a:cubicBezTo>
                    <a:pt x="6833" y="12311"/>
                    <a:pt x="9907" y="16049"/>
                    <a:pt x="14170" y="16889"/>
                  </a:cubicBezTo>
                  <a:cubicBezTo>
                    <a:pt x="12821" y="17740"/>
                    <a:pt x="11260" y="18193"/>
                    <a:pt x="9662" y="18193"/>
                  </a:cubicBezTo>
                  <a:cubicBezTo>
                    <a:pt x="4958" y="18193"/>
                    <a:pt x="1132" y="14368"/>
                    <a:pt x="1132" y="9663"/>
                  </a:cubicBezTo>
                  <a:cubicBezTo>
                    <a:pt x="1132" y="4959"/>
                    <a:pt x="4958" y="1133"/>
                    <a:pt x="9662" y="1133"/>
                  </a:cubicBezTo>
                  <a:close/>
                  <a:moveTo>
                    <a:pt x="9662" y="1"/>
                  </a:moveTo>
                  <a:cubicBezTo>
                    <a:pt x="7093" y="1"/>
                    <a:pt x="4668" y="1009"/>
                    <a:pt x="2838" y="2839"/>
                  </a:cubicBezTo>
                  <a:cubicBezTo>
                    <a:pt x="1009" y="4669"/>
                    <a:pt x="0" y="7094"/>
                    <a:pt x="0" y="9663"/>
                  </a:cubicBezTo>
                  <a:cubicBezTo>
                    <a:pt x="0" y="12233"/>
                    <a:pt x="1009" y="14657"/>
                    <a:pt x="2838" y="16487"/>
                  </a:cubicBezTo>
                  <a:cubicBezTo>
                    <a:pt x="4668" y="18317"/>
                    <a:pt x="7090" y="19325"/>
                    <a:pt x="9662" y="19325"/>
                  </a:cubicBezTo>
                  <a:cubicBezTo>
                    <a:pt x="12008" y="19322"/>
                    <a:pt x="14273" y="18462"/>
                    <a:pt x="16027" y="16907"/>
                  </a:cubicBezTo>
                  <a:cubicBezTo>
                    <a:pt x="16414" y="16566"/>
                    <a:pt x="16181" y="15932"/>
                    <a:pt x="15668" y="15916"/>
                  </a:cubicBezTo>
                  <a:cubicBezTo>
                    <a:pt x="11420" y="15799"/>
                    <a:pt x="7965" y="12233"/>
                    <a:pt x="7965" y="7966"/>
                  </a:cubicBezTo>
                  <a:cubicBezTo>
                    <a:pt x="7965" y="5243"/>
                    <a:pt x="9391" y="2658"/>
                    <a:pt x="11688" y="1215"/>
                  </a:cubicBezTo>
                  <a:cubicBezTo>
                    <a:pt x="12123" y="943"/>
                    <a:pt x="11999" y="276"/>
                    <a:pt x="11495" y="179"/>
                  </a:cubicBezTo>
                  <a:cubicBezTo>
                    <a:pt x="10891" y="61"/>
                    <a:pt x="10278" y="4"/>
                    <a:pt x="966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356" name="Google Shape;10356;p134"/>
          <p:cNvSpPr/>
          <p:nvPr/>
        </p:nvSpPr>
        <p:spPr>
          <a:xfrm>
            <a:off x="5895994" y="2739750"/>
            <a:ext cx="340168" cy="273948"/>
          </a:xfrm>
          <a:custGeom>
            <a:rect b="b" l="l" r="r" t="t"/>
            <a:pathLst>
              <a:path extrusionOk="0" h="15563" w="19325">
                <a:moveTo>
                  <a:pt x="13582" y="1135"/>
                </a:moveTo>
                <a:cubicBezTo>
                  <a:pt x="14814" y="1135"/>
                  <a:pt x="15946" y="1812"/>
                  <a:pt x="16532" y="2896"/>
                </a:cubicBezTo>
                <a:cubicBezTo>
                  <a:pt x="17118" y="3983"/>
                  <a:pt x="17060" y="5302"/>
                  <a:pt x="16381" y="6332"/>
                </a:cubicBezTo>
                <a:cubicBezTo>
                  <a:pt x="15881" y="6149"/>
                  <a:pt x="15358" y="6058"/>
                  <a:pt x="14835" y="6058"/>
                </a:cubicBezTo>
                <a:cubicBezTo>
                  <a:pt x="14169" y="6058"/>
                  <a:pt x="13503" y="6206"/>
                  <a:pt x="12890" y="6501"/>
                </a:cubicBezTo>
                <a:cubicBezTo>
                  <a:pt x="12326" y="5429"/>
                  <a:pt x="11381" y="4611"/>
                  <a:pt x="10239" y="4203"/>
                </a:cubicBezTo>
                <a:cubicBezTo>
                  <a:pt x="10390" y="2470"/>
                  <a:pt x="11843" y="1138"/>
                  <a:pt x="13582" y="1135"/>
                </a:cubicBezTo>
                <a:close/>
                <a:moveTo>
                  <a:pt x="8612" y="5055"/>
                </a:moveTo>
                <a:cubicBezTo>
                  <a:pt x="8920" y="5055"/>
                  <a:pt x="9222" y="5094"/>
                  <a:pt x="9518" y="5172"/>
                </a:cubicBezTo>
                <a:cubicBezTo>
                  <a:pt x="10710" y="5489"/>
                  <a:pt x="11673" y="6413"/>
                  <a:pt x="12093" y="7639"/>
                </a:cubicBezTo>
                <a:cubicBezTo>
                  <a:pt x="12176" y="7879"/>
                  <a:pt x="12400" y="8020"/>
                  <a:pt x="12631" y="8020"/>
                </a:cubicBezTo>
                <a:cubicBezTo>
                  <a:pt x="12744" y="8020"/>
                  <a:pt x="12859" y="7986"/>
                  <a:pt x="12960" y="7914"/>
                </a:cubicBezTo>
                <a:cubicBezTo>
                  <a:pt x="13506" y="7519"/>
                  <a:pt x="14164" y="7304"/>
                  <a:pt x="14838" y="7304"/>
                </a:cubicBezTo>
                <a:cubicBezTo>
                  <a:pt x="14844" y="7304"/>
                  <a:pt x="14850" y="7304"/>
                  <a:pt x="14856" y="7304"/>
                </a:cubicBezTo>
                <a:cubicBezTo>
                  <a:pt x="15360" y="7304"/>
                  <a:pt x="15858" y="7428"/>
                  <a:pt x="16308" y="7663"/>
                </a:cubicBezTo>
                <a:cubicBezTo>
                  <a:pt x="17471" y="8267"/>
                  <a:pt x="18192" y="9493"/>
                  <a:pt x="18192" y="10864"/>
                </a:cubicBezTo>
                <a:cubicBezTo>
                  <a:pt x="18192" y="12830"/>
                  <a:pt x="16689" y="14427"/>
                  <a:pt x="14838" y="14427"/>
                </a:cubicBezTo>
                <a:lnTo>
                  <a:pt x="3904" y="14427"/>
                </a:lnTo>
                <a:cubicBezTo>
                  <a:pt x="2377" y="14427"/>
                  <a:pt x="1133" y="13104"/>
                  <a:pt x="1133" y="11480"/>
                </a:cubicBezTo>
                <a:cubicBezTo>
                  <a:pt x="1133" y="9853"/>
                  <a:pt x="2377" y="8530"/>
                  <a:pt x="3904" y="8530"/>
                </a:cubicBezTo>
                <a:cubicBezTo>
                  <a:pt x="4052" y="8533"/>
                  <a:pt x="4200" y="8545"/>
                  <a:pt x="4345" y="8569"/>
                </a:cubicBezTo>
                <a:cubicBezTo>
                  <a:pt x="4377" y="8575"/>
                  <a:pt x="4409" y="8577"/>
                  <a:pt x="4441" y="8577"/>
                </a:cubicBezTo>
                <a:cubicBezTo>
                  <a:pt x="4704" y="8577"/>
                  <a:pt x="4941" y="8393"/>
                  <a:pt x="4994" y="8128"/>
                </a:cubicBezTo>
                <a:cubicBezTo>
                  <a:pt x="5369" y="6347"/>
                  <a:pt x="6891" y="5055"/>
                  <a:pt x="8612" y="5055"/>
                </a:cubicBezTo>
                <a:close/>
                <a:moveTo>
                  <a:pt x="13579" y="1"/>
                </a:moveTo>
                <a:cubicBezTo>
                  <a:pt x="11392" y="1"/>
                  <a:pt x="9410" y="1624"/>
                  <a:pt x="9128" y="3953"/>
                </a:cubicBezTo>
                <a:cubicBezTo>
                  <a:pt x="8954" y="3933"/>
                  <a:pt x="8780" y="3923"/>
                  <a:pt x="8607" y="3923"/>
                </a:cubicBezTo>
                <a:cubicBezTo>
                  <a:pt x="7490" y="3923"/>
                  <a:pt x="6402" y="4324"/>
                  <a:pt x="5550" y="5064"/>
                </a:cubicBezTo>
                <a:cubicBezTo>
                  <a:pt x="4831" y="5686"/>
                  <a:pt x="4300" y="6495"/>
                  <a:pt x="4016" y="7401"/>
                </a:cubicBezTo>
                <a:lnTo>
                  <a:pt x="3901" y="7401"/>
                </a:lnTo>
                <a:cubicBezTo>
                  <a:pt x="1752" y="7401"/>
                  <a:pt x="0" y="9231"/>
                  <a:pt x="0" y="11480"/>
                </a:cubicBezTo>
                <a:cubicBezTo>
                  <a:pt x="0" y="13730"/>
                  <a:pt x="1749" y="15562"/>
                  <a:pt x="3901" y="15562"/>
                </a:cubicBezTo>
                <a:lnTo>
                  <a:pt x="14838" y="15562"/>
                </a:lnTo>
                <a:cubicBezTo>
                  <a:pt x="17311" y="15562"/>
                  <a:pt x="19325" y="13455"/>
                  <a:pt x="19325" y="10867"/>
                </a:cubicBezTo>
                <a:cubicBezTo>
                  <a:pt x="19325" y="9985"/>
                  <a:pt x="19086" y="9122"/>
                  <a:pt x="18633" y="8364"/>
                </a:cubicBezTo>
                <a:cubicBezTo>
                  <a:pt x="18301" y="7808"/>
                  <a:pt x="17854" y="7331"/>
                  <a:pt x="17326" y="6960"/>
                </a:cubicBezTo>
                <a:cubicBezTo>
                  <a:pt x="18917" y="4544"/>
                  <a:pt x="17842" y="1274"/>
                  <a:pt x="15125" y="278"/>
                </a:cubicBezTo>
                <a:cubicBezTo>
                  <a:pt x="14611" y="89"/>
                  <a:pt x="14089" y="1"/>
                  <a:pt x="135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57" name="Google Shape;10357;p134"/>
          <p:cNvSpPr/>
          <p:nvPr/>
        </p:nvSpPr>
        <p:spPr>
          <a:xfrm>
            <a:off x="6310174" y="2774289"/>
            <a:ext cx="340221" cy="204858"/>
          </a:xfrm>
          <a:custGeom>
            <a:rect b="b" l="l" r="r" t="t"/>
            <a:pathLst>
              <a:path extrusionOk="0" h="11638" w="19328">
                <a:moveTo>
                  <a:pt x="8612" y="1133"/>
                </a:moveTo>
                <a:cubicBezTo>
                  <a:pt x="8920" y="1133"/>
                  <a:pt x="9222" y="1172"/>
                  <a:pt x="9518" y="1251"/>
                </a:cubicBezTo>
                <a:cubicBezTo>
                  <a:pt x="10710" y="1571"/>
                  <a:pt x="11674" y="2492"/>
                  <a:pt x="12093" y="3718"/>
                </a:cubicBezTo>
                <a:cubicBezTo>
                  <a:pt x="12176" y="3959"/>
                  <a:pt x="12399" y="4099"/>
                  <a:pt x="12630" y="4099"/>
                </a:cubicBezTo>
                <a:cubicBezTo>
                  <a:pt x="12743" y="4099"/>
                  <a:pt x="12858" y="4065"/>
                  <a:pt x="12960" y="3992"/>
                </a:cubicBezTo>
                <a:cubicBezTo>
                  <a:pt x="13506" y="3597"/>
                  <a:pt x="14165" y="3382"/>
                  <a:pt x="14838" y="3382"/>
                </a:cubicBezTo>
                <a:cubicBezTo>
                  <a:pt x="14844" y="3382"/>
                  <a:pt x="14850" y="3382"/>
                  <a:pt x="14856" y="3382"/>
                </a:cubicBezTo>
                <a:cubicBezTo>
                  <a:pt x="15360" y="3382"/>
                  <a:pt x="15858" y="3506"/>
                  <a:pt x="16308" y="3742"/>
                </a:cubicBezTo>
                <a:cubicBezTo>
                  <a:pt x="17471" y="4346"/>
                  <a:pt x="18193" y="5572"/>
                  <a:pt x="18193" y="6942"/>
                </a:cubicBezTo>
                <a:cubicBezTo>
                  <a:pt x="18193" y="8908"/>
                  <a:pt x="16689" y="10505"/>
                  <a:pt x="14838" y="10505"/>
                </a:cubicBezTo>
                <a:lnTo>
                  <a:pt x="3905" y="10505"/>
                </a:lnTo>
                <a:cubicBezTo>
                  <a:pt x="2377" y="10505"/>
                  <a:pt x="1133" y="9183"/>
                  <a:pt x="1133" y="7558"/>
                </a:cubicBezTo>
                <a:cubicBezTo>
                  <a:pt x="1133" y="5931"/>
                  <a:pt x="2377" y="4611"/>
                  <a:pt x="3905" y="4611"/>
                </a:cubicBezTo>
                <a:cubicBezTo>
                  <a:pt x="4053" y="4611"/>
                  <a:pt x="4200" y="4623"/>
                  <a:pt x="4345" y="4648"/>
                </a:cubicBezTo>
                <a:cubicBezTo>
                  <a:pt x="4378" y="4653"/>
                  <a:pt x="4410" y="4656"/>
                  <a:pt x="4442" y="4656"/>
                </a:cubicBezTo>
                <a:cubicBezTo>
                  <a:pt x="4704" y="4656"/>
                  <a:pt x="4941" y="4473"/>
                  <a:pt x="4995" y="4207"/>
                </a:cubicBezTo>
                <a:cubicBezTo>
                  <a:pt x="5369" y="2425"/>
                  <a:pt x="6891" y="1133"/>
                  <a:pt x="8612" y="1133"/>
                </a:cubicBezTo>
                <a:close/>
                <a:moveTo>
                  <a:pt x="8612" y="1"/>
                </a:moveTo>
                <a:cubicBezTo>
                  <a:pt x="7489" y="4"/>
                  <a:pt x="6405" y="408"/>
                  <a:pt x="5553" y="1142"/>
                </a:cubicBezTo>
                <a:cubicBezTo>
                  <a:pt x="4832" y="1764"/>
                  <a:pt x="4300" y="2573"/>
                  <a:pt x="4016" y="3479"/>
                </a:cubicBezTo>
                <a:lnTo>
                  <a:pt x="3905" y="3479"/>
                </a:lnTo>
                <a:cubicBezTo>
                  <a:pt x="1752" y="3479"/>
                  <a:pt x="0" y="5309"/>
                  <a:pt x="0" y="7558"/>
                </a:cubicBezTo>
                <a:cubicBezTo>
                  <a:pt x="0" y="9808"/>
                  <a:pt x="1752" y="11638"/>
                  <a:pt x="3905" y="11638"/>
                </a:cubicBezTo>
                <a:lnTo>
                  <a:pt x="14838" y="11638"/>
                </a:lnTo>
                <a:cubicBezTo>
                  <a:pt x="17314" y="11638"/>
                  <a:pt x="19325" y="9533"/>
                  <a:pt x="19325" y="6945"/>
                </a:cubicBezTo>
                <a:cubicBezTo>
                  <a:pt x="19328" y="6064"/>
                  <a:pt x="19089" y="5197"/>
                  <a:pt x="18636" y="4442"/>
                </a:cubicBezTo>
                <a:cubicBezTo>
                  <a:pt x="18202" y="3718"/>
                  <a:pt x="17577" y="3129"/>
                  <a:pt x="16831" y="2736"/>
                </a:cubicBezTo>
                <a:cubicBezTo>
                  <a:pt x="16206" y="2412"/>
                  <a:pt x="15522" y="2249"/>
                  <a:pt x="14838" y="2249"/>
                </a:cubicBezTo>
                <a:cubicBezTo>
                  <a:pt x="14173" y="2249"/>
                  <a:pt x="13508" y="2403"/>
                  <a:pt x="12896" y="2709"/>
                </a:cubicBezTo>
                <a:cubicBezTo>
                  <a:pt x="12265" y="1447"/>
                  <a:pt x="11151" y="514"/>
                  <a:pt x="9811" y="158"/>
                </a:cubicBezTo>
                <a:cubicBezTo>
                  <a:pt x="9421" y="55"/>
                  <a:pt x="9016" y="1"/>
                  <a:pt x="861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358" name="Google Shape;10358;p134"/>
          <p:cNvGrpSpPr/>
          <p:nvPr/>
        </p:nvGrpSpPr>
        <p:grpSpPr>
          <a:xfrm>
            <a:off x="6727988" y="2707027"/>
            <a:ext cx="341136" cy="340204"/>
            <a:chOff x="3269875" y="3210400"/>
            <a:chExt cx="484500" cy="483175"/>
          </a:xfrm>
        </p:grpSpPr>
        <p:sp>
          <p:nvSpPr>
            <p:cNvPr id="10359" name="Google Shape;10359;p134"/>
            <p:cNvSpPr/>
            <p:nvPr/>
          </p:nvSpPr>
          <p:spPr>
            <a:xfrm>
              <a:off x="3364000" y="3303850"/>
              <a:ext cx="296300" cy="296300"/>
            </a:xfrm>
            <a:custGeom>
              <a:rect b="b" l="l" r="r" t="t"/>
              <a:pathLst>
                <a:path extrusionOk="0" h="11852" w="11852">
                  <a:moveTo>
                    <a:pt x="5925" y="1132"/>
                  </a:moveTo>
                  <a:cubicBezTo>
                    <a:pt x="7863" y="1132"/>
                    <a:pt x="9612" y="2298"/>
                    <a:pt x="10354" y="4088"/>
                  </a:cubicBezTo>
                  <a:cubicBezTo>
                    <a:pt x="11094" y="5882"/>
                    <a:pt x="10683" y="7941"/>
                    <a:pt x="9313" y="9312"/>
                  </a:cubicBezTo>
                  <a:cubicBezTo>
                    <a:pt x="8395" y="10230"/>
                    <a:pt x="7169" y="10717"/>
                    <a:pt x="5920" y="10717"/>
                  </a:cubicBezTo>
                  <a:cubicBezTo>
                    <a:pt x="5304" y="10717"/>
                    <a:pt x="4682" y="10598"/>
                    <a:pt x="4089" y="10354"/>
                  </a:cubicBezTo>
                  <a:cubicBezTo>
                    <a:pt x="2298" y="9611"/>
                    <a:pt x="1133" y="7863"/>
                    <a:pt x="1133" y="5924"/>
                  </a:cubicBezTo>
                  <a:cubicBezTo>
                    <a:pt x="1133" y="3279"/>
                    <a:pt x="3280" y="1132"/>
                    <a:pt x="5925" y="1132"/>
                  </a:cubicBezTo>
                  <a:close/>
                  <a:moveTo>
                    <a:pt x="5925" y="0"/>
                  </a:moveTo>
                  <a:cubicBezTo>
                    <a:pt x="2658" y="0"/>
                    <a:pt x="1" y="2657"/>
                    <a:pt x="1" y="5924"/>
                  </a:cubicBezTo>
                  <a:cubicBezTo>
                    <a:pt x="1" y="9191"/>
                    <a:pt x="2658" y="11851"/>
                    <a:pt x="5925" y="11851"/>
                  </a:cubicBezTo>
                  <a:cubicBezTo>
                    <a:pt x="9192" y="11851"/>
                    <a:pt x="11852" y="9191"/>
                    <a:pt x="11852" y="5924"/>
                  </a:cubicBezTo>
                  <a:cubicBezTo>
                    <a:pt x="11852" y="2657"/>
                    <a:pt x="9192" y="0"/>
                    <a:pt x="592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60" name="Google Shape;10360;p134"/>
            <p:cNvSpPr/>
            <p:nvPr/>
          </p:nvSpPr>
          <p:spPr>
            <a:xfrm>
              <a:off x="3269875" y="3210400"/>
              <a:ext cx="484500" cy="483175"/>
            </a:xfrm>
            <a:custGeom>
              <a:rect b="b" l="l" r="r" t="t"/>
              <a:pathLst>
                <a:path extrusionOk="0" h="19327" w="19380">
                  <a:moveTo>
                    <a:pt x="9690" y="1208"/>
                  </a:moveTo>
                  <a:lnTo>
                    <a:pt x="11426" y="2126"/>
                  </a:lnTo>
                  <a:cubicBezTo>
                    <a:pt x="11507" y="2168"/>
                    <a:pt x="11598" y="2192"/>
                    <a:pt x="11692" y="2192"/>
                  </a:cubicBezTo>
                  <a:lnTo>
                    <a:pt x="13651" y="2192"/>
                  </a:lnTo>
                  <a:lnTo>
                    <a:pt x="14765" y="3817"/>
                  </a:lnTo>
                  <a:cubicBezTo>
                    <a:pt x="14817" y="3892"/>
                    <a:pt x="14886" y="3955"/>
                    <a:pt x="14968" y="3998"/>
                  </a:cubicBezTo>
                  <a:lnTo>
                    <a:pt x="16704" y="4916"/>
                  </a:lnTo>
                  <a:lnTo>
                    <a:pt x="16939" y="6878"/>
                  </a:lnTo>
                  <a:cubicBezTo>
                    <a:pt x="16952" y="6969"/>
                    <a:pt x="16985" y="7056"/>
                    <a:pt x="17036" y="7132"/>
                  </a:cubicBezTo>
                  <a:lnTo>
                    <a:pt x="18150" y="8759"/>
                  </a:lnTo>
                  <a:lnTo>
                    <a:pt x="17456" y="10610"/>
                  </a:lnTo>
                  <a:cubicBezTo>
                    <a:pt x="17423" y="10695"/>
                    <a:pt x="17410" y="10785"/>
                    <a:pt x="17423" y="10876"/>
                  </a:cubicBezTo>
                  <a:lnTo>
                    <a:pt x="17658" y="12842"/>
                  </a:lnTo>
                  <a:lnTo>
                    <a:pt x="16188" y="14155"/>
                  </a:lnTo>
                  <a:cubicBezTo>
                    <a:pt x="16121" y="14216"/>
                    <a:pt x="16067" y="14291"/>
                    <a:pt x="16037" y="14379"/>
                  </a:cubicBezTo>
                  <a:lnTo>
                    <a:pt x="15339" y="16226"/>
                  </a:lnTo>
                  <a:lnTo>
                    <a:pt x="13437" y="16701"/>
                  </a:lnTo>
                  <a:cubicBezTo>
                    <a:pt x="13346" y="16722"/>
                    <a:pt x="13265" y="16764"/>
                    <a:pt x="13195" y="16827"/>
                  </a:cubicBezTo>
                  <a:lnTo>
                    <a:pt x="11728" y="18138"/>
                  </a:lnTo>
                  <a:lnTo>
                    <a:pt x="9826" y="17664"/>
                  </a:lnTo>
                  <a:cubicBezTo>
                    <a:pt x="9782" y="17653"/>
                    <a:pt x="9736" y="17648"/>
                    <a:pt x="9690" y="17648"/>
                  </a:cubicBezTo>
                  <a:cubicBezTo>
                    <a:pt x="9644" y="17648"/>
                    <a:pt x="9598" y="17653"/>
                    <a:pt x="9554" y="17664"/>
                  </a:cubicBezTo>
                  <a:lnTo>
                    <a:pt x="7652" y="18138"/>
                  </a:lnTo>
                  <a:lnTo>
                    <a:pt x="6184" y="16827"/>
                  </a:lnTo>
                  <a:cubicBezTo>
                    <a:pt x="6115" y="16767"/>
                    <a:pt x="6033" y="16722"/>
                    <a:pt x="5943" y="16701"/>
                  </a:cubicBezTo>
                  <a:lnTo>
                    <a:pt x="4040" y="16226"/>
                  </a:lnTo>
                  <a:lnTo>
                    <a:pt x="3343" y="14379"/>
                  </a:lnTo>
                  <a:cubicBezTo>
                    <a:pt x="3313" y="14291"/>
                    <a:pt x="3258" y="14216"/>
                    <a:pt x="3192" y="14155"/>
                  </a:cubicBezTo>
                  <a:lnTo>
                    <a:pt x="1721" y="12842"/>
                  </a:lnTo>
                  <a:lnTo>
                    <a:pt x="1960" y="10879"/>
                  </a:lnTo>
                  <a:cubicBezTo>
                    <a:pt x="1969" y="10788"/>
                    <a:pt x="1960" y="10695"/>
                    <a:pt x="1927" y="10610"/>
                  </a:cubicBezTo>
                  <a:lnTo>
                    <a:pt x="1229" y="8762"/>
                  </a:lnTo>
                  <a:lnTo>
                    <a:pt x="2346" y="7132"/>
                  </a:lnTo>
                  <a:cubicBezTo>
                    <a:pt x="2398" y="7056"/>
                    <a:pt x="2428" y="6969"/>
                    <a:pt x="2440" y="6878"/>
                  </a:cubicBezTo>
                  <a:lnTo>
                    <a:pt x="2679" y="4916"/>
                  </a:lnTo>
                  <a:lnTo>
                    <a:pt x="4415" y="3998"/>
                  </a:lnTo>
                  <a:cubicBezTo>
                    <a:pt x="4493" y="3955"/>
                    <a:pt x="4563" y="3892"/>
                    <a:pt x="4617" y="3817"/>
                  </a:cubicBezTo>
                  <a:lnTo>
                    <a:pt x="5731" y="2192"/>
                  </a:lnTo>
                  <a:lnTo>
                    <a:pt x="7691" y="2192"/>
                  </a:lnTo>
                  <a:cubicBezTo>
                    <a:pt x="7781" y="2192"/>
                    <a:pt x="7872" y="2168"/>
                    <a:pt x="7954" y="2126"/>
                  </a:cubicBezTo>
                  <a:lnTo>
                    <a:pt x="9690" y="1208"/>
                  </a:lnTo>
                  <a:close/>
                  <a:moveTo>
                    <a:pt x="9690" y="1"/>
                  </a:moveTo>
                  <a:cubicBezTo>
                    <a:pt x="9599" y="1"/>
                    <a:pt x="9509" y="23"/>
                    <a:pt x="9427" y="66"/>
                  </a:cubicBezTo>
                  <a:lnTo>
                    <a:pt x="7549" y="1057"/>
                  </a:lnTo>
                  <a:lnTo>
                    <a:pt x="5432" y="1057"/>
                  </a:lnTo>
                  <a:cubicBezTo>
                    <a:pt x="5245" y="1057"/>
                    <a:pt x="5070" y="1150"/>
                    <a:pt x="4964" y="1304"/>
                  </a:cubicBezTo>
                  <a:lnTo>
                    <a:pt x="3760" y="3062"/>
                  </a:lnTo>
                  <a:lnTo>
                    <a:pt x="1885" y="4052"/>
                  </a:lnTo>
                  <a:cubicBezTo>
                    <a:pt x="1721" y="4140"/>
                    <a:pt x="1610" y="4300"/>
                    <a:pt x="1586" y="4484"/>
                  </a:cubicBezTo>
                  <a:lnTo>
                    <a:pt x="1332" y="6607"/>
                  </a:lnTo>
                  <a:lnTo>
                    <a:pt x="127" y="8364"/>
                  </a:lnTo>
                  <a:cubicBezTo>
                    <a:pt x="22" y="8515"/>
                    <a:pt x="0" y="8711"/>
                    <a:pt x="67" y="8883"/>
                  </a:cubicBezTo>
                  <a:lnTo>
                    <a:pt x="819" y="10882"/>
                  </a:lnTo>
                  <a:lnTo>
                    <a:pt x="562" y="13002"/>
                  </a:lnTo>
                  <a:cubicBezTo>
                    <a:pt x="538" y="13186"/>
                    <a:pt x="607" y="13370"/>
                    <a:pt x="746" y="13494"/>
                  </a:cubicBezTo>
                  <a:lnTo>
                    <a:pt x="2331" y="14910"/>
                  </a:lnTo>
                  <a:lnTo>
                    <a:pt x="3083" y="16906"/>
                  </a:lnTo>
                  <a:cubicBezTo>
                    <a:pt x="3150" y="17081"/>
                    <a:pt x="3298" y="17211"/>
                    <a:pt x="3476" y="17256"/>
                  </a:cubicBezTo>
                  <a:lnTo>
                    <a:pt x="5535" y="17766"/>
                  </a:lnTo>
                  <a:lnTo>
                    <a:pt x="7120" y="19183"/>
                  </a:lnTo>
                  <a:cubicBezTo>
                    <a:pt x="7225" y="19276"/>
                    <a:pt x="7360" y="19326"/>
                    <a:pt x="7498" y="19326"/>
                  </a:cubicBezTo>
                  <a:cubicBezTo>
                    <a:pt x="7543" y="19326"/>
                    <a:pt x="7589" y="19321"/>
                    <a:pt x="7634" y="19309"/>
                  </a:cubicBezTo>
                  <a:lnTo>
                    <a:pt x="9690" y="18796"/>
                  </a:lnTo>
                  <a:lnTo>
                    <a:pt x="11746" y="19306"/>
                  </a:lnTo>
                  <a:cubicBezTo>
                    <a:pt x="11791" y="19318"/>
                    <a:pt x="11837" y="19324"/>
                    <a:pt x="11882" y="19324"/>
                  </a:cubicBezTo>
                  <a:cubicBezTo>
                    <a:pt x="12021" y="19324"/>
                    <a:pt x="12157" y="19273"/>
                    <a:pt x="12259" y="19180"/>
                  </a:cubicBezTo>
                  <a:lnTo>
                    <a:pt x="13845" y="17763"/>
                  </a:lnTo>
                  <a:lnTo>
                    <a:pt x="15901" y="17253"/>
                  </a:lnTo>
                  <a:cubicBezTo>
                    <a:pt x="16082" y="17208"/>
                    <a:pt x="16230" y="17078"/>
                    <a:pt x="16296" y="16903"/>
                  </a:cubicBezTo>
                  <a:lnTo>
                    <a:pt x="17048" y="14907"/>
                  </a:lnTo>
                  <a:lnTo>
                    <a:pt x="18633" y="13491"/>
                  </a:lnTo>
                  <a:cubicBezTo>
                    <a:pt x="18769" y="13367"/>
                    <a:pt x="18839" y="13183"/>
                    <a:pt x="18818" y="12999"/>
                  </a:cubicBezTo>
                  <a:lnTo>
                    <a:pt x="18561" y="10879"/>
                  </a:lnTo>
                  <a:lnTo>
                    <a:pt x="19313" y="8880"/>
                  </a:lnTo>
                  <a:cubicBezTo>
                    <a:pt x="19379" y="8708"/>
                    <a:pt x="19355" y="8515"/>
                    <a:pt x="19249" y="8361"/>
                  </a:cubicBezTo>
                  <a:lnTo>
                    <a:pt x="18048" y="6607"/>
                  </a:lnTo>
                  <a:lnTo>
                    <a:pt x="17794" y="4484"/>
                  </a:lnTo>
                  <a:cubicBezTo>
                    <a:pt x="17770" y="4300"/>
                    <a:pt x="17658" y="4140"/>
                    <a:pt x="17495" y="4052"/>
                  </a:cubicBezTo>
                  <a:lnTo>
                    <a:pt x="15620" y="3059"/>
                  </a:lnTo>
                  <a:lnTo>
                    <a:pt x="14415" y="1301"/>
                  </a:lnTo>
                  <a:cubicBezTo>
                    <a:pt x="14310" y="1147"/>
                    <a:pt x="14134" y="1057"/>
                    <a:pt x="13947" y="1057"/>
                  </a:cubicBezTo>
                  <a:lnTo>
                    <a:pt x="11831" y="1057"/>
                  </a:lnTo>
                  <a:lnTo>
                    <a:pt x="9955" y="66"/>
                  </a:lnTo>
                  <a:cubicBezTo>
                    <a:pt x="9872" y="23"/>
                    <a:pt x="9781" y="1"/>
                    <a:pt x="969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361" name="Google Shape;10361;p134"/>
          <p:cNvGrpSpPr/>
          <p:nvPr/>
        </p:nvGrpSpPr>
        <p:grpSpPr>
          <a:xfrm>
            <a:off x="7227082" y="2706666"/>
            <a:ext cx="170216" cy="340925"/>
            <a:chOff x="3985700" y="3210375"/>
            <a:chExt cx="241750" cy="484200"/>
          </a:xfrm>
        </p:grpSpPr>
        <p:sp>
          <p:nvSpPr>
            <p:cNvPr id="10362" name="Google Shape;10362;p134"/>
            <p:cNvSpPr/>
            <p:nvPr/>
          </p:nvSpPr>
          <p:spPr>
            <a:xfrm>
              <a:off x="4042700" y="3294475"/>
              <a:ext cx="127750" cy="339425"/>
            </a:xfrm>
            <a:custGeom>
              <a:rect b="b" l="l" r="r" t="t"/>
              <a:pathLst>
                <a:path extrusionOk="0" h="13577" w="5110">
                  <a:moveTo>
                    <a:pt x="2554" y="9854"/>
                  </a:moveTo>
                  <a:cubicBezTo>
                    <a:pt x="2721" y="9854"/>
                    <a:pt x="2890" y="9887"/>
                    <a:pt x="3050" y="9953"/>
                  </a:cubicBezTo>
                  <a:cubicBezTo>
                    <a:pt x="3533" y="10155"/>
                    <a:pt x="3850" y="10626"/>
                    <a:pt x="3850" y="11151"/>
                  </a:cubicBezTo>
                  <a:cubicBezTo>
                    <a:pt x="3850" y="11864"/>
                    <a:pt x="3271" y="12444"/>
                    <a:pt x="2555" y="12447"/>
                  </a:cubicBezTo>
                  <a:cubicBezTo>
                    <a:pt x="2030" y="12447"/>
                    <a:pt x="1558" y="12130"/>
                    <a:pt x="1356" y="11647"/>
                  </a:cubicBezTo>
                  <a:cubicBezTo>
                    <a:pt x="1157" y="11164"/>
                    <a:pt x="1269" y="10605"/>
                    <a:pt x="1637" y="10234"/>
                  </a:cubicBezTo>
                  <a:cubicBezTo>
                    <a:pt x="1885" y="9985"/>
                    <a:pt x="2217" y="9854"/>
                    <a:pt x="2554" y="9854"/>
                  </a:cubicBezTo>
                  <a:close/>
                  <a:moveTo>
                    <a:pt x="2555" y="1"/>
                  </a:moveTo>
                  <a:cubicBezTo>
                    <a:pt x="2241" y="1"/>
                    <a:pt x="1990" y="254"/>
                    <a:pt x="1990" y="565"/>
                  </a:cubicBezTo>
                  <a:lnTo>
                    <a:pt x="1990" y="8790"/>
                  </a:lnTo>
                  <a:cubicBezTo>
                    <a:pt x="792" y="9077"/>
                    <a:pt x="0" y="10215"/>
                    <a:pt x="145" y="11435"/>
                  </a:cubicBezTo>
                  <a:cubicBezTo>
                    <a:pt x="287" y="12658"/>
                    <a:pt x="1326" y="13576"/>
                    <a:pt x="2555" y="13576"/>
                  </a:cubicBezTo>
                  <a:cubicBezTo>
                    <a:pt x="3784" y="13576"/>
                    <a:pt x="4823" y="12658"/>
                    <a:pt x="4964" y="11435"/>
                  </a:cubicBezTo>
                  <a:cubicBezTo>
                    <a:pt x="5109" y="10215"/>
                    <a:pt x="4318" y="9077"/>
                    <a:pt x="3123" y="8790"/>
                  </a:cubicBezTo>
                  <a:lnTo>
                    <a:pt x="3123" y="565"/>
                  </a:lnTo>
                  <a:cubicBezTo>
                    <a:pt x="3123" y="254"/>
                    <a:pt x="2869" y="1"/>
                    <a:pt x="255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63" name="Google Shape;10363;p134"/>
            <p:cNvSpPr/>
            <p:nvPr/>
          </p:nvSpPr>
          <p:spPr>
            <a:xfrm>
              <a:off x="3985700" y="3210375"/>
              <a:ext cx="241750" cy="484200"/>
            </a:xfrm>
            <a:custGeom>
              <a:rect b="b" l="l" r="r" t="t"/>
              <a:pathLst>
                <a:path extrusionOk="0" h="19368" w="9670">
                  <a:moveTo>
                    <a:pt x="4835" y="1133"/>
                  </a:moveTo>
                  <a:cubicBezTo>
                    <a:pt x="5792" y="1133"/>
                    <a:pt x="6571" y="1909"/>
                    <a:pt x="6571" y="2869"/>
                  </a:cubicBezTo>
                  <a:lnTo>
                    <a:pt x="6574" y="10853"/>
                  </a:lnTo>
                  <a:lnTo>
                    <a:pt x="6574" y="10871"/>
                  </a:lnTo>
                  <a:cubicBezTo>
                    <a:pt x="6568" y="11073"/>
                    <a:pt x="6668" y="11260"/>
                    <a:pt x="6837" y="11369"/>
                  </a:cubicBezTo>
                  <a:cubicBezTo>
                    <a:pt x="7869" y="12027"/>
                    <a:pt x="8513" y="13232"/>
                    <a:pt x="8513" y="14512"/>
                  </a:cubicBezTo>
                  <a:cubicBezTo>
                    <a:pt x="8510" y="16545"/>
                    <a:pt x="6864" y="18190"/>
                    <a:pt x="4835" y="18193"/>
                  </a:cubicBezTo>
                  <a:cubicBezTo>
                    <a:pt x="2803" y="18190"/>
                    <a:pt x="1157" y="16545"/>
                    <a:pt x="1157" y="14515"/>
                  </a:cubicBezTo>
                  <a:cubicBezTo>
                    <a:pt x="1157" y="13280"/>
                    <a:pt x="1818" y="12043"/>
                    <a:pt x="2842" y="11363"/>
                  </a:cubicBezTo>
                  <a:cubicBezTo>
                    <a:pt x="2987" y="11267"/>
                    <a:pt x="3078" y="11110"/>
                    <a:pt x="3093" y="10934"/>
                  </a:cubicBezTo>
                  <a:cubicBezTo>
                    <a:pt x="3096" y="10907"/>
                    <a:pt x="3099" y="10880"/>
                    <a:pt x="3099" y="10856"/>
                  </a:cubicBezTo>
                  <a:lnTo>
                    <a:pt x="3099" y="2869"/>
                  </a:lnTo>
                  <a:cubicBezTo>
                    <a:pt x="3099" y="1909"/>
                    <a:pt x="3875" y="1133"/>
                    <a:pt x="4835" y="1133"/>
                  </a:cubicBezTo>
                  <a:close/>
                  <a:moveTo>
                    <a:pt x="4835" y="1"/>
                  </a:moveTo>
                  <a:cubicBezTo>
                    <a:pt x="3250" y="1"/>
                    <a:pt x="1966" y="1284"/>
                    <a:pt x="1966" y="2869"/>
                  </a:cubicBezTo>
                  <a:lnTo>
                    <a:pt x="1966" y="10596"/>
                  </a:lnTo>
                  <a:cubicBezTo>
                    <a:pt x="750" y="11532"/>
                    <a:pt x="34" y="12979"/>
                    <a:pt x="25" y="14515"/>
                  </a:cubicBezTo>
                  <a:cubicBezTo>
                    <a:pt x="1" y="17188"/>
                    <a:pt x="2163" y="19368"/>
                    <a:pt x="4835" y="19368"/>
                  </a:cubicBezTo>
                  <a:cubicBezTo>
                    <a:pt x="7510" y="19368"/>
                    <a:pt x="9669" y="17188"/>
                    <a:pt x="9648" y="14515"/>
                  </a:cubicBezTo>
                  <a:cubicBezTo>
                    <a:pt x="9648" y="13688"/>
                    <a:pt x="9443" y="12879"/>
                    <a:pt x="9053" y="12151"/>
                  </a:cubicBezTo>
                  <a:cubicBezTo>
                    <a:pt x="8724" y="11541"/>
                    <a:pt x="8265" y="11010"/>
                    <a:pt x="7709" y="10596"/>
                  </a:cubicBezTo>
                  <a:lnTo>
                    <a:pt x="7703" y="2869"/>
                  </a:lnTo>
                  <a:cubicBezTo>
                    <a:pt x="7703" y="1284"/>
                    <a:pt x="6420" y="1"/>
                    <a:pt x="483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364" name="Google Shape;10364;p134"/>
          <p:cNvGrpSpPr/>
          <p:nvPr/>
        </p:nvGrpSpPr>
        <p:grpSpPr>
          <a:xfrm>
            <a:off x="7566351" y="2707678"/>
            <a:ext cx="339007" cy="338901"/>
            <a:chOff x="4460225" y="3211300"/>
            <a:chExt cx="481475" cy="481325"/>
          </a:xfrm>
        </p:grpSpPr>
        <p:sp>
          <p:nvSpPr>
            <p:cNvPr id="10365" name="Google Shape;10365;p134"/>
            <p:cNvSpPr/>
            <p:nvPr/>
          </p:nvSpPr>
          <p:spPr>
            <a:xfrm>
              <a:off x="4602350" y="3353250"/>
              <a:ext cx="205125" cy="197375"/>
            </a:xfrm>
            <a:custGeom>
              <a:rect b="b" l="l" r="r" t="t"/>
              <a:pathLst>
                <a:path extrusionOk="0" h="7895" w="8205">
                  <a:moveTo>
                    <a:pt x="3947" y="1134"/>
                  </a:moveTo>
                  <a:cubicBezTo>
                    <a:pt x="5085" y="1134"/>
                    <a:pt x="6112" y="1819"/>
                    <a:pt x="6547" y="2870"/>
                  </a:cubicBezTo>
                  <a:cubicBezTo>
                    <a:pt x="6982" y="3924"/>
                    <a:pt x="6743" y="5132"/>
                    <a:pt x="5937" y="5938"/>
                  </a:cubicBezTo>
                  <a:cubicBezTo>
                    <a:pt x="5398" y="6477"/>
                    <a:pt x="4680" y="6762"/>
                    <a:pt x="3948" y="6762"/>
                  </a:cubicBezTo>
                  <a:cubicBezTo>
                    <a:pt x="3585" y="6762"/>
                    <a:pt x="3218" y="6692"/>
                    <a:pt x="2869" y="6548"/>
                  </a:cubicBezTo>
                  <a:cubicBezTo>
                    <a:pt x="1818" y="6113"/>
                    <a:pt x="1133" y="5087"/>
                    <a:pt x="1133" y="3948"/>
                  </a:cubicBezTo>
                  <a:cubicBezTo>
                    <a:pt x="1133" y="2393"/>
                    <a:pt x="2392" y="1134"/>
                    <a:pt x="3947" y="1134"/>
                  </a:cubicBezTo>
                  <a:close/>
                  <a:moveTo>
                    <a:pt x="3944" y="1"/>
                  </a:moveTo>
                  <a:cubicBezTo>
                    <a:pt x="3436" y="1"/>
                    <a:pt x="2925" y="99"/>
                    <a:pt x="2437" y="301"/>
                  </a:cubicBezTo>
                  <a:cubicBezTo>
                    <a:pt x="961" y="914"/>
                    <a:pt x="1" y="2351"/>
                    <a:pt x="1" y="3948"/>
                  </a:cubicBezTo>
                  <a:cubicBezTo>
                    <a:pt x="4" y="6128"/>
                    <a:pt x="1767" y="7892"/>
                    <a:pt x="3947" y="7895"/>
                  </a:cubicBezTo>
                  <a:cubicBezTo>
                    <a:pt x="5544" y="7895"/>
                    <a:pt x="6982" y="6934"/>
                    <a:pt x="7595" y="5458"/>
                  </a:cubicBezTo>
                  <a:cubicBezTo>
                    <a:pt x="8204" y="3984"/>
                    <a:pt x="7866" y="2287"/>
                    <a:pt x="6737" y="1158"/>
                  </a:cubicBezTo>
                  <a:cubicBezTo>
                    <a:pt x="5981" y="402"/>
                    <a:pt x="4971" y="1"/>
                    <a:pt x="394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66" name="Google Shape;10366;p134"/>
            <p:cNvSpPr/>
            <p:nvPr/>
          </p:nvSpPr>
          <p:spPr>
            <a:xfrm>
              <a:off x="4460225" y="3211300"/>
              <a:ext cx="481475" cy="481325"/>
            </a:xfrm>
            <a:custGeom>
              <a:rect b="b" l="l" r="r" t="t"/>
              <a:pathLst>
                <a:path extrusionOk="0" h="19253" w="19259">
                  <a:moveTo>
                    <a:pt x="9632" y="1126"/>
                  </a:moveTo>
                  <a:cubicBezTo>
                    <a:pt x="10704" y="1126"/>
                    <a:pt x="11649" y="1824"/>
                    <a:pt x="11972" y="2845"/>
                  </a:cubicBezTo>
                  <a:cubicBezTo>
                    <a:pt x="12049" y="3090"/>
                    <a:pt x="12276" y="3240"/>
                    <a:pt x="12513" y="3240"/>
                  </a:cubicBezTo>
                  <a:cubicBezTo>
                    <a:pt x="12600" y="3240"/>
                    <a:pt x="12689" y="3220"/>
                    <a:pt x="12772" y="3177"/>
                  </a:cubicBezTo>
                  <a:cubicBezTo>
                    <a:pt x="13131" y="2990"/>
                    <a:pt x="13520" y="2899"/>
                    <a:pt x="13906" y="2899"/>
                  </a:cubicBezTo>
                  <a:cubicBezTo>
                    <a:pt x="14542" y="2899"/>
                    <a:pt x="15169" y="3146"/>
                    <a:pt x="15641" y="3617"/>
                  </a:cubicBezTo>
                  <a:cubicBezTo>
                    <a:pt x="16399" y="4375"/>
                    <a:pt x="16577" y="5535"/>
                    <a:pt x="16082" y="6486"/>
                  </a:cubicBezTo>
                  <a:cubicBezTo>
                    <a:pt x="15922" y="6797"/>
                    <a:pt x="16079" y="7180"/>
                    <a:pt x="16414" y="7286"/>
                  </a:cubicBezTo>
                  <a:cubicBezTo>
                    <a:pt x="17434" y="7609"/>
                    <a:pt x="18132" y="8554"/>
                    <a:pt x="18132" y="9626"/>
                  </a:cubicBezTo>
                  <a:cubicBezTo>
                    <a:pt x="18132" y="10698"/>
                    <a:pt x="17434" y="11643"/>
                    <a:pt x="16414" y="11966"/>
                  </a:cubicBezTo>
                  <a:cubicBezTo>
                    <a:pt x="16079" y="12072"/>
                    <a:pt x="15922" y="12455"/>
                    <a:pt x="16082" y="12766"/>
                  </a:cubicBezTo>
                  <a:cubicBezTo>
                    <a:pt x="16577" y="13718"/>
                    <a:pt x="16399" y="14877"/>
                    <a:pt x="15641" y="15635"/>
                  </a:cubicBezTo>
                  <a:cubicBezTo>
                    <a:pt x="15169" y="16107"/>
                    <a:pt x="14542" y="16354"/>
                    <a:pt x="13906" y="16354"/>
                  </a:cubicBezTo>
                  <a:cubicBezTo>
                    <a:pt x="13520" y="16354"/>
                    <a:pt x="13131" y="16263"/>
                    <a:pt x="12772" y="16076"/>
                  </a:cubicBezTo>
                  <a:cubicBezTo>
                    <a:pt x="12689" y="16033"/>
                    <a:pt x="12600" y="16013"/>
                    <a:pt x="12513" y="16013"/>
                  </a:cubicBezTo>
                  <a:cubicBezTo>
                    <a:pt x="12276" y="16013"/>
                    <a:pt x="12049" y="16163"/>
                    <a:pt x="11972" y="16408"/>
                  </a:cubicBezTo>
                  <a:cubicBezTo>
                    <a:pt x="11649" y="17428"/>
                    <a:pt x="10704" y="18126"/>
                    <a:pt x="9632" y="18126"/>
                  </a:cubicBezTo>
                  <a:cubicBezTo>
                    <a:pt x="8560" y="18126"/>
                    <a:pt x="7615" y="17428"/>
                    <a:pt x="7292" y="16408"/>
                  </a:cubicBezTo>
                  <a:cubicBezTo>
                    <a:pt x="7215" y="16163"/>
                    <a:pt x="6988" y="16013"/>
                    <a:pt x="6751" y="16013"/>
                  </a:cubicBezTo>
                  <a:cubicBezTo>
                    <a:pt x="6664" y="16013"/>
                    <a:pt x="6575" y="16033"/>
                    <a:pt x="6492" y="16076"/>
                  </a:cubicBezTo>
                  <a:cubicBezTo>
                    <a:pt x="6133" y="16263"/>
                    <a:pt x="5744" y="16354"/>
                    <a:pt x="5358" y="16354"/>
                  </a:cubicBezTo>
                  <a:cubicBezTo>
                    <a:pt x="4722" y="16354"/>
                    <a:pt x="4095" y="16107"/>
                    <a:pt x="3623" y="15635"/>
                  </a:cubicBezTo>
                  <a:cubicBezTo>
                    <a:pt x="2865" y="14877"/>
                    <a:pt x="2687" y="13718"/>
                    <a:pt x="3183" y="12766"/>
                  </a:cubicBezTo>
                  <a:cubicBezTo>
                    <a:pt x="3343" y="12455"/>
                    <a:pt x="3186" y="12072"/>
                    <a:pt x="2850" y="11966"/>
                  </a:cubicBezTo>
                  <a:cubicBezTo>
                    <a:pt x="1830" y="11643"/>
                    <a:pt x="1132" y="10698"/>
                    <a:pt x="1132" y="9626"/>
                  </a:cubicBezTo>
                  <a:cubicBezTo>
                    <a:pt x="1132" y="8554"/>
                    <a:pt x="1830" y="7609"/>
                    <a:pt x="2850" y="7286"/>
                  </a:cubicBezTo>
                  <a:cubicBezTo>
                    <a:pt x="3186" y="7180"/>
                    <a:pt x="3343" y="6797"/>
                    <a:pt x="3183" y="6486"/>
                  </a:cubicBezTo>
                  <a:cubicBezTo>
                    <a:pt x="2687" y="5535"/>
                    <a:pt x="2865" y="4375"/>
                    <a:pt x="3623" y="3617"/>
                  </a:cubicBezTo>
                  <a:cubicBezTo>
                    <a:pt x="4095" y="3146"/>
                    <a:pt x="4722" y="2899"/>
                    <a:pt x="5358" y="2899"/>
                  </a:cubicBezTo>
                  <a:cubicBezTo>
                    <a:pt x="5744" y="2899"/>
                    <a:pt x="6133" y="2990"/>
                    <a:pt x="6492" y="3177"/>
                  </a:cubicBezTo>
                  <a:cubicBezTo>
                    <a:pt x="6575" y="3220"/>
                    <a:pt x="6664" y="3240"/>
                    <a:pt x="6751" y="3240"/>
                  </a:cubicBezTo>
                  <a:cubicBezTo>
                    <a:pt x="6988" y="3240"/>
                    <a:pt x="7215" y="3090"/>
                    <a:pt x="7292" y="2845"/>
                  </a:cubicBezTo>
                  <a:cubicBezTo>
                    <a:pt x="7615" y="1824"/>
                    <a:pt x="8560" y="1126"/>
                    <a:pt x="9632" y="1126"/>
                  </a:cubicBezTo>
                  <a:close/>
                  <a:moveTo>
                    <a:pt x="9632" y="0"/>
                  </a:moveTo>
                  <a:cubicBezTo>
                    <a:pt x="8291" y="0"/>
                    <a:pt x="7062" y="746"/>
                    <a:pt x="6447" y="1936"/>
                  </a:cubicBezTo>
                  <a:cubicBezTo>
                    <a:pt x="6091" y="1823"/>
                    <a:pt x="5726" y="1768"/>
                    <a:pt x="5364" y="1768"/>
                  </a:cubicBezTo>
                  <a:cubicBezTo>
                    <a:pt x="4426" y="1768"/>
                    <a:pt x="3508" y="2136"/>
                    <a:pt x="2826" y="2820"/>
                  </a:cubicBezTo>
                  <a:cubicBezTo>
                    <a:pt x="1878" y="3765"/>
                    <a:pt x="1537" y="5163"/>
                    <a:pt x="1942" y="6441"/>
                  </a:cubicBezTo>
                  <a:cubicBezTo>
                    <a:pt x="749" y="7054"/>
                    <a:pt x="0" y="8286"/>
                    <a:pt x="6" y="9626"/>
                  </a:cubicBezTo>
                  <a:cubicBezTo>
                    <a:pt x="0" y="10967"/>
                    <a:pt x="749" y="12199"/>
                    <a:pt x="1942" y="12812"/>
                  </a:cubicBezTo>
                  <a:cubicBezTo>
                    <a:pt x="1537" y="14089"/>
                    <a:pt x="1878" y="15487"/>
                    <a:pt x="2826" y="16432"/>
                  </a:cubicBezTo>
                  <a:cubicBezTo>
                    <a:pt x="3508" y="17116"/>
                    <a:pt x="4426" y="17484"/>
                    <a:pt x="5364" y="17484"/>
                  </a:cubicBezTo>
                  <a:cubicBezTo>
                    <a:pt x="5726" y="17484"/>
                    <a:pt x="6091" y="17429"/>
                    <a:pt x="6447" y="17317"/>
                  </a:cubicBezTo>
                  <a:cubicBezTo>
                    <a:pt x="7062" y="18506"/>
                    <a:pt x="8291" y="19252"/>
                    <a:pt x="9632" y="19252"/>
                  </a:cubicBezTo>
                  <a:cubicBezTo>
                    <a:pt x="10973" y="19252"/>
                    <a:pt x="12202" y="18506"/>
                    <a:pt x="12818" y="17317"/>
                  </a:cubicBezTo>
                  <a:cubicBezTo>
                    <a:pt x="13173" y="17429"/>
                    <a:pt x="13538" y="17484"/>
                    <a:pt x="13900" y="17484"/>
                  </a:cubicBezTo>
                  <a:cubicBezTo>
                    <a:pt x="14838" y="17484"/>
                    <a:pt x="15756" y="17116"/>
                    <a:pt x="16438" y="16432"/>
                  </a:cubicBezTo>
                  <a:cubicBezTo>
                    <a:pt x="17386" y="15487"/>
                    <a:pt x="17727" y="14089"/>
                    <a:pt x="17323" y="12812"/>
                  </a:cubicBezTo>
                  <a:cubicBezTo>
                    <a:pt x="18512" y="12196"/>
                    <a:pt x="19258" y="10967"/>
                    <a:pt x="19258" y="9626"/>
                  </a:cubicBezTo>
                  <a:cubicBezTo>
                    <a:pt x="19258" y="8286"/>
                    <a:pt x="18512" y="7057"/>
                    <a:pt x="17323" y="6441"/>
                  </a:cubicBezTo>
                  <a:cubicBezTo>
                    <a:pt x="17727" y="5163"/>
                    <a:pt x="17386" y="3765"/>
                    <a:pt x="16438" y="2820"/>
                  </a:cubicBezTo>
                  <a:cubicBezTo>
                    <a:pt x="15756" y="2136"/>
                    <a:pt x="14838" y="1768"/>
                    <a:pt x="13900" y="1768"/>
                  </a:cubicBezTo>
                  <a:cubicBezTo>
                    <a:pt x="13538" y="1768"/>
                    <a:pt x="13173" y="1823"/>
                    <a:pt x="12818" y="1936"/>
                  </a:cubicBezTo>
                  <a:cubicBezTo>
                    <a:pt x="12202" y="746"/>
                    <a:pt x="10973" y="0"/>
                    <a:pt x="963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367" name="Google Shape;10367;p134"/>
          <p:cNvSpPr/>
          <p:nvPr/>
        </p:nvSpPr>
        <p:spPr>
          <a:xfrm>
            <a:off x="7990101" y="2726454"/>
            <a:ext cx="340186" cy="300545"/>
          </a:xfrm>
          <a:custGeom>
            <a:rect b="b" l="l" r="r" t="t"/>
            <a:pathLst>
              <a:path extrusionOk="0" h="17074" w="19326">
                <a:moveTo>
                  <a:pt x="14226" y="1132"/>
                </a:moveTo>
                <a:cubicBezTo>
                  <a:pt x="15314" y="1132"/>
                  <a:pt x="16352" y="1605"/>
                  <a:pt x="17070" y="2425"/>
                </a:cubicBezTo>
                <a:cubicBezTo>
                  <a:pt x="17798" y="3252"/>
                  <a:pt x="18196" y="4366"/>
                  <a:pt x="18196" y="5568"/>
                </a:cubicBezTo>
                <a:cubicBezTo>
                  <a:pt x="18193" y="8476"/>
                  <a:pt x="15599" y="10686"/>
                  <a:pt x="11671" y="14032"/>
                </a:cubicBezTo>
                <a:cubicBezTo>
                  <a:pt x="11025" y="14581"/>
                  <a:pt x="10364" y="15146"/>
                  <a:pt x="9663" y="15756"/>
                </a:cubicBezTo>
                <a:cubicBezTo>
                  <a:pt x="8963" y="15146"/>
                  <a:pt x="8301" y="14581"/>
                  <a:pt x="7655" y="14032"/>
                </a:cubicBezTo>
                <a:cubicBezTo>
                  <a:pt x="3727" y="10686"/>
                  <a:pt x="1133" y="8476"/>
                  <a:pt x="1133" y="5568"/>
                </a:cubicBezTo>
                <a:cubicBezTo>
                  <a:pt x="1133" y="4366"/>
                  <a:pt x="1535" y="3252"/>
                  <a:pt x="2259" y="2425"/>
                </a:cubicBezTo>
                <a:cubicBezTo>
                  <a:pt x="2977" y="1605"/>
                  <a:pt x="4015" y="1132"/>
                  <a:pt x="5103" y="1132"/>
                </a:cubicBezTo>
                <a:cubicBezTo>
                  <a:pt x="5113" y="1132"/>
                  <a:pt x="5124" y="1132"/>
                  <a:pt x="5134" y="1132"/>
                </a:cubicBezTo>
                <a:cubicBezTo>
                  <a:pt x="6686" y="1132"/>
                  <a:pt x="7691" y="2090"/>
                  <a:pt x="8259" y="2890"/>
                </a:cubicBezTo>
                <a:cubicBezTo>
                  <a:pt x="8631" y="3421"/>
                  <a:pt x="8920" y="4001"/>
                  <a:pt x="9126" y="4614"/>
                </a:cubicBezTo>
                <a:cubicBezTo>
                  <a:pt x="9212" y="4875"/>
                  <a:pt x="9438" y="5006"/>
                  <a:pt x="9665" y="5006"/>
                </a:cubicBezTo>
                <a:cubicBezTo>
                  <a:pt x="9891" y="5006"/>
                  <a:pt x="10118" y="4875"/>
                  <a:pt x="10204" y="4614"/>
                </a:cubicBezTo>
                <a:cubicBezTo>
                  <a:pt x="10409" y="4001"/>
                  <a:pt x="10699" y="3421"/>
                  <a:pt x="11070" y="2890"/>
                </a:cubicBezTo>
                <a:cubicBezTo>
                  <a:pt x="11641" y="2090"/>
                  <a:pt x="12643" y="1132"/>
                  <a:pt x="14195" y="1132"/>
                </a:cubicBezTo>
                <a:cubicBezTo>
                  <a:pt x="14206" y="1132"/>
                  <a:pt x="14216" y="1132"/>
                  <a:pt x="14226" y="1132"/>
                </a:cubicBezTo>
                <a:close/>
                <a:moveTo>
                  <a:pt x="5103" y="0"/>
                </a:moveTo>
                <a:cubicBezTo>
                  <a:pt x="3689" y="0"/>
                  <a:pt x="2343" y="612"/>
                  <a:pt x="1411" y="1676"/>
                </a:cubicBezTo>
                <a:cubicBezTo>
                  <a:pt x="502" y="2709"/>
                  <a:pt x="1" y="4092"/>
                  <a:pt x="1" y="5568"/>
                </a:cubicBezTo>
                <a:cubicBezTo>
                  <a:pt x="1" y="7174"/>
                  <a:pt x="629" y="8672"/>
                  <a:pt x="1976" y="10275"/>
                </a:cubicBezTo>
                <a:cubicBezTo>
                  <a:pt x="3180" y="11710"/>
                  <a:pt x="4914" y="13183"/>
                  <a:pt x="6922" y="14895"/>
                </a:cubicBezTo>
                <a:cubicBezTo>
                  <a:pt x="7670" y="15532"/>
                  <a:pt x="8443" y="16191"/>
                  <a:pt x="9265" y="16909"/>
                </a:cubicBezTo>
                <a:lnTo>
                  <a:pt x="9292" y="16933"/>
                </a:lnTo>
                <a:cubicBezTo>
                  <a:pt x="9397" y="17027"/>
                  <a:pt x="9530" y="17074"/>
                  <a:pt x="9664" y="17074"/>
                </a:cubicBezTo>
                <a:cubicBezTo>
                  <a:pt x="9797" y="17074"/>
                  <a:pt x="9930" y="17027"/>
                  <a:pt x="10038" y="16933"/>
                </a:cubicBezTo>
                <a:lnTo>
                  <a:pt x="10062" y="16909"/>
                </a:lnTo>
                <a:cubicBezTo>
                  <a:pt x="10883" y="16191"/>
                  <a:pt x="11659" y="15532"/>
                  <a:pt x="12405" y="14895"/>
                </a:cubicBezTo>
                <a:cubicBezTo>
                  <a:pt x="14413" y="13183"/>
                  <a:pt x="16146" y="11707"/>
                  <a:pt x="17351" y="10275"/>
                </a:cubicBezTo>
                <a:cubicBezTo>
                  <a:pt x="18697" y="8672"/>
                  <a:pt x="19325" y="7174"/>
                  <a:pt x="19325" y="5568"/>
                </a:cubicBezTo>
                <a:cubicBezTo>
                  <a:pt x="19325" y="4092"/>
                  <a:pt x="18824" y="2709"/>
                  <a:pt x="17915" y="1676"/>
                </a:cubicBezTo>
                <a:cubicBezTo>
                  <a:pt x="16983" y="612"/>
                  <a:pt x="15637" y="0"/>
                  <a:pt x="14224" y="0"/>
                </a:cubicBezTo>
                <a:cubicBezTo>
                  <a:pt x="14213" y="0"/>
                  <a:pt x="14203" y="0"/>
                  <a:pt x="14192" y="0"/>
                </a:cubicBezTo>
                <a:cubicBezTo>
                  <a:pt x="12157" y="0"/>
                  <a:pt x="10868" y="1217"/>
                  <a:pt x="10143" y="2238"/>
                </a:cubicBezTo>
                <a:cubicBezTo>
                  <a:pt x="9968" y="2485"/>
                  <a:pt x="9808" y="2748"/>
                  <a:pt x="9663" y="3017"/>
                </a:cubicBezTo>
                <a:cubicBezTo>
                  <a:pt x="9518" y="2748"/>
                  <a:pt x="9358" y="2485"/>
                  <a:pt x="9183" y="2238"/>
                </a:cubicBezTo>
                <a:cubicBezTo>
                  <a:pt x="8458" y="1217"/>
                  <a:pt x="7169" y="0"/>
                  <a:pt x="5134" y="0"/>
                </a:cubicBezTo>
                <a:cubicBezTo>
                  <a:pt x="5124" y="0"/>
                  <a:pt x="5113" y="0"/>
                  <a:pt x="510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368" name="Google Shape;10368;p134"/>
          <p:cNvGrpSpPr/>
          <p:nvPr/>
        </p:nvGrpSpPr>
        <p:grpSpPr>
          <a:xfrm>
            <a:off x="6859688" y="3985756"/>
            <a:ext cx="342034" cy="280654"/>
            <a:chOff x="5647000" y="3252650"/>
            <a:chExt cx="485775" cy="398600"/>
          </a:xfrm>
        </p:grpSpPr>
        <p:sp>
          <p:nvSpPr>
            <p:cNvPr id="10369" name="Google Shape;10369;p134"/>
            <p:cNvSpPr/>
            <p:nvPr/>
          </p:nvSpPr>
          <p:spPr>
            <a:xfrm>
              <a:off x="5762575" y="3252650"/>
              <a:ext cx="113250" cy="143825"/>
            </a:xfrm>
            <a:custGeom>
              <a:rect b="b" l="l" r="r" t="t"/>
              <a:pathLst>
                <a:path extrusionOk="0" h="5753" w="4530">
                  <a:moveTo>
                    <a:pt x="2265" y="1133"/>
                  </a:moveTo>
                  <a:cubicBezTo>
                    <a:pt x="2383" y="1133"/>
                    <a:pt x="2667" y="1348"/>
                    <a:pt x="2960" y="1930"/>
                  </a:cubicBezTo>
                  <a:cubicBezTo>
                    <a:pt x="3246" y="2501"/>
                    <a:pt x="3397" y="3147"/>
                    <a:pt x="3397" y="3488"/>
                  </a:cubicBezTo>
                  <a:cubicBezTo>
                    <a:pt x="3397" y="4113"/>
                    <a:pt x="2890" y="4621"/>
                    <a:pt x="2265" y="4621"/>
                  </a:cubicBezTo>
                  <a:cubicBezTo>
                    <a:pt x="1637" y="4621"/>
                    <a:pt x="1133" y="4113"/>
                    <a:pt x="1133" y="3488"/>
                  </a:cubicBezTo>
                  <a:cubicBezTo>
                    <a:pt x="1133" y="3147"/>
                    <a:pt x="1284" y="2501"/>
                    <a:pt x="1568" y="1930"/>
                  </a:cubicBezTo>
                  <a:cubicBezTo>
                    <a:pt x="1860" y="1348"/>
                    <a:pt x="2144" y="1133"/>
                    <a:pt x="2265" y="1133"/>
                  </a:cubicBezTo>
                  <a:close/>
                  <a:moveTo>
                    <a:pt x="2265" y="1"/>
                  </a:moveTo>
                  <a:cubicBezTo>
                    <a:pt x="1613" y="1"/>
                    <a:pt x="1024" y="493"/>
                    <a:pt x="556" y="1423"/>
                  </a:cubicBezTo>
                  <a:cubicBezTo>
                    <a:pt x="218" y="2096"/>
                    <a:pt x="1" y="2909"/>
                    <a:pt x="1" y="3488"/>
                  </a:cubicBezTo>
                  <a:cubicBezTo>
                    <a:pt x="1" y="4738"/>
                    <a:pt x="1012" y="5750"/>
                    <a:pt x="2265" y="5753"/>
                  </a:cubicBezTo>
                  <a:cubicBezTo>
                    <a:pt x="3515" y="5750"/>
                    <a:pt x="4527" y="4738"/>
                    <a:pt x="4530" y="3488"/>
                  </a:cubicBezTo>
                  <a:cubicBezTo>
                    <a:pt x="4530" y="2909"/>
                    <a:pt x="4309" y="2096"/>
                    <a:pt x="3971" y="1423"/>
                  </a:cubicBezTo>
                  <a:cubicBezTo>
                    <a:pt x="3503" y="493"/>
                    <a:pt x="2914" y="1"/>
                    <a:pt x="22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70" name="Google Shape;10370;p134"/>
            <p:cNvSpPr/>
            <p:nvPr/>
          </p:nvSpPr>
          <p:spPr>
            <a:xfrm>
              <a:off x="5647000" y="3371750"/>
              <a:ext cx="124425" cy="136450"/>
            </a:xfrm>
            <a:custGeom>
              <a:rect b="b" l="l" r="r" t="t"/>
              <a:pathLst>
                <a:path extrusionOk="0" h="5458" w="4977">
                  <a:moveTo>
                    <a:pt x="1510" y="1131"/>
                  </a:moveTo>
                  <a:cubicBezTo>
                    <a:pt x="1680" y="1131"/>
                    <a:pt x="1994" y="1221"/>
                    <a:pt x="2422" y="1496"/>
                  </a:cubicBezTo>
                  <a:cubicBezTo>
                    <a:pt x="2969" y="1852"/>
                    <a:pt x="3425" y="2333"/>
                    <a:pt x="3594" y="2625"/>
                  </a:cubicBezTo>
                  <a:cubicBezTo>
                    <a:pt x="3908" y="3166"/>
                    <a:pt x="3721" y="3860"/>
                    <a:pt x="3180" y="4171"/>
                  </a:cubicBezTo>
                  <a:cubicBezTo>
                    <a:pt x="3000" y="4276"/>
                    <a:pt x="2801" y="4325"/>
                    <a:pt x="2603" y="4325"/>
                  </a:cubicBezTo>
                  <a:cubicBezTo>
                    <a:pt x="2200" y="4325"/>
                    <a:pt x="1804" y="4120"/>
                    <a:pt x="1595" y="3758"/>
                  </a:cubicBezTo>
                  <a:cubicBezTo>
                    <a:pt x="1423" y="3462"/>
                    <a:pt x="1233" y="2828"/>
                    <a:pt x="1193" y="2191"/>
                  </a:cubicBezTo>
                  <a:cubicBezTo>
                    <a:pt x="1157" y="1538"/>
                    <a:pt x="1296" y="1212"/>
                    <a:pt x="1399" y="1155"/>
                  </a:cubicBezTo>
                  <a:cubicBezTo>
                    <a:pt x="1432" y="1137"/>
                    <a:pt x="1471" y="1131"/>
                    <a:pt x="1510" y="1131"/>
                  </a:cubicBezTo>
                  <a:close/>
                  <a:moveTo>
                    <a:pt x="1512" y="1"/>
                  </a:moveTo>
                  <a:cubicBezTo>
                    <a:pt x="1262" y="1"/>
                    <a:pt x="1033" y="59"/>
                    <a:pt x="831" y="177"/>
                  </a:cubicBezTo>
                  <a:cubicBezTo>
                    <a:pt x="269" y="500"/>
                    <a:pt x="1" y="1221"/>
                    <a:pt x="61" y="2260"/>
                  </a:cubicBezTo>
                  <a:cubicBezTo>
                    <a:pt x="106" y="3012"/>
                    <a:pt x="324" y="3821"/>
                    <a:pt x="614" y="4325"/>
                  </a:cubicBezTo>
                  <a:cubicBezTo>
                    <a:pt x="919" y="4851"/>
                    <a:pt x="1420" y="5231"/>
                    <a:pt x="2009" y="5382"/>
                  </a:cubicBezTo>
                  <a:cubicBezTo>
                    <a:pt x="2205" y="5431"/>
                    <a:pt x="2404" y="5458"/>
                    <a:pt x="2607" y="5458"/>
                  </a:cubicBezTo>
                  <a:cubicBezTo>
                    <a:pt x="2609" y="5458"/>
                    <a:pt x="2612" y="5458"/>
                    <a:pt x="2615" y="5458"/>
                  </a:cubicBezTo>
                  <a:cubicBezTo>
                    <a:pt x="3421" y="5458"/>
                    <a:pt x="4166" y="5026"/>
                    <a:pt x="4572" y="4328"/>
                  </a:cubicBezTo>
                  <a:cubicBezTo>
                    <a:pt x="4977" y="3628"/>
                    <a:pt x="4977" y="2761"/>
                    <a:pt x="4572" y="2061"/>
                  </a:cubicBezTo>
                  <a:cubicBezTo>
                    <a:pt x="4282" y="1560"/>
                    <a:pt x="3678" y="968"/>
                    <a:pt x="3035" y="548"/>
                  </a:cubicBezTo>
                  <a:cubicBezTo>
                    <a:pt x="2471" y="185"/>
                    <a:pt x="1957" y="1"/>
                    <a:pt x="151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71" name="Google Shape;10371;p134"/>
            <p:cNvSpPr/>
            <p:nvPr/>
          </p:nvSpPr>
          <p:spPr>
            <a:xfrm>
              <a:off x="5904100" y="3252650"/>
              <a:ext cx="113275" cy="143825"/>
            </a:xfrm>
            <a:custGeom>
              <a:rect b="b" l="l" r="r" t="t"/>
              <a:pathLst>
                <a:path extrusionOk="0" h="5753" w="4531">
                  <a:moveTo>
                    <a:pt x="2266" y="1133"/>
                  </a:moveTo>
                  <a:cubicBezTo>
                    <a:pt x="2383" y="1133"/>
                    <a:pt x="2667" y="1348"/>
                    <a:pt x="2960" y="1930"/>
                  </a:cubicBezTo>
                  <a:cubicBezTo>
                    <a:pt x="3247" y="2501"/>
                    <a:pt x="3398" y="3147"/>
                    <a:pt x="3398" y="3488"/>
                  </a:cubicBezTo>
                  <a:cubicBezTo>
                    <a:pt x="3398" y="4113"/>
                    <a:pt x="2891" y="4621"/>
                    <a:pt x="2266" y="4621"/>
                  </a:cubicBezTo>
                  <a:cubicBezTo>
                    <a:pt x="1638" y="4621"/>
                    <a:pt x="1133" y="4113"/>
                    <a:pt x="1133" y="3488"/>
                  </a:cubicBezTo>
                  <a:cubicBezTo>
                    <a:pt x="1133" y="3147"/>
                    <a:pt x="1284" y="2501"/>
                    <a:pt x="1568" y="1930"/>
                  </a:cubicBezTo>
                  <a:cubicBezTo>
                    <a:pt x="1861" y="1348"/>
                    <a:pt x="2145" y="1133"/>
                    <a:pt x="2266" y="1133"/>
                  </a:cubicBezTo>
                  <a:close/>
                  <a:moveTo>
                    <a:pt x="2266" y="1"/>
                  </a:moveTo>
                  <a:cubicBezTo>
                    <a:pt x="1613" y="1"/>
                    <a:pt x="1025" y="493"/>
                    <a:pt x="557" y="1423"/>
                  </a:cubicBezTo>
                  <a:cubicBezTo>
                    <a:pt x="218" y="2096"/>
                    <a:pt x="1" y="2909"/>
                    <a:pt x="1" y="3488"/>
                  </a:cubicBezTo>
                  <a:cubicBezTo>
                    <a:pt x="1" y="4738"/>
                    <a:pt x="1012" y="5753"/>
                    <a:pt x="2266" y="5753"/>
                  </a:cubicBezTo>
                  <a:cubicBezTo>
                    <a:pt x="3516" y="5753"/>
                    <a:pt x="4530" y="4738"/>
                    <a:pt x="4530" y="3488"/>
                  </a:cubicBezTo>
                  <a:cubicBezTo>
                    <a:pt x="4530" y="2909"/>
                    <a:pt x="4310" y="2096"/>
                    <a:pt x="3972" y="1423"/>
                  </a:cubicBezTo>
                  <a:cubicBezTo>
                    <a:pt x="3507" y="493"/>
                    <a:pt x="2915" y="1"/>
                    <a:pt x="226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72" name="Google Shape;10372;p134"/>
            <p:cNvSpPr/>
            <p:nvPr/>
          </p:nvSpPr>
          <p:spPr>
            <a:xfrm>
              <a:off x="5996750" y="3371150"/>
              <a:ext cx="136025" cy="136525"/>
            </a:xfrm>
            <a:custGeom>
              <a:rect b="b" l="l" r="r" t="t"/>
              <a:pathLst>
                <a:path extrusionOk="0" h="5461" w="5441">
                  <a:moveTo>
                    <a:pt x="3955" y="1136"/>
                  </a:moveTo>
                  <a:cubicBezTo>
                    <a:pt x="3986" y="1136"/>
                    <a:pt x="4019" y="1143"/>
                    <a:pt x="4049" y="1158"/>
                  </a:cubicBezTo>
                  <a:cubicBezTo>
                    <a:pt x="4152" y="1218"/>
                    <a:pt x="4290" y="1541"/>
                    <a:pt x="4251" y="2194"/>
                  </a:cubicBezTo>
                  <a:cubicBezTo>
                    <a:pt x="4215" y="2834"/>
                    <a:pt x="4022" y="3468"/>
                    <a:pt x="3853" y="3761"/>
                  </a:cubicBezTo>
                  <a:cubicBezTo>
                    <a:pt x="3644" y="4124"/>
                    <a:pt x="3246" y="4329"/>
                    <a:pt x="2842" y="4329"/>
                  </a:cubicBezTo>
                  <a:cubicBezTo>
                    <a:pt x="2645" y="4329"/>
                    <a:pt x="2447" y="4280"/>
                    <a:pt x="2267" y="4177"/>
                  </a:cubicBezTo>
                  <a:cubicBezTo>
                    <a:pt x="2008" y="4026"/>
                    <a:pt x="1815" y="3779"/>
                    <a:pt x="1739" y="3489"/>
                  </a:cubicBezTo>
                  <a:cubicBezTo>
                    <a:pt x="1661" y="3199"/>
                    <a:pt x="1703" y="2888"/>
                    <a:pt x="1854" y="2628"/>
                  </a:cubicBezTo>
                  <a:cubicBezTo>
                    <a:pt x="2020" y="2338"/>
                    <a:pt x="2479" y="1855"/>
                    <a:pt x="3025" y="1502"/>
                  </a:cubicBezTo>
                  <a:cubicBezTo>
                    <a:pt x="3451" y="1224"/>
                    <a:pt x="3768" y="1137"/>
                    <a:pt x="3937" y="1137"/>
                  </a:cubicBezTo>
                  <a:cubicBezTo>
                    <a:pt x="3943" y="1136"/>
                    <a:pt x="3949" y="1136"/>
                    <a:pt x="3955" y="1136"/>
                  </a:cubicBezTo>
                  <a:close/>
                  <a:moveTo>
                    <a:pt x="3932" y="1"/>
                  </a:moveTo>
                  <a:cubicBezTo>
                    <a:pt x="3486" y="1"/>
                    <a:pt x="2972" y="186"/>
                    <a:pt x="2409" y="551"/>
                  </a:cubicBezTo>
                  <a:cubicBezTo>
                    <a:pt x="1766" y="968"/>
                    <a:pt x="1162" y="1562"/>
                    <a:pt x="872" y="2064"/>
                  </a:cubicBezTo>
                  <a:cubicBezTo>
                    <a:pt x="1" y="3572"/>
                    <a:pt x="1091" y="5461"/>
                    <a:pt x="2834" y="5461"/>
                  </a:cubicBezTo>
                  <a:cubicBezTo>
                    <a:pt x="2835" y="5461"/>
                    <a:pt x="2837" y="5461"/>
                    <a:pt x="2838" y="5461"/>
                  </a:cubicBezTo>
                  <a:cubicBezTo>
                    <a:pt x="3037" y="5461"/>
                    <a:pt x="3240" y="5433"/>
                    <a:pt x="3436" y="5385"/>
                  </a:cubicBezTo>
                  <a:cubicBezTo>
                    <a:pt x="4022" y="5234"/>
                    <a:pt x="4526" y="4854"/>
                    <a:pt x="4831" y="4328"/>
                  </a:cubicBezTo>
                  <a:cubicBezTo>
                    <a:pt x="5121" y="3824"/>
                    <a:pt x="5335" y="3015"/>
                    <a:pt x="5380" y="2260"/>
                  </a:cubicBezTo>
                  <a:cubicBezTo>
                    <a:pt x="5441" y="1221"/>
                    <a:pt x="5175" y="503"/>
                    <a:pt x="4614" y="177"/>
                  </a:cubicBezTo>
                  <a:cubicBezTo>
                    <a:pt x="4410" y="59"/>
                    <a:pt x="4182" y="1"/>
                    <a:pt x="393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73" name="Google Shape;10373;p134"/>
            <p:cNvSpPr/>
            <p:nvPr/>
          </p:nvSpPr>
          <p:spPr>
            <a:xfrm>
              <a:off x="5734275" y="3424700"/>
              <a:ext cx="311325" cy="226550"/>
            </a:xfrm>
            <a:custGeom>
              <a:rect b="b" l="l" r="r" t="t"/>
              <a:pathLst>
                <a:path extrusionOk="0" h="9062" w="12453">
                  <a:moveTo>
                    <a:pt x="6226" y="1135"/>
                  </a:moveTo>
                  <a:cubicBezTo>
                    <a:pt x="8575" y="1135"/>
                    <a:pt x="9059" y="1815"/>
                    <a:pt x="9059" y="2832"/>
                  </a:cubicBezTo>
                  <a:lnTo>
                    <a:pt x="9059" y="3159"/>
                  </a:lnTo>
                  <a:cubicBezTo>
                    <a:pt x="9056" y="3850"/>
                    <a:pt x="9472" y="4472"/>
                    <a:pt x="10115" y="4732"/>
                  </a:cubicBezTo>
                  <a:cubicBezTo>
                    <a:pt x="10846" y="5031"/>
                    <a:pt x="11323" y="5619"/>
                    <a:pt x="11323" y="6229"/>
                  </a:cubicBezTo>
                  <a:cubicBezTo>
                    <a:pt x="11323" y="6658"/>
                    <a:pt x="11103" y="7069"/>
                    <a:pt x="10704" y="7389"/>
                  </a:cubicBezTo>
                  <a:cubicBezTo>
                    <a:pt x="10269" y="7736"/>
                    <a:pt x="9687" y="7929"/>
                    <a:pt x="9059" y="7929"/>
                  </a:cubicBezTo>
                  <a:cubicBezTo>
                    <a:pt x="9046" y="7929"/>
                    <a:pt x="9034" y="7929"/>
                    <a:pt x="9021" y="7929"/>
                  </a:cubicBezTo>
                  <a:cubicBezTo>
                    <a:pt x="8787" y="7929"/>
                    <a:pt x="8554" y="7902"/>
                    <a:pt x="8328" y="7848"/>
                  </a:cubicBezTo>
                  <a:cubicBezTo>
                    <a:pt x="7639" y="7673"/>
                    <a:pt x="6933" y="7585"/>
                    <a:pt x="6223" y="7585"/>
                  </a:cubicBezTo>
                  <a:cubicBezTo>
                    <a:pt x="5517" y="7585"/>
                    <a:pt x="4813" y="7673"/>
                    <a:pt x="4128" y="7848"/>
                  </a:cubicBezTo>
                  <a:cubicBezTo>
                    <a:pt x="3901" y="7902"/>
                    <a:pt x="3666" y="7929"/>
                    <a:pt x="3434" y="7929"/>
                  </a:cubicBezTo>
                  <a:cubicBezTo>
                    <a:pt x="3422" y="7929"/>
                    <a:pt x="3409" y="7929"/>
                    <a:pt x="3397" y="7929"/>
                  </a:cubicBezTo>
                  <a:cubicBezTo>
                    <a:pt x="2769" y="7929"/>
                    <a:pt x="2183" y="7736"/>
                    <a:pt x="1748" y="7389"/>
                  </a:cubicBezTo>
                  <a:cubicBezTo>
                    <a:pt x="1350" y="7069"/>
                    <a:pt x="1133" y="6658"/>
                    <a:pt x="1133" y="6229"/>
                  </a:cubicBezTo>
                  <a:cubicBezTo>
                    <a:pt x="1133" y="5619"/>
                    <a:pt x="1604" y="5031"/>
                    <a:pt x="2340" y="4732"/>
                  </a:cubicBezTo>
                  <a:cubicBezTo>
                    <a:pt x="2980" y="4472"/>
                    <a:pt x="3397" y="3850"/>
                    <a:pt x="3397" y="3159"/>
                  </a:cubicBezTo>
                  <a:lnTo>
                    <a:pt x="3397" y="2832"/>
                  </a:lnTo>
                  <a:cubicBezTo>
                    <a:pt x="3397" y="1815"/>
                    <a:pt x="3877" y="1135"/>
                    <a:pt x="6226" y="1135"/>
                  </a:cubicBezTo>
                  <a:close/>
                  <a:moveTo>
                    <a:pt x="6226" y="0"/>
                  </a:moveTo>
                  <a:cubicBezTo>
                    <a:pt x="5034" y="0"/>
                    <a:pt x="4185" y="157"/>
                    <a:pt x="3557" y="498"/>
                  </a:cubicBezTo>
                  <a:cubicBezTo>
                    <a:pt x="2700" y="960"/>
                    <a:pt x="2262" y="1745"/>
                    <a:pt x="2262" y="2829"/>
                  </a:cubicBezTo>
                  <a:lnTo>
                    <a:pt x="2262" y="3156"/>
                  </a:lnTo>
                  <a:cubicBezTo>
                    <a:pt x="2265" y="3388"/>
                    <a:pt x="2123" y="3593"/>
                    <a:pt x="1912" y="3681"/>
                  </a:cubicBezTo>
                  <a:cubicBezTo>
                    <a:pt x="749" y="4158"/>
                    <a:pt x="0" y="5157"/>
                    <a:pt x="0" y="6229"/>
                  </a:cubicBezTo>
                  <a:cubicBezTo>
                    <a:pt x="0" y="7790"/>
                    <a:pt x="1522" y="9062"/>
                    <a:pt x="3397" y="9062"/>
                  </a:cubicBezTo>
                  <a:cubicBezTo>
                    <a:pt x="3409" y="9062"/>
                    <a:pt x="3421" y="9062"/>
                    <a:pt x="3433" y="9062"/>
                  </a:cubicBezTo>
                  <a:cubicBezTo>
                    <a:pt x="3760" y="9062"/>
                    <a:pt x="4088" y="9022"/>
                    <a:pt x="4409" y="8944"/>
                  </a:cubicBezTo>
                  <a:cubicBezTo>
                    <a:pt x="5005" y="8793"/>
                    <a:pt x="5616" y="8717"/>
                    <a:pt x="6228" y="8717"/>
                  </a:cubicBezTo>
                  <a:cubicBezTo>
                    <a:pt x="6839" y="8717"/>
                    <a:pt x="7451" y="8793"/>
                    <a:pt x="8047" y="8944"/>
                  </a:cubicBezTo>
                  <a:cubicBezTo>
                    <a:pt x="8366" y="9022"/>
                    <a:pt x="8691" y="9059"/>
                    <a:pt x="9017" y="9059"/>
                  </a:cubicBezTo>
                  <a:cubicBezTo>
                    <a:pt x="9030" y="9059"/>
                    <a:pt x="9043" y="9059"/>
                    <a:pt x="9056" y="9059"/>
                  </a:cubicBezTo>
                  <a:cubicBezTo>
                    <a:pt x="10931" y="9059"/>
                    <a:pt x="12452" y="7787"/>
                    <a:pt x="12452" y="6226"/>
                  </a:cubicBezTo>
                  <a:cubicBezTo>
                    <a:pt x="12452" y="5154"/>
                    <a:pt x="11704" y="4155"/>
                    <a:pt x="10541" y="3681"/>
                  </a:cubicBezTo>
                  <a:cubicBezTo>
                    <a:pt x="10330" y="3593"/>
                    <a:pt x="10188" y="3388"/>
                    <a:pt x="10188" y="3156"/>
                  </a:cubicBezTo>
                  <a:lnTo>
                    <a:pt x="10188" y="2829"/>
                  </a:lnTo>
                  <a:cubicBezTo>
                    <a:pt x="10188" y="1745"/>
                    <a:pt x="9753" y="960"/>
                    <a:pt x="8896" y="498"/>
                  </a:cubicBezTo>
                  <a:cubicBezTo>
                    <a:pt x="8267" y="157"/>
                    <a:pt x="7419" y="0"/>
                    <a:pt x="622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374" name="Google Shape;10374;p134"/>
          <p:cNvGrpSpPr/>
          <p:nvPr/>
        </p:nvGrpSpPr>
        <p:grpSpPr>
          <a:xfrm>
            <a:off x="5165128" y="3991768"/>
            <a:ext cx="326536" cy="268454"/>
            <a:chOff x="6242450" y="3252800"/>
            <a:chExt cx="484475" cy="398300"/>
          </a:xfrm>
        </p:grpSpPr>
        <p:sp>
          <p:nvSpPr>
            <p:cNvPr id="10375" name="Google Shape;10375;p134"/>
            <p:cNvSpPr/>
            <p:nvPr/>
          </p:nvSpPr>
          <p:spPr>
            <a:xfrm>
              <a:off x="6626825" y="3427175"/>
              <a:ext cx="28325" cy="28350"/>
            </a:xfrm>
            <a:custGeom>
              <a:rect b="b" l="l" r="r" t="t"/>
              <a:pathLst>
                <a:path extrusionOk="0" h="1134" w="1133">
                  <a:moveTo>
                    <a:pt x="568" y="1"/>
                  </a:moveTo>
                  <a:cubicBezTo>
                    <a:pt x="254" y="1"/>
                    <a:pt x="0" y="254"/>
                    <a:pt x="0" y="565"/>
                  </a:cubicBezTo>
                  <a:cubicBezTo>
                    <a:pt x="0" y="879"/>
                    <a:pt x="254" y="1133"/>
                    <a:pt x="568" y="1133"/>
                  </a:cubicBezTo>
                  <a:cubicBezTo>
                    <a:pt x="879" y="1133"/>
                    <a:pt x="1132" y="879"/>
                    <a:pt x="1132" y="565"/>
                  </a:cubicBezTo>
                  <a:cubicBezTo>
                    <a:pt x="1132" y="254"/>
                    <a:pt x="879" y="1"/>
                    <a:pt x="56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76" name="Google Shape;10376;p134"/>
            <p:cNvSpPr/>
            <p:nvPr/>
          </p:nvSpPr>
          <p:spPr>
            <a:xfrm>
              <a:off x="6508150" y="3418300"/>
              <a:ext cx="45550" cy="68400"/>
            </a:xfrm>
            <a:custGeom>
              <a:rect b="b" l="l" r="r" t="t"/>
              <a:pathLst>
                <a:path extrusionOk="0" h="2736" w="1822">
                  <a:moveTo>
                    <a:pt x="1062" y="0"/>
                  </a:moveTo>
                  <a:cubicBezTo>
                    <a:pt x="917" y="0"/>
                    <a:pt x="772" y="55"/>
                    <a:pt x="662" y="166"/>
                  </a:cubicBezTo>
                  <a:cubicBezTo>
                    <a:pt x="1" y="830"/>
                    <a:pt x="1" y="1905"/>
                    <a:pt x="662" y="2569"/>
                  </a:cubicBezTo>
                  <a:cubicBezTo>
                    <a:pt x="768" y="2675"/>
                    <a:pt x="912" y="2732"/>
                    <a:pt x="1063" y="2735"/>
                  </a:cubicBezTo>
                  <a:cubicBezTo>
                    <a:pt x="1568" y="2732"/>
                    <a:pt x="1821" y="2122"/>
                    <a:pt x="1462" y="1766"/>
                  </a:cubicBezTo>
                  <a:cubicBezTo>
                    <a:pt x="1242" y="1545"/>
                    <a:pt x="1242" y="1186"/>
                    <a:pt x="1462" y="966"/>
                  </a:cubicBezTo>
                  <a:cubicBezTo>
                    <a:pt x="1685" y="745"/>
                    <a:pt x="1685" y="386"/>
                    <a:pt x="1462" y="166"/>
                  </a:cubicBezTo>
                  <a:cubicBezTo>
                    <a:pt x="1352" y="55"/>
                    <a:pt x="1207" y="0"/>
                    <a:pt x="106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77" name="Google Shape;10377;p134"/>
            <p:cNvSpPr/>
            <p:nvPr/>
          </p:nvSpPr>
          <p:spPr>
            <a:xfrm>
              <a:off x="6242450" y="3252800"/>
              <a:ext cx="484475" cy="398300"/>
            </a:xfrm>
            <a:custGeom>
              <a:rect b="b" l="l" r="r" t="t"/>
              <a:pathLst>
                <a:path extrusionOk="0" h="15932" w="19379">
                  <a:moveTo>
                    <a:pt x="9593" y="1178"/>
                  </a:moveTo>
                  <a:cubicBezTo>
                    <a:pt x="11124" y="1417"/>
                    <a:pt x="12374" y="2528"/>
                    <a:pt x="12794" y="4017"/>
                  </a:cubicBezTo>
                  <a:cubicBezTo>
                    <a:pt x="12443" y="4032"/>
                    <a:pt x="12093" y="4065"/>
                    <a:pt x="11746" y="4116"/>
                  </a:cubicBezTo>
                  <a:cubicBezTo>
                    <a:pt x="10595" y="3543"/>
                    <a:pt x="9792" y="2450"/>
                    <a:pt x="9593" y="1178"/>
                  </a:cubicBezTo>
                  <a:close/>
                  <a:moveTo>
                    <a:pt x="1697" y="2890"/>
                  </a:moveTo>
                  <a:cubicBezTo>
                    <a:pt x="3790" y="2894"/>
                    <a:pt x="5520" y="4524"/>
                    <a:pt x="5653" y="6613"/>
                  </a:cubicBezTo>
                  <a:lnTo>
                    <a:pt x="4360" y="5321"/>
                  </a:lnTo>
                  <a:cubicBezTo>
                    <a:pt x="4250" y="5211"/>
                    <a:pt x="4105" y="5156"/>
                    <a:pt x="3960" y="5156"/>
                  </a:cubicBezTo>
                  <a:cubicBezTo>
                    <a:pt x="3815" y="5156"/>
                    <a:pt x="3670" y="5211"/>
                    <a:pt x="3560" y="5321"/>
                  </a:cubicBezTo>
                  <a:cubicBezTo>
                    <a:pt x="3340" y="5542"/>
                    <a:pt x="3340" y="5901"/>
                    <a:pt x="3560" y="6121"/>
                  </a:cubicBezTo>
                  <a:lnTo>
                    <a:pt x="4852" y="7414"/>
                  </a:lnTo>
                  <a:cubicBezTo>
                    <a:pt x="2763" y="7281"/>
                    <a:pt x="1132" y="5551"/>
                    <a:pt x="1132" y="3458"/>
                  </a:cubicBezTo>
                  <a:lnTo>
                    <a:pt x="1129" y="3458"/>
                  </a:lnTo>
                  <a:lnTo>
                    <a:pt x="1129" y="2890"/>
                  </a:lnTo>
                  <a:close/>
                  <a:moveTo>
                    <a:pt x="15511" y="5593"/>
                  </a:moveTo>
                  <a:cubicBezTo>
                    <a:pt x="16553" y="6067"/>
                    <a:pt x="17477" y="6888"/>
                    <a:pt x="18135" y="7966"/>
                  </a:cubicBezTo>
                  <a:cubicBezTo>
                    <a:pt x="17471" y="9056"/>
                    <a:pt x="16532" y="9887"/>
                    <a:pt x="15472" y="10358"/>
                  </a:cubicBezTo>
                  <a:cubicBezTo>
                    <a:pt x="13748" y="9228"/>
                    <a:pt x="13766" y="6695"/>
                    <a:pt x="15511" y="5593"/>
                  </a:cubicBezTo>
                  <a:close/>
                  <a:moveTo>
                    <a:pt x="13326" y="5134"/>
                  </a:moveTo>
                  <a:cubicBezTo>
                    <a:pt x="13345" y="5134"/>
                    <a:pt x="13363" y="5134"/>
                    <a:pt x="13382" y="5134"/>
                  </a:cubicBezTo>
                  <a:cubicBezTo>
                    <a:pt x="13417" y="5140"/>
                    <a:pt x="13451" y="5143"/>
                    <a:pt x="13485" y="5143"/>
                  </a:cubicBezTo>
                  <a:cubicBezTo>
                    <a:pt x="13504" y="5143"/>
                    <a:pt x="13523" y="5142"/>
                    <a:pt x="13542" y="5140"/>
                  </a:cubicBezTo>
                  <a:cubicBezTo>
                    <a:pt x="13548" y="5140"/>
                    <a:pt x="13554" y="5137"/>
                    <a:pt x="13560" y="5137"/>
                  </a:cubicBezTo>
                  <a:cubicBezTo>
                    <a:pt x="13775" y="5143"/>
                    <a:pt x="13989" y="5161"/>
                    <a:pt x="14204" y="5197"/>
                  </a:cubicBezTo>
                  <a:cubicBezTo>
                    <a:pt x="12688" y="6728"/>
                    <a:pt x="12676" y="9189"/>
                    <a:pt x="14170" y="10738"/>
                  </a:cubicBezTo>
                  <a:cubicBezTo>
                    <a:pt x="13968" y="10771"/>
                    <a:pt x="13763" y="10789"/>
                    <a:pt x="13560" y="10792"/>
                  </a:cubicBezTo>
                  <a:lnTo>
                    <a:pt x="13542" y="10792"/>
                  </a:lnTo>
                  <a:cubicBezTo>
                    <a:pt x="13520" y="10789"/>
                    <a:pt x="13497" y="10787"/>
                    <a:pt x="13475" y="10787"/>
                  </a:cubicBezTo>
                  <a:cubicBezTo>
                    <a:pt x="13444" y="10787"/>
                    <a:pt x="13414" y="10790"/>
                    <a:pt x="13382" y="10795"/>
                  </a:cubicBezTo>
                  <a:cubicBezTo>
                    <a:pt x="13362" y="10796"/>
                    <a:pt x="13341" y="10796"/>
                    <a:pt x="13321" y="10796"/>
                  </a:cubicBezTo>
                  <a:cubicBezTo>
                    <a:pt x="12807" y="10796"/>
                    <a:pt x="12296" y="10759"/>
                    <a:pt x="11788" y="10684"/>
                  </a:cubicBezTo>
                  <a:cubicBezTo>
                    <a:pt x="11755" y="10675"/>
                    <a:pt x="11722" y="10672"/>
                    <a:pt x="11691" y="10669"/>
                  </a:cubicBezTo>
                  <a:cubicBezTo>
                    <a:pt x="9931" y="10370"/>
                    <a:pt x="8938" y="9530"/>
                    <a:pt x="7114" y="7990"/>
                  </a:cubicBezTo>
                  <a:lnTo>
                    <a:pt x="7105" y="7987"/>
                  </a:lnTo>
                  <a:lnTo>
                    <a:pt x="7177" y="7927"/>
                  </a:lnTo>
                  <a:cubicBezTo>
                    <a:pt x="8986" y="6402"/>
                    <a:pt x="9973" y="5569"/>
                    <a:pt x="11691" y="5267"/>
                  </a:cubicBezTo>
                  <a:cubicBezTo>
                    <a:pt x="11731" y="5264"/>
                    <a:pt x="11767" y="5258"/>
                    <a:pt x="11806" y="5249"/>
                  </a:cubicBezTo>
                  <a:cubicBezTo>
                    <a:pt x="12310" y="5173"/>
                    <a:pt x="12816" y="5134"/>
                    <a:pt x="13326" y="5134"/>
                  </a:cubicBezTo>
                  <a:close/>
                  <a:moveTo>
                    <a:pt x="4852" y="8561"/>
                  </a:moveTo>
                  <a:lnTo>
                    <a:pt x="3560" y="9850"/>
                  </a:lnTo>
                  <a:cubicBezTo>
                    <a:pt x="3340" y="10071"/>
                    <a:pt x="3340" y="10430"/>
                    <a:pt x="3560" y="10650"/>
                  </a:cubicBezTo>
                  <a:cubicBezTo>
                    <a:pt x="3670" y="10762"/>
                    <a:pt x="3815" y="10818"/>
                    <a:pt x="3960" y="10818"/>
                  </a:cubicBezTo>
                  <a:cubicBezTo>
                    <a:pt x="4105" y="10818"/>
                    <a:pt x="4250" y="10762"/>
                    <a:pt x="4360" y="10650"/>
                  </a:cubicBezTo>
                  <a:lnTo>
                    <a:pt x="5653" y="9361"/>
                  </a:lnTo>
                  <a:lnTo>
                    <a:pt x="5653" y="9361"/>
                  </a:lnTo>
                  <a:cubicBezTo>
                    <a:pt x="5520" y="11451"/>
                    <a:pt x="3790" y="13078"/>
                    <a:pt x="1697" y="13081"/>
                  </a:cubicBezTo>
                  <a:lnTo>
                    <a:pt x="1129" y="13081"/>
                  </a:lnTo>
                  <a:lnTo>
                    <a:pt x="1129" y="12517"/>
                  </a:lnTo>
                  <a:cubicBezTo>
                    <a:pt x="1132" y="10421"/>
                    <a:pt x="2760" y="8691"/>
                    <a:pt x="4852" y="8561"/>
                  </a:cubicBezTo>
                  <a:close/>
                  <a:moveTo>
                    <a:pt x="11734" y="11822"/>
                  </a:moveTo>
                  <a:cubicBezTo>
                    <a:pt x="12066" y="11870"/>
                    <a:pt x="12416" y="11901"/>
                    <a:pt x="12794" y="11916"/>
                  </a:cubicBezTo>
                  <a:cubicBezTo>
                    <a:pt x="12374" y="13407"/>
                    <a:pt x="11121" y="14515"/>
                    <a:pt x="9593" y="14754"/>
                  </a:cubicBezTo>
                  <a:cubicBezTo>
                    <a:pt x="9792" y="13489"/>
                    <a:pt x="10589" y="12396"/>
                    <a:pt x="11734" y="11822"/>
                  </a:cubicBezTo>
                  <a:close/>
                  <a:moveTo>
                    <a:pt x="8986" y="1"/>
                  </a:moveTo>
                  <a:cubicBezTo>
                    <a:pt x="8984" y="1"/>
                    <a:pt x="8982" y="1"/>
                    <a:pt x="8980" y="1"/>
                  </a:cubicBezTo>
                  <a:cubicBezTo>
                    <a:pt x="8666" y="1"/>
                    <a:pt x="8412" y="255"/>
                    <a:pt x="8412" y="566"/>
                  </a:cubicBezTo>
                  <a:cubicBezTo>
                    <a:pt x="8415" y="2084"/>
                    <a:pt x="9092" y="3522"/>
                    <a:pt x="10257" y="4491"/>
                  </a:cubicBezTo>
                  <a:cubicBezTo>
                    <a:pt x="9019" y="4950"/>
                    <a:pt x="8044" y="5720"/>
                    <a:pt x="6794" y="6774"/>
                  </a:cubicBezTo>
                  <a:cubicBezTo>
                    <a:pt x="6749" y="4002"/>
                    <a:pt x="4481" y="1761"/>
                    <a:pt x="1697" y="1761"/>
                  </a:cubicBezTo>
                  <a:lnTo>
                    <a:pt x="565" y="1761"/>
                  </a:lnTo>
                  <a:cubicBezTo>
                    <a:pt x="251" y="1761"/>
                    <a:pt x="0" y="2015"/>
                    <a:pt x="0" y="2326"/>
                  </a:cubicBezTo>
                  <a:lnTo>
                    <a:pt x="0" y="3458"/>
                  </a:lnTo>
                  <a:cubicBezTo>
                    <a:pt x="0" y="5366"/>
                    <a:pt x="1066" y="7115"/>
                    <a:pt x="2763" y="7987"/>
                  </a:cubicBezTo>
                  <a:cubicBezTo>
                    <a:pt x="1066" y="8863"/>
                    <a:pt x="0" y="10611"/>
                    <a:pt x="0" y="12517"/>
                  </a:cubicBezTo>
                  <a:lnTo>
                    <a:pt x="0" y="13649"/>
                  </a:lnTo>
                  <a:cubicBezTo>
                    <a:pt x="0" y="13963"/>
                    <a:pt x="254" y="14213"/>
                    <a:pt x="565" y="14213"/>
                  </a:cubicBezTo>
                  <a:lnTo>
                    <a:pt x="1697" y="14213"/>
                  </a:lnTo>
                  <a:cubicBezTo>
                    <a:pt x="4478" y="14213"/>
                    <a:pt x="6746" y="11973"/>
                    <a:pt x="6794" y="9204"/>
                  </a:cubicBezTo>
                  <a:cubicBezTo>
                    <a:pt x="7808" y="10056"/>
                    <a:pt x="8606" y="10693"/>
                    <a:pt x="9523" y="11149"/>
                  </a:cubicBezTo>
                  <a:cubicBezTo>
                    <a:pt x="9756" y="11263"/>
                    <a:pt x="9998" y="11366"/>
                    <a:pt x="10242" y="11457"/>
                  </a:cubicBezTo>
                  <a:cubicBezTo>
                    <a:pt x="9086" y="12426"/>
                    <a:pt x="8415" y="13857"/>
                    <a:pt x="8412" y="15367"/>
                  </a:cubicBezTo>
                  <a:cubicBezTo>
                    <a:pt x="8412" y="15678"/>
                    <a:pt x="8666" y="15932"/>
                    <a:pt x="8980" y="15932"/>
                  </a:cubicBezTo>
                  <a:cubicBezTo>
                    <a:pt x="8982" y="15932"/>
                    <a:pt x="8984" y="15932"/>
                    <a:pt x="8986" y="15932"/>
                  </a:cubicBezTo>
                  <a:cubicBezTo>
                    <a:pt x="11387" y="15932"/>
                    <a:pt x="13461" y="14254"/>
                    <a:pt x="13962" y="11907"/>
                  </a:cubicBezTo>
                  <a:cubicBezTo>
                    <a:pt x="14971" y="11813"/>
                    <a:pt x="15943" y="11481"/>
                    <a:pt x="16794" y="10934"/>
                  </a:cubicBezTo>
                  <a:cubicBezTo>
                    <a:pt x="17812" y="10288"/>
                    <a:pt x="18672" y="9355"/>
                    <a:pt x="19285" y="8238"/>
                  </a:cubicBezTo>
                  <a:cubicBezTo>
                    <a:pt x="19379" y="8069"/>
                    <a:pt x="19379" y="7864"/>
                    <a:pt x="19285" y="7694"/>
                  </a:cubicBezTo>
                  <a:cubicBezTo>
                    <a:pt x="18672" y="6577"/>
                    <a:pt x="17809" y="5644"/>
                    <a:pt x="16794" y="4998"/>
                  </a:cubicBezTo>
                  <a:cubicBezTo>
                    <a:pt x="15943" y="4452"/>
                    <a:pt x="14971" y="4119"/>
                    <a:pt x="13962" y="4026"/>
                  </a:cubicBezTo>
                  <a:cubicBezTo>
                    <a:pt x="13461" y="1679"/>
                    <a:pt x="11387" y="1"/>
                    <a:pt x="89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378" name="Google Shape;10378;p134"/>
          <p:cNvGrpSpPr/>
          <p:nvPr/>
        </p:nvGrpSpPr>
        <p:grpSpPr>
          <a:xfrm>
            <a:off x="5077111" y="3126102"/>
            <a:ext cx="298978" cy="340168"/>
            <a:chOff x="922025" y="3804850"/>
            <a:chExt cx="424625" cy="483125"/>
          </a:xfrm>
        </p:grpSpPr>
        <p:sp>
          <p:nvSpPr>
            <p:cNvPr id="10379" name="Google Shape;10379;p134"/>
            <p:cNvSpPr/>
            <p:nvPr/>
          </p:nvSpPr>
          <p:spPr>
            <a:xfrm>
              <a:off x="922025" y="3804850"/>
              <a:ext cx="424625" cy="483125"/>
            </a:xfrm>
            <a:custGeom>
              <a:rect b="b" l="l" r="r" t="t"/>
              <a:pathLst>
                <a:path extrusionOk="0" h="19325" w="16985">
                  <a:moveTo>
                    <a:pt x="14153" y="1132"/>
                  </a:moveTo>
                  <a:cubicBezTo>
                    <a:pt x="15092" y="1132"/>
                    <a:pt x="15850" y="1893"/>
                    <a:pt x="15853" y="2832"/>
                  </a:cubicBezTo>
                  <a:lnTo>
                    <a:pt x="15853" y="3560"/>
                  </a:lnTo>
                  <a:cubicBezTo>
                    <a:pt x="15472" y="3162"/>
                    <a:pt x="15037" y="2769"/>
                    <a:pt x="14648" y="2558"/>
                  </a:cubicBezTo>
                  <a:cubicBezTo>
                    <a:pt x="14158" y="2296"/>
                    <a:pt x="13305" y="2239"/>
                    <a:pt x="12660" y="2239"/>
                  </a:cubicBezTo>
                  <a:cubicBezTo>
                    <a:pt x="12589" y="2239"/>
                    <a:pt x="12521" y="2239"/>
                    <a:pt x="12456" y="2241"/>
                  </a:cubicBezTo>
                  <a:lnTo>
                    <a:pt x="12456" y="1132"/>
                  </a:lnTo>
                  <a:close/>
                  <a:moveTo>
                    <a:pt x="12611" y="3372"/>
                  </a:moveTo>
                  <a:cubicBezTo>
                    <a:pt x="13207" y="3372"/>
                    <a:pt x="13858" y="3421"/>
                    <a:pt x="14110" y="3557"/>
                  </a:cubicBezTo>
                  <a:cubicBezTo>
                    <a:pt x="14430" y="3726"/>
                    <a:pt x="14844" y="4128"/>
                    <a:pt x="15209" y="4529"/>
                  </a:cubicBezTo>
                  <a:lnTo>
                    <a:pt x="12456" y="4529"/>
                  </a:lnTo>
                  <a:lnTo>
                    <a:pt x="12456" y="3373"/>
                  </a:lnTo>
                  <a:cubicBezTo>
                    <a:pt x="12507" y="3372"/>
                    <a:pt x="12559" y="3372"/>
                    <a:pt x="12611" y="3372"/>
                  </a:cubicBezTo>
                  <a:close/>
                  <a:moveTo>
                    <a:pt x="7927" y="6794"/>
                  </a:moveTo>
                  <a:lnTo>
                    <a:pt x="7927" y="9626"/>
                  </a:lnTo>
                  <a:cubicBezTo>
                    <a:pt x="7924" y="11812"/>
                    <a:pt x="6151" y="13585"/>
                    <a:pt x="3962" y="13588"/>
                  </a:cubicBezTo>
                  <a:lnTo>
                    <a:pt x="3397" y="13588"/>
                  </a:lnTo>
                  <a:lnTo>
                    <a:pt x="3397" y="12455"/>
                  </a:lnTo>
                  <a:lnTo>
                    <a:pt x="3962" y="12455"/>
                  </a:lnTo>
                  <a:cubicBezTo>
                    <a:pt x="5526" y="12452"/>
                    <a:pt x="6791" y="11187"/>
                    <a:pt x="6794" y="9626"/>
                  </a:cubicBezTo>
                  <a:cubicBezTo>
                    <a:pt x="6794" y="9312"/>
                    <a:pt x="6541" y="9058"/>
                    <a:pt x="6227" y="9058"/>
                  </a:cubicBezTo>
                  <a:cubicBezTo>
                    <a:pt x="5913" y="9058"/>
                    <a:pt x="5662" y="9312"/>
                    <a:pt x="5662" y="9626"/>
                  </a:cubicBezTo>
                  <a:cubicBezTo>
                    <a:pt x="5659" y="10562"/>
                    <a:pt x="4901" y="11323"/>
                    <a:pt x="3962" y="11323"/>
                  </a:cubicBezTo>
                  <a:lnTo>
                    <a:pt x="3397" y="11323"/>
                  </a:lnTo>
                  <a:lnTo>
                    <a:pt x="3397" y="10758"/>
                  </a:lnTo>
                  <a:cubicBezTo>
                    <a:pt x="3397" y="8569"/>
                    <a:pt x="5170" y="6797"/>
                    <a:pt x="7359" y="6794"/>
                  </a:cubicBezTo>
                  <a:close/>
                  <a:moveTo>
                    <a:pt x="11323" y="1132"/>
                  </a:moveTo>
                  <a:lnTo>
                    <a:pt x="11323" y="10758"/>
                  </a:lnTo>
                  <a:cubicBezTo>
                    <a:pt x="11320" y="12320"/>
                    <a:pt x="10055" y="13585"/>
                    <a:pt x="8491" y="13588"/>
                  </a:cubicBezTo>
                  <a:lnTo>
                    <a:pt x="7160" y="13588"/>
                  </a:lnTo>
                  <a:cubicBezTo>
                    <a:pt x="8361" y="12621"/>
                    <a:pt x="9059" y="11166"/>
                    <a:pt x="9059" y="9626"/>
                  </a:cubicBezTo>
                  <a:lnTo>
                    <a:pt x="9059" y="6229"/>
                  </a:lnTo>
                  <a:cubicBezTo>
                    <a:pt x="9059" y="5915"/>
                    <a:pt x="8805" y="5662"/>
                    <a:pt x="8491" y="5662"/>
                  </a:cubicBezTo>
                  <a:lnTo>
                    <a:pt x="7359" y="5662"/>
                  </a:lnTo>
                  <a:cubicBezTo>
                    <a:pt x="6779" y="5662"/>
                    <a:pt x="6206" y="5761"/>
                    <a:pt x="5662" y="5954"/>
                  </a:cubicBezTo>
                  <a:lnTo>
                    <a:pt x="5662" y="5097"/>
                  </a:lnTo>
                  <a:cubicBezTo>
                    <a:pt x="5662" y="2908"/>
                    <a:pt x="7434" y="1135"/>
                    <a:pt x="9624" y="1132"/>
                  </a:cubicBezTo>
                  <a:close/>
                  <a:moveTo>
                    <a:pt x="6794" y="14720"/>
                  </a:moveTo>
                  <a:lnTo>
                    <a:pt x="6794" y="16957"/>
                  </a:lnTo>
                  <a:cubicBezTo>
                    <a:pt x="6115" y="16698"/>
                    <a:pt x="5665" y="16049"/>
                    <a:pt x="5662" y="15324"/>
                  </a:cubicBezTo>
                  <a:lnTo>
                    <a:pt x="5662" y="14720"/>
                  </a:lnTo>
                  <a:close/>
                  <a:moveTo>
                    <a:pt x="4530" y="14720"/>
                  </a:moveTo>
                  <a:lnTo>
                    <a:pt x="4530" y="18096"/>
                  </a:lnTo>
                  <a:cubicBezTo>
                    <a:pt x="3850" y="17854"/>
                    <a:pt x="3397" y="17214"/>
                    <a:pt x="3397" y="16495"/>
                  </a:cubicBezTo>
                  <a:lnTo>
                    <a:pt x="3397" y="14720"/>
                  </a:lnTo>
                  <a:close/>
                  <a:moveTo>
                    <a:pt x="3326" y="1"/>
                  </a:moveTo>
                  <a:cubicBezTo>
                    <a:pt x="3182" y="1"/>
                    <a:pt x="3037" y="56"/>
                    <a:pt x="2926" y="166"/>
                  </a:cubicBezTo>
                  <a:cubicBezTo>
                    <a:pt x="2480" y="613"/>
                    <a:pt x="2265" y="1114"/>
                    <a:pt x="2265" y="1700"/>
                  </a:cubicBezTo>
                  <a:cubicBezTo>
                    <a:pt x="2265" y="2950"/>
                    <a:pt x="3277" y="3965"/>
                    <a:pt x="4530" y="3965"/>
                  </a:cubicBezTo>
                  <a:cubicBezTo>
                    <a:pt x="4572" y="3965"/>
                    <a:pt x="4614" y="3965"/>
                    <a:pt x="4657" y="3959"/>
                  </a:cubicBezTo>
                  <a:lnTo>
                    <a:pt x="4657" y="3959"/>
                  </a:lnTo>
                  <a:cubicBezTo>
                    <a:pt x="4572" y="4333"/>
                    <a:pt x="4527" y="4714"/>
                    <a:pt x="4530" y="5097"/>
                  </a:cubicBezTo>
                  <a:lnTo>
                    <a:pt x="4530" y="6522"/>
                  </a:lnTo>
                  <a:cubicBezTo>
                    <a:pt x="3114" y="7467"/>
                    <a:pt x="2265" y="9055"/>
                    <a:pt x="2265" y="10758"/>
                  </a:cubicBezTo>
                  <a:lnTo>
                    <a:pt x="2265" y="13588"/>
                  </a:lnTo>
                  <a:lnTo>
                    <a:pt x="565" y="13588"/>
                  </a:lnTo>
                  <a:cubicBezTo>
                    <a:pt x="251" y="13588"/>
                    <a:pt x="1" y="13841"/>
                    <a:pt x="1" y="14155"/>
                  </a:cubicBezTo>
                  <a:cubicBezTo>
                    <a:pt x="1" y="14466"/>
                    <a:pt x="251" y="14720"/>
                    <a:pt x="565" y="14720"/>
                  </a:cubicBezTo>
                  <a:lnTo>
                    <a:pt x="2265" y="14720"/>
                  </a:lnTo>
                  <a:lnTo>
                    <a:pt x="2265" y="16495"/>
                  </a:lnTo>
                  <a:cubicBezTo>
                    <a:pt x="2265" y="18056"/>
                    <a:pt x="3530" y="19322"/>
                    <a:pt x="5094" y="19325"/>
                  </a:cubicBezTo>
                  <a:cubicBezTo>
                    <a:pt x="5408" y="19325"/>
                    <a:pt x="5662" y="19071"/>
                    <a:pt x="5662" y="18760"/>
                  </a:cubicBezTo>
                  <a:lnTo>
                    <a:pt x="5662" y="17613"/>
                  </a:lnTo>
                  <a:cubicBezTo>
                    <a:pt x="6148" y="17990"/>
                    <a:pt x="6743" y="18192"/>
                    <a:pt x="7359" y="18192"/>
                  </a:cubicBezTo>
                  <a:cubicBezTo>
                    <a:pt x="7673" y="18192"/>
                    <a:pt x="7927" y="17939"/>
                    <a:pt x="7927" y="17628"/>
                  </a:cubicBezTo>
                  <a:lnTo>
                    <a:pt x="7927" y="14720"/>
                  </a:lnTo>
                  <a:lnTo>
                    <a:pt x="9059" y="14720"/>
                  </a:lnTo>
                  <a:lnTo>
                    <a:pt x="9059" y="18760"/>
                  </a:lnTo>
                  <a:cubicBezTo>
                    <a:pt x="9059" y="19071"/>
                    <a:pt x="9309" y="19325"/>
                    <a:pt x="9624" y="19325"/>
                  </a:cubicBezTo>
                  <a:cubicBezTo>
                    <a:pt x="9938" y="19325"/>
                    <a:pt x="10191" y="19071"/>
                    <a:pt x="10191" y="18760"/>
                  </a:cubicBezTo>
                  <a:lnTo>
                    <a:pt x="10191" y="14720"/>
                  </a:lnTo>
                  <a:lnTo>
                    <a:pt x="16417" y="14720"/>
                  </a:lnTo>
                  <a:cubicBezTo>
                    <a:pt x="16731" y="14720"/>
                    <a:pt x="16982" y="14466"/>
                    <a:pt x="16982" y="14155"/>
                  </a:cubicBezTo>
                  <a:cubicBezTo>
                    <a:pt x="16982" y="13841"/>
                    <a:pt x="16731" y="13588"/>
                    <a:pt x="16417" y="13588"/>
                  </a:cubicBezTo>
                  <a:lnTo>
                    <a:pt x="11263" y="13588"/>
                  </a:lnTo>
                  <a:cubicBezTo>
                    <a:pt x="12024" y="12845"/>
                    <a:pt x="12456" y="11821"/>
                    <a:pt x="12456" y="10758"/>
                  </a:cubicBezTo>
                  <a:lnTo>
                    <a:pt x="12456" y="5662"/>
                  </a:lnTo>
                  <a:lnTo>
                    <a:pt x="16417" y="5662"/>
                  </a:lnTo>
                  <a:cubicBezTo>
                    <a:pt x="16435" y="5662"/>
                    <a:pt x="16454" y="5662"/>
                    <a:pt x="16472" y="5659"/>
                  </a:cubicBezTo>
                  <a:lnTo>
                    <a:pt x="16484" y="5659"/>
                  </a:lnTo>
                  <a:cubicBezTo>
                    <a:pt x="16496" y="5659"/>
                    <a:pt x="16511" y="5656"/>
                    <a:pt x="16523" y="5653"/>
                  </a:cubicBezTo>
                  <a:cubicBezTo>
                    <a:pt x="16529" y="5653"/>
                    <a:pt x="16535" y="5653"/>
                    <a:pt x="16538" y="5650"/>
                  </a:cubicBezTo>
                  <a:cubicBezTo>
                    <a:pt x="16550" y="5647"/>
                    <a:pt x="16562" y="5643"/>
                    <a:pt x="16577" y="5640"/>
                  </a:cubicBezTo>
                  <a:lnTo>
                    <a:pt x="16592" y="5637"/>
                  </a:lnTo>
                  <a:cubicBezTo>
                    <a:pt x="16607" y="5631"/>
                    <a:pt x="16623" y="5625"/>
                    <a:pt x="16638" y="5619"/>
                  </a:cubicBezTo>
                  <a:lnTo>
                    <a:pt x="16644" y="5616"/>
                  </a:lnTo>
                  <a:cubicBezTo>
                    <a:pt x="16659" y="5610"/>
                    <a:pt x="16671" y="5604"/>
                    <a:pt x="16683" y="5598"/>
                  </a:cubicBezTo>
                  <a:lnTo>
                    <a:pt x="16701" y="5586"/>
                  </a:lnTo>
                  <a:cubicBezTo>
                    <a:pt x="16710" y="5583"/>
                    <a:pt x="16719" y="5577"/>
                    <a:pt x="16728" y="5571"/>
                  </a:cubicBezTo>
                  <a:cubicBezTo>
                    <a:pt x="16734" y="5568"/>
                    <a:pt x="16740" y="5562"/>
                    <a:pt x="16746" y="5559"/>
                  </a:cubicBezTo>
                  <a:lnTo>
                    <a:pt x="16758" y="5550"/>
                  </a:lnTo>
                  <a:lnTo>
                    <a:pt x="16768" y="5541"/>
                  </a:lnTo>
                  <a:lnTo>
                    <a:pt x="16792" y="5523"/>
                  </a:lnTo>
                  <a:cubicBezTo>
                    <a:pt x="16798" y="5517"/>
                    <a:pt x="16807" y="5511"/>
                    <a:pt x="16813" y="5505"/>
                  </a:cubicBezTo>
                  <a:lnTo>
                    <a:pt x="16831" y="5486"/>
                  </a:lnTo>
                  <a:lnTo>
                    <a:pt x="16849" y="5462"/>
                  </a:lnTo>
                  <a:lnTo>
                    <a:pt x="16864" y="5444"/>
                  </a:lnTo>
                  <a:cubicBezTo>
                    <a:pt x="16870" y="5435"/>
                    <a:pt x="16879" y="5429"/>
                    <a:pt x="16885" y="5420"/>
                  </a:cubicBezTo>
                  <a:lnTo>
                    <a:pt x="16897" y="5399"/>
                  </a:lnTo>
                  <a:cubicBezTo>
                    <a:pt x="16903" y="5390"/>
                    <a:pt x="16906" y="5381"/>
                    <a:pt x="16912" y="5375"/>
                  </a:cubicBezTo>
                  <a:lnTo>
                    <a:pt x="16925" y="5351"/>
                  </a:lnTo>
                  <a:cubicBezTo>
                    <a:pt x="16928" y="5342"/>
                    <a:pt x="16934" y="5332"/>
                    <a:pt x="16937" y="5326"/>
                  </a:cubicBezTo>
                  <a:cubicBezTo>
                    <a:pt x="16940" y="5317"/>
                    <a:pt x="16943" y="5305"/>
                    <a:pt x="16949" y="5296"/>
                  </a:cubicBezTo>
                  <a:cubicBezTo>
                    <a:pt x="16952" y="5287"/>
                    <a:pt x="16955" y="5281"/>
                    <a:pt x="16958" y="5275"/>
                  </a:cubicBezTo>
                  <a:cubicBezTo>
                    <a:pt x="16958" y="5266"/>
                    <a:pt x="16964" y="5254"/>
                    <a:pt x="16964" y="5245"/>
                  </a:cubicBezTo>
                  <a:cubicBezTo>
                    <a:pt x="16967" y="5236"/>
                    <a:pt x="16970" y="5230"/>
                    <a:pt x="16970" y="5221"/>
                  </a:cubicBezTo>
                  <a:cubicBezTo>
                    <a:pt x="16973" y="5215"/>
                    <a:pt x="16976" y="5203"/>
                    <a:pt x="16976" y="5194"/>
                  </a:cubicBezTo>
                  <a:cubicBezTo>
                    <a:pt x="16979" y="5182"/>
                    <a:pt x="16979" y="5175"/>
                    <a:pt x="16982" y="5166"/>
                  </a:cubicBezTo>
                  <a:cubicBezTo>
                    <a:pt x="16982" y="5157"/>
                    <a:pt x="16982" y="5148"/>
                    <a:pt x="16982" y="5139"/>
                  </a:cubicBezTo>
                  <a:cubicBezTo>
                    <a:pt x="16982" y="5130"/>
                    <a:pt x="16982" y="5118"/>
                    <a:pt x="16985" y="5109"/>
                  </a:cubicBezTo>
                  <a:lnTo>
                    <a:pt x="16985" y="5097"/>
                  </a:lnTo>
                  <a:lnTo>
                    <a:pt x="16985" y="2832"/>
                  </a:lnTo>
                  <a:cubicBezTo>
                    <a:pt x="16982" y="1271"/>
                    <a:pt x="15717" y="3"/>
                    <a:pt x="14153" y="3"/>
                  </a:cubicBezTo>
                  <a:lnTo>
                    <a:pt x="9624" y="3"/>
                  </a:lnTo>
                  <a:cubicBezTo>
                    <a:pt x="7754" y="3"/>
                    <a:pt x="6033" y="1027"/>
                    <a:pt x="5143" y="2672"/>
                  </a:cubicBezTo>
                  <a:cubicBezTo>
                    <a:pt x="5106" y="2681"/>
                    <a:pt x="5067" y="2697"/>
                    <a:pt x="5034" y="2715"/>
                  </a:cubicBezTo>
                  <a:cubicBezTo>
                    <a:pt x="4869" y="2797"/>
                    <a:pt x="4697" y="2834"/>
                    <a:pt x="4530" y="2834"/>
                  </a:cubicBezTo>
                  <a:cubicBezTo>
                    <a:pt x="3934" y="2834"/>
                    <a:pt x="3395" y="2356"/>
                    <a:pt x="3397" y="1700"/>
                  </a:cubicBezTo>
                  <a:cubicBezTo>
                    <a:pt x="3397" y="1419"/>
                    <a:pt x="3494" y="1199"/>
                    <a:pt x="3727" y="966"/>
                  </a:cubicBezTo>
                  <a:cubicBezTo>
                    <a:pt x="3950" y="746"/>
                    <a:pt x="3950" y="387"/>
                    <a:pt x="3727" y="166"/>
                  </a:cubicBezTo>
                  <a:cubicBezTo>
                    <a:pt x="3616" y="56"/>
                    <a:pt x="3471" y="1"/>
                    <a:pt x="332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80" name="Google Shape;10380;p134"/>
            <p:cNvSpPr/>
            <p:nvPr/>
          </p:nvSpPr>
          <p:spPr>
            <a:xfrm>
              <a:off x="1135200" y="3869900"/>
              <a:ext cx="37850" cy="28400"/>
            </a:xfrm>
            <a:custGeom>
              <a:rect b="b" l="l" r="r" t="t"/>
              <a:pathLst>
                <a:path extrusionOk="0" h="1136" w="1514">
                  <a:moveTo>
                    <a:pt x="758" y="1"/>
                  </a:moveTo>
                  <a:cubicBezTo>
                    <a:pt x="254" y="1"/>
                    <a:pt x="0" y="611"/>
                    <a:pt x="357" y="970"/>
                  </a:cubicBezTo>
                  <a:cubicBezTo>
                    <a:pt x="467" y="1080"/>
                    <a:pt x="612" y="1135"/>
                    <a:pt x="757" y="1135"/>
                  </a:cubicBezTo>
                  <a:cubicBezTo>
                    <a:pt x="902" y="1135"/>
                    <a:pt x="1047" y="1080"/>
                    <a:pt x="1157" y="970"/>
                  </a:cubicBezTo>
                  <a:cubicBezTo>
                    <a:pt x="1513" y="611"/>
                    <a:pt x="1263" y="1"/>
                    <a:pt x="75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381" name="Google Shape;10381;p134"/>
          <p:cNvSpPr/>
          <p:nvPr/>
        </p:nvSpPr>
        <p:spPr>
          <a:xfrm>
            <a:off x="5485351" y="3125004"/>
            <a:ext cx="348301" cy="341418"/>
          </a:xfrm>
          <a:custGeom>
            <a:rect b="b" l="l" r="r" t="t"/>
            <a:pathLst>
              <a:path extrusionOk="0" h="19396" w="19787">
                <a:moveTo>
                  <a:pt x="16583" y="1203"/>
                </a:moveTo>
                <a:cubicBezTo>
                  <a:pt x="17017" y="1203"/>
                  <a:pt x="17451" y="1370"/>
                  <a:pt x="17782" y="1702"/>
                </a:cubicBezTo>
                <a:cubicBezTo>
                  <a:pt x="18446" y="2363"/>
                  <a:pt x="18446" y="3438"/>
                  <a:pt x="17782" y="4102"/>
                </a:cubicBezTo>
                <a:lnTo>
                  <a:pt x="16565" y="5319"/>
                </a:lnTo>
                <a:lnTo>
                  <a:pt x="14165" y="2918"/>
                </a:lnTo>
                <a:lnTo>
                  <a:pt x="15382" y="1702"/>
                </a:lnTo>
                <a:cubicBezTo>
                  <a:pt x="15714" y="1370"/>
                  <a:pt x="16149" y="1203"/>
                  <a:pt x="16583" y="1203"/>
                </a:cubicBezTo>
                <a:close/>
                <a:moveTo>
                  <a:pt x="13362" y="3719"/>
                </a:moveTo>
                <a:lnTo>
                  <a:pt x="14162" y="4519"/>
                </a:lnTo>
                <a:lnTo>
                  <a:pt x="4587" y="14096"/>
                </a:lnTo>
                <a:cubicBezTo>
                  <a:pt x="4255" y="13861"/>
                  <a:pt x="3884" y="13692"/>
                  <a:pt x="3488" y="13595"/>
                </a:cubicBezTo>
                <a:lnTo>
                  <a:pt x="13310" y="3770"/>
                </a:lnTo>
                <a:lnTo>
                  <a:pt x="13362" y="3719"/>
                </a:lnTo>
                <a:close/>
                <a:moveTo>
                  <a:pt x="14965" y="5322"/>
                </a:moveTo>
                <a:lnTo>
                  <a:pt x="15765" y="6122"/>
                </a:lnTo>
                <a:lnTo>
                  <a:pt x="15714" y="6173"/>
                </a:lnTo>
                <a:lnTo>
                  <a:pt x="5888" y="15996"/>
                </a:lnTo>
                <a:cubicBezTo>
                  <a:pt x="5792" y="15600"/>
                  <a:pt x="5623" y="15229"/>
                  <a:pt x="5387" y="14897"/>
                </a:cubicBezTo>
                <a:lnTo>
                  <a:pt x="14965" y="5322"/>
                </a:lnTo>
                <a:close/>
                <a:moveTo>
                  <a:pt x="2704" y="14631"/>
                </a:moveTo>
                <a:cubicBezTo>
                  <a:pt x="3925" y="14631"/>
                  <a:pt x="4911" y="15655"/>
                  <a:pt x="4850" y="16889"/>
                </a:cubicBezTo>
                <a:lnTo>
                  <a:pt x="3736" y="17249"/>
                </a:lnTo>
                <a:cubicBezTo>
                  <a:pt x="3449" y="16572"/>
                  <a:pt x="2911" y="16035"/>
                  <a:pt x="2235" y="15748"/>
                </a:cubicBezTo>
                <a:lnTo>
                  <a:pt x="2594" y="14634"/>
                </a:lnTo>
                <a:cubicBezTo>
                  <a:pt x="2631" y="14632"/>
                  <a:pt x="2667" y="14631"/>
                  <a:pt x="2704" y="14631"/>
                </a:cubicBezTo>
                <a:close/>
                <a:moveTo>
                  <a:pt x="1888" y="16835"/>
                </a:moveTo>
                <a:cubicBezTo>
                  <a:pt x="2217" y="17001"/>
                  <a:pt x="2483" y="17267"/>
                  <a:pt x="2649" y="17596"/>
                </a:cubicBezTo>
                <a:lnTo>
                  <a:pt x="1528" y="17955"/>
                </a:lnTo>
                <a:lnTo>
                  <a:pt x="1888" y="16835"/>
                </a:lnTo>
                <a:close/>
                <a:moveTo>
                  <a:pt x="16654" y="1"/>
                </a:moveTo>
                <a:cubicBezTo>
                  <a:pt x="15897" y="1"/>
                  <a:pt x="15141" y="302"/>
                  <a:pt x="14581" y="901"/>
                </a:cubicBezTo>
                <a:lnTo>
                  <a:pt x="11710" y="3770"/>
                </a:lnTo>
                <a:lnTo>
                  <a:pt x="1882" y="13601"/>
                </a:lnTo>
                <a:cubicBezTo>
                  <a:pt x="1861" y="13619"/>
                  <a:pt x="1842" y="13641"/>
                  <a:pt x="1827" y="13662"/>
                </a:cubicBezTo>
                <a:lnTo>
                  <a:pt x="1809" y="13677"/>
                </a:lnTo>
                <a:lnTo>
                  <a:pt x="1788" y="13695"/>
                </a:lnTo>
                <a:cubicBezTo>
                  <a:pt x="1782" y="13701"/>
                  <a:pt x="1773" y="13707"/>
                  <a:pt x="1767" y="13716"/>
                </a:cubicBezTo>
                <a:cubicBezTo>
                  <a:pt x="1761" y="13722"/>
                  <a:pt x="1755" y="13725"/>
                  <a:pt x="1752" y="13731"/>
                </a:cubicBezTo>
                <a:cubicBezTo>
                  <a:pt x="1746" y="13737"/>
                  <a:pt x="1737" y="13746"/>
                  <a:pt x="1728" y="13755"/>
                </a:cubicBezTo>
                <a:lnTo>
                  <a:pt x="1716" y="13773"/>
                </a:lnTo>
                <a:cubicBezTo>
                  <a:pt x="1710" y="13782"/>
                  <a:pt x="1704" y="13789"/>
                  <a:pt x="1698" y="13801"/>
                </a:cubicBezTo>
                <a:cubicBezTo>
                  <a:pt x="1688" y="13810"/>
                  <a:pt x="1688" y="13813"/>
                  <a:pt x="1685" y="13819"/>
                </a:cubicBezTo>
                <a:cubicBezTo>
                  <a:pt x="1679" y="13825"/>
                  <a:pt x="1673" y="13837"/>
                  <a:pt x="1667" y="13846"/>
                </a:cubicBezTo>
                <a:cubicBezTo>
                  <a:pt x="1661" y="13855"/>
                  <a:pt x="1658" y="13861"/>
                  <a:pt x="1655" y="13870"/>
                </a:cubicBezTo>
                <a:cubicBezTo>
                  <a:pt x="1652" y="13879"/>
                  <a:pt x="1646" y="13885"/>
                  <a:pt x="1643" y="13894"/>
                </a:cubicBezTo>
                <a:cubicBezTo>
                  <a:pt x="1640" y="13903"/>
                  <a:pt x="1634" y="13918"/>
                  <a:pt x="1631" y="13933"/>
                </a:cubicBezTo>
                <a:cubicBezTo>
                  <a:pt x="1631" y="13936"/>
                  <a:pt x="1625" y="13939"/>
                  <a:pt x="1625" y="13943"/>
                </a:cubicBezTo>
                <a:lnTo>
                  <a:pt x="1625" y="13949"/>
                </a:lnTo>
                <a:cubicBezTo>
                  <a:pt x="1625" y="13949"/>
                  <a:pt x="1625" y="13952"/>
                  <a:pt x="1625" y="13952"/>
                </a:cubicBezTo>
                <a:lnTo>
                  <a:pt x="118" y="18656"/>
                </a:lnTo>
                <a:cubicBezTo>
                  <a:pt x="1" y="19021"/>
                  <a:pt x="272" y="19393"/>
                  <a:pt x="656" y="19396"/>
                </a:cubicBezTo>
                <a:cubicBezTo>
                  <a:pt x="713" y="19396"/>
                  <a:pt x="771" y="19387"/>
                  <a:pt x="828" y="19368"/>
                </a:cubicBezTo>
                <a:lnTo>
                  <a:pt x="5538" y="17859"/>
                </a:lnTo>
                <a:lnTo>
                  <a:pt x="5547" y="17856"/>
                </a:lnTo>
                <a:cubicBezTo>
                  <a:pt x="5559" y="17853"/>
                  <a:pt x="5571" y="17847"/>
                  <a:pt x="5584" y="17844"/>
                </a:cubicBezTo>
                <a:lnTo>
                  <a:pt x="5599" y="17838"/>
                </a:lnTo>
                <a:cubicBezTo>
                  <a:pt x="5611" y="17832"/>
                  <a:pt x="5623" y="17826"/>
                  <a:pt x="5635" y="17819"/>
                </a:cubicBezTo>
                <a:cubicBezTo>
                  <a:pt x="5650" y="17810"/>
                  <a:pt x="5653" y="17810"/>
                  <a:pt x="5659" y="17804"/>
                </a:cubicBezTo>
                <a:cubicBezTo>
                  <a:pt x="5668" y="17798"/>
                  <a:pt x="5680" y="17792"/>
                  <a:pt x="5689" y="17786"/>
                </a:cubicBezTo>
                <a:cubicBezTo>
                  <a:pt x="5698" y="17780"/>
                  <a:pt x="5701" y="17777"/>
                  <a:pt x="5710" y="17771"/>
                </a:cubicBezTo>
                <a:lnTo>
                  <a:pt x="5728" y="17756"/>
                </a:lnTo>
                <a:lnTo>
                  <a:pt x="5750" y="17738"/>
                </a:lnTo>
                <a:cubicBezTo>
                  <a:pt x="5756" y="17732"/>
                  <a:pt x="5762" y="17726"/>
                  <a:pt x="5768" y="17720"/>
                </a:cubicBezTo>
                <a:cubicBezTo>
                  <a:pt x="5774" y="17714"/>
                  <a:pt x="5780" y="17708"/>
                  <a:pt x="5783" y="17702"/>
                </a:cubicBezTo>
                <a:lnTo>
                  <a:pt x="5798" y="17687"/>
                </a:lnTo>
                <a:cubicBezTo>
                  <a:pt x="5810" y="17678"/>
                  <a:pt x="5819" y="17669"/>
                  <a:pt x="5828" y="17659"/>
                </a:cubicBezTo>
                <a:lnTo>
                  <a:pt x="15714" y="7777"/>
                </a:lnTo>
                <a:lnTo>
                  <a:pt x="18582" y="4902"/>
                </a:lnTo>
                <a:cubicBezTo>
                  <a:pt x="19754" y="3809"/>
                  <a:pt x="19787" y="1961"/>
                  <a:pt x="18655" y="829"/>
                </a:cubicBezTo>
                <a:cubicBezTo>
                  <a:pt x="18102" y="276"/>
                  <a:pt x="17378" y="1"/>
                  <a:pt x="1665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382" name="Google Shape;10382;p134"/>
          <p:cNvGrpSpPr/>
          <p:nvPr/>
        </p:nvGrpSpPr>
        <p:grpSpPr>
          <a:xfrm>
            <a:off x="5909841" y="3126102"/>
            <a:ext cx="312955" cy="340168"/>
            <a:chOff x="2100300" y="3804850"/>
            <a:chExt cx="444475" cy="483125"/>
          </a:xfrm>
        </p:grpSpPr>
        <p:sp>
          <p:nvSpPr>
            <p:cNvPr id="10383" name="Google Shape;10383;p134"/>
            <p:cNvSpPr/>
            <p:nvPr/>
          </p:nvSpPr>
          <p:spPr>
            <a:xfrm>
              <a:off x="2100300" y="3804850"/>
              <a:ext cx="444475" cy="483125"/>
            </a:xfrm>
            <a:custGeom>
              <a:rect b="b" l="l" r="r" t="t"/>
              <a:pathLst>
                <a:path extrusionOk="0" h="19325" w="17779">
                  <a:moveTo>
                    <a:pt x="2123" y="4001"/>
                  </a:moveTo>
                  <a:cubicBezTo>
                    <a:pt x="2627" y="4001"/>
                    <a:pt x="2881" y="4611"/>
                    <a:pt x="2524" y="4967"/>
                  </a:cubicBezTo>
                  <a:cubicBezTo>
                    <a:pt x="2408" y="5083"/>
                    <a:pt x="2265" y="5134"/>
                    <a:pt x="2126" y="5134"/>
                  </a:cubicBezTo>
                  <a:cubicBezTo>
                    <a:pt x="1835" y="5134"/>
                    <a:pt x="1558" y="4909"/>
                    <a:pt x="1558" y="4569"/>
                  </a:cubicBezTo>
                  <a:cubicBezTo>
                    <a:pt x="1558" y="4255"/>
                    <a:pt x="1809" y="4001"/>
                    <a:pt x="2123" y="4001"/>
                  </a:cubicBezTo>
                  <a:close/>
                  <a:moveTo>
                    <a:pt x="15710" y="4001"/>
                  </a:moveTo>
                  <a:cubicBezTo>
                    <a:pt x="16215" y="4001"/>
                    <a:pt x="16468" y="4611"/>
                    <a:pt x="16112" y="4967"/>
                  </a:cubicBezTo>
                  <a:cubicBezTo>
                    <a:pt x="15995" y="5083"/>
                    <a:pt x="15853" y="5134"/>
                    <a:pt x="15714" y="5134"/>
                  </a:cubicBezTo>
                  <a:cubicBezTo>
                    <a:pt x="15423" y="5134"/>
                    <a:pt x="15146" y="4909"/>
                    <a:pt x="15146" y="4569"/>
                  </a:cubicBezTo>
                  <a:cubicBezTo>
                    <a:pt x="15146" y="4255"/>
                    <a:pt x="15396" y="4001"/>
                    <a:pt x="15710" y="4001"/>
                  </a:cubicBezTo>
                  <a:close/>
                  <a:moveTo>
                    <a:pt x="8917" y="1132"/>
                  </a:moveTo>
                  <a:cubicBezTo>
                    <a:pt x="9551" y="1132"/>
                    <a:pt x="10251" y="1993"/>
                    <a:pt x="10789" y="3436"/>
                  </a:cubicBezTo>
                  <a:cubicBezTo>
                    <a:pt x="10894" y="3723"/>
                    <a:pt x="10994" y="4028"/>
                    <a:pt x="11084" y="4345"/>
                  </a:cubicBezTo>
                  <a:cubicBezTo>
                    <a:pt x="10345" y="4590"/>
                    <a:pt x="9623" y="4877"/>
                    <a:pt x="8917" y="5203"/>
                  </a:cubicBezTo>
                  <a:cubicBezTo>
                    <a:pt x="8210" y="4877"/>
                    <a:pt x="7488" y="4590"/>
                    <a:pt x="6749" y="4345"/>
                  </a:cubicBezTo>
                  <a:cubicBezTo>
                    <a:pt x="6842" y="4028"/>
                    <a:pt x="6939" y="3723"/>
                    <a:pt x="7044" y="3436"/>
                  </a:cubicBezTo>
                  <a:cubicBezTo>
                    <a:pt x="7582" y="1993"/>
                    <a:pt x="8282" y="1132"/>
                    <a:pt x="8917" y="1132"/>
                  </a:cubicBezTo>
                  <a:close/>
                  <a:moveTo>
                    <a:pt x="6483" y="5453"/>
                  </a:moveTo>
                  <a:cubicBezTo>
                    <a:pt x="6845" y="5577"/>
                    <a:pt x="7217" y="5713"/>
                    <a:pt x="7591" y="5867"/>
                  </a:cubicBezTo>
                  <a:cubicBezTo>
                    <a:pt x="7371" y="5985"/>
                    <a:pt x="7153" y="6105"/>
                    <a:pt x="6936" y="6229"/>
                  </a:cubicBezTo>
                  <a:cubicBezTo>
                    <a:pt x="6715" y="6356"/>
                    <a:pt x="6501" y="6486"/>
                    <a:pt x="6287" y="6619"/>
                  </a:cubicBezTo>
                  <a:cubicBezTo>
                    <a:pt x="6341" y="6217"/>
                    <a:pt x="6407" y="5831"/>
                    <a:pt x="6483" y="5453"/>
                  </a:cubicBezTo>
                  <a:close/>
                  <a:moveTo>
                    <a:pt x="11350" y="5453"/>
                  </a:moveTo>
                  <a:cubicBezTo>
                    <a:pt x="11426" y="5831"/>
                    <a:pt x="11492" y="6217"/>
                    <a:pt x="11546" y="6619"/>
                  </a:cubicBezTo>
                  <a:cubicBezTo>
                    <a:pt x="11335" y="6486"/>
                    <a:pt x="11118" y="6356"/>
                    <a:pt x="10897" y="6229"/>
                  </a:cubicBezTo>
                  <a:cubicBezTo>
                    <a:pt x="10677" y="6102"/>
                    <a:pt x="10459" y="5982"/>
                    <a:pt x="10242" y="5867"/>
                  </a:cubicBezTo>
                  <a:cubicBezTo>
                    <a:pt x="10619" y="5716"/>
                    <a:pt x="10988" y="5574"/>
                    <a:pt x="11350" y="5453"/>
                  </a:cubicBezTo>
                  <a:close/>
                  <a:moveTo>
                    <a:pt x="3799" y="4852"/>
                  </a:moveTo>
                  <a:cubicBezTo>
                    <a:pt x="4336" y="4904"/>
                    <a:pt x="4870" y="4997"/>
                    <a:pt x="5396" y="5133"/>
                  </a:cubicBezTo>
                  <a:cubicBezTo>
                    <a:pt x="5239" y="5894"/>
                    <a:pt x="5124" y="6661"/>
                    <a:pt x="5055" y="7434"/>
                  </a:cubicBezTo>
                  <a:cubicBezTo>
                    <a:pt x="4421" y="7881"/>
                    <a:pt x="3811" y="8361"/>
                    <a:pt x="3231" y="8877"/>
                  </a:cubicBezTo>
                  <a:cubicBezTo>
                    <a:pt x="3004" y="8645"/>
                    <a:pt x="2796" y="8412"/>
                    <a:pt x="2606" y="8180"/>
                  </a:cubicBezTo>
                  <a:cubicBezTo>
                    <a:pt x="1969" y="7404"/>
                    <a:pt x="1579" y="6691"/>
                    <a:pt x="1483" y="6139"/>
                  </a:cubicBezTo>
                  <a:lnTo>
                    <a:pt x="1483" y="6139"/>
                  </a:lnTo>
                  <a:cubicBezTo>
                    <a:pt x="1695" y="6225"/>
                    <a:pt x="1912" y="6266"/>
                    <a:pt x="2125" y="6266"/>
                  </a:cubicBezTo>
                  <a:cubicBezTo>
                    <a:pt x="2922" y="6266"/>
                    <a:pt x="3656" y="5698"/>
                    <a:pt x="3799" y="4852"/>
                  </a:cubicBezTo>
                  <a:close/>
                  <a:moveTo>
                    <a:pt x="14037" y="4852"/>
                  </a:moveTo>
                  <a:cubicBezTo>
                    <a:pt x="14180" y="5698"/>
                    <a:pt x="14914" y="6266"/>
                    <a:pt x="15711" y="6266"/>
                  </a:cubicBezTo>
                  <a:cubicBezTo>
                    <a:pt x="15924" y="6266"/>
                    <a:pt x="16141" y="6225"/>
                    <a:pt x="16353" y="6139"/>
                  </a:cubicBezTo>
                  <a:lnTo>
                    <a:pt x="16353" y="6139"/>
                  </a:lnTo>
                  <a:cubicBezTo>
                    <a:pt x="16254" y="6691"/>
                    <a:pt x="15867" y="7404"/>
                    <a:pt x="15227" y="8180"/>
                  </a:cubicBezTo>
                  <a:cubicBezTo>
                    <a:pt x="15037" y="8412"/>
                    <a:pt x="14829" y="8645"/>
                    <a:pt x="14602" y="8877"/>
                  </a:cubicBezTo>
                  <a:cubicBezTo>
                    <a:pt x="14022" y="8361"/>
                    <a:pt x="13412" y="7881"/>
                    <a:pt x="12778" y="7434"/>
                  </a:cubicBezTo>
                  <a:cubicBezTo>
                    <a:pt x="12709" y="6661"/>
                    <a:pt x="12594" y="5894"/>
                    <a:pt x="12440" y="5133"/>
                  </a:cubicBezTo>
                  <a:cubicBezTo>
                    <a:pt x="12963" y="4997"/>
                    <a:pt x="13497" y="4904"/>
                    <a:pt x="14037" y="4852"/>
                  </a:cubicBezTo>
                  <a:close/>
                  <a:moveTo>
                    <a:pt x="4964" y="8908"/>
                  </a:moveTo>
                  <a:lnTo>
                    <a:pt x="4964" y="8908"/>
                  </a:lnTo>
                  <a:cubicBezTo>
                    <a:pt x="4958" y="9158"/>
                    <a:pt x="4955" y="9409"/>
                    <a:pt x="4955" y="9662"/>
                  </a:cubicBezTo>
                  <a:cubicBezTo>
                    <a:pt x="4952" y="9916"/>
                    <a:pt x="4958" y="10167"/>
                    <a:pt x="4964" y="10417"/>
                  </a:cubicBezTo>
                  <a:cubicBezTo>
                    <a:pt x="4644" y="10170"/>
                    <a:pt x="4339" y="9916"/>
                    <a:pt x="4052" y="9662"/>
                  </a:cubicBezTo>
                  <a:cubicBezTo>
                    <a:pt x="4339" y="9409"/>
                    <a:pt x="4644" y="9155"/>
                    <a:pt x="4964" y="8908"/>
                  </a:cubicBezTo>
                  <a:close/>
                  <a:moveTo>
                    <a:pt x="12869" y="8908"/>
                  </a:moveTo>
                  <a:lnTo>
                    <a:pt x="12869" y="8908"/>
                  </a:lnTo>
                  <a:cubicBezTo>
                    <a:pt x="13189" y="9155"/>
                    <a:pt x="13491" y="9409"/>
                    <a:pt x="13781" y="9662"/>
                  </a:cubicBezTo>
                  <a:cubicBezTo>
                    <a:pt x="13494" y="9916"/>
                    <a:pt x="13189" y="10170"/>
                    <a:pt x="12869" y="10417"/>
                  </a:cubicBezTo>
                  <a:cubicBezTo>
                    <a:pt x="12875" y="10167"/>
                    <a:pt x="12878" y="9916"/>
                    <a:pt x="12881" y="9662"/>
                  </a:cubicBezTo>
                  <a:cubicBezTo>
                    <a:pt x="12881" y="9409"/>
                    <a:pt x="12875" y="9158"/>
                    <a:pt x="12869" y="8908"/>
                  </a:cubicBezTo>
                  <a:close/>
                  <a:moveTo>
                    <a:pt x="8917" y="6459"/>
                  </a:moveTo>
                  <a:cubicBezTo>
                    <a:pt x="9391" y="6688"/>
                    <a:pt x="9865" y="6942"/>
                    <a:pt x="10333" y="7211"/>
                  </a:cubicBezTo>
                  <a:cubicBezTo>
                    <a:pt x="10801" y="7482"/>
                    <a:pt x="11260" y="7766"/>
                    <a:pt x="11694" y="8059"/>
                  </a:cubicBezTo>
                  <a:cubicBezTo>
                    <a:pt x="11728" y="8581"/>
                    <a:pt x="11749" y="9119"/>
                    <a:pt x="11749" y="9662"/>
                  </a:cubicBezTo>
                  <a:cubicBezTo>
                    <a:pt x="11749" y="10206"/>
                    <a:pt x="11728" y="10743"/>
                    <a:pt x="11694" y="11266"/>
                  </a:cubicBezTo>
                  <a:cubicBezTo>
                    <a:pt x="11260" y="11559"/>
                    <a:pt x="10804" y="11839"/>
                    <a:pt x="10333" y="12114"/>
                  </a:cubicBezTo>
                  <a:cubicBezTo>
                    <a:pt x="9862" y="12386"/>
                    <a:pt x="9388" y="12637"/>
                    <a:pt x="8920" y="12869"/>
                  </a:cubicBezTo>
                  <a:cubicBezTo>
                    <a:pt x="8445" y="12640"/>
                    <a:pt x="7971" y="12386"/>
                    <a:pt x="7500" y="12114"/>
                  </a:cubicBezTo>
                  <a:cubicBezTo>
                    <a:pt x="7032" y="11842"/>
                    <a:pt x="6576" y="11559"/>
                    <a:pt x="6139" y="11266"/>
                  </a:cubicBezTo>
                  <a:cubicBezTo>
                    <a:pt x="6105" y="10743"/>
                    <a:pt x="6087" y="10206"/>
                    <a:pt x="6087" y="9662"/>
                  </a:cubicBezTo>
                  <a:cubicBezTo>
                    <a:pt x="6087" y="9119"/>
                    <a:pt x="6105" y="8581"/>
                    <a:pt x="6139" y="8059"/>
                  </a:cubicBezTo>
                  <a:cubicBezTo>
                    <a:pt x="6576" y="7766"/>
                    <a:pt x="7029" y="7485"/>
                    <a:pt x="7500" y="7211"/>
                  </a:cubicBezTo>
                  <a:cubicBezTo>
                    <a:pt x="7971" y="6942"/>
                    <a:pt x="8445" y="6688"/>
                    <a:pt x="8917" y="6459"/>
                  </a:cubicBezTo>
                  <a:close/>
                  <a:moveTo>
                    <a:pt x="11546" y="12706"/>
                  </a:moveTo>
                  <a:lnTo>
                    <a:pt x="11546" y="12706"/>
                  </a:lnTo>
                  <a:cubicBezTo>
                    <a:pt x="11492" y="13108"/>
                    <a:pt x="11426" y="13497"/>
                    <a:pt x="11350" y="13872"/>
                  </a:cubicBezTo>
                  <a:cubicBezTo>
                    <a:pt x="10988" y="13751"/>
                    <a:pt x="10619" y="13612"/>
                    <a:pt x="10242" y="13461"/>
                  </a:cubicBezTo>
                  <a:cubicBezTo>
                    <a:pt x="10462" y="13343"/>
                    <a:pt x="10680" y="13219"/>
                    <a:pt x="10897" y="13096"/>
                  </a:cubicBezTo>
                  <a:cubicBezTo>
                    <a:pt x="11115" y="12969"/>
                    <a:pt x="11332" y="12839"/>
                    <a:pt x="11546" y="12706"/>
                  </a:cubicBezTo>
                  <a:close/>
                  <a:moveTo>
                    <a:pt x="6287" y="12706"/>
                  </a:moveTo>
                  <a:cubicBezTo>
                    <a:pt x="6498" y="12836"/>
                    <a:pt x="6715" y="12966"/>
                    <a:pt x="6936" y="13092"/>
                  </a:cubicBezTo>
                  <a:cubicBezTo>
                    <a:pt x="7153" y="13219"/>
                    <a:pt x="7374" y="13343"/>
                    <a:pt x="7597" y="13461"/>
                  </a:cubicBezTo>
                  <a:lnTo>
                    <a:pt x="7594" y="13461"/>
                  </a:lnTo>
                  <a:cubicBezTo>
                    <a:pt x="7217" y="13615"/>
                    <a:pt x="6848" y="13754"/>
                    <a:pt x="6483" y="13875"/>
                  </a:cubicBezTo>
                  <a:cubicBezTo>
                    <a:pt x="6407" y="13497"/>
                    <a:pt x="6341" y="13108"/>
                    <a:pt x="6287" y="12706"/>
                  </a:cubicBezTo>
                  <a:close/>
                  <a:moveTo>
                    <a:pt x="14602" y="10447"/>
                  </a:moveTo>
                  <a:cubicBezTo>
                    <a:pt x="14829" y="10680"/>
                    <a:pt x="15037" y="10912"/>
                    <a:pt x="15227" y="11145"/>
                  </a:cubicBezTo>
                  <a:cubicBezTo>
                    <a:pt x="15867" y="11921"/>
                    <a:pt x="16254" y="12634"/>
                    <a:pt x="16353" y="13186"/>
                  </a:cubicBezTo>
                  <a:cubicBezTo>
                    <a:pt x="16141" y="13099"/>
                    <a:pt x="15923" y="13059"/>
                    <a:pt x="15710" y="13059"/>
                  </a:cubicBezTo>
                  <a:cubicBezTo>
                    <a:pt x="14912" y="13059"/>
                    <a:pt x="14180" y="13627"/>
                    <a:pt x="14034" y="14472"/>
                  </a:cubicBezTo>
                  <a:cubicBezTo>
                    <a:pt x="13497" y="14421"/>
                    <a:pt x="12963" y="14327"/>
                    <a:pt x="12440" y="14192"/>
                  </a:cubicBezTo>
                  <a:cubicBezTo>
                    <a:pt x="12594" y="13431"/>
                    <a:pt x="12709" y="12664"/>
                    <a:pt x="12778" y="11891"/>
                  </a:cubicBezTo>
                  <a:cubicBezTo>
                    <a:pt x="13412" y="11444"/>
                    <a:pt x="14022" y="10964"/>
                    <a:pt x="14602" y="10447"/>
                  </a:cubicBezTo>
                  <a:close/>
                  <a:moveTo>
                    <a:pt x="3231" y="10447"/>
                  </a:moveTo>
                  <a:cubicBezTo>
                    <a:pt x="3811" y="10964"/>
                    <a:pt x="4421" y="11444"/>
                    <a:pt x="5055" y="11891"/>
                  </a:cubicBezTo>
                  <a:cubicBezTo>
                    <a:pt x="5124" y="12664"/>
                    <a:pt x="5239" y="13434"/>
                    <a:pt x="5393" y="14195"/>
                  </a:cubicBezTo>
                  <a:cubicBezTo>
                    <a:pt x="5079" y="14273"/>
                    <a:pt x="4774" y="14336"/>
                    <a:pt x="4478" y="14388"/>
                  </a:cubicBezTo>
                  <a:cubicBezTo>
                    <a:pt x="4028" y="14462"/>
                    <a:pt x="3616" y="14499"/>
                    <a:pt x="3250" y="14499"/>
                  </a:cubicBezTo>
                  <a:cubicBezTo>
                    <a:pt x="2389" y="14499"/>
                    <a:pt x="1786" y="14296"/>
                    <a:pt x="1561" y="13908"/>
                  </a:cubicBezTo>
                  <a:cubicBezTo>
                    <a:pt x="1244" y="13358"/>
                    <a:pt x="1634" y="12326"/>
                    <a:pt x="2606" y="11145"/>
                  </a:cubicBezTo>
                  <a:cubicBezTo>
                    <a:pt x="2796" y="10912"/>
                    <a:pt x="3007" y="10680"/>
                    <a:pt x="3231" y="10447"/>
                  </a:cubicBezTo>
                  <a:close/>
                  <a:moveTo>
                    <a:pt x="15707" y="14191"/>
                  </a:moveTo>
                  <a:cubicBezTo>
                    <a:pt x="15999" y="14191"/>
                    <a:pt x="16278" y="14416"/>
                    <a:pt x="16278" y="14759"/>
                  </a:cubicBezTo>
                  <a:cubicBezTo>
                    <a:pt x="16278" y="15070"/>
                    <a:pt x="16024" y="15324"/>
                    <a:pt x="15710" y="15324"/>
                  </a:cubicBezTo>
                  <a:cubicBezTo>
                    <a:pt x="15206" y="15324"/>
                    <a:pt x="14952" y="14714"/>
                    <a:pt x="15309" y="14358"/>
                  </a:cubicBezTo>
                  <a:cubicBezTo>
                    <a:pt x="15425" y="14242"/>
                    <a:pt x="15568" y="14191"/>
                    <a:pt x="15707" y="14191"/>
                  </a:cubicBezTo>
                  <a:close/>
                  <a:moveTo>
                    <a:pt x="8917" y="14122"/>
                  </a:moveTo>
                  <a:cubicBezTo>
                    <a:pt x="9623" y="14448"/>
                    <a:pt x="10348" y="14735"/>
                    <a:pt x="11084" y="14980"/>
                  </a:cubicBezTo>
                  <a:cubicBezTo>
                    <a:pt x="10994" y="15297"/>
                    <a:pt x="10894" y="15602"/>
                    <a:pt x="10789" y="15892"/>
                  </a:cubicBezTo>
                  <a:cubicBezTo>
                    <a:pt x="10251" y="17332"/>
                    <a:pt x="9551" y="18192"/>
                    <a:pt x="8917" y="18192"/>
                  </a:cubicBezTo>
                  <a:cubicBezTo>
                    <a:pt x="8282" y="18192"/>
                    <a:pt x="7582" y="17332"/>
                    <a:pt x="7044" y="15892"/>
                  </a:cubicBezTo>
                  <a:cubicBezTo>
                    <a:pt x="6939" y="15602"/>
                    <a:pt x="6839" y="15300"/>
                    <a:pt x="6749" y="14980"/>
                  </a:cubicBezTo>
                  <a:cubicBezTo>
                    <a:pt x="7488" y="14735"/>
                    <a:pt x="8213" y="14448"/>
                    <a:pt x="8917" y="14122"/>
                  </a:cubicBezTo>
                  <a:close/>
                  <a:moveTo>
                    <a:pt x="8917" y="0"/>
                  </a:moveTo>
                  <a:cubicBezTo>
                    <a:pt x="7757" y="0"/>
                    <a:pt x="6715" y="1081"/>
                    <a:pt x="5985" y="3041"/>
                  </a:cubicBezTo>
                  <a:cubicBezTo>
                    <a:pt x="5867" y="3355"/>
                    <a:pt x="5758" y="3687"/>
                    <a:pt x="5662" y="4031"/>
                  </a:cubicBezTo>
                  <a:cubicBezTo>
                    <a:pt x="4919" y="3844"/>
                    <a:pt x="4215" y="3732"/>
                    <a:pt x="3587" y="3702"/>
                  </a:cubicBezTo>
                  <a:cubicBezTo>
                    <a:pt x="3271" y="3173"/>
                    <a:pt x="2709" y="2871"/>
                    <a:pt x="2126" y="2871"/>
                  </a:cubicBezTo>
                  <a:cubicBezTo>
                    <a:pt x="1901" y="2871"/>
                    <a:pt x="1673" y="2916"/>
                    <a:pt x="1455" y="3011"/>
                  </a:cubicBezTo>
                  <a:cubicBezTo>
                    <a:pt x="670" y="3346"/>
                    <a:pt x="260" y="4212"/>
                    <a:pt x="492" y="5034"/>
                  </a:cubicBezTo>
                  <a:cubicBezTo>
                    <a:pt x="54" y="6024"/>
                    <a:pt x="489" y="7389"/>
                    <a:pt x="1733" y="8898"/>
                  </a:cubicBezTo>
                  <a:cubicBezTo>
                    <a:pt x="1942" y="9152"/>
                    <a:pt x="2171" y="9409"/>
                    <a:pt x="2416" y="9662"/>
                  </a:cubicBezTo>
                  <a:cubicBezTo>
                    <a:pt x="2171" y="9916"/>
                    <a:pt x="1942" y="10170"/>
                    <a:pt x="1733" y="10426"/>
                  </a:cubicBezTo>
                  <a:cubicBezTo>
                    <a:pt x="411" y="12033"/>
                    <a:pt x="0" y="13470"/>
                    <a:pt x="583" y="14475"/>
                  </a:cubicBezTo>
                  <a:cubicBezTo>
                    <a:pt x="1021" y="15233"/>
                    <a:pt x="1954" y="15629"/>
                    <a:pt x="3270" y="15629"/>
                  </a:cubicBezTo>
                  <a:cubicBezTo>
                    <a:pt x="3738" y="15626"/>
                    <a:pt x="4203" y="15584"/>
                    <a:pt x="4662" y="15505"/>
                  </a:cubicBezTo>
                  <a:cubicBezTo>
                    <a:pt x="4985" y="15451"/>
                    <a:pt x="5320" y="15378"/>
                    <a:pt x="5662" y="15294"/>
                  </a:cubicBezTo>
                  <a:cubicBezTo>
                    <a:pt x="5761" y="15641"/>
                    <a:pt x="5867" y="15970"/>
                    <a:pt x="5985" y="16284"/>
                  </a:cubicBezTo>
                  <a:cubicBezTo>
                    <a:pt x="6715" y="18244"/>
                    <a:pt x="7757" y="19325"/>
                    <a:pt x="8917" y="19325"/>
                  </a:cubicBezTo>
                  <a:cubicBezTo>
                    <a:pt x="10076" y="19325"/>
                    <a:pt x="11118" y="18244"/>
                    <a:pt x="11848" y="16284"/>
                  </a:cubicBezTo>
                  <a:cubicBezTo>
                    <a:pt x="11966" y="15970"/>
                    <a:pt x="12075" y="15638"/>
                    <a:pt x="12171" y="15294"/>
                  </a:cubicBezTo>
                  <a:cubicBezTo>
                    <a:pt x="12917" y="15481"/>
                    <a:pt x="13618" y="15593"/>
                    <a:pt x="14246" y="15623"/>
                  </a:cubicBezTo>
                  <a:cubicBezTo>
                    <a:pt x="14562" y="16152"/>
                    <a:pt x="15123" y="16453"/>
                    <a:pt x="15705" y="16453"/>
                  </a:cubicBezTo>
                  <a:cubicBezTo>
                    <a:pt x="15930" y="16453"/>
                    <a:pt x="16159" y="16408"/>
                    <a:pt x="16378" y="16314"/>
                  </a:cubicBezTo>
                  <a:cubicBezTo>
                    <a:pt x="17163" y="15979"/>
                    <a:pt x="17573" y="15112"/>
                    <a:pt x="17341" y="14291"/>
                  </a:cubicBezTo>
                  <a:cubicBezTo>
                    <a:pt x="17779" y="13301"/>
                    <a:pt x="17344" y="11936"/>
                    <a:pt x="16100" y="10426"/>
                  </a:cubicBezTo>
                  <a:cubicBezTo>
                    <a:pt x="15891" y="10170"/>
                    <a:pt x="15662" y="9916"/>
                    <a:pt x="15417" y="9662"/>
                  </a:cubicBezTo>
                  <a:cubicBezTo>
                    <a:pt x="15662" y="9409"/>
                    <a:pt x="15891" y="9152"/>
                    <a:pt x="16100" y="8898"/>
                  </a:cubicBezTo>
                  <a:cubicBezTo>
                    <a:pt x="17347" y="7389"/>
                    <a:pt x="17779" y="6024"/>
                    <a:pt x="17341" y="5034"/>
                  </a:cubicBezTo>
                  <a:cubicBezTo>
                    <a:pt x="17573" y="4212"/>
                    <a:pt x="17163" y="3346"/>
                    <a:pt x="16378" y="3011"/>
                  </a:cubicBezTo>
                  <a:cubicBezTo>
                    <a:pt x="16159" y="2916"/>
                    <a:pt x="15930" y="2871"/>
                    <a:pt x="15705" y="2871"/>
                  </a:cubicBezTo>
                  <a:cubicBezTo>
                    <a:pt x="15123" y="2871"/>
                    <a:pt x="14562" y="3173"/>
                    <a:pt x="14246" y="3702"/>
                  </a:cubicBezTo>
                  <a:cubicBezTo>
                    <a:pt x="13615" y="3732"/>
                    <a:pt x="12914" y="3844"/>
                    <a:pt x="12171" y="4031"/>
                  </a:cubicBezTo>
                  <a:cubicBezTo>
                    <a:pt x="12075" y="3684"/>
                    <a:pt x="11966" y="3355"/>
                    <a:pt x="11848" y="3041"/>
                  </a:cubicBezTo>
                  <a:cubicBezTo>
                    <a:pt x="11118" y="1081"/>
                    <a:pt x="10076" y="0"/>
                    <a:pt x="891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84" name="Google Shape;10384;p134"/>
            <p:cNvSpPr/>
            <p:nvPr/>
          </p:nvSpPr>
          <p:spPr>
            <a:xfrm>
              <a:off x="2280775" y="4003900"/>
              <a:ext cx="88275" cy="85025"/>
            </a:xfrm>
            <a:custGeom>
              <a:rect b="b" l="l" r="r" t="t"/>
              <a:pathLst>
                <a:path extrusionOk="0" h="3401" w="3531">
                  <a:moveTo>
                    <a:pt x="1698" y="1136"/>
                  </a:moveTo>
                  <a:cubicBezTo>
                    <a:pt x="2202" y="1136"/>
                    <a:pt x="2455" y="1743"/>
                    <a:pt x="2099" y="2102"/>
                  </a:cubicBezTo>
                  <a:cubicBezTo>
                    <a:pt x="1983" y="2217"/>
                    <a:pt x="1841" y="2268"/>
                    <a:pt x="1703" y="2268"/>
                  </a:cubicBezTo>
                  <a:cubicBezTo>
                    <a:pt x="1411" y="2268"/>
                    <a:pt x="1133" y="2042"/>
                    <a:pt x="1133" y="1700"/>
                  </a:cubicBezTo>
                  <a:cubicBezTo>
                    <a:pt x="1133" y="1386"/>
                    <a:pt x="1383" y="1136"/>
                    <a:pt x="1698" y="1136"/>
                  </a:cubicBezTo>
                  <a:close/>
                  <a:moveTo>
                    <a:pt x="1698" y="1"/>
                  </a:moveTo>
                  <a:cubicBezTo>
                    <a:pt x="1479" y="1"/>
                    <a:pt x="1258" y="43"/>
                    <a:pt x="1048" y="130"/>
                  </a:cubicBezTo>
                  <a:cubicBezTo>
                    <a:pt x="414" y="393"/>
                    <a:pt x="1" y="1012"/>
                    <a:pt x="1" y="1700"/>
                  </a:cubicBezTo>
                  <a:cubicBezTo>
                    <a:pt x="1" y="2639"/>
                    <a:pt x="758" y="3397"/>
                    <a:pt x="1698" y="3400"/>
                  </a:cubicBezTo>
                  <a:cubicBezTo>
                    <a:pt x="2386" y="3400"/>
                    <a:pt x="3005" y="2984"/>
                    <a:pt x="3268" y="2350"/>
                  </a:cubicBezTo>
                  <a:cubicBezTo>
                    <a:pt x="3530" y="1715"/>
                    <a:pt x="3385" y="985"/>
                    <a:pt x="2899" y="499"/>
                  </a:cubicBezTo>
                  <a:cubicBezTo>
                    <a:pt x="2574" y="173"/>
                    <a:pt x="2140" y="1"/>
                    <a:pt x="169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385" name="Google Shape;10385;p134"/>
          <p:cNvGrpSpPr/>
          <p:nvPr/>
        </p:nvGrpSpPr>
        <p:grpSpPr>
          <a:xfrm>
            <a:off x="6333463" y="3126102"/>
            <a:ext cx="294261" cy="340168"/>
            <a:chOff x="2708700" y="3804850"/>
            <a:chExt cx="417925" cy="483125"/>
          </a:xfrm>
        </p:grpSpPr>
        <p:sp>
          <p:nvSpPr>
            <p:cNvPr id="10386" name="Google Shape;10386;p134"/>
            <p:cNvSpPr/>
            <p:nvPr/>
          </p:nvSpPr>
          <p:spPr>
            <a:xfrm>
              <a:off x="2708700" y="3804850"/>
              <a:ext cx="417925" cy="483125"/>
            </a:xfrm>
            <a:custGeom>
              <a:rect b="b" l="l" r="r" t="t"/>
              <a:pathLst>
                <a:path extrusionOk="0" h="19325" w="16717">
                  <a:moveTo>
                    <a:pt x="10354" y="1132"/>
                  </a:moveTo>
                  <a:lnTo>
                    <a:pt x="10354" y="8618"/>
                  </a:lnTo>
                  <a:cubicBezTo>
                    <a:pt x="10354" y="8714"/>
                    <a:pt x="10379" y="8811"/>
                    <a:pt x="10430" y="8898"/>
                  </a:cubicBezTo>
                  <a:lnTo>
                    <a:pt x="12447" y="12425"/>
                  </a:lnTo>
                  <a:lnTo>
                    <a:pt x="4273" y="12425"/>
                  </a:lnTo>
                  <a:lnTo>
                    <a:pt x="6290" y="8898"/>
                  </a:lnTo>
                  <a:cubicBezTo>
                    <a:pt x="6339" y="8811"/>
                    <a:pt x="6366" y="8714"/>
                    <a:pt x="6366" y="8618"/>
                  </a:cubicBezTo>
                  <a:lnTo>
                    <a:pt x="6366" y="1132"/>
                  </a:lnTo>
                  <a:close/>
                  <a:moveTo>
                    <a:pt x="13090" y="13557"/>
                  </a:moveTo>
                  <a:lnTo>
                    <a:pt x="15469" y="17718"/>
                  </a:lnTo>
                  <a:cubicBezTo>
                    <a:pt x="15527" y="17818"/>
                    <a:pt x="15530" y="17939"/>
                    <a:pt x="15472" y="18038"/>
                  </a:cubicBezTo>
                  <a:cubicBezTo>
                    <a:pt x="15418" y="18135"/>
                    <a:pt x="15318" y="18192"/>
                    <a:pt x="15210" y="18192"/>
                  </a:cubicBezTo>
                  <a:lnTo>
                    <a:pt x="1511" y="18192"/>
                  </a:lnTo>
                  <a:cubicBezTo>
                    <a:pt x="1399" y="18192"/>
                    <a:pt x="1299" y="18135"/>
                    <a:pt x="1245" y="18038"/>
                  </a:cubicBezTo>
                  <a:cubicBezTo>
                    <a:pt x="1187" y="17939"/>
                    <a:pt x="1187" y="17818"/>
                    <a:pt x="1245" y="17718"/>
                  </a:cubicBezTo>
                  <a:lnTo>
                    <a:pt x="3624" y="13557"/>
                  </a:lnTo>
                  <a:close/>
                  <a:moveTo>
                    <a:pt x="4717" y="0"/>
                  </a:moveTo>
                  <a:cubicBezTo>
                    <a:pt x="4403" y="0"/>
                    <a:pt x="4153" y="254"/>
                    <a:pt x="4153" y="568"/>
                  </a:cubicBezTo>
                  <a:cubicBezTo>
                    <a:pt x="4153" y="879"/>
                    <a:pt x="4403" y="1132"/>
                    <a:pt x="4717" y="1132"/>
                  </a:cubicBezTo>
                  <a:lnTo>
                    <a:pt x="5234" y="1132"/>
                  </a:lnTo>
                  <a:lnTo>
                    <a:pt x="5234" y="8467"/>
                  </a:lnTo>
                  <a:lnTo>
                    <a:pt x="264" y="17157"/>
                  </a:lnTo>
                  <a:cubicBezTo>
                    <a:pt x="1" y="17604"/>
                    <a:pt x="4" y="18159"/>
                    <a:pt x="267" y="18606"/>
                  </a:cubicBezTo>
                  <a:cubicBezTo>
                    <a:pt x="519" y="19050"/>
                    <a:pt x="992" y="19325"/>
                    <a:pt x="1502" y="19325"/>
                  </a:cubicBezTo>
                  <a:cubicBezTo>
                    <a:pt x="1505" y="19325"/>
                    <a:pt x="1508" y="19325"/>
                    <a:pt x="1511" y="19325"/>
                  </a:cubicBezTo>
                  <a:lnTo>
                    <a:pt x="15207" y="19325"/>
                  </a:lnTo>
                  <a:cubicBezTo>
                    <a:pt x="15210" y="19325"/>
                    <a:pt x="15212" y="19325"/>
                    <a:pt x="15215" y="19325"/>
                  </a:cubicBezTo>
                  <a:cubicBezTo>
                    <a:pt x="15725" y="19325"/>
                    <a:pt x="16198" y="19050"/>
                    <a:pt x="16451" y="18606"/>
                  </a:cubicBezTo>
                  <a:cubicBezTo>
                    <a:pt x="16713" y="18159"/>
                    <a:pt x="16716" y="17607"/>
                    <a:pt x="16454" y="17157"/>
                  </a:cubicBezTo>
                  <a:lnTo>
                    <a:pt x="11487" y="8467"/>
                  </a:lnTo>
                  <a:lnTo>
                    <a:pt x="11487" y="1132"/>
                  </a:lnTo>
                  <a:lnTo>
                    <a:pt x="12003" y="1132"/>
                  </a:lnTo>
                  <a:cubicBezTo>
                    <a:pt x="12314" y="1132"/>
                    <a:pt x="12568" y="879"/>
                    <a:pt x="12568" y="568"/>
                  </a:cubicBezTo>
                  <a:cubicBezTo>
                    <a:pt x="12568" y="254"/>
                    <a:pt x="12314" y="0"/>
                    <a:pt x="1200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87" name="Google Shape;10387;p134"/>
            <p:cNvSpPr/>
            <p:nvPr/>
          </p:nvSpPr>
          <p:spPr>
            <a:xfrm>
              <a:off x="2875975" y="4055200"/>
              <a:ext cx="33100" cy="28350"/>
            </a:xfrm>
            <a:custGeom>
              <a:rect b="b" l="l" r="r" t="t"/>
              <a:pathLst>
                <a:path extrusionOk="0" h="1134" w="1324">
                  <a:moveTo>
                    <a:pt x="570" y="1"/>
                  </a:moveTo>
                  <a:cubicBezTo>
                    <a:pt x="280" y="1"/>
                    <a:pt x="1" y="225"/>
                    <a:pt x="1" y="566"/>
                  </a:cubicBezTo>
                  <a:cubicBezTo>
                    <a:pt x="1" y="880"/>
                    <a:pt x="255" y="1134"/>
                    <a:pt x="569" y="1134"/>
                  </a:cubicBezTo>
                  <a:cubicBezTo>
                    <a:pt x="1073" y="1134"/>
                    <a:pt x="1323" y="524"/>
                    <a:pt x="967" y="168"/>
                  </a:cubicBezTo>
                  <a:cubicBezTo>
                    <a:pt x="852" y="52"/>
                    <a:pt x="710" y="1"/>
                    <a:pt x="57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88" name="Google Shape;10388;p134"/>
            <p:cNvSpPr/>
            <p:nvPr/>
          </p:nvSpPr>
          <p:spPr>
            <a:xfrm>
              <a:off x="2931025" y="4055200"/>
              <a:ext cx="33075" cy="28350"/>
            </a:xfrm>
            <a:custGeom>
              <a:rect b="b" l="l" r="r" t="t"/>
              <a:pathLst>
                <a:path extrusionOk="0" h="1134" w="1323">
                  <a:moveTo>
                    <a:pt x="569" y="1"/>
                  </a:moveTo>
                  <a:cubicBezTo>
                    <a:pt x="279" y="1"/>
                    <a:pt x="0" y="225"/>
                    <a:pt x="0" y="566"/>
                  </a:cubicBezTo>
                  <a:cubicBezTo>
                    <a:pt x="0" y="880"/>
                    <a:pt x="254" y="1134"/>
                    <a:pt x="565" y="1134"/>
                  </a:cubicBezTo>
                  <a:cubicBezTo>
                    <a:pt x="1069" y="1134"/>
                    <a:pt x="1323" y="524"/>
                    <a:pt x="966" y="168"/>
                  </a:cubicBezTo>
                  <a:cubicBezTo>
                    <a:pt x="851" y="52"/>
                    <a:pt x="709" y="1"/>
                    <a:pt x="56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89" name="Google Shape;10389;p134"/>
            <p:cNvSpPr/>
            <p:nvPr/>
          </p:nvSpPr>
          <p:spPr>
            <a:xfrm>
              <a:off x="2903525" y="4008200"/>
              <a:ext cx="28350" cy="28325"/>
            </a:xfrm>
            <a:custGeom>
              <a:rect b="b" l="l" r="r" t="t"/>
              <a:pathLst>
                <a:path extrusionOk="0" h="1133" w="1134">
                  <a:moveTo>
                    <a:pt x="566" y="1"/>
                  </a:moveTo>
                  <a:cubicBezTo>
                    <a:pt x="252" y="1"/>
                    <a:pt x="1" y="254"/>
                    <a:pt x="1" y="568"/>
                  </a:cubicBezTo>
                  <a:cubicBezTo>
                    <a:pt x="1" y="879"/>
                    <a:pt x="252" y="1133"/>
                    <a:pt x="566" y="1133"/>
                  </a:cubicBezTo>
                  <a:cubicBezTo>
                    <a:pt x="880" y="1133"/>
                    <a:pt x="1133" y="879"/>
                    <a:pt x="1133" y="568"/>
                  </a:cubicBezTo>
                  <a:cubicBezTo>
                    <a:pt x="1133" y="254"/>
                    <a:pt x="880" y="1"/>
                    <a:pt x="56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390" name="Google Shape;10390;p134"/>
          <p:cNvSpPr/>
          <p:nvPr/>
        </p:nvSpPr>
        <p:spPr>
          <a:xfrm>
            <a:off x="6728094" y="3166169"/>
            <a:ext cx="340168" cy="259074"/>
          </a:xfrm>
          <a:custGeom>
            <a:rect b="b" l="l" r="r" t="t"/>
            <a:pathLst>
              <a:path extrusionOk="0" h="14718" w="19325">
                <a:moveTo>
                  <a:pt x="14192" y="1133"/>
                </a:moveTo>
                <a:cubicBezTo>
                  <a:pt x="14974" y="1133"/>
                  <a:pt x="15520" y="1906"/>
                  <a:pt x="15261" y="2643"/>
                </a:cubicBezTo>
                <a:cubicBezTo>
                  <a:pt x="15131" y="3008"/>
                  <a:pt x="15403" y="3395"/>
                  <a:pt x="15792" y="3398"/>
                </a:cubicBezTo>
                <a:lnTo>
                  <a:pt x="17628" y="3398"/>
                </a:lnTo>
                <a:cubicBezTo>
                  <a:pt x="17939" y="3398"/>
                  <a:pt x="18193" y="3648"/>
                  <a:pt x="18193" y="3962"/>
                </a:cubicBezTo>
                <a:lnTo>
                  <a:pt x="18193" y="10756"/>
                </a:lnTo>
                <a:cubicBezTo>
                  <a:pt x="18193" y="11070"/>
                  <a:pt x="17939" y="11324"/>
                  <a:pt x="17628" y="11324"/>
                </a:cubicBezTo>
                <a:lnTo>
                  <a:pt x="10230" y="11324"/>
                </a:lnTo>
                <a:lnTo>
                  <a:pt x="10230" y="9624"/>
                </a:lnTo>
                <a:cubicBezTo>
                  <a:pt x="11480" y="9624"/>
                  <a:pt x="12492" y="8609"/>
                  <a:pt x="12492" y="7359"/>
                </a:cubicBezTo>
                <a:cubicBezTo>
                  <a:pt x="12492" y="6109"/>
                  <a:pt x="11480" y="5095"/>
                  <a:pt x="10230" y="5095"/>
                </a:cubicBezTo>
                <a:lnTo>
                  <a:pt x="10230" y="3398"/>
                </a:lnTo>
                <a:lnTo>
                  <a:pt x="12592" y="3398"/>
                </a:lnTo>
                <a:cubicBezTo>
                  <a:pt x="12981" y="3395"/>
                  <a:pt x="13253" y="3008"/>
                  <a:pt x="13123" y="2643"/>
                </a:cubicBezTo>
                <a:cubicBezTo>
                  <a:pt x="12863" y="1906"/>
                  <a:pt x="13410" y="1133"/>
                  <a:pt x="14192" y="1133"/>
                </a:cubicBezTo>
                <a:close/>
                <a:moveTo>
                  <a:pt x="9098" y="3398"/>
                </a:moveTo>
                <a:lnTo>
                  <a:pt x="9098" y="5759"/>
                </a:lnTo>
                <a:cubicBezTo>
                  <a:pt x="9098" y="6082"/>
                  <a:pt x="9363" y="6323"/>
                  <a:pt x="9663" y="6323"/>
                </a:cubicBezTo>
                <a:cubicBezTo>
                  <a:pt x="9726" y="6323"/>
                  <a:pt x="9790" y="6313"/>
                  <a:pt x="9853" y="6290"/>
                </a:cubicBezTo>
                <a:cubicBezTo>
                  <a:pt x="9979" y="6247"/>
                  <a:pt x="10105" y="6226"/>
                  <a:pt x="10229" y="6226"/>
                </a:cubicBezTo>
                <a:cubicBezTo>
                  <a:pt x="10828" y="6226"/>
                  <a:pt x="11357" y="6708"/>
                  <a:pt x="11360" y="7353"/>
                </a:cubicBezTo>
                <a:cubicBezTo>
                  <a:pt x="11362" y="8003"/>
                  <a:pt x="10832" y="8493"/>
                  <a:pt x="10229" y="8493"/>
                </a:cubicBezTo>
                <a:cubicBezTo>
                  <a:pt x="10108" y="8493"/>
                  <a:pt x="9985" y="8473"/>
                  <a:pt x="9862" y="8431"/>
                </a:cubicBezTo>
                <a:cubicBezTo>
                  <a:pt x="9829" y="8419"/>
                  <a:pt x="9796" y="8410"/>
                  <a:pt x="9759" y="8404"/>
                </a:cubicBezTo>
                <a:cubicBezTo>
                  <a:pt x="9726" y="8398"/>
                  <a:pt x="9692" y="8395"/>
                  <a:pt x="9659" y="8395"/>
                </a:cubicBezTo>
                <a:cubicBezTo>
                  <a:pt x="9350" y="8395"/>
                  <a:pt x="9090" y="8653"/>
                  <a:pt x="9098" y="8975"/>
                </a:cubicBezTo>
                <a:lnTo>
                  <a:pt x="9098" y="11324"/>
                </a:lnTo>
                <a:lnTo>
                  <a:pt x="6737" y="11324"/>
                </a:lnTo>
                <a:cubicBezTo>
                  <a:pt x="6344" y="11324"/>
                  <a:pt x="6073" y="11710"/>
                  <a:pt x="6202" y="12079"/>
                </a:cubicBezTo>
                <a:cubicBezTo>
                  <a:pt x="6462" y="12813"/>
                  <a:pt x="5916" y="13585"/>
                  <a:pt x="5134" y="13585"/>
                </a:cubicBezTo>
                <a:cubicBezTo>
                  <a:pt x="4352" y="13585"/>
                  <a:pt x="3805" y="12813"/>
                  <a:pt x="4065" y="12079"/>
                </a:cubicBezTo>
                <a:cubicBezTo>
                  <a:pt x="4195" y="11710"/>
                  <a:pt x="3923" y="11324"/>
                  <a:pt x="3533" y="11324"/>
                </a:cubicBezTo>
                <a:lnTo>
                  <a:pt x="1700" y="11324"/>
                </a:lnTo>
                <a:cubicBezTo>
                  <a:pt x="1386" y="11324"/>
                  <a:pt x="1133" y="11070"/>
                  <a:pt x="1133" y="10756"/>
                </a:cubicBezTo>
                <a:lnTo>
                  <a:pt x="1133" y="3962"/>
                </a:lnTo>
                <a:cubicBezTo>
                  <a:pt x="1133" y="3648"/>
                  <a:pt x="1386" y="3398"/>
                  <a:pt x="1700" y="3398"/>
                </a:cubicBezTo>
                <a:lnTo>
                  <a:pt x="2941" y="3398"/>
                </a:lnTo>
                <a:cubicBezTo>
                  <a:pt x="2570" y="4829"/>
                  <a:pt x="3654" y="6227"/>
                  <a:pt x="5134" y="6227"/>
                </a:cubicBezTo>
                <a:cubicBezTo>
                  <a:pt x="6613" y="6227"/>
                  <a:pt x="7697" y="4829"/>
                  <a:pt x="7326" y="3398"/>
                </a:cubicBezTo>
                <a:close/>
                <a:moveTo>
                  <a:pt x="14192" y="1"/>
                </a:moveTo>
                <a:cubicBezTo>
                  <a:pt x="12942" y="1"/>
                  <a:pt x="11927" y="1012"/>
                  <a:pt x="11927" y="2266"/>
                </a:cubicBezTo>
                <a:lnTo>
                  <a:pt x="6399" y="2266"/>
                </a:lnTo>
                <a:cubicBezTo>
                  <a:pt x="5910" y="2266"/>
                  <a:pt x="5650" y="2842"/>
                  <a:pt x="5979" y="3208"/>
                </a:cubicBezTo>
                <a:cubicBezTo>
                  <a:pt x="6631" y="3938"/>
                  <a:pt x="6112" y="5095"/>
                  <a:pt x="5134" y="5095"/>
                </a:cubicBezTo>
                <a:cubicBezTo>
                  <a:pt x="4155" y="5095"/>
                  <a:pt x="3636" y="3938"/>
                  <a:pt x="4291" y="3208"/>
                </a:cubicBezTo>
                <a:cubicBezTo>
                  <a:pt x="4617" y="2842"/>
                  <a:pt x="4358" y="2266"/>
                  <a:pt x="3868" y="2266"/>
                </a:cubicBezTo>
                <a:lnTo>
                  <a:pt x="1700" y="2266"/>
                </a:lnTo>
                <a:cubicBezTo>
                  <a:pt x="761" y="2266"/>
                  <a:pt x="1" y="3023"/>
                  <a:pt x="1" y="3962"/>
                </a:cubicBezTo>
                <a:lnTo>
                  <a:pt x="1" y="10756"/>
                </a:lnTo>
                <a:cubicBezTo>
                  <a:pt x="1" y="11695"/>
                  <a:pt x="761" y="12453"/>
                  <a:pt x="1700" y="12456"/>
                </a:cubicBezTo>
                <a:lnTo>
                  <a:pt x="2869" y="12456"/>
                </a:lnTo>
                <a:cubicBezTo>
                  <a:pt x="2869" y="13706"/>
                  <a:pt x="3884" y="14718"/>
                  <a:pt x="5134" y="14718"/>
                </a:cubicBezTo>
                <a:cubicBezTo>
                  <a:pt x="6384" y="14718"/>
                  <a:pt x="7398" y="13706"/>
                  <a:pt x="7398" y="12456"/>
                </a:cubicBezTo>
                <a:lnTo>
                  <a:pt x="17628" y="12456"/>
                </a:lnTo>
                <a:cubicBezTo>
                  <a:pt x="18564" y="12453"/>
                  <a:pt x="19325" y="11695"/>
                  <a:pt x="19325" y="10756"/>
                </a:cubicBezTo>
                <a:lnTo>
                  <a:pt x="19325" y="3962"/>
                </a:lnTo>
                <a:cubicBezTo>
                  <a:pt x="19325" y="3023"/>
                  <a:pt x="18564" y="2266"/>
                  <a:pt x="17628" y="2266"/>
                </a:cubicBezTo>
                <a:lnTo>
                  <a:pt x="16457" y="2266"/>
                </a:lnTo>
                <a:cubicBezTo>
                  <a:pt x="16457" y="1012"/>
                  <a:pt x="15442" y="1"/>
                  <a:pt x="1419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91" name="Google Shape;10391;p134"/>
          <p:cNvSpPr/>
          <p:nvPr/>
        </p:nvSpPr>
        <p:spPr>
          <a:xfrm>
            <a:off x="7154806" y="3125620"/>
            <a:ext cx="313870" cy="340186"/>
          </a:xfrm>
          <a:custGeom>
            <a:rect b="b" l="l" r="r" t="t"/>
            <a:pathLst>
              <a:path extrusionOk="0" h="19326" w="17831">
                <a:moveTo>
                  <a:pt x="7090" y="1417"/>
                </a:moveTo>
                <a:lnTo>
                  <a:pt x="7090" y="1417"/>
                </a:lnTo>
                <a:cubicBezTo>
                  <a:pt x="7570" y="1746"/>
                  <a:pt x="8228" y="2317"/>
                  <a:pt x="8533" y="3111"/>
                </a:cubicBezTo>
                <a:cubicBezTo>
                  <a:pt x="8835" y="3905"/>
                  <a:pt x="8727" y="4766"/>
                  <a:pt x="8591" y="5337"/>
                </a:cubicBezTo>
                <a:cubicBezTo>
                  <a:pt x="8111" y="5004"/>
                  <a:pt x="7452" y="4437"/>
                  <a:pt x="7148" y="3643"/>
                </a:cubicBezTo>
                <a:cubicBezTo>
                  <a:pt x="6843" y="2848"/>
                  <a:pt x="6954" y="1985"/>
                  <a:pt x="7090" y="1417"/>
                </a:cubicBezTo>
                <a:close/>
                <a:moveTo>
                  <a:pt x="12577" y="5533"/>
                </a:moveTo>
                <a:cubicBezTo>
                  <a:pt x="12772" y="5533"/>
                  <a:pt x="12967" y="5549"/>
                  <a:pt x="13162" y="5581"/>
                </a:cubicBezTo>
                <a:cubicBezTo>
                  <a:pt x="15215" y="5913"/>
                  <a:pt x="16623" y="7906"/>
                  <a:pt x="16299" y="10023"/>
                </a:cubicBezTo>
                <a:cubicBezTo>
                  <a:pt x="15711" y="13866"/>
                  <a:pt x="14596" y="16484"/>
                  <a:pt x="13078" y="17592"/>
                </a:cubicBezTo>
                <a:cubicBezTo>
                  <a:pt x="12526" y="17996"/>
                  <a:pt x="11929" y="18194"/>
                  <a:pt x="11264" y="18194"/>
                </a:cubicBezTo>
                <a:cubicBezTo>
                  <a:pt x="11073" y="18194"/>
                  <a:pt x="10877" y="18177"/>
                  <a:pt x="10674" y="18145"/>
                </a:cubicBezTo>
                <a:cubicBezTo>
                  <a:pt x="10119" y="18054"/>
                  <a:pt x="9681" y="17828"/>
                  <a:pt x="9334" y="17454"/>
                </a:cubicBezTo>
                <a:cubicBezTo>
                  <a:pt x="9222" y="17333"/>
                  <a:pt x="9070" y="17272"/>
                  <a:pt x="8918" y="17272"/>
                </a:cubicBezTo>
                <a:cubicBezTo>
                  <a:pt x="8767" y="17272"/>
                  <a:pt x="8615" y="17333"/>
                  <a:pt x="8503" y="17454"/>
                </a:cubicBezTo>
                <a:cubicBezTo>
                  <a:pt x="8156" y="17831"/>
                  <a:pt x="7715" y="18057"/>
                  <a:pt x="7160" y="18145"/>
                </a:cubicBezTo>
                <a:cubicBezTo>
                  <a:pt x="6958" y="18177"/>
                  <a:pt x="6762" y="18194"/>
                  <a:pt x="6571" y="18194"/>
                </a:cubicBezTo>
                <a:cubicBezTo>
                  <a:pt x="5907" y="18194"/>
                  <a:pt x="5310" y="17996"/>
                  <a:pt x="4756" y="17592"/>
                </a:cubicBezTo>
                <a:cubicBezTo>
                  <a:pt x="3237" y="16484"/>
                  <a:pt x="2126" y="13869"/>
                  <a:pt x="1537" y="10023"/>
                </a:cubicBezTo>
                <a:cubicBezTo>
                  <a:pt x="1214" y="7906"/>
                  <a:pt x="2621" y="5913"/>
                  <a:pt x="4675" y="5581"/>
                </a:cubicBezTo>
                <a:cubicBezTo>
                  <a:pt x="4869" y="5549"/>
                  <a:pt x="5065" y="5533"/>
                  <a:pt x="5260" y="5533"/>
                </a:cubicBezTo>
                <a:cubicBezTo>
                  <a:pt x="6062" y="5533"/>
                  <a:pt x="6848" y="5799"/>
                  <a:pt x="7492" y="6300"/>
                </a:cubicBezTo>
                <a:cubicBezTo>
                  <a:pt x="7913" y="6620"/>
                  <a:pt x="8416" y="6780"/>
                  <a:pt x="8918" y="6780"/>
                </a:cubicBezTo>
                <a:cubicBezTo>
                  <a:pt x="9421" y="6780"/>
                  <a:pt x="9924" y="6620"/>
                  <a:pt x="10345" y="6300"/>
                </a:cubicBezTo>
                <a:cubicBezTo>
                  <a:pt x="10989" y="5799"/>
                  <a:pt x="11775" y="5533"/>
                  <a:pt x="12577" y="5533"/>
                </a:cubicBezTo>
                <a:close/>
                <a:moveTo>
                  <a:pt x="6762" y="0"/>
                </a:moveTo>
                <a:cubicBezTo>
                  <a:pt x="6543" y="0"/>
                  <a:pt x="6335" y="128"/>
                  <a:pt x="6242" y="345"/>
                </a:cubicBezTo>
                <a:cubicBezTo>
                  <a:pt x="6208" y="424"/>
                  <a:pt x="5420" y="2302"/>
                  <a:pt x="6091" y="4047"/>
                </a:cubicBezTo>
                <a:cubicBezTo>
                  <a:pt x="6154" y="4207"/>
                  <a:pt x="6227" y="4364"/>
                  <a:pt x="6308" y="4518"/>
                </a:cubicBezTo>
                <a:cubicBezTo>
                  <a:pt x="5965" y="4440"/>
                  <a:pt x="5614" y="4401"/>
                  <a:pt x="5262" y="4401"/>
                </a:cubicBezTo>
                <a:cubicBezTo>
                  <a:pt x="5004" y="4401"/>
                  <a:pt x="4746" y="4422"/>
                  <a:pt x="4490" y="4464"/>
                </a:cubicBezTo>
                <a:cubicBezTo>
                  <a:pt x="1827" y="4893"/>
                  <a:pt x="0" y="7462"/>
                  <a:pt x="417" y="10192"/>
                </a:cubicBezTo>
                <a:cubicBezTo>
                  <a:pt x="713" y="12139"/>
                  <a:pt x="1148" y="13812"/>
                  <a:pt x="1706" y="15162"/>
                </a:cubicBezTo>
                <a:cubicBezTo>
                  <a:pt x="2341" y="16693"/>
                  <a:pt x="3141" y="17819"/>
                  <a:pt x="4086" y="18507"/>
                </a:cubicBezTo>
                <a:cubicBezTo>
                  <a:pt x="4833" y="19051"/>
                  <a:pt x="5666" y="19325"/>
                  <a:pt x="6571" y="19325"/>
                </a:cubicBezTo>
                <a:cubicBezTo>
                  <a:pt x="6821" y="19325"/>
                  <a:pt x="7077" y="19304"/>
                  <a:pt x="7338" y="19262"/>
                </a:cubicBezTo>
                <a:cubicBezTo>
                  <a:pt x="7942" y="19163"/>
                  <a:pt x="8470" y="18942"/>
                  <a:pt x="8914" y="18601"/>
                </a:cubicBezTo>
                <a:cubicBezTo>
                  <a:pt x="9361" y="18942"/>
                  <a:pt x="9889" y="19163"/>
                  <a:pt x="10493" y="19262"/>
                </a:cubicBezTo>
                <a:cubicBezTo>
                  <a:pt x="10747" y="19301"/>
                  <a:pt x="11000" y="19323"/>
                  <a:pt x="11260" y="19326"/>
                </a:cubicBezTo>
                <a:cubicBezTo>
                  <a:pt x="12163" y="19326"/>
                  <a:pt x="12996" y="19051"/>
                  <a:pt x="13742" y="18504"/>
                </a:cubicBezTo>
                <a:cubicBezTo>
                  <a:pt x="14687" y="17816"/>
                  <a:pt x="15490" y="16693"/>
                  <a:pt x="16124" y="15162"/>
                </a:cubicBezTo>
                <a:cubicBezTo>
                  <a:pt x="16686" y="13812"/>
                  <a:pt x="17121" y="12139"/>
                  <a:pt x="17417" y="10195"/>
                </a:cubicBezTo>
                <a:cubicBezTo>
                  <a:pt x="17830" y="7465"/>
                  <a:pt x="16007" y="4893"/>
                  <a:pt x="13343" y="4464"/>
                </a:cubicBezTo>
                <a:cubicBezTo>
                  <a:pt x="13086" y="4421"/>
                  <a:pt x="12827" y="4400"/>
                  <a:pt x="12570" y="4400"/>
                </a:cubicBezTo>
                <a:cubicBezTo>
                  <a:pt x="11637" y="4400"/>
                  <a:pt x="10720" y="4675"/>
                  <a:pt x="9934" y="5201"/>
                </a:cubicBezTo>
                <a:cubicBezTo>
                  <a:pt x="10233" y="4524"/>
                  <a:pt x="10710" y="3917"/>
                  <a:pt x="11360" y="3380"/>
                </a:cubicBezTo>
                <a:cubicBezTo>
                  <a:pt x="11807" y="3005"/>
                  <a:pt x="12305" y="2698"/>
                  <a:pt x="12842" y="2465"/>
                </a:cubicBezTo>
                <a:cubicBezTo>
                  <a:pt x="13132" y="2350"/>
                  <a:pt x="13277" y="2024"/>
                  <a:pt x="13165" y="1731"/>
                </a:cubicBezTo>
                <a:cubicBezTo>
                  <a:pt x="13080" y="1507"/>
                  <a:pt x="12866" y="1369"/>
                  <a:pt x="12640" y="1369"/>
                </a:cubicBezTo>
                <a:cubicBezTo>
                  <a:pt x="12572" y="1369"/>
                  <a:pt x="12502" y="1382"/>
                  <a:pt x="12435" y="1408"/>
                </a:cubicBezTo>
                <a:cubicBezTo>
                  <a:pt x="12398" y="1420"/>
                  <a:pt x="11565" y="1746"/>
                  <a:pt x="10668" y="2480"/>
                </a:cubicBezTo>
                <a:cubicBezTo>
                  <a:pt x="10345" y="2743"/>
                  <a:pt x="10046" y="3039"/>
                  <a:pt x="9777" y="3356"/>
                </a:cubicBezTo>
                <a:cubicBezTo>
                  <a:pt x="9732" y="3135"/>
                  <a:pt x="9669" y="2915"/>
                  <a:pt x="9590" y="2704"/>
                </a:cubicBezTo>
                <a:cubicBezTo>
                  <a:pt x="8920" y="958"/>
                  <a:pt x="7078" y="89"/>
                  <a:pt x="7000" y="52"/>
                </a:cubicBezTo>
                <a:cubicBezTo>
                  <a:pt x="6922" y="17"/>
                  <a:pt x="6842" y="0"/>
                  <a:pt x="676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392" name="Google Shape;10392;p134"/>
          <p:cNvGrpSpPr/>
          <p:nvPr/>
        </p:nvGrpSpPr>
        <p:grpSpPr>
          <a:xfrm>
            <a:off x="7570338" y="3127378"/>
            <a:ext cx="331033" cy="337616"/>
            <a:chOff x="4467450" y="3808475"/>
            <a:chExt cx="470150" cy="479500"/>
          </a:xfrm>
        </p:grpSpPr>
        <p:sp>
          <p:nvSpPr>
            <p:cNvPr id="10393" name="Google Shape;10393;p134"/>
            <p:cNvSpPr/>
            <p:nvPr/>
          </p:nvSpPr>
          <p:spPr>
            <a:xfrm>
              <a:off x="4729325" y="3808475"/>
              <a:ext cx="56625" cy="138200"/>
            </a:xfrm>
            <a:custGeom>
              <a:rect b="b" l="l" r="r" t="t"/>
              <a:pathLst>
                <a:path extrusionOk="0" h="5528" w="2265">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7" y="5341"/>
                  </a:cubicBezTo>
                  <a:cubicBezTo>
                    <a:pt x="1782" y="5103"/>
                    <a:pt x="1755" y="4735"/>
                    <a:pt x="1510" y="4529"/>
                  </a:cubicBezTo>
                  <a:cubicBezTo>
                    <a:pt x="1432" y="4457"/>
                    <a:pt x="1133" y="4128"/>
                    <a:pt x="1133" y="3820"/>
                  </a:cubicBezTo>
                  <a:cubicBezTo>
                    <a:pt x="1133" y="3521"/>
                    <a:pt x="1413"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94" name="Google Shape;10394;p134"/>
            <p:cNvSpPr/>
            <p:nvPr/>
          </p:nvSpPr>
          <p:spPr>
            <a:xfrm>
              <a:off x="4644400" y="3808475"/>
              <a:ext cx="56650" cy="138200"/>
            </a:xfrm>
            <a:custGeom>
              <a:rect b="b" l="l" r="r" t="t"/>
              <a:pathLst>
                <a:path extrusionOk="0" h="5528" w="2266">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95" name="Google Shape;10395;p134"/>
            <p:cNvSpPr/>
            <p:nvPr/>
          </p:nvSpPr>
          <p:spPr>
            <a:xfrm>
              <a:off x="4559475" y="3808475"/>
              <a:ext cx="56650" cy="138200"/>
            </a:xfrm>
            <a:custGeom>
              <a:rect b="b" l="l" r="r" t="t"/>
              <a:pathLst>
                <a:path extrusionOk="0" h="5528" w="2266">
                  <a:moveTo>
                    <a:pt x="1510" y="0"/>
                  </a:moveTo>
                  <a:lnTo>
                    <a:pt x="1133" y="423"/>
                  </a:lnTo>
                  <a:lnTo>
                    <a:pt x="752" y="839"/>
                  </a:lnTo>
                  <a:cubicBezTo>
                    <a:pt x="852" y="930"/>
                    <a:pt x="1133" y="1256"/>
                    <a:pt x="1133" y="1555"/>
                  </a:cubicBezTo>
                  <a:cubicBezTo>
                    <a:pt x="1133" y="1851"/>
                    <a:pt x="852" y="2177"/>
                    <a:pt x="755" y="2265"/>
                  </a:cubicBezTo>
                  <a:cubicBezTo>
                    <a:pt x="680" y="2334"/>
                    <a:pt x="1" y="2965"/>
                    <a:pt x="1" y="3820"/>
                  </a:cubicBezTo>
                  <a:cubicBezTo>
                    <a:pt x="1" y="4671"/>
                    <a:pt x="677" y="5302"/>
                    <a:pt x="755" y="5372"/>
                  </a:cubicBezTo>
                  <a:cubicBezTo>
                    <a:pt x="866" y="5476"/>
                    <a:pt x="1007" y="5528"/>
                    <a:pt x="1148" y="5528"/>
                  </a:cubicBezTo>
                  <a:cubicBezTo>
                    <a:pt x="1303"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96" name="Google Shape;10396;p134"/>
            <p:cNvSpPr/>
            <p:nvPr/>
          </p:nvSpPr>
          <p:spPr>
            <a:xfrm>
              <a:off x="4467450" y="3975675"/>
              <a:ext cx="470150" cy="312300"/>
            </a:xfrm>
            <a:custGeom>
              <a:rect b="b" l="l" r="r" t="t"/>
              <a:pathLst>
                <a:path extrusionOk="0" h="12492" w="18806">
                  <a:moveTo>
                    <a:pt x="16340" y="2263"/>
                  </a:moveTo>
                  <a:cubicBezTo>
                    <a:pt x="16709" y="2263"/>
                    <a:pt x="17020" y="2371"/>
                    <a:pt x="17233" y="2582"/>
                  </a:cubicBezTo>
                  <a:cubicBezTo>
                    <a:pt x="17622" y="2974"/>
                    <a:pt x="17571" y="3581"/>
                    <a:pt x="17505" y="3907"/>
                  </a:cubicBezTo>
                  <a:cubicBezTo>
                    <a:pt x="17375" y="4553"/>
                    <a:pt x="16994" y="5221"/>
                    <a:pt x="16430" y="5785"/>
                  </a:cubicBezTo>
                  <a:cubicBezTo>
                    <a:pt x="15793" y="6426"/>
                    <a:pt x="15014" y="6824"/>
                    <a:pt x="14337" y="6897"/>
                  </a:cubicBezTo>
                  <a:cubicBezTo>
                    <a:pt x="15056" y="5562"/>
                    <a:pt x="15539" y="4007"/>
                    <a:pt x="15744" y="2346"/>
                  </a:cubicBezTo>
                  <a:cubicBezTo>
                    <a:pt x="15954" y="2291"/>
                    <a:pt x="16154" y="2263"/>
                    <a:pt x="16340" y="2263"/>
                  </a:cubicBezTo>
                  <a:close/>
                  <a:moveTo>
                    <a:pt x="14709" y="1132"/>
                  </a:moveTo>
                  <a:cubicBezTo>
                    <a:pt x="14618" y="3340"/>
                    <a:pt x="13999" y="5390"/>
                    <a:pt x="12978" y="6987"/>
                  </a:cubicBezTo>
                  <a:cubicBezTo>
                    <a:pt x="12948" y="7023"/>
                    <a:pt x="12921" y="7066"/>
                    <a:pt x="12900" y="7108"/>
                  </a:cubicBezTo>
                  <a:cubicBezTo>
                    <a:pt x="12390" y="7881"/>
                    <a:pt x="11786" y="8542"/>
                    <a:pt x="11103" y="9059"/>
                  </a:cubicBezTo>
                  <a:lnTo>
                    <a:pt x="4750" y="9059"/>
                  </a:lnTo>
                  <a:cubicBezTo>
                    <a:pt x="2634" y="7461"/>
                    <a:pt x="1281" y="4478"/>
                    <a:pt x="1145" y="1132"/>
                  </a:cubicBezTo>
                  <a:close/>
                  <a:moveTo>
                    <a:pt x="13247" y="10191"/>
                  </a:moveTo>
                  <a:lnTo>
                    <a:pt x="12827" y="11048"/>
                  </a:lnTo>
                  <a:cubicBezTo>
                    <a:pt x="12731" y="11239"/>
                    <a:pt x="12538" y="11359"/>
                    <a:pt x="12326" y="11359"/>
                  </a:cubicBezTo>
                  <a:lnTo>
                    <a:pt x="3531" y="11359"/>
                  </a:lnTo>
                  <a:cubicBezTo>
                    <a:pt x="3316" y="11359"/>
                    <a:pt x="3120" y="11239"/>
                    <a:pt x="3026" y="11048"/>
                  </a:cubicBezTo>
                  <a:lnTo>
                    <a:pt x="2607" y="10191"/>
                  </a:lnTo>
                  <a:close/>
                  <a:moveTo>
                    <a:pt x="569" y="0"/>
                  </a:moveTo>
                  <a:cubicBezTo>
                    <a:pt x="255" y="0"/>
                    <a:pt x="1" y="254"/>
                    <a:pt x="1" y="565"/>
                  </a:cubicBezTo>
                  <a:cubicBezTo>
                    <a:pt x="1" y="3931"/>
                    <a:pt x="1145" y="7045"/>
                    <a:pt x="3060" y="9059"/>
                  </a:cubicBezTo>
                  <a:lnTo>
                    <a:pt x="569" y="9059"/>
                  </a:lnTo>
                  <a:cubicBezTo>
                    <a:pt x="255" y="9059"/>
                    <a:pt x="1" y="9312"/>
                    <a:pt x="1" y="9623"/>
                  </a:cubicBezTo>
                  <a:cubicBezTo>
                    <a:pt x="1" y="9937"/>
                    <a:pt x="255" y="10191"/>
                    <a:pt x="569" y="10191"/>
                  </a:cubicBezTo>
                  <a:lnTo>
                    <a:pt x="1348" y="10191"/>
                  </a:lnTo>
                  <a:lnTo>
                    <a:pt x="2012" y="11550"/>
                  </a:lnTo>
                  <a:lnTo>
                    <a:pt x="2012" y="11556"/>
                  </a:lnTo>
                  <a:cubicBezTo>
                    <a:pt x="2298" y="12127"/>
                    <a:pt x="2883" y="12492"/>
                    <a:pt x="3523" y="12492"/>
                  </a:cubicBezTo>
                  <a:cubicBezTo>
                    <a:pt x="3525" y="12492"/>
                    <a:pt x="3528" y="12492"/>
                    <a:pt x="3531" y="12492"/>
                  </a:cubicBezTo>
                  <a:lnTo>
                    <a:pt x="12326" y="12492"/>
                  </a:lnTo>
                  <a:cubicBezTo>
                    <a:pt x="12329" y="12492"/>
                    <a:pt x="12332" y="12492"/>
                    <a:pt x="12334" y="12492"/>
                  </a:cubicBezTo>
                  <a:cubicBezTo>
                    <a:pt x="12974" y="12492"/>
                    <a:pt x="13559" y="12127"/>
                    <a:pt x="13845" y="11553"/>
                  </a:cubicBezTo>
                  <a:lnTo>
                    <a:pt x="13845" y="11550"/>
                  </a:lnTo>
                  <a:lnTo>
                    <a:pt x="14509" y="10191"/>
                  </a:lnTo>
                  <a:lnTo>
                    <a:pt x="15288" y="10191"/>
                  </a:lnTo>
                  <a:cubicBezTo>
                    <a:pt x="15602" y="10191"/>
                    <a:pt x="15856" y="9937"/>
                    <a:pt x="15856" y="9623"/>
                  </a:cubicBezTo>
                  <a:cubicBezTo>
                    <a:pt x="15856" y="9309"/>
                    <a:pt x="15602" y="9059"/>
                    <a:pt x="15288" y="9059"/>
                  </a:cubicBezTo>
                  <a:lnTo>
                    <a:pt x="12797" y="9059"/>
                  </a:lnTo>
                  <a:cubicBezTo>
                    <a:pt x="13111" y="8726"/>
                    <a:pt x="13401" y="8373"/>
                    <a:pt x="13664" y="8002"/>
                  </a:cubicBezTo>
                  <a:cubicBezTo>
                    <a:pt x="13812" y="8026"/>
                    <a:pt x="13963" y="8038"/>
                    <a:pt x="14114" y="8038"/>
                  </a:cubicBezTo>
                  <a:cubicBezTo>
                    <a:pt x="15143" y="8038"/>
                    <a:pt x="16303" y="7516"/>
                    <a:pt x="17233" y="6589"/>
                  </a:cubicBezTo>
                  <a:cubicBezTo>
                    <a:pt x="17951" y="5867"/>
                    <a:pt x="18444" y="4994"/>
                    <a:pt x="18619" y="4131"/>
                  </a:cubicBezTo>
                  <a:cubicBezTo>
                    <a:pt x="18806" y="3183"/>
                    <a:pt x="18601" y="2349"/>
                    <a:pt x="18033" y="1785"/>
                  </a:cubicBezTo>
                  <a:cubicBezTo>
                    <a:pt x="17604" y="1353"/>
                    <a:pt x="17013" y="1132"/>
                    <a:pt x="16345" y="1132"/>
                  </a:cubicBezTo>
                  <a:cubicBezTo>
                    <a:pt x="16181" y="1132"/>
                    <a:pt x="16013" y="1145"/>
                    <a:pt x="15841" y="1172"/>
                  </a:cubicBezTo>
                  <a:cubicBezTo>
                    <a:pt x="15850" y="972"/>
                    <a:pt x="15853" y="770"/>
                    <a:pt x="15853" y="565"/>
                  </a:cubicBezTo>
                  <a:cubicBezTo>
                    <a:pt x="15853" y="254"/>
                    <a:pt x="15599" y="0"/>
                    <a:pt x="1528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397" name="Google Shape;10397;p134"/>
          <p:cNvGrpSpPr/>
          <p:nvPr/>
        </p:nvGrpSpPr>
        <p:grpSpPr>
          <a:xfrm>
            <a:off x="7990685" y="3126102"/>
            <a:ext cx="340186" cy="340168"/>
            <a:chOff x="5053900" y="3804850"/>
            <a:chExt cx="483150" cy="483125"/>
          </a:xfrm>
        </p:grpSpPr>
        <p:sp>
          <p:nvSpPr>
            <p:cNvPr id="10398" name="Google Shape;10398;p134"/>
            <p:cNvSpPr/>
            <p:nvPr/>
          </p:nvSpPr>
          <p:spPr>
            <a:xfrm>
              <a:off x="5053900" y="3804850"/>
              <a:ext cx="483150" cy="483125"/>
            </a:xfrm>
            <a:custGeom>
              <a:rect b="b" l="l" r="r" t="t"/>
              <a:pathLst>
                <a:path extrusionOk="0" h="19325" w="19326">
                  <a:moveTo>
                    <a:pt x="9663" y="1132"/>
                  </a:moveTo>
                  <a:cubicBezTo>
                    <a:pt x="14367" y="1132"/>
                    <a:pt x="18193" y="4958"/>
                    <a:pt x="18193" y="9662"/>
                  </a:cubicBezTo>
                  <a:cubicBezTo>
                    <a:pt x="18193" y="14367"/>
                    <a:pt x="14367" y="18192"/>
                    <a:pt x="9663" y="18192"/>
                  </a:cubicBezTo>
                  <a:cubicBezTo>
                    <a:pt x="4959" y="18192"/>
                    <a:pt x="1133" y="14367"/>
                    <a:pt x="1133" y="9662"/>
                  </a:cubicBezTo>
                  <a:cubicBezTo>
                    <a:pt x="1133" y="4958"/>
                    <a:pt x="4959" y="1132"/>
                    <a:pt x="9663" y="1132"/>
                  </a:cubicBezTo>
                  <a:close/>
                  <a:moveTo>
                    <a:pt x="9663" y="0"/>
                  </a:moveTo>
                  <a:cubicBezTo>
                    <a:pt x="7094" y="0"/>
                    <a:pt x="4669" y="1009"/>
                    <a:pt x="2839" y="2838"/>
                  </a:cubicBezTo>
                  <a:cubicBezTo>
                    <a:pt x="1009" y="4668"/>
                    <a:pt x="1" y="7093"/>
                    <a:pt x="1" y="9662"/>
                  </a:cubicBezTo>
                  <a:cubicBezTo>
                    <a:pt x="1" y="12232"/>
                    <a:pt x="1009" y="14657"/>
                    <a:pt x="2839" y="16486"/>
                  </a:cubicBezTo>
                  <a:cubicBezTo>
                    <a:pt x="4669" y="18316"/>
                    <a:pt x="7094" y="19325"/>
                    <a:pt x="9663" y="19325"/>
                  </a:cubicBezTo>
                  <a:cubicBezTo>
                    <a:pt x="12233" y="19325"/>
                    <a:pt x="14657" y="18316"/>
                    <a:pt x="16487" y="16486"/>
                  </a:cubicBezTo>
                  <a:cubicBezTo>
                    <a:pt x="18317" y="14657"/>
                    <a:pt x="19325" y="12232"/>
                    <a:pt x="19325" y="9662"/>
                  </a:cubicBezTo>
                  <a:cubicBezTo>
                    <a:pt x="19325" y="7093"/>
                    <a:pt x="18317" y="4668"/>
                    <a:pt x="16487" y="2838"/>
                  </a:cubicBezTo>
                  <a:cubicBezTo>
                    <a:pt x="14657" y="1009"/>
                    <a:pt x="12233" y="0"/>
                    <a:pt x="966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399" name="Google Shape;10399;p134"/>
            <p:cNvSpPr/>
            <p:nvPr/>
          </p:nvSpPr>
          <p:spPr>
            <a:xfrm>
              <a:off x="5168125" y="3947300"/>
              <a:ext cx="88275" cy="85000"/>
            </a:xfrm>
            <a:custGeom>
              <a:rect b="b" l="l" r="r" t="t"/>
              <a:pathLst>
                <a:path extrusionOk="0" h="3400" w="3531">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00" name="Google Shape;10400;p134"/>
            <p:cNvSpPr/>
            <p:nvPr/>
          </p:nvSpPr>
          <p:spPr>
            <a:xfrm>
              <a:off x="5334575" y="3947350"/>
              <a:ext cx="88325" cy="84950"/>
            </a:xfrm>
            <a:custGeom>
              <a:rect b="b" l="l" r="r" t="t"/>
              <a:pathLst>
                <a:path extrusionOk="0" h="3398" w="3533">
                  <a:moveTo>
                    <a:pt x="1829" y="1130"/>
                  </a:moveTo>
                  <a:cubicBezTo>
                    <a:pt x="2121" y="1130"/>
                    <a:pt x="2401" y="1356"/>
                    <a:pt x="2401" y="1698"/>
                  </a:cubicBezTo>
                  <a:cubicBezTo>
                    <a:pt x="2401" y="2012"/>
                    <a:pt x="2147" y="2265"/>
                    <a:pt x="1833" y="2265"/>
                  </a:cubicBezTo>
                  <a:cubicBezTo>
                    <a:pt x="1329" y="2265"/>
                    <a:pt x="1075" y="1656"/>
                    <a:pt x="1431" y="1296"/>
                  </a:cubicBezTo>
                  <a:cubicBezTo>
                    <a:pt x="1547" y="1181"/>
                    <a:pt x="1690" y="1130"/>
                    <a:pt x="1829" y="1130"/>
                  </a:cubicBezTo>
                  <a:close/>
                  <a:moveTo>
                    <a:pt x="1833" y="1"/>
                  </a:moveTo>
                  <a:cubicBezTo>
                    <a:pt x="1145" y="1"/>
                    <a:pt x="526" y="415"/>
                    <a:pt x="263" y="1049"/>
                  </a:cubicBezTo>
                  <a:cubicBezTo>
                    <a:pt x="0" y="1683"/>
                    <a:pt x="145" y="2413"/>
                    <a:pt x="631" y="2900"/>
                  </a:cubicBezTo>
                  <a:cubicBezTo>
                    <a:pt x="956" y="3225"/>
                    <a:pt x="1391" y="3397"/>
                    <a:pt x="1833" y="3397"/>
                  </a:cubicBezTo>
                  <a:cubicBezTo>
                    <a:pt x="2052" y="3397"/>
                    <a:pt x="2272" y="3355"/>
                    <a:pt x="2482" y="3268"/>
                  </a:cubicBezTo>
                  <a:cubicBezTo>
                    <a:pt x="3116" y="3005"/>
                    <a:pt x="3533" y="2386"/>
                    <a:pt x="3533" y="1698"/>
                  </a:cubicBezTo>
                  <a:cubicBezTo>
                    <a:pt x="3530" y="759"/>
                    <a:pt x="2772" y="1"/>
                    <a:pt x="183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01" name="Google Shape;10401;p134"/>
            <p:cNvSpPr/>
            <p:nvPr/>
          </p:nvSpPr>
          <p:spPr>
            <a:xfrm>
              <a:off x="5170150" y="4060600"/>
              <a:ext cx="250650" cy="113225"/>
            </a:xfrm>
            <a:custGeom>
              <a:rect b="b" l="l" r="r" t="t"/>
              <a:pathLst>
                <a:path extrusionOk="0" h="4529" w="10026">
                  <a:moveTo>
                    <a:pt x="5006" y="0"/>
                  </a:moveTo>
                  <a:cubicBezTo>
                    <a:pt x="2684" y="0"/>
                    <a:pt x="659" y="1572"/>
                    <a:pt x="79" y="3820"/>
                  </a:cubicBezTo>
                  <a:cubicBezTo>
                    <a:pt x="1" y="4125"/>
                    <a:pt x="182" y="4433"/>
                    <a:pt x="487" y="4511"/>
                  </a:cubicBezTo>
                  <a:cubicBezTo>
                    <a:pt x="533" y="4523"/>
                    <a:pt x="580" y="4528"/>
                    <a:pt x="625" y="4528"/>
                  </a:cubicBezTo>
                  <a:cubicBezTo>
                    <a:pt x="878" y="4528"/>
                    <a:pt x="1109" y="4359"/>
                    <a:pt x="1175" y="4103"/>
                  </a:cubicBezTo>
                  <a:cubicBezTo>
                    <a:pt x="1625" y="2352"/>
                    <a:pt x="3205" y="1126"/>
                    <a:pt x="5013" y="1126"/>
                  </a:cubicBezTo>
                  <a:cubicBezTo>
                    <a:pt x="6822" y="1126"/>
                    <a:pt x="8401" y="2352"/>
                    <a:pt x="8851" y="4103"/>
                  </a:cubicBezTo>
                  <a:cubicBezTo>
                    <a:pt x="8917" y="4359"/>
                    <a:pt x="9148" y="4528"/>
                    <a:pt x="9401" y="4528"/>
                  </a:cubicBezTo>
                  <a:cubicBezTo>
                    <a:pt x="9447" y="4528"/>
                    <a:pt x="9493" y="4523"/>
                    <a:pt x="9539" y="4511"/>
                  </a:cubicBezTo>
                  <a:cubicBezTo>
                    <a:pt x="9844" y="4433"/>
                    <a:pt x="10025" y="4125"/>
                    <a:pt x="9947" y="3820"/>
                  </a:cubicBezTo>
                  <a:cubicBezTo>
                    <a:pt x="9368" y="1572"/>
                    <a:pt x="7342" y="0"/>
                    <a:pt x="5020" y="0"/>
                  </a:cubicBezTo>
                  <a:cubicBezTo>
                    <a:pt x="5018" y="0"/>
                    <a:pt x="5015" y="0"/>
                    <a:pt x="5013" y="0"/>
                  </a:cubicBezTo>
                  <a:cubicBezTo>
                    <a:pt x="5011" y="0"/>
                    <a:pt x="5009" y="0"/>
                    <a:pt x="500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402" name="Google Shape;10402;p134"/>
          <p:cNvGrpSpPr/>
          <p:nvPr/>
        </p:nvGrpSpPr>
        <p:grpSpPr>
          <a:xfrm>
            <a:off x="7306081" y="3956021"/>
            <a:ext cx="340168" cy="340168"/>
            <a:chOff x="5648375" y="3804850"/>
            <a:chExt cx="483125" cy="483125"/>
          </a:xfrm>
        </p:grpSpPr>
        <p:sp>
          <p:nvSpPr>
            <p:cNvPr id="10403" name="Google Shape;10403;p134"/>
            <p:cNvSpPr/>
            <p:nvPr/>
          </p:nvSpPr>
          <p:spPr>
            <a:xfrm>
              <a:off x="5648375" y="3804850"/>
              <a:ext cx="483125" cy="483125"/>
            </a:xfrm>
            <a:custGeom>
              <a:rect b="b" l="l" r="r" t="t"/>
              <a:pathLst>
                <a:path extrusionOk="0" h="19325" w="19325">
                  <a:moveTo>
                    <a:pt x="9662" y="1132"/>
                  </a:moveTo>
                  <a:cubicBezTo>
                    <a:pt x="14367" y="1132"/>
                    <a:pt x="18192" y="4958"/>
                    <a:pt x="18192" y="9662"/>
                  </a:cubicBezTo>
                  <a:cubicBezTo>
                    <a:pt x="18192" y="14367"/>
                    <a:pt x="14367" y="18192"/>
                    <a:pt x="9662" y="18192"/>
                  </a:cubicBezTo>
                  <a:cubicBezTo>
                    <a:pt x="4958" y="18192"/>
                    <a:pt x="1132" y="14367"/>
                    <a:pt x="1132" y="9662"/>
                  </a:cubicBezTo>
                  <a:cubicBezTo>
                    <a:pt x="1132" y="4958"/>
                    <a:pt x="4958" y="1132"/>
                    <a:pt x="9662" y="1132"/>
                  </a:cubicBezTo>
                  <a:close/>
                  <a:moveTo>
                    <a:pt x="9662" y="0"/>
                  </a:moveTo>
                  <a:cubicBezTo>
                    <a:pt x="7093" y="0"/>
                    <a:pt x="4668" y="1009"/>
                    <a:pt x="2838" y="2838"/>
                  </a:cubicBezTo>
                  <a:cubicBezTo>
                    <a:pt x="1009" y="4668"/>
                    <a:pt x="0" y="7093"/>
                    <a:pt x="0" y="9662"/>
                  </a:cubicBezTo>
                  <a:cubicBezTo>
                    <a:pt x="0" y="12232"/>
                    <a:pt x="1009" y="14657"/>
                    <a:pt x="2838" y="16486"/>
                  </a:cubicBezTo>
                  <a:cubicBezTo>
                    <a:pt x="4668" y="18316"/>
                    <a:pt x="7093" y="19325"/>
                    <a:pt x="9662" y="19325"/>
                  </a:cubicBezTo>
                  <a:cubicBezTo>
                    <a:pt x="12232" y="19325"/>
                    <a:pt x="14656" y="18316"/>
                    <a:pt x="16486" y="16486"/>
                  </a:cubicBezTo>
                  <a:cubicBezTo>
                    <a:pt x="18316" y="14657"/>
                    <a:pt x="19325" y="12232"/>
                    <a:pt x="19325" y="9662"/>
                  </a:cubicBezTo>
                  <a:cubicBezTo>
                    <a:pt x="19325" y="7093"/>
                    <a:pt x="18316" y="4668"/>
                    <a:pt x="16486" y="2838"/>
                  </a:cubicBezTo>
                  <a:cubicBezTo>
                    <a:pt x="14656" y="1009"/>
                    <a:pt x="12232" y="0"/>
                    <a:pt x="966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04" name="Google Shape;10404;p134"/>
            <p:cNvSpPr/>
            <p:nvPr/>
          </p:nvSpPr>
          <p:spPr>
            <a:xfrm>
              <a:off x="5762575" y="3947300"/>
              <a:ext cx="88275" cy="85000"/>
            </a:xfrm>
            <a:custGeom>
              <a:rect b="b" l="l" r="r" t="t"/>
              <a:pathLst>
                <a:path extrusionOk="0" h="3400" w="3531">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05" name="Google Shape;10405;p134"/>
            <p:cNvSpPr/>
            <p:nvPr/>
          </p:nvSpPr>
          <p:spPr>
            <a:xfrm>
              <a:off x="5932425" y="3947300"/>
              <a:ext cx="88250" cy="85000"/>
            </a:xfrm>
            <a:custGeom>
              <a:rect b="b" l="l" r="r" t="t"/>
              <a:pathLst>
                <a:path extrusionOk="0" h="3400" w="353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06" name="Google Shape;10406;p134"/>
            <p:cNvSpPr/>
            <p:nvPr/>
          </p:nvSpPr>
          <p:spPr>
            <a:xfrm>
              <a:off x="5762575" y="4060600"/>
              <a:ext cx="254800" cy="141550"/>
            </a:xfrm>
            <a:custGeom>
              <a:rect b="b" l="l" r="r" t="t"/>
              <a:pathLst>
                <a:path extrusionOk="0" h="5662" w="10192">
                  <a:moveTo>
                    <a:pt x="9017" y="1132"/>
                  </a:moveTo>
                  <a:cubicBezTo>
                    <a:pt x="8736" y="3083"/>
                    <a:pt x="7066" y="4529"/>
                    <a:pt x="5094" y="4529"/>
                  </a:cubicBezTo>
                  <a:cubicBezTo>
                    <a:pt x="3123" y="4529"/>
                    <a:pt x="1453" y="3083"/>
                    <a:pt x="1172" y="1132"/>
                  </a:cubicBezTo>
                  <a:close/>
                  <a:moveTo>
                    <a:pt x="565" y="0"/>
                  </a:moveTo>
                  <a:cubicBezTo>
                    <a:pt x="251" y="0"/>
                    <a:pt x="1" y="251"/>
                    <a:pt x="1" y="565"/>
                  </a:cubicBezTo>
                  <a:cubicBezTo>
                    <a:pt x="1" y="3373"/>
                    <a:pt x="2286" y="5662"/>
                    <a:pt x="5094" y="5662"/>
                  </a:cubicBezTo>
                  <a:cubicBezTo>
                    <a:pt x="7905" y="5662"/>
                    <a:pt x="10191" y="3373"/>
                    <a:pt x="10191" y="565"/>
                  </a:cubicBezTo>
                  <a:cubicBezTo>
                    <a:pt x="10191" y="251"/>
                    <a:pt x="9938" y="0"/>
                    <a:pt x="962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407" name="Google Shape;10407;p134"/>
          <p:cNvGrpSpPr/>
          <p:nvPr/>
        </p:nvGrpSpPr>
        <p:grpSpPr>
          <a:xfrm>
            <a:off x="5596036" y="3968278"/>
            <a:ext cx="280923" cy="315449"/>
            <a:chOff x="6276025" y="3812400"/>
            <a:chExt cx="416800" cy="468025"/>
          </a:xfrm>
        </p:grpSpPr>
        <p:sp>
          <p:nvSpPr>
            <p:cNvPr id="10408" name="Google Shape;10408;p134"/>
            <p:cNvSpPr/>
            <p:nvPr/>
          </p:nvSpPr>
          <p:spPr>
            <a:xfrm>
              <a:off x="6276025" y="3812400"/>
              <a:ext cx="416800" cy="468025"/>
            </a:xfrm>
            <a:custGeom>
              <a:rect b="b" l="l" r="r" t="t"/>
              <a:pathLst>
                <a:path extrusionOk="0" h="18721" w="16672">
                  <a:moveTo>
                    <a:pt x="8334" y="1132"/>
                  </a:moveTo>
                  <a:cubicBezTo>
                    <a:pt x="12311" y="1132"/>
                    <a:pt x="15536" y="4354"/>
                    <a:pt x="15536" y="8334"/>
                  </a:cubicBezTo>
                  <a:lnTo>
                    <a:pt x="15536" y="8346"/>
                  </a:lnTo>
                  <a:lnTo>
                    <a:pt x="15536" y="11652"/>
                  </a:lnTo>
                  <a:cubicBezTo>
                    <a:pt x="15536" y="12332"/>
                    <a:pt x="15240" y="12981"/>
                    <a:pt x="14724" y="13425"/>
                  </a:cubicBezTo>
                  <a:lnTo>
                    <a:pt x="12849" y="15034"/>
                  </a:lnTo>
                  <a:cubicBezTo>
                    <a:pt x="12725" y="15143"/>
                    <a:pt x="12652" y="15300"/>
                    <a:pt x="12652" y="15466"/>
                  </a:cubicBezTo>
                  <a:lnTo>
                    <a:pt x="12652" y="17588"/>
                  </a:lnTo>
                  <a:lnTo>
                    <a:pt x="11197" y="17588"/>
                  </a:lnTo>
                  <a:lnTo>
                    <a:pt x="11197" y="16254"/>
                  </a:lnTo>
                  <a:cubicBezTo>
                    <a:pt x="11197" y="15943"/>
                    <a:pt x="10943" y="15689"/>
                    <a:pt x="10629" y="15689"/>
                  </a:cubicBezTo>
                  <a:cubicBezTo>
                    <a:pt x="10318" y="15689"/>
                    <a:pt x="10065" y="15943"/>
                    <a:pt x="10065" y="16254"/>
                  </a:cubicBezTo>
                  <a:lnTo>
                    <a:pt x="10065" y="17588"/>
                  </a:lnTo>
                  <a:lnTo>
                    <a:pt x="8902" y="17588"/>
                  </a:lnTo>
                  <a:lnTo>
                    <a:pt x="8902" y="16254"/>
                  </a:lnTo>
                  <a:cubicBezTo>
                    <a:pt x="8902" y="15943"/>
                    <a:pt x="8648" y="15689"/>
                    <a:pt x="8334" y="15689"/>
                  </a:cubicBezTo>
                  <a:cubicBezTo>
                    <a:pt x="8020" y="15689"/>
                    <a:pt x="7770" y="15943"/>
                    <a:pt x="7770" y="16254"/>
                  </a:cubicBezTo>
                  <a:lnTo>
                    <a:pt x="7770" y="17588"/>
                  </a:lnTo>
                  <a:lnTo>
                    <a:pt x="6604" y="17588"/>
                  </a:lnTo>
                  <a:lnTo>
                    <a:pt x="6604" y="16254"/>
                  </a:lnTo>
                  <a:cubicBezTo>
                    <a:pt x="6604" y="15943"/>
                    <a:pt x="6351" y="15689"/>
                    <a:pt x="6040" y="15689"/>
                  </a:cubicBezTo>
                  <a:cubicBezTo>
                    <a:pt x="5726" y="15689"/>
                    <a:pt x="5472" y="15943"/>
                    <a:pt x="5472" y="16254"/>
                  </a:cubicBezTo>
                  <a:lnTo>
                    <a:pt x="5472" y="17588"/>
                  </a:lnTo>
                  <a:lnTo>
                    <a:pt x="4017" y="17588"/>
                  </a:lnTo>
                  <a:lnTo>
                    <a:pt x="4017" y="15466"/>
                  </a:lnTo>
                  <a:cubicBezTo>
                    <a:pt x="4017" y="15300"/>
                    <a:pt x="3944" y="15143"/>
                    <a:pt x="3820" y="15037"/>
                  </a:cubicBezTo>
                  <a:lnTo>
                    <a:pt x="1945" y="13425"/>
                  </a:lnTo>
                  <a:cubicBezTo>
                    <a:pt x="1429" y="12981"/>
                    <a:pt x="1133" y="12335"/>
                    <a:pt x="1133" y="11652"/>
                  </a:cubicBezTo>
                  <a:lnTo>
                    <a:pt x="1133" y="8406"/>
                  </a:lnTo>
                  <a:cubicBezTo>
                    <a:pt x="1133" y="4396"/>
                    <a:pt x="4361" y="1132"/>
                    <a:pt x="8331" y="1132"/>
                  </a:cubicBezTo>
                  <a:close/>
                  <a:moveTo>
                    <a:pt x="8331" y="0"/>
                  </a:moveTo>
                  <a:cubicBezTo>
                    <a:pt x="3736" y="3"/>
                    <a:pt x="1" y="3774"/>
                    <a:pt x="1" y="8409"/>
                  </a:cubicBezTo>
                  <a:lnTo>
                    <a:pt x="1" y="11655"/>
                  </a:lnTo>
                  <a:cubicBezTo>
                    <a:pt x="1" y="12664"/>
                    <a:pt x="442" y="13627"/>
                    <a:pt x="1209" y="14285"/>
                  </a:cubicBezTo>
                  <a:lnTo>
                    <a:pt x="2884" y="15725"/>
                  </a:lnTo>
                  <a:lnTo>
                    <a:pt x="2884" y="18156"/>
                  </a:lnTo>
                  <a:cubicBezTo>
                    <a:pt x="2884" y="18467"/>
                    <a:pt x="3138" y="18721"/>
                    <a:pt x="3449" y="18721"/>
                  </a:cubicBezTo>
                  <a:lnTo>
                    <a:pt x="13220" y="18721"/>
                  </a:lnTo>
                  <a:cubicBezTo>
                    <a:pt x="13531" y="18721"/>
                    <a:pt x="13785" y="18467"/>
                    <a:pt x="13785" y="18156"/>
                  </a:cubicBezTo>
                  <a:lnTo>
                    <a:pt x="13785" y="15725"/>
                  </a:lnTo>
                  <a:lnTo>
                    <a:pt x="15463" y="14282"/>
                  </a:lnTo>
                  <a:cubicBezTo>
                    <a:pt x="16227" y="13624"/>
                    <a:pt x="16671" y="12664"/>
                    <a:pt x="16671" y="11652"/>
                  </a:cubicBezTo>
                  <a:lnTo>
                    <a:pt x="16671" y="8334"/>
                  </a:lnTo>
                  <a:lnTo>
                    <a:pt x="16671" y="8322"/>
                  </a:lnTo>
                  <a:cubicBezTo>
                    <a:pt x="16662" y="3723"/>
                    <a:pt x="12933" y="0"/>
                    <a:pt x="833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09" name="Google Shape;10409;p134"/>
            <p:cNvSpPr/>
            <p:nvPr/>
          </p:nvSpPr>
          <p:spPr>
            <a:xfrm>
              <a:off x="6436375" y="4078825"/>
              <a:ext cx="96025" cy="80400"/>
            </a:xfrm>
            <a:custGeom>
              <a:rect b="b" l="l" r="r" t="t"/>
              <a:pathLst>
                <a:path extrusionOk="0" h="3216" w="3841">
                  <a:moveTo>
                    <a:pt x="1922" y="1"/>
                  </a:moveTo>
                  <a:cubicBezTo>
                    <a:pt x="1736" y="1"/>
                    <a:pt x="1551" y="91"/>
                    <a:pt x="1440" y="270"/>
                  </a:cubicBezTo>
                  <a:lnTo>
                    <a:pt x="166" y="2354"/>
                  </a:lnTo>
                  <a:cubicBezTo>
                    <a:pt x="0" y="2623"/>
                    <a:pt x="85" y="2970"/>
                    <a:pt x="350" y="3133"/>
                  </a:cubicBezTo>
                  <a:cubicBezTo>
                    <a:pt x="443" y="3189"/>
                    <a:pt x="545" y="3216"/>
                    <a:pt x="646" y="3216"/>
                  </a:cubicBezTo>
                  <a:cubicBezTo>
                    <a:pt x="837" y="3216"/>
                    <a:pt x="1023" y="3120"/>
                    <a:pt x="1129" y="2946"/>
                  </a:cubicBezTo>
                  <a:lnTo>
                    <a:pt x="1923" y="1653"/>
                  </a:lnTo>
                  <a:lnTo>
                    <a:pt x="2712" y="2946"/>
                  </a:lnTo>
                  <a:cubicBezTo>
                    <a:pt x="2818" y="3120"/>
                    <a:pt x="3005" y="3216"/>
                    <a:pt x="3196" y="3216"/>
                  </a:cubicBezTo>
                  <a:cubicBezTo>
                    <a:pt x="3297" y="3216"/>
                    <a:pt x="3399" y="3189"/>
                    <a:pt x="3491" y="3133"/>
                  </a:cubicBezTo>
                  <a:cubicBezTo>
                    <a:pt x="3759" y="2970"/>
                    <a:pt x="3841" y="2623"/>
                    <a:pt x="3678" y="2354"/>
                  </a:cubicBezTo>
                  <a:lnTo>
                    <a:pt x="2407" y="270"/>
                  </a:lnTo>
                  <a:cubicBezTo>
                    <a:pt x="2295" y="91"/>
                    <a:pt x="2108" y="1"/>
                    <a:pt x="192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10" name="Google Shape;10410;p134"/>
            <p:cNvSpPr/>
            <p:nvPr/>
          </p:nvSpPr>
          <p:spPr>
            <a:xfrm>
              <a:off x="6327450" y="3974775"/>
              <a:ext cx="125550" cy="118300"/>
            </a:xfrm>
            <a:custGeom>
              <a:rect b="b" l="l" r="r" t="t"/>
              <a:pathLst>
                <a:path extrusionOk="0" h="4732" w="5022">
                  <a:moveTo>
                    <a:pt x="2505" y="1115"/>
                  </a:moveTo>
                  <a:cubicBezTo>
                    <a:pt x="2806" y="1115"/>
                    <a:pt x="3107" y="1230"/>
                    <a:pt x="3337" y="1461"/>
                  </a:cubicBezTo>
                  <a:cubicBezTo>
                    <a:pt x="3795" y="1920"/>
                    <a:pt x="3795" y="2663"/>
                    <a:pt x="3337" y="3125"/>
                  </a:cubicBezTo>
                  <a:cubicBezTo>
                    <a:pt x="3049" y="3413"/>
                    <a:pt x="2565" y="3600"/>
                    <a:pt x="2133" y="3600"/>
                  </a:cubicBezTo>
                  <a:cubicBezTo>
                    <a:pt x="1861" y="3600"/>
                    <a:pt x="1610" y="3526"/>
                    <a:pt x="1440" y="3358"/>
                  </a:cubicBezTo>
                  <a:cubicBezTo>
                    <a:pt x="1253" y="3167"/>
                    <a:pt x="1166" y="2844"/>
                    <a:pt x="1208" y="2473"/>
                  </a:cubicBezTo>
                  <a:cubicBezTo>
                    <a:pt x="1253" y="2089"/>
                    <a:pt x="1431" y="1703"/>
                    <a:pt x="1673" y="1461"/>
                  </a:cubicBezTo>
                  <a:cubicBezTo>
                    <a:pt x="1902" y="1230"/>
                    <a:pt x="2203" y="1115"/>
                    <a:pt x="2505" y="1115"/>
                  </a:cubicBezTo>
                  <a:close/>
                  <a:moveTo>
                    <a:pt x="2486" y="0"/>
                  </a:moveTo>
                  <a:cubicBezTo>
                    <a:pt x="1903" y="0"/>
                    <a:pt x="1321" y="219"/>
                    <a:pt x="873" y="658"/>
                  </a:cubicBezTo>
                  <a:cubicBezTo>
                    <a:pt x="444" y="1084"/>
                    <a:pt x="157" y="1697"/>
                    <a:pt x="85" y="2340"/>
                  </a:cubicBezTo>
                  <a:cubicBezTo>
                    <a:pt x="0" y="3059"/>
                    <a:pt x="202" y="3717"/>
                    <a:pt x="640" y="4155"/>
                  </a:cubicBezTo>
                  <a:cubicBezTo>
                    <a:pt x="1042" y="4556"/>
                    <a:pt x="1582" y="4731"/>
                    <a:pt x="2138" y="4731"/>
                  </a:cubicBezTo>
                  <a:cubicBezTo>
                    <a:pt x="2141" y="4731"/>
                    <a:pt x="2145" y="4731"/>
                    <a:pt x="2149" y="4731"/>
                  </a:cubicBezTo>
                  <a:cubicBezTo>
                    <a:pt x="2882" y="4731"/>
                    <a:pt x="3638" y="4424"/>
                    <a:pt x="4137" y="3922"/>
                  </a:cubicBezTo>
                  <a:cubicBezTo>
                    <a:pt x="5021" y="3016"/>
                    <a:pt x="5012" y="1570"/>
                    <a:pt x="4119" y="676"/>
                  </a:cubicBezTo>
                  <a:cubicBezTo>
                    <a:pt x="3668" y="226"/>
                    <a:pt x="3077" y="0"/>
                    <a:pt x="248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11" name="Google Shape;10411;p134"/>
            <p:cNvSpPr/>
            <p:nvPr/>
          </p:nvSpPr>
          <p:spPr>
            <a:xfrm>
              <a:off x="6515325" y="3974300"/>
              <a:ext cx="126000" cy="118775"/>
            </a:xfrm>
            <a:custGeom>
              <a:rect b="b" l="l" r="r" t="t"/>
              <a:pathLst>
                <a:path extrusionOk="0" h="4751" w="5040">
                  <a:moveTo>
                    <a:pt x="2535" y="1133"/>
                  </a:moveTo>
                  <a:cubicBezTo>
                    <a:pt x="2836" y="1133"/>
                    <a:pt x="3138" y="1248"/>
                    <a:pt x="3367" y="1477"/>
                  </a:cubicBezTo>
                  <a:cubicBezTo>
                    <a:pt x="3609" y="1722"/>
                    <a:pt x="3787" y="2108"/>
                    <a:pt x="3832" y="2492"/>
                  </a:cubicBezTo>
                  <a:cubicBezTo>
                    <a:pt x="3874" y="2860"/>
                    <a:pt x="3790" y="3183"/>
                    <a:pt x="3600" y="3374"/>
                  </a:cubicBezTo>
                  <a:cubicBezTo>
                    <a:pt x="3429" y="3544"/>
                    <a:pt x="3178" y="3618"/>
                    <a:pt x="2906" y="3618"/>
                  </a:cubicBezTo>
                  <a:cubicBezTo>
                    <a:pt x="2474" y="3618"/>
                    <a:pt x="1991" y="3430"/>
                    <a:pt x="1703" y="3141"/>
                  </a:cubicBezTo>
                  <a:cubicBezTo>
                    <a:pt x="1244" y="2682"/>
                    <a:pt x="1244" y="1936"/>
                    <a:pt x="1703" y="1477"/>
                  </a:cubicBezTo>
                  <a:cubicBezTo>
                    <a:pt x="1933" y="1248"/>
                    <a:pt x="2234" y="1133"/>
                    <a:pt x="2535" y="1133"/>
                  </a:cubicBezTo>
                  <a:close/>
                  <a:moveTo>
                    <a:pt x="2535" y="0"/>
                  </a:moveTo>
                  <a:cubicBezTo>
                    <a:pt x="1944" y="0"/>
                    <a:pt x="1353" y="226"/>
                    <a:pt x="903" y="677"/>
                  </a:cubicBezTo>
                  <a:cubicBezTo>
                    <a:pt x="0" y="1580"/>
                    <a:pt x="0" y="3041"/>
                    <a:pt x="903" y="3941"/>
                  </a:cubicBezTo>
                  <a:cubicBezTo>
                    <a:pt x="1329" y="4370"/>
                    <a:pt x="1945" y="4660"/>
                    <a:pt x="2588" y="4732"/>
                  </a:cubicBezTo>
                  <a:cubicBezTo>
                    <a:pt x="2691" y="4744"/>
                    <a:pt x="2793" y="4750"/>
                    <a:pt x="2899" y="4750"/>
                  </a:cubicBezTo>
                  <a:cubicBezTo>
                    <a:pt x="3491" y="4750"/>
                    <a:pt x="4028" y="4548"/>
                    <a:pt x="4400" y="4174"/>
                  </a:cubicBezTo>
                  <a:cubicBezTo>
                    <a:pt x="4838" y="3739"/>
                    <a:pt x="5040" y="3078"/>
                    <a:pt x="4958" y="2362"/>
                  </a:cubicBezTo>
                  <a:cubicBezTo>
                    <a:pt x="4883" y="1719"/>
                    <a:pt x="4596" y="1103"/>
                    <a:pt x="4167" y="677"/>
                  </a:cubicBezTo>
                  <a:cubicBezTo>
                    <a:pt x="3717" y="226"/>
                    <a:pt x="3126" y="0"/>
                    <a:pt x="253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412" name="Google Shape;10412;p134"/>
          <p:cNvGrpSpPr/>
          <p:nvPr/>
        </p:nvGrpSpPr>
        <p:grpSpPr>
          <a:xfrm>
            <a:off x="5055293" y="3545089"/>
            <a:ext cx="342615" cy="340186"/>
            <a:chOff x="890400" y="4399350"/>
            <a:chExt cx="486600" cy="483150"/>
          </a:xfrm>
        </p:grpSpPr>
        <p:sp>
          <p:nvSpPr>
            <p:cNvPr id="10413" name="Google Shape;10413;p134"/>
            <p:cNvSpPr/>
            <p:nvPr/>
          </p:nvSpPr>
          <p:spPr>
            <a:xfrm>
              <a:off x="1125300" y="4503075"/>
              <a:ext cx="153800" cy="141650"/>
            </a:xfrm>
            <a:custGeom>
              <a:rect b="b" l="l" r="r" t="t"/>
              <a:pathLst>
                <a:path extrusionOk="0" h="5666" w="6152">
                  <a:moveTo>
                    <a:pt x="3044" y="1140"/>
                  </a:moveTo>
                  <a:cubicBezTo>
                    <a:pt x="3263" y="1140"/>
                    <a:pt x="3484" y="1182"/>
                    <a:pt x="3694" y="1269"/>
                  </a:cubicBezTo>
                  <a:cubicBezTo>
                    <a:pt x="4328" y="1532"/>
                    <a:pt x="4741" y="2151"/>
                    <a:pt x="4741" y="2836"/>
                  </a:cubicBezTo>
                  <a:cubicBezTo>
                    <a:pt x="4741" y="3525"/>
                    <a:pt x="4328" y="4144"/>
                    <a:pt x="3694" y="4406"/>
                  </a:cubicBezTo>
                  <a:cubicBezTo>
                    <a:pt x="3484" y="4493"/>
                    <a:pt x="3263" y="4536"/>
                    <a:pt x="3044" y="4536"/>
                  </a:cubicBezTo>
                  <a:cubicBezTo>
                    <a:pt x="2602" y="4536"/>
                    <a:pt x="2168" y="4363"/>
                    <a:pt x="1843" y="4038"/>
                  </a:cubicBezTo>
                  <a:cubicBezTo>
                    <a:pt x="1178" y="3377"/>
                    <a:pt x="1178" y="2299"/>
                    <a:pt x="1843" y="1638"/>
                  </a:cubicBezTo>
                  <a:cubicBezTo>
                    <a:pt x="2168" y="1312"/>
                    <a:pt x="2602" y="1140"/>
                    <a:pt x="3044" y="1140"/>
                  </a:cubicBezTo>
                  <a:close/>
                  <a:moveTo>
                    <a:pt x="3043" y="0"/>
                  </a:moveTo>
                  <a:cubicBezTo>
                    <a:pt x="2680" y="0"/>
                    <a:pt x="2313" y="70"/>
                    <a:pt x="1961" y="215"/>
                  </a:cubicBezTo>
                  <a:cubicBezTo>
                    <a:pt x="710" y="732"/>
                    <a:pt x="1" y="2060"/>
                    <a:pt x="264" y="3386"/>
                  </a:cubicBezTo>
                  <a:cubicBezTo>
                    <a:pt x="529" y="4709"/>
                    <a:pt x="1688" y="5666"/>
                    <a:pt x="3038" y="5666"/>
                  </a:cubicBezTo>
                  <a:cubicBezTo>
                    <a:pt x="3040" y="5666"/>
                    <a:pt x="3042" y="5666"/>
                    <a:pt x="3045" y="5666"/>
                  </a:cubicBezTo>
                  <a:cubicBezTo>
                    <a:pt x="3048" y="5666"/>
                    <a:pt x="3052" y="5666"/>
                    <a:pt x="3056" y="5666"/>
                  </a:cubicBezTo>
                  <a:cubicBezTo>
                    <a:pt x="3801" y="5666"/>
                    <a:pt x="4518" y="5367"/>
                    <a:pt x="5046" y="4838"/>
                  </a:cubicBezTo>
                  <a:cubicBezTo>
                    <a:pt x="6004" y="3884"/>
                    <a:pt x="6152" y="2386"/>
                    <a:pt x="5400" y="1260"/>
                  </a:cubicBezTo>
                  <a:cubicBezTo>
                    <a:pt x="4862" y="453"/>
                    <a:pt x="3967" y="0"/>
                    <a:pt x="30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14" name="Google Shape;10414;p134"/>
            <p:cNvSpPr/>
            <p:nvPr/>
          </p:nvSpPr>
          <p:spPr>
            <a:xfrm>
              <a:off x="890400" y="4399350"/>
              <a:ext cx="486600" cy="483150"/>
            </a:xfrm>
            <a:custGeom>
              <a:rect b="b" l="l" r="r" t="t"/>
              <a:pathLst>
                <a:path extrusionOk="0" h="19326" w="19464">
                  <a:moveTo>
                    <a:pt x="17908" y="1131"/>
                  </a:moveTo>
                  <a:cubicBezTo>
                    <a:pt x="18031" y="1131"/>
                    <a:pt x="18157" y="1132"/>
                    <a:pt x="18283" y="1134"/>
                  </a:cubicBezTo>
                  <a:cubicBezTo>
                    <a:pt x="18301" y="2369"/>
                    <a:pt x="18232" y="3465"/>
                    <a:pt x="18057" y="4449"/>
                  </a:cubicBezTo>
                  <a:cubicBezTo>
                    <a:pt x="16453" y="4223"/>
                    <a:pt x="15191" y="2960"/>
                    <a:pt x="14968" y="1357"/>
                  </a:cubicBezTo>
                  <a:cubicBezTo>
                    <a:pt x="15851" y="1203"/>
                    <a:pt x="16825" y="1131"/>
                    <a:pt x="17908" y="1131"/>
                  </a:cubicBezTo>
                  <a:close/>
                  <a:moveTo>
                    <a:pt x="6462" y="6683"/>
                  </a:moveTo>
                  <a:lnTo>
                    <a:pt x="6462" y="6686"/>
                  </a:lnTo>
                  <a:cubicBezTo>
                    <a:pt x="6003" y="7471"/>
                    <a:pt x="5574" y="8281"/>
                    <a:pt x="5173" y="9066"/>
                  </a:cubicBezTo>
                  <a:lnTo>
                    <a:pt x="2712" y="8839"/>
                  </a:lnTo>
                  <a:cubicBezTo>
                    <a:pt x="3545" y="7571"/>
                    <a:pt x="4952" y="6756"/>
                    <a:pt x="6462" y="6683"/>
                  </a:cubicBezTo>
                  <a:close/>
                  <a:moveTo>
                    <a:pt x="13863" y="1608"/>
                  </a:moveTo>
                  <a:cubicBezTo>
                    <a:pt x="14195" y="3637"/>
                    <a:pt x="15783" y="5225"/>
                    <a:pt x="17809" y="5557"/>
                  </a:cubicBezTo>
                  <a:cubicBezTo>
                    <a:pt x="17347" y="7209"/>
                    <a:pt x="16532" y="8534"/>
                    <a:pt x="15303" y="9718"/>
                  </a:cubicBezTo>
                  <a:cubicBezTo>
                    <a:pt x="13932" y="11043"/>
                    <a:pt x="11825" y="12218"/>
                    <a:pt x="9868" y="13221"/>
                  </a:cubicBezTo>
                  <a:lnTo>
                    <a:pt x="6196" y="9552"/>
                  </a:lnTo>
                  <a:cubicBezTo>
                    <a:pt x="7199" y="7592"/>
                    <a:pt x="8376" y="5485"/>
                    <a:pt x="9699" y="4114"/>
                  </a:cubicBezTo>
                  <a:cubicBezTo>
                    <a:pt x="10886" y="2885"/>
                    <a:pt x="12208" y="2073"/>
                    <a:pt x="13863" y="1608"/>
                  </a:cubicBezTo>
                  <a:close/>
                  <a:moveTo>
                    <a:pt x="5659" y="10612"/>
                  </a:moveTo>
                  <a:lnTo>
                    <a:pt x="8805" y="13758"/>
                  </a:lnTo>
                  <a:lnTo>
                    <a:pt x="8503" y="13909"/>
                  </a:lnTo>
                  <a:cubicBezTo>
                    <a:pt x="8237" y="14039"/>
                    <a:pt x="7984" y="14169"/>
                    <a:pt x="7736" y="14292"/>
                  </a:cubicBezTo>
                  <a:lnTo>
                    <a:pt x="5124" y="11681"/>
                  </a:lnTo>
                  <a:cubicBezTo>
                    <a:pt x="5248" y="11433"/>
                    <a:pt x="5378" y="11179"/>
                    <a:pt x="5508" y="10914"/>
                  </a:cubicBezTo>
                  <a:lnTo>
                    <a:pt x="5659" y="10612"/>
                  </a:lnTo>
                  <a:close/>
                  <a:moveTo>
                    <a:pt x="12658" y="13000"/>
                  </a:moveTo>
                  <a:lnTo>
                    <a:pt x="12658" y="13000"/>
                  </a:lnTo>
                  <a:cubicBezTo>
                    <a:pt x="12567" y="14483"/>
                    <a:pt x="11782" y="15835"/>
                    <a:pt x="10538" y="16651"/>
                  </a:cubicBezTo>
                  <a:lnTo>
                    <a:pt x="10348" y="14247"/>
                  </a:lnTo>
                  <a:cubicBezTo>
                    <a:pt x="11109" y="13858"/>
                    <a:pt x="11894" y="13441"/>
                    <a:pt x="12658" y="13000"/>
                  </a:cubicBezTo>
                  <a:close/>
                  <a:moveTo>
                    <a:pt x="4596" y="12756"/>
                  </a:moveTo>
                  <a:lnTo>
                    <a:pt x="5233" y="13393"/>
                  </a:lnTo>
                  <a:lnTo>
                    <a:pt x="4034" y="14594"/>
                  </a:lnTo>
                  <a:cubicBezTo>
                    <a:pt x="3814" y="14815"/>
                    <a:pt x="3811" y="15174"/>
                    <a:pt x="4034" y="15395"/>
                  </a:cubicBezTo>
                  <a:cubicBezTo>
                    <a:pt x="4145" y="15505"/>
                    <a:pt x="4290" y="15560"/>
                    <a:pt x="4434" y="15560"/>
                  </a:cubicBezTo>
                  <a:cubicBezTo>
                    <a:pt x="4579" y="15560"/>
                    <a:pt x="4724" y="15505"/>
                    <a:pt x="4835" y="15395"/>
                  </a:cubicBezTo>
                  <a:lnTo>
                    <a:pt x="6036" y="14193"/>
                  </a:lnTo>
                  <a:lnTo>
                    <a:pt x="6673" y="14833"/>
                  </a:lnTo>
                  <a:cubicBezTo>
                    <a:pt x="6528" y="15192"/>
                    <a:pt x="6311" y="15521"/>
                    <a:pt x="6036" y="15796"/>
                  </a:cubicBezTo>
                  <a:cubicBezTo>
                    <a:pt x="5387" y="16445"/>
                    <a:pt x="3110" y="17327"/>
                    <a:pt x="1555" y="17864"/>
                  </a:cubicBezTo>
                  <a:cubicBezTo>
                    <a:pt x="2096" y="16312"/>
                    <a:pt x="2984" y="14042"/>
                    <a:pt x="3633" y="13393"/>
                  </a:cubicBezTo>
                  <a:cubicBezTo>
                    <a:pt x="3908" y="13115"/>
                    <a:pt x="4234" y="12900"/>
                    <a:pt x="4596" y="12756"/>
                  </a:cubicBezTo>
                  <a:close/>
                  <a:moveTo>
                    <a:pt x="17939" y="0"/>
                  </a:moveTo>
                  <a:cubicBezTo>
                    <a:pt x="16582" y="0"/>
                    <a:pt x="15371" y="113"/>
                    <a:pt x="14282" y="349"/>
                  </a:cubicBezTo>
                  <a:cubicBezTo>
                    <a:pt x="14258" y="352"/>
                    <a:pt x="14234" y="358"/>
                    <a:pt x="14213" y="364"/>
                  </a:cubicBezTo>
                  <a:cubicBezTo>
                    <a:pt x="12057" y="841"/>
                    <a:pt x="10360" y="1801"/>
                    <a:pt x="8887" y="3329"/>
                  </a:cubicBezTo>
                  <a:cubicBezTo>
                    <a:pt x="8277" y="3960"/>
                    <a:pt x="7703" y="4724"/>
                    <a:pt x="7166" y="5548"/>
                  </a:cubicBezTo>
                  <a:lnTo>
                    <a:pt x="6676" y="5548"/>
                  </a:lnTo>
                  <a:cubicBezTo>
                    <a:pt x="5583" y="5548"/>
                    <a:pt x="4511" y="5856"/>
                    <a:pt x="3584" y="6436"/>
                  </a:cubicBezTo>
                  <a:cubicBezTo>
                    <a:pt x="2658" y="7016"/>
                    <a:pt x="1909" y="7837"/>
                    <a:pt x="1420" y="8815"/>
                  </a:cubicBezTo>
                  <a:lnTo>
                    <a:pt x="1284" y="9084"/>
                  </a:lnTo>
                  <a:cubicBezTo>
                    <a:pt x="1096" y="9458"/>
                    <a:pt x="1368" y="9902"/>
                    <a:pt x="1791" y="9905"/>
                  </a:cubicBezTo>
                  <a:lnTo>
                    <a:pt x="1948" y="9905"/>
                  </a:lnTo>
                  <a:lnTo>
                    <a:pt x="4623" y="10153"/>
                  </a:lnTo>
                  <a:cubicBezTo>
                    <a:pt x="4581" y="10237"/>
                    <a:pt x="4539" y="10322"/>
                    <a:pt x="4496" y="10409"/>
                  </a:cubicBezTo>
                  <a:cubicBezTo>
                    <a:pt x="4297" y="10802"/>
                    <a:pt x="4113" y="11176"/>
                    <a:pt x="3929" y="11533"/>
                  </a:cubicBezTo>
                  <a:cubicBezTo>
                    <a:pt x="3880" y="11626"/>
                    <a:pt x="3859" y="11732"/>
                    <a:pt x="3868" y="11838"/>
                  </a:cubicBezTo>
                  <a:cubicBezTo>
                    <a:pt x="3485" y="12031"/>
                    <a:pt x="3135" y="12287"/>
                    <a:pt x="2833" y="12592"/>
                  </a:cubicBezTo>
                  <a:cubicBezTo>
                    <a:pt x="1664" y="13761"/>
                    <a:pt x="275" y="18097"/>
                    <a:pt x="121" y="18586"/>
                  </a:cubicBezTo>
                  <a:cubicBezTo>
                    <a:pt x="1" y="18966"/>
                    <a:pt x="294" y="19325"/>
                    <a:pt x="657" y="19325"/>
                  </a:cubicBezTo>
                  <a:cubicBezTo>
                    <a:pt x="713" y="19325"/>
                    <a:pt x="770" y="19317"/>
                    <a:pt x="828" y="19299"/>
                  </a:cubicBezTo>
                  <a:cubicBezTo>
                    <a:pt x="1320" y="19145"/>
                    <a:pt x="5665" y="17765"/>
                    <a:pt x="6836" y="16593"/>
                  </a:cubicBezTo>
                  <a:cubicBezTo>
                    <a:pt x="7144" y="16288"/>
                    <a:pt x="7398" y="15935"/>
                    <a:pt x="7594" y="15549"/>
                  </a:cubicBezTo>
                  <a:lnTo>
                    <a:pt x="7628" y="15549"/>
                  </a:lnTo>
                  <a:cubicBezTo>
                    <a:pt x="7715" y="15549"/>
                    <a:pt x="7806" y="15527"/>
                    <a:pt x="7884" y="15485"/>
                  </a:cubicBezTo>
                  <a:cubicBezTo>
                    <a:pt x="8240" y="15304"/>
                    <a:pt x="8615" y="15117"/>
                    <a:pt x="9010" y="14920"/>
                  </a:cubicBezTo>
                  <a:lnTo>
                    <a:pt x="9255" y="14797"/>
                  </a:lnTo>
                  <a:lnTo>
                    <a:pt x="9463" y="17418"/>
                  </a:lnTo>
                  <a:lnTo>
                    <a:pt x="9463" y="17578"/>
                  </a:lnTo>
                  <a:cubicBezTo>
                    <a:pt x="9463" y="17906"/>
                    <a:pt x="9732" y="18144"/>
                    <a:pt x="10028" y="18144"/>
                  </a:cubicBezTo>
                  <a:cubicBezTo>
                    <a:pt x="10113" y="18144"/>
                    <a:pt x="10201" y="18124"/>
                    <a:pt x="10285" y="18082"/>
                  </a:cubicBezTo>
                  <a:lnTo>
                    <a:pt x="10553" y="17946"/>
                  </a:lnTo>
                  <a:cubicBezTo>
                    <a:pt x="12543" y="16950"/>
                    <a:pt x="13802" y="14914"/>
                    <a:pt x="13799" y="12689"/>
                  </a:cubicBezTo>
                  <a:lnTo>
                    <a:pt x="13799" y="12303"/>
                  </a:lnTo>
                  <a:cubicBezTo>
                    <a:pt x="14654" y="11750"/>
                    <a:pt x="15442" y="11161"/>
                    <a:pt x="16091" y="10536"/>
                  </a:cubicBezTo>
                  <a:cubicBezTo>
                    <a:pt x="17619" y="9060"/>
                    <a:pt x="18582" y="7366"/>
                    <a:pt x="19059" y="5207"/>
                  </a:cubicBezTo>
                  <a:cubicBezTo>
                    <a:pt x="19065" y="5186"/>
                    <a:pt x="19068" y="5165"/>
                    <a:pt x="19071" y="5140"/>
                  </a:cubicBezTo>
                  <a:cubicBezTo>
                    <a:pt x="19361" y="3809"/>
                    <a:pt x="19464" y="2302"/>
                    <a:pt x="19403" y="563"/>
                  </a:cubicBezTo>
                  <a:cubicBezTo>
                    <a:pt x="19394" y="264"/>
                    <a:pt x="19156" y="25"/>
                    <a:pt x="18857" y="16"/>
                  </a:cubicBezTo>
                  <a:cubicBezTo>
                    <a:pt x="18544" y="6"/>
                    <a:pt x="18238" y="0"/>
                    <a:pt x="1793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15" name="Google Shape;10415;p134"/>
            <p:cNvSpPr/>
            <p:nvPr/>
          </p:nvSpPr>
          <p:spPr>
            <a:xfrm>
              <a:off x="1106975" y="4639875"/>
              <a:ext cx="28325" cy="28325"/>
            </a:xfrm>
            <a:custGeom>
              <a:rect b="b" l="l" r="r" t="t"/>
              <a:pathLst>
                <a:path extrusionOk="0" h="1133" w="1133">
                  <a:moveTo>
                    <a:pt x="565" y="0"/>
                  </a:moveTo>
                  <a:cubicBezTo>
                    <a:pt x="254" y="0"/>
                    <a:pt x="0" y="254"/>
                    <a:pt x="0" y="568"/>
                  </a:cubicBezTo>
                  <a:cubicBezTo>
                    <a:pt x="0" y="879"/>
                    <a:pt x="254" y="1133"/>
                    <a:pt x="565" y="1133"/>
                  </a:cubicBezTo>
                  <a:cubicBezTo>
                    <a:pt x="879" y="1133"/>
                    <a:pt x="1132" y="879"/>
                    <a:pt x="1132" y="568"/>
                  </a:cubicBezTo>
                  <a:cubicBezTo>
                    <a:pt x="1132" y="254"/>
                    <a:pt x="879" y="0"/>
                    <a:pt x="5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416" name="Google Shape;10416;p134"/>
          <p:cNvGrpSpPr/>
          <p:nvPr/>
        </p:nvGrpSpPr>
        <p:grpSpPr>
          <a:xfrm>
            <a:off x="5489588" y="3560368"/>
            <a:ext cx="340168" cy="309628"/>
            <a:chOff x="1487200" y="4421025"/>
            <a:chExt cx="483125" cy="439750"/>
          </a:xfrm>
        </p:grpSpPr>
        <p:sp>
          <p:nvSpPr>
            <p:cNvPr id="10417" name="Google Shape;10417;p134"/>
            <p:cNvSpPr/>
            <p:nvPr/>
          </p:nvSpPr>
          <p:spPr>
            <a:xfrm>
              <a:off x="1487200" y="4421025"/>
              <a:ext cx="483125" cy="439750"/>
            </a:xfrm>
            <a:custGeom>
              <a:rect b="b" l="l" r="r" t="t"/>
              <a:pathLst>
                <a:path extrusionOk="0" h="17590" w="19325">
                  <a:moveTo>
                    <a:pt x="12818" y="1130"/>
                  </a:moveTo>
                  <a:cubicBezTo>
                    <a:pt x="14361" y="1130"/>
                    <a:pt x="15671" y="2389"/>
                    <a:pt x="15867" y="4059"/>
                  </a:cubicBezTo>
                  <a:cubicBezTo>
                    <a:pt x="15867" y="4077"/>
                    <a:pt x="15870" y="4095"/>
                    <a:pt x="15873" y="4110"/>
                  </a:cubicBezTo>
                  <a:lnTo>
                    <a:pt x="16242" y="5871"/>
                  </a:lnTo>
                  <a:lnTo>
                    <a:pt x="9406" y="5871"/>
                  </a:lnTo>
                  <a:lnTo>
                    <a:pt x="11707" y="4110"/>
                  </a:lnTo>
                  <a:cubicBezTo>
                    <a:pt x="11957" y="3920"/>
                    <a:pt x="12008" y="3561"/>
                    <a:pt x="11815" y="3310"/>
                  </a:cubicBezTo>
                  <a:cubicBezTo>
                    <a:pt x="11703" y="3166"/>
                    <a:pt x="11534" y="3091"/>
                    <a:pt x="11364" y="3091"/>
                  </a:cubicBezTo>
                  <a:cubicBezTo>
                    <a:pt x="11242" y="3091"/>
                    <a:pt x="11119" y="3130"/>
                    <a:pt x="11015" y="3211"/>
                  </a:cubicBezTo>
                  <a:lnTo>
                    <a:pt x="7618" y="5816"/>
                  </a:lnTo>
                  <a:cubicBezTo>
                    <a:pt x="7597" y="5835"/>
                    <a:pt x="7576" y="5853"/>
                    <a:pt x="7558" y="5871"/>
                  </a:cubicBezTo>
                  <a:lnTo>
                    <a:pt x="3083" y="5871"/>
                  </a:lnTo>
                  <a:lnTo>
                    <a:pt x="3451" y="4110"/>
                  </a:lnTo>
                  <a:cubicBezTo>
                    <a:pt x="3454" y="4095"/>
                    <a:pt x="3457" y="4077"/>
                    <a:pt x="3460" y="4059"/>
                  </a:cubicBezTo>
                  <a:cubicBezTo>
                    <a:pt x="3654" y="2389"/>
                    <a:pt x="4964" y="1130"/>
                    <a:pt x="6507" y="1130"/>
                  </a:cubicBezTo>
                  <a:close/>
                  <a:moveTo>
                    <a:pt x="16939" y="7021"/>
                  </a:moveTo>
                  <a:cubicBezTo>
                    <a:pt x="17631" y="7021"/>
                    <a:pt x="18192" y="7580"/>
                    <a:pt x="18192" y="8274"/>
                  </a:cubicBezTo>
                  <a:lnTo>
                    <a:pt x="18192" y="11913"/>
                  </a:lnTo>
                  <a:cubicBezTo>
                    <a:pt x="18192" y="12604"/>
                    <a:pt x="17631" y="13163"/>
                    <a:pt x="16939" y="13166"/>
                  </a:cubicBezTo>
                  <a:lnTo>
                    <a:pt x="2385" y="13166"/>
                  </a:lnTo>
                  <a:cubicBezTo>
                    <a:pt x="1694" y="13163"/>
                    <a:pt x="1132" y="12604"/>
                    <a:pt x="1132" y="11913"/>
                  </a:cubicBezTo>
                  <a:lnTo>
                    <a:pt x="1132" y="8274"/>
                  </a:lnTo>
                  <a:cubicBezTo>
                    <a:pt x="1132" y="7580"/>
                    <a:pt x="1694" y="7021"/>
                    <a:pt x="2385" y="7021"/>
                  </a:cubicBezTo>
                  <a:close/>
                  <a:moveTo>
                    <a:pt x="5813" y="14304"/>
                  </a:moveTo>
                  <a:lnTo>
                    <a:pt x="5813" y="15889"/>
                  </a:lnTo>
                  <a:cubicBezTo>
                    <a:pt x="5813" y="16203"/>
                    <a:pt x="5559" y="16457"/>
                    <a:pt x="5248" y="16457"/>
                  </a:cubicBezTo>
                  <a:lnTo>
                    <a:pt x="3874" y="16457"/>
                  </a:lnTo>
                  <a:cubicBezTo>
                    <a:pt x="3560" y="16457"/>
                    <a:pt x="3306" y="16203"/>
                    <a:pt x="3306" y="15889"/>
                  </a:cubicBezTo>
                  <a:lnTo>
                    <a:pt x="3306" y="14304"/>
                  </a:lnTo>
                  <a:close/>
                  <a:moveTo>
                    <a:pt x="16018" y="14304"/>
                  </a:moveTo>
                  <a:lnTo>
                    <a:pt x="16018" y="15889"/>
                  </a:lnTo>
                  <a:cubicBezTo>
                    <a:pt x="16018" y="16203"/>
                    <a:pt x="15765" y="16457"/>
                    <a:pt x="15454" y="16457"/>
                  </a:cubicBezTo>
                  <a:lnTo>
                    <a:pt x="14080" y="16457"/>
                  </a:lnTo>
                  <a:cubicBezTo>
                    <a:pt x="13766" y="16457"/>
                    <a:pt x="13512" y="16203"/>
                    <a:pt x="13512" y="15889"/>
                  </a:cubicBezTo>
                  <a:lnTo>
                    <a:pt x="13512" y="14304"/>
                  </a:lnTo>
                  <a:close/>
                  <a:moveTo>
                    <a:pt x="6507" y="1"/>
                  </a:moveTo>
                  <a:cubicBezTo>
                    <a:pt x="4396" y="1"/>
                    <a:pt x="2609" y="1677"/>
                    <a:pt x="2337" y="3902"/>
                  </a:cubicBezTo>
                  <a:lnTo>
                    <a:pt x="1911" y="5934"/>
                  </a:lnTo>
                  <a:cubicBezTo>
                    <a:pt x="800" y="6161"/>
                    <a:pt x="0" y="7139"/>
                    <a:pt x="0" y="8274"/>
                  </a:cubicBezTo>
                  <a:lnTo>
                    <a:pt x="0" y="11910"/>
                  </a:lnTo>
                  <a:cubicBezTo>
                    <a:pt x="3" y="13145"/>
                    <a:pt x="945" y="14177"/>
                    <a:pt x="2174" y="14286"/>
                  </a:cubicBezTo>
                  <a:lnTo>
                    <a:pt x="2174" y="15889"/>
                  </a:lnTo>
                  <a:cubicBezTo>
                    <a:pt x="2174" y="16828"/>
                    <a:pt x="2935" y="17586"/>
                    <a:pt x="3874" y="17589"/>
                  </a:cubicBezTo>
                  <a:lnTo>
                    <a:pt x="5248" y="17589"/>
                  </a:lnTo>
                  <a:cubicBezTo>
                    <a:pt x="6184" y="17586"/>
                    <a:pt x="6945" y="16828"/>
                    <a:pt x="6945" y="15889"/>
                  </a:cubicBezTo>
                  <a:lnTo>
                    <a:pt x="6945" y="14298"/>
                  </a:lnTo>
                  <a:lnTo>
                    <a:pt x="12380" y="14298"/>
                  </a:lnTo>
                  <a:lnTo>
                    <a:pt x="12380" y="15889"/>
                  </a:lnTo>
                  <a:cubicBezTo>
                    <a:pt x="12380" y="16828"/>
                    <a:pt x="13141" y="17586"/>
                    <a:pt x="14080" y="17589"/>
                  </a:cubicBezTo>
                  <a:lnTo>
                    <a:pt x="15454" y="17589"/>
                  </a:lnTo>
                  <a:cubicBezTo>
                    <a:pt x="16390" y="17586"/>
                    <a:pt x="17151" y="16828"/>
                    <a:pt x="17151" y="15889"/>
                  </a:cubicBezTo>
                  <a:lnTo>
                    <a:pt x="17151" y="14286"/>
                  </a:lnTo>
                  <a:cubicBezTo>
                    <a:pt x="18380" y="14177"/>
                    <a:pt x="19322" y="13145"/>
                    <a:pt x="19325" y="11913"/>
                  </a:cubicBezTo>
                  <a:lnTo>
                    <a:pt x="19325" y="8274"/>
                  </a:lnTo>
                  <a:cubicBezTo>
                    <a:pt x="19325" y="7139"/>
                    <a:pt x="18524" y="6161"/>
                    <a:pt x="17413" y="5934"/>
                  </a:cubicBezTo>
                  <a:lnTo>
                    <a:pt x="16988" y="3902"/>
                  </a:lnTo>
                  <a:cubicBezTo>
                    <a:pt x="16716" y="1677"/>
                    <a:pt x="14928" y="1"/>
                    <a:pt x="1281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18" name="Google Shape;10418;p134"/>
            <p:cNvSpPr/>
            <p:nvPr/>
          </p:nvSpPr>
          <p:spPr>
            <a:xfrm>
              <a:off x="1544950" y="4622200"/>
              <a:ext cx="103950" cy="100025"/>
            </a:xfrm>
            <a:custGeom>
              <a:rect b="b" l="l" r="r" t="t"/>
              <a:pathLst>
                <a:path extrusionOk="0" h="4001" w="4158">
                  <a:moveTo>
                    <a:pt x="2152" y="1131"/>
                  </a:moveTo>
                  <a:cubicBezTo>
                    <a:pt x="2599" y="1131"/>
                    <a:pt x="3025" y="1477"/>
                    <a:pt x="3025" y="2000"/>
                  </a:cubicBezTo>
                  <a:cubicBezTo>
                    <a:pt x="3025" y="2480"/>
                    <a:pt x="2639" y="2869"/>
                    <a:pt x="2159" y="2869"/>
                  </a:cubicBezTo>
                  <a:cubicBezTo>
                    <a:pt x="1386" y="2869"/>
                    <a:pt x="996" y="1933"/>
                    <a:pt x="1543" y="1387"/>
                  </a:cubicBezTo>
                  <a:cubicBezTo>
                    <a:pt x="1721" y="1210"/>
                    <a:pt x="1939" y="1131"/>
                    <a:pt x="2152" y="1131"/>
                  </a:cubicBezTo>
                  <a:close/>
                  <a:moveTo>
                    <a:pt x="2159" y="1"/>
                  </a:moveTo>
                  <a:cubicBezTo>
                    <a:pt x="1350" y="1"/>
                    <a:pt x="619" y="487"/>
                    <a:pt x="311" y="1233"/>
                  </a:cubicBezTo>
                  <a:cubicBezTo>
                    <a:pt x="0" y="1982"/>
                    <a:pt x="172" y="2842"/>
                    <a:pt x="743" y="3413"/>
                  </a:cubicBezTo>
                  <a:cubicBezTo>
                    <a:pt x="1127" y="3796"/>
                    <a:pt x="1639" y="4001"/>
                    <a:pt x="2159" y="4001"/>
                  </a:cubicBezTo>
                  <a:cubicBezTo>
                    <a:pt x="2416" y="4001"/>
                    <a:pt x="2676" y="3951"/>
                    <a:pt x="2923" y="3848"/>
                  </a:cubicBezTo>
                  <a:cubicBezTo>
                    <a:pt x="3672" y="3540"/>
                    <a:pt x="4158" y="2809"/>
                    <a:pt x="4158" y="2000"/>
                  </a:cubicBezTo>
                  <a:cubicBezTo>
                    <a:pt x="4158" y="895"/>
                    <a:pt x="3261" y="1"/>
                    <a:pt x="215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19" name="Google Shape;10419;p134"/>
            <p:cNvSpPr/>
            <p:nvPr/>
          </p:nvSpPr>
          <p:spPr>
            <a:xfrm>
              <a:off x="1804675" y="4622200"/>
              <a:ext cx="103975" cy="100025"/>
            </a:xfrm>
            <a:custGeom>
              <a:rect b="b" l="l" r="r" t="t"/>
              <a:pathLst>
                <a:path extrusionOk="0" h="4001" w="4159">
                  <a:moveTo>
                    <a:pt x="2152" y="1131"/>
                  </a:moveTo>
                  <a:cubicBezTo>
                    <a:pt x="2598" y="1131"/>
                    <a:pt x="3026" y="1477"/>
                    <a:pt x="3026" y="2000"/>
                  </a:cubicBezTo>
                  <a:cubicBezTo>
                    <a:pt x="3026" y="2480"/>
                    <a:pt x="2637" y="2869"/>
                    <a:pt x="2157" y="2869"/>
                  </a:cubicBezTo>
                  <a:cubicBezTo>
                    <a:pt x="1384" y="2869"/>
                    <a:pt x="997" y="1933"/>
                    <a:pt x="1544" y="1387"/>
                  </a:cubicBezTo>
                  <a:cubicBezTo>
                    <a:pt x="1721" y="1210"/>
                    <a:pt x="1938" y="1131"/>
                    <a:pt x="2152" y="1131"/>
                  </a:cubicBezTo>
                  <a:close/>
                  <a:moveTo>
                    <a:pt x="2157" y="1"/>
                  </a:moveTo>
                  <a:cubicBezTo>
                    <a:pt x="1348" y="1"/>
                    <a:pt x="620" y="487"/>
                    <a:pt x="309" y="1233"/>
                  </a:cubicBezTo>
                  <a:cubicBezTo>
                    <a:pt x="1" y="1982"/>
                    <a:pt x="170" y="2842"/>
                    <a:pt x="744" y="3413"/>
                  </a:cubicBezTo>
                  <a:cubicBezTo>
                    <a:pt x="1125" y="3796"/>
                    <a:pt x="1637" y="4001"/>
                    <a:pt x="2158" y="4001"/>
                  </a:cubicBezTo>
                  <a:cubicBezTo>
                    <a:pt x="2416" y="4001"/>
                    <a:pt x="2676" y="3951"/>
                    <a:pt x="2924" y="3848"/>
                  </a:cubicBezTo>
                  <a:cubicBezTo>
                    <a:pt x="3670" y="3540"/>
                    <a:pt x="4159" y="2809"/>
                    <a:pt x="4159" y="2000"/>
                  </a:cubicBezTo>
                  <a:cubicBezTo>
                    <a:pt x="4156" y="895"/>
                    <a:pt x="3262" y="1"/>
                    <a:pt x="215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20" name="Google Shape;10420;p134"/>
            <p:cNvSpPr/>
            <p:nvPr/>
          </p:nvSpPr>
          <p:spPr>
            <a:xfrm>
              <a:off x="1667450" y="4661825"/>
              <a:ext cx="119825" cy="28350"/>
            </a:xfrm>
            <a:custGeom>
              <a:rect b="b" l="l" r="r" t="t"/>
              <a:pathLst>
                <a:path extrusionOk="0" h="1134" w="4793">
                  <a:moveTo>
                    <a:pt x="565" y="1"/>
                  </a:moveTo>
                  <a:cubicBezTo>
                    <a:pt x="251" y="1"/>
                    <a:pt x="1" y="252"/>
                    <a:pt x="1" y="566"/>
                  </a:cubicBezTo>
                  <a:cubicBezTo>
                    <a:pt x="1" y="880"/>
                    <a:pt x="251" y="1133"/>
                    <a:pt x="565" y="1133"/>
                  </a:cubicBezTo>
                  <a:lnTo>
                    <a:pt x="4228" y="1133"/>
                  </a:lnTo>
                  <a:cubicBezTo>
                    <a:pt x="4539" y="1133"/>
                    <a:pt x="4792" y="880"/>
                    <a:pt x="4792" y="566"/>
                  </a:cubicBezTo>
                  <a:cubicBezTo>
                    <a:pt x="4792" y="252"/>
                    <a:pt x="4539" y="1"/>
                    <a:pt x="422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421" name="Google Shape;10421;p134"/>
          <p:cNvGrpSpPr/>
          <p:nvPr/>
        </p:nvGrpSpPr>
        <p:grpSpPr>
          <a:xfrm>
            <a:off x="5893867" y="3545107"/>
            <a:ext cx="344903" cy="340151"/>
            <a:chOff x="2079300" y="4399325"/>
            <a:chExt cx="489850" cy="483100"/>
          </a:xfrm>
        </p:grpSpPr>
        <p:sp>
          <p:nvSpPr>
            <p:cNvPr id="10422" name="Google Shape;10422;p134"/>
            <p:cNvSpPr/>
            <p:nvPr/>
          </p:nvSpPr>
          <p:spPr>
            <a:xfrm>
              <a:off x="2079300" y="4399325"/>
              <a:ext cx="489850" cy="483100"/>
            </a:xfrm>
            <a:custGeom>
              <a:rect b="b" l="l" r="r" t="t"/>
              <a:pathLst>
                <a:path extrusionOk="0" h="19324" w="19594">
                  <a:moveTo>
                    <a:pt x="17109" y="1134"/>
                  </a:moveTo>
                  <a:cubicBezTo>
                    <a:pt x="17415" y="1134"/>
                    <a:pt x="17714" y="1254"/>
                    <a:pt x="17939" y="1479"/>
                  </a:cubicBezTo>
                  <a:cubicBezTo>
                    <a:pt x="18268" y="1805"/>
                    <a:pt x="18371" y="2297"/>
                    <a:pt x="18205" y="2732"/>
                  </a:cubicBezTo>
                  <a:cubicBezTo>
                    <a:pt x="18003" y="3260"/>
                    <a:pt x="17770" y="3774"/>
                    <a:pt x="17507" y="4275"/>
                  </a:cubicBezTo>
                  <a:cubicBezTo>
                    <a:pt x="16288" y="4088"/>
                    <a:pt x="15330" y="3130"/>
                    <a:pt x="15143" y="1911"/>
                  </a:cubicBezTo>
                  <a:cubicBezTo>
                    <a:pt x="15644" y="1648"/>
                    <a:pt x="16158" y="1415"/>
                    <a:pt x="16686" y="1210"/>
                  </a:cubicBezTo>
                  <a:lnTo>
                    <a:pt x="16686" y="1213"/>
                  </a:lnTo>
                  <a:cubicBezTo>
                    <a:pt x="16824" y="1160"/>
                    <a:pt x="16967" y="1134"/>
                    <a:pt x="17109" y="1134"/>
                  </a:cubicBezTo>
                  <a:close/>
                  <a:moveTo>
                    <a:pt x="2905" y="2901"/>
                  </a:moveTo>
                  <a:lnTo>
                    <a:pt x="10016" y="4541"/>
                  </a:lnTo>
                  <a:cubicBezTo>
                    <a:pt x="9744" y="4855"/>
                    <a:pt x="9485" y="5178"/>
                    <a:pt x="9234" y="5513"/>
                  </a:cubicBezTo>
                  <a:lnTo>
                    <a:pt x="9234" y="5516"/>
                  </a:lnTo>
                  <a:lnTo>
                    <a:pt x="7812" y="7463"/>
                  </a:lnTo>
                  <a:lnTo>
                    <a:pt x="2027" y="3780"/>
                  </a:lnTo>
                  <a:lnTo>
                    <a:pt x="2905" y="2901"/>
                  </a:lnTo>
                  <a:close/>
                  <a:moveTo>
                    <a:pt x="2465" y="11352"/>
                  </a:moveTo>
                  <a:lnTo>
                    <a:pt x="4738" y="11676"/>
                  </a:lnTo>
                  <a:lnTo>
                    <a:pt x="3488" y="13388"/>
                  </a:lnTo>
                  <a:lnTo>
                    <a:pt x="1574" y="12240"/>
                  </a:lnTo>
                  <a:lnTo>
                    <a:pt x="2465" y="11352"/>
                  </a:lnTo>
                  <a:close/>
                  <a:moveTo>
                    <a:pt x="14111" y="2502"/>
                  </a:moveTo>
                  <a:cubicBezTo>
                    <a:pt x="14479" y="3870"/>
                    <a:pt x="15545" y="4939"/>
                    <a:pt x="16913" y="5308"/>
                  </a:cubicBezTo>
                  <a:cubicBezTo>
                    <a:pt x="16318" y="6250"/>
                    <a:pt x="15617" y="7122"/>
                    <a:pt x="14823" y="7907"/>
                  </a:cubicBezTo>
                  <a:cubicBezTo>
                    <a:pt x="14811" y="7916"/>
                    <a:pt x="14802" y="7928"/>
                    <a:pt x="14793" y="7937"/>
                  </a:cubicBezTo>
                  <a:cubicBezTo>
                    <a:pt x="14304" y="8418"/>
                    <a:pt x="13784" y="8861"/>
                    <a:pt x="13235" y="9269"/>
                  </a:cubicBezTo>
                  <a:lnTo>
                    <a:pt x="5140" y="15184"/>
                  </a:lnTo>
                  <a:cubicBezTo>
                    <a:pt x="5128" y="15196"/>
                    <a:pt x="5113" y="15208"/>
                    <a:pt x="5101" y="15217"/>
                  </a:cubicBezTo>
                  <a:cubicBezTo>
                    <a:pt x="5082" y="15235"/>
                    <a:pt x="5061" y="15248"/>
                    <a:pt x="5040" y="15260"/>
                  </a:cubicBezTo>
                  <a:cubicBezTo>
                    <a:pt x="5031" y="15263"/>
                    <a:pt x="5022" y="15269"/>
                    <a:pt x="5016" y="15272"/>
                  </a:cubicBezTo>
                  <a:cubicBezTo>
                    <a:pt x="4925" y="15314"/>
                    <a:pt x="4801" y="15339"/>
                    <a:pt x="4674" y="15339"/>
                  </a:cubicBezTo>
                  <a:cubicBezTo>
                    <a:pt x="4506" y="15339"/>
                    <a:pt x="4333" y="15295"/>
                    <a:pt x="4228" y="15190"/>
                  </a:cubicBezTo>
                  <a:cubicBezTo>
                    <a:pt x="3998" y="14961"/>
                    <a:pt x="4004" y="14544"/>
                    <a:pt x="4237" y="14278"/>
                  </a:cubicBezTo>
                  <a:cubicBezTo>
                    <a:pt x="4249" y="14266"/>
                    <a:pt x="4261" y="14251"/>
                    <a:pt x="4270" y="14239"/>
                  </a:cubicBezTo>
                  <a:lnTo>
                    <a:pt x="10149" y="6186"/>
                  </a:lnTo>
                  <a:cubicBezTo>
                    <a:pt x="11230" y="4722"/>
                    <a:pt x="12574" y="3475"/>
                    <a:pt x="14111" y="2502"/>
                  </a:cubicBezTo>
                  <a:close/>
                  <a:moveTo>
                    <a:pt x="14877" y="9402"/>
                  </a:moveTo>
                  <a:lnTo>
                    <a:pt x="16517" y="16513"/>
                  </a:lnTo>
                  <a:lnTo>
                    <a:pt x="15635" y="17391"/>
                  </a:lnTo>
                  <a:lnTo>
                    <a:pt x="11955" y="11606"/>
                  </a:lnTo>
                  <a:lnTo>
                    <a:pt x="13905" y="10181"/>
                  </a:lnTo>
                  <a:cubicBezTo>
                    <a:pt x="14240" y="9933"/>
                    <a:pt x="14563" y="9674"/>
                    <a:pt x="14877" y="9402"/>
                  </a:cubicBezTo>
                  <a:close/>
                  <a:moveTo>
                    <a:pt x="7743" y="14686"/>
                  </a:moveTo>
                  <a:lnTo>
                    <a:pt x="8069" y="16957"/>
                  </a:lnTo>
                  <a:lnTo>
                    <a:pt x="7181" y="17844"/>
                  </a:lnTo>
                  <a:lnTo>
                    <a:pt x="6034" y="15936"/>
                  </a:lnTo>
                  <a:lnTo>
                    <a:pt x="7743" y="14686"/>
                  </a:lnTo>
                  <a:close/>
                  <a:moveTo>
                    <a:pt x="17108" y="0"/>
                  </a:moveTo>
                  <a:cubicBezTo>
                    <a:pt x="16830" y="0"/>
                    <a:pt x="16550" y="50"/>
                    <a:pt x="16282" y="153"/>
                  </a:cubicBezTo>
                  <a:cubicBezTo>
                    <a:pt x="14280" y="923"/>
                    <a:pt x="12456" y="2092"/>
                    <a:pt x="10919" y="3586"/>
                  </a:cubicBezTo>
                  <a:lnTo>
                    <a:pt x="7758" y="2856"/>
                  </a:lnTo>
                  <a:lnTo>
                    <a:pt x="7978" y="2635"/>
                  </a:lnTo>
                  <a:cubicBezTo>
                    <a:pt x="8198" y="2415"/>
                    <a:pt x="8198" y="2056"/>
                    <a:pt x="7978" y="1835"/>
                  </a:cubicBezTo>
                  <a:cubicBezTo>
                    <a:pt x="7868" y="1724"/>
                    <a:pt x="7724" y="1669"/>
                    <a:pt x="7579" y="1669"/>
                  </a:cubicBezTo>
                  <a:cubicBezTo>
                    <a:pt x="7434" y="1669"/>
                    <a:pt x="7288" y="1725"/>
                    <a:pt x="7178" y="1835"/>
                  </a:cubicBezTo>
                  <a:lnTo>
                    <a:pt x="6456" y="2557"/>
                  </a:lnTo>
                  <a:lnTo>
                    <a:pt x="3850" y="1956"/>
                  </a:lnTo>
                  <a:lnTo>
                    <a:pt x="4074" y="1736"/>
                  </a:lnTo>
                  <a:cubicBezTo>
                    <a:pt x="4300" y="1515"/>
                    <a:pt x="4303" y="1150"/>
                    <a:pt x="4080" y="926"/>
                  </a:cubicBezTo>
                  <a:cubicBezTo>
                    <a:pt x="3969" y="816"/>
                    <a:pt x="3824" y="761"/>
                    <a:pt x="3679" y="761"/>
                  </a:cubicBezTo>
                  <a:cubicBezTo>
                    <a:pt x="3531" y="761"/>
                    <a:pt x="3384" y="818"/>
                    <a:pt x="3274" y="932"/>
                  </a:cubicBezTo>
                  <a:lnTo>
                    <a:pt x="1945" y="2261"/>
                  </a:lnTo>
                  <a:lnTo>
                    <a:pt x="725" y="3478"/>
                  </a:lnTo>
                  <a:cubicBezTo>
                    <a:pt x="469" y="3734"/>
                    <a:pt x="517" y="4163"/>
                    <a:pt x="822" y="4356"/>
                  </a:cubicBezTo>
                  <a:lnTo>
                    <a:pt x="7145" y="8378"/>
                  </a:lnTo>
                  <a:lnTo>
                    <a:pt x="5496" y="10640"/>
                  </a:lnTo>
                  <a:lnTo>
                    <a:pt x="2344" y="10190"/>
                  </a:lnTo>
                  <a:cubicBezTo>
                    <a:pt x="2317" y="10186"/>
                    <a:pt x="2290" y="10185"/>
                    <a:pt x="2264" y="10185"/>
                  </a:cubicBezTo>
                  <a:cubicBezTo>
                    <a:pt x="2113" y="10185"/>
                    <a:pt x="1969" y="10242"/>
                    <a:pt x="1864" y="10350"/>
                  </a:cubicBezTo>
                  <a:lnTo>
                    <a:pt x="260" y="11950"/>
                  </a:lnTo>
                  <a:cubicBezTo>
                    <a:pt x="1" y="12213"/>
                    <a:pt x="55" y="12648"/>
                    <a:pt x="369" y="12838"/>
                  </a:cubicBezTo>
                  <a:lnTo>
                    <a:pt x="2966" y="14393"/>
                  </a:lnTo>
                  <a:cubicBezTo>
                    <a:pt x="2851" y="14964"/>
                    <a:pt x="3008" y="15574"/>
                    <a:pt x="3428" y="15990"/>
                  </a:cubicBezTo>
                  <a:cubicBezTo>
                    <a:pt x="3757" y="16322"/>
                    <a:pt x="4219" y="16467"/>
                    <a:pt x="4669" y="16467"/>
                  </a:cubicBezTo>
                  <a:cubicBezTo>
                    <a:pt x="4786" y="16467"/>
                    <a:pt x="4901" y="16458"/>
                    <a:pt x="5016" y="16440"/>
                  </a:cubicBezTo>
                  <a:lnTo>
                    <a:pt x="6580" y="19049"/>
                  </a:lnTo>
                  <a:cubicBezTo>
                    <a:pt x="6671" y="19197"/>
                    <a:pt x="6825" y="19297"/>
                    <a:pt x="6997" y="19318"/>
                  </a:cubicBezTo>
                  <a:cubicBezTo>
                    <a:pt x="7021" y="19321"/>
                    <a:pt x="7042" y="19324"/>
                    <a:pt x="7066" y="19324"/>
                  </a:cubicBezTo>
                  <a:cubicBezTo>
                    <a:pt x="7217" y="19324"/>
                    <a:pt x="7359" y="19263"/>
                    <a:pt x="7465" y="19158"/>
                  </a:cubicBezTo>
                  <a:lnTo>
                    <a:pt x="9068" y="17554"/>
                  </a:lnTo>
                  <a:cubicBezTo>
                    <a:pt x="9192" y="17431"/>
                    <a:pt x="9252" y="17252"/>
                    <a:pt x="9228" y="17074"/>
                  </a:cubicBezTo>
                  <a:lnTo>
                    <a:pt x="8778" y="13931"/>
                  </a:lnTo>
                  <a:lnTo>
                    <a:pt x="11040" y="12276"/>
                  </a:lnTo>
                  <a:lnTo>
                    <a:pt x="15062" y="18596"/>
                  </a:lnTo>
                  <a:cubicBezTo>
                    <a:pt x="15152" y="18741"/>
                    <a:pt x="15306" y="18835"/>
                    <a:pt x="15475" y="18853"/>
                  </a:cubicBezTo>
                  <a:cubicBezTo>
                    <a:pt x="15496" y="18856"/>
                    <a:pt x="15518" y="18859"/>
                    <a:pt x="15539" y="18859"/>
                  </a:cubicBezTo>
                  <a:cubicBezTo>
                    <a:pt x="15687" y="18859"/>
                    <a:pt x="15832" y="18798"/>
                    <a:pt x="15937" y="18693"/>
                  </a:cubicBezTo>
                  <a:lnTo>
                    <a:pt x="16740" y="17890"/>
                  </a:lnTo>
                  <a:lnTo>
                    <a:pt x="18483" y="16144"/>
                  </a:lnTo>
                  <a:cubicBezTo>
                    <a:pt x="18712" y="15924"/>
                    <a:pt x="18715" y="15562"/>
                    <a:pt x="18492" y="15338"/>
                  </a:cubicBezTo>
                  <a:cubicBezTo>
                    <a:pt x="18381" y="15228"/>
                    <a:pt x="18236" y="15172"/>
                    <a:pt x="18090" y="15172"/>
                  </a:cubicBezTo>
                  <a:cubicBezTo>
                    <a:pt x="17942" y="15172"/>
                    <a:pt x="17794" y="15230"/>
                    <a:pt x="17683" y="15344"/>
                  </a:cubicBezTo>
                  <a:lnTo>
                    <a:pt x="17462" y="15568"/>
                  </a:lnTo>
                  <a:lnTo>
                    <a:pt x="16861" y="12965"/>
                  </a:lnTo>
                  <a:lnTo>
                    <a:pt x="17583" y="12243"/>
                  </a:lnTo>
                  <a:cubicBezTo>
                    <a:pt x="17803" y="12020"/>
                    <a:pt x="17803" y="11660"/>
                    <a:pt x="17583" y="11440"/>
                  </a:cubicBezTo>
                  <a:cubicBezTo>
                    <a:pt x="17473" y="11330"/>
                    <a:pt x="17328" y="11275"/>
                    <a:pt x="17183" y="11275"/>
                  </a:cubicBezTo>
                  <a:cubicBezTo>
                    <a:pt x="17038" y="11275"/>
                    <a:pt x="16893" y="11330"/>
                    <a:pt x="16783" y="11440"/>
                  </a:cubicBezTo>
                  <a:lnTo>
                    <a:pt x="16559" y="11663"/>
                  </a:lnTo>
                  <a:lnTo>
                    <a:pt x="15835" y="8499"/>
                  </a:lnTo>
                  <a:cubicBezTo>
                    <a:pt x="17329" y="6962"/>
                    <a:pt x="18498" y="5138"/>
                    <a:pt x="19265" y="3137"/>
                  </a:cubicBezTo>
                  <a:cubicBezTo>
                    <a:pt x="19594" y="2285"/>
                    <a:pt x="19389" y="1322"/>
                    <a:pt x="18742" y="676"/>
                  </a:cubicBezTo>
                  <a:cubicBezTo>
                    <a:pt x="18302" y="236"/>
                    <a:pt x="17711" y="0"/>
                    <a:pt x="1710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23" name="Google Shape;10423;p134"/>
            <p:cNvSpPr/>
            <p:nvPr/>
          </p:nvSpPr>
          <p:spPr>
            <a:xfrm>
              <a:off x="2348725" y="4522375"/>
              <a:ext cx="94375" cy="88150"/>
            </a:xfrm>
            <a:custGeom>
              <a:rect b="b" l="l" r="r" t="t"/>
              <a:pathLst>
                <a:path extrusionOk="0" h="3526" w="3775">
                  <a:moveTo>
                    <a:pt x="3155" y="0"/>
                  </a:moveTo>
                  <a:cubicBezTo>
                    <a:pt x="3013" y="0"/>
                    <a:pt x="2870" y="53"/>
                    <a:pt x="2760" y="159"/>
                  </a:cubicBezTo>
                  <a:lnTo>
                    <a:pt x="359" y="2560"/>
                  </a:lnTo>
                  <a:cubicBezTo>
                    <a:pt x="0" y="2916"/>
                    <a:pt x="254" y="3526"/>
                    <a:pt x="758" y="3526"/>
                  </a:cubicBezTo>
                  <a:cubicBezTo>
                    <a:pt x="909" y="3526"/>
                    <a:pt x="1054" y="3468"/>
                    <a:pt x="1160" y="3360"/>
                  </a:cubicBezTo>
                  <a:lnTo>
                    <a:pt x="3560" y="959"/>
                  </a:lnTo>
                  <a:cubicBezTo>
                    <a:pt x="3774" y="736"/>
                    <a:pt x="3771" y="383"/>
                    <a:pt x="3554" y="165"/>
                  </a:cubicBezTo>
                  <a:cubicBezTo>
                    <a:pt x="3444" y="55"/>
                    <a:pt x="3300" y="0"/>
                    <a:pt x="315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424" name="Google Shape;10424;p134"/>
          <p:cNvSpPr/>
          <p:nvPr/>
        </p:nvSpPr>
        <p:spPr>
          <a:xfrm>
            <a:off x="6330757" y="3544569"/>
            <a:ext cx="299049" cy="340133"/>
          </a:xfrm>
          <a:custGeom>
            <a:rect b="b" l="l" r="r" t="t"/>
            <a:pathLst>
              <a:path extrusionOk="0" h="19323" w="16989">
                <a:moveTo>
                  <a:pt x="8495" y="2378"/>
                </a:moveTo>
                <a:cubicBezTo>
                  <a:pt x="9434" y="2378"/>
                  <a:pt x="10195" y="3136"/>
                  <a:pt x="10195" y="4075"/>
                </a:cubicBezTo>
                <a:lnTo>
                  <a:pt x="10195" y="4642"/>
                </a:lnTo>
                <a:lnTo>
                  <a:pt x="6798" y="4642"/>
                </a:lnTo>
                <a:lnTo>
                  <a:pt x="6798" y="4075"/>
                </a:lnTo>
                <a:cubicBezTo>
                  <a:pt x="6798" y="3136"/>
                  <a:pt x="7556" y="2378"/>
                  <a:pt x="8495" y="2378"/>
                </a:cubicBezTo>
                <a:close/>
                <a:moveTo>
                  <a:pt x="4242" y="1130"/>
                </a:moveTo>
                <a:cubicBezTo>
                  <a:pt x="4665" y="1130"/>
                  <a:pt x="5096" y="1267"/>
                  <a:pt x="5469" y="1565"/>
                </a:cubicBezTo>
                <a:lnTo>
                  <a:pt x="6330" y="2251"/>
                </a:lnTo>
                <a:cubicBezTo>
                  <a:pt x="5901" y="2761"/>
                  <a:pt x="5662" y="3407"/>
                  <a:pt x="5665" y="4075"/>
                </a:cubicBezTo>
                <a:lnTo>
                  <a:pt x="5665" y="4642"/>
                </a:lnTo>
                <a:lnTo>
                  <a:pt x="3872" y="4642"/>
                </a:lnTo>
                <a:cubicBezTo>
                  <a:pt x="3870" y="4642"/>
                  <a:pt x="3869" y="4642"/>
                  <a:pt x="3867" y="4642"/>
                </a:cubicBezTo>
                <a:cubicBezTo>
                  <a:pt x="2879" y="4642"/>
                  <a:pt x="2127" y="3756"/>
                  <a:pt x="2290" y="2782"/>
                </a:cubicBezTo>
                <a:cubicBezTo>
                  <a:pt x="2459" y="1765"/>
                  <a:pt x="3331" y="1130"/>
                  <a:pt x="4242" y="1130"/>
                </a:cubicBezTo>
                <a:close/>
                <a:moveTo>
                  <a:pt x="12746" y="1131"/>
                </a:moveTo>
                <a:cubicBezTo>
                  <a:pt x="13657" y="1131"/>
                  <a:pt x="14530" y="1767"/>
                  <a:pt x="14700" y="2782"/>
                </a:cubicBezTo>
                <a:cubicBezTo>
                  <a:pt x="14862" y="3756"/>
                  <a:pt x="14110" y="4642"/>
                  <a:pt x="13122" y="4642"/>
                </a:cubicBezTo>
                <a:cubicBezTo>
                  <a:pt x="13121" y="4642"/>
                  <a:pt x="13119" y="4642"/>
                  <a:pt x="13117" y="4642"/>
                </a:cubicBezTo>
                <a:lnTo>
                  <a:pt x="11327" y="4642"/>
                </a:lnTo>
                <a:lnTo>
                  <a:pt x="11327" y="4075"/>
                </a:lnTo>
                <a:cubicBezTo>
                  <a:pt x="11327" y="3407"/>
                  <a:pt x="11088" y="2761"/>
                  <a:pt x="10660" y="2251"/>
                </a:cubicBezTo>
                <a:lnTo>
                  <a:pt x="11523" y="1565"/>
                </a:lnTo>
                <a:cubicBezTo>
                  <a:pt x="11895" y="1267"/>
                  <a:pt x="12325" y="1131"/>
                  <a:pt x="12746" y="1131"/>
                </a:cubicBezTo>
                <a:close/>
                <a:moveTo>
                  <a:pt x="6798" y="5775"/>
                </a:moveTo>
                <a:lnTo>
                  <a:pt x="6798" y="8039"/>
                </a:lnTo>
                <a:lnTo>
                  <a:pt x="1136" y="8039"/>
                </a:lnTo>
                <a:lnTo>
                  <a:pt x="1136" y="6339"/>
                </a:lnTo>
                <a:cubicBezTo>
                  <a:pt x="1136" y="6025"/>
                  <a:pt x="1387" y="5775"/>
                  <a:pt x="1701" y="5775"/>
                </a:cubicBezTo>
                <a:close/>
                <a:moveTo>
                  <a:pt x="15288" y="5775"/>
                </a:moveTo>
                <a:cubicBezTo>
                  <a:pt x="15602" y="5775"/>
                  <a:pt x="15856" y="6025"/>
                  <a:pt x="15856" y="6339"/>
                </a:cubicBezTo>
                <a:lnTo>
                  <a:pt x="15856" y="8039"/>
                </a:lnTo>
                <a:lnTo>
                  <a:pt x="10195" y="8039"/>
                </a:lnTo>
                <a:lnTo>
                  <a:pt x="10195" y="5775"/>
                </a:lnTo>
                <a:close/>
                <a:moveTo>
                  <a:pt x="6798" y="9171"/>
                </a:moveTo>
                <a:lnTo>
                  <a:pt x="6798" y="11361"/>
                </a:lnTo>
                <a:lnTo>
                  <a:pt x="2269" y="11361"/>
                </a:lnTo>
                <a:lnTo>
                  <a:pt x="2269" y="9171"/>
                </a:lnTo>
                <a:close/>
                <a:moveTo>
                  <a:pt x="14724" y="9171"/>
                </a:moveTo>
                <a:lnTo>
                  <a:pt x="14724" y="11361"/>
                </a:lnTo>
                <a:lnTo>
                  <a:pt x="10195" y="11361"/>
                </a:lnTo>
                <a:lnTo>
                  <a:pt x="10195" y="9171"/>
                </a:lnTo>
                <a:close/>
                <a:moveTo>
                  <a:pt x="6798" y="12493"/>
                </a:moveTo>
                <a:lnTo>
                  <a:pt x="6798" y="13625"/>
                </a:lnTo>
                <a:lnTo>
                  <a:pt x="2269" y="13625"/>
                </a:lnTo>
                <a:lnTo>
                  <a:pt x="2269" y="12493"/>
                </a:lnTo>
                <a:close/>
                <a:moveTo>
                  <a:pt x="14724" y="12493"/>
                </a:moveTo>
                <a:lnTo>
                  <a:pt x="14724" y="13625"/>
                </a:lnTo>
                <a:lnTo>
                  <a:pt x="10195" y="13625"/>
                </a:lnTo>
                <a:lnTo>
                  <a:pt x="10195" y="12493"/>
                </a:lnTo>
                <a:close/>
                <a:moveTo>
                  <a:pt x="6798" y="14757"/>
                </a:moveTo>
                <a:lnTo>
                  <a:pt x="6798" y="18191"/>
                </a:lnTo>
                <a:lnTo>
                  <a:pt x="2833" y="18191"/>
                </a:lnTo>
                <a:cubicBezTo>
                  <a:pt x="2519" y="18191"/>
                  <a:pt x="2269" y="17937"/>
                  <a:pt x="2269" y="17626"/>
                </a:cubicBezTo>
                <a:lnTo>
                  <a:pt x="2269" y="14757"/>
                </a:lnTo>
                <a:close/>
                <a:moveTo>
                  <a:pt x="9062" y="5775"/>
                </a:moveTo>
                <a:lnTo>
                  <a:pt x="9062" y="18191"/>
                </a:lnTo>
                <a:lnTo>
                  <a:pt x="7930" y="18191"/>
                </a:lnTo>
                <a:lnTo>
                  <a:pt x="7930" y="5775"/>
                </a:lnTo>
                <a:close/>
                <a:moveTo>
                  <a:pt x="14724" y="14757"/>
                </a:moveTo>
                <a:lnTo>
                  <a:pt x="14724" y="17626"/>
                </a:lnTo>
                <a:cubicBezTo>
                  <a:pt x="14724" y="17937"/>
                  <a:pt x="14470" y="18191"/>
                  <a:pt x="14156" y="18191"/>
                </a:cubicBezTo>
                <a:lnTo>
                  <a:pt x="10195" y="18191"/>
                </a:lnTo>
                <a:lnTo>
                  <a:pt x="10195" y="14757"/>
                </a:lnTo>
                <a:close/>
                <a:moveTo>
                  <a:pt x="4235" y="0"/>
                </a:moveTo>
                <a:cubicBezTo>
                  <a:pt x="3860" y="0"/>
                  <a:pt x="3484" y="68"/>
                  <a:pt x="3123" y="207"/>
                </a:cubicBezTo>
                <a:cubicBezTo>
                  <a:pt x="2096" y="599"/>
                  <a:pt x="1351" y="1508"/>
                  <a:pt x="1172" y="2595"/>
                </a:cubicBezTo>
                <a:cubicBezTo>
                  <a:pt x="1052" y="3314"/>
                  <a:pt x="1224" y="4050"/>
                  <a:pt x="1653" y="4642"/>
                </a:cubicBezTo>
                <a:cubicBezTo>
                  <a:pt x="732" y="4666"/>
                  <a:pt x="1" y="5421"/>
                  <a:pt x="1" y="6339"/>
                </a:cubicBezTo>
                <a:lnTo>
                  <a:pt x="4" y="8604"/>
                </a:lnTo>
                <a:cubicBezTo>
                  <a:pt x="4" y="8918"/>
                  <a:pt x="255" y="9171"/>
                  <a:pt x="569" y="9171"/>
                </a:cubicBezTo>
                <a:lnTo>
                  <a:pt x="1136" y="9171"/>
                </a:lnTo>
                <a:lnTo>
                  <a:pt x="1136" y="17626"/>
                </a:lnTo>
                <a:cubicBezTo>
                  <a:pt x="1136" y="18562"/>
                  <a:pt x="1894" y="19323"/>
                  <a:pt x="2833" y="19323"/>
                </a:cubicBezTo>
                <a:lnTo>
                  <a:pt x="14156" y="19323"/>
                </a:lnTo>
                <a:cubicBezTo>
                  <a:pt x="15095" y="19323"/>
                  <a:pt x="15853" y="18562"/>
                  <a:pt x="15856" y="17626"/>
                </a:cubicBezTo>
                <a:lnTo>
                  <a:pt x="15856" y="9171"/>
                </a:lnTo>
                <a:lnTo>
                  <a:pt x="16421" y="9171"/>
                </a:lnTo>
                <a:cubicBezTo>
                  <a:pt x="16735" y="9171"/>
                  <a:pt x="16988" y="8918"/>
                  <a:pt x="16988" y="8604"/>
                </a:cubicBezTo>
                <a:lnTo>
                  <a:pt x="16988" y="6339"/>
                </a:lnTo>
                <a:cubicBezTo>
                  <a:pt x="16988" y="5418"/>
                  <a:pt x="16255" y="4666"/>
                  <a:pt x="15337" y="4642"/>
                </a:cubicBezTo>
                <a:cubicBezTo>
                  <a:pt x="15762" y="4050"/>
                  <a:pt x="15938" y="3314"/>
                  <a:pt x="15817" y="2595"/>
                </a:cubicBezTo>
                <a:cubicBezTo>
                  <a:pt x="15636" y="1508"/>
                  <a:pt x="14893" y="599"/>
                  <a:pt x="13866" y="207"/>
                </a:cubicBezTo>
                <a:cubicBezTo>
                  <a:pt x="13506" y="68"/>
                  <a:pt x="13129" y="0"/>
                  <a:pt x="12755" y="0"/>
                </a:cubicBezTo>
                <a:cubicBezTo>
                  <a:pt x="12061" y="0"/>
                  <a:pt x="11376" y="233"/>
                  <a:pt x="10817" y="681"/>
                </a:cubicBezTo>
                <a:lnTo>
                  <a:pt x="9742" y="1535"/>
                </a:lnTo>
                <a:cubicBezTo>
                  <a:pt x="9348" y="1340"/>
                  <a:pt x="8920" y="1243"/>
                  <a:pt x="8494" y="1243"/>
                </a:cubicBezTo>
                <a:cubicBezTo>
                  <a:pt x="8067" y="1243"/>
                  <a:pt x="7640" y="1340"/>
                  <a:pt x="7248" y="1535"/>
                </a:cubicBezTo>
                <a:lnTo>
                  <a:pt x="6173" y="681"/>
                </a:lnTo>
                <a:cubicBezTo>
                  <a:pt x="5614" y="233"/>
                  <a:pt x="4928" y="0"/>
                  <a:pt x="423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425" name="Google Shape;10425;p134"/>
          <p:cNvGrpSpPr/>
          <p:nvPr/>
        </p:nvGrpSpPr>
        <p:grpSpPr>
          <a:xfrm>
            <a:off x="6760439" y="3545107"/>
            <a:ext cx="276236" cy="340151"/>
            <a:chOff x="3316000" y="4399325"/>
            <a:chExt cx="392325" cy="483100"/>
          </a:xfrm>
        </p:grpSpPr>
        <p:sp>
          <p:nvSpPr>
            <p:cNvPr id="10426" name="Google Shape;10426;p134"/>
            <p:cNvSpPr/>
            <p:nvPr/>
          </p:nvSpPr>
          <p:spPr>
            <a:xfrm>
              <a:off x="3316000" y="4399325"/>
              <a:ext cx="392325" cy="483100"/>
            </a:xfrm>
            <a:custGeom>
              <a:rect b="b" l="l" r="r" t="t"/>
              <a:pathLst>
                <a:path extrusionOk="0" h="19324" w="15693">
                  <a:moveTo>
                    <a:pt x="7824" y="1132"/>
                  </a:moveTo>
                  <a:cubicBezTo>
                    <a:pt x="8714" y="1132"/>
                    <a:pt x="9554" y="1551"/>
                    <a:pt x="10088" y="2264"/>
                  </a:cubicBezTo>
                  <a:cubicBezTo>
                    <a:pt x="9551" y="2977"/>
                    <a:pt x="8711" y="3393"/>
                    <a:pt x="7824" y="3396"/>
                  </a:cubicBezTo>
                  <a:lnTo>
                    <a:pt x="5049" y="3396"/>
                  </a:lnTo>
                  <a:cubicBezTo>
                    <a:pt x="5321" y="2080"/>
                    <a:pt x="6477" y="1135"/>
                    <a:pt x="7824" y="1132"/>
                  </a:cubicBezTo>
                  <a:close/>
                  <a:moveTo>
                    <a:pt x="10595" y="3393"/>
                  </a:moveTo>
                  <a:cubicBezTo>
                    <a:pt x="10635" y="3580"/>
                    <a:pt x="10653" y="3771"/>
                    <a:pt x="10653" y="3964"/>
                  </a:cubicBezTo>
                  <a:lnTo>
                    <a:pt x="10653" y="6304"/>
                  </a:lnTo>
                  <a:cubicBezTo>
                    <a:pt x="10653" y="7865"/>
                    <a:pt x="9385" y="9133"/>
                    <a:pt x="7824" y="9133"/>
                  </a:cubicBezTo>
                  <a:cubicBezTo>
                    <a:pt x="6260" y="9133"/>
                    <a:pt x="4991" y="7865"/>
                    <a:pt x="4991" y="6304"/>
                  </a:cubicBezTo>
                  <a:lnTo>
                    <a:pt x="4991" y="4529"/>
                  </a:lnTo>
                  <a:lnTo>
                    <a:pt x="7824" y="4529"/>
                  </a:lnTo>
                  <a:cubicBezTo>
                    <a:pt x="8859" y="4525"/>
                    <a:pt x="9856" y="4121"/>
                    <a:pt x="10595" y="3393"/>
                  </a:cubicBezTo>
                  <a:close/>
                  <a:moveTo>
                    <a:pt x="6465" y="10027"/>
                  </a:moveTo>
                  <a:cubicBezTo>
                    <a:pt x="6903" y="10187"/>
                    <a:pt x="7362" y="10267"/>
                    <a:pt x="7823" y="10267"/>
                  </a:cubicBezTo>
                  <a:cubicBezTo>
                    <a:pt x="8283" y="10267"/>
                    <a:pt x="8743" y="10187"/>
                    <a:pt x="9182" y="10027"/>
                  </a:cubicBezTo>
                  <a:lnTo>
                    <a:pt x="9182" y="10027"/>
                  </a:lnTo>
                  <a:lnTo>
                    <a:pt x="7824" y="12071"/>
                  </a:lnTo>
                  <a:lnTo>
                    <a:pt x="6465" y="10027"/>
                  </a:lnTo>
                  <a:close/>
                  <a:moveTo>
                    <a:pt x="10152" y="10610"/>
                  </a:moveTo>
                  <a:lnTo>
                    <a:pt x="11051" y="11476"/>
                  </a:lnTo>
                  <a:lnTo>
                    <a:pt x="9433" y="13904"/>
                  </a:lnTo>
                  <a:lnTo>
                    <a:pt x="8551" y="13022"/>
                  </a:lnTo>
                  <a:lnTo>
                    <a:pt x="10152" y="10610"/>
                  </a:lnTo>
                  <a:close/>
                  <a:moveTo>
                    <a:pt x="5493" y="10610"/>
                  </a:moveTo>
                  <a:lnTo>
                    <a:pt x="7096" y="13022"/>
                  </a:lnTo>
                  <a:lnTo>
                    <a:pt x="6211" y="13907"/>
                  </a:lnTo>
                  <a:lnTo>
                    <a:pt x="4593" y="11476"/>
                  </a:lnTo>
                  <a:lnTo>
                    <a:pt x="5493" y="10610"/>
                  </a:lnTo>
                  <a:close/>
                  <a:moveTo>
                    <a:pt x="3630" y="12074"/>
                  </a:moveTo>
                  <a:lnTo>
                    <a:pt x="5653" y="15109"/>
                  </a:lnTo>
                  <a:cubicBezTo>
                    <a:pt x="5746" y="15251"/>
                    <a:pt x="5900" y="15341"/>
                    <a:pt x="6069" y="15356"/>
                  </a:cubicBezTo>
                  <a:cubicBezTo>
                    <a:pt x="6087" y="15359"/>
                    <a:pt x="6106" y="15359"/>
                    <a:pt x="6124" y="15359"/>
                  </a:cubicBezTo>
                  <a:cubicBezTo>
                    <a:pt x="6275" y="15359"/>
                    <a:pt x="6417" y="15302"/>
                    <a:pt x="6525" y="15193"/>
                  </a:cubicBezTo>
                  <a:lnTo>
                    <a:pt x="7256" y="14463"/>
                  </a:lnTo>
                  <a:lnTo>
                    <a:pt x="7256" y="18192"/>
                  </a:lnTo>
                  <a:lnTo>
                    <a:pt x="2247" y="18192"/>
                  </a:lnTo>
                  <a:lnTo>
                    <a:pt x="1332" y="13502"/>
                  </a:lnTo>
                  <a:cubicBezTo>
                    <a:pt x="1329" y="13493"/>
                    <a:pt x="1326" y="13484"/>
                    <a:pt x="1326" y="13475"/>
                  </a:cubicBezTo>
                  <a:cubicBezTo>
                    <a:pt x="1235" y="13110"/>
                    <a:pt x="1438" y="12735"/>
                    <a:pt x="1791" y="12612"/>
                  </a:cubicBezTo>
                  <a:lnTo>
                    <a:pt x="3630" y="12074"/>
                  </a:lnTo>
                  <a:close/>
                  <a:moveTo>
                    <a:pt x="12015" y="12074"/>
                  </a:moveTo>
                  <a:lnTo>
                    <a:pt x="13899" y="12612"/>
                  </a:lnTo>
                  <a:cubicBezTo>
                    <a:pt x="14252" y="12735"/>
                    <a:pt x="14454" y="13110"/>
                    <a:pt x="14367" y="13475"/>
                  </a:cubicBezTo>
                  <a:cubicBezTo>
                    <a:pt x="14364" y="13481"/>
                    <a:pt x="14361" y="13490"/>
                    <a:pt x="14361" y="13496"/>
                  </a:cubicBezTo>
                  <a:lnTo>
                    <a:pt x="13395" y="18192"/>
                  </a:lnTo>
                  <a:lnTo>
                    <a:pt x="8388" y="18192"/>
                  </a:lnTo>
                  <a:lnTo>
                    <a:pt x="8388" y="14463"/>
                  </a:lnTo>
                  <a:lnTo>
                    <a:pt x="9119" y="15196"/>
                  </a:lnTo>
                  <a:cubicBezTo>
                    <a:pt x="9228" y="15302"/>
                    <a:pt x="9370" y="15362"/>
                    <a:pt x="9521" y="15362"/>
                  </a:cubicBezTo>
                  <a:cubicBezTo>
                    <a:pt x="9539" y="15362"/>
                    <a:pt x="9557" y="15359"/>
                    <a:pt x="9578" y="15359"/>
                  </a:cubicBezTo>
                  <a:cubicBezTo>
                    <a:pt x="9744" y="15341"/>
                    <a:pt x="9898" y="15251"/>
                    <a:pt x="9992" y="15109"/>
                  </a:cubicBezTo>
                  <a:lnTo>
                    <a:pt x="12015" y="12074"/>
                  </a:lnTo>
                  <a:close/>
                  <a:moveTo>
                    <a:pt x="7823" y="1"/>
                  </a:moveTo>
                  <a:cubicBezTo>
                    <a:pt x="7476" y="1"/>
                    <a:pt x="7126" y="46"/>
                    <a:pt x="6779" y="141"/>
                  </a:cubicBezTo>
                  <a:cubicBezTo>
                    <a:pt x="5055" y="612"/>
                    <a:pt x="3859" y="2176"/>
                    <a:pt x="3859" y="3964"/>
                  </a:cubicBezTo>
                  <a:lnTo>
                    <a:pt x="3859" y="6304"/>
                  </a:lnTo>
                  <a:cubicBezTo>
                    <a:pt x="3859" y="7355"/>
                    <a:pt x="4279" y="8363"/>
                    <a:pt x="5022" y="9106"/>
                  </a:cubicBezTo>
                  <a:lnTo>
                    <a:pt x="5022" y="9489"/>
                  </a:lnTo>
                  <a:lnTo>
                    <a:pt x="3539" y="10921"/>
                  </a:lnTo>
                  <a:lnTo>
                    <a:pt x="1462" y="11528"/>
                  </a:lnTo>
                  <a:lnTo>
                    <a:pt x="1444" y="11534"/>
                  </a:lnTo>
                  <a:cubicBezTo>
                    <a:pt x="529" y="11842"/>
                    <a:pt x="0" y="12796"/>
                    <a:pt x="221" y="13735"/>
                  </a:cubicBezTo>
                  <a:lnTo>
                    <a:pt x="1223" y="18868"/>
                  </a:lnTo>
                  <a:cubicBezTo>
                    <a:pt x="1274" y="19131"/>
                    <a:pt x="1507" y="19324"/>
                    <a:pt x="1779" y="19324"/>
                  </a:cubicBezTo>
                  <a:cubicBezTo>
                    <a:pt x="1794" y="19324"/>
                    <a:pt x="1809" y="19324"/>
                    <a:pt x="1824" y="19321"/>
                  </a:cubicBezTo>
                  <a:cubicBezTo>
                    <a:pt x="1839" y="19321"/>
                    <a:pt x="1854" y="19324"/>
                    <a:pt x="1869" y="19324"/>
                  </a:cubicBezTo>
                  <a:lnTo>
                    <a:pt x="13856" y="19324"/>
                  </a:lnTo>
                  <a:cubicBezTo>
                    <a:pt x="14125" y="19324"/>
                    <a:pt x="14358" y="19134"/>
                    <a:pt x="14412" y="18871"/>
                  </a:cubicBezTo>
                  <a:lnTo>
                    <a:pt x="15469" y="13735"/>
                  </a:lnTo>
                  <a:cubicBezTo>
                    <a:pt x="15692" y="12796"/>
                    <a:pt x="15164" y="11842"/>
                    <a:pt x="14249" y="11534"/>
                  </a:cubicBezTo>
                  <a:lnTo>
                    <a:pt x="14225" y="11525"/>
                  </a:lnTo>
                  <a:lnTo>
                    <a:pt x="12108" y="10921"/>
                  </a:lnTo>
                  <a:lnTo>
                    <a:pt x="10623" y="9489"/>
                  </a:lnTo>
                  <a:lnTo>
                    <a:pt x="10623" y="9103"/>
                  </a:lnTo>
                  <a:cubicBezTo>
                    <a:pt x="11368" y="8363"/>
                    <a:pt x="11785" y="7355"/>
                    <a:pt x="11785" y="6304"/>
                  </a:cubicBezTo>
                  <a:lnTo>
                    <a:pt x="11785" y="3964"/>
                  </a:lnTo>
                  <a:cubicBezTo>
                    <a:pt x="11785" y="3281"/>
                    <a:pt x="11610" y="2611"/>
                    <a:pt x="11275" y="2019"/>
                  </a:cubicBezTo>
                  <a:cubicBezTo>
                    <a:pt x="11263" y="1995"/>
                    <a:pt x="11251" y="1971"/>
                    <a:pt x="11233" y="1950"/>
                  </a:cubicBezTo>
                  <a:cubicBezTo>
                    <a:pt x="10507" y="720"/>
                    <a:pt x="9197" y="1"/>
                    <a:pt x="782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27" name="Google Shape;10427;p134"/>
            <p:cNvSpPr/>
            <p:nvPr/>
          </p:nvSpPr>
          <p:spPr>
            <a:xfrm>
              <a:off x="3582300" y="4797475"/>
              <a:ext cx="56650" cy="28350"/>
            </a:xfrm>
            <a:custGeom>
              <a:rect b="b" l="l" r="r" t="t"/>
              <a:pathLst>
                <a:path extrusionOk="0" h="1134" w="2266">
                  <a:moveTo>
                    <a:pt x="569" y="1"/>
                  </a:moveTo>
                  <a:cubicBezTo>
                    <a:pt x="254" y="1"/>
                    <a:pt x="1" y="255"/>
                    <a:pt x="1" y="569"/>
                  </a:cubicBezTo>
                  <a:cubicBezTo>
                    <a:pt x="1" y="880"/>
                    <a:pt x="254" y="1133"/>
                    <a:pt x="569"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428" name="Google Shape;10428;p134"/>
          <p:cNvGrpSpPr/>
          <p:nvPr/>
        </p:nvGrpSpPr>
        <p:grpSpPr>
          <a:xfrm>
            <a:off x="7185179" y="3545089"/>
            <a:ext cx="254022" cy="340186"/>
            <a:chOff x="3926225" y="4399275"/>
            <a:chExt cx="360775" cy="483150"/>
          </a:xfrm>
        </p:grpSpPr>
        <p:sp>
          <p:nvSpPr>
            <p:cNvPr id="10429" name="Google Shape;10429;p134"/>
            <p:cNvSpPr/>
            <p:nvPr/>
          </p:nvSpPr>
          <p:spPr>
            <a:xfrm>
              <a:off x="4163400" y="4797475"/>
              <a:ext cx="56650" cy="28350"/>
            </a:xfrm>
            <a:custGeom>
              <a:rect b="b" l="l" r="r" t="t"/>
              <a:pathLst>
                <a:path extrusionOk="0" h="1134" w="2266">
                  <a:moveTo>
                    <a:pt x="568" y="1"/>
                  </a:moveTo>
                  <a:cubicBezTo>
                    <a:pt x="254" y="1"/>
                    <a:pt x="1" y="255"/>
                    <a:pt x="1" y="569"/>
                  </a:cubicBezTo>
                  <a:cubicBezTo>
                    <a:pt x="1" y="880"/>
                    <a:pt x="254" y="1133"/>
                    <a:pt x="568"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30" name="Google Shape;10430;p134"/>
            <p:cNvSpPr/>
            <p:nvPr/>
          </p:nvSpPr>
          <p:spPr>
            <a:xfrm>
              <a:off x="3926225" y="4399275"/>
              <a:ext cx="360775" cy="483150"/>
            </a:xfrm>
            <a:custGeom>
              <a:rect b="b" l="l" r="r" t="t"/>
              <a:pathLst>
                <a:path extrusionOk="0" h="19326" w="14431">
                  <a:moveTo>
                    <a:pt x="10055" y="1134"/>
                  </a:moveTo>
                  <a:cubicBezTo>
                    <a:pt x="10547" y="1134"/>
                    <a:pt x="10985" y="1457"/>
                    <a:pt x="11133" y="1928"/>
                  </a:cubicBezTo>
                  <a:cubicBezTo>
                    <a:pt x="11281" y="2399"/>
                    <a:pt x="11106" y="2912"/>
                    <a:pt x="10698" y="3196"/>
                  </a:cubicBezTo>
                  <a:cubicBezTo>
                    <a:pt x="10692" y="3181"/>
                    <a:pt x="10683" y="3169"/>
                    <a:pt x="10677" y="3154"/>
                  </a:cubicBezTo>
                  <a:cubicBezTo>
                    <a:pt x="10665" y="3129"/>
                    <a:pt x="10650" y="3105"/>
                    <a:pt x="10635" y="3081"/>
                  </a:cubicBezTo>
                  <a:cubicBezTo>
                    <a:pt x="10270" y="2468"/>
                    <a:pt x="9750" y="1964"/>
                    <a:pt x="9125" y="1620"/>
                  </a:cubicBezTo>
                  <a:cubicBezTo>
                    <a:pt x="9337" y="1318"/>
                    <a:pt x="9684" y="1134"/>
                    <a:pt x="10055" y="1134"/>
                  </a:cubicBezTo>
                  <a:close/>
                  <a:moveTo>
                    <a:pt x="7223" y="2266"/>
                  </a:moveTo>
                  <a:cubicBezTo>
                    <a:pt x="8114" y="2266"/>
                    <a:pt x="8953" y="2686"/>
                    <a:pt x="9488" y="3398"/>
                  </a:cubicBezTo>
                  <a:cubicBezTo>
                    <a:pt x="8953" y="4111"/>
                    <a:pt x="8114" y="4527"/>
                    <a:pt x="7223" y="4531"/>
                  </a:cubicBezTo>
                  <a:lnTo>
                    <a:pt x="4448" y="4531"/>
                  </a:lnTo>
                  <a:cubicBezTo>
                    <a:pt x="4720" y="3214"/>
                    <a:pt x="5879" y="2269"/>
                    <a:pt x="7223" y="2266"/>
                  </a:cubicBezTo>
                  <a:close/>
                  <a:moveTo>
                    <a:pt x="9998" y="4527"/>
                  </a:moveTo>
                  <a:cubicBezTo>
                    <a:pt x="10034" y="4715"/>
                    <a:pt x="10055" y="4905"/>
                    <a:pt x="10055" y="5098"/>
                  </a:cubicBezTo>
                  <a:lnTo>
                    <a:pt x="10055" y="7363"/>
                  </a:lnTo>
                  <a:cubicBezTo>
                    <a:pt x="10055" y="8924"/>
                    <a:pt x="8787" y="10192"/>
                    <a:pt x="7223" y="10192"/>
                  </a:cubicBezTo>
                  <a:cubicBezTo>
                    <a:pt x="5659" y="10192"/>
                    <a:pt x="4394" y="8924"/>
                    <a:pt x="4394" y="7363"/>
                  </a:cubicBezTo>
                  <a:lnTo>
                    <a:pt x="4394" y="5663"/>
                  </a:lnTo>
                  <a:lnTo>
                    <a:pt x="7223" y="5663"/>
                  </a:lnTo>
                  <a:cubicBezTo>
                    <a:pt x="8262" y="5660"/>
                    <a:pt x="9255" y="5255"/>
                    <a:pt x="9998" y="4527"/>
                  </a:cubicBezTo>
                  <a:close/>
                  <a:moveTo>
                    <a:pt x="5526" y="10941"/>
                  </a:moveTo>
                  <a:cubicBezTo>
                    <a:pt x="6063" y="11196"/>
                    <a:pt x="6643" y="11324"/>
                    <a:pt x="7224" y="11324"/>
                  </a:cubicBezTo>
                  <a:cubicBezTo>
                    <a:pt x="7777" y="11324"/>
                    <a:pt x="8331" y="11208"/>
                    <a:pt x="8847" y="10977"/>
                  </a:cubicBezTo>
                  <a:lnTo>
                    <a:pt x="8847" y="11967"/>
                  </a:lnTo>
                  <a:cubicBezTo>
                    <a:pt x="8847" y="12227"/>
                    <a:pt x="9026" y="12454"/>
                    <a:pt x="9279" y="12517"/>
                  </a:cubicBezTo>
                  <a:lnTo>
                    <a:pt x="9466" y="12562"/>
                  </a:lnTo>
                  <a:cubicBezTo>
                    <a:pt x="8899" y="13298"/>
                    <a:pt x="8061" y="13665"/>
                    <a:pt x="7223" y="13665"/>
                  </a:cubicBezTo>
                  <a:cubicBezTo>
                    <a:pt x="6379" y="13665"/>
                    <a:pt x="5536" y="13293"/>
                    <a:pt x="4970" y="12547"/>
                  </a:cubicBezTo>
                  <a:lnTo>
                    <a:pt x="5097" y="12514"/>
                  </a:lnTo>
                  <a:cubicBezTo>
                    <a:pt x="5348" y="12454"/>
                    <a:pt x="5526" y="12227"/>
                    <a:pt x="5526" y="11964"/>
                  </a:cubicBezTo>
                  <a:lnTo>
                    <a:pt x="5526" y="10941"/>
                  </a:lnTo>
                  <a:close/>
                  <a:moveTo>
                    <a:pt x="3805" y="12837"/>
                  </a:moveTo>
                  <a:cubicBezTo>
                    <a:pt x="4515" y="14051"/>
                    <a:pt x="5813" y="14794"/>
                    <a:pt x="7217" y="14797"/>
                  </a:cubicBezTo>
                  <a:cubicBezTo>
                    <a:pt x="7220" y="14797"/>
                    <a:pt x="7223" y="14797"/>
                    <a:pt x="7225" y="14797"/>
                  </a:cubicBezTo>
                  <a:cubicBezTo>
                    <a:pt x="8626" y="14797"/>
                    <a:pt x="9924" y="14054"/>
                    <a:pt x="10635" y="12849"/>
                  </a:cubicBezTo>
                  <a:lnTo>
                    <a:pt x="11767" y="13124"/>
                  </a:lnTo>
                  <a:cubicBezTo>
                    <a:pt x="12649" y="13344"/>
                    <a:pt x="13201" y="14217"/>
                    <a:pt x="13020" y="15105"/>
                  </a:cubicBezTo>
                  <a:lnTo>
                    <a:pt x="12404" y="18194"/>
                  </a:lnTo>
                  <a:lnTo>
                    <a:pt x="2027" y="18194"/>
                  </a:lnTo>
                  <a:lnTo>
                    <a:pt x="1408" y="15105"/>
                  </a:lnTo>
                  <a:cubicBezTo>
                    <a:pt x="1229" y="14214"/>
                    <a:pt x="1782" y="13341"/>
                    <a:pt x="2661" y="13124"/>
                  </a:cubicBezTo>
                  <a:lnTo>
                    <a:pt x="3805" y="12837"/>
                  </a:lnTo>
                  <a:close/>
                  <a:moveTo>
                    <a:pt x="10061" y="0"/>
                  </a:moveTo>
                  <a:cubicBezTo>
                    <a:pt x="9256" y="0"/>
                    <a:pt x="8461" y="426"/>
                    <a:pt x="8047" y="1221"/>
                  </a:cubicBezTo>
                  <a:cubicBezTo>
                    <a:pt x="7767" y="1162"/>
                    <a:pt x="7489" y="1134"/>
                    <a:pt x="7216" y="1134"/>
                  </a:cubicBezTo>
                  <a:cubicBezTo>
                    <a:pt x="5084" y="1134"/>
                    <a:pt x="3261" y="2863"/>
                    <a:pt x="3261" y="5098"/>
                  </a:cubicBezTo>
                  <a:lnTo>
                    <a:pt x="3261" y="7363"/>
                  </a:lnTo>
                  <a:cubicBezTo>
                    <a:pt x="3258" y="8398"/>
                    <a:pt x="3666" y="9392"/>
                    <a:pt x="4394" y="10132"/>
                  </a:cubicBezTo>
                  <a:lnTo>
                    <a:pt x="4394" y="11524"/>
                  </a:lnTo>
                  <a:lnTo>
                    <a:pt x="2386" y="12025"/>
                  </a:lnTo>
                  <a:cubicBezTo>
                    <a:pt x="921" y="12390"/>
                    <a:pt x="0" y="13846"/>
                    <a:pt x="299" y="15328"/>
                  </a:cubicBezTo>
                  <a:lnTo>
                    <a:pt x="1006" y="18870"/>
                  </a:lnTo>
                  <a:cubicBezTo>
                    <a:pt x="1060" y="19136"/>
                    <a:pt x="1293" y="19326"/>
                    <a:pt x="1562" y="19326"/>
                  </a:cubicBezTo>
                  <a:lnTo>
                    <a:pt x="12866" y="19326"/>
                  </a:lnTo>
                  <a:cubicBezTo>
                    <a:pt x="13138" y="19326"/>
                    <a:pt x="13371" y="19136"/>
                    <a:pt x="13422" y="18870"/>
                  </a:cubicBezTo>
                  <a:lnTo>
                    <a:pt x="14131" y="15328"/>
                  </a:lnTo>
                  <a:cubicBezTo>
                    <a:pt x="14430" y="13842"/>
                    <a:pt x="13506" y="12387"/>
                    <a:pt x="12039" y="12025"/>
                  </a:cubicBezTo>
                  <a:lnTo>
                    <a:pt x="10569" y="11665"/>
                  </a:lnTo>
                  <a:lnTo>
                    <a:pt x="10565" y="11665"/>
                  </a:lnTo>
                  <a:cubicBezTo>
                    <a:pt x="10505" y="11638"/>
                    <a:pt x="10445" y="11626"/>
                    <a:pt x="10378" y="11620"/>
                  </a:cubicBezTo>
                  <a:lnTo>
                    <a:pt x="9980" y="11524"/>
                  </a:lnTo>
                  <a:lnTo>
                    <a:pt x="9980" y="10207"/>
                  </a:lnTo>
                  <a:cubicBezTo>
                    <a:pt x="10750" y="9461"/>
                    <a:pt x="11188" y="8435"/>
                    <a:pt x="11188" y="7363"/>
                  </a:cubicBezTo>
                  <a:lnTo>
                    <a:pt x="11188" y="5098"/>
                  </a:lnTo>
                  <a:cubicBezTo>
                    <a:pt x="11188" y="4820"/>
                    <a:pt x="11157" y="4546"/>
                    <a:pt x="11100" y="4274"/>
                  </a:cubicBezTo>
                  <a:cubicBezTo>
                    <a:pt x="12459" y="3567"/>
                    <a:pt x="12739" y="1747"/>
                    <a:pt x="11659" y="663"/>
                  </a:cubicBezTo>
                  <a:cubicBezTo>
                    <a:pt x="11209" y="214"/>
                    <a:pt x="10632" y="0"/>
                    <a:pt x="1006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431" name="Google Shape;10431;p134"/>
          <p:cNvSpPr/>
          <p:nvPr/>
        </p:nvSpPr>
        <p:spPr>
          <a:xfrm>
            <a:off x="7645633" y="3544578"/>
            <a:ext cx="179387" cy="340116"/>
          </a:xfrm>
          <a:custGeom>
            <a:rect b="b" l="l" r="r" t="t"/>
            <a:pathLst>
              <a:path extrusionOk="0" h="19322" w="10191">
                <a:moveTo>
                  <a:pt x="5102" y="1126"/>
                </a:moveTo>
                <a:cubicBezTo>
                  <a:pt x="5353" y="1126"/>
                  <a:pt x="5610" y="1220"/>
                  <a:pt x="5819" y="1429"/>
                </a:cubicBezTo>
                <a:cubicBezTo>
                  <a:pt x="6115" y="1724"/>
                  <a:pt x="6202" y="2165"/>
                  <a:pt x="6042" y="2549"/>
                </a:cubicBezTo>
                <a:cubicBezTo>
                  <a:pt x="5882" y="2932"/>
                  <a:pt x="5508" y="3180"/>
                  <a:pt x="5094" y="3180"/>
                </a:cubicBezTo>
                <a:cubicBezTo>
                  <a:pt x="4526" y="3180"/>
                  <a:pt x="4070" y="2721"/>
                  <a:pt x="4067" y="2156"/>
                </a:cubicBezTo>
                <a:cubicBezTo>
                  <a:pt x="4067" y="1537"/>
                  <a:pt x="4574" y="1126"/>
                  <a:pt x="5102" y="1126"/>
                </a:cubicBezTo>
                <a:close/>
                <a:moveTo>
                  <a:pt x="7513" y="5432"/>
                </a:moveTo>
                <a:cubicBezTo>
                  <a:pt x="8364" y="5432"/>
                  <a:pt x="9059" y="6214"/>
                  <a:pt x="9059" y="7175"/>
                </a:cubicBezTo>
                <a:lnTo>
                  <a:pt x="9059" y="10433"/>
                </a:lnTo>
                <a:cubicBezTo>
                  <a:pt x="9059" y="10747"/>
                  <a:pt x="8805" y="11000"/>
                  <a:pt x="8491" y="11000"/>
                </a:cubicBezTo>
                <a:cubicBezTo>
                  <a:pt x="8177" y="11000"/>
                  <a:pt x="7926" y="10747"/>
                  <a:pt x="7926" y="10433"/>
                </a:cubicBezTo>
                <a:lnTo>
                  <a:pt x="7926" y="7395"/>
                </a:lnTo>
                <a:cubicBezTo>
                  <a:pt x="7926" y="7081"/>
                  <a:pt x="7673" y="6830"/>
                  <a:pt x="7359" y="6830"/>
                </a:cubicBezTo>
                <a:cubicBezTo>
                  <a:pt x="7045" y="6830"/>
                  <a:pt x="6794" y="7081"/>
                  <a:pt x="6794" y="7395"/>
                </a:cubicBezTo>
                <a:lnTo>
                  <a:pt x="6794" y="17625"/>
                </a:lnTo>
                <a:cubicBezTo>
                  <a:pt x="6794" y="17936"/>
                  <a:pt x="6540" y="18190"/>
                  <a:pt x="6226" y="18190"/>
                </a:cubicBezTo>
                <a:cubicBezTo>
                  <a:pt x="5912" y="18190"/>
                  <a:pt x="5662" y="17936"/>
                  <a:pt x="5662" y="17625"/>
                </a:cubicBezTo>
                <a:lnTo>
                  <a:pt x="5662" y="11867"/>
                </a:lnTo>
                <a:cubicBezTo>
                  <a:pt x="5662" y="11556"/>
                  <a:pt x="5408" y="11302"/>
                  <a:pt x="5094" y="11302"/>
                </a:cubicBezTo>
                <a:cubicBezTo>
                  <a:pt x="4780" y="11302"/>
                  <a:pt x="4529" y="11556"/>
                  <a:pt x="4529" y="11867"/>
                </a:cubicBezTo>
                <a:lnTo>
                  <a:pt x="4529" y="17625"/>
                </a:lnTo>
                <a:cubicBezTo>
                  <a:pt x="4529" y="17936"/>
                  <a:pt x="4276" y="18190"/>
                  <a:pt x="3962" y="18190"/>
                </a:cubicBezTo>
                <a:cubicBezTo>
                  <a:pt x="3648" y="18190"/>
                  <a:pt x="3397" y="17936"/>
                  <a:pt x="3397" y="17625"/>
                </a:cubicBezTo>
                <a:lnTo>
                  <a:pt x="3397" y="7395"/>
                </a:lnTo>
                <a:cubicBezTo>
                  <a:pt x="3397" y="7081"/>
                  <a:pt x="3143" y="6830"/>
                  <a:pt x="2829" y="6830"/>
                </a:cubicBezTo>
                <a:cubicBezTo>
                  <a:pt x="2515" y="6830"/>
                  <a:pt x="2265" y="7081"/>
                  <a:pt x="2265" y="7395"/>
                </a:cubicBezTo>
                <a:lnTo>
                  <a:pt x="2265" y="10433"/>
                </a:lnTo>
                <a:cubicBezTo>
                  <a:pt x="2265" y="10747"/>
                  <a:pt x="2011" y="11000"/>
                  <a:pt x="1697" y="11000"/>
                </a:cubicBezTo>
                <a:cubicBezTo>
                  <a:pt x="1383" y="11000"/>
                  <a:pt x="1133" y="10747"/>
                  <a:pt x="1133" y="10433"/>
                </a:cubicBezTo>
                <a:lnTo>
                  <a:pt x="1133" y="7175"/>
                </a:lnTo>
                <a:cubicBezTo>
                  <a:pt x="1133" y="6214"/>
                  <a:pt x="1824" y="5432"/>
                  <a:pt x="2675" y="5432"/>
                </a:cubicBezTo>
                <a:close/>
                <a:moveTo>
                  <a:pt x="5094" y="0"/>
                </a:moveTo>
                <a:cubicBezTo>
                  <a:pt x="3950" y="0"/>
                  <a:pt x="3002" y="894"/>
                  <a:pt x="2938" y="2038"/>
                </a:cubicBezTo>
                <a:cubicBezTo>
                  <a:pt x="2878" y="3180"/>
                  <a:pt x="3720" y="4173"/>
                  <a:pt x="4859" y="4300"/>
                </a:cubicBezTo>
                <a:lnTo>
                  <a:pt x="2675" y="4300"/>
                </a:lnTo>
                <a:cubicBezTo>
                  <a:pt x="1199" y="4300"/>
                  <a:pt x="0" y="5589"/>
                  <a:pt x="0" y="7175"/>
                </a:cubicBezTo>
                <a:lnTo>
                  <a:pt x="0" y="10433"/>
                </a:lnTo>
                <a:cubicBezTo>
                  <a:pt x="0" y="11403"/>
                  <a:pt x="797" y="12134"/>
                  <a:pt x="1698" y="12134"/>
                </a:cubicBezTo>
                <a:cubicBezTo>
                  <a:pt x="1885" y="12134"/>
                  <a:pt x="2076" y="12103"/>
                  <a:pt x="2265" y="12036"/>
                </a:cubicBezTo>
                <a:lnTo>
                  <a:pt x="2265" y="17625"/>
                </a:lnTo>
                <a:cubicBezTo>
                  <a:pt x="2265" y="18561"/>
                  <a:pt x="3023" y="19322"/>
                  <a:pt x="3962" y="19322"/>
                </a:cubicBezTo>
                <a:cubicBezTo>
                  <a:pt x="4378" y="19322"/>
                  <a:pt x="4783" y="19168"/>
                  <a:pt x="5094" y="18887"/>
                </a:cubicBezTo>
                <a:cubicBezTo>
                  <a:pt x="5412" y="19172"/>
                  <a:pt x="5817" y="19321"/>
                  <a:pt x="6228" y="19321"/>
                </a:cubicBezTo>
                <a:cubicBezTo>
                  <a:pt x="6462" y="19321"/>
                  <a:pt x="6697" y="19272"/>
                  <a:pt x="6918" y="19174"/>
                </a:cubicBezTo>
                <a:cubicBezTo>
                  <a:pt x="7531" y="18899"/>
                  <a:pt x="7923" y="18292"/>
                  <a:pt x="7926" y="17625"/>
                </a:cubicBezTo>
                <a:lnTo>
                  <a:pt x="7926" y="12036"/>
                </a:lnTo>
                <a:cubicBezTo>
                  <a:pt x="8115" y="12103"/>
                  <a:pt x="8305" y="12134"/>
                  <a:pt x="8492" y="12134"/>
                </a:cubicBezTo>
                <a:cubicBezTo>
                  <a:pt x="9392" y="12134"/>
                  <a:pt x="10188" y="11403"/>
                  <a:pt x="10191" y="10433"/>
                </a:cubicBezTo>
                <a:lnTo>
                  <a:pt x="10191" y="7175"/>
                </a:lnTo>
                <a:cubicBezTo>
                  <a:pt x="10191" y="5589"/>
                  <a:pt x="8989" y="4300"/>
                  <a:pt x="7513" y="4300"/>
                </a:cubicBezTo>
                <a:lnTo>
                  <a:pt x="5330" y="4300"/>
                </a:lnTo>
                <a:cubicBezTo>
                  <a:pt x="6468" y="4173"/>
                  <a:pt x="7310" y="3180"/>
                  <a:pt x="7250" y="2038"/>
                </a:cubicBezTo>
                <a:cubicBezTo>
                  <a:pt x="7187" y="894"/>
                  <a:pt x="6238" y="0"/>
                  <a:pt x="509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432" name="Google Shape;10432;p134"/>
          <p:cNvGrpSpPr/>
          <p:nvPr/>
        </p:nvGrpSpPr>
        <p:grpSpPr>
          <a:xfrm>
            <a:off x="7990738" y="3545151"/>
            <a:ext cx="340080" cy="340063"/>
            <a:chOff x="5053975" y="4399375"/>
            <a:chExt cx="483000" cy="482975"/>
          </a:xfrm>
        </p:grpSpPr>
        <p:sp>
          <p:nvSpPr>
            <p:cNvPr id="10433" name="Google Shape;10433;p134"/>
            <p:cNvSpPr/>
            <p:nvPr/>
          </p:nvSpPr>
          <p:spPr>
            <a:xfrm>
              <a:off x="5053975" y="4399375"/>
              <a:ext cx="483000" cy="482975"/>
            </a:xfrm>
            <a:custGeom>
              <a:rect b="b" l="l" r="r" t="t"/>
              <a:pathLst>
                <a:path extrusionOk="0" h="19319" w="19320">
                  <a:moveTo>
                    <a:pt x="9660" y="1130"/>
                  </a:moveTo>
                  <a:cubicBezTo>
                    <a:pt x="11822" y="1130"/>
                    <a:pt x="13981" y="1972"/>
                    <a:pt x="15666" y="3654"/>
                  </a:cubicBezTo>
                  <a:cubicBezTo>
                    <a:pt x="19033" y="7021"/>
                    <a:pt x="19033" y="12299"/>
                    <a:pt x="15666" y="15665"/>
                  </a:cubicBezTo>
                  <a:cubicBezTo>
                    <a:pt x="13983" y="17349"/>
                    <a:pt x="11821" y="18190"/>
                    <a:pt x="9660" y="18190"/>
                  </a:cubicBezTo>
                  <a:cubicBezTo>
                    <a:pt x="7499" y="18190"/>
                    <a:pt x="5338" y="17349"/>
                    <a:pt x="3655" y="15665"/>
                  </a:cubicBezTo>
                  <a:cubicBezTo>
                    <a:pt x="288" y="12299"/>
                    <a:pt x="288" y="7024"/>
                    <a:pt x="3655" y="3654"/>
                  </a:cubicBezTo>
                  <a:cubicBezTo>
                    <a:pt x="5339" y="1972"/>
                    <a:pt x="7498" y="1130"/>
                    <a:pt x="9660" y="1130"/>
                  </a:cubicBezTo>
                  <a:close/>
                  <a:moveTo>
                    <a:pt x="9660" y="0"/>
                  </a:moveTo>
                  <a:cubicBezTo>
                    <a:pt x="7112" y="0"/>
                    <a:pt x="4693" y="1015"/>
                    <a:pt x="2854" y="2854"/>
                  </a:cubicBezTo>
                  <a:cubicBezTo>
                    <a:pt x="1016" y="4693"/>
                    <a:pt x="1" y="7111"/>
                    <a:pt x="1" y="9660"/>
                  </a:cubicBezTo>
                  <a:cubicBezTo>
                    <a:pt x="1" y="12208"/>
                    <a:pt x="1016" y="14627"/>
                    <a:pt x="2854" y="16465"/>
                  </a:cubicBezTo>
                  <a:cubicBezTo>
                    <a:pt x="4693" y="18304"/>
                    <a:pt x="7112" y="19319"/>
                    <a:pt x="9660" y="19319"/>
                  </a:cubicBezTo>
                  <a:cubicBezTo>
                    <a:pt x="12209" y="19319"/>
                    <a:pt x="14627" y="18304"/>
                    <a:pt x="16466" y="16465"/>
                  </a:cubicBezTo>
                  <a:cubicBezTo>
                    <a:pt x="18305" y="14627"/>
                    <a:pt x="19319" y="12208"/>
                    <a:pt x="19319" y="9660"/>
                  </a:cubicBezTo>
                  <a:cubicBezTo>
                    <a:pt x="19319" y="7111"/>
                    <a:pt x="18305" y="4693"/>
                    <a:pt x="16466" y="2854"/>
                  </a:cubicBezTo>
                  <a:cubicBezTo>
                    <a:pt x="14627" y="1015"/>
                    <a:pt x="12209" y="0"/>
                    <a:pt x="966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34" name="Google Shape;10434;p134"/>
            <p:cNvSpPr/>
            <p:nvPr/>
          </p:nvSpPr>
          <p:spPr>
            <a:xfrm>
              <a:off x="5100725" y="4528375"/>
              <a:ext cx="309350" cy="296450"/>
            </a:xfrm>
            <a:custGeom>
              <a:rect b="b" l="l" r="r" t="t"/>
              <a:pathLst>
                <a:path extrusionOk="0" h="11858" w="12374">
                  <a:moveTo>
                    <a:pt x="2352" y="1462"/>
                  </a:moveTo>
                  <a:lnTo>
                    <a:pt x="10828" y="9938"/>
                  </a:lnTo>
                  <a:cubicBezTo>
                    <a:pt x="9875" y="10469"/>
                    <a:pt x="8830" y="10728"/>
                    <a:pt x="7793" y="10728"/>
                  </a:cubicBezTo>
                  <a:cubicBezTo>
                    <a:pt x="6180" y="10728"/>
                    <a:pt x="4586" y="10102"/>
                    <a:pt x="3388" y="8902"/>
                  </a:cubicBezTo>
                  <a:cubicBezTo>
                    <a:pt x="1416" y="6933"/>
                    <a:pt x="993" y="3896"/>
                    <a:pt x="2352" y="1462"/>
                  </a:cubicBezTo>
                  <a:close/>
                  <a:moveTo>
                    <a:pt x="2253" y="0"/>
                  </a:moveTo>
                  <a:cubicBezTo>
                    <a:pt x="2078" y="0"/>
                    <a:pt x="1904" y="81"/>
                    <a:pt x="1794" y="236"/>
                  </a:cubicBezTo>
                  <a:cubicBezTo>
                    <a:pt x="257" y="2395"/>
                    <a:pt x="0" y="5215"/>
                    <a:pt x="1120" y="7616"/>
                  </a:cubicBezTo>
                  <a:cubicBezTo>
                    <a:pt x="2243" y="10016"/>
                    <a:pt x="4568" y="11628"/>
                    <a:pt x="7210" y="11837"/>
                  </a:cubicBezTo>
                  <a:lnTo>
                    <a:pt x="7210" y="11834"/>
                  </a:lnTo>
                  <a:cubicBezTo>
                    <a:pt x="7404" y="11849"/>
                    <a:pt x="7597" y="11858"/>
                    <a:pt x="7787" y="11858"/>
                  </a:cubicBezTo>
                  <a:cubicBezTo>
                    <a:pt x="9318" y="11858"/>
                    <a:pt x="10807" y="11384"/>
                    <a:pt x="12057" y="10502"/>
                  </a:cubicBezTo>
                  <a:cubicBezTo>
                    <a:pt x="12340" y="10297"/>
                    <a:pt x="12374" y="9886"/>
                    <a:pt x="12126" y="9639"/>
                  </a:cubicBezTo>
                  <a:lnTo>
                    <a:pt x="2654" y="167"/>
                  </a:lnTo>
                  <a:cubicBezTo>
                    <a:pt x="2542" y="55"/>
                    <a:pt x="2397" y="0"/>
                    <a:pt x="225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35" name="Google Shape;10435;p134"/>
            <p:cNvSpPr/>
            <p:nvPr/>
          </p:nvSpPr>
          <p:spPr>
            <a:xfrm>
              <a:off x="5180875" y="4456850"/>
              <a:ext cx="316625" cy="296575"/>
            </a:xfrm>
            <a:custGeom>
              <a:rect b="b" l="l" r="r" t="t"/>
              <a:pathLst>
                <a:path extrusionOk="0" h="11863" w="12665">
                  <a:moveTo>
                    <a:pt x="4584" y="1128"/>
                  </a:moveTo>
                  <a:cubicBezTo>
                    <a:pt x="6196" y="1128"/>
                    <a:pt x="7791" y="1755"/>
                    <a:pt x="8987" y="2958"/>
                  </a:cubicBezTo>
                  <a:cubicBezTo>
                    <a:pt x="10964" y="4924"/>
                    <a:pt x="11387" y="7967"/>
                    <a:pt x="10022" y="10398"/>
                  </a:cubicBezTo>
                  <a:lnTo>
                    <a:pt x="1547" y="1923"/>
                  </a:lnTo>
                  <a:cubicBezTo>
                    <a:pt x="2499" y="1388"/>
                    <a:pt x="3545" y="1128"/>
                    <a:pt x="4584" y="1128"/>
                  </a:cubicBezTo>
                  <a:close/>
                  <a:moveTo>
                    <a:pt x="4578" y="1"/>
                  </a:moveTo>
                  <a:cubicBezTo>
                    <a:pt x="3095" y="1"/>
                    <a:pt x="1604" y="448"/>
                    <a:pt x="321" y="1361"/>
                  </a:cubicBezTo>
                  <a:cubicBezTo>
                    <a:pt x="34" y="1563"/>
                    <a:pt x="1" y="1977"/>
                    <a:pt x="248" y="2224"/>
                  </a:cubicBezTo>
                  <a:lnTo>
                    <a:pt x="9723" y="11697"/>
                  </a:lnTo>
                  <a:cubicBezTo>
                    <a:pt x="9829" y="11802"/>
                    <a:pt x="9971" y="11863"/>
                    <a:pt x="10122" y="11863"/>
                  </a:cubicBezTo>
                  <a:lnTo>
                    <a:pt x="10170" y="11863"/>
                  </a:lnTo>
                  <a:cubicBezTo>
                    <a:pt x="10336" y="11847"/>
                    <a:pt x="10487" y="11763"/>
                    <a:pt x="10584" y="11624"/>
                  </a:cubicBezTo>
                  <a:cubicBezTo>
                    <a:pt x="12664" y="8698"/>
                    <a:pt x="12326" y="4697"/>
                    <a:pt x="9787" y="2158"/>
                  </a:cubicBezTo>
                  <a:cubicBezTo>
                    <a:pt x="8361" y="733"/>
                    <a:pt x="6476" y="1"/>
                    <a:pt x="45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436" name="Google Shape;10436;p134"/>
          <p:cNvGrpSpPr/>
          <p:nvPr/>
        </p:nvGrpSpPr>
        <p:grpSpPr>
          <a:xfrm>
            <a:off x="7750609" y="3956042"/>
            <a:ext cx="340168" cy="340168"/>
            <a:chOff x="5648375" y="4399300"/>
            <a:chExt cx="483125" cy="483125"/>
          </a:xfrm>
        </p:grpSpPr>
        <p:sp>
          <p:nvSpPr>
            <p:cNvPr id="10437" name="Google Shape;10437;p134"/>
            <p:cNvSpPr/>
            <p:nvPr/>
          </p:nvSpPr>
          <p:spPr>
            <a:xfrm>
              <a:off x="5648375" y="4399300"/>
              <a:ext cx="483125" cy="483125"/>
            </a:xfrm>
            <a:custGeom>
              <a:rect b="b" l="l" r="r" t="t"/>
              <a:pathLst>
                <a:path extrusionOk="0" h="19325" w="19325">
                  <a:moveTo>
                    <a:pt x="9662" y="1133"/>
                  </a:moveTo>
                  <a:cubicBezTo>
                    <a:pt x="11906" y="1133"/>
                    <a:pt x="14041" y="2029"/>
                    <a:pt x="15668" y="3657"/>
                  </a:cubicBezTo>
                  <a:cubicBezTo>
                    <a:pt x="17295" y="5287"/>
                    <a:pt x="18192" y="7419"/>
                    <a:pt x="18192" y="9663"/>
                  </a:cubicBezTo>
                  <a:cubicBezTo>
                    <a:pt x="18192" y="11906"/>
                    <a:pt x="17295" y="14041"/>
                    <a:pt x="15668" y="15668"/>
                  </a:cubicBezTo>
                  <a:cubicBezTo>
                    <a:pt x="14041" y="17296"/>
                    <a:pt x="11906" y="18193"/>
                    <a:pt x="9662" y="18193"/>
                  </a:cubicBezTo>
                  <a:cubicBezTo>
                    <a:pt x="7419" y="18193"/>
                    <a:pt x="5284" y="17296"/>
                    <a:pt x="3657" y="15668"/>
                  </a:cubicBezTo>
                  <a:cubicBezTo>
                    <a:pt x="290" y="12302"/>
                    <a:pt x="290" y="7024"/>
                    <a:pt x="3657" y="3657"/>
                  </a:cubicBezTo>
                  <a:cubicBezTo>
                    <a:pt x="5287" y="2029"/>
                    <a:pt x="7419" y="1133"/>
                    <a:pt x="9662" y="1133"/>
                  </a:cubicBezTo>
                  <a:close/>
                  <a:moveTo>
                    <a:pt x="9662" y="0"/>
                  </a:moveTo>
                  <a:cubicBezTo>
                    <a:pt x="7117" y="0"/>
                    <a:pt x="4698" y="1015"/>
                    <a:pt x="2856" y="2857"/>
                  </a:cubicBezTo>
                  <a:cubicBezTo>
                    <a:pt x="1015" y="4699"/>
                    <a:pt x="0" y="7117"/>
                    <a:pt x="0" y="9663"/>
                  </a:cubicBezTo>
                  <a:cubicBezTo>
                    <a:pt x="0" y="12208"/>
                    <a:pt x="1015" y="14627"/>
                    <a:pt x="2856" y="16468"/>
                  </a:cubicBezTo>
                  <a:cubicBezTo>
                    <a:pt x="4698" y="18310"/>
                    <a:pt x="7117" y="19325"/>
                    <a:pt x="9662" y="19325"/>
                  </a:cubicBezTo>
                  <a:cubicBezTo>
                    <a:pt x="12208" y="19325"/>
                    <a:pt x="14626" y="18310"/>
                    <a:pt x="16468" y="16468"/>
                  </a:cubicBezTo>
                  <a:cubicBezTo>
                    <a:pt x="18310" y="14627"/>
                    <a:pt x="19325" y="12208"/>
                    <a:pt x="19325" y="9663"/>
                  </a:cubicBezTo>
                  <a:cubicBezTo>
                    <a:pt x="19325" y="7117"/>
                    <a:pt x="18310" y="4699"/>
                    <a:pt x="16468" y="2857"/>
                  </a:cubicBezTo>
                  <a:cubicBezTo>
                    <a:pt x="14626" y="1015"/>
                    <a:pt x="12211" y="0"/>
                    <a:pt x="966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38" name="Google Shape;10438;p134"/>
            <p:cNvSpPr/>
            <p:nvPr/>
          </p:nvSpPr>
          <p:spPr>
            <a:xfrm>
              <a:off x="5734275" y="4598425"/>
              <a:ext cx="311400" cy="84950"/>
            </a:xfrm>
            <a:custGeom>
              <a:rect b="b" l="l" r="r" t="t"/>
              <a:pathLst>
                <a:path extrusionOk="0" h="3398" w="12456">
                  <a:moveTo>
                    <a:pt x="11323" y="1133"/>
                  </a:moveTo>
                  <a:lnTo>
                    <a:pt x="11323" y="2265"/>
                  </a:lnTo>
                  <a:lnTo>
                    <a:pt x="1133" y="2265"/>
                  </a:lnTo>
                  <a:lnTo>
                    <a:pt x="1133" y="1133"/>
                  </a:lnTo>
                  <a:close/>
                  <a:moveTo>
                    <a:pt x="565" y="1"/>
                  </a:moveTo>
                  <a:cubicBezTo>
                    <a:pt x="251" y="1"/>
                    <a:pt x="0" y="251"/>
                    <a:pt x="0" y="565"/>
                  </a:cubicBezTo>
                  <a:lnTo>
                    <a:pt x="0" y="2830"/>
                  </a:lnTo>
                  <a:cubicBezTo>
                    <a:pt x="0" y="3144"/>
                    <a:pt x="251" y="3398"/>
                    <a:pt x="565" y="3398"/>
                  </a:cubicBezTo>
                  <a:lnTo>
                    <a:pt x="11888" y="3398"/>
                  </a:lnTo>
                  <a:cubicBezTo>
                    <a:pt x="12202" y="3398"/>
                    <a:pt x="12455" y="3144"/>
                    <a:pt x="12455" y="2830"/>
                  </a:cubicBezTo>
                  <a:lnTo>
                    <a:pt x="12455" y="565"/>
                  </a:lnTo>
                  <a:cubicBezTo>
                    <a:pt x="12455" y="251"/>
                    <a:pt x="12202" y="1"/>
                    <a:pt x="1188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439" name="Google Shape;10439;p134"/>
          <p:cNvGrpSpPr/>
          <p:nvPr/>
        </p:nvGrpSpPr>
        <p:grpSpPr>
          <a:xfrm>
            <a:off x="5981331" y="3974637"/>
            <a:ext cx="330007" cy="302744"/>
            <a:chOff x="6239575" y="4416275"/>
            <a:chExt cx="489625" cy="449175"/>
          </a:xfrm>
        </p:grpSpPr>
        <p:sp>
          <p:nvSpPr>
            <p:cNvPr id="10440" name="Google Shape;10440;p134"/>
            <p:cNvSpPr/>
            <p:nvPr/>
          </p:nvSpPr>
          <p:spPr>
            <a:xfrm>
              <a:off x="6239575" y="4416275"/>
              <a:ext cx="489625" cy="449175"/>
            </a:xfrm>
            <a:custGeom>
              <a:rect b="b" l="l" r="r" t="t"/>
              <a:pathLst>
                <a:path extrusionOk="0" h="17967" w="19585">
                  <a:moveTo>
                    <a:pt x="9792" y="1132"/>
                  </a:moveTo>
                  <a:cubicBezTo>
                    <a:pt x="10374" y="1132"/>
                    <a:pt x="10955" y="1424"/>
                    <a:pt x="11278" y="2009"/>
                  </a:cubicBezTo>
                  <a:lnTo>
                    <a:pt x="18111" y="14313"/>
                  </a:lnTo>
                  <a:cubicBezTo>
                    <a:pt x="18404" y="14838"/>
                    <a:pt x="18395" y="15481"/>
                    <a:pt x="18087" y="15998"/>
                  </a:cubicBezTo>
                  <a:cubicBezTo>
                    <a:pt x="17786" y="16518"/>
                    <a:pt x="17232" y="16834"/>
                    <a:pt x="16634" y="16834"/>
                  </a:cubicBezTo>
                  <a:cubicBezTo>
                    <a:pt x="16631" y="16834"/>
                    <a:pt x="16628" y="16834"/>
                    <a:pt x="16625" y="16834"/>
                  </a:cubicBezTo>
                  <a:lnTo>
                    <a:pt x="2962" y="16834"/>
                  </a:lnTo>
                  <a:cubicBezTo>
                    <a:pt x="1667" y="16834"/>
                    <a:pt x="849" y="15445"/>
                    <a:pt x="1474" y="14313"/>
                  </a:cubicBezTo>
                  <a:lnTo>
                    <a:pt x="8307" y="2009"/>
                  </a:lnTo>
                  <a:cubicBezTo>
                    <a:pt x="8630" y="1424"/>
                    <a:pt x="9211" y="1132"/>
                    <a:pt x="9792" y="1132"/>
                  </a:cubicBezTo>
                  <a:close/>
                  <a:moveTo>
                    <a:pt x="9792" y="1"/>
                  </a:moveTo>
                  <a:cubicBezTo>
                    <a:pt x="8763" y="1"/>
                    <a:pt x="7815" y="559"/>
                    <a:pt x="7317" y="1462"/>
                  </a:cubicBezTo>
                  <a:lnTo>
                    <a:pt x="483" y="13766"/>
                  </a:lnTo>
                  <a:cubicBezTo>
                    <a:pt x="0" y="14642"/>
                    <a:pt x="15" y="15711"/>
                    <a:pt x="523" y="16574"/>
                  </a:cubicBezTo>
                  <a:cubicBezTo>
                    <a:pt x="1033" y="17435"/>
                    <a:pt x="1960" y="17966"/>
                    <a:pt x="2962" y="17966"/>
                  </a:cubicBezTo>
                  <a:lnTo>
                    <a:pt x="16625" y="17966"/>
                  </a:lnTo>
                  <a:cubicBezTo>
                    <a:pt x="17625" y="17966"/>
                    <a:pt x="18555" y="17435"/>
                    <a:pt x="19062" y="16574"/>
                  </a:cubicBezTo>
                  <a:cubicBezTo>
                    <a:pt x="19572" y="15711"/>
                    <a:pt x="19585" y="14642"/>
                    <a:pt x="19101" y="13766"/>
                  </a:cubicBezTo>
                  <a:lnTo>
                    <a:pt x="12271" y="1462"/>
                  </a:lnTo>
                  <a:cubicBezTo>
                    <a:pt x="11770" y="559"/>
                    <a:pt x="10822" y="1"/>
                    <a:pt x="979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41" name="Google Shape;10441;p134"/>
            <p:cNvSpPr/>
            <p:nvPr/>
          </p:nvSpPr>
          <p:spPr>
            <a:xfrm>
              <a:off x="6438550" y="4723875"/>
              <a:ext cx="88350" cy="84950"/>
            </a:xfrm>
            <a:custGeom>
              <a:rect b="b" l="l" r="r" t="t"/>
              <a:pathLst>
                <a:path extrusionOk="0" h="3398" w="3534">
                  <a:moveTo>
                    <a:pt x="1830" y="1132"/>
                  </a:moveTo>
                  <a:cubicBezTo>
                    <a:pt x="2122" y="1132"/>
                    <a:pt x="2401" y="1358"/>
                    <a:pt x="2401" y="1701"/>
                  </a:cubicBezTo>
                  <a:cubicBezTo>
                    <a:pt x="2401" y="2012"/>
                    <a:pt x="2147" y="2266"/>
                    <a:pt x="1833" y="2266"/>
                  </a:cubicBezTo>
                  <a:cubicBezTo>
                    <a:pt x="1329" y="2266"/>
                    <a:pt x="1076" y="1656"/>
                    <a:pt x="1432" y="1299"/>
                  </a:cubicBezTo>
                  <a:cubicBezTo>
                    <a:pt x="1548" y="1184"/>
                    <a:pt x="1691" y="1132"/>
                    <a:pt x="1830" y="1132"/>
                  </a:cubicBezTo>
                  <a:close/>
                  <a:moveTo>
                    <a:pt x="1833" y="1"/>
                  </a:moveTo>
                  <a:cubicBezTo>
                    <a:pt x="1145" y="1"/>
                    <a:pt x="526" y="415"/>
                    <a:pt x="263" y="1049"/>
                  </a:cubicBezTo>
                  <a:cubicBezTo>
                    <a:pt x="1" y="1683"/>
                    <a:pt x="146" y="2414"/>
                    <a:pt x="632" y="2900"/>
                  </a:cubicBezTo>
                  <a:cubicBezTo>
                    <a:pt x="957" y="3225"/>
                    <a:pt x="1391" y="3397"/>
                    <a:pt x="1833" y="3397"/>
                  </a:cubicBezTo>
                  <a:cubicBezTo>
                    <a:pt x="2052" y="3397"/>
                    <a:pt x="2273" y="3355"/>
                    <a:pt x="2483" y="3268"/>
                  </a:cubicBezTo>
                  <a:cubicBezTo>
                    <a:pt x="3117" y="3005"/>
                    <a:pt x="3533" y="2386"/>
                    <a:pt x="3533" y="1701"/>
                  </a:cubicBezTo>
                  <a:cubicBezTo>
                    <a:pt x="3530" y="762"/>
                    <a:pt x="2772" y="1"/>
                    <a:pt x="183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42" name="Google Shape;10442;p134"/>
            <p:cNvSpPr/>
            <p:nvPr/>
          </p:nvSpPr>
          <p:spPr>
            <a:xfrm>
              <a:off x="6441950" y="4497425"/>
              <a:ext cx="84950" cy="198250"/>
            </a:xfrm>
            <a:custGeom>
              <a:rect b="b" l="l" r="r" t="t"/>
              <a:pathLst>
                <a:path extrusionOk="0" h="7930" w="3398">
                  <a:moveTo>
                    <a:pt x="1697" y="1133"/>
                  </a:moveTo>
                  <a:cubicBezTo>
                    <a:pt x="2011" y="1133"/>
                    <a:pt x="2265" y="1387"/>
                    <a:pt x="2265" y="1701"/>
                  </a:cubicBezTo>
                  <a:lnTo>
                    <a:pt x="2265" y="6230"/>
                  </a:lnTo>
                  <a:cubicBezTo>
                    <a:pt x="2265" y="6544"/>
                    <a:pt x="2011" y="6797"/>
                    <a:pt x="1697" y="6797"/>
                  </a:cubicBezTo>
                  <a:cubicBezTo>
                    <a:pt x="1383" y="6797"/>
                    <a:pt x="1133" y="6544"/>
                    <a:pt x="1133" y="6230"/>
                  </a:cubicBezTo>
                  <a:lnTo>
                    <a:pt x="1133" y="1701"/>
                  </a:lnTo>
                  <a:cubicBezTo>
                    <a:pt x="1133" y="1387"/>
                    <a:pt x="1383" y="1133"/>
                    <a:pt x="1697" y="1133"/>
                  </a:cubicBezTo>
                  <a:close/>
                  <a:moveTo>
                    <a:pt x="1697" y="1"/>
                  </a:moveTo>
                  <a:cubicBezTo>
                    <a:pt x="758" y="1"/>
                    <a:pt x="1" y="762"/>
                    <a:pt x="1" y="1701"/>
                  </a:cubicBezTo>
                  <a:lnTo>
                    <a:pt x="1" y="6233"/>
                  </a:lnTo>
                  <a:cubicBezTo>
                    <a:pt x="1" y="7169"/>
                    <a:pt x="758" y="7930"/>
                    <a:pt x="1697" y="7930"/>
                  </a:cubicBezTo>
                  <a:cubicBezTo>
                    <a:pt x="2636" y="7930"/>
                    <a:pt x="3397" y="7169"/>
                    <a:pt x="3397" y="6233"/>
                  </a:cubicBezTo>
                  <a:lnTo>
                    <a:pt x="3397" y="1701"/>
                  </a:lnTo>
                  <a:cubicBezTo>
                    <a:pt x="3397" y="762"/>
                    <a:pt x="2636" y="1"/>
                    <a:pt x="169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443" name="Google Shape;10443;p134"/>
          <p:cNvGrpSpPr/>
          <p:nvPr/>
        </p:nvGrpSpPr>
        <p:grpSpPr>
          <a:xfrm>
            <a:off x="3084610" y="3971815"/>
            <a:ext cx="308234" cy="308234"/>
            <a:chOff x="892750" y="4993750"/>
            <a:chExt cx="483125" cy="483125"/>
          </a:xfrm>
        </p:grpSpPr>
        <p:sp>
          <p:nvSpPr>
            <p:cNvPr id="10444" name="Google Shape;10444;p134"/>
            <p:cNvSpPr/>
            <p:nvPr/>
          </p:nvSpPr>
          <p:spPr>
            <a:xfrm>
              <a:off x="892750" y="4993750"/>
              <a:ext cx="483125" cy="483125"/>
            </a:xfrm>
            <a:custGeom>
              <a:rect b="b" l="l" r="r" t="t"/>
              <a:pathLst>
                <a:path extrusionOk="0" h="19325" w="19325">
                  <a:moveTo>
                    <a:pt x="9662" y="1133"/>
                  </a:moveTo>
                  <a:cubicBezTo>
                    <a:pt x="11824" y="1133"/>
                    <a:pt x="13983" y="1975"/>
                    <a:pt x="15668" y="3657"/>
                  </a:cubicBezTo>
                  <a:cubicBezTo>
                    <a:pt x="19035" y="7027"/>
                    <a:pt x="19035" y="12302"/>
                    <a:pt x="15668" y="15668"/>
                  </a:cubicBezTo>
                  <a:cubicBezTo>
                    <a:pt x="13985" y="17352"/>
                    <a:pt x="11823" y="18193"/>
                    <a:pt x="9662" y="18193"/>
                  </a:cubicBezTo>
                  <a:cubicBezTo>
                    <a:pt x="7501" y="18193"/>
                    <a:pt x="5340" y="17352"/>
                    <a:pt x="3657" y="15668"/>
                  </a:cubicBezTo>
                  <a:cubicBezTo>
                    <a:pt x="290" y="12302"/>
                    <a:pt x="290" y="7024"/>
                    <a:pt x="3657" y="3657"/>
                  </a:cubicBezTo>
                  <a:cubicBezTo>
                    <a:pt x="5341" y="1975"/>
                    <a:pt x="7500" y="1133"/>
                    <a:pt x="9662" y="1133"/>
                  </a:cubicBezTo>
                  <a:close/>
                  <a:moveTo>
                    <a:pt x="9662" y="1"/>
                  </a:moveTo>
                  <a:cubicBezTo>
                    <a:pt x="7117" y="1"/>
                    <a:pt x="4698" y="1015"/>
                    <a:pt x="2856" y="2857"/>
                  </a:cubicBezTo>
                  <a:cubicBezTo>
                    <a:pt x="1015" y="4699"/>
                    <a:pt x="0" y="7117"/>
                    <a:pt x="0" y="9663"/>
                  </a:cubicBezTo>
                  <a:cubicBezTo>
                    <a:pt x="0" y="12208"/>
                    <a:pt x="1015" y="14627"/>
                    <a:pt x="2856" y="16469"/>
                  </a:cubicBezTo>
                  <a:cubicBezTo>
                    <a:pt x="4698" y="18310"/>
                    <a:pt x="7117" y="19325"/>
                    <a:pt x="9662" y="19325"/>
                  </a:cubicBezTo>
                  <a:cubicBezTo>
                    <a:pt x="12208" y="19325"/>
                    <a:pt x="14626" y="18310"/>
                    <a:pt x="16468" y="16469"/>
                  </a:cubicBezTo>
                  <a:cubicBezTo>
                    <a:pt x="18310" y="14627"/>
                    <a:pt x="19324" y="12208"/>
                    <a:pt x="19324" y="9663"/>
                  </a:cubicBezTo>
                  <a:cubicBezTo>
                    <a:pt x="19324" y="7117"/>
                    <a:pt x="18310" y="4699"/>
                    <a:pt x="16468" y="2857"/>
                  </a:cubicBezTo>
                  <a:cubicBezTo>
                    <a:pt x="14626" y="1015"/>
                    <a:pt x="12208" y="1"/>
                    <a:pt x="966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45" name="Google Shape;10445;p134"/>
            <p:cNvSpPr/>
            <p:nvPr/>
          </p:nvSpPr>
          <p:spPr>
            <a:xfrm>
              <a:off x="1021000" y="5052250"/>
              <a:ext cx="230775" cy="253450"/>
            </a:xfrm>
            <a:custGeom>
              <a:rect b="b" l="l" r="r" t="t"/>
              <a:pathLst>
                <a:path extrusionOk="0" h="10138" w="9231">
                  <a:moveTo>
                    <a:pt x="4532" y="1133"/>
                  </a:moveTo>
                  <a:cubicBezTo>
                    <a:pt x="5450" y="1133"/>
                    <a:pt x="6326" y="1483"/>
                    <a:pt x="6936" y="2090"/>
                  </a:cubicBezTo>
                  <a:cubicBezTo>
                    <a:pt x="8261" y="3419"/>
                    <a:pt x="8261" y="5568"/>
                    <a:pt x="6936" y="6894"/>
                  </a:cubicBezTo>
                  <a:lnTo>
                    <a:pt x="6933" y="6894"/>
                  </a:lnTo>
                  <a:cubicBezTo>
                    <a:pt x="6688" y="7142"/>
                    <a:pt x="6404" y="7347"/>
                    <a:pt x="6096" y="7510"/>
                  </a:cubicBezTo>
                  <a:cubicBezTo>
                    <a:pt x="5595" y="7767"/>
                    <a:pt x="5275" y="8135"/>
                    <a:pt x="5154" y="8600"/>
                  </a:cubicBezTo>
                  <a:cubicBezTo>
                    <a:pt x="5079" y="8842"/>
                    <a:pt x="4856" y="9000"/>
                    <a:pt x="4614" y="9000"/>
                  </a:cubicBezTo>
                  <a:cubicBezTo>
                    <a:pt x="4566" y="9000"/>
                    <a:pt x="4517" y="8993"/>
                    <a:pt x="4469" y="8980"/>
                  </a:cubicBezTo>
                  <a:cubicBezTo>
                    <a:pt x="4176" y="8905"/>
                    <a:pt x="3995" y="8612"/>
                    <a:pt x="4058" y="8316"/>
                  </a:cubicBezTo>
                  <a:cubicBezTo>
                    <a:pt x="4254" y="7534"/>
                    <a:pt x="4765" y="6924"/>
                    <a:pt x="5574" y="6504"/>
                  </a:cubicBezTo>
                  <a:cubicBezTo>
                    <a:pt x="6936" y="5801"/>
                    <a:pt x="7220" y="3974"/>
                    <a:pt x="6136" y="2890"/>
                  </a:cubicBezTo>
                  <a:cubicBezTo>
                    <a:pt x="5690" y="2458"/>
                    <a:pt x="5113" y="2243"/>
                    <a:pt x="4535" y="2243"/>
                  </a:cubicBezTo>
                  <a:cubicBezTo>
                    <a:pt x="3958" y="2243"/>
                    <a:pt x="3380" y="2458"/>
                    <a:pt x="2935" y="2890"/>
                  </a:cubicBezTo>
                  <a:cubicBezTo>
                    <a:pt x="2506" y="3313"/>
                    <a:pt x="2268" y="3890"/>
                    <a:pt x="2268" y="4494"/>
                  </a:cubicBezTo>
                  <a:cubicBezTo>
                    <a:pt x="2268" y="4805"/>
                    <a:pt x="2014" y="5058"/>
                    <a:pt x="1703" y="5058"/>
                  </a:cubicBezTo>
                  <a:cubicBezTo>
                    <a:pt x="1389" y="5058"/>
                    <a:pt x="1135" y="4805"/>
                    <a:pt x="1135" y="4494"/>
                  </a:cubicBezTo>
                  <a:cubicBezTo>
                    <a:pt x="1132" y="3591"/>
                    <a:pt x="1492" y="2724"/>
                    <a:pt x="2132" y="2090"/>
                  </a:cubicBezTo>
                  <a:cubicBezTo>
                    <a:pt x="2739" y="1483"/>
                    <a:pt x="3614" y="1133"/>
                    <a:pt x="4532" y="1133"/>
                  </a:cubicBezTo>
                  <a:close/>
                  <a:moveTo>
                    <a:pt x="4532" y="1"/>
                  </a:moveTo>
                  <a:cubicBezTo>
                    <a:pt x="3315" y="1"/>
                    <a:pt x="2150" y="469"/>
                    <a:pt x="1332" y="1290"/>
                  </a:cubicBezTo>
                  <a:cubicBezTo>
                    <a:pt x="477" y="2135"/>
                    <a:pt x="0" y="3289"/>
                    <a:pt x="3" y="4494"/>
                  </a:cubicBezTo>
                  <a:cubicBezTo>
                    <a:pt x="3" y="5430"/>
                    <a:pt x="764" y="6190"/>
                    <a:pt x="1703" y="6190"/>
                  </a:cubicBezTo>
                  <a:cubicBezTo>
                    <a:pt x="2639" y="6190"/>
                    <a:pt x="3400" y="5430"/>
                    <a:pt x="3400" y="4494"/>
                  </a:cubicBezTo>
                  <a:cubicBezTo>
                    <a:pt x="3400" y="3830"/>
                    <a:pt x="3944" y="3358"/>
                    <a:pt x="4535" y="3358"/>
                  </a:cubicBezTo>
                  <a:cubicBezTo>
                    <a:pt x="4731" y="3358"/>
                    <a:pt x="4933" y="3410"/>
                    <a:pt x="5121" y="3524"/>
                  </a:cubicBezTo>
                  <a:cubicBezTo>
                    <a:pt x="5876" y="3986"/>
                    <a:pt x="5837" y="5094"/>
                    <a:pt x="5052" y="5499"/>
                  </a:cubicBezTo>
                  <a:cubicBezTo>
                    <a:pt x="3959" y="6064"/>
                    <a:pt x="3234" y="6945"/>
                    <a:pt x="2959" y="8041"/>
                  </a:cubicBezTo>
                  <a:cubicBezTo>
                    <a:pt x="2742" y="8941"/>
                    <a:pt x="3288" y="9850"/>
                    <a:pt x="4185" y="10083"/>
                  </a:cubicBezTo>
                  <a:cubicBezTo>
                    <a:pt x="4327" y="10119"/>
                    <a:pt x="4470" y="10137"/>
                    <a:pt x="4611" y="10137"/>
                  </a:cubicBezTo>
                  <a:cubicBezTo>
                    <a:pt x="5356" y="10137"/>
                    <a:pt x="6039" y="9642"/>
                    <a:pt x="6247" y="8893"/>
                  </a:cubicBezTo>
                  <a:cubicBezTo>
                    <a:pt x="6262" y="8832"/>
                    <a:pt x="6305" y="8675"/>
                    <a:pt x="6616" y="8515"/>
                  </a:cubicBezTo>
                  <a:cubicBezTo>
                    <a:pt x="7899" y="7851"/>
                    <a:pt x="8787" y="6613"/>
                    <a:pt x="9007" y="5188"/>
                  </a:cubicBezTo>
                  <a:cubicBezTo>
                    <a:pt x="9230" y="3760"/>
                    <a:pt x="8756" y="2313"/>
                    <a:pt x="7736" y="1290"/>
                  </a:cubicBezTo>
                  <a:cubicBezTo>
                    <a:pt x="6918" y="472"/>
                    <a:pt x="5749" y="1"/>
                    <a:pt x="453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46" name="Google Shape;10446;p134"/>
            <p:cNvSpPr/>
            <p:nvPr/>
          </p:nvSpPr>
          <p:spPr>
            <a:xfrm>
              <a:off x="1088475" y="5334425"/>
              <a:ext cx="88350" cy="84925"/>
            </a:xfrm>
            <a:custGeom>
              <a:rect b="b" l="l" r="r" t="t"/>
              <a:pathLst>
                <a:path extrusionOk="0" h="3397" w="3534">
                  <a:moveTo>
                    <a:pt x="1829" y="1129"/>
                  </a:moveTo>
                  <a:cubicBezTo>
                    <a:pt x="2121" y="1129"/>
                    <a:pt x="2401" y="1356"/>
                    <a:pt x="2401" y="1697"/>
                  </a:cubicBezTo>
                  <a:cubicBezTo>
                    <a:pt x="2401" y="2011"/>
                    <a:pt x="2147" y="2265"/>
                    <a:pt x="1833" y="2265"/>
                  </a:cubicBezTo>
                  <a:cubicBezTo>
                    <a:pt x="1329" y="2265"/>
                    <a:pt x="1075" y="1655"/>
                    <a:pt x="1432" y="1296"/>
                  </a:cubicBezTo>
                  <a:cubicBezTo>
                    <a:pt x="1548" y="1181"/>
                    <a:pt x="1690" y="1129"/>
                    <a:pt x="1829" y="1129"/>
                  </a:cubicBezTo>
                  <a:close/>
                  <a:moveTo>
                    <a:pt x="1833" y="0"/>
                  </a:moveTo>
                  <a:cubicBezTo>
                    <a:pt x="1145" y="0"/>
                    <a:pt x="526" y="414"/>
                    <a:pt x="263" y="1048"/>
                  </a:cubicBezTo>
                  <a:cubicBezTo>
                    <a:pt x="0" y="1682"/>
                    <a:pt x="145" y="2413"/>
                    <a:pt x="631" y="2899"/>
                  </a:cubicBezTo>
                  <a:cubicBezTo>
                    <a:pt x="957" y="3224"/>
                    <a:pt x="1391" y="3397"/>
                    <a:pt x="1833" y="3397"/>
                  </a:cubicBezTo>
                  <a:cubicBezTo>
                    <a:pt x="2052" y="3397"/>
                    <a:pt x="2272" y="3354"/>
                    <a:pt x="2482" y="3267"/>
                  </a:cubicBezTo>
                  <a:cubicBezTo>
                    <a:pt x="3116" y="3005"/>
                    <a:pt x="3533" y="2386"/>
                    <a:pt x="3533" y="1697"/>
                  </a:cubicBezTo>
                  <a:cubicBezTo>
                    <a:pt x="3530" y="758"/>
                    <a:pt x="2772" y="0"/>
                    <a:pt x="18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447" name="Google Shape;10447;p134"/>
          <p:cNvGrpSpPr/>
          <p:nvPr/>
        </p:nvGrpSpPr>
        <p:grpSpPr>
          <a:xfrm>
            <a:off x="1491328" y="3979188"/>
            <a:ext cx="293982" cy="293982"/>
            <a:chOff x="2676100" y="4993750"/>
            <a:chExt cx="483125" cy="483125"/>
          </a:xfrm>
        </p:grpSpPr>
        <p:sp>
          <p:nvSpPr>
            <p:cNvPr id="10448" name="Google Shape;10448;p134"/>
            <p:cNvSpPr/>
            <p:nvPr/>
          </p:nvSpPr>
          <p:spPr>
            <a:xfrm>
              <a:off x="2676100" y="4993750"/>
              <a:ext cx="483125" cy="483125"/>
            </a:xfrm>
            <a:custGeom>
              <a:rect b="b" l="l" r="r" t="t"/>
              <a:pathLst>
                <a:path extrusionOk="0" h="19325" w="19325">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0" y="761"/>
                    <a:pt x="0" y="1700"/>
                  </a:cubicBezTo>
                  <a:lnTo>
                    <a:pt x="0" y="17628"/>
                  </a:lnTo>
                  <a:cubicBezTo>
                    <a:pt x="0"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49" name="Google Shape;10449;p134"/>
            <p:cNvSpPr/>
            <p:nvPr/>
          </p:nvSpPr>
          <p:spPr>
            <a:xfrm>
              <a:off x="2776125" y="5051350"/>
              <a:ext cx="141550" cy="367950"/>
            </a:xfrm>
            <a:custGeom>
              <a:rect b="b" l="l" r="r" t="t"/>
              <a:pathLst>
                <a:path extrusionOk="0" h="14718" w="5662">
                  <a:moveTo>
                    <a:pt x="4529" y="4530"/>
                  </a:moveTo>
                  <a:lnTo>
                    <a:pt x="4529" y="5094"/>
                  </a:lnTo>
                  <a:cubicBezTo>
                    <a:pt x="4529" y="5408"/>
                    <a:pt x="4276" y="5662"/>
                    <a:pt x="3965" y="5662"/>
                  </a:cubicBezTo>
                  <a:cubicBezTo>
                    <a:pt x="3651" y="5662"/>
                    <a:pt x="3397" y="5912"/>
                    <a:pt x="3397" y="6226"/>
                  </a:cubicBezTo>
                  <a:lnTo>
                    <a:pt x="3397" y="13020"/>
                  </a:lnTo>
                  <a:cubicBezTo>
                    <a:pt x="3397" y="13334"/>
                    <a:pt x="3143" y="13585"/>
                    <a:pt x="2832" y="13585"/>
                  </a:cubicBezTo>
                  <a:cubicBezTo>
                    <a:pt x="2518" y="13585"/>
                    <a:pt x="2265" y="13334"/>
                    <a:pt x="2265" y="13020"/>
                  </a:cubicBezTo>
                  <a:lnTo>
                    <a:pt x="2265" y="6226"/>
                  </a:lnTo>
                  <a:cubicBezTo>
                    <a:pt x="2265" y="5912"/>
                    <a:pt x="2011" y="5662"/>
                    <a:pt x="1700" y="5662"/>
                  </a:cubicBezTo>
                  <a:cubicBezTo>
                    <a:pt x="1386" y="5662"/>
                    <a:pt x="1132" y="5408"/>
                    <a:pt x="1132" y="5094"/>
                  </a:cubicBezTo>
                  <a:lnTo>
                    <a:pt x="1132" y="4530"/>
                  </a:lnTo>
                  <a:close/>
                  <a:moveTo>
                    <a:pt x="568" y="0"/>
                  </a:moveTo>
                  <a:cubicBezTo>
                    <a:pt x="254" y="0"/>
                    <a:pt x="0" y="251"/>
                    <a:pt x="0" y="565"/>
                  </a:cubicBezTo>
                  <a:lnTo>
                    <a:pt x="0" y="5094"/>
                  </a:lnTo>
                  <a:cubicBezTo>
                    <a:pt x="0" y="5813"/>
                    <a:pt x="453" y="6456"/>
                    <a:pt x="1132" y="6694"/>
                  </a:cubicBezTo>
                  <a:lnTo>
                    <a:pt x="1132" y="13020"/>
                  </a:lnTo>
                  <a:cubicBezTo>
                    <a:pt x="1132" y="13959"/>
                    <a:pt x="1893" y="14717"/>
                    <a:pt x="2832" y="14717"/>
                  </a:cubicBezTo>
                  <a:cubicBezTo>
                    <a:pt x="3768" y="14717"/>
                    <a:pt x="4529" y="13959"/>
                    <a:pt x="4529" y="13020"/>
                  </a:cubicBezTo>
                  <a:lnTo>
                    <a:pt x="4529" y="6694"/>
                  </a:lnTo>
                  <a:cubicBezTo>
                    <a:pt x="5209" y="6456"/>
                    <a:pt x="5662" y="5813"/>
                    <a:pt x="5662" y="5094"/>
                  </a:cubicBezTo>
                  <a:lnTo>
                    <a:pt x="5662" y="565"/>
                  </a:lnTo>
                  <a:cubicBezTo>
                    <a:pt x="5662" y="251"/>
                    <a:pt x="5408" y="0"/>
                    <a:pt x="5097" y="0"/>
                  </a:cubicBezTo>
                  <a:cubicBezTo>
                    <a:pt x="4783" y="0"/>
                    <a:pt x="4529" y="251"/>
                    <a:pt x="4529" y="565"/>
                  </a:cubicBezTo>
                  <a:lnTo>
                    <a:pt x="4529" y="3397"/>
                  </a:lnTo>
                  <a:lnTo>
                    <a:pt x="3397" y="3397"/>
                  </a:lnTo>
                  <a:lnTo>
                    <a:pt x="3397" y="565"/>
                  </a:lnTo>
                  <a:cubicBezTo>
                    <a:pt x="3397" y="251"/>
                    <a:pt x="3143" y="0"/>
                    <a:pt x="2832" y="0"/>
                  </a:cubicBezTo>
                  <a:cubicBezTo>
                    <a:pt x="2518" y="0"/>
                    <a:pt x="2265" y="251"/>
                    <a:pt x="2265" y="565"/>
                  </a:cubicBezTo>
                  <a:lnTo>
                    <a:pt x="2265" y="3397"/>
                  </a:lnTo>
                  <a:lnTo>
                    <a:pt x="1132" y="3397"/>
                  </a:lnTo>
                  <a:lnTo>
                    <a:pt x="1132" y="565"/>
                  </a:lnTo>
                  <a:cubicBezTo>
                    <a:pt x="1132" y="251"/>
                    <a:pt x="879" y="0"/>
                    <a:pt x="56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50" name="Google Shape;10450;p134"/>
            <p:cNvSpPr/>
            <p:nvPr/>
          </p:nvSpPr>
          <p:spPr>
            <a:xfrm>
              <a:off x="2945950" y="5051350"/>
              <a:ext cx="113275" cy="367950"/>
            </a:xfrm>
            <a:custGeom>
              <a:rect b="b" l="l" r="r" t="t"/>
              <a:pathLst>
                <a:path extrusionOk="0" h="14718" w="4531">
                  <a:moveTo>
                    <a:pt x="3398" y="1187"/>
                  </a:moveTo>
                  <a:lnTo>
                    <a:pt x="3398" y="13020"/>
                  </a:lnTo>
                  <a:cubicBezTo>
                    <a:pt x="3398" y="13334"/>
                    <a:pt x="3144" y="13585"/>
                    <a:pt x="2833" y="13585"/>
                  </a:cubicBezTo>
                  <a:cubicBezTo>
                    <a:pt x="2519" y="13585"/>
                    <a:pt x="2266" y="13334"/>
                    <a:pt x="2266" y="13020"/>
                  </a:cubicBezTo>
                  <a:lnTo>
                    <a:pt x="2266" y="8491"/>
                  </a:lnTo>
                  <a:cubicBezTo>
                    <a:pt x="2266" y="8177"/>
                    <a:pt x="2012" y="7926"/>
                    <a:pt x="1701" y="7926"/>
                  </a:cubicBezTo>
                  <a:lnTo>
                    <a:pt x="1133" y="7926"/>
                  </a:lnTo>
                  <a:lnTo>
                    <a:pt x="1133" y="3962"/>
                  </a:lnTo>
                  <a:cubicBezTo>
                    <a:pt x="1136" y="2618"/>
                    <a:pt x="2081" y="1459"/>
                    <a:pt x="3398" y="1187"/>
                  </a:cubicBezTo>
                  <a:close/>
                  <a:moveTo>
                    <a:pt x="3965" y="0"/>
                  </a:moveTo>
                  <a:cubicBezTo>
                    <a:pt x="1776" y="0"/>
                    <a:pt x="4" y="1773"/>
                    <a:pt x="1" y="3962"/>
                  </a:cubicBezTo>
                  <a:lnTo>
                    <a:pt x="1" y="8491"/>
                  </a:lnTo>
                  <a:cubicBezTo>
                    <a:pt x="1" y="8805"/>
                    <a:pt x="255" y="9059"/>
                    <a:pt x="569" y="9059"/>
                  </a:cubicBezTo>
                  <a:lnTo>
                    <a:pt x="1133" y="9059"/>
                  </a:lnTo>
                  <a:lnTo>
                    <a:pt x="1133" y="13020"/>
                  </a:lnTo>
                  <a:cubicBezTo>
                    <a:pt x="1133" y="13959"/>
                    <a:pt x="1894" y="14717"/>
                    <a:pt x="2833" y="14717"/>
                  </a:cubicBezTo>
                  <a:cubicBezTo>
                    <a:pt x="3769" y="14717"/>
                    <a:pt x="4530" y="13959"/>
                    <a:pt x="4530" y="13020"/>
                  </a:cubicBezTo>
                  <a:lnTo>
                    <a:pt x="4530" y="565"/>
                  </a:lnTo>
                  <a:cubicBezTo>
                    <a:pt x="4530" y="251"/>
                    <a:pt x="4276" y="0"/>
                    <a:pt x="39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451" name="Google Shape;10451;p134"/>
          <p:cNvGrpSpPr/>
          <p:nvPr/>
        </p:nvGrpSpPr>
        <p:grpSpPr>
          <a:xfrm>
            <a:off x="4322435" y="3971815"/>
            <a:ext cx="308234" cy="308234"/>
            <a:chOff x="3270550" y="4993750"/>
            <a:chExt cx="483125" cy="483125"/>
          </a:xfrm>
        </p:grpSpPr>
        <p:sp>
          <p:nvSpPr>
            <p:cNvPr id="10452" name="Google Shape;10452;p134"/>
            <p:cNvSpPr/>
            <p:nvPr/>
          </p:nvSpPr>
          <p:spPr>
            <a:xfrm>
              <a:off x="3270550" y="4993750"/>
              <a:ext cx="483125" cy="483125"/>
            </a:xfrm>
            <a:custGeom>
              <a:rect b="b" l="l" r="r" t="t"/>
              <a:pathLst>
                <a:path extrusionOk="0" h="19325" w="19325">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1" y="761"/>
                    <a:pt x="1" y="1700"/>
                  </a:cubicBezTo>
                  <a:lnTo>
                    <a:pt x="1" y="17628"/>
                  </a:lnTo>
                  <a:cubicBezTo>
                    <a:pt x="1"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53" name="Google Shape;10453;p134"/>
            <p:cNvSpPr/>
            <p:nvPr/>
          </p:nvSpPr>
          <p:spPr>
            <a:xfrm>
              <a:off x="3469675" y="5079600"/>
              <a:ext cx="88275" cy="85000"/>
            </a:xfrm>
            <a:custGeom>
              <a:rect b="b" l="l" r="r" t="t"/>
              <a:pathLst>
                <a:path extrusionOk="0" h="3400" w="3531">
                  <a:moveTo>
                    <a:pt x="1698" y="1135"/>
                  </a:moveTo>
                  <a:cubicBezTo>
                    <a:pt x="2202" y="1135"/>
                    <a:pt x="2456" y="1742"/>
                    <a:pt x="2099" y="2101"/>
                  </a:cubicBezTo>
                  <a:cubicBezTo>
                    <a:pt x="1983" y="2216"/>
                    <a:pt x="1842" y="2268"/>
                    <a:pt x="1703" y="2268"/>
                  </a:cubicBezTo>
                  <a:cubicBezTo>
                    <a:pt x="1411" y="2268"/>
                    <a:pt x="1133" y="2041"/>
                    <a:pt x="1133" y="1700"/>
                  </a:cubicBezTo>
                  <a:cubicBezTo>
                    <a:pt x="1133" y="1386"/>
                    <a:pt x="1384" y="1135"/>
                    <a:pt x="1698" y="1135"/>
                  </a:cubicBezTo>
                  <a:close/>
                  <a:moveTo>
                    <a:pt x="1698" y="0"/>
                  </a:moveTo>
                  <a:cubicBezTo>
                    <a:pt x="1479" y="0"/>
                    <a:pt x="1259" y="42"/>
                    <a:pt x="1049" y="129"/>
                  </a:cubicBezTo>
                  <a:cubicBezTo>
                    <a:pt x="415" y="392"/>
                    <a:pt x="1" y="1011"/>
                    <a:pt x="1" y="1700"/>
                  </a:cubicBezTo>
                  <a:cubicBezTo>
                    <a:pt x="1" y="2639"/>
                    <a:pt x="759" y="3397"/>
                    <a:pt x="1698" y="3400"/>
                  </a:cubicBezTo>
                  <a:cubicBezTo>
                    <a:pt x="2386" y="3400"/>
                    <a:pt x="3005" y="2983"/>
                    <a:pt x="3268" y="2349"/>
                  </a:cubicBezTo>
                  <a:cubicBezTo>
                    <a:pt x="3531" y="1715"/>
                    <a:pt x="3386" y="984"/>
                    <a:pt x="2900" y="498"/>
                  </a:cubicBezTo>
                  <a:cubicBezTo>
                    <a:pt x="2574" y="173"/>
                    <a:pt x="2140" y="0"/>
                    <a:pt x="16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54" name="Google Shape;10454;p134"/>
            <p:cNvSpPr/>
            <p:nvPr/>
          </p:nvSpPr>
          <p:spPr>
            <a:xfrm>
              <a:off x="3441375" y="5192875"/>
              <a:ext cx="141475" cy="198175"/>
            </a:xfrm>
            <a:custGeom>
              <a:rect b="b" l="l" r="r" t="t"/>
              <a:pathLst>
                <a:path extrusionOk="0" h="7927" w="5659">
                  <a:moveTo>
                    <a:pt x="3397" y="1133"/>
                  </a:moveTo>
                  <a:lnTo>
                    <a:pt x="3397" y="6795"/>
                  </a:lnTo>
                  <a:lnTo>
                    <a:pt x="2265" y="6795"/>
                  </a:lnTo>
                  <a:lnTo>
                    <a:pt x="2265" y="1133"/>
                  </a:lnTo>
                  <a:close/>
                  <a:moveTo>
                    <a:pt x="565" y="1"/>
                  </a:moveTo>
                  <a:cubicBezTo>
                    <a:pt x="251" y="1"/>
                    <a:pt x="1" y="251"/>
                    <a:pt x="1" y="565"/>
                  </a:cubicBezTo>
                  <a:cubicBezTo>
                    <a:pt x="1" y="879"/>
                    <a:pt x="251" y="1133"/>
                    <a:pt x="565" y="1133"/>
                  </a:cubicBezTo>
                  <a:lnTo>
                    <a:pt x="1133" y="1133"/>
                  </a:lnTo>
                  <a:lnTo>
                    <a:pt x="1133" y="6795"/>
                  </a:lnTo>
                  <a:lnTo>
                    <a:pt x="565" y="6795"/>
                  </a:lnTo>
                  <a:cubicBezTo>
                    <a:pt x="251" y="6795"/>
                    <a:pt x="1" y="7045"/>
                    <a:pt x="1" y="7359"/>
                  </a:cubicBezTo>
                  <a:cubicBezTo>
                    <a:pt x="1" y="7673"/>
                    <a:pt x="251" y="7927"/>
                    <a:pt x="565" y="7927"/>
                  </a:cubicBezTo>
                  <a:lnTo>
                    <a:pt x="5094" y="7927"/>
                  </a:lnTo>
                  <a:cubicBezTo>
                    <a:pt x="5408" y="7927"/>
                    <a:pt x="5659" y="7673"/>
                    <a:pt x="5659" y="7359"/>
                  </a:cubicBezTo>
                  <a:cubicBezTo>
                    <a:pt x="5659" y="7045"/>
                    <a:pt x="5408" y="6795"/>
                    <a:pt x="5094" y="6795"/>
                  </a:cubicBezTo>
                  <a:lnTo>
                    <a:pt x="4530" y="6795"/>
                  </a:lnTo>
                  <a:lnTo>
                    <a:pt x="4530" y="565"/>
                  </a:lnTo>
                  <a:cubicBezTo>
                    <a:pt x="4530" y="251"/>
                    <a:pt x="4276" y="1"/>
                    <a:pt x="396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455" name="Google Shape;10455;p134"/>
          <p:cNvSpPr/>
          <p:nvPr/>
        </p:nvSpPr>
        <p:spPr>
          <a:xfrm>
            <a:off x="1889555" y="3978931"/>
            <a:ext cx="293997" cy="294073"/>
          </a:xfrm>
          <a:custGeom>
            <a:rect b="b" l="l" r="r" t="t"/>
            <a:pathLst>
              <a:path extrusionOk="0" h="19331" w="19326">
                <a:moveTo>
                  <a:pt x="9470" y="1131"/>
                </a:moveTo>
                <a:cubicBezTo>
                  <a:pt x="9519" y="1131"/>
                  <a:pt x="9569" y="1143"/>
                  <a:pt x="9615" y="1165"/>
                </a:cubicBezTo>
                <a:lnTo>
                  <a:pt x="17504" y="5208"/>
                </a:lnTo>
                <a:lnTo>
                  <a:pt x="14283" y="6820"/>
                </a:lnTo>
                <a:lnTo>
                  <a:pt x="6360" y="2756"/>
                </a:lnTo>
                <a:lnTo>
                  <a:pt x="9325" y="1168"/>
                </a:lnTo>
                <a:cubicBezTo>
                  <a:pt x="9369" y="1143"/>
                  <a:pt x="9419" y="1131"/>
                  <a:pt x="9470" y="1131"/>
                </a:cubicBezTo>
                <a:close/>
                <a:moveTo>
                  <a:pt x="5149" y="3405"/>
                </a:moveTo>
                <a:lnTo>
                  <a:pt x="13027" y="7448"/>
                </a:lnTo>
                <a:lnTo>
                  <a:pt x="9467" y="9230"/>
                </a:lnTo>
                <a:lnTo>
                  <a:pt x="1779" y="5208"/>
                </a:lnTo>
                <a:lnTo>
                  <a:pt x="5149" y="3405"/>
                </a:lnTo>
                <a:close/>
                <a:moveTo>
                  <a:pt x="1133" y="6150"/>
                </a:moveTo>
                <a:lnTo>
                  <a:pt x="8896" y="10208"/>
                </a:lnTo>
                <a:lnTo>
                  <a:pt x="8896" y="17935"/>
                </a:lnTo>
                <a:lnTo>
                  <a:pt x="1299" y="13916"/>
                </a:lnTo>
                <a:cubicBezTo>
                  <a:pt x="1196" y="13862"/>
                  <a:pt x="1133" y="13753"/>
                  <a:pt x="1133" y="13638"/>
                </a:cubicBezTo>
                <a:lnTo>
                  <a:pt x="1133" y="6150"/>
                </a:lnTo>
                <a:close/>
                <a:moveTo>
                  <a:pt x="18190" y="6132"/>
                </a:moveTo>
                <a:lnTo>
                  <a:pt x="18190" y="13629"/>
                </a:lnTo>
                <a:cubicBezTo>
                  <a:pt x="18193" y="13744"/>
                  <a:pt x="18126" y="13853"/>
                  <a:pt x="18021" y="13907"/>
                </a:cubicBezTo>
                <a:lnTo>
                  <a:pt x="10028" y="17953"/>
                </a:lnTo>
                <a:lnTo>
                  <a:pt x="10028" y="10217"/>
                </a:lnTo>
                <a:lnTo>
                  <a:pt x="13730" y="8363"/>
                </a:lnTo>
                <a:lnTo>
                  <a:pt x="13730" y="10281"/>
                </a:lnTo>
                <a:cubicBezTo>
                  <a:pt x="13730" y="10592"/>
                  <a:pt x="13984" y="10845"/>
                  <a:pt x="14298" y="10845"/>
                </a:cubicBezTo>
                <a:cubicBezTo>
                  <a:pt x="14609" y="10845"/>
                  <a:pt x="14862" y="10592"/>
                  <a:pt x="14862" y="10281"/>
                </a:cubicBezTo>
                <a:lnTo>
                  <a:pt x="14862" y="7796"/>
                </a:lnTo>
                <a:lnTo>
                  <a:pt x="18190" y="6132"/>
                </a:lnTo>
                <a:close/>
                <a:moveTo>
                  <a:pt x="9473" y="0"/>
                </a:moveTo>
                <a:cubicBezTo>
                  <a:pt x="9238" y="0"/>
                  <a:pt x="9003" y="58"/>
                  <a:pt x="8790"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19" y="19279"/>
                  <a:pt x="10125" y="19176"/>
                </a:cubicBezTo>
                <a:lnTo>
                  <a:pt x="18534" y="14916"/>
                </a:lnTo>
                <a:cubicBezTo>
                  <a:pt x="19020" y="14671"/>
                  <a:pt x="19325" y="14173"/>
                  <a:pt x="19325" y="13629"/>
                </a:cubicBezTo>
                <a:lnTo>
                  <a:pt x="19325" y="5752"/>
                </a:lnTo>
                <a:cubicBezTo>
                  <a:pt x="19325" y="5208"/>
                  <a:pt x="19023" y="4713"/>
                  <a:pt x="18537" y="4465"/>
                </a:cubicBezTo>
                <a:lnTo>
                  <a:pt x="10131" y="160"/>
                </a:lnTo>
                <a:cubicBezTo>
                  <a:pt x="9924" y="53"/>
                  <a:pt x="9698" y="0"/>
                  <a:pt x="947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nvGrpSpPr>
          <p:cNvPr id="10456" name="Google Shape;10456;p134"/>
          <p:cNvGrpSpPr/>
          <p:nvPr/>
        </p:nvGrpSpPr>
        <p:grpSpPr>
          <a:xfrm>
            <a:off x="2288093" y="3979142"/>
            <a:ext cx="293997" cy="294073"/>
            <a:chOff x="4459450" y="4993700"/>
            <a:chExt cx="483150" cy="483275"/>
          </a:xfrm>
        </p:grpSpPr>
        <p:sp>
          <p:nvSpPr>
            <p:cNvPr id="10457" name="Google Shape;10457;p134"/>
            <p:cNvSpPr/>
            <p:nvPr/>
          </p:nvSpPr>
          <p:spPr>
            <a:xfrm>
              <a:off x="4459450" y="4993700"/>
              <a:ext cx="483150" cy="483275"/>
            </a:xfrm>
            <a:custGeom>
              <a:rect b="b" l="l" r="r" t="t"/>
              <a:pathLst>
                <a:path extrusionOk="0" h="19331" w="19326">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1" y="3366"/>
                  </a:moveTo>
                  <a:lnTo>
                    <a:pt x="13033" y="7445"/>
                  </a:lnTo>
                  <a:lnTo>
                    <a:pt x="9467" y="9230"/>
                  </a:lnTo>
                  <a:lnTo>
                    <a:pt x="1779" y="5208"/>
                  </a:lnTo>
                  <a:lnTo>
                    <a:pt x="5221"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8" y="17953"/>
                  </a:lnTo>
                  <a:lnTo>
                    <a:pt x="10028"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7"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2" y="53"/>
                    <a:pt x="9697" y="0"/>
                    <a:pt x="94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58" name="Google Shape;10458;p134"/>
            <p:cNvSpPr/>
            <p:nvPr/>
          </p:nvSpPr>
          <p:spPr>
            <a:xfrm>
              <a:off x="4530800" y="5235675"/>
              <a:ext cx="99650" cy="118650"/>
            </a:xfrm>
            <a:custGeom>
              <a:rect b="b" l="l" r="r" t="t"/>
              <a:pathLst>
                <a:path extrusionOk="0" h="4746" w="3986">
                  <a:moveTo>
                    <a:pt x="859" y="1"/>
                  </a:moveTo>
                  <a:cubicBezTo>
                    <a:pt x="757" y="1"/>
                    <a:pt x="654" y="28"/>
                    <a:pt x="562" y="85"/>
                  </a:cubicBezTo>
                  <a:cubicBezTo>
                    <a:pt x="296" y="251"/>
                    <a:pt x="215" y="596"/>
                    <a:pt x="378" y="861"/>
                  </a:cubicBezTo>
                  <a:lnTo>
                    <a:pt x="1136" y="2081"/>
                  </a:lnTo>
                  <a:lnTo>
                    <a:pt x="432" y="2374"/>
                  </a:lnTo>
                  <a:cubicBezTo>
                    <a:pt x="139" y="2492"/>
                    <a:pt x="0" y="2827"/>
                    <a:pt x="121" y="3117"/>
                  </a:cubicBezTo>
                  <a:cubicBezTo>
                    <a:pt x="211" y="3335"/>
                    <a:pt x="422" y="3466"/>
                    <a:pt x="644" y="3466"/>
                  </a:cubicBezTo>
                  <a:cubicBezTo>
                    <a:pt x="719" y="3466"/>
                    <a:pt x="796" y="3451"/>
                    <a:pt x="870" y="3419"/>
                  </a:cubicBezTo>
                  <a:lnTo>
                    <a:pt x="1742" y="3054"/>
                  </a:lnTo>
                  <a:lnTo>
                    <a:pt x="2627" y="4476"/>
                  </a:lnTo>
                  <a:cubicBezTo>
                    <a:pt x="2733" y="4650"/>
                    <a:pt x="2919" y="4746"/>
                    <a:pt x="3110" y="4746"/>
                  </a:cubicBezTo>
                  <a:cubicBezTo>
                    <a:pt x="3212" y="4746"/>
                    <a:pt x="3316" y="4718"/>
                    <a:pt x="3409" y="4660"/>
                  </a:cubicBezTo>
                  <a:cubicBezTo>
                    <a:pt x="3675" y="4494"/>
                    <a:pt x="3756" y="4144"/>
                    <a:pt x="3587" y="3878"/>
                  </a:cubicBezTo>
                  <a:lnTo>
                    <a:pt x="2802" y="2613"/>
                  </a:lnTo>
                  <a:lnTo>
                    <a:pt x="3560" y="2296"/>
                  </a:lnTo>
                  <a:cubicBezTo>
                    <a:pt x="3850" y="2175"/>
                    <a:pt x="3986" y="1843"/>
                    <a:pt x="3865" y="1556"/>
                  </a:cubicBezTo>
                  <a:cubicBezTo>
                    <a:pt x="3774" y="1338"/>
                    <a:pt x="3564" y="1207"/>
                    <a:pt x="3343" y="1207"/>
                  </a:cubicBezTo>
                  <a:cubicBezTo>
                    <a:pt x="3270" y="1207"/>
                    <a:pt x="3196" y="1221"/>
                    <a:pt x="3125" y="1251"/>
                  </a:cubicBezTo>
                  <a:lnTo>
                    <a:pt x="2195" y="1637"/>
                  </a:lnTo>
                  <a:lnTo>
                    <a:pt x="1338" y="264"/>
                  </a:lnTo>
                  <a:cubicBezTo>
                    <a:pt x="1230" y="93"/>
                    <a:pt x="1047" y="1"/>
                    <a:pt x="85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459" name="Google Shape;10459;p134"/>
          <p:cNvGrpSpPr/>
          <p:nvPr/>
        </p:nvGrpSpPr>
        <p:grpSpPr>
          <a:xfrm>
            <a:off x="3497219" y="3971815"/>
            <a:ext cx="308234" cy="308234"/>
            <a:chOff x="1487200" y="4993750"/>
            <a:chExt cx="483125" cy="483125"/>
          </a:xfrm>
        </p:grpSpPr>
        <p:sp>
          <p:nvSpPr>
            <p:cNvPr id="10460" name="Google Shape;10460;p134"/>
            <p:cNvSpPr/>
            <p:nvPr/>
          </p:nvSpPr>
          <p:spPr>
            <a:xfrm>
              <a:off x="1487200" y="4993750"/>
              <a:ext cx="483125" cy="483125"/>
            </a:xfrm>
            <a:custGeom>
              <a:rect b="b" l="l" r="r" t="t"/>
              <a:pathLst>
                <a:path extrusionOk="0" h="19325" w="19325">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61" name="Google Shape;10461;p134"/>
            <p:cNvSpPr/>
            <p:nvPr/>
          </p:nvSpPr>
          <p:spPr>
            <a:xfrm>
              <a:off x="1602600" y="5143950"/>
              <a:ext cx="250350" cy="182725"/>
            </a:xfrm>
            <a:custGeom>
              <a:rect b="b" l="l" r="r" t="t"/>
              <a:pathLst>
                <a:path extrusionOk="0" h="7309" w="10014">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462" name="Google Shape;10462;p134"/>
          <p:cNvGrpSpPr/>
          <p:nvPr/>
        </p:nvGrpSpPr>
        <p:grpSpPr>
          <a:xfrm>
            <a:off x="3909829" y="3971815"/>
            <a:ext cx="308234" cy="308234"/>
            <a:chOff x="2081650" y="4993750"/>
            <a:chExt cx="483125" cy="483125"/>
          </a:xfrm>
        </p:grpSpPr>
        <p:sp>
          <p:nvSpPr>
            <p:cNvPr id="10463" name="Google Shape;10463;p134"/>
            <p:cNvSpPr/>
            <p:nvPr/>
          </p:nvSpPr>
          <p:spPr>
            <a:xfrm>
              <a:off x="2081650" y="4993750"/>
              <a:ext cx="483125" cy="483125"/>
            </a:xfrm>
            <a:custGeom>
              <a:rect b="b" l="l" r="r" t="t"/>
              <a:pathLst>
                <a:path extrusionOk="0" h="19325" w="19325">
                  <a:moveTo>
                    <a:pt x="9663" y="1133"/>
                  </a:moveTo>
                  <a:cubicBezTo>
                    <a:pt x="11824" y="1133"/>
                    <a:pt x="13983" y="1975"/>
                    <a:pt x="15668" y="3657"/>
                  </a:cubicBezTo>
                  <a:cubicBezTo>
                    <a:pt x="19035" y="7027"/>
                    <a:pt x="19035" y="12302"/>
                    <a:pt x="15668" y="15668"/>
                  </a:cubicBezTo>
                  <a:cubicBezTo>
                    <a:pt x="13983" y="17350"/>
                    <a:pt x="11824" y="18193"/>
                    <a:pt x="9663" y="18193"/>
                  </a:cubicBezTo>
                  <a:cubicBezTo>
                    <a:pt x="7501" y="18193"/>
                    <a:pt x="5342" y="17350"/>
                    <a:pt x="3657" y="15668"/>
                  </a:cubicBezTo>
                  <a:cubicBezTo>
                    <a:pt x="290" y="12302"/>
                    <a:pt x="290" y="7024"/>
                    <a:pt x="3657" y="3657"/>
                  </a:cubicBezTo>
                  <a:cubicBezTo>
                    <a:pt x="5342" y="1975"/>
                    <a:pt x="7501" y="1133"/>
                    <a:pt x="9663" y="1133"/>
                  </a:cubicBezTo>
                  <a:close/>
                  <a:moveTo>
                    <a:pt x="9663" y="1"/>
                  </a:moveTo>
                  <a:cubicBezTo>
                    <a:pt x="7117" y="1"/>
                    <a:pt x="4699" y="1015"/>
                    <a:pt x="2857" y="2857"/>
                  </a:cubicBezTo>
                  <a:cubicBezTo>
                    <a:pt x="1015" y="4699"/>
                    <a:pt x="0" y="7117"/>
                    <a:pt x="0" y="9663"/>
                  </a:cubicBezTo>
                  <a:cubicBezTo>
                    <a:pt x="0" y="12208"/>
                    <a:pt x="1015" y="14627"/>
                    <a:pt x="2857" y="16469"/>
                  </a:cubicBezTo>
                  <a:cubicBezTo>
                    <a:pt x="4699" y="18310"/>
                    <a:pt x="7117" y="19325"/>
                    <a:pt x="9663"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64" name="Google Shape;10464;p134"/>
            <p:cNvSpPr/>
            <p:nvPr/>
          </p:nvSpPr>
          <p:spPr>
            <a:xfrm>
              <a:off x="2209375" y="5125625"/>
              <a:ext cx="227600" cy="219350"/>
            </a:xfrm>
            <a:custGeom>
              <a:rect b="b" l="l" r="r" t="t"/>
              <a:pathLst>
                <a:path extrusionOk="0" h="8774" w="9104">
                  <a:moveTo>
                    <a:pt x="7232" y="1143"/>
                  </a:moveTo>
                  <a:cubicBezTo>
                    <a:pt x="7377" y="1143"/>
                    <a:pt x="7522" y="1198"/>
                    <a:pt x="7633" y="1308"/>
                  </a:cubicBezTo>
                  <a:cubicBezTo>
                    <a:pt x="7851" y="1528"/>
                    <a:pt x="7854" y="1882"/>
                    <a:pt x="7639" y="2102"/>
                  </a:cubicBezTo>
                  <a:lnTo>
                    <a:pt x="5755" y="3986"/>
                  </a:lnTo>
                  <a:cubicBezTo>
                    <a:pt x="5532" y="4210"/>
                    <a:pt x="5532" y="4566"/>
                    <a:pt x="5755" y="4789"/>
                  </a:cubicBezTo>
                  <a:lnTo>
                    <a:pt x="7639" y="6673"/>
                  </a:lnTo>
                  <a:cubicBezTo>
                    <a:pt x="7854" y="6894"/>
                    <a:pt x="7851" y="7247"/>
                    <a:pt x="7633" y="7468"/>
                  </a:cubicBezTo>
                  <a:cubicBezTo>
                    <a:pt x="7522" y="7577"/>
                    <a:pt x="7377" y="7633"/>
                    <a:pt x="7232" y="7633"/>
                  </a:cubicBezTo>
                  <a:cubicBezTo>
                    <a:pt x="7090" y="7633"/>
                    <a:pt x="6948" y="7580"/>
                    <a:pt x="6839" y="7474"/>
                  </a:cubicBezTo>
                  <a:lnTo>
                    <a:pt x="6830" y="7468"/>
                  </a:lnTo>
                  <a:lnTo>
                    <a:pt x="4946" y="5650"/>
                  </a:lnTo>
                  <a:cubicBezTo>
                    <a:pt x="4836" y="5544"/>
                    <a:pt x="4695" y="5491"/>
                    <a:pt x="4554" y="5491"/>
                  </a:cubicBezTo>
                  <a:cubicBezTo>
                    <a:pt x="4412" y="5491"/>
                    <a:pt x="4271" y="5544"/>
                    <a:pt x="4161" y="5650"/>
                  </a:cubicBezTo>
                  <a:lnTo>
                    <a:pt x="2277" y="7468"/>
                  </a:lnTo>
                  <a:lnTo>
                    <a:pt x="2268" y="7474"/>
                  </a:lnTo>
                  <a:cubicBezTo>
                    <a:pt x="2159" y="7580"/>
                    <a:pt x="2017" y="7633"/>
                    <a:pt x="1875" y="7633"/>
                  </a:cubicBezTo>
                  <a:cubicBezTo>
                    <a:pt x="1730" y="7633"/>
                    <a:pt x="1585" y="7577"/>
                    <a:pt x="1474" y="7468"/>
                  </a:cubicBezTo>
                  <a:cubicBezTo>
                    <a:pt x="1256" y="7247"/>
                    <a:pt x="1253" y="6894"/>
                    <a:pt x="1468" y="6673"/>
                  </a:cubicBezTo>
                  <a:lnTo>
                    <a:pt x="3352" y="4789"/>
                  </a:lnTo>
                  <a:cubicBezTo>
                    <a:pt x="3575" y="4566"/>
                    <a:pt x="3575" y="4210"/>
                    <a:pt x="3352" y="3986"/>
                  </a:cubicBezTo>
                  <a:lnTo>
                    <a:pt x="1468" y="2102"/>
                  </a:lnTo>
                  <a:cubicBezTo>
                    <a:pt x="1253" y="1882"/>
                    <a:pt x="1256" y="1528"/>
                    <a:pt x="1474" y="1308"/>
                  </a:cubicBezTo>
                  <a:cubicBezTo>
                    <a:pt x="1585" y="1198"/>
                    <a:pt x="1730" y="1143"/>
                    <a:pt x="1875" y="1143"/>
                  </a:cubicBezTo>
                  <a:cubicBezTo>
                    <a:pt x="2017" y="1143"/>
                    <a:pt x="2159" y="1196"/>
                    <a:pt x="2268" y="1302"/>
                  </a:cubicBezTo>
                  <a:lnTo>
                    <a:pt x="2277" y="1308"/>
                  </a:lnTo>
                  <a:lnTo>
                    <a:pt x="4161" y="3126"/>
                  </a:lnTo>
                  <a:cubicBezTo>
                    <a:pt x="4271" y="3231"/>
                    <a:pt x="4412" y="3284"/>
                    <a:pt x="4554" y="3284"/>
                  </a:cubicBezTo>
                  <a:cubicBezTo>
                    <a:pt x="4695" y="3284"/>
                    <a:pt x="4836" y="3231"/>
                    <a:pt x="4946" y="3126"/>
                  </a:cubicBezTo>
                  <a:lnTo>
                    <a:pt x="6830" y="1308"/>
                  </a:lnTo>
                  <a:lnTo>
                    <a:pt x="6839" y="1302"/>
                  </a:lnTo>
                  <a:cubicBezTo>
                    <a:pt x="6948" y="1196"/>
                    <a:pt x="7090" y="1143"/>
                    <a:pt x="7232" y="1143"/>
                  </a:cubicBezTo>
                  <a:close/>
                  <a:moveTo>
                    <a:pt x="1865" y="0"/>
                  </a:moveTo>
                  <a:cubicBezTo>
                    <a:pt x="1430" y="0"/>
                    <a:pt x="995" y="166"/>
                    <a:pt x="664" y="499"/>
                  </a:cubicBezTo>
                  <a:cubicBezTo>
                    <a:pt x="0" y="1163"/>
                    <a:pt x="3" y="2241"/>
                    <a:pt x="667" y="2902"/>
                  </a:cubicBezTo>
                  <a:lnTo>
                    <a:pt x="2153" y="4388"/>
                  </a:lnTo>
                  <a:lnTo>
                    <a:pt x="667" y="5873"/>
                  </a:lnTo>
                  <a:cubicBezTo>
                    <a:pt x="0" y="6535"/>
                    <a:pt x="0" y="7610"/>
                    <a:pt x="661" y="8274"/>
                  </a:cubicBezTo>
                  <a:cubicBezTo>
                    <a:pt x="995" y="8607"/>
                    <a:pt x="1431" y="8774"/>
                    <a:pt x="1868" y="8774"/>
                  </a:cubicBezTo>
                  <a:cubicBezTo>
                    <a:pt x="2301" y="8774"/>
                    <a:pt x="2734" y="8609"/>
                    <a:pt x="3065" y="8280"/>
                  </a:cubicBezTo>
                  <a:lnTo>
                    <a:pt x="4554" y="6846"/>
                  </a:lnTo>
                  <a:lnTo>
                    <a:pt x="6042" y="8280"/>
                  </a:lnTo>
                  <a:cubicBezTo>
                    <a:pt x="6373" y="8609"/>
                    <a:pt x="6806" y="8774"/>
                    <a:pt x="7239" y="8774"/>
                  </a:cubicBezTo>
                  <a:cubicBezTo>
                    <a:pt x="7675" y="8774"/>
                    <a:pt x="8111" y="8607"/>
                    <a:pt x="8443" y="8274"/>
                  </a:cubicBezTo>
                  <a:cubicBezTo>
                    <a:pt x="9104" y="7610"/>
                    <a:pt x="9104" y="6535"/>
                    <a:pt x="8440" y="5873"/>
                  </a:cubicBezTo>
                  <a:lnTo>
                    <a:pt x="6957" y="4388"/>
                  </a:lnTo>
                  <a:lnTo>
                    <a:pt x="8440" y="2902"/>
                  </a:lnTo>
                  <a:cubicBezTo>
                    <a:pt x="8760" y="2585"/>
                    <a:pt x="8938" y="2153"/>
                    <a:pt x="8938" y="1703"/>
                  </a:cubicBezTo>
                  <a:cubicBezTo>
                    <a:pt x="8938" y="1018"/>
                    <a:pt x="8524" y="399"/>
                    <a:pt x="7893" y="133"/>
                  </a:cubicBezTo>
                  <a:cubicBezTo>
                    <a:pt x="7682" y="46"/>
                    <a:pt x="7460" y="3"/>
                    <a:pt x="7239" y="3"/>
                  </a:cubicBezTo>
                  <a:cubicBezTo>
                    <a:pt x="6799" y="3"/>
                    <a:pt x="6366" y="174"/>
                    <a:pt x="6042" y="496"/>
                  </a:cubicBezTo>
                  <a:lnTo>
                    <a:pt x="4554" y="1930"/>
                  </a:lnTo>
                  <a:lnTo>
                    <a:pt x="3065" y="496"/>
                  </a:lnTo>
                  <a:cubicBezTo>
                    <a:pt x="2733" y="165"/>
                    <a:pt x="2299" y="0"/>
                    <a:pt x="18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grpSp>
        <p:nvGrpSpPr>
          <p:cNvPr id="10465" name="Google Shape;10465;p134"/>
          <p:cNvGrpSpPr/>
          <p:nvPr/>
        </p:nvGrpSpPr>
        <p:grpSpPr>
          <a:xfrm>
            <a:off x="2686471" y="3979142"/>
            <a:ext cx="293997" cy="294073"/>
            <a:chOff x="5053900" y="4993700"/>
            <a:chExt cx="483150" cy="483275"/>
          </a:xfrm>
        </p:grpSpPr>
        <p:sp>
          <p:nvSpPr>
            <p:cNvPr id="10466" name="Google Shape;10466;p134"/>
            <p:cNvSpPr/>
            <p:nvPr/>
          </p:nvSpPr>
          <p:spPr>
            <a:xfrm>
              <a:off x="5053900" y="4993700"/>
              <a:ext cx="483150" cy="483275"/>
            </a:xfrm>
            <a:custGeom>
              <a:rect b="b" l="l" r="r" t="t"/>
              <a:pathLst>
                <a:path extrusionOk="0" h="19331" w="19326">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2" y="3366"/>
                  </a:moveTo>
                  <a:lnTo>
                    <a:pt x="13033" y="7445"/>
                  </a:lnTo>
                  <a:lnTo>
                    <a:pt x="9467" y="9230"/>
                  </a:lnTo>
                  <a:lnTo>
                    <a:pt x="1779" y="5208"/>
                  </a:lnTo>
                  <a:lnTo>
                    <a:pt x="5222"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9" y="17953"/>
                  </a:lnTo>
                  <a:lnTo>
                    <a:pt x="10029"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8" y="172"/>
                  </a:cubicBezTo>
                  <a:lnTo>
                    <a:pt x="765" y="4468"/>
                  </a:lnTo>
                  <a:cubicBezTo>
                    <a:pt x="294" y="4719"/>
                    <a:pt x="1" y="5208"/>
                    <a:pt x="1" y="5739"/>
                  </a:cubicBezTo>
                  <a:lnTo>
                    <a:pt x="1" y="13638"/>
                  </a:lnTo>
                  <a:cubicBezTo>
                    <a:pt x="1" y="14173"/>
                    <a:pt x="297" y="14665"/>
                    <a:pt x="771" y="14913"/>
                  </a:cubicBezTo>
                  <a:lnTo>
                    <a:pt x="8797"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3" y="53"/>
                    <a:pt x="9698" y="0"/>
                    <a:pt x="94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sp>
          <p:nvSpPr>
            <p:cNvPr id="10467" name="Google Shape;10467;p134"/>
            <p:cNvSpPr/>
            <p:nvPr/>
          </p:nvSpPr>
          <p:spPr>
            <a:xfrm>
              <a:off x="5123725" y="5264025"/>
              <a:ext cx="105200" cy="61775"/>
            </a:xfrm>
            <a:custGeom>
              <a:rect b="b" l="l" r="r" t="t"/>
              <a:pathLst>
                <a:path extrusionOk="0" h="2471" w="4208">
                  <a:moveTo>
                    <a:pt x="3561" y="1"/>
                  </a:moveTo>
                  <a:cubicBezTo>
                    <a:pt x="3462" y="1"/>
                    <a:pt x="3362" y="26"/>
                    <a:pt x="3271" y="81"/>
                  </a:cubicBezTo>
                  <a:lnTo>
                    <a:pt x="1523" y="1122"/>
                  </a:lnTo>
                  <a:lnTo>
                    <a:pt x="1139" y="449"/>
                  </a:lnTo>
                  <a:cubicBezTo>
                    <a:pt x="1035" y="266"/>
                    <a:pt x="844" y="162"/>
                    <a:pt x="647" y="162"/>
                  </a:cubicBezTo>
                  <a:cubicBezTo>
                    <a:pt x="551" y="162"/>
                    <a:pt x="455" y="187"/>
                    <a:pt x="366" y="238"/>
                  </a:cubicBezTo>
                  <a:cubicBezTo>
                    <a:pt x="95" y="392"/>
                    <a:pt x="1" y="736"/>
                    <a:pt x="155" y="1008"/>
                  </a:cubicBezTo>
                  <a:lnTo>
                    <a:pt x="825" y="2185"/>
                  </a:lnTo>
                  <a:lnTo>
                    <a:pt x="831" y="2191"/>
                  </a:lnTo>
                  <a:cubicBezTo>
                    <a:pt x="831" y="2194"/>
                    <a:pt x="831" y="2194"/>
                    <a:pt x="831" y="2194"/>
                  </a:cubicBezTo>
                  <a:cubicBezTo>
                    <a:pt x="834" y="2200"/>
                    <a:pt x="837" y="2203"/>
                    <a:pt x="840" y="2206"/>
                  </a:cubicBezTo>
                  <a:lnTo>
                    <a:pt x="849" y="2224"/>
                  </a:lnTo>
                  <a:lnTo>
                    <a:pt x="861" y="2240"/>
                  </a:lnTo>
                  <a:lnTo>
                    <a:pt x="874" y="2255"/>
                  </a:lnTo>
                  <a:lnTo>
                    <a:pt x="883" y="2270"/>
                  </a:lnTo>
                  <a:lnTo>
                    <a:pt x="898" y="2282"/>
                  </a:lnTo>
                  <a:lnTo>
                    <a:pt x="910" y="2297"/>
                  </a:lnTo>
                  <a:lnTo>
                    <a:pt x="922" y="2312"/>
                  </a:lnTo>
                  <a:lnTo>
                    <a:pt x="937" y="2324"/>
                  </a:lnTo>
                  <a:lnTo>
                    <a:pt x="949" y="2336"/>
                  </a:lnTo>
                  <a:lnTo>
                    <a:pt x="964" y="2348"/>
                  </a:lnTo>
                  <a:cubicBezTo>
                    <a:pt x="970" y="2351"/>
                    <a:pt x="973" y="2354"/>
                    <a:pt x="979" y="2357"/>
                  </a:cubicBezTo>
                  <a:lnTo>
                    <a:pt x="994" y="2369"/>
                  </a:lnTo>
                  <a:lnTo>
                    <a:pt x="1009" y="2378"/>
                  </a:lnTo>
                  <a:lnTo>
                    <a:pt x="1028" y="2391"/>
                  </a:lnTo>
                  <a:lnTo>
                    <a:pt x="1040" y="2400"/>
                  </a:lnTo>
                  <a:lnTo>
                    <a:pt x="1058" y="2409"/>
                  </a:lnTo>
                  <a:lnTo>
                    <a:pt x="1073" y="2415"/>
                  </a:lnTo>
                  <a:cubicBezTo>
                    <a:pt x="1079" y="2418"/>
                    <a:pt x="1085" y="2421"/>
                    <a:pt x="1091" y="2424"/>
                  </a:cubicBezTo>
                  <a:lnTo>
                    <a:pt x="1106" y="2430"/>
                  </a:lnTo>
                  <a:lnTo>
                    <a:pt x="1124" y="2436"/>
                  </a:lnTo>
                  <a:lnTo>
                    <a:pt x="1139" y="2442"/>
                  </a:lnTo>
                  <a:lnTo>
                    <a:pt x="1160" y="2448"/>
                  </a:lnTo>
                  <a:lnTo>
                    <a:pt x="1176" y="2454"/>
                  </a:lnTo>
                  <a:lnTo>
                    <a:pt x="1197" y="2457"/>
                  </a:lnTo>
                  <a:lnTo>
                    <a:pt x="1212" y="2460"/>
                  </a:lnTo>
                  <a:lnTo>
                    <a:pt x="1233" y="2463"/>
                  </a:lnTo>
                  <a:lnTo>
                    <a:pt x="1245" y="2466"/>
                  </a:lnTo>
                  <a:cubicBezTo>
                    <a:pt x="1254" y="2466"/>
                    <a:pt x="1263" y="2466"/>
                    <a:pt x="1269" y="2469"/>
                  </a:cubicBezTo>
                  <a:cubicBezTo>
                    <a:pt x="1272" y="2470"/>
                    <a:pt x="1274" y="2470"/>
                    <a:pt x="1276" y="2470"/>
                  </a:cubicBezTo>
                  <a:cubicBezTo>
                    <a:pt x="1279" y="2470"/>
                    <a:pt x="1279" y="2469"/>
                    <a:pt x="1281" y="2469"/>
                  </a:cubicBezTo>
                  <a:lnTo>
                    <a:pt x="1369" y="2469"/>
                  </a:lnTo>
                  <a:lnTo>
                    <a:pt x="1393" y="2466"/>
                  </a:lnTo>
                  <a:lnTo>
                    <a:pt x="1408" y="2463"/>
                  </a:lnTo>
                  <a:cubicBezTo>
                    <a:pt x="1414" y="2463"/>
                    <a:pt x="1420" y="2463"/>
                    <a:pt x="1426" y="2460"/>
                  </a:cubicBezTo>
                  <a:lnTo>
                    <a:pt x="1444" y="2457"/>
                  </a:lnTo>
                  <a:lnTo>
                    <a:pt x="1462" y="2451"/>
                  </a:lnTo>
                  <a:lnTo>
                    <a:pt x="1480" y="2448"/>
                  </a:lnTo>
                  <a:lnTo>
                    <a:pt x="1499" y="2442"/>
                  </a:lnTo>
                  <a:lnTo>
                    <a:pt x="1517" y="2436"/>
                  </a:lnTo>
                  <a:cubicBezTo>
                    <a:pt x="1523" y="2433"/>
                    <a:pt x="1529" y="2430"/>
                    <a:pt x="1535" y="2427"/>
                  </a:cubicBezTo>
                  <a:lnTo>
                    <a:pt x="1553" y="2421"/>
                  </a:lnTo>
                  <a:lnTo>
                    <a:pt x="1568" y="2412"/>
                  </a:lnTo>
                  <a:lnTo>
                    <a:pt x="1586" y="2403"/>
                  </a:lnTo>
                  <a:cubicBezTo>
                    <a:pt x="1589" y="2403"/>
                    <a:pt x="1595" y="2400"/>
                    <a:pt x="1598" y="2397"/>
                  </a:cubicBezTo>
                  <a:cubicBezTo>
                    <a:pt x="1600" y="2395"/>
                    <a:pt x="1600" y="2395"/>
                    <a:pt x="1601" y="2395"/>
                  </a:cubicBezTo>
                  <a:cubicBezTo>
                    <a:pt x="1601" y="2395"/>
                    <a:pt x="1601" y="2395"/>
                    <a:pt x="1601" y="2394"/>
                  </a:cubicBezTo>
                  <a:lnTo>
                    <a:pt x="1607" y="2391"/>
                  </a:lnTo>
                  <a:lnTo>
                    <a:pt x="3851" y="1053"/>
                  </a:lnTo>
                  <a:cubicBezTo>
                    <a:pt x="4119" y="893"/>
                    <a:pt x="4207" y="546"/>
                    <a:pt x="4047" y="277"/>
                  </a:cubicBezTo>
                  <a:cubicBezTo>
                    <a:pt x="3941" y="99"/>
                    <a:pt x="3753" y="1"/>
                    <a:pt x="356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435D74"/>
                </a:solidFill>
              </a:endParaRPr>
            </a:p>
          </p:txBody>
        </p:sp>
      </p:grpSp>
      <p:sp>
        <p:nvSpPr>
          <p:cNvPr id="10468" name="Google Shape;10468;p134"/>
          <p:cNvSpPr txBox="1"/>
          <p:nvPr>
            <p:ph type="title"/>
          </p:nvPr>
        </p:nvSpPr>
        <p:spPr>
          <a:xfrm>
            <a:off x="1048350" y="323850"/>
            <a:ext cx="70473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rPr>
              <a:t>...and our sets of editable icons</a:t>
            </a:r>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0472" name="Shape 10472"/>
        <p:cNvGrpSpPr/>
        <p:nvPr/>
      </p:nvGrpSpPr>
      <p:grpSpPr>
        <a:xfrm>
          <a:off x="0" y="0"/>
          <a:ext cx="0" cy="0"/>
          <a:chOff x="0" y="0"/>
          <a:chExt cx="0" cy="0"/>
        </a:xfrm>
      </p:grpSpPr>
      <p:sp>
        <p:nvSpPr>
          <p:cNvPr id="10473" name="Google Shape;10473;p135"/>
          <p:cNvSpPr/>
          <p:nvPr/>
        </p:nvSpPr>
        <p:spPr>
          <a:xfrm>
            <a:off x="844100" y="1308173"/>
            <a:ext cx="323667" cy="373560"/>
          </a:xfrm>
          <a:custGeom>
            <a:rect b="b" l="l" r="r" t="t"/>
            <a:pathLst>
              <a:path extrusionOk="0" h="12691" w="10996">
                <a:moveTo>
                  <a:pt x="6050" y="820"/>
                </a:moveTo>
                <a:lnTo>
                  <a:pt x="6050" y="1639"/>
                </a:lnTo>
                <a:lnTo>
                  <a:pt x="5199" y="1639"/>
                </a:lnTo>
                <a:lnTo>
                  <a:pt x="5199" y="820"/>
                </a:lnTo>
                <a:close/>
                <a:moveTo>
                  <a:pt x="9358" y="2458"/>
                </a:moveTo>
                <a:lnTo>
                  <a:pt x="9358" y="8255"/>
                </a:lnTo>
                <a:lnTo>
                  <a:pt x="1923" y="8255"/>
                </a:lnTo>
                <a:lnTo>
                  <a:pt x="1923" y="2458"/>
                </a:lnTo>
                <a:close/>
                <a:moveTo>
                  <a:pt x="9767" y="9074"/>
                </a:moveTo>
                <a:cubicBezTo>
                  <a:pt x="10019" y="9074"/>
                  <a:pt x="10177" y="9295"/>
                  <a:pt x="10208" y="9515"/>
                </a:cubicBezTo>
                <a:cubicBezTo>
                  <a:pt x="10177" y="9704"/>
                  <a:pt x="10051" y="9830"/>
                  <a:pt x="9893" y="9925"/>
                </a:cubicBezTo>
                <a:cubicBezTo>
                  <a:pt x="9862" y="9940"/>
                  <a:pt x="9893" y="9948"/>
                  <a:pt x="9594" y="9948"/>
                </a:cubicBezTo>
                <a:cubicBezTo>
                  <a:pt x="9295" y="9948"/>
                  <a:pt x="8665" y="9940"/>
                  <a:pt x="7310" y="9925"/>
                </a:cubicBezTo>
                <a:lnTo>
                  <a:pt x="1513" y="9925"/>
                </a:lnTo>
                <a:cubicBezTo>
                  <a:pt x="1324" y="9925"/>
                  <a:pt x="1166" y="9799"/>
                  <a:pt x="1103" y="9641"/>
                </a:cubicBezTo>
                <a:cubicBezTo>
                  <a:pt x="1040" y="9358"/>
                  <a:pt x="1229" y="9074"/>
                  <a:pt x="1513" y="9074"/>
                </a:cubicBezTo>
                <a:close/>
                <a:moveTo>
                  <a:pt x="4790" y="1"/>
                </a:moveTo>
                <a:cubicBezTo>
                  <a:pt x="4538" y="1"/>
                  <a:pt x="4348" y="190"/>
                  <a:pt x="4348" y="379"/>
                </a:cubicBezTo>
                <a:lnTo>
                  <a:pt x="4348" y="1639"/>
                </a:lnTo>
                <a:lnTo>
                  <a:pt x="1419" y="1639"/>
                </a:lnTo>
                <a:cubicBezTo>
                  <a:pt x="1198" y="1639"/>
                  <a:pt x="1040" y="1828"/>
                  <a:pt x="1040" y="2080"/>
                </a:cubicBezTo>
                <a:lnTo>
                  <a:pt x="1040" y="8349"/>
                </a:lnTo>
                <a:cubicBezTo>
                  <a:pt x="788" y="8413"/>
                  <a:pt x="568" y="8570"/>
                  <a:pt x="410" y="8791"/>
                </a:cubicBezTo>
                <a:cubicBezTo>
                  <a:pt x="1" y="9358"/>
                  <a:pt x="158" y="10145"/>
                  <a:pt x="725" y="10555"/>
                </a:cubicBezTo>
                <a:cubicBezTo>
                  <a:pt x="914" y="10649"/>
                  <a:pt x="1166" y="10744"/>
                  <a:pt x="1419" y="10744"/>
                </a:cubicBezTo>
                <a:lnTo>
                  <a:pt x="3277" y="10744"/>
                </a:lnTo>
                <a:lnTo>
                  <a:pt x="2679" y="12067"/>
                </a:lnTo>
                <a:cubicBezTo>
                  <a:pt x="2616" y="12288"/>
                  <a:pt x="2679" y="12508"/>
                  <a:pt x="2836" y="12634"/>
                </a:cubicBezTo>
                <a:cubicBezTo>
                  <a:pt x="2913" y="12673"/>
                  <a:pt x="2987" y="12691"/>
                  <a:pt x="3057" y="12691"/>
                </a:cubicBezTo>
                <a:cubicBezTo>
                  <a:pt x="3214" y="12691"/>
                  <a:pt x="3347" y="12598"/>
                  <a:pt x="3435" y="12445"/>
                </a:cubicBezTo>
                <a:lnTo>
                  <a:pt x="4159" y="10744"/>
                </a:lnTo>
                <a:lnTo>
                  <a:pt x="5136" y="10744"/>
                </a:lnTo>
                <a:lnTo>
                  <a:pt x="5136" y="12225"/>
                </a:lnTo>
                <a:cubicBezTo>
                  <a:pt x="5136" y="12445"/>
                  <a:pt x="5294" y="12634"/>
                  <a:pt x="5483" y="12666"/>
                </a:cubicBezTo>
                <a:cubicBezTo>
                  <a:pt x="5501" y="12668"/>
                  <a:pt x="5520" y="12669"/>
                  <a:pt x="5538" y="12669"/>
                </a:cubicBezTo>
                <a:cubicBezTo>
                  <a:pt x="5766" y="12669"/>
                  <a:pt x="5955" y="12492"/>
                  <a:pt x="5955" y="12288"/>
                </a:cubicBezTo>
                <a:lnTo>
                  <a:pt x="5955" y="10744"/>
                </a:lnTo>
                <a:lnTo>
                  <a:pt x="6932" y="10744"/>
                </a:lnTo>
                <a:lnTo>
                  <a:pt x="7657" y="12382"/>
                </a:lnTo>
                <a:cubicBezTo>
                  <a:pt x="7708" y="12538"/>
                  <a:pt x="7888" y="12651"/>
                  <a:pt x="8056" y="12651"/>
                </a:cubicBezTo>
                <a:cubicBezTo>
                  <a:pt x="8092" y="12651"/>
                  <a:pt x="8127" y="12645"/>
                  <a:pt x="8161" y="12634"/>
                </a:cubicBezTo>
                <a:cubicBezTo>
                  <a:pt x="8413" y="12540"/>
                  <a:pt x="8507" y="12256"/>
                  <a:pt x="8444" y="12067"/>
                </a:cubicBezTo>
                <a:lnTo>
                  <a:pt x="7846" y="10744"/>
                </a:lnTo>
                <a:lnTo>
                  <a:pt x="9704" y="10744"/>
                </a:lnTo>
                <a:cubicBezTo>
                  <a:pt x="10366" y="10744"/>
                  <a:pt x="10965" y="10177"/>
                  <a:pt x="10965" y="9484"/>
                </a:cubicBezTo>
                <a:cubicBezTo>
                  <a:pt x="10996" y="8980"/>
                  <a:pt x="10681" y="8507"/>
                  <a:pt x="10177" y="8349"/>
                </a:cubicBezTo>
                <a:lnTo>
                  <a:pt x="10177" y="2080"/>
                </a:lnTo>
                <a:cubicBezTo>
                  <a:pt x="10177" y="1828"/>
                  <a:pt x="9988" y="1639"/>
                  <a:pt x="9736" y="1639"/>
                </a:cubicBezTo>
                <a:lnTo>
                  <a:pt x="6869" y="1639"/>
                </a:lnTo>
                <a:lnTo>
                  <a:pt x="6869" y="379"/>
                </a:lnTo>
                <a:cubicBezTo>
                  <a:pt x="6869" y="158"/>
                  <a:pt x="6680" y="1"/>
                  <a:pt x="642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4" name="Google Shape;10474;p135"/>
          <p:cNvSpPr/>
          <p:nvPr/>
        </p:nvSpPr>
        <p:spPr>
          <a:xfrm>
            <a:off x="844104" y="1772778"/>
            <a:ext cx="383008" cy="338738"/>
          </a:xfrm>
          <a:custGeom>
            <a:rect b="b" l="l" r="r" t="t"/>
            <a:pathLst>
              <a:path extrusionOk="0" h="11508" w="13012">
                <a:moveTo>
                  <a:pt x="9306" y="836"/>
                </a:moveTo>
                <a:cubicBezTo>
                  <a:pt x="9412" y="836"/>
                  <a:pt x="9515" y="875"/>
                  <a:pt x="9578" y="954"/>
                </a:cubicBezTo>
                <a:lnTo>
                  <a:pt x="11909" y="3285"/>
                </a:lnTo>
                <a:cubicBezTo>
                  <a:pt x="12067" y="3443"/>
                  <a:pt x="12067" y="3695"/>
                  <a:pt x="11909" y="3884"/>
                </a:cubicBezTo>
                <a:lnTo>
                  <a:pt x="6900" y="8861"/>
                </a:lnTo>
                <a:lnTo>
                  <a:pt x="4001" y="5963"/>
                </a:lnTo>
                <a:lnTo>
                  <a:pt x="9011" y="954"/>
                </a:lnTo>
                <a:cubicBezTo>
                  <a:pt x="9089" y="875"/>
                  <a:pt x="9200" y="836"/>
                  <a:pt x="9306" y="836"/>
                </a:cubicBezTo>
                <a:close/>
                <a:moveTo>
                  <a:pt x="3466" y="6499"/>
                </a:moveTo>
                <a:lnTo>
                  <a:pt x="6364" y="9428"/>
                </a:lnTo>
                <a:lnTo>
                  <a:pt x="6049" y="9744"/>
                </a:lnTo>
                <a:cubicBezTo>
                  <a:pt x="5986" y="9807"/>
                  <a:pt x="5892" y="9870"/>
                  <a:pt x="5766" y="9870"/>
                </a:cubicBezTo>
                <a:cubicBezTo>
                  <a:pt x="5640" y="9870"/>
                  <a:pt x="5577" y="9807"/>
                  <a:pt x="5514" y="9744"/>
                </a:cubicBezTo>
                <a:cubicBezTo>
                  <a:pt x="5255" y="9506"/>
                  <a:pt x="4936" y="9372"/>
                  <a:pt x="4610" y="9372"/>
                </a:cubicBezTo>
                <a:cubicBezTo>
                  <a:pt x="4460" y="9372"/>
                  <a:pt x="4308" y="9400"/>
                  <a:pt x="4159" y="9460"/>
                </a:cubicBezTo>
                <a:cubicBezTo>
                  <a:pt x="3938" y="9555"/>
                  <a:pt x="3812" y="9712"/>
                  <a:pt x="3686" y="9807"/>
                </a:cubicBezTo>
                <a:lnTo>
                  <a:pt x="3088" y="9239"/>
                </a:lnTo>
                <a:lnTo>
                  <a:pt x="3182" y="9145"/>
                </a:lnTo>
                <a:cubicBezTo>
                  <a:pt x="3655" y="8672"/>
                  <a:pt x="3686" y="7853"/>
                  <a:pt x="3151" y="7381"/>
                </a:cubicBezTo>
                <a:cubicBezTo>
                  <a:pt x="2993" y="7223"/>
                  <a:pt x="3025" y="6940"/>
                  <a:pt x="3182" y="6782"/>
                </a:cubicBezTo>
                <a:lnTo>
                  <a:pt x="3466" y="6499"/>
                </a:lnTo>
                <a:close/>
                <a:moveTo>
                  <a:pt x="2426" y="9807"/>
                </a:moveTo>
                <a:lnTo>
                  <a:pt x="3025" y="10405"/>
                </a:lnTo>
                <a:lnTo>
                  <a:pt x="2773" y="10657"/>
                </a:lnTo>
                <a:lnTo>
                  <a:pt x="1544" y="10657"/>
                </a:lnTo>
                <a:lnTo>
                  <a:pt x="2426" y="9807"/>
                </a:lnTo>
                <a:close/>
                <a:moveTo>
                  <a:pt x="9310" y="1"/>
                </a:moveTo>
                <a:cubicBezTo>
                  <a:pt x="8995" y="1"/>
                  <a:pt x="8680" y="119"/>
                  <a:pt x="8443" y="355"/>
                </a:cubicBezTo>
                <a:lnTo>
                  <a:pt x="2584" y="6247"/>
                </a:lnTo>
                <a:cubicBezTo>
                  <a:pt x="2111" y="6719"/>
                  <a:pt x="2079" y="7538"/>
                  <a:pt x="2552" y="8011"/>
                </a:cubicBezTo>
                <a:cubicBezTo>
                  <a:pt x="2710" y="8137"/>
                  <a:pt x="2710" y="8357"/>
                  <a:pt x="2615" y="8483"/>
                </a:cubicBezTo>
                <a:cubicBezTo>
                  <a:pt x="2584" y="8546"/>
                  <a:pt x="2584" y="8546"/>
                  <a:pt x="2552" y="8609"/>
                </a:cubicBezTo>
                <a:lnTo>
                  <a:pt x="252" y="10815"/>
                </a:lnTo>
                <a:cubicBezTo>
                  <a:pt x="0" y="11067"/>
                  <a:pt x="189" y="11508"/>
                  <a:pt x="536" y="11508"/>
                </a:cubicBezTo>
                <a:lnTo>
                  <a:pt x="2930" y="11508"/>
                </a:lnTo>
                <a:cubicBezTo>
                  <a:pt x="3056" y="11508"/>
                  <a:pt x="3182" y="11476"/>
                  <a:pt x="3245" y="11382"/>
                </a:cubicBezTo>
                <a:lnTo>
                  <a:pt x="4285" y="10374"/>
                </a:lnTo>
                <a:cubicBezTo>
                  <a:pt x="4364" y="10295"/>
                  <a:pt x="4474" y="10255"/>
                  <a:pt x="4584" y="10255"/>
                </a:cubicBezTo>
                <a:cubicBezTo>
                  <a:pt x="4694" y="10255"/>
                  <a:pt x="4805" y="10295"/>
                  <a:pt x="4883" y="10374"/>
                </a:cubicBezTo>
                <a:cubicBezTo>
                  <a:pt x="5092" y="10614"/>
                  <a:pt x="5413" y="10740"/>
                  <a:pt x="5742" y="10740"/>
                </a:cubicBezTo>
                <a:cubicBezTo>
                  <a:pt x="6060" y="10740"/>
                  <a:pt x="6384" y="10622"/>
                  <a:pt x="6616" y="10374"/>
                </a:cubicBezTo>
                <a:lnTo>
                  <a:pt x="12476" y="4482"/>
                </a:lnTo>
                <a:cubicBezTo>
                  <a:pt x="12980" y="3978"/>
                  <a:pt x="13012" y="3191"/>
                  <a:pt x="12508" y="2686"/>
                </a:cubicBezTo>
                <a:lnTo>
                  <a:pt x="10176" y="355"/>
                </a:lnTo>
                <a:cubicBezTo>
                  <a:pt x="9940" y="119"/>
                  <a:pt x="9625" y="1"/>
                  <a:pt x="931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5" name="Google Shape;10475;p135"/>
          <p:cNvSpPr/>
          <p:nvPr/>
        </p:nvSpPr>
        <p:spPr>
          <a:xfrm>
            <a:off x="852434" y="2202562"/>
            <a:ext cx="366348" cy="373412"/>
          </a:xfrm>
          <a:custGeom>
            <a:rect b="b" l="l" r="r" t="t"/>
            <a:pathLst>
              <a:path extrusionOk="0" h="12686" w="12446">
                <a:moveTo>
                  <a:pt x="6176" y="808"/>
                </a:moveTo>
                <a:cubicBezTo>
                  <a:pt x="6428" y="808"/>
                  <a:pt x="6554" y="997"/>
                  <a:pt x="6554" y="1249"/>
                </a:cubicBezTo>
                <a:cubicBezTo>
                  <a:pt x="6554" y="1497"/>
                  <a:pt x="6359" y="1667"/>
                  <a:pt x="6153" y="1667"/>
                </a:cubicBezTo>
                <a:cubicBezTo>
                  <a:pt x="6097" y="1667"/>
                  <a:pt x="6041" y="1654"/>
                  <a:pt x="5987" y="1627"/>
                </a:cubicBezTo>
                <a:cubicBezTo>
                  <a:pt x="5829" y="1564"/>
                  <a:pt x="5735" y="1438"/>
                  <a:pt x="5735" y="1249"/>
                </a:cubicBezTo>
                <a:cubicBezTo>
                  <a:pt x="5766" y="997"/>
                  <a:pt x="5924" y="808"/>
                  <a:pt x="6176" y="808"/>
                </a:cubicBezTo>
                <a:close/>
                <a:moveTo>
                  <a:pt x="1986" y="2541"/>
                </a:moveTo>
                <a:lnTo>
                  <a:pt x="3088" y="5755"/>
                </a:lnTo>
                <a:lnTo>
                  <a:pt x="946" y="5755"/>
                </a:lnTo>
                <a:lnTo>
                  <a:pt x="1986" y="2541"/>
                </a:lnTo>
                <a:close/>
                <a:moveTo>
                  <a:pt x="10303" y="2541"/>
                </a:moveTo>
                <a:lnTo>
                  <a:pt x="11374" y="5755"/>
                </a:lnTo>
                <a:lnTo>
                  <a:pt x="9200" y="5755"/>
                </a:lnTo>
                <a:lnTo>
                  <a:pt x="10303" y="2541"/>
                </a:lnTo>
                <a:close/>
                <a:moveTo>
                  <a:pt x="3183" y="6605"/>
                </a:moveTo>
                <a:cubicBezTo>
                  <a:pt x="3025" y="7109"/>
                  <a:pt x="2584" y="7424"/>
                  <a:pt x="2049" y="7424"/>
                </a:cubicBezTo>
                <a:cubicBezTo>
                  <a:pt x="1481" y="7424"/>
                  <a:pt x="1040" y="7078"/>
                  <a:pt x="851" y="6605"/>
                </a:cubicBezTo>
                <a:close/>
                <a:moveTo>
                  <a:pt x="11437" y="6605"/>
                </a:moveTo>
                <a:cubicBezTo>
                  <a:pt x="11279" y="7109"/>
                  <a:pt x="10870" y="7424"/>
                  <a:pt x="10303" y="7424"/>
                </a:cubicBezTo>
                <a:cubicBezTo>
                  <a:pt x="9767" y="7424"/>
                  <a:pt x="9326" y="7078"/>
                  <a:pt x="9137" y="6605"/>
                </a:cubicBezTo>
                <a:close/>
                <a:moveTo>
                  <a:pt x="6617" y="2415"/>
                </a:moveTo>
                <a:lnTo>
                  <a:pt x="6617" y="8558"/>
                </a:lnTo>
                <a:lnTo>
                  <a:pt x="5766" y="8558"/>
                </a:lnTo>
                <a:lnTo>
                  <a:pt x="5766" y="2415"/>
                </a:lnTo>
                <a:cubicBezTo>
                  <a:pt x="5908" y="2462"/>
                  <a:pt x="6050" y="2486"/>
                  <a:pt x="6191" y="2486"/>
                </a:cubicBezTo>
                <a:cubicBezTo>
                  <a:pt x="6333" y="2486"/>
                  <a:pt x="6475" y="2462"/>
                  <a:pt x="6617" y="2415"/>
                </a:cubicBezTo>
                <a:close/>
                <a:moveTo>
                  <a:pt x="8255" y="9346"/>
                </a:moveTo>
                <a:lnTo>
                  <a:pt x="8255" y="10165"/>
                </a:lnTo>
                <a:lnTo>
                  <a:pt x="4128" y="10165"/>
                </a:lnTo>
                <a:lnTo>
                  <a:pt x="4128" y="9346"/>
                </a:lnTo>
                <a:close/>
                <a:moveTo>
                  <a:pt x="9074" y="11016"/>
                </a:moveTo>
                <a:lnTo>
                  <a:pt x="9074" y="11835"/>
                </a:lnTo>
                <a:lnTo>
                  <a:pt x="3309" y="11835"/>
                </a:lnTo>
                <a:lnTo>
                  <a:pt x="3309" y="11016"/>
                </a:lnTo>
                <a:close/>
                <a:moveTo>
                  <a:pt x="6265" y="1"/>
                </a:moveTo>
                <a:cubicBezTo>
                  <a:pt x="5747" y="1"/>
                  <a:pt x="5253" y="326"/>
                  <a:pt x="5073" y="840"/>
                </a:cubicBezTo>
                <a:lnTo>
                  <a:pt x="1292" y="840"/>
                </a:lnTo>
                <a:cubicBezTo>
                  <a:pt x="1103" y="840"/>
                  <a:pt x="914" y="997"/>
                  <a:pt x="851" y="1186"/>
                </a:cubicBezTo>
                <a:cubicBezTo>
                  <a:pt x="820" y="1438"/>
                  <a:pt x="1009" y="1659"/>
                  <a:pt x="1261" y="1659"/>
                </a:cubicBezTo>
                <a:lnTo>
                  <a:pt x="1481" y="1659"/>
                </a:lnTo>
                <a:cubicBezTo>
                  <a:pt x="30" y="6044"/>
                  <a:pt x="1" y="6133"/>
                  <a:pt x="1" y="6133"/>
                </a:cubicBezTo>
                <a:lnTo>
                  <a:pt x="1" y="6133"/>
                </a:lnTo>
                <a:cubicBezTo>
                  <a:pt x="1" y="6133"/>
                  <a:pt x="1" y="6133"/>
                  <a:pt x="1" y="6133"/>
                </a:cubicBezTo>
                <a:lnTo>
                  <a:pt x="1" y="6196"/>
                </a:lnTo>
                <a:cubicBezTo>
                  <a:pt x="1" y="6479"/>
                  <a:pt x="64" y="6763"/>
                  <a:pt x="158" y="6983"/>
                </a:cubicBezTo>
                <a:cubicBezTo>
                  <a:pt x="464" y="7784"/>
                  <a:pt x="1229" y="8250"/>
                  <a:pt x="2042" y="8250"/>
                </a:cubicBezTo>
                <a:cubicBezTo>
                  <a:pt x="2317" y="8250"/>
                  <a:pt x="2597" y="8197"/>
                  <a:pt x="2868" y="8086"/>
                </a:cubicBezTo>
                <a:cubicBezTo>
                  <a:pt x="3403" y="7865"/>
                  <a:pt x="3844" y="7393"/>
                  <a:pt x="4033" y="6794"/>
                </a:cubicBezTo>
                <a:cubicBezTo>
                  <a:pt x="4128" y="6542"/>
                  <a:pt x="4159" y="6290"/>
                  <a:pt x="4128" y="6164"/>
                </a:cubicBezTo>
                <a:lnTo>
                  <a:pt x="4128" y="6038"/>
                </a:lnTo>
                <a:cubicBezTo>
                  <a:pt x="4128" y="6007"/>
                  <a:pt x="2679" y="1659"/>
                  <a:pt x="2679" y="1627"/>
                </a:cubicBezTo>
                <a:lnTo>
                  <a:pt x="4978" y="1627"/>
                </a:lnTo>
                <a:lnTo>
                  <a:pt x="4978" y="8527"/>
                </a:lnTo>
                <a:lnTo>
                  <a:pt x="3781" y="8527"/>
                </a:lnTo>
                <a:cubicBezTo>
                  <a:pt x="3529" y="8527"/>
                  <a:pt x="3340" y="8716"/>
                  <a:pt x="3340" y="8968"/>
                </a:cubicBezTo>
                <a:lnTo>
                  <a:pt x="3340" y="10165"/>
                </a:lnTo>
                <a:lnTo>
                  <a:pt x="2931" y="10165"/>
                </a:lnTo>
                <a:cubicBezTo>
                  <a:pt x="2710" y="10165"/>
                  <a:pt x="2521" y="10386"/>
                  <a:pt x="2521" y="10606"/>
                </a:cubicBezTo>
                <a:lnTo>
                  <a:pt x="2521" y="12245"/>
                </a:lnTo>
                <a:cubicBezTo>
                  <a:pt x="2521" y="12497"/>
                  <a:pt x="2710" y="12686"/>
                  <a:pt x="2931" y="12686"/>
                </a:cubicBezTo>
                <a:lnTo>
                  <a:pt x="9547" y="12686"/>
                </a:lnTo>
                <a:cubicBezTo>
                  <a:pt x="9673" y="12686"/>
                  <a:pt x="9767" y="12654"/>
                  <a:pt x="9830" y="12560"/>
                </a:cubicBezTo>
                <a:cubicBezTo>
                  <a:pt x="9925" y="12497"/>
                  <a:pt x="9956" y="12371"/>
                  <a:pt x="9956" y="12308"/>
                </a:cubicBezTo>
                <a:lnTo>
                  <a:pt x="9956" y="10638"/>
                </a:lnTo>
                <a:cubicBezTo>
                  <a:pt x="9956" y="10417"/>
                  <a:pt x="9767" y="10228"/>
                  <a:pt x="9515" y="10228"/>
                </a:cubicBezTo>
                <a:lnTo>
                  <a:pt x="9137" y="10228"/>
                </a:lnTo>
                <a:lnTo>
                  <a:pt x="9137" y="8968"/>
                </a:lnTo>
                <a:cubicBezTo>
                  <a:pt x="9137" y="8716"/>
                  <a:pt x="8917" y="8527"/>
                  <a:pt x="8696" y="8527"/>
                </a:cubicBezTo>
                <a:lnTo>
                  <a:pt x="7467" y="8527"/>
                </a:lnTo>
                <a:lnTo>
                  <a:pt x="7467" y="1627"/>
                </a:lnTo>
                <a:lnTo>
                  <a:pt x="9799" y="1627"/>
                </a:lnTo>
                <a:cubicBezTo>
                  <a:pt x="9799" y="1659"/>
                  <a:pt x="8350" y="6038"/>
                  <a:pt x="8350" y="6070"/>
                </a:cubicBezTo>
                <a:lnTo>
                  <a:pt x="8350" y="6164"/>
                </a:lnTo>
                <a:lnTo>
                  <a:pt x="8350" y="6227"/>
                </a:lnTo>
                <a:cubicBezTo>
                  <a:pt x="8350" y="6952"/>
                  <a:pt x="8696" y="7550"/>
                  <a:pt x="9232" y="7928"/>
                </a:cubicBezTo>
                <a:cubicBezTo>
                  <a:pt x="9601" y="8178"/>
                  <a:pt x="10011" y="8295"/>
                  <a:pt x="10411" y="8295"/>
                </a:cubicBezTo>
                <a:cubicBezTo>
                  <a:pt x="11275" y="8295"/>
                  <a:pt x="12092" y="7751"/>
                  <a:pt x="12351" y="6826"/>
                </a:cubicBezTo>
                <a:cubicBezTo>
                  <a:pt x="12382" y="6637"/>
                  <a:pt x="12445" y="6448"/>
                  <a:pt x="12445" y="6227"/>
                </a:cubicBezTo>
                <a:cubicBezTo>
                  <a:pt x="12382" y="6164"/>
                  <a:pt x="12351" y="6133"/>
                  <a:pt x="12351" y="6070"/>
                </a:cubicBezTo>
                <a:lnTo>
                  <a:pt x="10901" y="1659"/>
                </a:lnTo>
                <a:lnTo>
                  <a:pt x="11153" y="1659"/>
                </a:lnTo>
                <a:cubicBezTo>
                  <a:pt x="11342" y="1659"/>
                  <a:pt x="11532" y="1501"/>
                  <a:pt x="11563" y="1312"/>
                </a:cubicBezTo>
                <a:cubicBezTo>
                  <a:pt x="11626" y="1092"/>
                  <a:pt x="11406" y="840"/>
                  <a:pt x="11185" y="840"/>
                </a:cubicBezTo>
                <a:lnTo>
                  <a:pt x="7404" y="840"/>
                </a:lnTo>
                <a:cubicBezTo>
                  <a:pt x="7278" y="462"/>
                  <a:pt x="6963" y="178"/>
                  <a:pt x="6617" y="52"/>
                </a:cubicBezTo>
                <a:cubicBezTo>
                  <a:pt x="6501" y="17"/>
                  <a:pt x="6382" y="1"/>
                  <a:pt x="62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476" name="Google Shape;10476;p135"/>
          <p:cNvGrpSpPr/>
          <p:nvPr/>
        </p:nvGrpSpPr>
        <p:grpSpPr>
          <a:xfrm>
            <a:off x="2987728" y="1336070"/>
            <a:ext cx="371882" cy="373766"/>
            <a:chOff x="-41270450" y="1973375"/>
            <a:chExt cx="315850" cy="317450"/>
          </a:xfrm>
        </p:grpSpPr>
        <p:sp>
          <p:nvSpPr>
            <p:cNvPr id="10477" name="Google Shape;10477;p135"/>
            <p:cNvSpPr/>
            <p:nvPr/>
          </p:nvSpPr>
          <p:spPr>
            <a:xfrm>
              <a:off x="-41270450" y="1973375"/>
              <a:ext cx="315850" cy="317450"/>
            </a:xfrm>
            <a:custGeom>
              <a:rect b="b" l="l" r="r" t="t"/>
              <a:pathLst>
                <a:path extrusionOk="0" h="12698" w="12634">
                  <a:moveTo>
                    <a:pt x="11814" y="820"/>
                  </a:moveTo>
                  <a:lnTo>
                    <a:pt x="11814" y="11847"/>
                  </a:lnTo>
                  <a:lnTo>
                    <a:pt x="788" y="11847"/>
                  </a:lnTo>
                  <a:lnTo>
                    <a:pt x="788" y="820"/>
                  </a:lnTo>
                  <a:close/>
                  <a:moveTo>
                    <a:pt x="378" y="1"/>
                  </a:moveTo>
                  <a:cubicBezTo>
                    <a:pt x="158" y="1"/>
                    <a:pt x="0" y="190"/>
                    <a:pt x="0" y="410"/>
                  </a:cubicBezTo>
                  <a:lnTo>
                    <a:pt x="0" y="12288"/>
                  </a:lnTo>
                  <a:cubicBezTo>
                    <a:pt x="0" y="12508"/>
                    <a:pt x="189" y="12697"/>
                    <a:pt x="378" y="12697"/>
                  </a:cubicBezTo>
                  <a:lnTo>
                    <a:pt x="12224" y="12697"/>
                  </a:lnTo>
                  <a:cubicBezTo>
                    <a:pt x="12476" y="12697"/>
                    <a:pt x="12634" y="12508"/>
                    <a:pt x="12634" y="12288"/>
                  </a:cubicBezTo>
                  <a:lnTo>
                    <a:pt x="12634" y="410"/>
                  </a:lnTo>
                  <a:cubicBezTo>
                    <a:pt x="12634" y="158"/>
                    <a:pt x="12476" y="1"/>
                    <a:pt x="1222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8" name="Google Shape;10478;p135"/>
            <p:cNvSpPr/>
            <p:nvPr/>
          </p:nvSpPr>
          <p:spPr>
            <a:xfrm>
              <a:off x="-41230300" y="2015125"/>
              <a:ext cx="235525" cy="192200"/>
            </a:xfrm>
            <a:custGeom>
              <a:rect b="b" l="l" r="r" t="t"/>
              <a:pathLst>
                <a:path extrusionOk="0" h="7688" w="9421">
                  <a:moveTo>
                    <a:pt x="8539" y="788"/>
                  </a:moveTo>
                  <a:lnTo>
                    <a:pt x="8539" y="6869"/>
                  </a:lnTo>
                  <a:lnTo>
                    <a:pt x="820" y="6869"/>
                  </a:lnTo>
                  <a:lnTo>
                    <a:pt x="820" y="788"/>
                  </a:lnTo>
                  <a:close/>
                  <a:moveTo>
                    <a:pt x="442" y="1"/>
                  </a:moveTo>
                  <a:cubicBezTo>
                    <a:pt x="190" y="1"/>
                    <a:pt x="1" y="221"/>
                    <a:pt x="1" y="410"/>
                  </a:cubicBezTo>
                  <a:lnTo>
                    <a:pt x="1" y="7310"/>
                  </a:lnTo>
                  <a:cubicBezTo>
                    <a:pt x="1" y="7404"/>
                    <a:pt x="32" y="7499"/>
                    <a:pt x="127" y="7562"/>
                  </a:cubicBezTo>
                  <a:cubicBezTo>
                    <a:pt x="190" y="7656"/>
                    <a:pt x="316" y="7688"/>
                    <a:pt x="442" y="7688"/>
                  </a:cubicBezTo>
                  <a:lnTo>
                    <a:pt x="8980" y="7688"/>
                  </a:lnTo>
                  <a:cubicBezTo>
                    <a:pt x="9232" y="7688"/>
                    <a:pt x="9421" y="7499"/>
                    <a:pt x="9421" y="7310"/>
                  </a:cubicBezTo>
                  <a:lnTo>
                    <a:pt x="9421" y="410"/>
                  </a:lnTo>
                  <a:cubicBezTo>
                    <a:pt x="9421" y="158"/>
                    <a:pt x="9232" y="1"/>
                    <a:pt x="898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9" name="Google Shape;10479;p135"/>
            <p:cNvSpPr/>
            <p:nvPr/>
          </p:nvSpPr>
          <p:spPr>
            <a:xfrm>
              <a:off x="-41139725" y="2061750"/>
              <a:ext cx="83525" cy="103675"/>
            </a:xfrm>
            <a:custGeom>
              <a:rect b="b" l="l" r="r" t="t"/>
              <a:pathLst>
                <a:path extrusionOk="0" h="4147" w="3341">
                  <a:moveTo>
                    <a:pt x="789" y="1223"/>
                  </a:moveTo>
                  <a:lnTo>
                    <a:pt x="2112" y="2074"/>
                  </a:lnTo>
                  <a:lnTo>
                    <a:pt x="789" y="2987"/>
                  </a:lnTo>
                  <a:lnTo>
                    <a:pt x="789" y="1223"/>
                  </a:lnTo>
                  <a:close/>
                  <a:moveTo>
                    <a:pt x="389" y="0"/>
                  </a:moveTo>
                  <a:cubicBezTo>
                    <a:pt x="182" y="0"/>
                    <a:pt x="1" y="185"/>
                    <a:pt x="1" y="435"/>
                  </a:cubicBezTo>
                  <a:lnTo>
                    <a:pt x="1" y="3743"/>
                  </a:lnTo>
                  <a:cubicBezTo>
                    <a:pt x="1" y="3981"/>
                    <a:pt x="198" y="4147"/>
                    <a:pt x="416" y="4147"/>
                  </a:cubicBezTo>
                  <a:cubicBezTo>
                    <a:pt x="487" y="4147"/>
                    <a:pt x="561" y="4129"/>
                    <a:pt x="631" y="4090"/>
                  </a:cubicBezTo>
                  <a:lnTo>
                    <a:pt x="3120" y="2452"/>
                  </a:lnTo>
                  <a:cubicBezTo>
                    <a:pt x="3340" y="2294"/>
                    <a:pt x="3340" y="1916"/>
                    <a:pt x="3120" y="1727"/>
                  </a:cubicBezTo>
                  <a:lnTo>
                    <a:pt x="631" y="89"/>
                  </a:lnTo>
                  <a:cubicBezTo>
                    <a:pt x="552" y="28"/>
                    <a:pt x="469" y="0"/>
                    <a:pt x="38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0" name="Google Shape;10480;p135"/>
            <p:cNvSpPr/>
            <p:nvPr/>
          </p:nvSpPr>
          <p:spPr>
            <a:xfrm>
              <a:off x="-41230300" y="2227000"/>
              <a:ext cx="235525" cy="21300"/>
            </a:xfrm>
            <a:custGeom>
              <a:rect b="b" l="l" r="r" t="t"/>
              <a:pathLst>
                <a:path extrusionOk="0" h="852" w="9421">
                  <a:moveTo>
                    <a:pt x="442" y="0"/>
                  </a:moveTo>
                  <a:cubicBezTo>
                    <a:pt x="190" y="0"/>
                    <a:pt x="1" y="189"/>
                    <a:pt x="1" y="441"/>
                  </a:cubicBezTo>
                  <a:cubicBezTo>
                    <a:pt x="1" y="662"/>
                    <a:pt x="190" y="851"/>
                    <a:pt x="442" y="851"/>
                  </a:cubicBezTo>
                  <a:lnTo>
                    <a:pt x="8980" y="851"/>
                  </a:lnTo>
                  <a:cubicBezTo>
                    <a:pt x="9232" y="851"/>
                    <a:pt x="9421" y="662"/>
                    <a:pt x="9421" y="441"/>
                  </a:cubicBezTo>
                  <a:cubicBezTo>
                    <a:pt x="9421" y="189"/>
                    <a:pt x="9232" y="0"/>
                    <a:pt x="898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81" name="Google Shape;10481;p135"/>
          <p:cNvGrpSpPr/>
          <p:nvPr/>
        </p:nvGrpSpPr>
        <p:grpSpPr>
          <a:xfrm>
            <a:off x="3005407" y="1783026"/>
            <a:ext cx="395871" cy="372088"/>
            <a:chOff x="-41291625" y="2339025"/>
            <a:chExt cx="336225" cy="316025"/>
          </a:xfrm>
        </p:grpSpPr>
        <p:sp>
          <p:nvSpPr>
            <p:cNvPr id="10482" name="Google Shape;10482;p135"/>
            <p:cNvSpPr/>
            <p:nvPr/>
          </p:nvSpPr>
          <p:spPr>
            <a:xfrm>
              <a:off x="-41291625" y="2339025"/>
              <a:ext cx="336225" cy="316025"/>
            </a:xfrm>
            <a:custGeom>
              <a:rect b="b" l="l" r="r" t="t"/>
              <a:pathLst>
                <a:path extrusionOk="0" h="12641" w="13449">
                  <a:moveTo>
                    <a:pt x="6644" y="1064"/>
                  </a:moveTo>
                  <a:lnTo>
                    <a:pt x="7810" y="2261"/>
                  </a:lnTo>
                  <a:lnTo>
                    <a:pt x="6644" y="3427"/>
                  </a:lnTo>
                  <a:lnTo>
                    <a:pt x="5447" y="2261"/>
                  </a:lnTo>
                  <a:lnTo>
                    <a:pt x="6644" y="1064"/>
                  </a:lnTo>
                  <a:close/>
                  <a:moveTo>
                    <a:pt x="11307" y="5727"/>
                  </a:moveTo>
                  <a:lnTo>
                    <a:pt x="12504" y="6893"/>
                  </a:lnTo>
                  <a:lnTo>
                    <a:pt x="11307" y="8090"/>
                  </a:lnTo>
                  <a:lnTo>
                    <a:pt x="10141" y="6893"/>
                  </a:lnTo>
                  <a:lnTo>
                    <a:pt x="11307" y="5727"/>
                  </a:lnTo>
                  <a:close/>
                  <a:moveTo>
                    <a:pt x="4848" y="2829"/>
                  </a:moveTo>
                  <a:lnTo>
                    <a:pt x="6045" y="4026"/>
                  </a:lnTo>
                  <a:cubicBezTo>
                    <a:pt x="3872" y="6200"/>
                    <a:pt x="3935" y="6105"/>
                    <a:pt x="3809" y="6294"/>
                  </a:cubicBezTo>
                  <a:cubicBezTo>
                    <a:pt x="2769" y="7712"/>
                    <a:pt x="3494" y="9728"/>
                    <a:pt x="5226" y="10169"/>
                  </a:cubicBezTo>
                  <a:cubicBezTo>
                    <a:pt x="5463" y="10232"/>
                    <a:pt x="5675" y="10248"/>
                    <a:pt x="5825" y="10248"/>
                  </a:cubicBezTo>
                  <a:cubicBezTo>
                    <a:pt x="5975" y="10248"/>
                    <a:pt x="6061" y="10232"/>
                    <a:pt x="6045" y="10232"/>
                  </a:cubicBezTo>
                  <a:cubicBezTo>
                    <a:pt x="6045" y="10232"/>
                    <a:pt x="6108" y="10232"/>
                    <a:pt x="6234" y="10201"/>
                  </a:cubicBezTo>
                  <a:cubicBezTo>
                    <a:pt x="6739" y="10138"/>
                    <a:pt x="7180" y="9886"/>
                    <a:pt x="7526" y="9539"/>
                  </a:cubicBezTo>
                  <a:lnTo>
                    <a:pt x="9542" y="7523"/>
                  </a:lnTo>
                  <a:lnTo>
                    <a:pt x="10740" y="8720"/>
                  </a:lnTo>
                  <a:cubicBezTo>
                    <a:pt x="8566" y="10831"/>
                    <a:pt x="8629" y="10768"/>
                    <a:pt x="8440" y="10925"/>
                  </a:cubicBezTo>
                  <a:cubicBezTo>
                    <a:pt x="7699" y="11547"/>
                    <a:pt x="6741" y="11878"/>
                    <a:pt x="5785" y="11878"/>
                  </a:cubicBezTo>
                  <a:cubicBezTo>
                    <a:pt x="5480" y="11878"/>
                    <a:pt x="5176" y="11844"/>
                    <a:pt x="4880" y="11776"/>
                  </a:cubicBezTo>
                  <a:cubicBezTo>
                    <a:pt x="2769" y="11303"/>
                    <a:pt x="1257" y="9192"/>
                    <a:pt x="1729" y="6924"/>
                  </a:cubicBezTo>
                  <a:cubicBezTo>
                    <a:pt x="1887" y="6231"/>
                    <a:pt x="2202" y="5506"/>
                    <a:pt x="2769" y="4939"/>
                  </a:cubicBezTo>
                  <a:lnTo>
                    <a:pt x="4848" y="2829"/>
                  </a:lnTo>
                  <a:close/>
                  <a:moveTo>
                    <a:pt x="6565" y="1"/>
                  </a:moveTo>
                  <a:cubicBezTo>
                    <a:pt x="6455" y="1"/>
                    <a:pt x="6345" y="40"/>
                    <a:pt x="6266" y="119"/>
                  </a:cubicBezTo>
                  <a:lnTo>
                    <a:pt x="2202" y="4183"/>
                  </a:lnTo>
                  <a:cubicBezTo>
                    <a:pt x="1635" y="4782"/>
                    <a:pt x="1194" y="5538"/>
                    <a:pt x="942" y="6263"/>
                  </a:cubicBezTo>
                  <a:cubicBezTo>
                    <a:pt x="0" y="9451"/>
                    <a:pt x="2425" y="12640"/>
                    <a:pt x="5705" y="12640"/>
                  </a:cubicBezTo>
                  <a:cubicBezTo>
                    <a:pt x="5828" y="12640"/>
                    <a:pt x="5952" y="12636"/>
                    <a:pt x="6077" y="12627"/>
                  </a:cubicBezTo>
                  <a:cubicBezTo>
                    <a:pt x="6077" y="12627"/>
                    <a:pt x="6203" y="12627"/>
                    <a:pt x="6266" y="12564"/>
                  </a:cubicBezTo>
                  <a:cubicBezTo>
                    <a:pt x="7243" y="12469"/>
                    <a:pt x="8188" y="12059"/>
                    <a:pt x="8975" y="11366"/>
                  </a:cubicBezTo>
                  <a:cubicBezTo>
                    <a:pt x="9133" y="11240"/>
                    <a:pt x="8786" y="11555"/>
                    <a:pt x="13229" y="7113"/>
                  </a:cubicBezTo>
                  <a:cubicBezTo>
                    <a:pt x="13323" y="7019"/>
                    <a:pt x="13355" y="6893"/>
                    <a:pt x="13355" y="6830"/>
                  </a:cubicBezTo>
                  <a:cubicBezTo>
                    <a:pt x="13355" y="6735"/>
                    <a:pt x="13449" y="6704"/>
                    <a:pt x="13355" y="6641"/>
                  </a:cubicBezTo>
                  <a:lnTo>
                    <a:pt x="11590" y="4845"/>
                  </a:lnTo>
                  <a:cubicBezTo>
                    <a:pt x="11512" y="4766"/>
                    <a:pt x="11401" y="4727"/>
                    <a:pt x="11291" y="4727"/>
                  </a:cubicBezTo>
                  <a:cubicBezTo>
                    <a:pt x="11181" y="4727"/>
                    <a:pt x="11070" y="4766"/>
                    <a:pt x="10992" y="4845"/>
                  </a:cubicBezTo>
                  <a:lnTo>
                    <a:pt x="6928" y="8909"/>
                  </a:lnTo>
                  <a:cubicBezTo>
                    <a:pt x="6588" y="9236"/>
                    <a:pt x="6159" y="9392"/>
                    <a:pt x="5737" y="9392"/>
                  </a:cubicBezTo>
                  <a:cubicBezTo>
                    <a:pt x="5102" y="9392"/>
                    <a:pt x="4483" y="9036"/>
                    <a:pt x="4218" y="8373"/>
                  </a:cubicBezTo>
                  <a:cubicBezTo>
                    <a:pt x="3998" y="7743"/>
                    <a:pt x="4092" y="7019"/>
                    <a:pt x="4565" y="6546"/>
                  </a:cubicBezTo>
                  <a:lnTo>
                    <a:pt x="8629" y="2482"/>
                  </a:lnTo>
                  <a:cubicBezTo>
                    <a:pt x="8786" y="2324"/>
                    <a:pt x="8786" y="2072"/>
                    <a:pt x="8629" y="1883"/>
                  </a:cubicBezTo>
                  <a:lnTo>
                    <a:pt x="6865" y="119"/>
                  </a:lnTo>
                  <a:cubicBezTo>
                    <a:pt x="6786" y="40"/>
                    <a:pt x="6676" y="1"/>
                    <a:pt x="65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3" name="Google Shape;10483;p135"/>
            <p:cNvSpPr/>
            <p:nvPr/>
          </p:nvSpPr>
          <p:spPr>
            <a:xfrm>
              <a:off x="-41234225" y="2620800"/>
              <a:ext cx="25" cy="25"/>
            </a:xfrm>
            <a:custGeom>
              <a:rect b="b" l="l" r="r" t="t"/>
              <a:pathLst>
                <a:path extrusionOk="0" h="1" w="1">
                  <a:moveTo>
                    <a:pt x="0" y="1"/>
                  </a:move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484" name="Google Shape;10484;p135"/>
          <p:cNvSpPr/>
          <p:nvPr/>
        </p:nvSpPr>
        <p:spPr>
          <a:xfrm>
            <a:off x="2982027" y="1970041"/>
            <a:ext cx="0" cy="29"/>
          </a:xfrm>
          <a:custGeom>
            <a:rect b="b" l="l" r="r" t="t"/>
            <a:pathLst>
              <a:path extrusionOk="0" h="1" w="0">
                <a:moveTo>
                  <a:pt x="0" y="0"/>
                </a:move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5" name="Google Shape;10485;p135"/>
          <p:cNvSpPr/>
          <p:nvPr/>
        </p:nvSpPr>
        <p:spPr>
          <a:xfrm>
            <a:off x="3016426" y="2215314"/>
            <a:ext cx="376503" cy="373442"/>
          </a:xfrm>
          <a:custGeom>
            <a:rect b="b" l="l" r="r" t="t"/>
            <a:pathLst>
              <a:path extrusionOk="0" h="12687" w="12791">
                <a:moveTo>
                  <a:pt x="2986" y="7684"/>
                </a:moveTo>
                <a:cubicBezTo>
                  <a:pt x="4110" y="7684"/>
                  <a:pt x="5072" y="8568"/>
                  <a:pt x="5072" y="9751"/>
                </a:cubicBezTo>
                <a:cubicBezTo>
                  <a:pt x="5072" y="10727"/>
                  <a:pt x="4474" y="11484"/>
                  <a:pt x="3623" y="11736"/>
                </a:cubicBezTo>
                <a:cubicBezTo>
                  <a:pt x="3405" y="11810"/>
                  <a:pt x="3185" y="11846"/>
                  <a:pt x="2971" y="11846"/>
                </a:cubicBezTo>
                <a:cubicBezTo>
                  <a:pt x="2101" y="11846"/>
                  <a:pt x="1311" y="11265"/>
                  <a:pt x="1008" y="10381"/>
                </a:cubicBezTo>
                <a:cubicBezTo>
                  <a:pt x="662" y="9278"/>
                  <a:pt x="1292" y="8113"/>
                  <a:pt x="2394" y="7766"/>
                </a:cubicBezTo>
                <a:cubicBezTo>
                  <a:pt x="2594" y="7710"/>
                  <a:pt x="2792" y="7684"/>
                  <a:pt x="2986" y="7684"/>
                </a:cubicBezTo>
                <a:close/>
                <a:moveTo>
                  <a:pt x="9886" y="7696"/>
                </a:moveTo>
                <a:cubicBezTo>
                  <a:pt x="10161" y="7696"/>
                  <a:pt x="10441" y="7749"/>
                  <a:pt x="10712" y="7861"/>
                </a:cubicBezTo>
                <a:cubicBezTo>
                  <a:pt x="11468" y="8176"/>
                  <a:pt x="11972" y="8869"/>
                  <a:pt x="11972" y="9751"/>
                </a:cubicBezTo>
                <a:cubicBezTo>
                  <a:pt x="11972" y="10696"/>
                  <a:pt x="11373" y="11484"/>
                  <a:pt x="10523" y="11736"/>
                </a:cubicBezTo>
                <a:cubicBezTo>
                  <a:pt x="10305" y="11810"/>
                  <a:pt x="10085" y="11846"/>
                  <a:pt x="9870" y="11846"/>
                </a:cubicBezTo>
                <a:cubicBezTo>
                  <a:pt x="9001" y="11846"/>
                  <a:pt x="8211" y="11265"/>
                  <a:pt x="7908" y="10381"/>
                </a:cubicBezTo>
                <a:cubicBezTo>
                  <a:pt x="7750" y="9940"/>
                  <a:pt x="7782" y="9436"/>
                  <a:pt x="8002" y="8963"/>
                </a:cubicBezTo>
                <a:cubicBezTo>
                  <a:pt x="8309" y="8162"/>
                  <a:pt x="9073" y="7696"/>
                  <a:pt x="9886" y="7696"/>
                </a:cubicBezTo>
                <a:close/>
                <a:moveTo>
                  <a:pt x="2151" y="1"/>
                </a:moveTo>
                <a:cubicBezTo>
                  <a:pt x="1058" y="1"/>
                  <a:pt x="63" y="900"/>
                  <a:pt x="63" y="2064"/>
                </a:cubicBezTo>
                <a:lnTo>
                  <a:pt x="63" y="9593"/>
                </a:lnTo>
                <a:cubicBezTo>
                  <a:pt x="0" y="10633"/>
                  <a:pt x="504" y="11578"/>
                  <a:pt x="1323" y="12177"/>
                </a:cubicBezTo>
                <a:cubicBezTo>
                  <a:pt x="1822" y="12521"/>
                  <a:pt x="2387" y="12686"/>
                  <a:pt x="2947" y="12686"/>
                </a:cubicBezTo>
                <a:cubicBezTo>
                  <a:pt x="3874" y="12686"/>
                  <a:pt x="4786" y="12233"/>
                  <a:pt x="5356" y="11389"/>
                </a:cubicBezTo>
                <a:cubicBezTo>
                  <a:pt x="5671" y="10916"/>
                  <a:pt x="5860" y="10381"/>
                  <a:pt x="5860" y="9782"/>
                </a:cubicBezTo>
                <a:cubicBezTo>
                  <a:pt x="5860" y="9625"/>
                  <a:pt x="6018" y="9467"/>
                  <a:pt x="6207" y="9373"/>
                </a:cubicBezTo>
                <a:cubicBezTo>
                  <a:pt x="6270" y="9357"/>
                  <a:pt x="6340" y="9349"/>
                  <a:pt x="6411" y="9349"/>
                </a:cubicBezTo>
                <a:cubicBezTo>
                  <a:pt x="6482" y="9349"/>
                  <a:pt x="6553" y="9357"/>
                  <a:pt x="6616" y="9373"/>
                </a:cubicBezTo>
                <a:cubicBezTo>
                  <a:pt x="6805" y="9467"/>
                  <a:pt x="6963" y="9625"/>
                  <a:pt x="6963" y="9782"/>
                </a:cubicBezTo>
                <a:cubicBezTo>
                  <a:pt x="6963" y="10759"/>
                  <a:pt x="7467" y="11641"/>
                  <a:pt x="8223" y="12177"/>
                </a:cubicBezTo>
                <a:cubicBezTo>
                  <a:pt x="8709" y="12521"/>
                  <a:pt x="9272" y="12686"/>
                  <a:pt x="9833" y="12686"/>
                </a:cubicBezTo>
                <a:cubicBezTo>
                  <a:pt x="10762" y="12686"/>
                  <a:pt x="11686" y="12233"/>
                  <a:pt x="12256" y="11389"/>
                </a:cubicBezTo>
                <a:cubicBezTo>
                  <a:pt x="12602" y="10885"/>
                  <a:pt x="12791" y="10223"/>
                  <a:pt x="12728" y="9530"/>
                </a:cubicBezTo>
                <a:cubicBezTo>
                  <a:pt x="12791" y="9467"/>
                  <a:pt x="12791" y="9971"/>
                  <a:pt x="12791" y="2064"/>
                </a:cubicBezTo>
                <a:cubicBezTo>
                  <a:pt x="12791" y="1780"/>
                  <a:pt x="12760" y="1497"/>
                  <a:pt x="12634" y="1276"/>
                </a:cubicBezTo>
                <a:cubicBezTo>
                  <a:pt x="12310" y="458"/>
                  <a:pt x="11539" y="8"/>
                  <a:pt x="10750" y="8"/>
                </a:cubicBezTo>
                <a:cubicBezTo>
                  <a:pt x="10232" y="8"/>
                  <a:pt x="9706" y="202"/>
                  <a:pt x="9294" y="614"/>
                </a:cubicBezTo>
                <a:cubicBezTo>
                  <a:pt x="9137" y="772"/>
                  <a:pt x="9137" y="1024"/>
                  <a:pt x="9294" y="1182"/>
                </a:cubicBezTo>
                <a:cubicBezTo>
                  <a:pt x="9373" y="1260"/>
                  <a:pt x="9483" y="1300"/>
                  <a:pt x="9593" y="1300"/>
                </a:cubicBezTo>
                <a:cubicBezTo>
                  <a:pt x="9704" y="1300"/>
                  <a:pt x="9814" y="1260"/>
                  <a:pt x="9893" y="1182"/>
                </a:cubicBezTo>
                <a:cubicBezTo>
                  <a:pt x="10140" y="935"/>
                  <a:pt x="10448" y="819"/>
                  <a:pt x="10752" y="819"/>
                </a:cubicBezTo>
                <a:cubicBezTo>
                  <a:pt x="11263" y="819"/>
                  <a:pt x="11763" y="1144"/>
                  <a:pt x="11940" y="1717"/>
                </a:cubicBezTo>
                <a:cubicBezTo>
                  <a:pt x="11972" y="1812"/>
                  <a:pt x="11972" y="1938"/>
                  <a:pt x="11972" y="2064"/>
                </a:cubicBezTo>
                <a:lnTo>
                  <a:pt x="11972" y="7766"/>
                </a:lnTo>
                <a:cubicBezTo>
                  <a:pt x="11389" y="7183"/>
                  <a:pt x="10644" y="6907"/>
                  <a:pt x="9909" y="6907"/>
                </a:cubicBezTo>
                <a:cubicBezTo>
                  <a:pt x="8779" y="6907"/>
                  <a:pt x="7673" y="7559"/>
                  <a:pt x="7215" y="8743"/>
                </a:cubicBezTo>
                <a:cubicBezTo>
                  <a:pt x="6994" y="8617"/>
                  <a:pt x="6750" y="8554"/>
                  <a:pt x="6494" y="8554"/>
                </a:cubicBezTo>
                <a:cubicBezTo>
                  <a:pt x="6238" y="8554"/>
                  <a:pt x="5970" y="8617"/>
                  <a:pt x="5702" y="8743"/>
                </a:cubicBezTo>
                <a:cubicBezTo>
                  <a:pt x="5513" y="8207"/>
                  <a:pt x="5135" y="7735"/>
                  <a:pt x="4600" y="7388"/>
                </a:cubicBezTo>
                <a:cubicBezTo>
                  <a:pt x="4117" y="7053"/>
                  <a:pt x="3560" y="6889"/>
                  <a:pt x="3001" y="6889"/>
                </a:cubicBezTo>
                <a:cubicBezTo>
                  <a:pt x="2248" y="6889"/>
                  <a:pt x="1493" y="7187"/>
                  <a:pt x="914" y="7766"/>
                </a:cubicBezTo>
                <a:lnTo>
                  <a:pt x="914" y="2064"/>
                </a:lnTo>
                <a:cubicBezTo>
                  <a:pt x="914" y="1340"/>
                  <a:pt x="1486" y="814"/>
                  <a:pt x="2132" y="814"/>
                </a:cubicBezTo>
                <a:cubicBezTo>
                  <a:pt x="2301" y="814"/>
                  <a:pt x="2476" y="851"/>
                  <a:pt x="2646" y="929"/>
                </a:cubicBezTo>
                <a:cubicBezTo>
                  <a:pt x="2804" y="992"/>
                  <a:pt x="2899" y="1087"/>
                  <a:pt x="3025" y="1182"/>
                </a:cubicBezTo>
                <a:cubicBezTo>
                  <a:pt x="3103" y="1260"/>
                  <a:pt x="3214" y="1300"/>
                  <a:pt x="3324" y="1300"/>
                </a:cubicBezTo>
                <a:cubicBezTo>
                  <a:pt x="3434" y="1300"/>
                  <a:pt x="3544" y="1260"/>
                  <a:pt x="3623" y="1182"/>
                </a:cubicBezTo>
                <a:cubicBezTo>
                  <a:pt x="3781" y="1024"/>
                  <a:pt x="3781" y="772"/>
                  <a:pt x="3623" y="614"/>
                </a:cubicBezTo>
                <a:cubicBezTo>
                  <a:pt x="3434" y="394"/>
                  <a:pt x="3214" y="236"/>
                  <a:pt x="2962" y="173"/>
                </a:cubicBezTo>
                <a:cubicBezTo>
                  <a:pt x="2694" y="55"/>
                  <a:pt x="2420" y="1"/>
                  <a:pt x="215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6" name="Google Shape;10486;p135"/>
          <p:cNvSpPr/>
          <p:nvPr/>
        </p:nvSpPr>
        <p:spPr>
          <a:xfrm>
            <a:off x="1807487" y="2652012"/>
            <a:ext cx="231859" cy="372824"/>
          </a:xfrm>
          <a:custGeom>
            <a:rect b="b" l="l" r="r" t="t"/>
            <a:pathLst>
              <a:path extrusionOk="0" h="12666" w="7877">
                <a:moveTo>
                  <a:pt x="6491" y="788"/>
                </a:moveTo>
                <a:cubicBezTo>
                  <a:pt x="6743" y="788"/>
                  <a:pt x="6900" y="977"/>
                  <a:pt x="6932" y="1197"/>
                </a:cubicBezTo>
                <a:cubicBezTo>
                  <a:pt x="6869" y="1449"/>
                  <a:pt x="6711" y="1607"/>
                  <a:pt x="6459" y="1607"/>
                </a:cubicBezTo>
                <a:lnTo>
                  <a:pt x="5640" y="1607"/>
                </a:lnTo>
                <a:cubicBezTo>
                  <a:pt x="5388" y="1607"/>
                  <a:pt x="5230" y="1827"/>
                  <a:pt x="5230" y="2017"/>
                </a:cubicBezTo>
                <a:cubicBezTo>
                  <a:pt x="5230" y="2237"/>
                  <a:pt x="5451" y="2458"/>
                  <a:pt x="5640" y="2458"/>
                </a:cubicBezTo>
                <a:lnTo>
                  <a:pt x="6081" y="2458"/>
                </a:lnTo>
                <a:lnTo>
                  <a:pt x="6081" y="4379"/>
                </a:lnTo>
                <a:lnTo>
                  <a:pt x="1922" y="4379"/>
                </a:lnTo>
                <a:lnTo>
                  <a:pt x="1922" y="2458"/>
                </a:lnTo>
                <a:lnTo>
                  <a:pt x="2364" y="2458"/>
                </a:lnTo>
                <a:cubicBezTo>
                  <a:pt x="2616" y="2458"/>
                  <a:pt x="2805" y="2237"/>
                  <a:pt x="2805" y="2017"/>
                </a:cubicBezTo>
                <a:cubicBezTo>
                  <a:pt x="2805" y="1764"/>
                  <a:pt x="2616" y="1607"/>
                  <a:pt x="2364" y="1607"/>
                </a:cubicBezTo>
                <a:lnTo>
                  <a:pt x="1544" y="1607"/>
                </a:lnTo>
                <a:cubicBezTo>
                  <a:pt x="1292" y="1607"/>
                  <a:pt x="1135" y="1418"/>
                  <a:pt x="1135" y="1197"/>
                </a:cubicBezTo>
                <a:cubicBezTo>
                  <a:pt x="1135" y="945"/>
                  <a:pt x="1355" y="788"/>
                  <a:pt x="1544" y="788"/>
                </a:cubicBezTo>
                <a:close/>
                <a:moveTo>
                  <a:pt x="6018" y="5135"/>
                </a:moveTo>
                <a:lnTo>
                  <a:pt x="6018" y="9641"/>
                </a:lnTo>
                <a:cubicBezTo>
                  <a:pt x="6018" y="10901"/>
                  <a:pt x="5136" y="11815"/>
                  <a:pt x="3970" y="11815"/>
                </a:cubicBezTo>
                <a:cubicBezTo>
                  <a:pt x="2994" y="11815"/>
                  <a:pt x="2143" y="11090"/>
                  <a:pt x="1985" y="10176"/>
                </a:cubicBezTo>
                <a:lnTo>
                  <a:pt x="3151" y="10176"/>
                </a:lnTo>
                <a:cubicBezTo>
                  <a:pt x="3403" y="10176"/>
                  <a:pt x="3561" y="9956"/>
                  <a:pt x="3561" y="9735"/>
                </a:cubicBezTo>
                <a:cubicBezTo>
                  <a:pt x="3561" y="9483"/>
                  <a:pt x="3340" y="9326"/>
                  <a:pt x="3151" y="9326"/>
                </a:cubicBezTo>
                <a:lnTo>
                  <a:pt x="1891" y="9326"/>
                </a:lnTo>
                <a:lnTo>
                  <a:pt x="1891" y="8507"/>
                </a:lnTo>
                <a:lnTo>
                  <a:pt x="3151" y="8507"/>
                </a:lnTo>
                <a:cubicBezTo>
                  <a:pt x="3403" y="8507"/>
                  <a:pt x="3561" y="8317"/>
                  <a:pt x="3561" y="8065"/>
                </a:cubicBezTo>
                <a:cubicBezTo>
                  <a:pt x="3561" y="7845"/>
                  <a:pt x="3340" y="7656"/>
                  <a:pt x="3151" y="7656"/>
                </a:cubicBezTo>
                <a:lnTo>
                  <a:pt x="1891" y="7656"/>
                </a:lnTo>
                <a:lnTo>
                  <a:pt x="1891" y="6805"/>
                </a:lnTo>
                <a:lnTo>
                  <a:pt x="3151" y="6805"/>
                </a:lnTo>
                <a:cubicBezTo>
                  <a:pt x="3403" y="6805"/>
                  <a:pt x="3561" y="6616"/>
                  <a:pt x="3561" y="6396"/>
                </a:cubicBezTo>
                <a:cubicBezTo>
                  <a:pt x="3561" y="6144"/>
                  <a:pt x="3340" y="5955"/>
                  <a:pt x="3151" y="5955"/>
                </a:cubicBezTo>
                <a:lnTo>
                  <a:pt x="1891" y="5955"/>
                </a:lnTo>
                <a:lnTo>
                  <a:pt x="1891" y="5135"/>
                </a:lnTo>
                <a:close/>
                <a:moveTo>
                  <a:pt x="1513" y="0"/>
                </a:moveTo>
                <a:cubicBezTo>
                  <a:pt x="1072" y="0"/>
                  <a:pt x="725" y="189"/>
                  <a:pt x="473" y="567"/>
                </a:cubicBezTo>
                <a:cubicBezTo>
                  <a:pt x="1" y="1229"/>
                  <a:pt x="316" y="2143"/>
                  <a:pt x="1103" y="2395"/>
                </a:cubicBezTo>
                <a:lnTo>
                  <a:pt x="1103" y="9767"/>
                </a:lnTo>
                <a:cubicBezTo>
                  <a:pt x="1103" y="11422"/>
                  <a:pt x="2503" y="12666"/>
                  <a:pt x="4038" y="12666"/>
                </a:cubicBezTo>
                <a:cubicBezTo>
                  <a:pt x="4402" y="12666"/>
                  <a:pt x="4774" y="12596"/>
                  <a:pt x="5136" y="12445"/>
                </a:cubicBezTo>
                <a:cubicBezTo>
                  <a:pt x="6176" y="12004"/>
                  <a:pt x="6900" y="10964"/>
                  <a:pt x="6900" y="9767"/>
                </a:cubicBezTo>
                <a:lnTo>
                  <a:pt x="6900" y="2395"/>
                </a:lnTo>
                <a:cubicBezTo>
                  <a:pt x="7121" y="2332"/>
                  <a:pt x="7373" y="2174"/>
                  <a:pt x="7530" y="1922"/>
                </a:cubicBezTo>
                <a:cubicBezTo>
                  <a:pt x="7877" y="1355"/>
                  <a:pt x="7719" y="599"/>
                  <a:pt x="7184" y="189"/>
                </a:cubicBezTo>
                <a:cubicBezTo>
                  <a:pt x="6963" y="95"/>
                  <a:pt x="6743" y="0"/>
                  <a:pt x="645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7" name="Google Shape;10487;p135"/>
          <p:cNvSpPr/>
          <p:nvPr/>
        </p:nvSpPr>
        <p:spPr>
          <a:xfrm>
            <a:off x="1759274" y="3082043"/>
            <a:ext cx="328289" cy="374914"/>
          </a:xfrm>
          <a:custGeom>
            <a:rect b="b" l="l" r="r" t="t"/>
            <a:pathLst>
              <a:path extrusionOk="0" h="12737" w="11153">
                <a:moveTo>
                  <a:pt x="9452" y="4262"/>
                </a:moveTo>
                <a:lnTo>
                  <a:pt x="9452" y="4262"/>
                </a:lnTo>
                <a:cubicBezTo>
                  <a:pt x="9704" y="4703"/>
                  <a:pt x="9609" y="5270"/>
                  <a:pt x="9231" y="5679"/>
                </a:cubicBezTo>
                <a:cubicBezTo>
                  <a:pt x="8976" y="5915"/>
                  <a:pt x="8672" y="6040"/>
                  <a:pt x="8364" y="6040"/>
                </a:cubicBezTo>
                <a:cubicBezTo>
                  <a:pt x="8178" y="6040"/>
                  <a:pt x="7992" y="5995"/>
                  <a:pt x="7814" y="5900"/>
                </a:cubicBezTo>
                <a:lnTo>
                  <a:pt x="9452" y="4262"/>
                </a:lnTo>
                <a:close/>
                <a:moveTo>
                  <a:pt x="6018" y="835"/>
                </a:moveTo>
                <a:cubicBezTo>
                  <a:pt x="6120" y="835"/>
                  <a:pt x="6223" y="875"/>
                  <a:pt x="6301" y="954"/>
                </a:cubicBezTo>
                <a:lnTo>
                  <a:pt x="7215" y="1867"/>
                </a:lnTo>
                <a:cubicBezTo>
                  <a:pt x="7306" y="1935"/>
                  <a:pt x="7397" y="1987"/>
                  <a:pt x="7499" y="1987"/>
                </a:cubicBezTo>
                <a:cubicBezTo>
                  <a:pt x="7539" y="1987"/>
                  <a:pt x="7581" y="1979"/>
                  <a:pt x="7625" y="1962"/>
                </a:cubicBezTo>
                <a:cubicBezTo>
                  <a:pt x="7863" y="1897"/>
                  <a:pt x="8110" y="1865"/>
                  <a:pt x="8359" y="1865"/>
                </a:cubicBezTo>
                <a:cubicBezTo>
                  <a:pt x="8963" y="1865"/>
                  <a:pt x="9578" y="2055"/>
                  <a:pt x="10113" y="2434"/>
                </a:cubicBezTo>
                <a:lnTo>
                  <a:pt x="6049" y="6498"/>
                </a:lnTo>
                <a:cubicBezTo>
                  <a:pt x="5482" y="5774"/>
                  <a:pt x="5356" y="4892"/>
                  <a:pt x="5577" y="4010"/>
                </a:cubicBezTo>
                <a:cubicBezTo>
                  <a:pt x="5608" y="3852"/>
                  <a:pt x="5577" y="3726"/>
                  <a:pt x="5451" y="3631"/>
                </a:cubicBezTo>
                <a:lnTo>
                  <a:pt x="5199" y="3379"/>
                </a:lnTo>
                <a:lnTo>
                  <a:pt x="4537" y="2718"/>
                </a:lnTo>
                <a:cubicBezTo>
                  <a:pt x="4380" y="2560"/>
                  <a:pt x="4380" y="2277"/>
                  <a:pt x="4537" y="2119"/>
                </a:cubicBezTo>
                <a:lnTo>
                  <a:pt x="5734" y="954"/>
                </a:lnTo>
                <a:cubicBezTo>
                  <a:pt x="5813" y="875"/>
                  <a:pt x="5915" y="835"/>
                  <a:pt x="6018" y="835"/>
                </a:cubicBezTo>
                <a:close/>
                <a:moveTo>
                  <a:pt x="1290" y="6917"/>
                </a:moveTo>
                <a:cubicBezTo>
                  <a:pt x="1502" y="6917"/>
                  <a:pt x="1702" y="7106"/>
                  <a:pt x="1702" y="7318"/>
                </a:cubicBezTo>
                <a:cubicBezTo>
                  <a:pt x="1670" y="7538"/>
                  <a:pt x="1544" y="7696"/>
                  <a:pt x="1387" y="7727"/>
                </a:cubicBezTo>
                <a:cubicBezTo>
                  <a:pt x="1342" y="7740"/>
                  <a:pt x="1298" y="7746"/>
                  <a:pt x="1256" y="7746"/>
                </a:cubicBezTo>
                <a:cubicBezTo>
                  <a:pt x="1084" y="7746"/>
                  <a:pt x="933" y="7645"/>
                  <a:pt x="883" y="7444"/>
                </a:cubicBezTo>
                <a:cubicBezTo>
                  <a:pt x="788" y="7223"/>
                  <a:pt x="914" y="7002"/>
                  <a:pt x="1166" y="6939"/>
                </a:cubicBezTo>
                <a:cubicBezTo>
                  <a:pt x="1207" y="6924"/>
                  <a:pt x="1248" y="6917"/>
                  <a:pt x="1290" y="6917"/>
                </a:cubicBezTo>
                <a:close/>
                <a:moveTo>
                  <a:pt x="5807" y="10240"/>
                </a:moveTo>
                <a:cubicBezTo>
                  <a:pt x="6104" y="10240"/>
                  <a:pt x="6409" y="10293"/>
                  <a:pt x="6711" y="10405"/>
                </a:cubicBezTo>
                <a:cubicBezTo>
                  <a:pt x="7373" y="10626"/>
                  <a:pt x="7877" y="11193"/>
                  <a:pt x="8160" y="11886"/>
                </a:cubicBezTo>
                <a:lnTo>
                  <a:pt x="3529" y="11886"/>
                </a:lnTo>
                <a:cubicBezTo>
                  <a:pt x="3847" y="10882"/>
                  <a:pt x="4774" y="10240"/>
                  <a:pt x="5807" y="10240"/>
                </a:cubicBezTo>
                <a:close/>
                <a:moveTo>
                  <a:pt x="6030" y="1"/>
                </a:moveTo>
                <a:cubicBezTo>
                  <a:pt x="5711" y="1"/>
                  <a:pt x="5388" y="119"/>
                  <a:pt x="5136" y="355"/>
                </a:cubicBezTo>
                <a:lnTo>
                  <a:pt x="3938" y="1552"/>
                </a:lnTo>
                <a:cubicBezTo>
                  <a:pt x="3466" y="1993"/>
                  <a:pt x="3466" y="2781"/>
                  <a:pt x="3938" y="3316"/>
                </a:cubicBezTo>
                <a:lnTo>
                  <a:pt x="4348" y="3694"/>
                </a:lnTo>
                <a:lnTo>
                  <a:pt x="1828" y="6215"/>
                </a:lnTo>
                <a:cubicBezTo>
                  <a:pt x="1652" y="6127"/>
                  <a:pt x="1468" y="6087"/>
                  <a:pt x="1287" y="6087"/>
                </a:cubicBezTo>
                <a:cubicBezTo>
                  <a:pt x="623" y="6087"/>
                  <a:pt x="0" y="6625"/>
                  <a:pt x="0" y="7318"/>
                </a:cubicBezTo>
                <a:cubicBezTo>
                  <a:pt x="0" y="8052"/>
                  <a:pt x="611" y="8583"/>
                  <a:pt x="1293" y="8583"/>
                </a:cubicBezTo>
                <a:cubicBezTo>
                  <a:pt x="1459" y="8583"/>
                  <a:pt x="1629" y="8551"/>
                  <a:pt x="1796" y="8483"/>
                </a:cubicBezTo>
                <a:lnTo>
                  <a:pt x="3592" y="10279"/>
                </a:lnTo>
                <a:cubicBezTo>
                  <a:pt x="3056" y="10783"/>
                  <a:pt x="2647" y="11476"/>
                  <a:pt x="2584" y="12264"/>
                </a:cubicBezTo>
                <a:cubicBezTo>
                  <a:pt x="2521" y="12484"/>
                  <a:pt x="2741" y="12736"/>
                  <a:pt x="2962" y="12736"/>
                </a:cubicBezTo>
                <a:lnTo>
                  <a:pt x="8664" y="12736"/>
                </a:lnTo>
                <a:cubicBezTo>
                  <a:pt x="8916" y="12736"/>
                  <a:pt x="9105" y="12484"/>
                  <a:pt x="9074" y="12264"/>
                </a:cubicBezTo>
                <a:cubicBezTo>
                  <a:pt x="8837" y="10556"/>
                  <a:pt x="7367" y="9419"/>
                  <a:pt x="5795" y="9419"/>
                </a:cubicBezTo>
                <a:cubicBezTo>
                  <a:pt x="5279" y="9419"/>
                  <a:pt x="4752" y="9542"/>
                  <a:pt x="4254" y="9806"/>
                </a:cubicBezTo>
                <a:lnTo>
                  <a:pt x="2363" y="7916"/>
                </a:lnTo>
                <a:cubicBezTo>
                  <a:pt x="2521" y="7601"/>
                  <a:pt x="2521" y="7223"/>
                  <a:pt x="2426" y="6845"/>
                </a:cubicBezTo>
                <a:lnTo>
                  <a:pt x="4663" y="4608"/>
                </a:lnTo>
                <a:lnTo>
                  <a:pt x="4663" y="4608"/>
                </a:lnTo>
                <a:cubicBezTo>
                  <a:pt x="4632" y="5679"/>
                  <a:pt x="4978" y="6687"/>
                  <a:pt x="5734" y="7444"/>
                </a:cubicBezTo>
                <a:cubicBezTo>
                  <a:pt x="5813" y="7522"/>
                  <a:pt x="5915" y="7562"/>
                  <a:pt x="6018" y="7562"/>
                </a:cubicBezTo>
                <a:cubicBezTo>
                  <a:pt x="6120" y="7562"/>
                  <a:pt x="6223" y="7522"/>
                  <a:pt x="6301" y="7444"/>
                </a:cubicBezTo>
                <a:lnTo>
                  <a:pt x="7215" y="6530"/>
                </a:lnTo>
                <a:cubicBezTo>
                  <a:pt x="7564" y="6771"/>
                  <a:pt x="7958" y="6887"/>
                  <a:pt x="8352" y="6887"/>
                </a:cubicBezTo>
                <a:cubicBezTo>
                  <a:pt x="8883" y="6887"/>
                  <a:pt x="9414" y="6676"/>
                  <a:pt x="9830" y="6278"/>
                </a:cubicBezTo>
                <a:cubicBezTo>
                  <a:pt x="10523" y="5553"/>
                  <a:pt x="10618" y="4451"/>
                  <a:pt x="10082" y="3663"/>
                </a:cubicBezTo>
                <a:lnTo>
                  <a:pt x="10996" y="2749"/>
                </a:lnTo>
                <a:cubicBezTo>
                  <a:pt x="11153" y="2560"/>
                  <a:pt x="11153" y="2340"/>
                  <a:pt x="10996" y="2119"/>
                </a:cubicBezTo>
                <a:cubicBezTo>
                  <a:pt x="10259" y="1383"/>
                  <a:pt x="9297" y="1056"/>
                  <a:pt x="8341" y="1056"/>
                </a:cubicBezTo>
                <a:cubicBezTo>
                  <a:pt x="8111" y="1056"/>
                  <a:pt x="7882" y="1074"/>
                  <a:pt x="7656" y="1111"/>
                </a:cubicBezTo>
                <a:lnTo>
                  <a:pt x="6900" y="355"/>
                </a:lnTo>
                <a:cubicBezTo>
                  <a:pt x="6664" y="119"/>
                  <a:pt x="6349" y="1"/>
                  <a:pt x="60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8" name="Google Shape;10488;p135"/>
          <p:cNvSpPr/>
          <p:nvPr/>
        </p:nvSpPr>
        <p:spPr>
          <a:xfrm>
            <a:off x="1735189" y="3576077"/>
            <a:ext cx="372824" cy="374060"/>
          </a:xfrm>
          <a:custGeom>
            <a:rect b="b" l="l" r="r" t="t"/>
            <a:pathLst>
              <a:path extrusionOk="0" h="12708" w="12666">
                <a:moveTo>
                  <a:pt x="6347" y="841"/>
                </a:moveTo>
                <a:cubicBezTo>
                  <a:pt x="6876" y="841"/>
                  <a:pt x="7350" y="1172"/>
                  <a:pt x="7530" y="1712"/>
                </a:cubicBezTo>
                <a:cubicBezTo>
                  <a:pt x="7719" y="2405"/>
                  <a:pt x="7372" y="3067"/>
                  <a:pt x="6679" y="3256"/>
                </a:cubicBezTo>
                <a:cubicBezTo>
                  <a:pt x="6569" y="3289"/>
                  <a:pt x="6457" y="3305"/>
                  <a:pt x="6345" y="3305"/>
                </a:cubicBezTo>
                <a:cubicBezTo>
                  <a:pt x="5822" y="3305"/>
                  <a:pt x="5323" y="2956"/>
                  <a:pt x="5167" y="2437"/>
                </a:cubicBezTo>
                <a:cubicBezTo>
                  <a:pt x="4947" y="1775"/>
                  <a:pt x="5325" y="1082"/>
                  <a:pt x="5986" y="893"/>
                </a:cubicBezTo>
                <a:cubicBezTo>
                  <a:pt x="6108" y="858"/>
                  <a:pt x="6229" y="841"/>
                  <a:pt x="6347" y="841"/>
                </a:cubicBezTo>
                <a:close/>
                <a:moveTo>
                  <a:pt x="6353" y="5919"/>
                </a:moveTo>
                <a:cubicBezTo>
                  <a:pt x="7021" y="5919"/>
                  <a:pt x="7624" y="6459"/>
                  <a:pt x="7624" y="7162"/>
                </a:cubicBezTo>
                <a:cubicBezTo>
                  <a:pt x="7593" y="7698"/>
                  <a:pt x="7215" y="8170"/>
                  <a:pt x="6742" y="8328"/>
                </a:cubicBezTo>
                <a:cubicBezTo>
                  <a:pt x="6608" y="8371"/>
                  <a:pt x="6474" y="8391"/>
                  <a:pt x="6345" y="8391"/>
                </a:cubicBezTo>
                <a:cubicBezTo>
                  <a:pt x="5810" y="8391"/>
                  <a:pt x="5351" y="8042"/>
                  <a:pt x="5199" y="7509"/>
                </a:cubicBezTo>
                <a:cubicBezTo>
                  <a:pt x="5010" y="6847"/>
                  <a:pt x="5356" y="6186"/>
                  <a:pt x="6018" y="5965"/>
                </a:cubicBezTo>
                <a:cubicBezTo>
                  <a:pt x="6130" y="5934"/>
                  <a:pt x="6242" y="5919"/>
                  <a:pt x="6353" y="5919"/>
                </a:cubicBezTo>
                <a:close/>
                <a:moveTo>
                  <a:pt x="2079" y="9351"/>
                </a:moveTo>
                <a:cubicBezTo>
                  <a:pt x="2744" y="9351"/>
                  <a:pt x="3340" y="9871"/>
                  <a:pt x="3340" y="10596"/>
                </a:cubicBezTo>
                <a:cubicBezTo>
                  <a:pt x="3308" y="11163"/>
                  <a:pt x="2962" y="11604"/>
                  <a:pt x="2426" y="11762"/>
                </a:cubicBezTo>
                <a:cubicBezTo>
                  <a:pt x="2305" y="11797"/>
                  <a:pt x="2183" y="11813"/>
                  <a:pt x="2065" y="11813"/>
                </a:cubicBezTo>
                <a:cubicBezTo>
                  <a:pt x="1538" y="11813"/>
                  <a:pt x="1068" y="11483"/>
                  <a:pt x="914" y="10943"/>
                </a:cubicBezTo>
                <a:cubicBezTo>
                  <a:pt x="693" y="10281"/>
                  <a:pt x="1071" y="9588"/>
                  <a:pt x="1733" y="9399"/>
                </a:cubicBezTo>
                <a:cubicBezTo>
                  <a:pt x="1849" y="9367"/>
                  <a:pt x="1965" y="9351"/>
                  <a:pt x="2079" y="9351"/>
                </a:cubicBezTo>
                <a:close/>
                <a:moveTo>
                  <a:pt x="10617" y="9351"/>
                </a:moveTo>
                <a:cubicBezTo>
                  <a:pt x="11281" y="9351"/>
                  <a:pt x="11878" y="9871"/>
                  <a:pt x="11878" y="10596"/>
                </a:cubicBezTo>
                <a:cubicBezTo>
                  <a:pt x="11846" y="11163"/>
                  <a:pt x="11500" y="11604"/>
                  <a:pt x="10995" y="11762"/>
                </a:cubicBezTo>
                <a:cubicBezTo>
                  <a:pt x="10868" y="11797"/>
                  <a:pt x="10742" y="11813"/>
                  <a:pt x="10620" y="11813"/>
                </a:cubicBezTo>
                <a:cubicBezTo>
                  <a:pt x="10076" y="11813"/>
                  <a:pt x="9606" y="11483"/>
                  <a:pt x="9452" y="10943"/>
                </a:cubicBezTo>
                <a:cubicBezTo>
                  <a:pt x="9263" y="10281"/>
                  <a:pt x="9609" y="9588"/>
                  <a:pt x="10271" y="9399"/>
                </a:cubicBezTo>
                <a:cubicBezTo>
                  <a:pt x="10387" y="9367"/>
                  <a:pt x="10503" y="9351"/>
                  <a:pt x="10617" y="9351"/>
                </a:cubicBezTo>
                <a:close/>
                <a:moveTo>
                  <a:pt x="6344" y="0"/>
                </a:moveTo>
                <a:cubicBezTo>
                  <a:pt x="5677" y="0"/>
                  <a:pt x="5021" y="308"/>
                  <a:pt x="4631" y="893"/>
                </a:cubicBezTo>
                <a:cubicBezTo>
                  <a:pt x="3812" y="2122"/>
                  <a:pt x="4474" y="3760"/>
                  <a:pt x="5955" y="4075"/>
                </a:cubicBezTo>
                <a:lnTo>
                  <a:pt x="5955" y="5146"/>
                </a:lnTo>
                <a:cubicBezTo>
                  <a:pt x="4600" y="5430"/>
                  <a:pt x="3907" y="6910"/>
                  <a:pt x="4537" y="8107"/>
                </a:cubicBezTo>
                <a:lnTo>
                  <a:pt x="3434" y="9021"/>
                </a:lnTo>
                <a:cubicBezTo>
                  <a:pt x="3025" y="8706"/>
                  <a:pt x="2584" y="8548"/>
                  <a:pt x="2080" y="8548"/>
                </a:cubicBezTo>
                <a:cubicBezTo>
                  <a:pt x="945" y="8548"/>
                  <a:pt x="0" y="9494"/>
                  <a:pt x="0" y="10628"/>
                </a:cubicBezTo>
                <a:cubicBezTo>
                  <a:pt x="0" y="11762"/>
                  <a:pt x="945" y="12707"/>
                  <a:pt x="2080" y="12707"/>
                </a:cubicBezTo>
                <a:cubicBezTo>
                  <a:pt x="3214" y="12707"/>
                  <a:pt x="4159" y="11793"/>
                  <a:pt x="4159" y="10628"/>
                </a:cubicBezTo>
                <a:cubicBezTo>
                  <a:pt x="4159" y="10281"/>
                  <a:pt x="4096" y="9966"/>
                  <a:pt x="3938" y="9683"/>
                </a:cubicBezTo>
                <a:lnTo>
                  <a:pt x="5041" y="8769"/>
                </a:lnTo>
                <a:cubicBezTo>
                  <a:pt x="5435" y="9084"/>
                  <a:pt x="5907" y="9242"/>
                  <a:pt x="6376" y="9242"/>
                </a:cubicBezTo>
                <a:cubicBezTo>
                  <a:pt x="6845" y="9242"/>
                  <a:pt x="7309" y="9084"/>
                  <a:pt x="7687" y="8769"/>
                </a:cubicBezTo>
                <a:lnTo>
                  <a:pt x="8790" y="9683"/>
                </a:lnTo>
                <a:cubicBezTo>
                  <a:pt x="8318" y="10596"/>
                  <a:pt x="8570" y="11730"/>
                  <a:pt x="9452" y="12361"/>
                </a:cubicBezTo>
                <a:cubicBezTo>
                  <a:pt x="9803" y="12595"/>
                  <a:pt x="10203" y="12707"/>
                  <a:pt x="10598" y="12707"/>
                </a:cubicBezTo>
                <a:cubicBezTo>
                  <a:pt x="11266" y="12707"/>
                  <a:pt x="11923" y="12387"/>
                  <a:pt x="12319" y="11793"/>
                </a:cubicBezTo>
                <a:cubicBezTo>
                  <a:pt x="12571" y="11478"/>
                  <a:pt x="12665" y="11069"/>
                  <a:pt x="12665" y="10659"/>
                </a:cubicBezTo>
                <a:cubicBezTo>
                  <a:pt x="12665" y="9431"/>
                  <a:pt x="11783" y="8548"/>
                  <a:pt x="10617" y="8548"/>
                </a:cubicBezTo>
                <a:cubicBezTo>
                  <a:pt x="10113" y="8548"/>
                  <a:pt x="9672" y="8706"/>
                  <a:pt x="9294" y="9021"/>
                </a:cubicBezTo>
                <a:lnTo>
                  <a:pt x="8192" y="8107"/>
                </a:lnTo>
                <a:cubicBezTo>
                  <a:pt x="8822" y="6879"/>
                  <a:pt x="8097" y="5398"/>
                  <a:pt x="6774" y="5146"/>
                </a:cubicBezTo>
                <a:lnTo>
                  <a:pt x="6774" y="4075"/>
                </a:lnTo>
                <a:cubicBezTo>
                  <a:pt x="7530" y="3917"/>
                  <a:pt x="8097" y="3382"/>
                  <a:pt x="8349" y="2657"/>
                </a:cubicBezTo>
                <a:cubicBezTo>
                  <a:pt x="8633" y="1806"/>
                  <a:pt x="8318" y="861"/>
                  <a:pt x="7530" y="357"/>
                </a:cubicBezTo>
                <a:cubicBezTo>
                  <a:pt x="7170" y="117"/>
                  <a:pt x="6755" y="0"/>
                  <a:pt x="634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9" name="Google Shape;10489;p135"/>
          <p:cNvSpPr/>
          <p:nvPr/>
        </p:nvSpPr>
        <p:spPr>
          <a:xfrm>
            <a:off x="3953247" y="2652248"/>
            <a:ext cx="374678" cy="372353"/>
          </a:xfrm>
          <a:custGeom>
            <a:rect b="b" l="l" r="r" t="t"/>
            <a:pathLst>
              <a:path extrusionOk="0" h="12650" w="12729">
                <a:moveTo>
                  <a:pt x="9326" y="1000"/>
                </a:moveTo>
                <a:lnTo>
                  <a:pt x="11657" y="3332"/>
                </a:lnTo>
                <a:lnTo>
                  <a:pt x="3403" y="11617"/>
                </a:lnTo>
                <a:lnTo>
                  <a:pt x="1072" y="9286"/>
                </a:lnTo>
                <a:lnTo>
                  <a:pt x="2521" y="7837"/>
                </a:lnTo>
                <a:lnTo>
                  <a:pt x="3403" y="8688"/>
                </a:lnTo>
                <a:cubicBezTo>
                  <a:pt x="3482" y="8766"/>
                  <a:pt x="3584" y="8806"/>
                  <a:pt x="3686" y="8806"/>
                </a:cubicBezTo>
                <a:cubicBezTo>
                  <a:pt x="3789" y="8806"/>
                  <a:pt x="3891" y="8766"/>
                  <a:pt x="3970" y="8688"/>
                </a:cubicBezTo>
                <a:cubicBezTo>
                  <a:pt x="4128" y="8530"/>
                  <a:pt x="4128" y="8278"/>
                  <a:pt x="3970" y="8089"/>
                </a:cubicBezTo>
                <a:lnTo>
                  <a:pt x="3119" y="7238"/>
                </a:lnTo>
                <a:lnTo>
                  <a:pt x="4191" y="6167"/>
                </a:lnTo>
                <a:lnTo>
                  <a:pt x="5041" y="7049"/>
                </a:lnTo>
                <a:cubicBezTo>
                  <a:pt x="5120" y="7128"/>
                  <a:pt x="5230" y="7167"/>
                  <a:pt x="5340" y="7167"/>
                </a:cubicBezTo>
                <a:cubicBezTo>
                  <a:pt x="5451" y="7167"/>
                  <a:pt x="5561" y="7128"/>
                  <a:pt x="5640" y="7049"/>
                </a:cubicBezTo>
                <a:cubicBezTo>
                  <a:pt x="5797" y="6892"/>
                  <a:pt x="5797" y="6608"/>
                  <a:pt x="5640" y="6451"/>
                </a:cubicBezTo>
                <a:lnTo>
                  <a:pt x="4758" y="5600"/>
                </a:lnTo>
                <a:lnTo>
                  <a:pt x="5829" y="4529"/>
                </a:lnTo>
                <a:lnTo>
                  <a:pt x="6711" y="5380"/>
                </a:lnTo>
                <a:cubicBezTo>
                  <a:pt x="6790" y="5458"/>
                  <a:pt x="6892" y="5498"/>
                  <a:pt x="6994" y="5498"/>
                </a:cubicBezTo>
                <a:cubicBezTo>
                  <a:pt x="7097" y="5498"/>
                  <a:pt x="7199" y="5458"/>
                  <a:pt x="7278" y="5380"/>
                </a:cubicBezTo>
                <a:cubicBezTo>
                  <a:pt x="7436" y="5222"/>
                  <a:pt x="7436" y="4970"/>
                  <a:pt x="7278" y="4812"/>
                </a:cubicBezTo>
                <a:lnTo>
                  <a:pt x="6427" y="3930"/>
                </a:lnTo>
                <a:lnTo>
                  <a:pt x="7499" y="2859"/>
                </a:lnTo>
                <a:lnTo>
                  <a:pt x="8349" y="3741"/>
                </a:lnTo>
                <a:cubicBezTo>
                  <a:pt x="8428" y="3820"/>
                  <a:pt x="8538" y="3859"/>
                  <a:pt x="8648" y="3859"/>
                </a:cubicBezTo>
                <a:cubicBezTo>
                  <a:pt x="8759" y="3859"/>
                  <a:pt x="8869" y="3820"/>
                  <a:pt x="8948" y="3741"/>
                </a:cubicBezTo>
                <a:cubicBezTo>
                  <a:pt x="9105" y="3584"/>
                  <a:pt x="9105" y="3300"/>
                  <a:pt x="8948" y="3143"/>
                </a:cubicBezTo>
                <a:lnTo>
                  <a:pt x="8066" y="2292"/>
                </a:lnTo>
                <a:lnTo>
                  <a:pt x="9326" y="1000"/>
                </a:lnTo>
                <a:close/>
                <a:moveTo>
                  <a:pt x="9357" y="0"/>
                </a:moveTo>
                <a:cubicBezTo>
                  <a:pt x="9255" y="0"/>
                  <a:pt x="9153" y="39"/>
                  <a:pt x="9074" y="118"/>
                </a:cubicBezTo>
                <a:lnTo>
                  <a:pt x="7247" y="1914"/>
                </a:lnTo>
                <a:lnTo>
                  <a:pt x="7120" y="2040"/>
                </a:lnTo>
                <a:lnTo>
                  <a:pt x="5608" y="3584"/>
                </a:lnTo>
                <a:lnTo>
                  <a:pt x="5482" y="3678"/>
                </a:lnTo>
                <a:lnTo>
                  <a:pt x="3938" y="5222"/>
                </a:lnTo>
                <a:lnTo>
                  <a:pt x="3812" y="5348"/>
                </a:lnTo>
                <a:lnTo>
                  <a:pt x="2300" y="6892"/>
                </a:lnTo>
                <a:lnTo>
                  <a:pt x="2174" y="7018"/>
                </a:lnTo>
                <a:lnTo>
                  <a:pt x="158" y="9003"/>
                </a:lnTo>
                <a:cubicBezTo>
                  <a:pt x="0" y="9160"/>
                  <a:pt x="0" y="9444"/>
                  <a:pt x="158" y="9601"/>
                </a:cubicBezTo>
                <a:lnTo>
                  <a:pt x="3088" y="12531"/>
                </a:lnTo>
                <a:cubicBezTo>
                  <a:pt x="3167" y="12610"/>
                  <a:pt x="3269" y="12649"/>
                  <a:pt x="3371" y="12649"/>
                </a:cubicBezTo>
                <a:cubicBezTo>
                  <a:pt x="3474" y="12649"/>
                  <a:pt x="3576" y="12610"/>
                  <a:pt x="3655" y="12531"/>
                </a:cubicBezTo>
                <a:lnTo>
                  <a:pt x="12539" y="3647"/>
                </a:lnTo>
                <a:cubicBezTo>
                  <a:pt x="12728" y="3458"/>
                  <a:pt x="12728" y="3174"/>
                  <a:pt x="12571" y="3017"/>
                </a:cubicBezTo>
                <a:lnTo>
                  <a:pt x="9641" y="118"/>
                </a:lnTo>
                <a:cubicBezTo>
                  <a:pt x="9562" y="39"/>
                  <a:pt x="9460" y="0"/>
                  <a:pt x="935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490" name="Google Shape;10490;p135"/>
          <p:cNvGrpSpPr/>
          <p:nvPr/>
        </p:nvGrpSpPr>
        <p:grpSpPr>
          <a:xfrm>
            <a:off x="1229534" y="1308077"/>
            <a:ext cx="396931" cy="373147"/>
            <a:chOff x="-42804750" y="1949600"/>
            <a:chExt cx="337125" cy="316925"/>
          </a:xfrm>
        </p:grpSpPr>
        <p:sp>
          <p:nvSpPr>
            <p:cNvPr id="10491" name="Google Shape;10491;p135"/>
            <p:cNvSpPr/>
            <p:nvPr/>
          </p:nvSpPr>
          <p:spPr>
            <a:xfrm>
              <a:off x="-42731500" y="2013125"/>
              <a:ext cx="189825" cy="189900"/>
            </a:xfrm>
            <a:custGeom>
              <a:rect b="b" l="l" r="r" t="t"/>
              <a:pathLst>
                <a:path extrusionOk="0" h="7596" w="7593">
                  <a:moveTo>
                    <a:pt x="3781" y="805"/>
                  </a:moveTo>
                  <a:cubicBezTo>
                    <a:pt x="5419" y="805"/>
                    <a:pt x="6742" y="2128"/>
                    <a:pt x="6742" y="3767"/>
                  </a:cubicBezTo>
                  <a:cubicBezTo>
                    <a:pt x="6774" y="5405"/>
                    <a:pt x="5419" y="6760"/>
                    <a:pt x="3781" y="6760"/>
                  </a:cubicBezTo>
                  <a:cubicBezTo>
                    <a:pt x="2426" y="6760"/>
                    <a:pt x="1292" y="5878"/>
                    <a:pt x="946" y="4649"/>
                  </a:cubicBezTo>
                  <a:cubicBezTo>
                    <a:pt x="347" y="2727"/>
                    <a:pt x="1765" y="805"/>
                    <a:pt x="3781" y="805"/>
                  </a:cubicBezTo>
                  <a:close/>
                  <a:moveTo>
                    <a:pt x="3809" y="1"/>
                  </a:moveTo>
                  <a:cubicBezTo>
                    <a:pt x="3297" y="1"/>
                    <a:pt x="2785" y="105"/>
                    <a:pt x="2300" y="301"/>
                  </a:cubicBezTo>
                  <a:cubicBezTo>
                    <a:pt x="946" y="868"/>
                    <a:pt x="0" y="2223"/>
                    <a:pt x="0" y="3798"/>
                  </a:cubicBezTo>
                  <a:cubicBezTo>
                    <a:pt x="0" y="5058"/>
                    <a:pt x="630" y="6224"/>
                    <a:pt x="1670" y="6949"/>
                  </a:cubicBezTo>
                  <a:cubicBezTo>
                    <a:pt x="2333" y="7390"/>
                    <a:pt x="3060" y="7596"/>
                    <a:pt x="3776" y="7596"/>
                  </a:cubicBezTo>
                  <a:cubicBezTo>
                    <a:pt x="4286" y="7596"/>
                    <a:pt x="4790" y="7492"/>
                    <a:pt x="5262" y="7295"/>
                  </a:cubicBezTo>
                  <a:cubicBezTo>
                    <a:pt x="6648" y="6697"/>
                    <a:pt x="7593" y="5373"/>
                    <a:pt x="7593" y="3798"/>
                  </a:cubicBezTo>
                  <a:cubicBezTo>
                    <a:pt x="7593" y="2506"/>
                    <a:pt x="6931" y="1341"/>
                    <a:pt x="5892" y="648"/>
                  </a:cubicBezTo>
                  <a:cubicBezTo>
                    <a:pt x="5248" y="206"/>
                    <a:pt x="4528" y="1"/>
                    <a:pt x="380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2" name="Google Shape;10492;p135"/>
            <p:cNvSpPr/>
            <p:nvPr/>
          </p:nvSpPr>
          <p:spPr>
            <a:xfrm>
              <a:off x="-42804750" y="1949600"/>
              <a:ext cx="337125" cy="316925"/>
            </a:xfrm>
            <a:custGeom>
              <a:rect b="b" l="l" r="r" t="t"/>
              <a:pathLst>
                <a:path extrusionOk="0" h="12677" w="13485">
                  <a:moveTo>
                    <a:pt x="3306" y="817"/>
                  </a:moveTo>
                  <a:cubicBezTo>
                    <a:pt x="3769" y="817"/>
                    <a:pt x="4233" y="967"/>
                    <a:pt x="4600" y="1267"/>
                  </a:cubicBezTo>
                  <a:cubicBezTo>
                    <a:pt x="3277" y="1802"/>
                    <a:pt x="2174" y="2905"/>
                    <a:pt x="1607" y="4260"/>
                  </a:cubicBezTo>
                  <a:cubicBezTo>
                    <a:pt x="914" y="3283"/>
                    <a:pt x="1072" y="1897"/>
                    <a:pt x="2143" y="1172"/>
                  </a:cubicBezTo>
                  <a:cubicBezTo>
                    <a:pt x="2484" y="935"/>
                    <a:pt x="2895" y="817"/>
                    <a:pt x="3306" y="817"/>
                  </a:cubicBezTo>
                  <a:close/>
                  <a:moveTo>
                    <a:pt x="10101" y="823"/>
                  </a:moveTo>
                  <a:cubicBezTo>
                    <a:pt x="10771" y="823"/>
                    <a:pt x="11436" y="1137"/>
                    <a:pt x="11846" y="1771"/>
                  </a:cubicBezTo>
                  <a:cubicBezTo>
                    <a:pt x="12382" y="2527"/>
                    <a:pt x="12319" y="3535"/>
                    <a:pt x="11783" y="4260"/>
                  </a:cubicBezTo>
                  <a:cubicBezTo>
                    <a:pt x="11248" y="2905"/>
                    <a:pt x="10177" y="1802"/>
                    <a:pt x="8790" y="1267"/>
                  </a:cubicBezTo>
                  <a:cubicBezTo>
                    <a:pt x="9176" y="971"/>
                    <a:pt x="9640" y="823"/>
                    <a:pt x="10101" y="823"/>
                  </a:cubicBezTo>
                  <a:close/>
                  <a:moveTo>
                    <a:pt x="6662" y="1686"/>
                  </a:moveTo>
                  <a:cubicBezTo>
                    <a:pt x="7287" y="1686"/>
                    <a:pt x="7908" y="1809"/>
                    <a:pt x="8475" y="2055"/>
                  </a:cubicBezTo>
                  <a:cubicBezTo>
                    <a:pt x="10177" y="2748"/>
                    <a:pt x="11311" y="4417"/>
                    <a:pt x="11311" y="6339"/>
                  </a:cubicBezTo>
                  <a:cubicBezTo>
                    <a:pt x="11374" y="8891"/>
                    <a:pt x="9263" y="10970"/>
                    <a:pt x="6711" y="10970"/>
                  </a:cubicBezTo>
                  <a:cubicBezTo>
                    <a:pt x="4159" y="10970"/>
                    <a:pt x="2048" y="8891"/>
                    <a:pt x="2017" y="6339"/>
                  </a:cubicBezTo>
                  <a:cubicBezTo>
                    <a:pt x="2017" y="4764"/>
                    <a:pt x="2804" y="3346"/>
                    <a:pt x="4065" y="2464"/>
                  </a:cubicBezTo>
                  <a:cubicBezTo>
                    <a:pt x="4846" y="1943"/>
                    <a:pt x="5759" y="1686"/>
                    <a:pt x="6662" y="1686"/>
                  </a:cubicBezTo>
                  <a:close/>
                  <a:moveTo>
                    <a:pt x="3282" y="1"/>
                  </a:moveTo>
                  <a:cubicBezTo>
                    <a:pt x="2347" y="1"/>
                    <a:pt x="1411" y="437"/>
                    <a:pt x="820" y="1298"/>
                  </a:cubicBezTo>
                  <a:cubicBezTo>
                    <a:pt x="0" y="2496"/>
                    <a:pt x="189" y="4165"/>
                    <a:pt x="1292" y="5142"/>
                  </a:cubicBezTo>
                  <a:cubicBezTo>
                    <a:pt x="820" y="7316"/>
                    <a:pt x="1702" y="9553"/>
                    <a:pt x="3497" y="10844"/>
                  </a:cubicBezTo>
                  <a:lnTo>
                    <a:pt x="2867" y="12073"/>
                  </a:lnTo>
                  <a:cubicBezTo>
                    <a:pt x="2773" y="12262"/>
                    <a:pt x="2867" y="12514"/>
                    <a:pt x="3088" y="12640"/>
                  </a:cubicBezTo>
                  <a:cubicBezTo>
                    <a:pt x="3137" y="12665"/>
                    <a:pt x="3189" y="12677"/>
                    <a:pt x="3240" y="12677"/>
                  </a:cubicBezTo>
                  <a:cubicBezTo>
                    <a:pt x="3386" y="12677"/>
                    <a:pt x="3530" y="12582"/>
                    <a:pt x="3623" y="12420"/>
                  </a:cubicBezTo>
                  <a:lnTo>
                    <a:pt x="4222" y="11254"/>
                  </a:lnTo>
                  <a:cubicBezTo>
                    <a:pt x="4994" y="11632"/>
                    <a:pt x="5821" y="11821"/>
                    <a:pt x="6648" y="11821"/>
                  </a:cubicBezTo>
                  <a:cubicBezTo>
                    <a:pt x="7475" y="11821"/>
                    <a:pt x="8302" y="11632"/>
                    <a:pt x="9074" y="11254"/>
                  </a:cubicBezTo>
                  <a:lnTo>
                    <a:pt x="9641" y="12420"/>
                  </a:lnTo>
                  <a:cubicBezTo>
                    <a:pt x="9736" y="12587"/>
                    <a:pt x="9904" y="12663"/>
                    <a:pt x="10062" y="12663"/>
                  </a:cubicBezTo>
                  <a:cubicBezTo>
                    <a:pt x="10113" y="12663"/>
                    <a:pt x="10162" y="12655"/>
                    <a:pt x="10208" y="12640"/>
                  </a:cubicBezTo>
                  <a:cubicBezTo>
                    <a:pt x="10397" y="12514"/>
                    <a:pt x="10492" y="12262"/>
                    <a:pt x="10397" y="12073"/>
                  </a:cubicBezTo>
                  <a:lnTo>
                    <a:pt x="9767" y="10844"/>
                  </a:lnTo>
                  <a:cubicBezTo>
                    <a:pt x="11594" y="9584"/>
                    <a:pt x="12476" y="7347"/>
                    <a:pt x="11972" y="5142"/>
                  </a:cubicBezTo>
                  <a:cubicBezTo>
                    <a:pt x="13485" y="3882"/>
                    <a:pt x="13359" y="1582"/>
                    <a:pt x="11752" y="511"/>
                  </a:cubicBezTo>
                  <a:cubicBezTo>
                    <a:pt x="11243" y="171"/>
                    <a:pt x="10658" y="5"/>
                    <a:pt x="10078" y="5"/>
                  </a:cubicBezTo>
                  <a:cubicBezTo>
                    <a:pt x="9258" y="5"/>
                    <a:pt x="8449" y="338"/>
                    <a:pt x="7877" y="983"/>
                  </a:cubicBezTo>
                  <a:cubicBezTo>
                    <a:pt x="7483" y="905"/>
                    <a:pt x="7081" y="865"/>
                    <a:pt x="6679" y="865"/>
                  </a:cubicBezTo>
                  <a:cubicBezTo>
                    <a:pt x="6278" y="865"/>
                    <a:pt x="5876" y="905"/>
                    <a:pt x="5482" y="983"/>
                  </a:cubicBezTo>
                  <a:cubicBezTo>
                    <a:pt x="4898" y="326"/>
                    <a:pt x="4090" y="1"/>
                    <a:pt x="328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3" name="Google Shape;10493;p135"/>
            <p:cNvSpPr/>
            <p:nvPr/>
          </p:nvSpPr>
          <p:spPr>
            <a:xfrm>
              <a:off x="-42644075" y="2060025"/>
              <a:ext cx="59100" cy="65400"/>
            </a:xfrm>
            <a:custGeom>
              <a:rect b="b" l="l" r="r" t="t"/>
              <a:pathLst>
                <a:path extrusionOk="0" h="2616" w="2364">
                  <a:moveTo>
                    <a:pt x="442" y="0"/>
                  </a:moveTo>
                  <a:cubicBezTo>
                    <a:pt x="189" y="0"/>
                    <a:pt x="0" y="189"/>
                    <a:pt x="0" y="410"/>
                  </a:cubicBezTo>
                  <a:lnTo>
                    <a:pt x="0" y="2237"/>
                  </a:lnTo>
                  <a:cubicBezTo>
                    <a:pt x="0" y="2458"/>
                    <a:pt x="189" y="2615"/>
                    <a:pt x="442" y="2615"/>
                  </a:cubicBezTo>
                  <a:lnTo>
                    <a:pt x="1922" y="2615"/>
                  </a:lnTo>
                  <a:cubicBezTo>
                    <a:pt x="2174" y="2615"/>
                    <a:pt x="2363" y="2426"/>
                    <a:pt x="2363" y="2237"/>
                  </a:cubicBezTo>
                  <a:cubicBezTo>
                    <a:pt x="2363" y="1954"/>
                    <a:pt x="2174" y="1796"/>
                    <a:pt x="1922" y="1796"/>
                  </a:cubicBezTo>
                  <a:lnTo>
                    <a:pt x="820" y="1796"/>
                  </a:lnTo>
                  <a:lnTo>
                    <a:pt x="820" y="410"/>
                  </a:lnTo>
                  <a:cubicBezTo>
                    <a:pt x="820" y="189"/>
                    <a:pt x="631" y="0"/>
                    <a:pt x="44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94" name="Google Shape;10494;p135"/>
          <p:cNvGrpSpPr/>
          <p:nvPr/>
        </p:nvGrpSpPr>
        <p:grpSpPr>
          <a:xfrm>
            <a:off x="1292211" y="1760773"/>
            <a:ext cx="335706" cy="364258"/>
            <a:chOff x="-42778750" y="2320125"/>
            <a:chExt cx="285125" cy="309375"/>
          </a:xfrm>
        </p:grpSpPr>
        <p:sp>
          <p:nvSpPr>
            <p:cNvPr id="10495" name="Google Shape;10495;p135"/>
            <p:cNvSpPr/>
            <p:nvPr/>
          </p:nvSpPr>
          <p:spPr>
            <a:xfrm>
              <a:off x="-42778750" y="2320125"/>
              <a:ext cx="285125" cy="309375"/>
            </a:xfrm>
            <a:custGeom>
              <a:rect b="b" l="l" r="r" t="t"/>
              <a:pathLst>
                <a:path extrusionOk="0" h="12375" w="11405">
                  <a:moveTo>
                    <a:pt x="5654" y="815"/>
                  </a:moveTo>
                  <a:cubicBezTo>
                    <a:pt x="5920" y="815"/>
                    <a:pt x="6185" y="965"/>
                    <a:pt x="6459" y="1253"/>
                  </a:cubicBezTo>
                  <a:cubicBezTo>
                    <a:pt x="6711" y="1568"/>
                    <a:pt x="6963" y="1978"/>
                    <a:pt x="7120" y="2419"/>
                  </a:cubicBezTo>
                  <a:cubicBezTo>
                    <a:pt x="6616" y="2545"/>
                    <a:pt x="6144" y="2734"/>
                    <a:pt x="5671" y="2923"/>
                  </a:cubicBezTo>
                  <a:cubicBezTo>
                    <a:pt x="5198" y="2734"/>
                    <a:pt x="4726" y="2545"/>
                    <a:pt x="4190" y="2419"/>
                  </a:cubicBezTo>
                  <a:cubicBezTo>
                    <a:pt x="4348" y="2072"/>
                    <a:pt x="4568" y="1663"/>
                    <a:pt x="4789" y="1348"/>
                  </a:cubicBezTo>
                  <a:cubicBezTo>
                    <a:pt x="5083" y="988"/>
                    <a:pt x="5368" y="815"/>
                    <a:pt x="5654" y="815"/>
                  </a:cubicBezTo>
                  <a:close/>
                  <a:moveTo>
                    <a:pt x="3938" y="3238"/>
                  </a:moveTo>
                  <a:cubicBezTo>
                    <a:pt x="4159" y="3332"/>
                    <a:pt x="4411" y="3364"/>
                    <a:pt x="4600" y="3427"/>
                  </a:cubicBezTo>
                  <a:cubicBezTo>
                    <a:pt x="4285" y="3616"/>
                    <a:pt x="4033" y="3774"/>
                    <a:pt x="3781" y="3900"/>
                  </a:cubicBezTo>
                  <a:cubicBezTo>
                    <a:pt x="3844" y="3679"/>
                    <a:pt x="3907" y="3427"/>
                    <a:pt x="3938" y="3238"/>
                  </a:cubicBezTo>
                  <a:close/>
                  <a:moveTo>
                    <a:pt x="7341" y="3238"/>
                  </a:moveTo>
                  <a:cubicBezTo>
                    <a:pt x="7435" y="3490"/>
                    <a:pt x="7467" y="3711"/>
                    <a:pt x="7498" y="3963"/>
                  </a:cubicBezTo>
                  <a:cubicBezTo>
                    <a:pt x="7246" y="3805"/>
                    <a:pt x="6963" y="3616"/>
                    <a:pt x="6679" y="3490"/>
                  </a:cubicBezTo>
                  <a:cubicBezTo>
                    <a:pt x="6868" y="3364"/>
                    <a:pt x="7120" y="3301"/>
                    <a:pt x="7341" y="3238"/>
                  </a:cubicBezTo>
                  <a:close/>
                  <a:moveTo>
                    <a:pt x="2340" y="2993"/>
                  </a:moveTo>
                  <a:cubicBezTo>
                    <a:pt x="2618" y="2993"/>
                    <a:pt x="2897" y="3021"/>
                    <a:pt x="3151" y="3049"/>
                  </a:cubicBezTo>
                  <a:cubicBezTo>
                    <a:pt x="3025" y="3522"/>
                    <a:pt x="2899" y="3994"/>
                    <a:pt x="2867" y="4593"/>
                  </a:cubicBezTo>
                  <a:cubicBezTo>
                    <a:pt x="2457" y="4908"/>
                    <a:pt x="2048" y="5223"/>
                    <a:pt x="1670" y="5569"/>
                  </a:cubicBezTo>
                  <a:cubicBezTo>
                    <a:pt x="1040" y="4782"/>
                    <a:pt x="473" y="3616"/>
                    <a:pt x="1355" y="3175"/>
                  </a:cubicBezTo>
                  <a:cubicBezTo>
                    <a:pt x="1651" y="3036"/>
                    <a:pt x="1995" y="2993"/>
                    <a:pt x="2340" y="2993"/>
                  </a:cubicBezTo>
                  <a:close/>
                  <a:moveTo>
                    <a:pt x="8935" y="3013"/>
                  </a:moveTo>
                  <a:cubicBezTo>
                    <a:pt x="9678" y="3013"/>
                    <a:pt x="10397" y="3218"/>
                    <a:pt x="10397" y="3868"/>
                  </a:cubicBezTo>
                  <a:cubicBezTo>
                    <a:pt x="10397" y="4435"/>
                    <a:pt x="9956" y="5097"/>
                    <a:pt x="9609" y="5569"/>
                  </a:cubicBezTo>
                  <a:cubicBezTo>
                    <a:pt x="9294" y="5254"/>
                    <a:pt x="8884" y="4908"/>
                    <a:pt x="8412" y="4593"/>
                  </a:cubicBezTo>
                  <a:cubicBezTo>
                    <a:pt x="8349" y="4089"/>
                    <a:pt x="8254" y="3553"/>
                    <a:pt x="8160" y="3080"/>
                  </a:cubicBezTo>
                  <a:cubicBezTo>
                    <a:pt x="8400" y="3039"/>
                    <a:pt x="8669" y="3013"/>
                    <a:pt x="8935" y="3013"/>
                  </a:cubicBezTo>
                  <a:close/>
                  <a:moveTo>
                    <a:pt x="8538" y="5695"/>
                  </a:moveTo>
                  <a:cubicBezTo>
                    <a:pt x="8727" y="5853"/>
                    <a:pt x="8884" y="6010"/>
                    <a:pt x="9042" y="6168"/>
                  </a:cubicBezTo>
                  <a:cubicBezTo>
                    <a:pt x="8884" y="6325"/>
                    <a:pt x="8695" y="6483"/>
                    <a:pt x="8538" y="6640"/>
                  </a:cubicBezTo>
                  <a:lnTo>
                    <a:pt x="8538" y="5695"/>
                  </a:lnTo>
                  <a:close/>
                  <a:moveTo>
                    <a:pt x="2741" y="5727"/>
                  </a:moveTo>
                  <a:lnTo>
                    <a:pt x="2741" y="6672"/>
                  </a:lnTo>
                  <a:cubicBezTo>
                    <a:pt x="2552" y="6514"/>
                    <a:pt x="2394" y="6357"/>
                    <a:pt x="2237" y="6199"/>
                  </a:cubicBezTo>
                  <a:cubicBezTo>
                    <a:pt x="2426" y="6010"/>
                    <a:pt x="2583" y="5884"/>
                    <a:pt x="2741" y="5727"/>
                  </a:cubicBezTo>
                  <a:close/>
                  <a:moveTo>
                    <a:pt x="5671" y="3837"/>
                  </a:moveTo>
                  <a:cubicBezTo>
                    <a:pt x="6364" y="4152"/>
                    <a:pt x="7026" y="4561"/>
                    <a:pt x="7656" y="5002"/>
                  </a:cubicBezTo>
                  <a:cubicBezTo>
                    <a:pt x="7750" y="5821"/>
                    <a:pt x="7750" y="6609"/>
                    <a:pt x="7656" y="7334"/>
                  </a:cubicBezTo>
                  <a:cubicBezTo>
                    <a:pt x="7026" y="7775"/>
                    <a:pt x="6364" y="8184"/>
                    <a:pt x="5671" y="8531"/>
                  </a:cubicBezTo>
                  <a:cubicBezTo>
                    <a:pt x="4946" y="8216"/>
                    <a:pt x="4285" y="7806"/>
                    <a:pt x="3655" y="7334"/>
                  </a:cubicBezTo>
                  <a:cubicBezTo>
                    <a:pt x="3560" y="6609"/>
                    <a:pt x="3560" y="5821"/>
                    <a:pt x="3655" y="5002"/>
                  </a:cubicBezTo>
                  <a:cubicBezTo>
                    <a:pt x="3970" y="4782"/>
                    <a:pt x="4285" y="4593"/>
                    <a:pt x="4631" y="4404"/>
                  </a:cubicBezTo>
                  <a:cubicBezTo>
                    <a:pt x="4978" y="4183"/>
                    <a:pt x="5356" y="3994"/>
                    <a:pt x="5671" y="3837"/>
                  </a:cubicBezTo>
                  <a:close/>
                  <a:moveTo>
                    <a:pt x="3781" y="8436"/>
                  </a:moveTo>
                  <a:lnTo>
                    <a:pt x="3781" y="8436"/>
                  </a:lnTo>
                  <a:cubicBezTo>
                    <a:pt x="3907" y="8531"/>
                    <a:pt x="4033" y="8594"/>
                    <a:pt x="4222" y="8688"/>
                  </a:cubicBezTo>
                  <a:cubicBezTo>
                    <a:pt x="4241" y="8641"/>
                    <a:pt x="4248" y="8625"/>
                    <a:pt x="4250" y="8625"/>
                  </a:cubicBezTo>
                  <a:lnTo>
                    <a:pt x="4250" y="8625"/>
                  </a:lnTo>
                  <a:cubicBezTo>
                    <a:pt x="4252" y="8625"/>
                    <a:pt x="4233" y="8679"/>
                    <a:pt x="4225" y="8690"/>
                  </a:cubicBezTo>
                  <a:lnTo>
                    <a:pt x="4225" y="8690"/>
                  </a:lnTo>
                  <a:cubicBezTo>
                    <a:pt x="4224" y="8689"/>
                    <a:pt x="4223" y="8689"/>
                    <a:pt x="4222" y="8688"/>
                  </a:cubicBezTo>
                  <a:lnTo>
                    <a:pt x="4222" y="8688"/>
                  </a:lnTo>
                  <a:cubicBezTo>
                    <a:pt x="4222" y="8691"/>
                    <a:pt x="4222" y="8692"/>
                    <a:pt x="4223" y="8692"/>
                  </a:cubicBezTo>
                  <a:cubicBezTo>
                    <a:pt x="4223" y="8692"/>
                    <a:pt x="4224" y="8691"/>
                    <a:pt x="4225" y="8690"/>
                  </a:cubicBezTo>
                  <a:lnTo>
                    <a:pt x="4225" y="8690"/>
                  </a:lnTo>
                  <a:cubicBezTo>
                    <a:pt x="4350" y="8753"/>
                    <a:pt x="4475" y="8846"/>
                    <a:pt x="4631" y="8909"/>
                  </a:cubicBezTo>
                  <a:cubicBezTo>
                    <a:pt x="4411" y="9003"/>
                    <a:pt x="4159" y="9066"/>
                    <a:pt x="3970" y="9129"/>
                  </a:cubicBezTo>
                  <a:cubicBezTo>
                    <a:pt x="3907" y="8909"/>
                    <a:pt x="3844" y="8688"/>
                    <a:pt x="3781" y="8436"/>
                  </a:cubicBezTo>
                  <a:close/>
                  <a:moveTo>
                    <a:pt x="7498" y="8499"/>
                  </a:moveTo>
                  <a:cubicBezTo>
                    <a:pt x="7467" y="8688"/>
                    <a:pt x="7435" y="8909"/>
                    <a:pt x="7341" y="9161"/>
                  </a:cubicBezTo>
                  <a:cubicBezTo>
                    <a:pt x="7120" y="9066"/>
                    <a:pt x="6868" y="9035"/>
                    <a:pt x="6679" y="8972"/>
                  </a:cubicBezTo>
                  <a:cubicBezTo>
                    <a:pt x="6994" y="8814"/>
                    <a:pt x="7278" y="8625"/>
                    <a:pt x="7498" y="8499"/>
                  </a:cubicBezTo>
                  <a:close/>
                  <a:moveTo>
                    <a:pt x="1638" y="6798"/>
                  </a:moveTo>
                  <a:cubicBezTo>
                    <a:pt x="1985" y="7145"/>
                    <a:pt x="2394" y="7491"/>
                    <a:pt x="2836" y="7775"/>
                  </a:cubicBezTo>
                  <a:cubicBezTo>
                    <a:pt x="2899" y="8279"/>
                    <a:pt x="2993" y="8814"/>
                    <a:pt x="3088" y="9287"/>
                  </a:cubicBezTo>
                  <a:cubicBezTo>
                    <a:pt x="2848" y="9347"/>
                    <a:pt x="2583" y="9369"/>
                    <a:pt x="2309" y="9369"/>
                  </a:cubicBezTo>
                  <a:cubicBezTo>
                    <a:pt x="2150" y="9369"/>
                    <a:pt x="1989" y="9361"/>
                    <a:pt x="1827" y="9350"/>
                  </a:cubicBezTo>
                  <a:cubicBezTo>
                    <a:pt x="1103" y="9224"/>
                    <a:pt x="725" y="8846"/>
                    <a:pt x="945" y="8090"/>
                  </a:cubicBezTo>
                  <a:cubicBezTo>
                    <a:pt x="1040" y="7649"/>
                    <a:pt x="1323" y="7239"/>
                    <a:pt x="1638" y="6798"/>
                  </a:cubicBezTo>
                  <a:close/>
                  <a:moveTo>
                    <a:pt x="9641" y="6830"/>
                  </a:moveTo>
                  <a:cubicBezTo>
                    <a:pt x="9987" y="7271"/>
                    <a:pt x="10428" y="7932"/>
                    <a:pt x="10428" y="8531"/>
                  </a:cubicBezTo>
                  <a:cubicBezTo>
                    <a:pt x="10405" y="9192"/>
                    <a:pt x="9707" y="9391"/>
                    <a:pt x="8988" y="9391"/>
                  </a:cubicBezTo>
                  <a:cubicBezTo>
                    <a:pt x="8713" y="9391"/>
                    <a:pt x="8435" y="9362"/>
                    <a:pt x="8191" y="9318"/>
                  </a:cubicBezTo>
                  <a:cubicBezTo>
                    <a:pt x="8286" y="8846"/>
                    <a:pt x="8412" y="8373"/>
                    <a:pt x="8443" y="7806"/>
                  </a:cubicBezTo>
                  <a:cubicBezTo>
                    <a:pt x="8853" y="7491"/>
                    <a:pt x="9294" y="7176"/>
                    <a:pt x="9641" y="6830"/>
                  </a:cubicBezTo>
                  <a:close/>
                  <a:moveTo>
                    <a:pt x="5671" y="9444"/>
                  </a:moveTo>
                  <a:cubicBezTo>
                    <a:pt x="6144" y="9633"/>
                    <a:pt x="6616" y="9822"/>
                    <a:pt x="7120" y="9948"/>
                  </a:cubicBezTo>
                  <a:cubicBezTo>
                    <a:pt x="6868" y="10453"/>
                    <a:pt x="6522" y="11177"/>
                    <a:pt x="6049" y="11429"/>
                  </a:cubicBezTo>
                  <a:cubicBezTo>
                    <a:pt x="5909" y="11527"/>
                    <a:pt x="5782" y="11569"/>
                    <a:pt x="5659" y="11569"/>
                  </a:cubicBezTo>
                  <a:cubicBezTo>
                    <a:pt x="5504" y="11569"/>
                    <a:pt x="5356" y="11503"/>
                    <a:pt x="5198" y="11398"/>
                  </a:cubicBezTo>
                  <a:cubicBezTo>
                    <a:pt x="4757" y="11083"/>
                    <a:pt x="4411" y="10453"/>
                    <a:pt x="4222" y="9948"/>
                  </a:cubicBezTo>
                  <a:cubicBezTo>
                    <a:pt x="4694" y="9822"/>
                    <a:pt x="5198" y="9633"/>
                    <a:pt x="5671" y="9444"/>
                  </a:cubicBezTo>
                  <a:close/>
                  <a:moveTo>
                    <a:pt x="5689" y="1"/>
                  </a:moveTo>
                  <a:cubicBezTo>
                    <a:pt x="5142" y="1"/>
                    <a:pt x="4663" y="283"/>
                    <a:pt x="4285" y="686"/>
                  </a:cubicBezTo>
                  <a:cubicBezTo>
                    <a:pt x="3907" y="1127"/>
                    <a:pt x="3623" y="1663"/>
                    <a:pt x="3434" y="2261"/>
                  </a:cubicBezTo>
                  <a:cubicBezTo>
                    <a:pt x="3054" y="2197"/>
                    <a:pt x="2712" y="2168"/>
                    <a:pt x="2405" y="2168"/>
                  </a:cubicBezTo>
                  <a:cubicBezTo>
                    <a:pt x="753" y="2168"/>
                    <a:pt x="126" y="3018"/>
                    <a:pt x="126" y="3868"/>
                  </a:cubicBezTo>
                  <a:cubicBezTo>
                    <a:pt x="126" y="4687"/>
                    <a:pt x="630" y="5538"/>
                    <a:pt x="1166" y="6168"/>
                  </a:cubicBezTo>
                  <a:cubicBezTo>
                    <a:pt x="788" y="6640"/>
                    <a:pt x="441" y="7176"/>
                    <a:pt x="221" y="7775"/>
                  </a:cubicBezTo>
                  <a:cubicBezTo>
                    <a:pt x="0" y="8499"/>
                    <a:pt x="126" y="9224"/>
                    <a:pt x="693" y="9696"/>
                  </a:cubicBezTo>
                  <a:cubicBezTo>
                    <a:pt x="1155" y="10078"/>
                    <a:pt x="1784" y="10204"/>
                    <a:pt x="2416" y="10204"/>
                  </a:cubicBezTo>
                  <a:cubicBezTo>
                    <a:pt x="2775" y="10204"/>
                    <a:pt x="3135" y="10163"/>
                    <a:pt x="3466" y="10106"/>
                  </a:cubicBezTo>
                  <a:lnTo>
                    <a:pt x="3812" y="10925"/>
                  </a:lnTo>
                  <a:cubicBezTo>
                    <a:pt x="4442" y="12059"/>
                    <a:pt x="5135" y="12374"/>
                    <a:pt x="5702" y="12374"/>
                  </a:cubicBezTo>
                  <a:cubicBezTo>
                    <a:pt x="6837" y="12374"/>
                    <a:pt x="7593" y="11177"/>
                    <a:pt x="8002" y="10106"/>
                  </a:cubicBezTo>
                  <a:cubicBezTo>
                    <a:pt x="8317" y="10159"/>
                    <a:pt x="8660" y="10194"/>
                    <a:pt x="9004" y="10194"/>
                  </a:cubicBezTo>
                  <a:cubicBezTo>
                    <a:pt x="9690" y="10194"/>
                    <a:pt x="10376" y="10054"/>
                    <a:pt x="10838" y="9633"/>
                  </a:cubicBezTo>
                  <a:cubicBezTo>
                    <a:pt x="11310" y="9161"/>
                    <a:pt x="11373" y="8531"/>
                    <a:pt x="11216" y="7901"/>
                  </a:cubicBezTo>
                  <a:cubicBezTo>
                    <a:pt x="10995" y="7302"/>
                    <a:pt x="10617" y="6703"/>
                    <a:pt x="10208" y="6199"/>
                  </a:cubicBezTo>
                  <a:cubicBezTo>
                    <a:pt x="10838" y="5443"/>
                    <a:pt x="11405" y="4435"/>
                    <a:pt x="11184" y="3490"/>
                  </a:cubicBezTo>
                  <a:cubicBezTo>
                    <a:pt x="10995" y="2765"/>
                    <a:pt x="10397" y="2387"/>
                    <a:pt x="9641" y="2230"/>
                  </a:cubicBezTo>
                  <a:cubicBezTo>
                    <a:pt x="9406" y="2175"/>
                    <a:pt x="9153" y="2150"/>
                    <a:pt x="8895" y="2150"/>
                  </a:cubicBezTo>
                  <a:cubicBezTo>
                    <a:pt x="8565" y="2150"/>
                    <a:pt x="8226" y="2191"/>
                    <a:pt x="7908" y="2261"/>
                  </a:cubicBezTo>
                  <a:cubicBezTo>
                    <a:pt x="7593" y="1348"/>
                    <a:pt x="6994" y="340"/>
                    <a:pt x="6112" y="56"/>
                  </a:cubicBezTo>
                  <a:cubicBezTo>
                    <a:pt x="5967" y="18"/>
                    <a:pt x="5826" y="1"/>
                    <a:pt x="568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6" name="Google Shape;10496;p135"/>
            <p:cNvSpPr/>
            <p:nvPr/>
          </p:nvSpPr>
          <p:spPr>
            <a:xfrm>
              <a:off x="-42667700" y="2443600"/>
              <a:ext cx="62250" cy="61475"/>
            </a:xfrm>
            <a:custGeom>
              <a:rect b="b" l="l" r="r" t="t"/>
              <a:pathLst>
                <a:path extrusionOk="0" h="2459" w="2490">
                  <a:moveTo>
                    <a:pt x="1249" y="858"/>
                  </a:moveTo>
                  <a:cubicBezTo>
                    <a:pt x="1468" y="858"/>
                    <a:pt x="1639" y="1027"/>
                    <a:pt x="1639" y="1260"/>
                  </a:cubicBezTo>
                  <a:cubicBezTo>
                    <a:pt x="1607" y="1418"/>
                    <a:pt x="1481" y="1575"/>
                    <a:pt x="1323" y="1670"/>
                  </a:cubicBezTo>
                  <a:cubicBezTo>
                    <a:pt x="1285" y="1681"/>
                    <a:pt x="1248" y="1686"/>
                    <a:pt x="1211" y="1686"/>
                  </a:cubicBezTo>
                  <a:cubicBezTo>
                    <a:pt x="1040" y="1686"/>
                    <a:pt x="897" y="1569"/>
                    <a:pt x="819" y="1386"/>
                  </a:cubicBezTo>
                  <a:cubicBezTo>
                    <a:pt x="756" y="1134"/>
                    <a:pt x="851" y="945"/>
                    <a:pt x="1103" y="882"/>
                  </a:cubicBezTo>
                  <a:cubicBezTo>
                    <a:pt x="1153" y="866"/>
                    <a:pt x="1202" y="858"/>
                    <a:pt x="1249" y="858"/>
                  </a:cubicBezTo>
                  <a:close/>
                  <a:moveTo>
                    <a:pt x="1229" y="0"/>
                  </a:moveTo>
                  <a:cubicBezTo>
                    <a:pt x="567" y="0"/>
                    <a:pt x="0" y="567"/>
                    <a:pt x="0" y="1229"/>
                  </a:cubicBezTo>
                  <a:cubicBezTo>
                    <a:pt x="0" y="1874"/>
                    <a:pt x="509" y="2459"/>
                    <a:pt x="1177" y="2459"/>
                  </a:cubicBezTo>
                  <a:cubicBezTo>
                    <a:pt x="1194" y="2459"/>
                    <a:pt x="1211" y="2458"/>
                    <a:pt x="1229" y="2458"/>
                  </a:cubicBezTo>
                  <a:cubicBezTo>
                    <a:pt x="1891" y="2458"/>
                    <a:pt x="2489" y="1891"/>
                    <a:pt x="2489" y="1229"/>
                  </a:cubicBezTo>
                  <a:cubicBezTo>
                    <a:pt x="2426" y="567"/>
                    <a:pt x="1891" y="0"/>
                    <a:pt x="12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97" name="Google Shape;10497;p135"/>
          <p:cNvGrpSpPr/>
          <p:nvPr/>
        </p:nvGrpSpPr>
        <p:grpSpPr>
          <a:xfrm>
            <a:off x="1269879" y="2207778"/>
            <a:ext cx="375591" cy="374678"/>
            <a:chOff x="-42796875" y="2680675"/>
            <a:chExt cx="319000" cy="318225"/>
          </a:xfrm>
        </p:grpSpPr>
        <p:sp>
          <p:nvSpPr>
            <p:cNvPr id="10498" name="Google Shape;10498;p135"/>
            <p:cNvSpPr/>
            <p:nvPr/>
          </p:nvSpPr>
          <p:spPr>
            <a:xfrm>
              <a:off x="-42671650" y="2853950"/>
              <a:ext cx="70125" cy="21275"/>
            </a:xfrm>
            <a:custGeom>
              <a:rect b="b" l="l" r="r" t="t"/>
              <a:pathLst>
                <a:path extrusionOk="0" h="851" w="2805">
                  <a:moveTo>
                    <a:pt x="442" y="0"/>
                  </a:moveTo>
                  <a:cubicBezTo>
                    <a:pt x="190" y="0"/>
                    <a:pt x="1" y="221"/>
                    <a:pt x="1" y="410"/>
                  </a:cubicBezTo>
                  <a:cubicBezTo>
                    <a:pt x="1" y="630"/>
                    <a:pt x="190" y="851"/>
                    <a:pt x="442" y="851"/>
                  </a:cubicBezTo>
                  <a:lnTo>
                    <a:pt x="2364" y="851"/>
                  </a:lnTo>
                  <a:cubicBezTo>
                    <a:pt x="2616" y="851"/>
                    <a:pt x="2773" y="630"/>
                    <a:pt x="2773" y="410"/>
                  </a:cubicBezTo>
                  <a:cubicBezTo>
                    <a:pt x="2805" y="221"/>
                    <a:pt x="2584" y="0"/>
                    <a:pt x="236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9" name="Google Shape;10499;p135"/>
            <p:cNvSpPr/>
            <p:nvPr/>
          </p:nvSpPr>
          <p:spPr>
            <a:xfrm>
              <a:off x="-42671650" y="2895675"/>
              <a:ext cx="70125" cy="20525"/>
            </a:xfrm>
            <a:custGeom>
              <a:rect b="b" l="l" r="r" t="t"/>
              <a:pathLst>
                <a:path extrusionOk="0" h="821" w="2805">
                  <a:moveTo>
                    <a:pt x="442" y="1"/>
                  </a:moveTo>
                  <a:cubicBezTo>
                    <a:pt x="190" y="1"/>
                    <a:pt x="1" y="190"/>
                    <a:pt x="1" y="442"/>
                  </a:cubicBezTo>
                  <a:cubicBezTo>
                    <a:pt x="1" y="663"/>
                    <a:pt x="190" y="820"/>
                    <a:pt x="442" y="820"/>
                  </a:cubicBezTo>
                  <a:lnTo>
                    <a:pt x="2364" y="820"/>
                  </a:lnTo>
                  <a:cubicBezTo>
                    <a:pt x="2616" y="820"/>
                    <a:pt x="2773" y="631"/>
                    <a:pt x="2773" y="442"/>
                  </a:cubicBezTo>
                  <a:cubicBezTo>
                    <a:pt x="2805" y="190"/>
                    <a:pt x="2584" y="1"/>
                    <a:pt x="236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0" name="Google Shape;10500;p135"/>
            <p:cNvSpPr/>
            <p:nvPr/>
          </p:nvSpPr>
          <p:spPr>
            <a:xfrm>
              <a:off x="-42796875" y="2680675"/>
              <a:ext cx="319000" cy="318225"/>
            </a:xfrm>
            <a:custGeom>
              <a:rect b="b" l="l" r="r" t="t"/>
              <a:pathLst>
                <a:path extrusionOk="0" h="12729" w="12760">
                  <a:moveTo>
                    <a:pt x="9011" y="882"/>
                  </a:moveTo>
                  <a:cubicBezTo>
                    <a:pt x="9168" y="882"/>
                    <a:pt x="9357" y="914"/>
                    <a:pt x="9483" y="945"/>
                  </a:cubicBezTo>
                  <a:cubicBezTo>
                    <a:pt x="9799" y="1071"/>
                    <a:pt x="10051" y="1355"/>
                    <a:pt x="10177" y="1701"/>
                  </a:cubicBezTo>
                  <a:lnTo>
                    <a:pt x="2615" y="1701"/>
                  </a:lnTo>
                  <a:cubicBezTo>
                    <a:pt x="2804" y="1229"/>
                    <a:pt x="3245" y="882"/>
                    <a:pt x="3781" y="882"/>
                  </a:cubicBezTo>
                  <a:close/>
                  <a:moveTo>
                    <a:pt x="1733" y="3623"/>
                  </a:moveTo>
                  <a:lnTo>
                    <a:pt x="1733" y="5293"/>
                  </a:lnTo>
                  <a:lnTo>
                    <a:pt x="914" y="5293"/>
                  </a:lnTo>
                  <a:lnTo>
                    <a:pt x="914" y="3623"/>
                  </a:lnTo>
                  <a:close/>
                  <a:moveTo>
                    <a:pt x="11941" y="3623"/>
                  </a:moveTo>
                  <a:lnTo>
                    <a:pt x="11941" y="5293"/>
                  </a:lnTo>
                  <a:lnTo>
                    <a:pt x="11122" y="5293"/>
                  </a:lnTo>
                  <a:lnTo>
                    <a:pt x="11122" y="3623"/>
                  </a:lnTo>
                  <a:close/>
                  <a:moveTo>
                    <a:pt x="10240" y="2521"/>
                  </a:moveTo>
                  <a:lnTo>
                    <a:pt x="10240" y="5316"/>
                  </a:lnTo>
                  <a:lnTo>
                    <a:pt x="10240" y="5316"/>
                  </a:lnTo>
                  <a:cubicBezTo>
                    <a:pt x="10144" y="5293"/>
                    <a:pt x="10003" y="5293"/>
                    <a:pt x="9862" y="5293"/>
                  </a:cubicBezTo>
                  <a:lnTo>
                    <a:pt x="6932" y="5293"/>
                  </a:lnTo>
                  <a:lnTo>
                    <a:pt x="6932" y="2521"/>
                  </a:lnTo>
                  <a:close/>
                  <a:moveTo>
                    <a:pt x="6144" y="2521"/>
                  </a:moveTo>
                  <a:lnTo>
                    <a:pt x="6144" y="5293"/>
                  </a:lnTo>
                  <a:lnTo>
                    <a:pt x="2962" y="5293"/>
                  </a:lnTo>
                  <a:cubicBezTo>
                    <a:pt x="2804" y="5293"/>
                    <a:pt x="2678" y="5293"/>
                    <a:pt x="2552" y="5324"/>
                  </a:cubicBezTo>
                  <a:lnTo>
                    <a:pt x="2552" y="2521"/>
                  </a:lnTo>
                  <a:close/>
                  <a:moveTo>
                    <a:pt x="9893" y="6207"/>
                  </a:moveTo>
                  <a:cubicBezTo>
                    <a:pt x="10555" y="6207"/>
                    <a:pt x="11122" y="6742"/>
                    <a:pt x="11122" y="7404"/>
                  </a:cubicBezTo>
                  <a:lnTo>
                    <a:pt x="11122" y="9861"/>
                  </a:lnTo>
                  <a:cubicBezTo>
                    <a:pt x="11122" y="10019"/>
                    <a:pt x="11027" y="10145"/>
                    <a:pt x="10933" y="10208"/>
                  </a:cubicBezTo>
                  <a:cubicBezTo>
                    <a:pt x="10838" y="10239"/>
                    <a:pt x="10775" y="10302"/>
                    <a:pt x="10681" y="10302"/>
                  </a:cubicBezTo>
                  <a:lnTo>
                    <a:pt x="2143" y="10302"/>
                  </a:lnTo>
                  <a:cubicBezTo>
                    <a:pt x="1922" y="10302"/>
                    <a:pt x="1796" y="10176"/>
                    <a:pt x="1733" y="10019"/>
                  </a:cubicBezTo>
                  <a:cubicBezTo>
                    <a:pt x="1702" y="9924"/>
                    <a:pt x="1733" y="10050"/>
                    <a:pt x="1733" y="8254"/>
                  </a:cubicBezTo>
                  <a:lnTo>
                    <a:pt x="1733" y="7404"/>
                  </a:lnTo>
                  <a:cubicBezTo>
                    <a:pt x="1733" y="6994"/>
                    <a:pt x="1922" y="6616"/>
                    <a:pt x="2300" y="6396"/>
                  </a:cubicBezTo>
                  <a:cubicBezTo>
                    <a:pt x="2489" y="6270"/>
                    <a:pt x="2710" y="6207"/>
                    <a:pt x="2993" y="6207"/>
                  </a:cubicBezTo>
                  <a:close/>
                  <a:moveTo>
                    <a:pt x="3403" y="11090"/>
                  </a:moveTo>
                  <a:lnTo>
                    <a:pt x="3403" y="11909"/>
                  </a:lnTo>
                  <a:lnTo>
                    <a:pt x="2552" y="11909"/>
                  </a:lnTo>
                  <a:lnTo>
                    <a:pt x="2552" y="11090"/>
                  </a:lnTo>
                  <a:close/>
                  <a:moveTo>
                    <a:pt x="10271" y="11090"/>
                  </a:moveTo>
                  <a:lnTo>
                    <a:pt x="10271" y="11909"/>
                  </a:lnTo>
                  <a:lnTo>
                    <a:pt x="9452" y="11909"/>
                  </a:lnTo>
                  <a:lnTo>
                    <a:pt x="9452" y="11090"/>
                  </a:lnTo>
                  <a:close/>
                  <a:moveTo>
                    <a:pt x="3750" y="0"/>
                  </a:moveTo>
                  <a:cubicBezTo>
                    <a:pt x="2615" y="0"/>
                    <a:pt x="1670" y="945"/>
                    <a:pt x="1670" y="2079"/>
                  </a:cubicBezTo>
                  <a:lnTo>
                    <a:pt x="1670" y="2804"/>
                  </a:lnTo>
                  <a:lnTo>
                    <a:pt x="442" y="2804"/>
                  </a:lnTo>
                  <a:cubicBezTo>
                    <a:pt x="190" y="2804"/>
                    <a:pt x="0" y="2993"/>
                    <a:pt x="0" y="3214"/>
                  </a:cubicBezTo>
                  <a:lnTo>
                    <a:pt x="0" y="5671"/>
                  </a:lnTo>
                  <a:cubicBezTo>
                    <a:pt x="0" y="5923"/>
                    <a:pt x="190" y="6112"/>
                    <a:pt x="442" y="6112"/>
                  </a:cubicBezTo>
                  <a:lnTo>
                    <a:pt x="1261" y="6112"/>
                  </a:lnTo>
                  <a:cubicBezTo>
                    <a:pt x="977" y="6459"/>
                    <a:pt x="820" y="6900"/>
                    <a:pt x="820" y="7341"/>
                  </a:cubicBezTo>
                  <a:lnTo>
                    <a:pt x="820" y="9830"/>
                  </a:lnTo>
                  <a:cubicBezTo>
                    <a:pt x="820" y="10365"/>
                    <a:pt x="1198" y="10806"/>
                    <a:pt x="1670" y="10995"/>
                  </a:cubicBezTo>
                  <a:lnTo>
                    <a:pt x="1670" y="12287"/>
                  </a:lnTo>
                  <a:cubicBezTo>
                    <a:pt x="1670" y="12539"/>
                    <a:pt x="1859" y="12728"/>
                    <a:pt x="2048" y="12728"/>
                  </a:cubicBezTo>
                  <a:lnTo>
                    <a:pt x="3718" y="12728"/>
                  </a:lnTo>
                  <a:cubicBezTo>
                    <a:pt x="3939" y="12728"/>
                    <a:pt x="4096" y="12539"/>
                    <a:pt x="4096" y="12287"/>
                  </a:cubicBezTo>
                  <a:lnTo>
                    <a:pt x="4096" y="11090"/>
                  </a:lnTo>
                  <a:lnTo>
                    <a:pt x="8507" y="11090"/>
                  </a:lnTo>
                  <a:lnTo>
                    <a:pt x="8507" y="12287"/>
                  </a:lnTo>
                  <a:cubicBezTo>
                    <a:pt x="8507" y="12539"/>
                    <a:pt x="8696" y="12728"/>
                    <a:pt x="8916" y="12728"/>
                  </a:cubicBezTo>
                  <a:lnTo>
                    <a:pt x="10555" y="12728"/>
                  </a:lnTo>
                  <a:cubicBezTo>
                    <a:pt x="10807" y="12728"/>
                    <a:pt x="10964" y="12539"/>
                    <a:pt x="10964" y="12287"/>
                  </a:cubicBezTo>
                  <a:lnTo>
                    <a:pt x="10964" y="10995"/>
                  </a:lnTo>
                  <a:cubicBezTo>
                    <a:pt x="11468" y="10838"/>
                    <a:pt x="11783" y="10365"/>
                    <a:pt x="11783" y="9830"/>
                  </a:cubicBezTo>
                  <a:lnTo>
                    <a:pt x="11783" y="7341"/>
                  </a:lnTo>
                  <a:cubicBezTo>
                    <a:pt x="11783" y="6868"/>
                    <a:pt x="11626" y="6427"/>
                    <a:pt x="11374" y="6112"/>
                  </a:cubicBezTo>
                  <a:lnTo>
                    <a:pt x="12224" y="6112"/>
                  </a:lnTo>
                  <a:cubicBezTo>
                    <a:pt x="12445" y="6112"/>
                    <a:pt x="12602" y="5923"/>
                    <a:pt x="12602" y="5671"/>
                  </a:cubicBezTo>
                  <a:lnTo>
                    <a:pt x="12602" y="3214"/>
                  </a:lnTo>
                  <a:cubicBezTo>
                    <a:pt x="12760" y="2993"/>
                    <a:pt x="12571" y="2804"/>
                    <a:pt x="12319" y="2804"/>
                  </a:cubicBezTo>
                  <a:lnTo>
                    <a:pt x="11059" y="2804"/>
                  </a:lnTo>
                  <a:lnTo>
                    <a:pt x="11059" y="2079"/>
                  </a:lnTo>
                  <a:cubicBezTo>
                    <a:pt x="11059" y="945"/>
                    <a:pt x="10145" y="0"/>
                    <a:pt x="89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1" name="Google Shape;10501;p135"/>
            <p:cNvSpPr/>
            <p:nvPr/>
          </p:nvSpPr>
          <p:spPr>
            <a:xfrm>
              <a:off x="-42753550" y="2854500"/>
              <a:ext cx="63825" cy="61700"/>
            </a:xfrm>
            <a:custGeom>
              <a:rect b="b" l="l" r="r" t="t"/>
              <a:pathLst>
                <a:path extrusionOk="0" h="2468" w="2553">
                  <a:moveTo>
                    <a:pt x="1263" y="829"/>
                  </a:moveTo>
                  <a:cubicBezTo>
                    <a:pt x="1435" y="829"/>
                    <a:pt x="1565" y="949"/>
                    <a:pt x="1639" y="1144"/>
                  </a:cubicBezTo>
                  <a:cubicBezTo>
                    <a:pt x="1718" y="1410"/>
                    <a:pt x="1483" y="1676"/>
                    <a:pt x="1218" y="1676"/>
                  </a:cubicBezTo>
                  <a:cubicBezTo>
                    <a:pt x="1170" y="1676"/>
                    <a:pt x="1120" y="1668"/>
                    <a:pt x="1071" y="1648"/>
                  </a:cubicBezTo>
                  <a:cubicBezTo>
                    <a:pt x="945" y="1616"/>
                    <a:pt x="882" y="1490"/>
                    <a:pt x="851" y="1364"/>
                  </a:cubicBezTo>
                  <a:cubicBezTo>
                    <a:pt x="756" y="1144"/>
                    <a:pt x="914" y="892"/>
                    <a:pt x="1103" y="860"/>
                  </a:cubicBezTo>
                  <a:cubicBezTo>
                    <a:pt x="1160" y="839"/>
                    <a:pt x="1213" y="829"/>
                    <a:pt x="1263" y="829"/>
                  </a:cubicBezTo>
                  <a:close/>
                  <a:moveTo>
                    <a:pt x="1234" y="0"/>
                  </a:moveTo>
                  <a:cubicBezTo>
                    <a:pt x="841" y="0"/>
                    <a:pt x="443" y="194"/>
                    <a:pt x="189" y="545"/>
                  </a:cubicBezTo>
                  <a:cubicBezTo>
                    <a:pt x="95" y="734"/>
                    <a:pt x="0" y="986"/>
                    <a:pt x="0" y="1238"/>
                  </a:cubicBezTo>
                  <a:cubicBezTo>
                    <a:pt x="0" y="1932"/>
                    <a:pt x="567" y="2467"/>
                    <a:pt x="1229" y="2467"/>
                  </a:cubicBezTo>
                  <a:cubicBezTo>
                    <a:pt x="1765" y="2467"/>
                    <a:pt x="2237" y="2121"/>
                    <a:pt x="2395" y="1616"/>
                  </a:cubicBezTo>
                  <a:cubicBezTo>
                    <a:pt x="2552" y="1081"/>
                    <a:pt x="2363" y="514"/>
                    <a:pt x="1922" y="230"/>
                  </a:cubicBezTo>
                  <a:cubicBezTo>
                    <a:pt x="1718" y="74"/>
                    <a:pt x="1477" y="0"/>
                    <a:pt x="123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2" name="Google Shape;10502;p135"/>
            <p:cNvSpPr/>
            <p:nvPr/>
          </p:nvSpPr>
          <p:spPr>
            <a:xfrm>
              <a:off x="-42581850" y="2853950"/>
              <a:ext cx="63025" cy="61475"/>
            </a:xfrm>
            <a:custGeom>
              <a:rect b="b" l="l" r="r" t="t"/>
              <a:pathLst>
                <a:path extrusionOk="0" h="2459" w="2521">
                  <a:moveTo>
                    <a:pt x="1269" y="860"/>
                  </a:moveTo>
                  <a:cubicBezTo>
                    <a:pt x="1493" y="860"/>
                    <a:pt x="1670" y="1049"/>
                    <a:pt x="1670" y="1260"/>
                  </a:cubicBezTo>
                  <a:cubicBezTo>
                    <a:pt x="1670" y="1481"/>
                    <a:pt x="1576" y="1638"/>
                    <a:pt x="1355" y="1670"/>
                  </a:cubicBezTo>
                  <a:cubicBezTo>
                    <a:pt x="1311" y="1683"/>
                    <a:pt x="1268" y="1689"/>
                    <a:pt x="1227" y="1689"/>
                  </a:cubicBezTo>
                  <a:cubicBezTo>
                    <a:pt x="1063" y="1689"/>
                    <a:pt x="927" y="1588"/>
                    <a:pt x="851" y="1386"/>
                  </a:cubicBezTo>
                  <a:cubicBezTo>
                    <a:pt x="788" y="1166"/>
                    <a:pt x="882" y="945"/>
                    <a:pt x="1135" y="882"/>
                  </a:cubicBezTo>
                  <a:cubicBezTo>
                    <a:pt x="1180" y="867"/>
                    <a:pt x="1225" y="860"/>
                    <a:pt x="1269" y="860"/>
                  </a:cubicBezTo>
                  <a:close/>
                  <a:moveTo>
                    <a:pt x="1261" y="0"/>
                  </a:moveTo>
                  <a:cubicBezTo>
                    <a:pt x="567" y="0"/>
                    <a:pt x="0" y="567"/>
                    <a:pt x="32" y="1229"/>
                  </a:cubicBezTo>
                  <a:cubicBezTo>
                    <a:pt x="32" y="1874"/>
                    <a:pt x="541" y="2459"/>
                    <a:pt x="1208" y="2459"/>
                  </a:cubicBezTo>
                  <a:cubicBezTo>
                    <a:pt x="1226" y="2459"/>
                    <a:pt x="1243" y="2458"/>
                    <a:pt x="1261" y="2458"/>
                  </a:cubicBezTo>
                  <a:cubicBezTo>
                    <a:pt x="1922" y="2458"/>
                    <a:pt x="2521" y="1891"/>
                    <a:pt x="2458" y="1229"/>
                  </a:cubicBezTo>
                  <a:cubicBezTo>
                    <a:pt x="2521" y="567"/>
                    <a:pt x="1954" y="0"/>
                    <a:pt x="126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03" name="Google Shape;10503;p135"/>
          <p:cNvSpPr/>
          <p:nvPr/>
        </p:nvSpPr>
        <p:spPr>
          <a:xfrm>
            <a:off x="3439644" y="1333692"/>
            <a:ext cx="375591" cy="373030"/>
          </a:xfrm>
          <a:custGeom>
            <a:rect b="b" l="l" r="r" t="t"/>
            <a:pathLst>
              <a:path extrusionOk="0" h="12673" w="12760">
                <a:moveTo>
                  <a:pt x="2225" y="866"/>
                </a:moveTo>
                <a:cubicBezTo>
                  <a:pt x="2371" y="866"/>
                  <a:pt x="2521" y="929"/>
                  <a:pt x="2647" y="1056"/>
                </a:cubicBezTo>
                <a:lnTo>
                  <a:pt x="3245" y="1654"/>
                </a:lnTo>
                <a:lnTo>
                  <a:pt x="1702" y="3166"/>
                </a:lnTo>
                <a:lnTo>
                  <a:pt x="1103" y="2599"/>
                </a:lnTo>
                <a:cubicBezTo>
                  <a:pt x="1072" y="2536"/>
                  <a:pt x="977" y="2473"/>
                  <a:pt x="977" y="2379"/>
                </a:cubicBezTo>
                <a:cubicBezTo>
                  <a:pt x="914" y="2190"/>
                  <a:pt x="946" y="1906"/>
                  <a:pt x="1103" y="1749"/>
                </a:cubicBezTo>
                <a:lnTo>
                  <a:pt x="1828" y="1056"/>
                </a:lnTo>
                <a:cubicBezTo>
                  <a:pt x="1938" y="929"/>
                  <a:pt x="2080" y="866"/>
                  <a:pt x="2225" y="866"/>
                </a:cubicBezTo>
                <a:close/>
                <a:moveTo>
                  <a:pt x="3812" y="2221"/>
                </a:moveTo>
                <a:lnTo>
                  <a:pt x="4506" y="2914"/>
                </a:lnTo>
                <a:lnTo>
                  <a:pt x="2962" y="4427"/>
                </a:lnTo>
                <a:lnTo>
                  <a:pt x="2300" y="3765"/>
                </a:lnTo>
                <a:lnTo>
                  <a:pt x="3812" y="2221"/>
                </a:lnTo>
                <a:close/>
                <a:moveTo>
                  <a:pt x="9452" y="1056"/>
                </a:moveTo>
                <a:lnTo>
                  <a:pt x="11783" y="3387"/>
                </a:lnTo>
                <a:lnTo>
                  <a:pt x="8979" y="6159"/>
                </a:lnTo>
                <a:lnTo>
                  <a:pt x="6648" y="3828"/>
                </a:lnTo>
                <a:lnTo>
                  <a:pt x="7908" y="2599"/>
                </a:lnTo>
                <a:lnTo>
                  <a:pt x="8790" y="3450"/>
                </a:lnTo>
                <a:cubicBezTo>
                  <a:pt x="8869" y="3529"/>
                  <a:pt x="8979" y="3568"/>
                  <a:pt x="9090" y="3568"/>
                </a:cubicBezTo>
                <a:cubicBezTo>
                  <a:pt x="9200" y="3568"/>
                  <a:pt x="9310" y="3529"/>
                  <a:pt x="9389" y="3450"/>
                </a:cubicBezTo>
                <a:cubicBezTo>
                  <a:pt x="9546" y="3292"/>
                  <a:pt x="9546" y="3009"/>
                  <a:pt x="9389" y="2851"/>
                </a:cubicBezTo>
                <a:lnTo>
                  <a:pt x="8507" y="2001"/>
                </a:lnTo>
                <a:lnTo>
                  <a:pt x="9452" y="1056"/>
                </a:lnTo>
                <a:close/>
                <a:moveTo>
                  <a:pt x="5041" y="3450"/>
                </a:moveTo>
                <a:cubicBezTo>
                  <a:pt x="5356" y="3765"/>
                  <a:pt x="10366" y="8711"/>
                  <a:pt x="10523" y="8932"/>
                </a:cubicBezTo>
                <a:lnTo>
                  <a:pt x="8948" y="10412"/>
                </a:lnTo>
                <a:lnTo>
                  <a:pt x="3497" y="4994"/>
                </a:lnTo>
                <a:lnTo>
                  <a:pt x="5041" y="3450"/>
                </a:lnTo>
                <a:close/>
                <a:moveTo>
                  <a:pt x="10996" y="9625"/>
                </a:moveTo>
                <a:lnTo>
                  <a:pt x="11657" y="11610"/>
                </a:lnTo>
                <a:lnTo>
                  <a:pt x="9609" y="10948"/>
                </a:lnTo>
                <a:lnTo>
                  <a:pt x="10996" y="9625"/>
                </a:lnTo>
                <a:close/>
                <a:moveTo>
                  <a:pt x="3939" y="6600"/>
                </a:moveTo>
                <a:lnTo>
                  <a:pt x="6270" y="8932"/>
                </a:lnTo>
                <a:lnTo>
                  <a:pt x="3466" y="11736"/>
                </a:lnTo>
                <a:lnTo>
                  <a:pt x="1135" y="9404"/>
                </a:lnTo>
                <a:lnTo>
                  <a:pt x="2489" y="8050"/>
                </a:lnTo>
                <a:lnTo>
                  <a:pt x="3340" y="8932"/>
                </a:lnTo>
                <a:cubicBezTo>
                  <a:pt x="3419" y="9010"/>
                  <a:pt x="3529" y="9050"/>
                  <a:pt x="3639" y="9050"/>
                </a:cubicBezTo>
                <a:cubicBezTo>
                  <a:pt x="3749" y="9050"/>
                  <a:pt x="3860" y="9010"/>
                  <a:pt x="3939" y="8932"/>
                </a:cubicBezTo>
                <a:cubicBezTo>
                  <a:pt x="4096" y="8774"/>
                  <a:pt x="4096" y="8491"/>
                  <a:pt x="3939" y="8333"/>
                </a:cubicBezTo>
                <a:lnTo>
                  <a:pt x="3088" y="7482"/>
                </a:lnTo>
                <a:lnTo>
                  <a:pt x="3939" y="6600"/>
                </a:lnTo>
                <a:close/>
                <a:moveTo>
                  <a:pt x="2194" y="0"/>
                </a:moveTo>
                <a:cubicBezTo>
                  <a:pt x="1828" y="0"/>
                  <a:pt x="1465" y="142"/>
                  <a:pt x="1198" y="425"/>
                </a:cubicBezTo>
                <a:lnTo>
                  <a:pt x="473" y="1119"/>
                </a:lnTo>
                <a:cubicBezTo>
                  <a:pt x="221" y="1402"/>
                  <a:pt x="95" y="1749"/>
                  <a:pt x="95" y="2127"/>
                </a:cubicBezTo>
                <a:cubicBezTo>
                  <a:pt x="95" y="2473"/>
                  <a:pt x="252" y="2851"/>
                  <a:pt x="473" y="3103"/>
                </a:cubicBezTo>
                <a:lnTo>
                  <a:pt x="1387" y="4017"/>
                </a:lnTo>
                <a:cubicBezTo>
                  <a:pt x="1387" y="4017"/>
                  <a:pt x="2647" y="5277"/>
                  <a:pt x="2615" y="5277"/>
                </a:cubicBezTo>
                <a:lnTo>
                  <a:pt x="3277" y="5939"/>
                </a:lnTo>
                <a:lnTo>
                  <a:pt x="2174" y="7041"/>
                </a:lnTo>
                <a:lnTo>
                  <a:pt x="2048" y="7167"/>
                </a:lnTo>
                <a:lnTo>
                  <a:pt x="158" y="9058"/>
                </a:lnTo>
                <a:cubicBezTo>
                  <a:pt x="0" y="9215"/>
                  <a:pt x="0" y="9467"/>
                  <a:pt x="158" y="9625"/>
                </a:cubicBezTo>
                <a:lnTo>
                  <a:pt x="3088" y="12555"/>
                </a:lnTo>
                <a:cubicBezTo>
                  <a:pt x="3167" y="12634"/>
                  <a:pt x="3269" y="12673"/>
                  <a:pt x="3371" y="12673"/>
                </a:cubicBezTo>
                <a:cubicBezTo>
                  <a:pt x="3474" y="12673"/>
                  <a:pt x="3576" y="12634"/>
                  <a:pt x="3655" y="12555"/>
                </a:cubicBezTo>
                <a:lnTo>
                  <a:pt x="6742" y="9467"/>
                </a:lnTo>
                <a:lnTo>
                  <a:pt x="8570" y="11295"/>
                </a:lnTo>
                <a:cubicBezTo>
                  <a:pt x="8601" y="11326"/>
                  <a:pt x="8633" y="11358"/>
                  <a:pt x="8696" y="11358"/>
                </a:cubicBezTo>
                <a:cubicBezTo>
                  <a:pt x="8759" y="11452"/>
                  <a:pt x="8822" y="11515"/>
                  <a:pt x="8948" y="11578"/>
                </a:cubicBezTo>
                <a:lnTo>
                  <a:pt x="12098" y="12618"/>
                </a:lnTo>
                <a:cubicBezTo>
                  <a:pt x="12147" y="12637"/>
                  <a:pt x="12196" y="12646"/>
                  <a:pt x="12243" y="12646"/>
                </a:cubicBezTo>
                <a:cubicBezTo>
                  <a:pt x="12500" y="12646"/>
                  <a:pt x="12709" y="12380"/>
                  <a:pt x="12602" y="12114"/>
                </a:cubicBezTo>
                <a:lnTo>
                  <a:pt x="11657" y="8963"/>
                </a:lnTo>
                <a:cubicBezTo>
                  <a:pt x="11626" y="8900"/>
                  <a:pt x="11594" y="8806"/>
                  <a:pt x="11468" y="8743"/>
                </a:cubicBezTo>
                <a:cubicBezTo>
                  <a:pt x="11437" y="8648"/>
                  <a:pt x="11531" y="8806"/>
                  <a:pt x="9546" y="6758"/>
                </a:cubicBezTo>
                <a:lnTo>
                  <a:pt x="12602" y="3702"/>
                </a:lnTo>
                <a:cubicBezTo>
                  <a:pt x="12760" y="3544"/>
                  <a:pt x="12760" y="3261"/>
                  <a:pt x="12602" y="3103"/>
                </a:cubicBezTo>
                <a:lnTo>
                  <a:pt x="9704" y="173"/>
                </a:lnTo>
                <a:cubicBezTo>
                  <a:pt x="9625" y="95"/>
                  <a:pt x="9515" y="55"/>
                  <a:pt x="9405" y="55"/>
                </a:cubicBezTo>
                <a:cubicBezTo>
                  <a:pt x="9294" y="55"/>
                  <a:pt x="9184" y="95"/>
                  <a:pt x="9105" y="173"/>
                </a:cubicBezTo>
                <a:lnTo>
                  <a:pt x="7656" y="1654"/>
                </a:lnTo>
                <a:lnTo>
                  <a:pt x="7530" y="1749"/>
                </a:lnTo>
                <a:lnTo>
                  <a:pt x="6049" y="3261"/>
                </a:lnTo>
                <a:lnTo>
                  <a:pt x="3214" y="425"/>
                </a:lnTo>
                <a:cubicBezTo>
                  <a:pt x="2930" y="142"/>
                  <a:pt x="2560" y="0"/>
                  <a:pt x="219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4" name="Google Shape;10504;p135"/>
          <p:cNvSpPr/>
          <p:nvPr/>
        </p:nvSpPr>
        <p:spPr>
          <a:xfrm>
            <a:off x="3459773" y="1815159"/>
            <a:ext cx="380241" cy="318104"/>
          </a:xfrm>
          <a:custGeom>
            <a:rect b="b" l="l" r="r" t="t"/>
            <a:pathLst>
              <a:path extrusionOk="0" h="10807" w="12918">
                <a:moveTo>
                  <a:pt x="10807" y="851"/>
                </a:moveTo>
                <a:cubicBezTo>
                  <a:pt x="10366" y="1608"/>
                  <a:pt x="10366" y="2584"/>
                  <a:pt x="10807" y="3340"/>
                </a:cubicBezTo>
                <a:lnTo>
                  <a:pt x="2332" y="3340"/>
                </a:lnTo>
                <a:cubicBezTo>
                  <a:pt x="1765" y="3340"/>
                  <a:pt x="1293" y="2962"/>
                  <a:pt x="1135" y="2458"/>
                </a:cubicBezTo>
                <a:cubicBezTo>
                  <a:pt x="915" y="1671"/>
                  <a:pt x="1513" y="851"/>
                  <a:pt x="2332" y="851"/>
                </a:cubicBezTo>
                <a:close/>
                <a:moveTo>
                  <a:pt x="8822" y="4159"/>
                </a:moveTo>
                <a:lnTo>
                  <a:pt x="8822" y="6648"/>
                </a:lnTo>
                <a:lnTo>
                  <a:pt x="1891" y="6648"/>
                </a:lnTo>
                <a:lnTo>
                  <a:pt x="1891" y="4159"/>
                </a:lnTo>
                <a:close/>
                <a:moveTo>
                  <a:pt x="10524" y="4159"/>
                </a:moveTo>
                <a:lnTo>
                  <a:pt x="10524" y="6648"/>
                </a:lnTo>
                <a:lnTo>
                  <a:pt x="9704" y="6648"/>
                </a:lnTo>
                <a:lnTo>
                  <a:pt x="9704" y="4159"/>
                </a:lnTo>
                <a:close/>
                <a:moveTo>
                  <a:pt x="12130" y="4159"/>
                </a:moveTo>
                <a:lnTo>
                  <a:pt x="12130" y="6648"/>
                </a:lnTo>
                <a:lnTo>
                  <a:pt x="11343" y="6648"/>
                </a:lnTo>
                <a:lnTo>
                  <a:pt x="11343" y="4159"/>
                </a:lnTo>
                <a:close/>
                <a:moveTo>
                  <a:pt x="1986" y="7467"/>
                </a:moveTo>
                <a:lnTo>
                  <a:pt x="1986" y="9956"/>
                </a:lnTo>
                <a:lnTo>
                  <a:pt x="1104" y="9956"/>
                </a:lnTo>
                <a:lnTo>
                  <a:pt x="1104" y="7467"/>
                </a:lnTo>
                <a:close/>
                <a:moveTo>
                  <a:pt x="3624" y="7467"/>
                </a:moveTo>
                <a:lnTo>
                  <a:pt x="3624" y="9956"/>
                </a:lnTo>
                <a:lnTo>
                  <a:pt x="2805" y="9956"/>
                </a:lnTo>
                <a:lnTo>
                  <a:pt x="2805" y="7467"/>
                </a:lnTo>
                <a:close/>
                <a:moveTo>
                  <a:pt x="11311" y="7467"/>
                </a:moveTo>
                <a:lnTo>
                  <a:pt x="11311" y="9956"/>
                </a:lnTo>
                <a:lnTo>
                  <a:pt x="4443" y="9956"/>
                </a:lnTo>
                <a:lnTo>
                  <a:pt x="4443" y="7467"/>
                </a:lnTo>
                <a:close/>
                <a:moveTo>
                  <a:pt x="2364" y="1"/>
                </a:moveTo>
                <a:cubicBezTo>
                  <a:pt x="1671" y="1"/>
                  <a:pt x="1041" y="379"/>
                  <a:pt x="631" y="914"/>
                </a:cubicBezTo>
                <a:cubicBezTo>
                  <a:pt x="1" y="1828"/>
                  <a:pt x="253" y="3088"/>
                  <a:pt x="1104" y="3718"/>
                </a:cubicBezTo>
                <a:lnTo>
                  <a:pt x="1104" y="6648"/>
                </a:lnTo>
                <a:lnTo>
                  <a:pt x="694" y="6648"/>
                </a:lnTo>
                <a:cubicBezTo>
                  <a:pt x="442" y="6648"/>
                  <a:pt x="284" y="6837"/>
                  <a:pt x="284" y="7058"/>
                </a:cubicBezTo>
                <a:lnTo>
                  <a:pt x="284" y="10366"/>
                </a:lnTo>
                <a:cubicBezTo>
                  <a:pt x="284" y="10618"/>
                  <a:pt x="473" y="10807"/>
                  <a:pt x="694" y="10807"/>
                </a:cubicBezTo>
                <a:lnTo>
                  <a:pt x="11721" y="10807"/>
                </a:lnTo>
                <a:cubicBezTo>
                  <a:pt x="11941" y="10807"/>
                  <a:pt x="12130" y="10618"/>
                  <a:pt x="12130" y="10366"/>
                </a:cubicBezTo>
                <a:lnTo>
                  <a:pt x="12130" y="7499"/>
                </a:lnTo>
                <a:lnTo>
                  <a:pt x="12540" y="7499"/>
                </a:lnTo>
                <a:cubicBezTo>
                  <a:pt x="12760" y="7499"/>
                  <a:pt x="12918" y="7310"/>
                  <a:pt x="12918" y="7058"/>
                </a:cubicBezTo>
                <a:lnTo>
                  <a:pt x="12918" y="3750"/>
                </a:lnTo>
                <a:cubicBezTo>
                  <a:pt x="12918" y="3529"/>
                  <a:pt x="12760" y="3340"/>
                  <a:pt x="12540" y="3340"/>
                </a:cubicBezTo>
                <a:lnTo>
                  <a:pt x="11878" y="3340"/>
                </a:lnTo>
                <a:cubicBezTo>
                  <a:pt x="11091" y="2647"/>
                  <a:pt x="11122" y="1387"/>
                  <a:pt x="11973" y="757"/>
                </a:cubicBezTo>
                <a:cubicBezTo>
                  <a:pt x="12256" y="536"/>
                  <a:pt x="12130" y="64"/>
                  <a:pt x="1178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5" name="Google Shape;10505;p135"/>
          <p:cNvSpPr/>
          <p:nvPr/>
        </p:nvSpPr>
        <p:spPr>
          <a:xfrm>
            <a:off x="3469303" y="2215314"/>
            <a:ext cx="375620" cy="372441"/>
          </a:xfrm>
          <a:custGeom>
            <a:rect b="b" l="l" r="r" t="t"/>
            <a:pathLst>
              <a:path extrusionOk="0" h="12653" w="12761">
                <a:moveTo>
                  <a:pt x="6396" y="866"/>
                </a:moveTo>
                <a:lnTo>
                  <a:pt x="11469" y="3796"/>
                </a:lnTo>
                <a:cubicBezTo>
                  <a:pt x="8759" y="5340"/>
                  <a:pt x="12729" y="3072"/>
                  <a:pt x="6396" y="6695"/>
                </a:cubicBezTo>
                <a:cubicBezTo>
                  <a:pt x="1" y="3072"/>
                  <a:pt x="4097" y="5403"/>
                  <a:pt x="1324" y="3796"/>
                </a:cubicBezTo>
                <a:lnTo>
                  <a:pt x="6396" y="866"/>
                </a:lnTo>
                <a:close/>
                <a:moveTo>
                  <a:pt x="10208" y="5498"/>
                </a:moveTo>
                <a:lnTo>
                  <a:pt x="10208" y="8081"/>
                </a:lnTo>
                <a:cubicBezTo>
                  <a:pt x="10177" y="8207"/>
                  <a:pt x="10051" y="8365"/>
                  <a:pt x="9925" y="8428"/>
                </a:cubicBezTo>
                <a:cubicBezTo>
                  <a:pt x="9312" y="8970"/>
                  <a:pt x="7887" y="9300"/>
                  <a:pt x="6364" y="9300"/>
                </a:cubicBezTo>
                <a:cubicBezTo>
                  <a:pt x="5852" y="9300"/>
                  <a:pt x="5329" y="9263"/>
                  <a:pt x="4821" y="9184"/>
                </a:cubicBezTo>
                <a:cubicBezTo>
                  <a:pt x="4317" y="9121"/>
                  <a:pt x="3718" y="8963"/>
                  <a:pt x="3246" y="8711"/>
                </a:cubicBezTo>
                <a:cubicBezTo>
                  <a:pt x="2994" y="8585"/>
                  <a:pt x="2584" y="8333"/>
                  <a:pt x="2584" y="8050"/>
                </a:cubicBezTo>
                <a:lnTo>
                  <a:pt x="2584" y="5498"/>
                </a:lnTo>
                <a:cubicBezTo>
                  <a:pt x="4412" y="6537"/>
                  <a:pt x="4317" y="6474"/>
                  <a:pt x="6207" y="7545"/>
                </a:cubicBezTo>
                <a:cubicBezTo>
                  <a:pt x="6255" y="7577"/>
                  <a:pt x="6318" y="7593"/>
                  <a:pt x="6385" y="7593"/>
                </a:cubicBezTo>
                <a:cubicBezTo>
                  <a:pt x="6452" y="7593"/>
                  <a:pt x="6522" y="7577"/>
                  <a:pt x="6585" y="7545"/>
                </a:cubicBezTo>
                <a:cubicBezTo>
                  <a:pt x="6617" y="7482"/>
                  <a:pt x="9925" y="5592"/>
                  <a:pt x="10208" y="5498"/>
                </a:cubicBezTo>
                <a:close/>
                <a:moveTo>
                  <a:pt x="6385" y="0"/>
                </a:moveTo>
                <a:cubicBezTo>
                  <a:pt x="6318" y="0"/>
                  <a:pt x="6255" y="16"/>
                  <a:pt x="6207" y="47"/>
                </a:cubicBezTo>
                <a:lnTo>
                  <a:pt x="284" y="3450"/>
                </a:lnTo>
                <a:cubicBezTo>
                  <a:pt x="1" y="3607"/>
                  <a:pt x="1" y="3985"/>
                  <a:pt x="284" y="4143"/>
                </a:cubicBezTo>
                <a:lnTo>
                  <a:pt x="1797" y="4962"/>
                </a:lnTo>
                <a:lnTo>
                  <a:pt x="1797" y="8018"/>
                </a:lnTo>
                <a:cubicBezTo>
                  <a:pt x="1797" y="8711"/>
                  <a:pt x="2458" y="9215"/>
                  <a:pt x="3088" y="9499"/>
                </a:cubicBezTo>
                <a:cubicBezTo>
                  <a:pt x="3994" y="9903"/>
                  <a:pt x="5215" y="10104"/>
                  <a:pt x="6430" y="10104"/>
                </a:cubicBezTo>
                <a:cubicBezTo>
                  <a:pt x="7963" y="10104"/>
                  <a:pt x="9488" y="9785"/>
                  <a:pt x="10366" y="9152"/>
                </a:cubicBezTo>
                <a:cubicBezTo>
                  <a:pt x="10776" y="8869"/>
                  <a:pt x="11091" y="8491"/>
                  <a:pt x="11091" y="8018"/>
                </a:cubicBezTo>
                <a:lnTo>
                  <a:pt x="11091" y="4962"/>
                </a:lnTo>
                <a:lnTo>
                  <a:pt x="11941" y="4490"/>
                </a:lnTo>
                <a:lnTo>
                  <a:pt x="11941" y="12208"/>
                </a:lnTo>
                <a:cubicBezTo>
                  <a:pt x="11941" y="12429"/>
                  <a:pt x="12099" y="12618"/>
                  <a:pt x="12288" y="12649"/>
                </a:cubicBezTo>
                <a:cubicBezTo>
                  <a:pt x="12306" y="12652"/>
                  <a:pt x="12325" y="12653"/>
                  <a:pt x="12343" y="12653"/>
                </a:cubicBezTo>
                <a:cubicBezTo>
                  <a:pt x="12571" y="12653"/>
                  <a:pt x="12760" y="12475"/>
                  <a:pt x="12760" y="12271"/>
                </a:cubicBezTo>
                <a:lnTo>
                  <a:pt x="12760" y="3796"/>
                </a:lnTo>
                <a:cubicBezTo>
                  <a:pt x="12729" y="3639"/>
                  <a:pt x="12666" y="3513"/>
                  <a:pt x="12508" y="3450"/>
                </a:cubicBezTo>
                <a:lnTo>
                  <a:pt x="6585" y="47"/>
                </a:lnTo>
                <a:cubicBezTo>
                  <a:pt x="6522" y="16"/>
                  <a:pt x="6452" y="0"/>
                  <a:pt x="638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6" name="Google Shape;10506;p135"/>
          <p:cNvSpPr/>
          <p:nvPr/>
        </p:nvSpPr>
        <p:spPr>
          <a:xfrm>
            <a:off x="2230466" y="2652012"/>
            <a:ext cx="268977" cy="370969"/>
          </a:xfrm>
          <a:custGeom>
            <a:rect b="b" l="l" r="r" t="t"/>
            <a:pathLst>
              <a:path extrusionOk="0" h="12603" w="9138">
                <a:moveTo>
                  <a:pt x="5420" y="788"/>
                </a:moveTo>
                <a:cubicBezTo>
                  <a:pt x="7026" y="788"/>
                  <a:pt x="8287" y="2080"/>
                  <a:pt x="8287" y="3655"/>
                </a:cubicBezTo>
                <a:lnTo>
                  <a:pt x="8287" y="4978"/>
                </a:lnTo>
                <a:lnTo>
                  <a:pt x="5829" y="4978"/>
                </a:lnTo>
                <a:lnTo>
                  <a:pt x="5829" y="3718"/>
                </a:lnTo>
                <a:cubicBezTo>
                  <a:pt x="5829" y="3151"/>
                  <a:pt x="5451" y="2710"/>
                  <a:pt x="4979" y="2521"/>
                </a:cubicBezTo>
                <a:lnTo>
                  <a:pt x="4979" y="788"/>
                </a:lnTo>
                <a:close/>
                <a:moveTo>
                  <a:pt x="4159" y="882"/>
                </a:moveTo>
                <a:lnTo>
                  <a:pt x="4159" y="2615"/>
                </a:lnTo>
                <a:cubicBezTo>
                  <a:pt x="3687" y="2773"/>
                  <a:pt x="3340" y="3245"/>
                  <a:pt x="3340" y="3781"/>
                </a:cubicBezTo>
                <a:lnTo>
                  <a:pt x="3340" y="5041"/>
                </a:lnTo>
                <a:lnTo>
                  <a:pt x="851" y="5041"/>
                </a:lnTo>
                <a:lnTo>
                  <a:pt x="851" y="3749"/>
                </a:lnTo>
                <a:cubicBezTo>
                  <a:pt x="851" y="2143"/>
                  <a:pt x="2175" y="882"/>
                  <a:pt x="3781" y="882"/>
                </a:cubicBezTo>
                <a:close/>
                <a:moveTo>
                  <a:pt x="4569" y="3308"/>
                </a:moveTo>
                <a:cubicBezTo>
                  <a:pt x="4790" y="3308"/>
                  <a:pt x="4947" y="3497"/>
                  <a:pt x="4947" y="3749"/>
                </a:cubicBezTo>
                <a:lnTo>
                  <a:pt x="4947" y="5388"/>
                </a:lnTo>
                <a:cubicBezTo>
                  <a:pt x="4947" y="5620"/>
                  <a:pt x="4736" y="5830"/>
                  <a:pt x="4504" y="5830"/>
                </a:cubicBezTo>
                <a:cubicBezTo>
                  <a:pt x="4453" y="5830"/>
                  <a:pt x="4400" y="5820"/>
                  <a:pt x="4348" y="5797"/>
                </a:cubicBezTo>
                <a:cubicBezTo>
                  <a:pt x="4191" y="5703"/>
                  <a:pt x="4128" y="5608"/>
                  <a:pt x="4128" y="5388"/>
                </a:cubicBezTo>
                <a:lnTo>
                  <a:pt x="4128" y="3718"/>
                </a:lnTo>
                <a:cubicBezTo>
                  <a:pt x="4159" y="3466"/>
                  <a:pt x="4348" y="3308"/>
                  <a:pt x="4569" y="3308"/>
                </a:cubicBezTo>
                <a:close/>
                <a:moveTo>
                  <a:pt x="8287" y="5797"/>
                </a:moveTo>
                <a:lnTo>
                  <a:pt x="8287" y="8948"/>
                </a:lnTo>
                <a:cubicBezTo>
                  <a:pt x="8287" y="10554"/>
                  <a:pt x="6995" y="11815"/>
                  <a:pt x="5420" y="11815"/>
                </a:cubicBezTo>
                <a:lnTo>
                  <a:pt x="3781" y="11815"/>
                </a:lnTo>
                <a:cubicBezTo>
                  <a:pt x="2143" y="11815"/>
                  <a:pt x="883" y="10523"/>
                  <a:pt x="851" y="8948"/>
                </a:cubicBezTo>
                <a:lnTo>
                  <a:pt x="851" y="5797"/>
                </a:lnTo>
                <a:lnTo>
                  <a:pt x="3403" y="5797"/>
                </a:lnTo>
                <a:cubicBezTo>
                  <a:pt x="3498" y="6018"/>
                  <a:pt x="3655" y="6270"/>
                  <a:pt x="3876" y="6427"/>
                </a:cubicBezTo>
                <a:cubicBezTo>
                  <a:pt x="4098" y="6579"/>
                  <a:pt x="4340" y="6649"/>
                  <a:pt x="4575" y="6649"/>
                </a:cubicBezTo>
                <a:cubicBezTo>
                  <a:pt x="5073" y="6649"/>
                  <a:pt x="5542" y="6332"/>
                  <a:pt x="5735" y="5797"/>
                </a:cubicBezTo>
                <a:close/>
                <a:moveTo>
                  <a:pt x="3750" y="0"/>
                </a:moveTo>
                <a:cubicBezTo>
                  <a:pt x="1702" y="0"/>
                  <a:pt x="1" y="1670"/>
                  <a:pt x="1" y="3718"/>
                </a:cubicBezTo>
                <a:lnTo>
                  <a:pt x="1" y="8885"/>
                </a:lnTo>
                <a:cubicBezTo>
                  <a:pt x="1" y="10932"/>
                  <a:pt x="1639" y="12602"/>
                  <a:pt x="3750" y="12602"/>
                </a:cubicBezTo>
                <a:lnTo>
                  <a:pt x="5388" y="12602"/>
                </a:lnTo>
                <a:cubicBezTo>
                  <a:pt x="7436" y="12602"/>
                  <a:pt x="9137" y="10964"/>
                  <a:pt x="9074" y="8885"/>
                </a:cubicBezTo>
                <a:lnTo>
                  <a:pt x="9074" y="3686"/>
                </a:lnTo>
                <a:cubicBezTo>
                  <a:pt x="9137" y="1670"/>
                  <a:pt x="7467" y="0"/>
                  <a:pt x="538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7" name="Google Shape;10507;p135"/>
          <p:cNvSpPr/>
          <p:nvPr/>
        </p:nvSpPr>
        <p:spPr>
          <a:xfrm>
            <a:off x="2117481" y="3435574"/>
            <a:ext cx="29" cy="29"/>
          </a:xfrm>
          <a:custGeom>
            <a:rect b="b" l="l" r="r" t="t"/>
            <a:pathLst>
              <a:path extrusionOk="0" h="1" w="1">
                <a:moveTo>
                  <a:pt x="1" y="1"/>
                </a:move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508" name="Google Shape;10508;p135"/>
          <p:cNvGrpSpPr/>
          <p:nvPr/>
        </p:nvGrpSpPr>
        <p:grpSpPr>
          <a:xfrm>
            <a:off x="2168150" y="3086053"/>
            <a:ext cx="390426" cy="369586"/>
            <a:chOff x="-39055650" y="2315975"/>
            <a:chExt cx="331600" cy="313900"/>
          </a:xfrm>
        </p:grpSpPr>
        <p:sp>
          <p:nvSpPr>
            <p:cNvPr id="10509" name="Google Shape;10509;p135"/>
            <p:cNvSpPr/>
            <p:nvPr/>
          </p:nvSpPr>
          <p:spPr>
            <a:xfrm>
              <a:off x="-38976900" y="2390225"/>
              <a:ext cx="167775" cy="165825"/>
            </a:xfrm>
            <a:custGeom>
              <a:rect b="b" l="l" r="r" t="t"/>
              <a:pathLst>
                <a:path extrusionOk="0" h="6633" w="6711">
                  <a:moveTo>
                    <a:pt x="3765" y="1"/>
                  </a:moveTo>
                  <a:cubicBezTo>
                    <a:pt x="3655" y="1"/>
                    <a:pt x="3545" y="40"/>
                    <a:pt x="3466" y="119"/>
                  </a:cubicBezTo>
                  <a:cubicBezTo>
                    <a:pt x="3309" y="276"/>
                    <a:pt x="3309" y="560"/>
                    <a:pt x="3466" y="718"/>
                  </a:cubicBezTo>
                  <a:lnTo>
                    <a:pt x="4411" y="1663"/>
                  </a:lnTo>
                  <a:lnTo>
                    <a:pt x="3340" y="2734"/>
                  </a:lnTo>
                  <a:lnTo>
                    <a:pt x="2395" y="1789"/>
                  </a:lnTo>
                  <a:cubicBezTo>
                    <a:pt x="2316" y="1710"/>
                    <a:pt x="2214" y="1671"/>
                    <a:pt x="2111" y="1671"/>
                  </a:cubicBezTo>
                  <a:cubicBezTo>
                    <a:pt x="2009" y="1671"/>
                    <a:pt x="1907" y="1710"/>
                    <a:pt x="1828" y="1789"/>
                  </a:cubicBezTo>
                  <a:cubicBezTo>
                    <a:pt x="1670" y="1946"/>
                    <a:pt x="1670" y="2198"/>
                    <a:pt x="1828" y="2387"/>
                  </a:cubicBezTo>
                  <a:lnTo>
                    <a:pt x="2773" y="3332"/>
                  </a:lnTo>
                  <a:lnTo>
                    <a:pt x="1702" y="4372"/>
                  </a:lnTo>
                  <a:lnTo>
                    <a:pt x="757" y="3427"/>
                  </a:lnTo>
                  <a:cubicBezTo>
                    <a:pt x="678" y="3348"/>
                    <a:pt x="568" y="3309"/>
                    <a:pt x="457" y="3309"/>
                  </a:cubicBezTo>
                  <a:cubicBezTo>
                    <a:pt x="347" y="3309"/>
                    <a:pt x="237" y="3348"/>
                    <a:pt x="158" y="3427"/>
                  </a:cubicBezTo>
                  <a:cubicBezTo>
                    <a:pt x="1" y="3584"/>
                    <a:pt x="1" y="3868"/>
                    <a:pt x="158" y="4026"/>
                  </a:cubicBezTo>
                  <a:lnTo>
                    <a:pt x="1103" y="4971"/>
                  </a:lnTo>
                  <a:lnTo>
                    <a:pt x="977" y="5097"/>
                  </a:lnTo>
                  <a:cubicBezTo>
                    <a:pt x="820" y="5254"/>
                    <a:pt x="820" y="5538"/>
                    <a:pt x="977" y="5695"/>
                  </a:cubicBezTo>
                  <a:cubicBezTo>
                    <a:pt x="1056" y="5774"/>
                    <a:pt x="1166" y="5813"/>
                    <a:pt x="1276" y="5813"/>
                  </a:cubicBezTo>
                  <a:cubicBezTo>
                    <a:pt x="1387" y="5813"/>
                    <a:pt x="1497" y="5774"/>
                    <a:pt x="1576" y="5695"/>
                  </a:cubicBezTo>
                  <a:lnTo>
                    <a:pt x="1702" y="5569"/>
                  </a:lnTo>
                  <a:lnTo>
                    <a:pt x="2647" y="6514"/>
                  </a:lnTo>
                  <a:cubicBezTo>
                    <a:pt x="2726" y="6593"/>
                    <a:pt x="2836" y="6633"/>
                    <a:pt x="2946" y="6633"/>
                  </a:cubicBezTo>
                  <a:cubicBezTo>
                    <a:pt x="3057" y="6633"/>
                    <a:pt x="3167" y="6593"/>
                    <a:pt x="3246" y="6514"/>
                  </a:cubicBezTo>
                  <a:cubicBezTo>
                    <a:pt x="3403" y="6357"/>
                    <a:pt x="3403" y="6073"/>
                    <a:pt x="3246" y="5916"/>
                  </a:cubicBezTo>
                  <a:lnTo>
                    <a:pt x="2300" y="4971"/>
                  </a:lnTo>
                  <a:lnTo>
                    <a:pt x="3340" y="3899"/>
                  </a:lnTo>
                  <a:lnTo>
                    <a:pt x="4285" y="4845"/>
                  </a:lnTo>
                  <a:cubicBezTo>
                    <a:pt x="4364" y="4923"/>
                    <a:pt x="4474" y="4963"/>
                    <a:pt x="4585" y="4963"/>
                  </a:cubicBezTo>
                  <a:cubicBezTo>
                    <a:pt x="4695" y="4963"/>
                    <a:pt x="4805" y="4923"/>
                    <a:pt x="4884" y="4845"/>
                  </a:cubicBezTo>
                  <a:cubicBezTo>
                    <a:pt x="5041" y="4687"/>
                    <a:pt x="5041" y="4435"/>
                    <a:pt x="4884" y="4278"/>
                  </a:cubicBezTo>
                  <a:lnTo>
                    <a:pt x="3939" y="3332"/>
                  </a:lnTo>
                  <a:lnTo>
                    <a:pt x="5010" y="2261"/>
                  </a:lnTo>
                  <a:lnTo>
                    <a:pt x="5955" y="3206"/>
                  </a:lnTo>
                  <a:cubicBezTo>
                    <a:pt x="6034" y="3285"/>
                    <a:pt x="6144" y="3325"/>
                    <a:pt x="6254" y="3325"/>
                  </a:cubicBezTo>
                  <a:cubicBezTo>
                    <a:pt x="6365" y="3325"/>
                    <a:pt x="6475" y="3285"/>
                    <a:pt x="6554" y="3206"/>
                  </a:cubicBezTo>
                  <a:cubicBezTo>
                    <a:pt x="6711" y="3049"/>
                    <a:pt x="6711" y="2765"/>
                    <a:pt x="6554" y="2608"/>
                  </a:cubicBezTo>
                  <a:lnTo>
                    <a:pt x="5608" y="1663"/>
                  </a:lnTo>
                  <a:lnTo>
                    <a:pt x="5703" y="1537"/>
                  </a:lnTo>
                  <a:cubicBezTo>
                    <a:pt x="5860" y="1379"/>
                    <a:pt x="5860" y="1127"/>
                    <a:pt x="5703" y="970"/>
                  </a:cubicBezTo>
                  <a:cubicBezTo>
                    <a:pt x="5624" y="891"/>
                    <a:pt x="5522" y="851"/>
                    <a:pt x="5419" y="851"/>
                  </a:cubicBezTo>
                  <a:cubicBezTo>
                    <a:pt x="5317" y="851"/>
                    <a:pt x="5215" y="891"/>
                    <a:pt x="5136" y="970"/>
                  </a:cubicBezTo>
                  <a:lnTo>
                    <a:pt x="5010" y="1064"/>
                  </a:lnTo>
                  <a:lnTo>
                    <a:pt x="4065" y="119"/>
                  </a:lnTo>
                  <a:cubicBezTo>
                    <a:pt x="3986" y="40"/>
                    <a:pt x="3876" y="1"/>
                    <a:pt x="37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0" name="Google Shape;10510;p135"/>
            <p:cNvSpPr/>
            <p:nvPr/>
          </p:nvSpPr>
          <p:spPr>
            <a:xfrm>
              <a:off x="-39055650" y="2315975"/>
              <a:ext cx="331600" cy="313900"/>
            </a:xfrm>
            <a:custGeom>
              <a:rect b="b" l="l" r="r" t="t"/>
              <a:pathLst>
                <a:path extrusionOk="0" h="12556" w="13264">
                  <a:moveTo>
                    <a:pt x="9083" y="792"/>
                  </a:moveTo>
                  <a:cubicBezTo>
                    <a:pt x="9988" y="792"/>
                    <a:pt x="10673" y="917"/>
                    <a:pt x="11121" y="1041"/>
                  </a:cubicBezTo>
                  <a:cubicBezTo>
                    <a:pt x="11216" y="1073"/>
                    <a:pt x="11373" y="1167"/>
                    <a:pt x="11499" y="1199"/>
                  </a:cubicBezTo>
                  <a:lnTo>
                    <a:pt x="11625" y="1325"/>
                  </a:lnTo>
                  <a:cubicBezTo>
                    <a:pt x="11814" y="1608"/>
                    <a:pt x="11909" y="2144"/>
                    <a:pt x="11940" y="2459"/>
                  </a:cubicBezTo>
                  <a:cubicBezTo>
                    <a:pt x="12003" y="3152"/>
                    <a:pt x="12003" y="3845"/>
                    <a:pt x="11972" y="4475"/>
                  </a:cubicBezTo>
                  <a:lnTo>
                    <a:pt x="8317" y="821"/>
                  </a:lnTo>
                  <a:cubicBezTo>
                    <a:pt x="8588" y="801"/>
                    <a:pt x="8843" y="792"/>
                    <a:pt x="9083" y="792"/>
                  </a:cubicBezTo>
                  <a:close/>
                  <a:moveTo>
                    <a:pt x="7246" y="978"/>
                  </a:moveTo>
                  <a:lnTo>
                    <a:pt x="11814" y="5546"/>
                  </a:lnTo>
                  <a:cubicBezTo>
                    <a:pt x="11184" y="8728"/>
                    <a:pt x="9136" y="11028"/>
                    <a:pt x="5797" y="11595"/>
                  </a:cubicBezTo>
                  <a:lnTo>
                    <a:pt x="1229" y="7027"/>
                  </a:lnTo>
                  <a:cubicBezTo>
                    <a:pt x="1890" y="3845"/>
                    <a:pt x="3907" y="1608"/>
                    <a:pt x="7246" y="978"/>
                  </a:cubicBezTo>
                  <a:close/>
                  <a:moveTo>
                    <a:pt x="1071" y="8004"/>
                  </a:moveTo>
                  <a:lnTo>
                    <a:pt x="4726" y="11690"/>
                  </a:lnTo>
                  <a:cubicBezTo>
                    <a:pt x="4391" y="11722"/>
                    <a:pt x="4083" y="11736"/>
                    <a:pt x="3800" y="11736"/>
                  </a:cubicBezTo>
                  <a:cubicBezTo>
                    <a:pt x="2431" y="11736"/>
                    <a:pt x="1669" y="11411"/>
                    <a:pt x="1512" y="11280"/>
                  </a:cubicBezTo>
                  <a:cubicBezTo>
                    <a:pt x="1229" y="11028"/>
                    <a:pt x="914" y="9799"/>
                    <a:pt x="1071" y="8004"/>
                  </a:cubicBezTo>
                  <a:close/>
                  <a:moveTo>
                    <a:pt x="9132" y="0"/>
                  </a:moveTo>
                  <a:cubicBezTo>
                    <a:pt x="8355" y="0"/>
                    <a:pt x="7508" y="77"/>
                    <a:pt x="6742" y="222"/>
                  </a:cubicBezTo>
                  <a:cubicBezTo>
                    <a:pt x="5482" y="506"/>
                    <a:pt x="4411" y="978"/>
                    <a:pt x="3560" y="1640"/>
                  </a:cubicBezTo>
                  <a:cubicBezTo>
                    <a:pt x="1764" y="2931"/>
                    <a:pt x="756" y="4948"/>
                    <a:pt x="347" y="7090"/>
                  </a:cubicBezTo>
                  <a:lnTo>
                    <a:pt x="347" y="7122"/>
                  </a:lnTo>
                  <a:cubicBezTo>
                    <a:pt x="0" y="9012"/>
                    <a:pt x="189" y="10934"/>
                    <a:pt x="756" y="11721"/>
                  </a:cubicBezTo>
                  <a:cubicBezTo>
                    <a:pt x="882" y="11879"/>
                    <a:pt x="945" y="11942"/>
                    <a:pt x="1103" y="12036"/>
                  </a:cubicBezTo>
                  <a:cubicBezTo>
                    <a:pt x="1678" y="12389"/>
                    <a:pt x="2725" y="12556"/>
                    <a:pt x="3868" y="12556"/>
                  </a:cubicBezTo>
                  <a:cubicBezTo>
                    <a:pt x="4664" y="12556"/>
                    <a:pt x="5506" y="12475"/>
                    <a:pt x="6270" y="12320"/>
                  </a:cubicBezTo>
                  <a:cubicBezTo>
                    <a:pt x="8380" y="11879"/>
                    <a:pt x="9956" y="10776"/>
                    <a:pt x="11058" y="9295"/>
                  </a:cubicBezTo>
                  <a:cubicBezTo>
                    <a:pt x="13264" y="6302"/>
                    <a:pt x="13075" y="2018"/>
                    <a:pt x="12255" y="852"/>
                  </a:cubicBezTo>
                  <a:cubicBezTo>
                    <a:pt x="12129" y="695"/>
                    <a:pt x="11972" y="537"/>
                    <a:pt x="11657" y="411"/>
                  </a:cubicBezTo>
                  <a:cubicBezTo>
                    <a:pt x="11279" y="222"/>
                    <a:pt x="10712" y="159"/>
                    <a:pt x="10271" y="64"/>
                  </a:cubicBezTo>
                  <a:cubicBezTo>
                    <a:pt x="9925" y="21"/>
                    <a:pt x="9538" y="0"/>
                    <a:pt x="913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11" name="Google Shape;10511;p135"/>
          <p:cNvSpPr/>
          <p:nvPr/>
        </p:nvSpPr>
        <p:spPr>
          <a:xfrm>
            <a:off x="2174857" y="3604055"/>
            <a:ext cx="374649" cy="318104"/>
          </a:xfrm>
          <a:custGeom>
            <a:rect b="b" l="l" r="r" t="t"/>
            <a:pathLst>
              <a:path extrusionOk="0" h="10807" w="12728">
                <a:moveTo>
                  <a:pt x="11877" y="819"/>
                </a:moveTo>
                <a:lnTo>
                  <a:pt x="11877" y="2489"/>
                </a:lnTo>
                <a:lnTo>
                  <a:pt x="851" y="2489"/>
                </a:lnTo>
                <a:lnTo>
                  <a:pt x="851" y="819"/>
                </a:lnTo>
                <a:close/>
                <a:moveTo>
                  <a:pt x="3340" y="3308"/>
                </a:moveTo>
                <a:lnTo>
                  <a:pt x="3340" y="6616"/>
                </a:lnTo>
                <a:lnTo>
                  <a:pt x="2520" y="6616"/>
                </a:lnTo>
                <a:lnTo>
                  <a:pt x="2520" y="3308"/>
                </a:lnTo>
                <a:close/>
                <a:moveTo>
                  <a:pt x="6648" y="3308"/>
                </a:moveTo>
                <a:lnTo>
                  <a:pt x="6648" y="6616"/>
                </a:lnTo>
                <a:lnTo>
                  <a:pt x="5828" y="6616"/>
                </a:lnTo>
                <a:lnTo>
                  <a:pt x="5828" y="3308"/>
                </a:lnTo>
                <a:close/>
                <a:moveTo>
                  <a:pt x="10239" y="3308"/>
                </a:moveTo>
                <a:lnTo>
                  <a:pt x="10239" y="6616"/>
                </a:lnTo>
                <a:lnTo>
                  <a:pt x="9420" y="6616"/>
                </a:lnTo>
                <a:lnTo>
                  <a:pt x="9420" y="3308"/>
                </a:lnTo>
                <a:close/>
                <a:moveTo>
                  <a:pt x="1701" y="3308"/>
                </a:moveTo>
                <a:lnTo>
                  <a:pt x="1701" y="7026"/>
                </a:lnTo>
                <a:cubicBezTo>
                  <a:pt x="1701" y="7246"/>
                  <a:pt x="1890" y="7435"/>
                  <a:pt x="2111" y="7435"/>
                </a:cubicBezTo>
                <a:lnTo>
                  <a:pt x="2552" y="7435"/>
                </a:lnTo>
                <a:lnTo>
                  <a:pt x="2552" y="9924"/>
                </a:lnTo>
                <a:lnTo>
                  <a:pt x="851" y="9924"/>
                </a:lnTo>
                <a:lnTo>
                  <a:pt x="851" y="3308"/>
                </a:lnTo>
                <a:close/>
                <a:moveTo>
                  <a:pt x="5009" y="3308"/>
                </a:moveTo>
                <a:lnTo>
                  <a:pt x="5009" y="7026"/>
                </a:lnTo>
                <a:cubicBezTo>
                  <a:pt x="5009" y="7246"/>
                  <a:pt x="5198" y="7435"/>
                  <a:pt x="5387" y="7435"/>
                </a:cubicBezTo>
                <a:lnTo>
                  <a:pt x="5828" y="7435"/>
                </a:lnTo>
                <a:lnTo>
                  <a:pt x="5828" y="9924"/>
                </a:lnTo>
                <a:lnTo>
                  <a:pt x="3340" y="9924"/>
                </a:lnTo>
                <a:lnTo>
                  <a:pt x="3340" y="7435"/>
                </a:lnTo>
                <a:lnTo>
                  <a:pt x="3781" y="7435"/>
                </a:lnTo>
                <a:cubicBezTo>
                  <a:pt x="4001" y="7435"/>
                  <a:pt x="4159" y="7246"/>
                  <a:pt x="4159" y="7026"/>
                </a:cubicBezTo>
                <a:lnTo>
                  <a:pt x="4159" y="3308"/>
                </a:lnTo>
                <a:close/>
                <a:moveTo>
                  <a:pt x="8569" y="3308"/>
                </a:moveTo>
                <a:lnTo>
                  <a:pt x="8569" y="7026"/>
                </a:lnTo>
                <a:cubicBezTo>
                  <a:pt x="8569" y="7246"/>
                  <a:pt x="8790" y="7435"/>
                  <a:pt x="9010" y="7435"/>
                </a:cubicBezTo>
                <a:lnTo>
                  <a:pt x="9452" y="7435"/>
                </a:lnTo>
                <a:lnTo>
                  <a:pt x="9452" y="9924"/>
                </a:lnTo>
                <a:lnTo>
                  <a:pt x="6648" y="9924"/>
                </a:lnTo>
                <a:lnTo>
                  <a:pt x="6648" y="7435"/>
                </a:lnTo>
                <a:lnTo>
                  <a:pt x="7089" y="7435"/>
                </a:lnTo>
                <a:cubicBezTo>
                  <a:pt x="7309" y="7435"/>
                  <a:pt x="7467" y="7246"/>
                  <a:pt x="7467" y="7026"/>
                </a:cubicBezTo>
                <a:lnTo>
                  <a:pt x="7467" y="3308"/>
                </a:lnTo>
                <a:close/>
                <a:moveTo>
                  <a:pt x="11940" y="3308"/>
                </a:moveTo>
                <a:lnTo>
                  <a:pt x="11940" y="9924"/>
                </a:lnTo>
                <a:lnTo>
                  <a:pt x="10239" y="9924"/>
                </a:lnTo>
                <a:lnTo>
                  <a:pt x="10239" y="7435"/>
                </a:lnTo>
                <a:lnTo>
                  <a:pt x="10680" y="7435"/>
                </a:lnTo>
                <a:cubicBezTo>
                  <a:pt x="10901" y="7435"/>
                  <a:pt x="11090" y="7246"/>
                  <a:pt x="11090" y="7026"/>
                </a:cubicBezTo>
                <a:lnTo>
                  <a:pt x="11090" y="3308"/>
                </a:lnTo>
                <a:close/>
                <a:moveTo>
                  <a:pt x="441" y="0"/>
                </a:moveTo>
                <a:cubicBezTo>
                  <a:pt x="189" y="0"/>
                  <a:pt x="0" y="189"/>
                  <a:pt x="0" y="441"/>
                </a:cubicBezTo>
                <a:lnTo>
                  <a:pt x="0" y="10365"/>
                </a:lnTo>
                <a:cubicBezTo>
                  <a:pt x="0" y="10586"/>
                  <a:pt x="189" y="10806"/>
                  <a:pt x="441" y="10806"/>
                </a:cubicBezTo>
                <a:lnTo>
                  <a:pt x="12287" y="10806"/>
                </a:lnTo>
                <a:cubicBezTo>
                  <a:pt x="12508" y="10806"/>
                  <a:pt x="12728" y="10586"/>
                  <a:pt x="12728" y="10365"/>
                </a:cubicBezTo>
                <a:lnTo>
                  <a:pt x="12728" y="2930"/>
                </a:lnTo>
                <a:lnTo>
                  <a:pt x="12728" y="441"/>
                </a:lnTo>
                <a:cubicBezTo>
                  <a:pt x="12728" y="189"/>
                  <a:pt x="12508" y="0"/>
                  <a:pt x="1228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2" name="Google Shape;10512;p135"/>
          <p:cNvSpPr/>
          <p:nvPr/>
        </p:nvSpPr>
        <p:spPr>
          <a:xfrm>
            <a:off x="3995440" y="3071387"/>
            <a:ext cx="290288" cy="375355"/>
          </a:xfrm>
          <a:custGeom>
            <a:rect b="b" l="l" r="r" t="t"/>
            <a:pathLst>
              <a:path extrusionOk="0" h="12752" w="9862">
                <a:moveTo>
                  <a:pt x="2395" y="1001"/>
                </a:moveTo>
                <a:lnTo>
                  <a:pt x="5042" y="3552"/>
                </a:lnTo>
                <a:lnTo>
                  <a:pt x="3971" y="4655"/>
                </a:lnTo>
                <a:lnTo>
                  <a:pt x="1356" y="2103"/>
                </a:lnTo>
                <a:lnTo>
                  <a:pt x="2395" y="1001"/>
                </a:lnTo>
                <a:close/>
                <a:moveTo>
                  <a:pt x="5640" y="4151"/>
                </a:moveTo>
                <a:lnTo>
                  <a:pt x="6302" y="4781"/>
                </a:lnTo>
                <a:lnTo>
                  <a:pt x="5231" y="5884"/>
                </a:lnTo>
                <a:lnTo>
                  <a:pt x="4569" y="5254"/>
                </a:lnTo>
                <a:lnTo>
                  <a:pt x="5640" y="4151"/>
                </a:lnTo>
                <a:close/>
                <a:moveTo>
                  <a:pt x="4443" y="8562"/>
                </a:moveTo>
                <a:cubicBezTo>
                  <a:pt x="4664" y="8562"/>
                  <a:pt x="4821" y="8688"/>
                  <a:pt x="4853" y="8845"/>
                </a:cubicBezTo>
                <a:cubicBezTo>
                  <a:pt x="4884" y="8908"/>
                  <a:pt x="4853" y="8877"/>
                  <a:pt x="4884" y="9790"/>
                </a:cubicBezTo>
                <a:lnTo>
                  <a:pt x="4884" y="10200"/>
                </a:lnTo>
                <a:lnTo>
                  <a:pt x="4065" y="10200"/>
                </a:lnTo>
                <a:lnTo>
                  <a:pt x="4065" y="9003"/>
                </a:lnTo>
                <a:cubicBezTo>
                  <a:pt x="4065" y="8751"/>
                  <a:pt x="4254" y="8562"/>
                  <a:pt x="4443" y="8562"/>
                </a:cubicBezTo>
                <a:close/>
                <a:moveTo>
                  <a:pt x="7814" y="10956"/>
                </a:moveTo>
                <a:cubicBezTo>
                  <a:pt x="8035" y="10956"/>
                  <a:pt x="8224" y="11145"/>
                  <a:pt x="8224" y="11366"/>
                </a:cubicBezTo>
                <a:lnTo>
                  <a:pt x="8224" y="11744"/>
                </a:lnTo>
                <a:lnTo>
                  <a:pt x="789" y="11870"/>
                </a:lnTo>
                <a:lnTo>
                  <a:pt x="789" y="11460"/>
                </a:lnTo>
                <a:cubicBezTo>
                  <a:pt x="789" y="11271"/>
                  <a:pt x="915" y="11114"/>
                  <a:pt x="1072" y="11082"/>
                </a:cubicBezTo>
                <a:cubicBezTo>
                  <a:pt x="1104" y="11066"/>
                  <a:pt x="1072" y="11066"/>
                  <a:pt x="1371" y="11066"/>
                </a:cubicBezTo>
                <a:cubicBezTo>
                  <a:pt x="1671" y="11066"/>
                  <a:pt x="2301" y="11066"/>
                  <a:pt x="3656" y="11051"/>
                </a:cubicBezTo>
                <a:cubicBezTo>
                  <a:pt x="3719" y="11051"/>
                  <a:pt x="5357" y="10988"/>
                  <a:pt x="5325" y="10988"/>
                </a:cubicBezTo>
                <a:cubicBezTo>
                  <a:pt x="5483" y="10988"/>
                  <a:pt x="7121" y="10956"/>
                  <a:pt x="7814" y="10956"/>
                </a:cubicBezTo>
                <a:close/>
                <a:moveTo>
                  <a:pt x="2427" y="0"/>
                </a:moveTo>
                <a:cubicBezTo>
                  <a:pt x="2324" y="0"/>
                  <a:pt x="2222" y="40"/>
                  <a:pt x="2143" y="118"/>
                </a:cubicBezTo>
                <a:lnTo>
                  <a:pt x="505" y="1820"/>
                </a:lnTo>
                <a:cubicBezTo>
                  <a:pt x="348" y="1977"/>
                  <a:pt x="348" y="2261"/>
                  <a:pt x="505" y="2418"/>
                </a:cubicBezTo>
                <a:lnTo>
                  <a:pt x="1608" y="3458"/>
                </a:lnTo>
                <a:cubicBezTo>
                  <a:pt x="726" y="4624"/>
                  <a:pt x="505" y="6104"/>
                  <a:pt x="946" y="7396"/>
                </a:cubicBezTo>
                <a:cubicBezTo>
                  <a:pt x="1356" y="8499"/>
                  <a:pt x="2175" y="9412"/>
                  <a:pt x="3277" y="9885"/>
                </a:cubicBezTo>
                <a:lnTo>
                  <a:pt x="3277" y="10263"/>
                </a:lnTo>
                <a:lnTo>
                  <a:pt x="1230" y="10294"/>
                </a:lnTo>
                <a:cubicBezTo>
                  <a:pt x="568" y="10294"/>
                  <a:pt x="1" y="10862"/>
                  <a:pt x="1" y="11555"/>
                </a:cubicBezTo>
                <a:lnTo>
                  <a:pt x="1" y="12374"/>
                </a:lnTo>
                <a:cubicBezTo>
                  <a:pt x="1" y="12594"/>
                  <a:pt x="222" y="12752"/>
                  <a:pt x="442" y="12752"/>
                </a:cubicBezTo>
                <a:lnTo>
                  <a:pt x="8728" y="12657"/>
                </a:lnTo>
                <a:cubicBezTo>
                  <a:pt x="8948" y="12657"/>
                  <a:pt x="9106" y="12437"/>
                  <a:pt x="9106" y="12216"/>
                </a:cubicBezTo>
                <a:lnTo>
                  <a:pt x="9106" y="11397"/>
                </a:lnTo>
                <a:cubicBezTo>
                  <a:pt x="9106" y="10704"/>
                  <a:pt x="8507" y="10168"/>
                  <a:pt x="7846" y="10168"/>
                </a:cubicBezTo>
                <a:lnTo>
                  <a:pt x="5798" y="10200"/>
                </a:lnTo>
                <a:lnTo>
                  <a:pt x="5798" y="10137"/>
                </a:lnTo>
                <a:cubicBezTo>
                  <a:pt x="7153" y="9853"/>
                  <a:pt x="8255" y="8908"/>
                  <a:pt x="8759" y="7680"/>
                </a:cubicBezTo>
                <a:lnTo>
                  <a:pt x="9452" y="7680"/>
                </a:lnTo>
                <a:cubicBezTo>
                  <a:pt x="9704" y="7680"/>
                  <a:pt x="9862" y="7491"/>
                  <a:pt x="9862" y="7270"/>
                </a:cubicBezTo>
                <a:cubicBezTo>
                  <a:pt x="9799" y="6986"/>
                  <a:pt x="9610" y="6797"/>
                  <a:pt x="9389" y="6797"/>
                </a:cubicBezTo>
                <a:lnTo>
                  <a:pt x="6901" y="6829"/>
                </a:lnTo>
                <a:cubicBezTo>
                  <a:pt x="6649" y="6829"/>
                  <a:pt x="6491" y="7018"/>
                  <a:pt x="6491" y="7270"/>
                </a:cubicBezTo>
                <a:cubicBezTo>
                  <a:pt x="6491" y="7491"/>
                  <a:pt x="6712" y="7648"/>
                  <a:pt x="6932" y="7648"/>
                </a:cubicBezTo>
                <a:lnTo>
                  <a:pt x="7751" y="7648"/>
                </a:lnTo>
                <a:cubicBezTo>
                  <a:pt x="7342" y="8436"/>
                  <a:pt x="6586" y="9003"/>
                  <a:pt x="5703" y="9223"/>
                </a:cubicBezTo>
                <a:lnTo>
                  <a:pt x="5703" y="8908"/>
                </a:lnTo>
                <a:cubicBezTo>
                  <a:pt x="5703" y="8341"/>
                  <a:pt x="5357" y="7900"/>
                  <a:pt x="4821" y="7711"/>
                </a:cubicBezTo>
                <a:cubicBezTo>
                  <a:pt x="4709" y="7680"/>
                  <a:pt x="4598" y="7665"/>
                  <a:pt x="4488" y="7665"/>
                </a:cubicBezTo>
                <a:cubicBezTo>
                  <a:pt x="3826" y="7665"/>
                  <a:pt x="3246" y="8205"/>
                  <a:pt x="3246" y="8908"/>
                </a:cubicBezTo>
                <a:cubicBezTo>
                  <a:pt x="1450" y="7932"/>
                  <a:pt x="1041" y="5569"/>
                  <a:pt x="2206" y="4025"/>
                </a:cubicBezTo>
                <a:lnTo>
                  <a:pt x="2206" y="4025"/>
                </a:lnTo>
                <a:lnTo>
                  <a:pt x="5010" y="6734"/>
                </a:lnTo>
                <a:cubicBezTo>
                  <a:pt x="5089" y="6813"/>
                  <a:pt x="5199" y="6853"/>
                  <a:pt x="5310" y="6853"/>
                </a:cubicBezTo>
                <a:cubicBezTo>
                  <a:pt x="5420" y="6853"/>
                  <a:pt x="5530" y="6813"/>
                  <a:pt x="5609" y="6734"/>
                </a:cubicBezTo>
                <a:lnTo>
                  <a:pt x="7216" y="5033"/>
                </a:lnTo>
                <a:cubicBezTo>
                  <a:pt x="7373" y="4876"/>
                  <a:pt x="7373" y="4624"/>
                  <a:pt x="7216" y="4466"/>
                </a:cubicBezTo>
                <a:lnTo>
                  <a:pt x="5955" y="3237"/>
                </a:lnTo>
                <a:lnTo>
                  <a:pt x="2710" y="118"/>
                </a:lnTo>
                <a:cubicBezTo>
                  <a:pt x="2632" y="40"/>
                  <a:pt x="2529" y="0"/>
                  <a:pt x="242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513" name="Google Shape;10513;p135"/>
          <p:cNvGrpSpPr/>
          <p:nvPr/>
        </p:nvGrpSpPr>
        <p:grpSpPr>
          <a:xfrm>
            <a:off x="1659816" y="1308254"/>
            <a:ext cx="380241" cy="371793"/>
            <a:chOff x="-42430625" y="1949750"/>
            <a:chExt cx="322950" cy="315775"/>
          </a:xfrm>
        </p:grpSpPr>
        <p:sp>
          <p:nvSpPr>
            <p:cNvPr id="10514" name="Google Shape;10514;p135"/>
            <p:cNvSpPr/>
            <p:nvPr/>
          </p:nvSpPr>
          <p:spPr>
            <a:xfrm>
              <a:off x="-42353450" y="2065525"/>
              <a:ext cx="40975" cy="41000"/>
            </a:xfrm>
            <a:custGeom>
              <a:rect b="b" l="l" r="r" t="t"/>
              <a:pathLst>
                <a:path extrusionOk="0" h="1640" w="1639">
                  <a:moveTo>
                    <a:pt x="820" y="1"/>
                  </a:moveTo>
                  <a:cubicBezTo>
                    <a:pt x="379" y="1"/>
                    <a:pt x="1" y="379"/>
                    <a:pt x="1" y="820"/>
                  </a:cubicBezTo>
                  <a:cubicBezTo>
                    <a:pt x="1" y="1293"/>
                    <a:pt x="379"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5" name="Google Shape;10515;p135"/>
            <p:cNvSpPr/>
            <p:nvPr/>
          </p:nvSpPr>
          <p:spPr>
            <a:xfrm>
              <a:off x="-42289650" y="2065525"/>
              <a:ext cx="40975" cy="41000"/>
            </a:xfrm>
            <a:custGeom>
              <a:rect b="b" l="l" r="r" t="t"/>
              <a:pathLst>
                <a:path extrusionOk="0" h="1640" w="1639">
                  <a:moveTo>
                    <a:pt x="820" y="1"/>
                  </a:moveTo>
                  <a:cubicBezTo>
                    <a:pt x="379" y="1"/>
                    <a:pt x="1" y="379"/>
                    <a:pt x="1" y="820"/>
                  </a:cubicBezTo>
                  <a:cubicBezTo>
                    <a:pt x="1" y="1293"/>
                    <a:pt x="379" y="1639"/>
                    <a:pt x="820" y="1639"/>
                  </a:cubicBezTo>
                  <a:cubicBezTo>
                    <a:pt x="1292" y="1639"/>
                    <a:pt x="1639" y="1293"/>
                    <a:pt x="1639" y="820"/>
                  </a:cubicBezTo>
                  <a:cubicBezTo>
                    <a:pt x="1639" y="379"/>
                    <a:pt x="1292" y="1"/>
                    <a:pt x="82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6" name="Google Shape;10516;p135"/>
            <p:cNvSpPr/>
            <p:nvPr/>
          </p:nvSpPr>
          <p:spPr>
            <a:xfrm>
              <a:off x="-42226625" y="2065525"/>
              <a:ext cx="40975" cy="41000"/>
            </a:xfrm>
            <a:custGeom>
              <a:rect b="b" l="l" r="r" t="t"/>
              <a:pathLst>
                <a:path extrusionOk="0" h="1640" w="1639">
                  <a:moveTo>
                    <a:pt x="819" y="1"/>
                  </a:moveTo>
                  <a:cubicBezTo>
                    <a:pt x="378" y="1"/>
                    <a:pt x="0" y="379"/>
                    <a:pt x="0" y="820"/>
                  </a:cubicBezTo>
                  <a:cubicBezTo>
                    <a:pt x="0" y="1293"/>
                    <a:pt x="378" y="1639"/>
                    <a:pt x="819" y="1639"/>
                  </a:cubicBezTo>
                  <a:cubicBezTo>
                    <a:pt x="1292" y="1639"/>
                    <a:pt x="1638" y="1293"/>
                    <a:pt x="1638" y="820"/>
                  </a:cubicBezTo>
                  <a:cubicBezTo>
                    <a:pt x="1638" y="379"/>
                    <a:pt x="1292" y="1"/>
                    <a:pt x="81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7" name="Google Shape;10517;p135"/>
            <p:cNvSpPr/>
            <p:nvPr/>
          </p:nvSpPr>
          <p:spPr>
            <a:xfrm>
              <a:off x="-42430625" y="1949750"/>
              <a:ext cx="322950" cy="315775"/>
            </a:xfrm>
            <a:custGeom>
              <a:rect b="b" l="l" r="r" t="t"/>
              <a:pathLst>
                <a:path extrusionOk="0" h="12631" w="12918">
                  <a:moveTo>
                    <a:pt x="6427" y="757"/>
                  </a:moveTo>
                  <a:cubicBezTo>
                    <a:pt x="8790" y="757"/>
                    <a:pt x="10712" y="2017"/>
                    <a:pt x="11500" y="3655"/>
                  </a:cubicBezTo>
                  <a:cubicBezTo>
                    <a:pt x="12098" y="4821"/>
                    <a:pt x="12098" y="6081"/>
                    <a:pt x="11500" y="7215"/>
                  </a:cubicBezTo>
                  <a:cubicBezTo>
                    <a:pt x="10679" y="8857"/>
                    <a:pt x="8789" y="10067"/>
                    <a:pt x="6472" y="10067"/>
                  </a:cubicBezTo>
                  <a:cubicBezTo>
                    <a:pt x="6210" y="10067"/>
                    <a:pt x="5943" y="10051"/>
                    <a:pt x="5671" y="10019"/>
                  </a:cubicBezTo>
                  <a:cubicBezTo>
                    <a:pt x="5545" y="10019"/>
                    <a:pt x="5451" y="10051"/>
                    <a:pt x="5325" y="10145"/>
                  </a:cubicBezTo>
                  <a:lnTo>
                    <a:pt x="4285" y="11153"/>
                  </a:lnTo>
                  <a:lnTo>
                    <a:pt x="4285" y="9988"/>
                  </a:lnTo>
                  <a:cubicBezTo>
                    <a:pt x="4285" y="9830"/>
                    <a:pt x="4190" y="9673"/>
                    <a:pt x="4033" y="9578"/>
                  </a:cubicBezTo>
                  <a:cubicBezTo>
                    <a:pt x="3088" y="9200"/>
                    <a:pt x="2300" y="8602"/>
                    <a:pt x="1796" y="7908"/>
                  </a:cubicBezTo>
                  <a:cubicBezTo>
                    <a:pt x="0" y="5577"/>
                    <a:pt x="1071" y="2458"/>
                    <a:pt x="4033" y="1229"/>
                  </a:cubicBezTo>
                  <a:cubicBezTo>
                    <a:pt x="4726" y="914"/>
                    <a:pt x="5545" y="757"/>
                    <a:pt x="6427" y="757"/>
                  </a:cubicBezTo>
                  <a:close/>
                  <a:moveTo>
                    <a:pt x="6427" y="1"/>
                  </a:moveTo>
                  <a:cubicBezTo>
                    <a:pt x="2962" y="1"/>
                    <a:pt x="126" y="2427"/>
                    <a:pt x="126" y="5451"/>
                  </a:cubicBezTo>
                  <a:cubicBezTo>
                    <a:pt x="126" y="7593"/>
                    <a:pt x="1544" y="9389"/>
                    <a:pt x="3497" y="10303"/>
                  </a:cubicBezTo>
                  <a:lnTo>
                    <a:pt x="3497" y="12193"/>
                  </a:lnTo>
                  <a:cubicBezTo>
                    <a:pt x="3497" y="12319"/>
                    <a:pt x="3560" y="12477"/>
                    <a:pt x="3655" y="12540"/>
                  </a:cubicBezTo>
                  <a:cubicBezTo>
                    <a:pt x="3729" y="12599"/>
                    <a:pt x="3825" y="12631"/>
                    <a:pt x="3921" y="12631"/>
                  </a:cubicBezTo>
                  <a:cubicBezTo>
                    <a:pt x="4029" y="12631"/>
                    <a:pt x="4139" y="12591"/>
                    <a:pt x="4222" y="12508"/>
                  </a:cubicBezTo>
                  <a:lnTo>
                    <a:pt x="5829" y="10901"/>
                  </a:lnTo>
                  <a:cubicBezTo>
                    <a:pt x="6063" y="10925"/>
                    <a:pt x="6295" y="10936"/>
                    <a:pt x="6524" y="10936"/>
                  </a:cubicBezTo>
                  <a:cubicBezTo>
                    <a:pt x="9075" y="10936"/>
                    <a:pt x="11304" y="9530"/>
                    <a:pt x="12287" y="7593"/>
                  </a:cubicBezTo>
                  <a:cubicBezTo>
                    <a:pt x="12917" y="6239"/>
                    <a:pt x="12917" y="4663"/>
                    <a:pt x="12256" y="3309"/>
                  </a:cubicBezTo>
                  <a:cubicBezTo>
                    <a:pt x="11311" y="1324"/>
                    <a:pt x="9074" y="1"/>
                    <a:pt x="642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18" name="Google Shape;10518;p135"/>
          <p:cNvSpPr/>
          <p:nvPr/>
        </p:nvSpPr>
        <p:spPr>
          <a:xfrm>
            <a:off x="1719036" y="1755820"/>
            <a:ext cx="324609" cy="372824"/>
          </a:xfrm>
          <a:custGeom>
            <a:rect b="b" l="l" r="r" t="t"/>
            <a:pathLst>
              <a:path extrusionOk="0" h="12666" w="11028">
                <a:moveTo>
                  <a:pt x="8538" y="820"/>
                </a:moveTo>
                <a:lnTo>
                  <a:pt x="8538" y="2710"/>
                </a:lnTo>
                <a:lnTo>
                  <a:pt x="8412" y="2584"/>
                </a:lnTo>
                <a:cubicBezTo>
                  <a:pt x="8333" y="2505"/>
                  <a:pt x="8223" y="2466"/>
                  <a:pt x="8113" y="2466"/>
                </a:cubicBezTo>
                <a:cubicBezTo>
                  <a:pt x="8003" y="2466"/>
                  <a:pt x="7892" y="2505"/>
                  <a:pt x="7814" y="2584"/>
                </a:cubicBezTo>
                <a:lnTo>
                  <a:pt x="7719" y="2710"/>
                </a:lnTo>
                <a:lnTo>
                  <a:pt x="7719" y="820"/>
                </a:lnTo>
                <a:close/>
                <a:moveTo>
                  <a:pt x="10177" y="820"/>
                </a:moveTo>
                <a:lnTo>
                  <a:pt x="10177" y="9357"/>
                </a:lnTo>
                <a:lnTo>
                  <a:pt x="2458" y="9357"/>
                </a:lnTo>
                <a:lnTo>
                  <a:pt x="2458" y="820"/>
                </a:lnTo>
                <a:lnTo>
                  <a:pt x="6869" y="820"/>
                </a:lnTo>
                <a:lnTo>
                  <a:pt x="6869" y="3687"/>
                </a:lnTo>
                <a:cubicBezTo>
                  <a:pt x="6869" y="3813"/>
                  <a:pt x="6932" y="3970"/>
                  <a:pt x="7026" y="4033"/>
                </a:cubicBezTo>
                <a:cubicBezTo>
                  <a:pt x="7100" y="4093"/>
                  <a:pt x="7196" y="4124"/>
                  <a:pt x="7292" y="4124"/>
                </a:cubicBezTo>
                <a:cubicBezTo>
                  <a:pt x="7400" y="4124"/>
                  <a:pt x="7510" y="4085"/>
                  <a:pt x="7593" y="4002"/>
                </a:cubicBezTo>
                <a:lnTo>
                  <a:pt x="8129" y="3466"/>
                </a:lnTo>
                <a:lnTo>
                  <a:pt x="8664" y="3970"/>
                </a:lnTo>
                <a:cubicBezTo>
                  <a:pt x="8719" y="4024"/>
                  <a:pt x="8844" y="4102"/>
                  <a:pt x="8958" y="4102"/>
                </a:cubicBezTo>
                <a:cubicBezTo>
                  <a:pt x="8976" y="4102"/>
                  <a:pt x="8994" y="4100"/>
                  <a:pt x="9011" y="4096"/>
                </a:cubicBezTo>
                <a:cubicBezTo>
                  <a:pt x="9200" y="4033"/>
                  <a:pt x="9357" y="3876"/>
                  <a:pt x="9357" y="3687"/>
                </a:cubicBezTo>
                <a:lnTo>
                  <a:pt x="9357" y="820"/>
                </a:lnTo>
                <a:close/>
                <a:moveTo>
                  <a:pt x="1639" y="851"/>
                </a:moveTo>
                <a:lnTo>
                  <a:pt x="1639" y="9326"/>
                </a:lnTo>
                <a:cubicBezTo>
                  <a:pt x="1355" y="9326"/>
                  <a:pt x="1103" y="9389"/>
                  <a:pt x="820" y="9546"/>
                </a:cubicBezTo>
                <a:lnTo>
                  <a:pt x="820" y="2017"/>
                </a:lnTo>
                <a:cubicBezTo>
                  <a:pt x="820" y="1481"/>
                  <a:pt x="1166" y="1040"/>
                  <a:pt x="1639" y="851"/>
                </a:cubicBezTo>
                <a:close/>
                <a:moveTo>
                  <a:pt x="10145" y="10177"/>
                </a:moveTo>
                <a:lnTo>
                  <a:pt x="10145" y="11846"/>
                </a:lnTo>
                <a:lnTo>
                  <a:pt x="1639" y="11846"/>
                </a:lnTo>
                <a:cubicBezTo>
                  <a:pt x="1166" y="11846"/>
                  <a:pt x="820" y="11500"/>
                  <a:pt x="820" y="11027"/>
                </a:cubicBezTo>
                <a:cubicBezTo>
                  <a:pt x="820" y="10555"/>
                  <a:pt x="1166" y="10177"/>
                  <a:pt x="1639" y="10177"/>
                </a:cubicBezTo>
                <a:close/>
                <a:moveTo>
                  <a:pt x="1985" y="0"/>
                </a:moveTo>
                <a:cubicBezTo>
                  <a:pt x="851" y="32"/>
                  <a:pt x="0" y="946"/>
                  <a:pt x="0" y="2017"/>
                </a:cubicBezTo>
                <a:lnTo>
                  <a:pt x="0" y="11027"/>
                </a:lnTo>
                <a:cubicBezTo>
                  <a:pt x="0" y="11909"/>
                  <a:pt x="725" y="12665"/>
                  <a:pt x="1639" y="12665"/>
                </a:cubicBezTo>
                <a:lnTo>
                  <a:pt x="10618" y="12665"/>
                </a:lnTo>
                <a:cubicBezTo>
                  <a:pt x="10870" y="12665"/>
                  <a:pt x="11027" y="12476"/>
                  <a:pt x="11027" y="12224"/>
                </a:cubicBezTo>
                <a:lnTo>
                  <a:pt x="11027" y="379"/>
                </a:lnTo>
                <a:cubicBezTo>
                  <a:pt x="11027" y="189"/>
                  <a:pt x="10807" y="0"/>
                  <a:pt x="1058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9" name="Google Shape;10519;p135"/>
          <p:cNvSpPr/>
          <p:nvPr/>
        </p:nvSpPr>
        <p:spPr>
          <a:xfrm>
            <a:off x="1696509" y="2188264"/>
            <a:ext cx="370057" cy="372647"/>
          </a:xfrm>
          <a:custGeom>
            <a:rect b="b" l="l" r="r" t="t"/>
            <a:pathLst>
              <a:path extrusionOk="0" h="12660" w="12572">
                <a:moveTo>
                  <a:pt x="2773" y="840"/>
                </a:moveTo>
                <a:cubicBezTo>
                  <a:pt x="3025" y="840"/>
                  <a:pt x="3183" y="1061"/>
                  <a:pt x="3183" y="1250"/>
                </a:cubicBezTo>
                <a:lnTo>
                  <a:pt x="3183" y="2888"/>
                </a:lnTo>
                <a:cubicBezTo>
                  <a:pt x="3183" y="3140"/>
                  <a:pt x="2962" y="3298"/>
                  <a:pt x="2773" y="3298"/>
                </a:cubicBezTo>
                <a:cubicBezTo>
                  <a:pt x="2553" y="3298"/>
                  <a:pt x="2395" y="3109"/>
                  <a:pt x="2332" y="2888"/>
                </a:cubicBezTo>
                <a:lnTo>
                  <a:pt x="2332" y="1250"/>
                </a:lnTo>
                <a:cubicBezTo>
                  <a:pt x="2332" y="998"/>
                  <a:pt x="2553" y="840"/>
                  <a:pt x="2773" y="840"/>
                </a:cubicBezTo>
                <a:close/>
                <a:moveTo>
                  <a:pt x="9673" y="840"/>
                </a:moveTo>
                <a:cubicBezTo>
                  <a:pt x="9925" y="840"/>
                  <a:pt x="10082" y="1061"/>
                  <a:pt x="10082" y="1250"/>
                </a:cubicBezTo>
                <a:lnTo>
                  <a:pt x="10082" y="2888"/>
                </a:lnTo>
                <a:cubicBezTo>
                  <a:pt x="10082" y="3140"/>
                  <a:pt x="9862" y="3298"/>
                  <a:pt x="9673" y="3298"/>
                </a:cubicBezTo>
                <a:cubicBezTo>
                  <a:pt x="9452" y="3298"/>
                  <a:pt x="9295" y="3109"/>
                  <a:pt x="9232" y="2888"/>
                </a:cubicBezTo>
                <a:lnTo>
                  <a:pt x="9232" y="1250"/>
                </a:lnTo>
                <a:cubicBezTo>
                  <a:pt x="9232" y="998"/>
                  <a:pt x="9452" y="840"/>
                  <a:pt x="9673" y="840"/>
                </a:cubicBezTo>
                <a:close/>
                <a:moveTo>
                  <a:pt x="11374" y="2479"/>
                </a:moveTo>
                <a:cubicBezTo>
                  <a:pt x="11469" y="2479"/>
                  <a:pt x="11595" y="2542"/>
                  <a:pt x="11689" y="2668"/>
                </a:cubicBezTo>
                <a:cubicBezTo>
                  <a:pt x="11752" y="2794"/>
                  <a:pt x="11721" y="2857"/>
                  <a:pt x="11721" y="2983"/>
                </a:cubicBezTo>
                <a:lnTo>
                  <a:pt x="11721" y="4936"/>
                </a:lnTo>
                <a:lnTo>
                  <a:pt x="694" y="4936"/>
                </a:lnTo>
                <a:lnTo>
                  <a:pt x="694" y="2983"/>
                </a:lnTo>
                <a:cubicBezTo>
                  <a:pt x="694" y="2857"/>
                  <a:pt x="694" y="2794"/>
                  <a:pt x="725" y="2668"/>
                </a:cubicBezTo>
                <a:cubicBezTo>
                  <a:pt x="820" y="2542"/>
                  <a:pt x="946" y="2479"/>
                  <a:pt x="1040" y="2479"/>
                </a:cubicBezTo>
                <a:lnTo>
                  <a:pt x="1513" y="2479"/>
                </a:lnTo>
                <a:lnTo>
                  <a:pt x="1513" y="2888"/>
                </a:lnTo>
                <a:cubicBezTo>
                  <a:pt x="1513" y="3614"/>
                  <a:pt x="2132" y="4133"/>
                  <a:pt x="2803" y="4133"/>
                </a:cubicBezTo>
                <a:cubicBezTo>
                  <a:pt x="2919" y="4133"/>
                  <a:pt x="3036" y="4118"/>
                  <a:pt x="3151" y="4085"/>
                </a:cubicBezTo>
                <a:cubicBezTo>
                  <a:pt x="3655" y="3928"/>
                  <a:pt x="4002" y="3455"/>
                  <a:pt x="4002" y="2888"/>
                </a:cubicBezTo>
                <a:lnTo>
                  <a:pt x="4002" y="2479"/>
                </a:lnTo>
                <a:lnTo>
                  <a:pt x="8413" y="2479"/>
                </a:lnTo>
                <a:lnTo>
                  <a:pt x="8413" y="2888"/>
                </a:lnTo>
                <a:cubicBezTo>
                  <a:pt x="8413" y="3455"/>
                  <a:pt x="8759" y="3928"/>
                  <a:pt x="9263" y="4085"/>
                </a:cubicBezTo>
                <a:cubicBezTo>
                  <a:pt x="9379" y="4118"/>
                  <a:pt x="9496" y="4133"/>
                  <a:pt x="9612" y="4133"/>
                </a:cubicBezTo>
                <a:cubicBezTo>
                  <a:pt x="10282" y="4133"/>
                  <a:pt x="10902" y="3614"/>
                  <a:pt x="10902" y="2888"/>
                </a:cubicBezTo>
                <a:lnTo>
                  <a:pt x="10902" y="2479"/>
                </a:lnTo>
                <a:close/>
                <a:moveTo>
                  <a:pt x="11721" y="5787"/>
                </a:moveTo>
                <a:lnTo>
                  <a:pt x="11721" y="11457"/>
                </a:lnTo>
                <a:cubicBezTo>
                  <a:pt x="11721" y="11678"/>
                  <a:pt x="11532" y="11835"/>
                  <a:pt x="11280" y="11867"/>
                </a:cubicBezTo>
                <a:lnTo>
                  <a:pt x="1072" y="11867"/>
                </a:lnTo>
                <a:cubicBezTo>
                  <a:pt x="851" y="11867"/>
                  <a:pt x="694" y="11678"/>
                  <a:pt x="694" y="11457"/>
                </a:cubicBezTo>
                <a:lnTo>
                  <a:pt x="694" y="5787"/>
                </a:lnTo>
                <a:close/>
                <a:moveTo>
                  <a:pt x="2825" y="1"/>
                </a:moveTo>
                <a:cubicBezTo>
                  <a:pt x="2180" y="1"/>
                  <a:pt x="1608" y="526"/>
                  <a:pt x="1608" y="1250"/>
                </a:cubicBezTo>
                <a:lnTo>
                  <a:pt x="1608" y="1691"/>
                </a:lnTo>
                <a:lnTo>
                  <a:pt x="1135" y="1691"/>
                </a:lnTo>
                <a:cubicBezTo>
                  <a:pt x="851" y="1691"/>
                  <a:pt x="568" y="1785"/>
                  <a:pt x="379" y="2006"/>
                </a:cubicBezTo>
                <a:cubicBezTo>
                  <a:pt x="158" y="2227"/>
                  <a:pt x="1" y="2542"/>
                  <a:pt x="1" y="2888"/>
                </a:cubicBezTo>
                <a:lnTo>
                  <a:pt x="1" y="11457"/>
                </a:lnTo>
                <a:cubicBezTo>
                  <a:pt x="1" y="12087"/>
                  <a:pt x="486" y="12659"/>
                  <a:pt x="1102" y="12659"/>
                </a:cubicBezTo>
                <a:cubicBezTo>
                  <a:pt x="1134" y="12659"/>
                  <a:pt x="1166" y="12658"/>
                  <a:pt x="1198" y="12655"/>
                </a:cubicBezTo>
                <a:lnTo>
                  <a:pt x="11311" y="12655"/>
                </a:lnTo>
                <a:cubicBezTo>
                  <a:pt x="12004" y="12655"/>
                  <a:pt x="12571" y="12119"/>
                  <a:pt x="12571" y="11457"/>
                </a:cubicBezTo>
                <a:lnTo>
                  <a:pt x="12571" y="2888"/>
                </a:lnTo>
                <a:cubicBezTo>
                  <a:pt x="12571" y="2542"/>
                  <a:pt x="12414" y="2227"/>
                  <a:pt x="12193" y="2006"/>
                </a:cubicBezTo>
                <a:cubicBezTo>
                  <a:pt x="12004" y="1785"/>
                  <a:pt x="11721" y="1691"/>
                  <a:pt x="11437" y="1691"/>
                </a:cubicBezTo>
                <a:lnTo>
                  <a:pt x="10965" y="1691"/>
                </a:lnTo>
                <a:lnTo>
                  <a:pt x="10965" y="1250"/>
                </a:lnTo>
                <a:cubicBezTo>
                  <a:pt x="10965" y="526"/>
                  <a:pt x="10392" y="1"/>
                  <a:pt x="9747" y="1"/>
                </a:cubicBezTo>
                <a:cubicBezTo>
                  <a:pt x="9577" y="1"/>
                  <a:pt x="9402" y="37"/>
                  <a:pt x="9232" y="116"/>
                </a:cubicBezTo>
                <a:cubicBezTo>
                  <a:pt x="8759" y="305"/>
                  <a:pt x="8507" y="746"/>
                  <a:pt x="8507" y="1250"/>
                </a:cubicBezTo>
                <a:lnTo>
                  <a:pt x="8507" y="1691"/>
                </a:lnTo>
                <a:lnTo>
                  <a:pt x="4096" y="1691"/>
                </a:lnTo>
                <a:lnTo>
                  <a:pt x="4096" y="1250"/>
                </a:lnTo>
                <a:cubicBezTo>
                  <a:pt x="4096" y="746"/>
                  <a:pt x="3781" y="305"/>
                  <a:pt x="3340" y="116"/>
                </a:cubicBezTo>
                <a:cubicBezTo>
                  <a:pt x="3170" y="37"/>
                  <a:pt x="2995" y="1"/>
                  <a:pt x="282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0" name="Google Shape;10520;p135"/>
          <p:cNvSpPr/>
          <p:nvPr/>
        </p:nvSpPr>
        <p:spPr>
          <a:xfrm>
            <a:off x="3917021" y="1342493"/>
            <a:ext cx="373766" cy="340357"/>
          </a:xfrm>
          <a:custGeom>
            <a:rect b="b" l="l" r="r" t="t"/>
            <a:pathLst>
              <a:path extrusionOk="0" h="11563" w="12698">
                <a:moveTo>
                  <a:pt x="2490" y="820"/>
                </a:moveTo>
                <a:cubicBezTo>
                  <a:pt x="3529" y="914"/>
                  <a:pt x="4600" y="1292"/>
                  <a:pt x="5483" y="2017"/>
                </a:cubicBezTo>
                <a:lnTo>
                  <a:pt x="5798" y="2237"/>
                </a:lnTo>
                <a:lnTo>
                  <a:pt x="5798" y="10334"/>
                </a:lnTo>
                <a:lnTo>
                  <a:pt x="5766" y="10334"/>
                </a:lnTo>
                <a:cubicBezTo>
                  <a:pt x="4789" y="9609"/>
                  <a:pt x="3655" y="9168"/>
                  <a:pt x="2490" y="9105"/>
                </a:cubicBezTo>
                <a:lnTo>
                  <a:pt x="2490" y="820"/>
                </a:lnTo>
                <a:close/>
                <a:moveTo>
                  <a:pt x="9925" y="883"/>
                </a:moveTo>
                <a:lnTo>
                  <a:pt x="9925" y="9137"/>
                </a:lnTo>
                <a:cubicBezTo>
                  <a:pt x="8728" y="9200"/>
                  <a:pt x="7593" y="9609"/>
                  <a:pt x="6617" y="10334"/>
                </a:cubicBezTo>
                <a:lnTo>
                  <a:pt x="6617" y="2300"/>
                </a:lnTo>
                <a:lnTo>
                  <a:pt x="6932" y="2048"/>
                </a:lnTo>
                <a:cubicBezTo>
                  <a:pt x="7782" y="1355"/>
                  <a:pt x="8854" y="946"/>
                  <a:pt x="9925" y="883"/>
                </a:cubicBezTo>
                <a:close/>
                <a:moveTo>
                  <a:pt x="1702" y="2458"/>
                </a:moveTo>
                <a:lnTo>
                  <a:pt x="1702" y="9483"/>
                </a:lnTo>
                <a:cubicBezTo>
                  <a:pt x="1702" y="9735"/>
                  <a:pt x="1891" y="9924"/>
                  <a:pt x="2080" y="9924"/>
                </a:cubicBezTo>
                <a:cubicBezTo>
                  <a:pt x="3057" y="9924"/>
                  <a:pt x="4096" y="10208"/>
                  <a:pt x="4978" y="10744"/>
                </a:cubicBezTo>
                <a:lnTo>
                  <a:pt x="1261" y="10744"/>
                </a:lnTo>
                <a:cubicBezTo>
                  <a:pt x="1009" y="10744"/>
                  <a:pt x="851" y="10555"/>
                  <a:pt x="851" y="10334"/>
                </a:cubicBezTo>
                <a:lnTo>
                  <a:pt x="851" y="2867"/>
                </a:lnTo>
                <a:cubicBezTo>
                  <a:pt x="851" y="2647"/>
                  <a:pt x="1040" y="2489"/>
                  <a:pt x="1261" y="2458"/>
                </a:cubicBezTo>
                <a:close/>
                <a:moveTo>
                  <a:pt x="11406" y="2458"/>
                </a:moveTo>
                <a:cubicBezTo>
                  <a:pt x="11658" y="2458"/>
                  <a:pt x="11815" y="2647"/>
                  <a:pt x="11847" y="2867"/>
                </a:cubicBezTo>
                <a:lnTo>
                  <a:pt x="11847" y="10334"/>
                </a:lnTo>
                <a:cubicBezTo>
                  <a:pt x="11847" y="10555"/>
                  <a:pt x="11658" y="10712"/>
                  <a:pt x="11406" y="10744"/>
                </a:cubicBezTo>
                <a:lnTo>
                  <a:pt x="7436" y="10744"/>
                </a:lnTo>
                <a:cubicBezTo>
                  <a:pt x="8255" y="10239"/>
                  <a:pt x="9295" y="9924"/>
                  <a:pt x="10303" y="9924"/>
                </a:cubicBezTo>
                <a:cubicBezTo>
                  <a:pt x="10555" y="9924"/>
                  <a:pt x="10712" y="9735"/>
                  <a:pt x="10712" y="9483"/>
                </a:cubicBezTo>
                <a:lnTo>
                  <a:pt x="10712" y="2458"/>
                </a:lnTo>
                <a:close/>
                <a:moveTo>
                  <a:pt x="2080" y="0"/>
                </a:moveTo>
                <a:cubicBezTo>
                  <a:pt x="1828" y="0"/>
                  <a:pt x="1670" y="189"/>
                  <a:pt x="1670" y="410"/>
                </a:cubicBezTo>
                <a:lnTo>
                  <a:pt x="1670" y="1670"/>
                </a:lnTo>
                <a:lnTo>
                  <a:pt x="1261" y="1670"/>
                </a:lnTo>
                <a:cubicBezTo>
                  <a:pt x="568" y="1670"/>
                  <a:pt x="1" y="2206"/>
                  <a:pt x="32" y="2930"/>
                </a:cubicBezTo>
                <a:lnTo>
                  <a:pt x="32" y="10334"/>
                </a:lnTo>
                <a:cubicBezTo>
                  <a:pt x="32" y="10996"/>
                  <a:pt x="568" y="11563"/>
                  <a:pt x="1261" y="11563"/>
                </a:cubicBezTo>
                <a:lnTo>
                  <a:pt x="11437" y="11563"/>
                </a:lnTo>
                <a:cubicBezTo>
                  <a:pt x="12130" y="11563"/>
                  <a:pt x="12697" y="11027"/>
                  <a:pt x="12697" y="10334"/>
                </a:cubicBezTo>
                <a:lnTo>
                  <a:pt x="12697" y="2867"/>
                </a:lnTo>
                <a:cubicBezTo>
                  <a:pt x="12666" y="2206"/>
                  <a:pt x="12130" y="1670"/>
                  <a:pt x="11437" y="1670"/>
                </a:cubicBezTo>
                <a:lnTo>
                  <a:pt x="10744" y="1670"/>
                </a:lnTo>
                <a:lnTo>
                  <a:pt x="10744" y="410"/>
                </a:lnTo>
                <a:cubicBezTo>
                  <a:pt x="10744" y="158"/>
                  <a:pt x="10555" y="0"/>
                  <a:pt x="10334" y="0"/>
                </a:cubicBezTo>
                <a:cubicBezTo>
                  <a:pt x="8980" y="0"/>
                  <a:pt x="7562" y="473"/>
                  <a:pt x="6396" y="1387"/>
                </a:cubicBezTo>
                <a:lnTo>
                  <a:pt x="6207" y="1544"/>
                </a:lnTo>
                <a:lnTo>
                  <a:pt x="6018" y="1387"/>
                </a:lnTo>
                <a:cubicBezTo>
                  <a:pt x="4915" y="473"/>
                  <a:pt x="3498" y="0"/>
                  <a:pt x="208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1" name="Google Shape;10521;p135"/>
          <p:cNvSpPr/>
          <p:nvPr/>
        </p:nvSpPr>
        <p:spPr>
          <a:xfrm>
            <a:off x="3936416" y="1781781"/>
            <a:ext cx="379329" cy="373766"/>
          </a:xfrm>
          <a:custGeom>
            <a:rect b="b" l="l" r="r" t="t"/>
            <a:pathLst>
              <a:path extrusionOk="0" h="12698" w="12887">
                <a:moveTo>
                  <a:pt x="7814" y="3309"/>
                </a:moveTo>
                <a:cubicBezTo>
                  <a:pt x="7782" y="3592"/>
                  <a:pt x="7782" y="3907"/>
                  <a:pt x="7814" y="4159"/>
                </a:cubicBezTo>
                <a:lnTo>
                  <a:pt x="4947" y="4159"/>
                </a:lnTo>
                <a:cubicBezTo>
                  <a:pt x="4978" y="3876"/>
                  <a:pt x="4978" y="3592"/>
                  <a:pt x="4947" y="3309"/>
                </a:cubicBezTo>
                <a:close/>
                <a:moveTo>
                  <a:pt x="9830" y="788"/>
                </a:moveTo>
                <a:cubicBezTo>
                  <a:pt x="10082" y="788"/>
                  <a:pt x="10366" y="820"/>
                  <a:pt x="10618" y="946"/>
                </a:cubicBezTo>
                <a:cubicBezTo>
                  <a:pt x="11721" y="1481"/>
                  <a:pt x="12193" y="2678"/>
                  <a:pt x="11752" y="3718"/>
                </a:cubicBezTo>
                <a:cubicBezTo>
                  <a:pt x="11500" y="4254"/>
                  <a:pt x="11027" y="4695"/>
                  <a:pt x="10460" y="4884"/>
                </a:cubicBezTo>
                <a:cubicBezTo>
                  <a:pt x="10261" y="4950"/>
                  <a:pt x="10035" y="4990"/>
                  <a:pt x="9816" y="4990"/>
                </a:cubicBezTo>
                <a:cubicBezTo>
                  <a:pt x="9619" y="4990"/>
                  <a:pt x="9427" y="4958"/>
                  <a:pt x="9263" y="4884"/>
                </a:cubicBezTo>
                <a:cubicBezTo>
                  <a:pt x="9074" y="4821"/>
                  <a:pt x="8885" y="4663"/>
                  <a:pt x="8791" y="4474"/>
                </a:cubicBezTo>
                <a:cubicBezTo>
                  <a:pt x="8791" y="4411"/>
                  <a:pt x="8759" y="4380"/>
                  <a:pt x="8728" y="4348"/>
                </a:cubicBezTo>
                <a:cubicBezTo>
                  <a:pt x="8570" y="3970"/>
                  <a:pt x="8570" y="3561"/>
                  <a:pt x="8728" y="3183"/>
                </a:cubicBezTo>
                <a:cubicBezTo>
                  <a:pt x="8759" y="3151"/>
                  <a:pt x="8759" y="3120"/>
                  <a:pt x="8791" y="3088"/>
                </a:cubicBezTo>
                <a:cubicBezTo>
                  <a:pt x="8980" y="2710"/>
                  <a:pt x="9358" y="2521"/>
                  <a:pt x="9830" y="2521"/>
                </a:cubicBezTo>
                <a:cubicBezTo>
                  <a:pt x="9956" y="2521"/>
                  <a:pt x="10019" y="2552"/>
                  <a:pt x="10082" y="2615"/>
                </a:cubicBezTo>
                <a:cubicBezTo>
                  <a:pt x="10240" y="2773"/>
                  <a:pt x="10240" y="3025"/>
                  <a:pt x="10145" y="3183"/>
                </a:cubicBezTo>
                <a:cubicBezTo>
                  <a:pt x="10051" y="3309"/>
                  <a:pt x="9956" y="3340"/>
                  <a:pt x="9830" y="3340"/>
                </a:cubicBezTo>
                <a:cubicBezTo>
                  <a:pt x="9578" y="3340"/>
                  <a:pt x="9389" y="3561"/>
                  <a:pt x="9389" y="3781"/>
                </a:cubicBezTo>
                <a:cubicBezTo>
                  <a:pt x="9389" y="4033"/>
                  <a:pt x="9578" y="4222"/>
                  <a:pt x="9830" y="4222"/>
                </a:cubicBezTo>
                <a:cubicBezTo>
                  <a:pt x="10555" y="4222"/>
                  <a:pt x="11059" y="3655"/>
                  <a:pt x="11059" y="2962"/>
                </a:cubicBezTo>
                <a:cubicBezTo>
                  <a:pt x="11059" y="2395"/>
                  <a:pt x="10681" y="1891"/>
                  <a:pt x="10114" y="1733"/>
                </a:cubicBezTo>
                <a:cubicBezTo>
                  <a:pt x="10034" y="1721"/>
                  <a:pt x="9933" y="1712"/>
                  <a:pt x="9817" y="1712"/>
                </a:cubicBezTo>
                <a:cubicBezTo>
                  <a:pt x="9339" y="1712"/>
                  <a:pt x="8611" y="1861"/>
                  <a:pt x="8129" y="2521"/>
                </a:cubicBezTo>
                <a:lnTo>
                  <a:pt x="4600" y="2521"/>
                </a:lnTo>
                <a:cubicBezTo>
                  <a:pt x="4191" y="1985"/>
                  <a:pt x="3592" y="1702"/>
                  <a:pt x="2931" y="1702"/>
                </a:cubicBezTo>
                <a:cubicBezTo>
                  <a:pt x="2395" y="1702"/>
                  <a:pt x="1986" y="1985"/>
                  <a:pt x="1796" y="2458"/>
                </a:cubicBezTo>
                <a:cubicBezTo>
                  <a:pt x="1481" y="3246"/>
                  <a:pt x="1954" y="4191"/>
                  <a:pt x="2931" y="4191"/>
                </a:cubicBezTo>
                <a:cubicBezTo>
                  <a:pt x="3183" y="4191"/>
                  <a:pt x="3340" y="3970"/>
                  <a:pt x="3340" y="3750"/>
                </a:cubicBezTo>
                <a:cubicBezTo>
                  <a:pt x="3340" y="3498"/>
                  <a:pt x="3120" y="3309"/>
                  <a:pt x="2931" y="3309"/>
                </a:cubicBezTo>
                <a:cubicBezTo>
                  <a:pt x="2805" y="3309"/>
                  <a:pt x="2742" y="3277"/>
                  <a:pt x="2647" y="3246"/>
                </a:cubicBezTo>
                <a:cubicBezTo>
                  <a:pt x="2458" y="3057"/>
                  <a:pt x="2490" y="2615"/>
                  <a:pt x="2805" y="2521"/>
                </a:cubicBezTo>
                <a:cubicBezTo>
                  <a:pt x="2836" y="2513"/>
                  <a:pt x="2879" y="2509"/>
                  <a:pt x="2931" y="2509"/>
                </a:cubicBezTo>
                <a:cubicBezTo>
                  <a:pt x="3084" y="2509"/>
                  <a:pt x="3309" y="2545"/>
                  <a:pt x="3498" y="2615"/>
                </a:cubicBezTo>
                <a:cubicBezTo>
                  <a:pt x="3687" y="2678"/>
                  <a:pt x="3876" y="2836"/>
                  <a:pt x="3970" y="3025"/>
                </a:cubicBezTo>
                <a:cubicBezTo>
                  <a:pt x="3970" y="3088"/>
                  <a:pt x="4002" y="3120"/>
                  <a:pt x="4033" y="3151"/>
                </a:cubicBezTo>
                <a:cubicBezTo>
                  <a:pt x="4191" y="3498"/>
                  <a:pt x="4191" y="3939"/>
                  <a:pt x="4033" y="4285"/>
                </a:cubicBezTo>
                <a:cubicBezTo>
                  <a:pt x="4002" y="4348"/>
                  <a:pt x="4002" y="4380"/>
                  <a:pt x="3970" y="4411"/>
                </a:cubicBezTo>
                <a:cubicBezTo>
                  <a:pt x="3750" y="4726"/>
                  <a:pt x="3403" y="4978"/>
                  <a:pt x="2931" y="4978"/>
                </a:cubicBezTo>
                <a:cubicBezTo>
                  <a:pt x="1796" y="4978"/>
                  <a:pt x="851" y="4033"/>
                  <a:pt x="851" y="2899"/>
                </a:cubicBezTo>
                <a:cubicBezTo>
                  <a:pt x="851" y="1733"/>
                  <a:pt x="1765" y="851"/>
                  <a:pt x="2931" y="788"/>
                </a:cubicBezTo>
                <a:close/>
                <a:moveTo>
                  <a:pt x="7751" y="4915"/>
                </a:moveTo>
                <a:lnTo>
                  <a:pt x="7751" y="10618"/>
                </a:lnTo>
                <a:cubicBezTo>
                  <a:pt x="7751" y="10838"/>
                  <a:pt x="7940" y="11027"/>
                  <a:pt x="8129" y="11027"/>
                </a:cubicBezTo>
                <a:cubicBezTo>
                  <a:pt x="8318" y="11027"/>
                  <a:pt x="8570" y="10838"/>
                  <a:pt x="8570" y="10618"/>
                </a:cubicBezTo>
                <a:lnTo>
                  <a:pt x="8570" y="5419"/>
                </a:lnTo>
                <a:cubicBezTo>
                  <a:pt x="8791" y="5577"/>
                  <a:pt x="9074" y="5671"/>
                  <a:pt x="9389" y="5766"/>
                </a:cubicBezTo>
                <a:lnTo>
                  <a:pt x="9389" y="11878"/>
                </a:lnTo>
                <a:lnTo>
                  <a:pt x="3372" y="11878"/>
                </a:lnTo>
                <a:lnTo>
                  <a:pt x="3372" y="5766"/>
                </a:lnTo>
                <a:cubicBezTo>
                  <a:pt x="3687" y="5734"/>
                  <a:pt x="3970" y="5608"/>
                  <a:pt x="4191" y="5419"/>
                </a:cubicBezTo>
                <a:lnTo>
                  <a:pt x="4191" y="10618"/>
                </a:lnTo>
                <a:cubicBezTo>
                  <a:pt x="4191" y="10838"/>
                  <a:pt x="4380" y="11027"/>
                  <a:pt x="4600" y="11027"/>
                </a:cubicBezTo>
                <a:cubicBezTo>
                  <a:pt x="4821" y="11027"/>
                  <a:pt x="5010" y="10838"/>
                  <a:pt x="5010" y="10618"/>
                </a:cubicBezTo>
                <a:lnTo>
                  <a:pt x="5010" y="4915"/>
                </a:lnTo>
                <a:lnTo>
                  <a:pt x="5861" y="4915"/>
                </a:lnTo>
                <a:lnTo>
                  <a:pt x="5861" y="10618"/>
                </a:lnTo>
                <a:cubicBezTo>
                  <a:pt x="5861" y="10838"/>
                  <a:pt x="6050" y="11027"/>
                  <a:pt x="6239" y="11027"/>
                </a:cubicBezTo>
                <a:cubicBezTo>
                  <a:pt x="6428" y="11027"/>
                  <a:pt x="6648" y="10838"/>
                  <a:pt x="6648" y="10618"/>
                </a:cubicBezTo>
                <a:lnTo>
                  <a:pt x="6648" y="4915"/>
                </a:lnTo>
                <a:close/>
                <a:moveTo>
                  <a:pt x="2931" y="1"/>
                </a:moveTo>
                <a:cubicBezTo>
                  <a:pt x="1324" y="1"/>
                  <a:pt x="1" y="1324"/>
                  <a:pt x="1" y="2899"/>
                </a:cubicBezTo>
                <a:cubicBezTo>
                  <a:pt x="1" y="4348"/>
                  <a:pt x="1072" y="5514"/>
                  <a:pt x="2490" y="5766"/>
                </a:cubicBezTo>
                <a:lnTo>
                  <a:pt x="2490" y="12256"/>
                </a:lnTo>
                <a:cubicBezTo>
                  <a:pt x="2490" y="12508"/>
                  <a:pt x="2679" y="12697"/>
                  <a:pt x="2931" y="12697"/>
                </a:cubicBezTo>
                <a:lnTo>
                  <a:pt x="9830" y="12697"/>
                </a:lnTo>
                <a:cubicBezTo>
                  <a:pt x="10051" y="12697"/>
                  <a:pt x="10208" y="12508"/>
                  <a:pt x="10208" y="12256"/>
                </a:cubicBezTo>
                <a:lnTo>
                  <a:pt x="10208" y="5797"/>
                </a:lnTo>
                <a:cubicBezTo>
                  <a:pt x="10964" y="5671"/>
                  <a:pt x="11721" y="5293"/>
                  <a:pt x="12193" y="4537"/>
                </a:cubicBezTo>
                <a:cubicBezTo>
                  <a:pt x="12823" y="3718"/>
                  <a:pt x="12886" y="2678"/>
                  <a:pt x="12508" y="1796"/>
                </a:cubicBezTo>
                <a:cubicBezTo>
                  <a:pt x="12067" y="725"/>
                  <a:pt x="10996" y="1"/>
                  <a:pt x="98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2" name="Google Shape;10522;p135"/>
          <p:cNvSpPr/>
          <p:nvPr/>
        </p:nvSpPr>
        <p:spPr>
          <a:xfrm>
            <a:off x="3906859" y="2214107"/>
            <a:ext cx="373766" cy="373736"/>
          </a:xfrm>
          <a:custGeom>
            <a:rect b="b" l="l" r="r" t="t"/>
            <a:pathLst>
              <a:path extrusionOk="0" h="12697" w="12698">
                <a:moveTo>
                  <a:pt x="11784" y="970"/>
                </a:moveTo>
                <a:lnTo>
                  <a:pt x="11784" y="2577"/>
                </a:lnTo>
                <a:lnTo>
                  <a:pt x="5168" y="4026"/>
                </a:lnTo>
                <a:lnTo>
                  <a:pt x="5168" y="2420"/>
                </a:lnTo>
                <a:lnTo>
                  <a:pt x="11784" y="970"/>
                </a:lnTo>
                <a:close/>
                <a:moveTo>
                  <a:pt x="10115" y="7741"/>
                </a:moveTo>
                <a:cubicBezTo>
                  <a:pt x="10982" y="7741"/>
                  <a:pt x="11784" y="8286"/>
                  <a:pt x="11784" y="8973"/>
                </a:cubicBezTo>
                <a:cubicBezTo>
                  <a:pt x="11784" y="9666"/>
                  <a:pt x="11027" y="10201"/>
                  <a:pt x="10145" y="10201"/>
                </a:cubicBezTo>
                <a:cubicBezTo>
                  <a:pt x="9358" y="10201"/>
                  <a:pt x="8665" y="9792"/>
                  <a:pt x="8507" y="9225"/>
                </a:cubicBezTo>
                <a:cubicBezTo>
                  <a:pt x="8350" y="8689"/>
                  <a:pt x="8728" y="8154"/>
                  <a:pt x="9263" y="7933"/>
                </a:cubicBezTo>
                <a:cubicBezTo>
                  <a:pt x="9537" y="7800"/>
                  <a:pt x="9829" y="7741"/>
                  <a:pt x="10115" y="7741"/>
                </a:cubicBezTo>
                <a:close/>
                <a:moveTo>
                  <a:pt x="2665" y="9393"/>
                </a:moveTo>
                <a:cubicBezTo>
                  <a:pt x="3537" y="9393"/>
                  <a:pt x="4348" y="9928"/>
                  <a:pt x="4348" y="10642"/>
                </a:cubicBezTo>
                <a:cubicBezTo>
                  <a:pt x="4348" y="11304"/>
                  <a:pt x="3592" y="11871"/>
                  <a:pt x="2679" y="11871"/>
                </a:cubicBezTo>
                <a:cubicBezTo>
                  <a:pt x="1891" y="11871"/>
                  <a:pt x="1229" y="11430"/>
                  <a:pt x="1072" y="10894"/>
                </a:cubicBezTo>
                <a:cubicBezTo>
                  <a:pt x="914" y="10327"/>
                  <a:pt x="1261" y="9823"/>
                  <a:pt x="1828" y="9571"/>
                </a:cubicBezTo>
                <a:cubicBezTo>
                  <a:pt x="2097" y="9448"/>
                  <a:pt x="2384" y="9393"/>
                  <a:pt x="2665" y="9393"/>
                </a:cubicBezTo>
                <a:close/>
                <a:moveTo>
                  <a:pt x="12242" y="1"/>
                </a:moveTo>
                <a:cubicBezTo>
                  <a:pt x="12197" y="1"/>
                  <a:pt x="12149" y="9"/>
                  <a:pt x="12099" y="25"/>
                </a:cubicBezTo>
                <a:lnTo>
                  <a:pt x="4663" y="1664"/>
                </a:lnTo>
                <a:cubicBezTo>
                  <a:pt x="4474" y="1695"/>
                  <a:pt x="4348" y="1853"/>
                  <a:pt x="4348" y="2073"/>
                </a:cubicBezTo>
                <a:lnTo>
                  <a:pt x="4348" y="9067"/>
                </a:lnTo>
                <a:cubicBezTo>
                  <a:pt x="3876" y="8721"/>
                  <a:pt x="3277" y="8563"/>
                  <a:pt x="2679" y="8563"/>
                </a:cubicBezTo>
                <a:cubicBezTo>
                  <a:pt x="1481" y="8563"/>
                  <a:pt x="536" y="9256"/>
                  <a:pt x="284" y="10138"/>
                </a:cubicBezTo>
                <a:cubicBezTo>
                  <a:pt x="1" y="11084"/>
                  <a:pt x="568" y="12060"/>
                  <a:pt x="1670" y="12501"/>
                </a:cubicBezTo>
                <a:cubicBezTo>
                  <a:pt x="1997" y="12634"/>
                  <a:pt x="2349" y="12697"/>
                  <a:pt x="2700" y="12697"/>
                </a:cubicBezTo>
                <a:cubicBezTo>
                  <a:pt x="3600" y="12697"/>
                  <a:pt x="4494" y="12281"/>
                  <a:pt x="4947" y="11556"/>
                </a:cubicBezTo>
                <a:cubicBezTo>
                  <a:pt x="5104" y="11273"/>
                  <a:pt x="5199" y="10957"/>
                  <a:pt x="5199" y="10611"/>
                </a:cubicBezTo>
                <a:lnTo>
                  <a:pt x="5199" y="4909"/>
                </a:lnTo>
                <a:lnTo>
                  <a:pt x="11815" y="3428"/>
                </a:lnTo>
                <a:lnTo>
                  <a:pt x="11815" y="7460"/>
                </a:lnTo>
                <a:cubicBezTo>
                  <a:pt x="11342" y="7114"/>
                  <a:pt x="10775" y="6956"/>
                  <a:pt x="10177" y="6956"/>
                </a:cubicBezTo>
                <a:cubicBezTo>
                  <a:pt x="8948" y="6956"/>
                  <a:pt x="8003" y="7649"/>
                  <a:pt x="7782" y="8532"/>
                </a:cubicBezTo>
                <a:cubicBezTo>
                  <a:pt x="7499" y="9477"/>
                  <a:pt x="8034" y="10453"/>
                  <a:pt x="9137" y="10894"/>
                </a:cubicBezTo>
                <a:cubicBezTo>
                  <a:pt x="9470" y="11017"/>
                  <a:pt x="9823" y="11076"/>
                  <a:pt x="10172" y="11076"/>
                </a:cubicBezTo>
                <a:cubicBezTo>
                  <a:pt x="11077" y="11076"/>
                  <a:pt x="11959" y="10677"/>
                  <a:pt x="12414" y="9949"/>
                </a:cubicBezTo>
                <a:cubicBezTo>
                  <a:pt x="12571" y="9666"/>
                  <a:pt x="12697" y="9351"/>
                  <a:pt x="12697" y="8973"/>
                </a:cubicBezTo>
                <a:cubicBezTo>
                  <a:pt x="12603" y="8941"/>
                  <a:pt x="12603" y="403"/>
                  <a:pt x="12603" y="403"/>
                </a:cubicBezTo>
                <a:cubicBezTo>
                  <a:pt x="12603" y="170"/>
                  <a:pt x="12453" y="1"/>
                  <a:pt x="1224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3" name="Google Shape;10523;p135"/>
          <p:cNvSpPr/>
          <p:nvPr/>
        </p:nvSpPr>
        <p:spPr>
          <a:xfrm>
            <a:off x="2616350" y="2648981"/>
            <a:ext cx="374678" cy="375620"/>
          </a:xfrm>
          <a:custGeom>
            <a:rect b="b" l="l" r="r" t="t"/>
            <a:pathLst>
              <a:path extrusionOk="0" h="12761" w="12729">
                <a:moveTo>
                  <a:pt x="10595" y="882"/>
                </a:moveTo>
                <a:cubicBezTo>
                  <a:pt x="11081" y="882"/>
                  <a:pt x="11558" y="1164"/>
                  <a:pt x="11752" y="1647"/>
                </a:cubicBezTo>
                <a:cubicBezTo>
                  <a:pt x="11941" y="2120"/>
                  <a:pt x="11846" y="2624"/>
                  <a:pt x="11500" y="3033"/>
                </a:cubicBezTo>
                <a:lnTo>
                  <a:pt x="11374" y="3128"/>
                </a:lnTo>
                <a:lnTo>
                  <a:pt x="9609" y="1363"/>
                </a:lnTo>
                <a:lnTo>
                  <a:pt x="9735" y="1237"/>
                </a:lnTo>
                <a:cubicBezTo>
                  <a:pt x="9979" y="994"/>
                  <a:pt x="10288" y="882"/>
                  <a:pt x="10595" y="882"/>
                </a:cubicBezTo>
                <a:close/>
                <a:moveTo>
                  <a:pt x="9011" y="1899"/>
                </a:moveTo>
                <a:lnTo>
                  <a:pt x="10807" y="3695"/>
                </a:lnTo>
                <a:lnTo>
                  <a:pt x="7656" y="6845"/>
                </a:lnTo>
                <a:lnTo>
                  <a:pt x="5860" y="5049"/>
                </a:lnTo>
                <a:lnTo>
                  <a:pt x="9011" y="1899"/>
                </a:lnTo>
                <a:close/>
                <a:moveTo>
                  <a:pt x="5293" y="5648"/>
                </a:moveTo>
                <a:lnTo>
                  <a:pt x="7057" y="7444"/>
                </a:lnTo>
                <a:lnTo>
                  <a:pt x="4065" y="10437"/>
                </a:lnTo>
                <a:lnTo>
                  <a:pt x="2300" y="8641"/>
                </a:lnTo>
                <a:lnTo>
                  <a:pt x="5293" y="5648"/>
                </a:lnTo>
                <a:close/>
                <a:moveTo>
                  <a:pt x="2017" y="9523"/>
                </a:moveTo>
                <a:lnTo>
                  <a:pt x="3245" y="10752"/>
                </a:lnTo>
                <a:lnTo>
                  <a:pt x="1733" y="11004"/>
                </a:lnTo>
                <a:lnTo>
                  <a:pt x="2017" y="9523"/>
                </a:lnTo>
                <a:close/>
                <a:moveTo>
                  <a:pt x="7762" y="1"/>
                </a:moveTo>
                <a:cubicBezTo>
                  <a:pt x="7443" y="1"/>
                  <a:pt x="7120" y="119"/>
                  <a:pt x="6868" y="355"/>
                </a:cubicBezTo>
                <a:lnTo>
                  <a:pt x="4569" y="2624"/>
                </a:lnTo>
                <a:cubicBezTo>
                  <a:pt x="4411" y="2781"/>
                  <a:pt x="4411" y="3065"/>
                  <a:pt x="4569" y="3222"/>
                </a:cubicBezTo>
                <a:cubicBezTo>
                  <a:pt x="4647" y="3301"/>
                  <a:pt x="4758" y="3340"/>
                  <a:pt x="4868" y="3340"/>
                </a:cubicBezTo>
                <a:cubicBezTo>
                  <a:pt x="4978" y="3340"/>
                  <a:pt x="5088" y="3301"/>
                  <a:pt x="5167" y="3222"/>
                </a:cubicBezTo>
                <a:lnTo>
                  <a:pt x="7436" y="922"/>
                </a:lnTo>
                <a:cubicBezTo>
                  <a:pt x="7514" y="844"/>
                  <a:pt x="7625" y="804"/>
                  <a:pt x="7735" y="804"/>
                </a:cubicBezTo>
                <a:cubicBezTo>
                  <a:pt x="7845" y="804"/>
                  <a:pt x="7955" y="844"/>
                  <a:pt x="8034" y="922"/>
                </a:cubicBezTo>
                <a:lnTo>
                  <a:pt x="8475" y="1363"/>
                </a:lnTo>
                <a:lnTo>
                  <a:pt x="5041" y="4797"/>
                </a:lnTo>
                <a:lnTo>
                  <a:pt x="1450" y="8389"/>
                </a:lnTo>
                <a:cubicBezTo>
                  <a:pt x="1418" y="8420"/>
                  <a:pt x="1387" y="8483"/>
                  <a:pt x="1355" y="8578"/>
                </a:cubicBezTo>
                <a:cubicBezTo>
                  <a:pt x="1355" y="8610"/>
                  <a:pt x="1387" y="8420"/>
                  <a:pt x="883" y="11319"/>
                </a:cubicBezTo>
                <a:lnTo>
                  <a:pt x="158" y="12044"/>
                </a:lnTo>
                <a:cubicBezTo>
                  <a:pt x="0" y="12201"/>
                  <a:pt x="0" y="12485"/>
                  <a:pt x="158" y="12642"/>
                </a:cubicBezTo>
                <a:cubicBezTo>
                  <a:pt x="237" y="12721"/>
                  <a:pt x="347" y="12760"/>
                  <a:pt x="457" y="12760"/>
                </a:cubicBezTo>
                <a:cubicBezTo>
                  <a:pt x="567" y="12760"/>
                  <a:pt x="678" y="12721"/>
                  <a:pt x="756" y="12642"/>
                </a:cubicBezTo>
                <a:lnTo>
                  <a:pt x="1450" y="11918"/>
                </a:lnTo>
                <a:cubicBezTo>
                  <a:pt x="1513" y="11918"/>
                  <a:pt x="4191" y="11445"/>
                  <a:pt x="4191" y="11445"/>
                </a:cubicBezTo>
                <a:cubicBezTo>
                  <a:pt x="4254" y="11445"/>
                  <a:pt x="4317" y="11413"/>
                  <a:pt x="4380" y="11382"/>
                </a:cubicBezTo>
                <a:lnTo>
                  <a:pt x="12130" y="3600"/>
                </a:lnTo>
                <a:cubicBezTo>
                  <a:pt x="12539" y="3222"/>
                  <a:pt x="12728" y="2718"/>
                  <a:pt x="12728" y="2151"/>
                </a:cubicBezTo>
                <a:cubicBezTo>
                  <a:pt x="12697" y="985"/>
                  <a:pt x="11783" y="72"/>
                  <a:pt x="10649" y="72"/>
                </a:cubicBezTo>
                <a:cubicBezTo>
                  <a:pt x="10082" y="72"/>
                  <a:pt x="9578" y="261"/>
                  <a:pt x="9168" y="670"/>
                </a:cubicBezTo>
                <a:lnTo>
                  <a:pt x="9074" y="765"/>
                </a:lnTo>
                <a:lnTo>
                  <a:pt x="8633" y="355"/>
                </a:lnTo>
                <a:cubicBezTo>
                  <a:pt x="8396" y="119"/>
                  <a:pt x="8081" y="1"/>
                  <a:pt x="776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524" name="Google Shape;10524;p135"/>
          <p:cNvGrpSpPr/>
          <p:nvPr/>
        </p:nvGrpSpPr>
        <p:grpSpPr>
          <a:xfrm>
            <a:off x="2623344" y="3084199"/>
            <a:ext cx="372824" cy="372058"/>
            <a:chOff x="-38686275" y="2314400"/>
            <a:chExt cx="316650" cy="316000"/>
          </a:xfrm>
        </p:grpSpPr>
        <p:sp>
          <p:nvSpPr>
            <p:cNvPr id="10525" name="Google Shape;10525;p135"/>
            <p:cNvSpPr/>
            <p:nvPr/>
          </p:nvSpPr>
          <p:spPr>
            <a:xfrm>
              <a:off x="-38686275" y="2314400"/>
              <a:ext cx="316650" cy="316000"/>
            </a:xfrm>
            <a:custGeom>
              <a:rect b="b" l="l" r="r" t="t"/>
              <a:pathLst>
                <a:path extrusionOk="0" h="12640" w="12666">
                  <a:moveTo>
                    <a:pt x="8161" y="852"/>
                  </a:moveTo>
                  <a:cubicBezTo>
                    <a:pt x="8381" y="852"/>
                    <a:pt x="8539" y="1041"/>
                    <a:pt x="8570" y="1262"/>
                  </a:cubicBezTo>
                  <a:lnTo>
                    <a:pt x="8570" y="1703"/>
                  </a:lnTo>
                  <a:lnTo>
                    <a:pt x="4160" y="1703"/>
                  </a:lnTo>
                  <a:lnTo>
                    <a:pt x="4160" y="1230"/>
                  </a:lnTo>
                  <a:lnTo>
                    <a:pt x="4128" y="1230"/>
                  </a:lnTo>
                  <a:cubicBezTo>
                    <a:pt x="4128" y="1199"/>
                    <a:pt x="4128" y="1104"/>
                    <a:pt x="4160" y="1073"/>
                  </a:cubicBezTo>
                  <a:cubicBezTo>
                    <a:pt x="4254" y="915"/>
                    <a:pt x="4380" y="852"/>
                    <a:pt x="4569" y="852"/>
                  </a:cubicBezTo>
                  <a:close/>
                  <a:moveTo>
                    <a:pt x="11437" y="2427"/>
                  </a:moveTo>
                  <a:cubicBezTo>
                    <a:pt x="11658" y="2427"/>
                    <a:pt x="11815" y="2616"/>
                    <a:pt x="11847" y="2805"/>
                  </a:cubicBezTo>
                  <a:lnTo>
                    <a:pt x="11847" y="5641"/>
                  </a:lnTo>
                  <a:cubicBezTo>
                    <a:pt x="11847" y="5830"/>
                    <a:pt x="11721" y="5987"/>
                    <a:pt x="11563" y="6050"/>
                  </a:cubicBezTo>
                  <a:cubicBezTo>
                    <a:pt x="11542" y="6061"/>
                    <a:pt x="11532" y="6064"/>
                    <a:pt x="11478" y="6064"/>
                  </a:cubicBezTo>
                  <a:cubicBezTo>
                    <a:pt x="11371" y="6064"/>
                    <a:pt x="11091" y="6050"/>
                    <a:pt x="10208" y="6050"/>
                  </a:cubicBezTo>
                  <a:lnTo>
                    <a:pt x="10208" y="4822"/>
                  </a:lnTo>
                  <a:cubicBezTo>
                    <a:pt x="10208" y="4570"/>
                    <a:pt x="9988" y="4381"/>
                    <a:pt x="9767" y="4381"/>
                  </a:cubicBezTo>
                  <a:lnTo>
                    <a:pt x="8129" y="4381"/>
                  </a:lnTo>
                  <a:cubicBezTo>
                    <a:pt x="7877" y="4381"/>
                    <a:pt x="7688" y="4570"/>
                    <a:pt x="7688" y="4822"/>
                  </a:cubicBezTo>
                  <a:lnTo>
                    <a:pt x="7688" y="6050"/>
                  </a:lnTo>
                  <a:lnTo>
                    <a:pt x="4916" y="6050"/>
                  </a:lnTo>
                  <a:lnTo>
                    <a:pt x="4916" y="4822"/>
                  </a:lnTo>
                  <a:cubicBezTo>
                    <a:pt x="4916" y="4570"/>
                    <a:pt x="4727" y="4381"/>
                    <a:pt x="4506" y="4381"/>
                  </a:cubicBezTo>
                  <a:lnTo>
                    <a:pt x="2836" y="4381"/>
                  </a:lnTo>
                  <a:cubicBezTo>
                    <a:pt x="2710" y="4381"/>
                    <a:pt x="2647" y="4412"/>
                    <a:pt x="2553" y="4507"/>
                  </a:cubicBezTo>
                  <a:cubicBezTo>
                    <a:pt x="2490" y="4570"/>
                    <a:pt x="2458" y="4696"/>
                    <a:pt x="2458" y="4790"/>
                  </a:cubicBezTo>
                  <a:lnTo>
                    <a:pt x="2458" y="5987"/>
                  </a:lnTo>
                  <a:lnTo>
                    <a:pt x="1230" y="5987"/>
                  </a:lnTo>
                  <a:cubicBezTo>
                    <a:pt x="978" y="5987"/>
                    <a:pt x="820" y="5798"/>
                    <a:pt x="788" y="5578"/>
                  </a:cubicBezTo>
                  <a:lnTo>
                    <a:pt x="788" y="2805"/>
                  </a:lnTo>
                  <a:cubicBezTo>
                    <a:pt x="788" y="2585"/>
                    <a:pt x="978" y="2427"/>
                    <a:pt x="1230" y="2427"/>
                  </a:cubicBezTo>
                  <a:close/>
                  <a:moveTo>
                    <a:pt x="4128" y="5200"/>
                  </a:moveTo>
                  <a:lnTo>
                    <a:pt x="4128" y="6428"/>
                  </a:lnTo>
                  <a:cubicBezTo>
                    <a:pt x="4128" y="6586"/>
                    <a:pt x="4065" y="6712"/>
                    <a:pt x="3939" y="6775"/>
                  </a:cubicBezTo>
                  <a:cubicBezTo>
                    <a:pt x="3857" y="6826"/>
                    <a:pt x="3768" y="6851"/>
                    <a:pt x="3684" y="6851"/>
                  </a:cubicBezTo>
                  <a:cubicBezTo>
                    <a:pt x="3508" y="6851"/>
                    <a:pt x="3351" y="6746"/>
                    <a:pt x="3309" y="6554"/>
                  </a:cubicBezTo>
                  <a:lnTo>
                    <a:pt x="3309" y="5200"/>
                  </a:lnTo>
                  <a:close/>
                  <a:moveTo>
                    <a:pt x="9358" y="5200"/>
                  </a:moveTo>
                  <a:lnTo>
                    <a:pt x="9358" y="6428"/>
                  </a:lnTo>
                  <a:cubicBezTo>
                    <a:pt x="9358" y="6586"/>
                    <a:pt x="9295" y="6712"/>
                    <a:pt x="9169" y="6775"/>
                  </a:cubicBezTo>
                  <a:cubicBezTo>
                    <a:pt x="9097" y="6826"/>
                    <a:pt x="9015" y="6851"/>
                    <a:pt x="8934" y="6851"/>
                  </a:cubicBezTo>
                  <a:cubicBezTo>
                    <a:pt x="8766" y="6851"/>
                    <a:pt x="8602" y="6746"/>
                    <a:pt x="8539" y="6554"/>
                  </a:cubicBezTo>
                  <a:lnTo>
                    <a:pt x="8539" y="5200"/>
                  </a:lnTo>
                  <a:close/>
                  <a:moveTo>
                    <a:pt x="11059" y="6869"/>
                  </a:moveTo>
                  <a:lnTo>
                    <a:pt x="11059" y="11438"/>
                  </a:lnTo>
                  <a:lnTo>
                    <a:pt x="11028" y="11438"/>
                  </a:lnTo>
                  <a:cubicBezTo>
                    <a:pt x="11028" y="11658"/>
                    <a:pt x="10839" y="11816"/>
                    <a:pt x="10618" y="11816"/>
                  </a:cubicBezTo>
                  <a:lnTo>
                    <a:pt x="2080" y="11816"/>
                  </a:lnTo>
                  <a:cubicBezTo>
                    <a:pt x="1860" y="11816"/>
                    <a:pt x="1702" y="11627"/>
                    <a:pt x="1702" y="11438"/>
                  </a:cubicBezTo>
                  <a:lnTo>
                    <a:pt x="1702" y="6869"/>
                  </a:lnTo>
                  <a:lnTo>
                    <a:pt x="2616" y="6869"/>
                  </a:lnTo>
                  <a:cubicBezTo>
                    <a:pt x="2710" y="7216"/>
                    <a:pt x="3025" y="7531"/>
                    <a:pt x="3403" y="7657"/>
                  </a:cubicBezTo>
                  <a:cubicBezTo>
                    <a:pt x="3520" y="7692"/>
                    <a:pt x="3637" y="7709"/>
                    <a:pt x="3752" y="7709"/>
                  </a:cubicBezTo>
                  <a:cubicBezTo>
                    <a:pt x="4263" y="7709"/>
                    <a:pt x="4736" y="7383"/>
                    <a:pt x="4916" y="6869"/>
                  </a:cubicBezTo>
                  <a:lnTo>
                    <a:pt x="7846" y="6869"/>
                  </a:lnTo>
                  <a:cubicBezTo>
                    <a:pt x="8017" y="7384"/>
                    <a:pt x="8513" y="7708"/>
                    <a:pt x="9036" y="7708"/>
                  </a:cubicBezTo>
                  <a:cubicBezTo>
                    <a:pt x="9185" y="7708"/>
                    <a:pt x="9337" y="7682"/>
                    <a:pt x="9484" y="7626"/>
                  </a:cubicBezTo>
                  <a:cubicBezTo>
                    <a:pt x="9799" y="7500"/>
                    <a:pt x="10082" y="7216"/>
                    <a:pt x="10145" y="6869"/>
                  </a:cubicBezTo>
                  <a:close/>
                  <a:moveTo>
                    <a:pt x="8211" y="0"/>
                  </a:moveTo>
                  <a:cubicBezTo>
                    <a:pt x="8194" y="0"/>
                    <a:pt x="8177" y="1"/>
                    <a:pt x="8161" y="1"/>
                  </a:cubicBezTo>
                  <a:lnTo>
                    <a:pt x="4569" y="1"/>
                  </a:lnTo>
                  <a:cubicBezTo>
                    <a:pt x="3907" y="1"/>
                    <a:pt x="3309" y="569"/>
                    <a:pt x="3340" y="1230"/>
                  </a:cubicBezTo>
                  <a:lnTo>
                    <a:pt x="3340" y="1671"/>
                  </a:lnTo>
                  <a:lnTo>
                    <a:pt x="1261" y="1671"/>
                  </a:lnTo>
                  <a:cubicBezTo>
                    <a:pt x="599" y="1671"/>
                    <a:pt x="1" y="2207"/>
                    <a:pt x="1" y="2868"/>
                  </a:cubicBezTo>
                  <a:lnTo>
                    <a:pt x="1" y="5641"/>
                  </a:lnTo>
                  <a:cubicBezTo>
                    <a:pt x="1" y="6145"/>
                    <a:pt x="316" y="6617"/>
                    <a:pt x="820" y="6838"/>
                  </a:cubicBezTo>
                  <a:lnTo>
                    <a:pt x="820" y="11438"/>
                  </a:lnTo>
                  <a:cubicBezTo>
                    <a:pt x="820" y="12067"/>
                    <a:pt x="1333" y="12639"/>
                    <a:pt x="1953" y="12639"/>
                  </a:cubicBezTo>
                  <a:cubicBezTo>
                    <a:pt x="1984" y="12639"/>
                    <a:pt x="2016" y="12638"/>
                    <a:pt x="2049" y="12635"/>
                  </a:cubicBezTo>
                  <a:lnTo>
                    <a:pt x="10587" y="12635"/>
                  </a:lnTo>
                  <a:cubicBezTo>
                    <a:pt x="11248" y="12635"/>
                    <a:pt x="11847" y="12099"/>
                    <a:pt x="11815" y="11438"/>
                  </a:cubicBezTo>
                  <a:lnTo>
                    <a:pt x="11815" y="6838"/>
                  </a:lnTo>
                  <a:cubicBezTo>
                    <a:pt x="12288" y="6680"/>
                    <a:pt x="12634" y="6208"/>
                    <a:pt x="12634" y="5641"/>
                  </a:cubicBezTo>
                  <a:lnTo>
                    <a:pt x="12634" y="2868"/>
                  </a:lnTo>
                  <a:cubicBezTo>
                    <a:pt x="12666" y="2207"/>
                    <a:pt x="12130" y="1640"/>
                    <a:pt x="11469" y="1640"/>
                  </a:cubicBezTo>
                  <a:lnTo>
                    <a:pt x="9358" y="1640"/>
                  </a:lnTo>
                  <a:lnTo>
                    <a:pt x="9358" y="1230"/>
                  </a:lnTo>
                  <a:cubicBezTo>
                    <a:pt x="9358" y="585"/>
                    <a:pt x="8849" y="0"/>
                    <a:pt x="821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6" name="Google Shape;10526;p135"/>
            <p:cNvSpPr/>
            <p:nvPr/>
          </p:nvSpPr>
          <p:spPr>
            <a:xfrm>
              <a:off x="-38583075" y="2527075"/>
              <a:ext cx="111075" cy="63050"/>
            </a:xfrm>
            <a:custGeom>
              <a:rect b="b" l="l" r="r" t="t"/>
              <a:pathLst>
                <a:path extrusionOk="0" h="2522" w="4443">
                  <a:moveTo>
                    <a:pt x="3592" y="851"/>
                  </a:moveTo>
                  <a:lnTo>
                    <a:pt x="3592" y="1670"/>
                  </a:lnTo>
                  <a:lnTo>
                    <a:pt x="819" y="1670"/>
                  </a:lnTo>
                  <a:lnTo>
                    <a:pt x="819" y="851"/>
                  </a:lnTo>
                  <a:close/>
                  <a:moveTo>
                    <a:pt x="441" y="1"/>
                  </a:moveTo>
                  <a:cubicBezTo>
                    <a:pt x="189" y="1"/>
                    <a:pt x="0" y="221"/>
                    <a:pt x="0" y="442"/>
                  </a:cubicBezTo>
                  <a:lnTo>
                    <a:pt x="0" y="2112"/>
                  </a:lnTo>
                  <a:cubicBezTo>
                    <a:pt x="0" y="2332"/>
                    <a:pt x="189" y="2521"/>
                    <a:pt x="441" y="2521"/>
                  </a:cubicBezTo>
                  <a:lnTo>
                    <a:pt x="4033" y="2521"/>
                  </a:lnTo>
                  <a:cubicBezTo>
                    <a:pt x="4253" y="2521"/>
                    <a:pt x="4442" y="2332"/>
                    <a:pt x="4442" y="2112"/>
                  </a:cubicBezTo>
                  <a:lnTo>
                    <a:pt x="4442" y="442"/>
                  </a:lnTo>
                  <a:cubicBezTo>
                    <a:pt x="4411" y="221"/>
                    <a:pt x="4253" y="1"/>
                    <a:pt x="403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27" name="Google Shape;10527;p135"/>
          <p:cNvGrpSpPr/>
          <p:nvPr/>
        </p:nvGrpSpPr>
        <p:grpSpPr>
          <a:xfrm>
            <a:off x="2621946" y="3576239"/>
            <a:ext cx="375620" cy="373736"/>
            <a:chOff x="-38686275" y="2682250"/>
            <a:chExt cx="319025" cy="317425"/>
          </a:xfrm>
        </p:grpSpPr>
        <p:sp>
          <p:nvSpPr>
            <p:cNvPr id="10528" name="Google Shape;10528;p135"/>
            <p:cNvSpPr/>
            <p:nvPr/>
          </p:nvSpPr>
          <p:spPr>
            <a:xfrm>
              <a:off x="-38686275" y="2682250"/>
              <a:ext cx="319025" cy="317425"/>
            </a:xfrm>
            <a:custGeom>
              <a:rect b="b" l="l" r="r" t="t"/>
              <a:pathLst>
                <a:path extrusionOk="0" h="12697" w="12761">
                  <a:moveTo>
                    <a:pt x="11511" y="5995"/>
                  </a:moveTo>
                  <a:cubicBezTo>
                    <a:pt x="11742" y="5995"/>
                    <a:pt x="11941" y="6184"/>
                    <a:pt x="11941" y="6396"/>
                  </a:cubicBezTo>
                  <a:cubicBezTo>
                    <a:pt x="11941" y="6616"/>
                    <a:pt x="11815" y="6774"/>
                    <a:pt x="11626" y="6805"/>
                  </a:cubicBezTo>
                  <a:cubicBezTo>
                    <a:pt x="11576" y="6818"/>
                    <a:pt x="11528" y="6824"/>
                    <a:pt x="11483" y="6824"/>
                  </a:cubicBezTo>
                  <a:cubicBezTo>
                    <a:pt x="11302" y="6824"/>
                    <a:pt x="11166" y="6723"/>
                    <a:pt x="11091" y="6522"/>
                  </a:cubicBezTo>
                  <a:cubicBezTo>
                    <a:pt x="11028" y="6301"/>
                    <a:pt x="11154" y="6081"/>
                    <a:pt x="11374" y="6018"/>
                  </a:cubicBezTo>
                  <a:cubicBezTo>
                    <a:pt x="11420" y="6002"/>
                    <a:pt x="11466" y="5995"/>
                    <a:pt x="11511" y="5995"/>
                  </a:cubicBezTo>
                  <a:close/>
                  <a:moveTo>
                    <a:pt x="5042" y="788"/>
                  </a:moveTo>
                  <a:cubicBezTo>
                    <a:pt x="7310" y="788"/>
                    <a:pt x="9169" y="2615"/>
                    <a:pt x="9169" y="4915"/>
                  </a:cubicBezTo>
                  <a:cubicBezTo>
                    <a:pt x="9169" y="7183"/>
                    <a:pt x="7310" y="9042"/>
                    <a:pt x="5042" y="9042"/>
                  </a:cubicBezTo>
                  <a:cubicBezTo>
                    <a:pt x="3624" y="9042"/>
                    <a:pt x="2364" y="8317"/>
                    <a:pt x="1608" y="7246"/>
                  </a:cubicBezTo>
                  <a:cubicBezTo>
                    <a:pt x="820" y="6049"/>
                    <a:pt x="694" y="4568"/>
                    <a:pt x="1230" y="3308"/>
                  </a:cubicBezTo>
                  <a:cubicBezTo>
                    <a:pt x="1860" y="1827"/>
                    <a:pt x="3309" y="788"/>
                    <a:pt x="5042" y="788"/>
                  </a:cubicBezTo>
                  <a:close/>
                  <a:moveTo>
                    <a:pt x="7531" y="9200"/>
                  </a:moveTo>
                  <a:lnTo>
                    <a:pt x="7531" y="11373"/>
                  </a:lnTo>
                  <a:cubicBezTo>
                    <a:pt x="7531" y="11594"/>
                    <a:pt x="7310" y="11751"/>
                    <a:pt x="7089" y="11814"/>
                  </a:cubicBezTo>
                  <a:lnTo>
                    <a:pt x="2962" y="11814"/>
                  </a:lnTo>
                  <a:cubicBezTo>
                    <a:pt x="2710" y="11814"/>
                    <a:pt x="2553" y="11594"/>
                    <a:pt x="2553" y="11373"/>
                  </a:cubicBezTo>
                  <a:lnTo>
                    <a:pt x="2553" y="9200"/>
                  </a:lnTo>
                  <a:cubicBezTo>
                    <a:pt x="3316" y="9645"/>
                    <a:pt x="4174" y="9873"/>
                    <a:pt x="5041" y="9873"/>
                  </a:cubicBezTo>
                  <a:cubicBezTo>
                    <a:pt x="5892" y="9873"/>
                    <a:pt x="6750" y="9652"/>
                    <a:pt x="7531" y="9200"/>
                  </a:cubicBezTo>
                  <a:close/>
                  <a:moveTo>
                    <a:pt x="4947" y="0"/>
                  </a:moveTo>
                  <a:cubicBezTo>
                    <a:pt x="4296" y="0"/>
                    <a:pt x="3643" y="126"/>
                    <a:pt x="3025" y="378"/>
                  </a:cubicBezTo>
                  <a:cubicBezTo>
                    <a:pt x="1230" y="1134"/>
                    <a:pt x="1" y="2930"/>
                    <a:pt x="1" y="4946"/>
                  </a:cubicBezTo>
                  <a:cubicBezTo>
                    <a:pt x="1" y="6396"/>
                    <a:pt x="631" y="7750"/>
                    <a:pt x="1639" y="8664"/>
                  </a:cubicBezTo>
                  <a:lnTo>
                    <a:pt x="1639" y="11436"/>
                  </a:lnTo>
                  <a:cubicBezTo>
                    <a:pt x="1639" y="12098"/>
                    <a:pt x="2206" y="12697"/>
                    <a:pt x="2868" y="12697"/>
                  </a:cubicBezTo>
                  <a:lnTo>
                    <a:pt x="6995" y="12697"/>
                  </a:lnTo>
                  <a:cubicBezTo>
                    <a:pt x="7562" y="12697"/>
                    <a:pt x="8035" y="12350"/>
                    <a:pt x="8192" y="11877"/>
                  </a:cubicBezTo>
                  <a:cubicBezTo>
                    <a:pt x="10114" y="11720"/>
                    <a:pt x="11847" y="10113"/>
                    <a:pt x="11847" y="8160"/>
                  </a:cubicBezTo>
                  <a:lnTo>
                    <a:pt x="11847" y="7719"/>
                  </a:lnTo>
                  <a:cubicBezTo>
                    <a:pt x="12351" y="7530"/>
                    <a:pt x="12666" y="7089"/>
                    <a:pt x="12666" y="6522"/>
                  </a:cubicBezTo>
                  <a:cubicBezTo>
                    <a:pt x="12760" y="5734"/>
                    <a:pt x="12193" y="5198"/>
                    <a:pt x="11500" y="5198"/>
                  </a:cubicBezTo>
                  <a:cubicBezTo>
                    <a:pt x="10839" y="5198"/>
                    <a:pt x="10240" y="5734"/>
                    <a:pt x="10240" y="6459"/>
                  </a:cubicBezTo>
                  <a:cubicBezTo>
                    <a:pt x="10240" y="6994"/>
                    <a:pt x="10587" y="7435"/>
                    <a:pt x="11059" y="7624"/>
                  </a:cubicBezTo>
                  <a:lnTo>
                    <a:pt x="11059" y="8097"/>
                  </a:lnTo>
                  <a:cubicBezTo>
                    <a:pt x="11059" y="9546"/>
                    <a:pt x="9767" y="10775"/>
                    <a:pt x="8318" y="10964"/>
                  </a:cubicBezTo>
                  <a:lnTo>
                    <a:pt x="8318" y="8664"/>
                  </a:lnTo>
                  <a:cubicBezTo>
                    <a:pt x="8633" y="8380"/>
                    <a:pt x="8885" y="8065"/>
                    <a:pt x="9106" y="7750"/>
                  </a:cubicBezTo>
                  <a:cubicBezTo>
                    <a:pt x="10618" y="5514"/>
                    <a:pt x="10051" y="2395"/>
                    <a:pt x="7751" y="851"/>
                  </a:cubicBezTo>
                  <a:cubicBezTo>
                    <a:pt x="6900" y="284"/>
                    <a:pt x="5925" y="0"/>
                    <a:pt x="49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9" name="Google Shape;10529;p135"/>
            <p:cNvSpPr/>
            <p:nvPr/>
          </p:nvSpPr>
          <p:spPr>
            <a:xfrm>
              <a:off x="-38591750" y="2773600"/>
              <a:ext cx="63025" cy="61350"/>
            </a:xfrm>
            <a:custGeom>
              <a:rect b="b" l="l" r="r" t="t"/>
              <a:pathLst>
                <a:path extrusionOk="0" h="2454" w="2521">
                  <a:moveTo>
                    <a:pt x="1264" y="788"/>
                  </a:moveTo>
                  <a:cubicBezTo>
                    <a:pt x="1315" y="788"/>
                    <a:pt x="1368" y="798"/>
                    <a:pt x="1418" y="820"/>
                  </a:cubicBezTo>
                  <a:cubicBezTo>
                    <a:pt x="1544" y="851"/>
                    <a:pt x="1607" y="977"/>
                    <a:pt x="1639" y="1103"/>
                  </a:cubicBezTo>
                  <a:cubicBezTo>
                    <a:pt x="1716" y="1387"/>
                    <a:pt x="1519" y="1649"/>
                    <a:pt x="1273" y="1649"/>
                  </a:cubicBezTo>
                  <a:cubicBezTo>
                    <a:pt x="1218" y="1649"/>
                    <a:pt x="1161" y="1636"/>
                    <a:pt x="1103" y="1607"/>
                  </a:cubicBezTo>
                  <a:cubicBezTo>
                    <a:pt x="914" y="1544"/>
                    <a:pt x="788" y="1292"/>
                    <a:pt x="851" y="1072"/>
                  </a:cubicBezTo>
                  <a:cubicBezTo>
                    <a:pt x="924" y="902"/>
                    <a:pt x="1090" y="788"/>
                    <a:pt x="1264" y="788"/>
                  </a:cubicBezTo>
                  <a:close/>
                  <a:moveTo>
                    <a:pt x="1261" y="1"/>
                  </a:moveTo>
                  <a:cubicBezTo>
                    <a:pt x="599" y="1"/>
                    <a:pt x="0" y="536"/>
                    <a:pt x="32" y="1229"/>
                  </a:cubicBezTo>
                  <a:cubicBezTo>
                    <a:pt x="32" y="1765"/>
                    <a:pt x="379" y="2238"/>
                    <a:pt x="914" y="2395"/>
                  </a:cubicBezTo>
                  <a:cubicBezTo>
                    <a:pt x="1038" y="2435"/>
                    <a:pt x="1163" y="2453"/>
                    <a:pt x="1285" y="2453"/>
                  </a:cubicBezTo>
                  <a:cubicBezTo>
                    <a:pt x="1939" y="2453"/>
                    <a:pt x="2521" y="1920"/>
                    <a:pt x="2521" y="1229"/>
                  </a:cubicBezTo>
                  <a:cubicBezTo>
                    <a:pt x="2489" y="536"/>
                    <a:pt x="1922" y="1"/>
                    <a:pt x="126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30" name="Google Shape;10530;p135"/>
          <p:cNvGrpSpPr/>
          <p:nvPr/>
        </p:nvGrpSpPr>
        <p:grpSpPr>
          <a:xfrm>
            <a:off x="3940328" y="3574782"/>
            <a:ext cx="391368" cy="376650"/>
            <a:chOff x="-37534750" y="2668075"/>
            <a:chExt cx="332400" cy="319900"/>
          </a:xfrm>
        </p:grpSpPr>
        <p:sp>
          <p:nvSpPr>
            <p:cNvPr id="10531" name="Google Shape;10531;p135"/>
            <p:cNvSpPr/>
            <p:nvPr/>
          </p:nvSpPr>
          <p:spPr>
            <a:xfrm>
              <a:off x="-37534750" y="2668075"/>
              <a:ext cx="332400" cy="319900"/>
            </a:xfrm>
            <a:custGeom>
              <a:rect b="b" l="l" r="r" t="t"/>
              <a:pathLst>
                <a:path extrusionOk="0" h="12796" w="13296">
                  <a:moveTo>
                    <a:pt x="5258" y="834"/>
                  </a:moveTo>
                  <a:cubicBezTo>
                    <a:pt x="5799" y="834"/>
                    <a:pt x="6338" y="935"/>
                    <a:pt x="6837" y="1134"/>
                  </a:cubicBezTo>
                  <a:cubicBezTo>
                    <a:pt x="9105" y="2142"/>
                    <a:pt x="10019" y="4852"/>
                    <a:pt x="8822" y="6963"/>
                  </a:cubicBezTo>
                  <a:cubicBezTo>
                    <a:pt x="8790" y="7026"/>
                    <a:pt x="8790" y="7026"/>
                    <a:pt x="8790" y="7057"/>
                  </a:cubicBezTo>
                  <a:cubicBezTo>
                    <a:pt x="8632" y="7372"/>
                    <a:pt x="8412" y="7656"/>
                    <a:pt x="8160" y="7876"/>
                  </a:cubicBezTo>
                  <a:cubicBezTo>
                    <a:pt x="8002" y="8002"/>
                    <a:pt x="7876" y="8128"/>
                    <a:pt x="7782" y="8191"/>
                  </a:cubicBezTo>
                  <a:cubicBezTo>
                    <a:pt x="7687" y="8223"/>
                    <a:pt x="7719" y="8223"/>
                    <a:pt x="7687" y="8286"/>
                  </a:cubicBezTo>
                  <a:cubicBezTo>
                    <a:pt x="7152" y="8664"/>
                    <a:pt x="6585" y="8947"/>
                    <a:pt x="5923" y="9073"/>
                  </a:cubicBezTo>
                  <a:cubicBezTo>
                    <a:pt x="5694" y="9110"/>
                    <a:pt x="5468" y="9128"/>
                    <a:pt x="5245" y="9128"/>
                  </a:cubicBezTo>
                  <a:cubicBezTo>
                    <a:pt x="2977" y="9128"/>
                    <a:pt x="1071" y="7298"/>
                    <a:pt x="1071" y="4946"/>
                  </a:cubicBezTo>
                  <a:cubicBezTo>
                    <a:pt x="1071" y="3592"/>
                    <a:pt x="1796" y="2268"/>
                    <a:pt x="2899" y="1544"/>
                  </a:cubicBezTo>
                  <a:cubicBezTo>
                    <a:pt x="3603" y="1068"/>
                    <a:pt x="4433" y="834"/>
                    <a:pt x="5258" y="834"/>
                  </a:cubicBezTo>
                  <a:close/>
                  <a:moveTo>
                    <a:pt x="9200" y="7876"/>
                  </a:moveTo>
                  <a:lnTo>
                    <a:pt x="11909" y="10586"/>
                  </a:lnTo>
                  <a:cubicBezTo>
                    <a:pt x="12067" y="10743"/>
                    <a:pt x="12130" y="10901"/>
                    <a:pt x="12130" y="11153"/>
                  </a:cubicBezTo>
                  <a:cubicBezTo>
                    <a:pt x="12130" y="11594"/>
                    <a:pt x="11783" y="11909"/>
                    <a:pt x="11405" y="11909"/>
                  </a:cubicBezTo>
                  <a:cubicBezTo>
                    <a:pt x="11184" y="11909"/>
                    <a:pt x="10995" y="11814"/>
                    <a:pt x="10838" y="11657"/>
                  </a:cubicBezTo>
                  <a:lnTo>
                    <a:pt x="8128" y="8947"/>
                  </a:lnTo>
                  <a:cubicBezTo>
                    <a:pt x="8160" y="8916"/>
                    <a:pt x="8759" y="8506"/>
                    <a:pt x="9200" y="7876"/>
                  </a:cubicBezTo>
                  <a:close/>
                  <a:moveTo>
                    <a:pt x="5198" y="0"/>
                  </a:moveTo>
                  <a:cubicBezTo>
                    <a:pt x="3529" y="0"/>
                    <a:pt x="1985" y="882"/>
                    <a:pt x="1103" y="2205"/>
                  </a:cubicBezTo>
                  <a:cubicBezTo>
                    <a:pt x="158" y="3623"/>
                    <a:pt x="0" y="5387"/>
                    <a:pt x="630" y="6931"/>
                  </a:cubicBezTo>
                  <a:cubicBezTo>
                    <a:pt x="1470" y="8860"/>
                    <a:pt x="3356" y="9972"/>
                    <a:pt x="5251" y="9972"/>
                  </a:cubicBezTo>
                  <a:cubicBezTo>
                    <a:pt x="5988" y="9972"/>
                    <a:pt x="6725" y="9804"/>
                    <a:pt x="7404" y="9452"/>
                  </a:cubicBezTo>
                  <a:lnTo>
                    <a:pt x="10302" y="12318"/>
                  </a:lnTo>
                  <a:cubicBezTo>
                    <a:pt x="10588" y="12626"/>
                    <a:pt x="11026" y="12796"/>
                    <a:pt x="11468" y="12796"/>
                  </a:cubicBezTo>
                  <a:cubicBezTo>
                    <a:pt x="11661" y="12796"/>
                    <a:pt x="11854" y="12763"/>
                    <a:pt x="12035" y="12697"/>
                  </a:cubicBezTo>
                  <a:cubicBezTo>
                    <a:pt x="13043" y="12161"/>
                    <a:pt x="13295" y="10806"/>
                    <a:pt x="12539" y="10050"/>
                  </a:cubicBezTo>
                  <a:lnTo>
                    <a:pt x="9672" y="7183"/>
                  </a:lnTo>
                  <a:cubicBezTo>
                    <a:pt x="10334" y="5860"/>
                    <a:pt x="10334" y="4348"/>
                    <a:pt x="9767" y="3025"/>
                  </a:cubicBezTo>
                  <a:cubicBezTo>
                    <a:pt x="9042" y="1229"/>
                    <a:pt x="7215" y="0"/>
                    <a:pt x="51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2" name="Google Shape;10532;p135"/>
            <p:cNvSpPr/>
            <p:nvPr/>
          </p:nvSpPr>
          <p:spPr>
            <a:xfrm>
              <a:off x="-37487500" y="2709475"/>
              <a:ext cx="165425" cy="164450"/>
            </a:xfrm>
            <a:custGeom>
              <a:rect b="b" l="l" r="r" t="t"/>
              <a:pathLst>
                <a:path extrusionOk="0" h="6578" w="6617">
                  <a:moveTo>
                    <a:pt x="3308" y="833"/>
                  </a:moveTo>
                  <a:cubicBezTo>
                    <a:pt x="4695" y="833"/>
                    <a:pt x="5797" y="1936"/>
                    <a:pt x="5797" y="3290"/>
                  </a:cubicBezTo>
                  <a:cubicBezTo>
                    <a:pt x="5797" y="4614"/>
                    <a:pt x="4726" y="5779"/>
                    <a:pt x="3308" y="5779"/>
                  </a:cubicBezTo>
                  <a:cubicBezTo>
                    <a:pt x="1954" y="5779"/>
                    <a:pt x="851" y="4677"/>
                    <a:pt x="851" y="3290"/>
                  </a:cubicBezTo>
                  <a:cubicBezTo>
                    <a:pt x="851" y="1936"/>
                    <a:pt x="1954" y="833"/>
                    <a:pt x="3308" y="833"/>
                  </a:cubicBezTo>
                  <a:close/>
                  <a:moveTo>
                    <a:pt x="3319" y="0"/>
                  </a:moveTo>
                  <a:cubicBezTo>
                    <a:pt x="2880" y="0"/>
                    <a:pt x="2438" y="81"/>
                    <a:pt x="2017" y="234"/>
                  </a:cubicBezTo>
                  <a:cubicBezTo>
                    <a:pt x="851" y="738"/>
                    <a:pt x="0" y="1936"/>
                    <a:pt x="0" y="3259"/>
                  </a:cubicBezTo>
                  <a:cubicBezTo>
                    <a:pt x="0" y="4362"/>
                    <a:pt x="568" y="5401"/>
                    <a:pt x="1481" y="6031"/>
                  </a:cubicBezTo>
                  <a:cubicBezTo>
                    <a:pt x="2033" y="6405"/>
                    <a:pt x="2645" y="6578"/>
                    <a:pt x="3255" y="6578"/>
                  </a:cubicBezTo>
                  <a:cubicBezTo>
                    <a:pt x="3725" y="6578"/>
                    <a:pt x="4193" y="6475"/>
                    <a:pt x="4632" y="6283"/>
                  </a:cubicBezTo>
                  <a:cubicBezTo>
                    <a:pt x="5829" y="5748"/>
                    <a:pt x="6585" y="4551"/>
                    <a:pt x="6585" y="3259"/>
                  </a:cubicBezTo>
                  <a:cubicBezTo>
                    <a:pt x="6616" y="2219"/>
                    <a:pt x="6081" y="1180"/>
                    <a:pt x="5167" y="549"/>
                  </a:cubicBezTo>
                  <a:cubicBezTo>
                    <a:pt x="4605" y="175"/>
                    <a:pt x="3965" y="0"/>
                    <a:pt x="33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33" name="Google Shape;10533;p135"/>
          <p:cNvSpPr/>
          <p:nvPr/>
        </p:nvSpPr>
        <p:spPr>
          <a:xfrm>
            <a:off x="2106751" y="1307496"/>
            <a:ext cx="375591" cy="372588"/>
          </a:xfrm>
          <a:custGeom>
            <a:rect b="b" l="l" r="r" t="t"/>
            <a:pathLst>
              <a:path extrusionOk="0" h="12658" w="12760">
                <a:moveTo>
                  <a:pt x="6270" y="1032"/>
                </a:moveTo>
                <a:lnTo>
                  <a:pt x="6932" y="1693"/>
                </a:lnTo>
                <a:lnTo>
                  <a:pt x="5640" y="1693"/>
                </a:lnTo>
                <a:lnTo>
                  <a:pt x="6270" y="1032"/>
                </a:lnTo>
                <a:close/>
                <a:moveTo>
                  <a:pt x="11342" y="2481"/>
                </a:moveTo>
                <a:lnTo>
                  <a:pt x="10523" y="3300"/>
                </a:lnTo>
                <a:lnTo>
                  <a:pt x="2332" y="3300"/>
                </a:lnTo>
                <a:lnTo>
                  <a:pt x="1513" y="2481"/>
                </a:lnTo>
                <a:close/>
                <a:moveTo>
                  <a:pt x="8381" y="9381"/>
                </a:moveTo>
                <a:lnTo>
                  <a:pt x="8381" y="10200"/>
                </a:lnTo>
                <a:lnTo>
                  <a:pt x="6711" y="10200"/>
                </a:lnTo>
                <a:lnTo>
                  <a:pt x="6711" y="9381"/>
                </a:lnTo>
                <a:close/>
                <a:moveTo>
                  <a:pt x="10303" y="4151"/>
                </a:moveTo>
                <a:lnTo>
                  <a:pt x="10303" y="10200"/>
                </a:lnTo>
                <a:lnTo>
                  <a:pt x="9200" y="10200"/>
                </a:lnTo>
                <a:lnTo>
                  <a:pt x="9200" y="9003"/>
                </a:lnTo>
                <a:cubicBezTo>
                  <a:pt x="9200" y="8751"/>
                  <a:pt x="8980" y="8562"/>
                  <a:pt x="8759" y="8562"/>
                </a:cubicBezTo>
                <a:lnTo>
                  <a:pt x="6270" y="8562"/>
                </a:lnTo>
                <a:cubicBezTo>
                  <a:pt x="6050" y="8562"/>
                  <a:pt x="5892" y="8751"/>
                  <a:pt x="5892" y="9003"/>
                </a:cubicBezTo>
                <a:lnTo>
                  <a:pt x="5892" y="10200"/>
                </a:lnTo>
                <a:lnTo>
                  <a:pt x="2584" y="10200"/>
                </a:lnTo>
                <a:lnTo>
                  <a:pt x="2584" y="4151"/>
                </a:lnTo>
                <a:close/>
                <a:moveTo>
                  <a:pt x="914" y="3080"/>
                </a:moveTo>
                <a:lnTo>
                  <a:pt x="1733" y="3899"/>
                </a:lnTo>
                <a:lnTo>
                  <a:pt x="1733" y="10452"/>
                </a:lnTo>
                <a:lnTo>
                  <a:pt x="914" y="11271"/>
                </a:lnTo>
                <a:lnTo>
                  <a:pt x="914" y="3080"/>
                </a:lnTo>
                <a:close/>
                <a:moveTo>
                  <a:pt x="11941" y="3080"/>
                </a:moveTo>
                <a:lnTo>
                  <a:pt x="11941" y="11271"/>
                </a:lnTo>
                <a:lnTo>
                  <a:pt x="11122" y="10452"/>
                </a:lnTo>
                <a:lnTo>
                  <a:pt x="11122" y="3899"/>
                </a:lnTo>
                <a:lnTo>
                  <a:pt x="11941" y="3080"/>
                </a:lnTo>
                <a:close/>
                <a:moveTo>
                  <a:pt x="10492" y="11050"/>
                </a:moveTo>
                <a:lnTo>
                  <a:pt x="11311" y="11870"/>
                </a:lnTo>
                <a:lnTo>
                  <a:pt x="1481" y="11870"/>
                </a:lnTo>
                <a:lnTo>
                  <a:pt x="2300" y="11050"/>
                </a:lnTo>
                <a:close/>
                <a:moveTo>
                  <a:pt x="6254" y="0"/>
                </a:moveTo>
                <a:cubicBezTo>
                  <a:pt x="6144" y="0"/>
                  <a:pt x="6034" y="39"/>
                  <a:pt x="5955" y="118"/>
                </a:cubicBezTo>
                <a:lnTo>
                  <a:pt x="4443" y="1662"/>
                </a:lnTo>
                <a:lnTo>
                  <a:pt x="379" y="1662"/>
                </a:lnTo>
                <a:cubicBezTo>
                  <a:pt x="221" y="1693"/>
                  <a:pt x="95" y="1819"/>
                  <a:pt x="64" y="1946"/>
                </a:cubicBezTo>
                <a:cubicBezTo>
                  <a:pt x="1" y="2009"/>
                  <a:pt x="64" y="1473"/>
                  <a:pt x="64" y="12248"/>
                </a:cubicBezTo>
                <a:cubicBezTo>
                  <a:pt x="64" y="12374"/>
                  <a:pt x="95" y="12500"/>
                  <a:pt x="221" y="12563"/>
                </a:cubicBezTo>
                <a:cubicBezTo>
                  <a:pt x="284" y="12657"/>
                  <a:pt x="379" y="12657"/>
                  <a:pt x="473" y="12657"/>
                </a:cubicBezTo>
                <a:lnTo>
                  <a:pt x="12351" y="12657"/>
                </a:lnTo>
                <a:cubicBezTo>
                  <a:pt x="12571" y="12657"/>
                  <a:pt x="12729" y="12468"/>
                  <a:pt x="12729" y="12216"/>
                </a:cubicBezTo>
                <a:lnTo>
                  <a:pt x="12729" y="2009"/>
                </a:lnTo>
                <a:cubicBezTo>
                  <a:pt x="12760" y="1851"/>
                  <a:pt x="12571" y="1662"/>
                  <a:pt x="12351" y="1662"/>
                </a:cubicBezTo>
                <a:lnTo>
                  <a:pt x="8097" y="1662"/>
                </a:lnTo>
                <a:lnTo>
                  <a:pt x="6554" y="118"/>
                </a:lnTo>
                <a:cubicBezTo>
                  <a:pt x="6475" y="39"/>
                  <a:pt x="6365" y="0"/>
                  <a:pt x="625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534" name="Google Shape;10534;p135"/>
          <p:cNvGrpSpPr/>
          <p:nvPr/>
        </p:nvGrpSpPr>
        <p:grpSpPr>
          <a:xfrm>
            <a:off x="2131694" y="1755917"/>
            <a:ext cx="375591" cy="374060"/>
            <a:chOff x="-42062025" y="2316000"/>
            <a:chExt cx="319000" cy="317700"/>
          </a:xfrm>
        </p:grpSpPr>
        <p:sp>
          <p:nvSpPr>
            <p:cNvPr id="10535" name="Google Shape;10535;p135"/>
            <p:cNvSpPr/>
            <p:nvPr/>
          </p:nvSpPr>
          <p:spPr>
            <a:xfrm>
              <a:off x="-41965150" y="2477075"/>
              <a:ext cx="124475" cy="112675"/>
            </a:xfrm>
            <a:custGeom>
              <a:rect b="b" l="l" r="r" t="t"/>
              <a:pathLst>
                <a:path extrusionOk="0" h="4507" w="4979">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6" name="Google Shape;10536;p135"/>
            <p:cNvSpPr/>
            <p:nvPr/>
          </p:nvSpPr>
          <p:spPr>
            <a:xfrm>
              <a:off x="-42062025" y="2316000"/>
              <a:ext cx="319000" cy="317700"/>
            </a:xfrm>
            <a:custGeom>
              <a:rect b="b" l="l" r="r" t="t"/>
              <a:pathLst>
                <a:path extrusionOk="0" h="12708" w="1276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37" name="Google Shape;10537;p135"/>
          <p:cNvSpPr/>
          <p:nvPr/>
        </p:nvSpPr>
        <p:spPr>
          <a:xfrm>
            <a:off x="2135027" y="2187352"/>
            <a:ext cx="378387" cy="375296"/>
          </a:xfrm>
          <a:custGeom>
            <a:rect b="b" l="l" r="r" t="t"/>
            <a:pathLst>
              <a:path extrusionOk="0" h="12750" w="12855">
                <a:moveTo>
                  <a:pt x="6304" y="770"/>
                </a:moveTo>
                <a:cubicBezTo>
                  <a:pt x="6519" y="770"/>
                  <a:pt x="6711" y="952"/>
                  <a:pt x="6711" y="1186"/>
                </a:cubicBezTo>
                <a:lnTo>
                  <a:pt x="6711" y="1659"/>
                </a:lnTo>
                <a:cubicBezTo>
                  <a:pt x="6569" y="1643"/>
                  <a:pt x="6435" y="1635"/>
                  <a:pt x="6302" y="1635"/>
                </a:cubicBezTo>
                <a:cubicBezTo>
                  <a:pt x="6168" y="1635"/>
                  <a:pt x="6034" y="1643"/>
                  <a:pt x="5892" y="1659"/>
                </a:cubicBezTo>
                <a:lnTo>
                  <a:pt x="5892" y="1186"/>
                </a:lnTo>
                <a:cubicBezTo>
                  <a:pt x="5892" y="1029"/>
                  <a:pt x="5955" y="934"/>
                  <a:pt x="6081" y="840"/>
                </a:cubicBezTo>
                <a:cubicBezTo>
                  <a:pt x="6154" y="791"/>
                  <a:pt x="6230" y="770"/>
                  <a:pt x="6304" y="770"/>
                </a:cubicBezTo>
                <a:close/>
                <a:moveTo>
                  <a:pt x="6249" y="2423"/>
                </a:moveTo>
                <a:cubicBezTo>
                  <a:pt x="7067" y="2423"/>
                  <a:pt x="7748" y="3312"/>
                  <a:pt x="7373" y="4148"/>
                </a:cubicBezTo>
                <a:cubicBezTo>
                  <a:pt x="7184" y="4619"/>
                  <a:pt x="6731" y="4914"/>
                  <a:pt x="6251" y="4914"/>
                </a:cubicBezTo>
                <a:cubicBezTo>
                  <a:pt x="6089" y="4914"/>
                  <a:pt x="5925" y="4881"/>
                  <a:pt x="5766" y="4809"/>
                </a:cubicBezTo>
                <a:cubicBezTo>
                  <a:pt x="5136" y="4557"/>
                  <a:pt x="4852" y="3707"/>
                  <a:pt x="5230" y="3045"/>
                </a:cubicBezTo>
                <a:cubicBezTo>
                  <a:pt x="5325" y="2856"/>
                  <a:pt x="5482" y="2699"/>
                  <a:pt x="5640" y="2604"/>
                </a:cubicBezTo>
                <a:cubicBezTo>
                  <a:pt x="5766" y="2541"/>
                  <a:pt x="5892" y="2510"/>
                  <a:pt x="6018" y="2447"/>
                </a:cubicBezTo>
                <a:cubicBezTo>
                  <a:pt x="6096" y="2431"/>
                  <a:pt x="6173" y="2423"/>
                  <a:pt x="6249" y="2423"/>
                </a:cubicBezTo>
                <a:close/>
                <a:moveTo>
                  <a:pt x="4852" y="5156"/>
                </a:moveTo>
                <a:cubicBezTo>
                  <a:pt x="5041" y="5377"/>
                  <a:pt x="5293" y="5534"/>
                  <a:pt x="5577" y="5597"/>
                </a:cubicBezTo>
                <a:lnTo>
                  <a:pt x="3939" y="8243"/>
                </a:lnTo>
                <a:lnTo>
                  <a:pt x="2962" y="8243"/>
                </a:lnTo>
                <a:lnTo>
                  <a:pt x="4852" y="5156"/>
                </a:lnTo>
                <a:close/>
                <a:moveTo>
                  <a:pt x="7719" y="5187"/>
                </a:moveTo>
                <a:lnTo>
                  <a:pt x="9610" y="8243"/>
                </a:lnTo>
                <a:lnTo>
                  <a:pt x="8633" y="8243"/>
                </a:lnTo>
                <a:lnTo>
                  <a:pt x="7026" y="5597"/>
                </a:lnTo>
                <a:cubicBezTo>
                  <a:pt x="7310" y="5503"/>
                  <a:pt x="7530" y="5377"/>
                  <a:pt x="7719" y="5187"/>
                </a:cubicBezTo>
                <a:close/>
                <a:moveTo>
                  <a:pt x="6333" y="6007"/>
                </a:moveTo>
                <a:lnTo>
                  <a:pt x="7688" y="8275"/>
                </a:lnTo>
                <a:lnTo>
                  <a:pt x="7467" y="8275"/>
                </a:lnTo>
                <a:lnTo>
                  <a:pt x="7467" y="8243"/>
                </a:lnTo>
                <a:cubicBezTo>
                  <a:pt x="7373" y="7960"/>
                  <a:pt x="7215" y="7771"/>
                  <a:pt x="6995" y="7613"/>
                </a:cubicBezTo>
                <a:cubicBezTo>
                  <a:pt x="6783" y="7462"/>
                  <a:pt x="6545" y="7391"/>
                  <a:pt x="6310" y="7391"/>
                </a:cubicBezTo>
                <a:cubicBezTo>
                  <a:pt x="5812" y="7391"/>
                  <a:pt x="5329" y="7708"/>
                  <a:pt x="5136" y="8243"/>
                </a:cubicBezTo>
                <a:lnTo>
                  <a:pt x="4947" y="8243"/>
                </a:lnTo>
                <a:lnTo>
                  <a:pt x="6333" y="6007"/>
                </a:lnTo>
                <a:close/>
                <a:moveTo>
                  <a:pt x="6274" y="8212"/>
                </a:moveTo>
                <a:cubicBezTo>
                  <a:pt x="6325" y="8212"/>
                  <a:pt x="6377" y="8222"/>
                  <a:pt x="6428" y="8243"/>
                </a:cubicBezTo>
                <a:cubicBezTo>
                  <a:pt x="6585" y="8306"/>
                  <a:pt x="6680" y="8495"/>
                  <a:pt x="6680" y="8653"/>
                </a:cubicBezTo>
                <a:cubicBezTo>
                  <a:pt x="6704" y="8901"/>
                  <a:pt x="6515" y="9071"/>
                  <a:pt x="6295" y="9071"/>
                </a:cubicBezTo>
                <a:cubicBezTo>
                  <a:pt x="6235" y="9071"/>
                  <a:pt x="6173" y="9058"/>
                  <a:pt x="6113" y="9031"/>
                </a:cubicBezTo>
                <a:cubicBezTo>
                  <a:pt x="5924" y="8968"/>
                  <a:pt x="5798" y="8716"/>
                  <a:pt x="5892" y="8495"/>
                </a:cubicBezTo>
                <a:cubicBezTo>
                  <a:pt x="5941" y="8326"/>
                  <a:pt x="6101" y="8212"/>
                  <a:pt x="6274" y="8212"/>
                </a:cubicBezTo>
                <a:close/>
                <a:moveTo>
                  <a:pt x="3435" y="9063"/>
                </a:moveTo>
                <a:lnTo>
                  <a:pt x="1891" y="11583"/>
                </a:lnTo>
                <a:cubicBezTo>
                  <a:pt x="1576" y="11205"/>
                  <a:pt x="1513" y="10606"/>
                  <a:pt x="1796" y="10165"/>
                </a:cubicBezTo>
                <a:lnTo>
                  <a:pt x="2458" y="9063"/>
                </a:lnTo>
                <a:close/>
                <a:moveTo>
                  <a:pt x="10145" y="9063"/>
                </a:moveTo>
                <a:lnTo>
                  <a:pt x="10807" y="10165"/>
                </a:lnTo>
                <a:cubicBezTo>
                  <a:pt x="11027" y="10606"/>
                  <a:pt x="10996" y="11205"/>
                  <a:pt x="10681" y="11583"/>
                </a:cubicBezTo>
                <a:lnTo>
                  <a:pt x="9169" y="9063"/>
                </a:lnTo>
                <a:close/>
                <a:moveTo>
                  <a:pt x="6256" y="1"/>
                </a:moveTo>
                <a:cubicBezTo>
                  <a:pt x="5728" y="1"/>
                  <a:pt x="5259" y="331"/>
                  <a:pt x="5104" y="871"/>
                </a:cubicBezTo>
                <a:cubicBezTo>
                  <a:pt x="5041" y="997"/>
                  <a:pt x="5041" y="1123"/>
                  <a:pt x="5041" y="1218"/>
                </a:cubicBezTo>
                <a:lnTo>
                  <a:pt x="5041" y="2069"/>
                </a:lnTo>
                <a:cubicBezTo>
                  <a:pt x="4317" y="2604"/>
                  <a:pt x="4033" y="3581"/>
                  <a:pt x="4348" y="4431"/>
                </a:cubicBezTo>
                <a:cubicBezTo>
                  <a:pt x="4002" y="4998"/>
                  <a:pt x="2836" y="6920"/>
                  <a:pt x="1985" y="8275"/>
                </a:cubicBezTo>
                <a:lnTo>
                  <a:pt x="473" y="8275"/>
                </a:lnTo>
                <a:cubicBezTo>
                  <a:pt x="284" y="8275"/>
                  <a:pt x="95" y="8432"/>
                  <a:pt x="64" y="8653"/>
                </a:cubicBezTo>
                <a:cubicBezTo>
                  <a:pt x="1" y="8874"/>
                  <a:pt x="221" y="9094"/>
                  <a:pt x="442" y="9094"/>
                </a:cubicBezTo>
                <a:lnTo>
                  <a:pt x="1418" y="9094"/>
                </a:lnTo>
                <a:lnTo>
                  <a:pt x="1009" y="9787"/>
                </a:lnTo>
                <a:cubicBezTo>
                  <a:pt x="599" y="10417"/>
                  <a:pt x="599" y="11236"/>
                  <a:pt x="946" y="11866"/>
                </a:cubicBezTo>
                <a:cubicBezTo>
                  <a:pt x="1103" y="12182"/>
                  <a:pt x="1387" y="12465"/>
                  <a:pt x="1702" y="12654"/>
                </a:cubicBezTo>
                <a:cubicBezTo>
                  <a:pt x="1761" y="12694"/>
                  <a:pt x="1827" y="12711"/>
                  <a:pt x="1893" y="12711"/>
                </a:cubicBezTo>
                <a:cubicBezTo>
                  <a:pt x="2037" y="12711"/>
                  <a:pt x="2182" y="12626"/>
                  <a:pt x="2269" y="12497"/>
                </a:cubicBezTo>
                <a:lnTo>
                  <a:pt x="4348" y="9094"/>
                </a:lnTo>
                <a:lnTo>
                  <a:pt x="5041" y="9094"/>
                </a:lnTo>
                <a:cubicBezTo>
                  <a:pt x="5167" y="9504"/>
                  <a:pt x="5482" y="9787"/>
                  <a:pt x="5829" y="9882"/>
                </a:cubicBezTo>
                <a:cubicBezTo>
                  <a:pt x="5961" y="9928"/>
                  <a:pt x="6096" y="9950"/>
                  <a:pt x="6227" y="9950"/>
                </a:cubicBezTo>
                <a:cubicBezTo>
                  <a:pt x="6628" y="9950"/>
                  <a:pt x="7002" y="9749"/>
                  <a:pt x="7215" y="9441"/>
                </a:cubicBezTo>
                <a:cubicBezTo>
                  <a:pt x="7310" y="9346"/>
                  <a:pt x="7373" y="9189"/>
                  <a:pt x="7373" y="9189"/>
                </a:cubicBezTo>
                <a:lnTo>
                  <a:pt x="8097" y="9189"/>
                </a:lnTo>
                <a:lnTo>
                  <a:pt x="10145" y="12528"/>
                </a:lnTo>
                <a:cubicBezTo>
                  <a:pt x="10207" y="12673"/>
                  <a:pt x="10337" y="12750"/>
                  <a:pt x="10473" y="12750"/>
                </a:cubicBezTo>
                <a:cubicBezTo>
                  <a:pt x="10544" y="12750"/>
                  <a:pt x="10616" y="12729"/>
                  <a:pt x="10681" y="12686"/>
                </a:cubicBezTo>
                <a:cubicBezTo>
                  <a:pt x="11657" y="12119"/>
                  <a:pt x="11972" y="10795"/>
                  <a:pt x="11405" y="9850"/>
                </a:cubicBezTo>
                <a:lnTo>
                  <a:pt x="10996" y="9189"/>
                </a:lnTo>
                <a:lnTo>
                  <a:pt x="12288" y="9189"/>
                </a:lnTo>
                <a:cubicBezTo>
                  <a:pt x="12508" y="9189"/>
                  <a:pt x="12697" y="9031"/>
                  <a:pt x="12729" y="8842"/>
                </a:cubicBezTo>
                <a:cubicBezTo>
                  <a:pt x="12855" y="8432"/>
                  <a:pt x="12666" y="8243"/>
                  <a:pt x="12382" y="8243"/>
                </a:cubicBezTo>
                <a:lnTo>
                  <a:pt x="10555" y="8243"/>
                </a:lnTo>
                <a:lnTo>
                  <a:pt x="8192" y="4368"/>
                </a:lnTo>
                <a:cubicBezTo>
                  <a:pt x="8507" y="3549"/>
                  <a:pt x="8255" y="2573"/>
                  <a:pt x="7499" y="2005"/>
                </a:cubicBezTo>
                <a:lnTo>
                  <a:pt x="7499" y="1218"/>
                </a:lnTo>
                <a:cubicBezTo>
                  <a:pt x="7499" y="682"/>
                  <a:pt x="7152" y="210"/>
                  <a:pt x="6617" y="52"/>
                </a:cubicBezTo>
                <a:cubicBezTo>
                  <a:pt x="6495" y="18"/>
                  <a:pt x="6374" y="1"/>
                  <a:pt x="625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538" name="Google Shape;10538;p135"/>
          <p:cNvGrpSpPr/>
          <p:nvPr/>
        </p:nvGrpSpPr>
        <p:grpSpPr>
          <a:xfrm>
            <a:off x="876569" y="2667020"/>
            <a:ext cx="330143" cy="368173"/>
            <a:chOff x="-40150450" y="1977325"/>
            <a:chExt cx="280400" cy="312700"/>
          </a:xfrm>
        </p:grpSpPr>
        <p:sp>
          <p:nvSpPr>
            <p:cNvPr id="10539" name="Google Shape;10539;p135"/>
            <p:cNvSpPr/>
            <p:nvPr/>
          </p:nvSpPr>
          <p:spPr>
            <a:xfrm>
              <a:off x="-40052800" y="2041125"/>
              <a:ext cx="25" cy="25"/>
            </a:xfrm>
            <a:custGeom>
              <a:rect b="b" l="l" r="r" t="t"/>
              <a:pathLst>
                <a:path extrusionOk="0" h="1" w="1">
                  <a:moveTo>
                    <a:pt x="1" y="0"/>
                  </a:move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0" name="Google Shape;10540;p135"/>
            <p:cNvSpPr/>
            <p:nvPr/>
          </p:nvSpPr>
          <p:spPr>
            <a:xfrm>
              <a:off x="-40150450" y="1977325"/>
              <a:ext cx="280400" cy="312700"/>
            </a:xfrm>
            <a:custGeom>
              <a:rect b="b" l="l" r="r" t="t"/>
              <a:pathLst>
                <a:path extrusionOk="0" h="12508" w="11216">
                  <a:moveTo>
                    <a:pt x="8379" y="838"/>
                  </a:moveTo>
                  <a:cubicBezTo>
                    <a:pt x="8626" y="838"/>
                    <a:pt x="8880" y="873"/>
                    <a:pt x="9137" y="946"/>
                  </a:cubicBezTo>
                  <a:cubicBezTo>
                    <a:pt x="8948" y="1733"/>
                    <a:pt x="8506" y="2300"/>
                    <a:pt x="7971" y="2615"/>
                  </a:cubicBezTo>
                  <a:cubicBezTo>
                    <a:pt x="7908" y="2678"/>
                    <a:pt x="7876" y="2678"/>
                    <a:pt x="7876" y="2678"/>
                  </a:cubicBezTo>
                  <a:cubicBezTo>
                    <a:pt x="7861" y="2694"/>
                    <a:pt x="7853" y="2694"/>
                    <a:pt x="7845" y="2694"/>
                  </a:cubicBezTo>
                  <a:cubicBezTo>
                    <a:pt x="7837" y="2694"/>
                    <a:pt x="7829" y="2694"/>
                    <a:pt x="7813" y="2710"/>
                  </a:cubicBezTo>
                  <a:cubicBezTo>
                    <a:pt x="7470" y="2868"/>
                    <a:pt x="7083" y="2938"/>
                    <a:pt x="6744" y="2938"/>
                  </a:cubicBezTo>
                  <a:cubicBezTo>
                    <a:pt x="6678" y="2938"/>
                    <a:pt x="6615" y="2935"/>
                    <a:pt x="6553" y="2930"/>
                  </a:cubicBezTo>
                  <a:lnTo>
                    <a:pt x="6459" y="2930"/>
                  </a:lnTo>
                  <a:cubicBezTo>
                    <a:pt x="6301" y="2930"/>
                    <a:pt x="6112" y="2899"/>
                    <a:pt x="5955" y="2867"/>
                  </a:cubicBezTo>
                  <a:cubicBezTo>
                    <a:pt x="6240" y="1597"/>
                    <a:pt x="7230" y="838"/>
                    <a:pt x="8379" y="838"/>
                  </a:cubicBezTo>
                  <a:close/>
                  <a:moveTo>
                    <a:pt x="9798" y="8538"/>
                  </a:moveTo>
                  <a:lnTo>
                    <a:pt x="9798" y="8538"/>
                  </a:lnTo>
                  <a:cubicBezTo>
                    <a:pt x="9831" y="8545"/>
                    <a:pt x="9862" y="8554"/>
                    <a:pt x="9892" y="8565"/>
                  </a:cubicBezTo>
                  <a:lnTo>
                    <a:pt x="9892" y="8565"/>
                  </a:lnTo>
                  <a:cubicBezTo>
                    <a:pt x="9829" y="8546"/>
                    <a:pt x="9798" y="8538"/>
                    <a:pt x="9798" y="8538"/>
                  </a:cubicBezTo>
                  <a:close/>
                  <a:moveTo>
                    <a:pt x="3433" y="3256"/>
                  </a:moveTo>
                  <a:cubicBezTo>
                    <a:pt x="3506" y="3256"/>
                    <a:pt x="3570" y="3264"/>
                    <a:pt x="3623" y="3277"/>
                  </a:cubicBezTo>
                  <a:cubicBezTo>
                    <a:pt x="4064" y="3403"/>
                    <a:pt x="4631" y="3970"/>
                    <a:pt x="5167" y="4128"/>
                  </a:cubicBezTo>
                  <a:cubicBezTo>
                    <a:pt x="5293" y="4159"/>
                    <a:pt x="5419" y="4159"/>
                    <a:pt x="5514" y="4159"/>
                  </a:cubicBezTo>
                  <a:lnTo>
                    <a:pt x="5577" y="4159"/>
                  </a:lnTo>
                  <a:cubicBezTo>
                    <a:pt x="5923" y="4159"/>
                    <a:pt x="6270" y="3907"/>
                    <a:pt x="6585" y="3718"/>
                  </a:cubicBezTo>
                  <a:cubicBezTo>
                    <a:pt x="7152" y="3718"/>
                    <a:pt x="7687" y="3592"/>
                    <a:pt x="8160" y="3371"/>
                  </a:cubicBezTo>
                  <a:cubicBezTo>
                    <a:pt x="9294" y="3812"/>
                    <a:pt x="10838" y="5388"/>
                    <a:pt x="9767" y="8475"/>
                  </a:cubicBezTo>
                  <a:cubicBezTo>
                    <a:pt x="9420" y="9672"/>
                    <a:pt x="8506" y="11342"/>
                    <a:pt x="7561" y="11594"/>
                  </a:cubicBezTo>
                  <a:cubicBezTo>
                    <a:pt x="7484" y="11627"/>
                    <a:pt x="7404" y="11641"/>
                    <a:pt x="7319" y="11641"/>
                  </a:cubicBezTo>
                  <a:cubicBezTo>
                    <a:pt x="7161" y="11641"/>
                    <a:pt x="6990" y="11593"/>
                    <a:pt x="6805" y="11531"/>
                  </a:cubicBezTo>
                  <a:cubicBezTo>
                    <a:pt x="6459" y="11279"/>
                    <a:pt x="6081" y="11027"/>
                    <a:pt x="5608" y="11027"/>
                  </a:cubicBezTo>
                  <a:cubicBezTo>
                    <a:pt x="5482" y="11027"/>
                    <a:pt x="5356" y="11027"/>
                    <a:pt x="5135" y="11059"/>
                  </a:cubicBezTo>
                  <a:cubicBezTo>
                    <a:pt x="4820" y="11122"/>
                    <a:pt x="4537" y="11311"/>
                    <a:pt x="4253" y="11468"/>
                  </a:cubicBezTo>
                  <a:cubicBezTo>
                    <a:pt x="4094" y="11568"/>
                    <a:pt x="3934" y="11630"/>
                    <a:pt x="3767" y="11630"/>
                  </a:cubicBezTo>
                  <a:cubicBezTo>
                    <a:pt x="3670" y="11630"/>
                    <a:pt x="3570" y="11609"/>
                    <a:pt x="3466" y="11563"/>
                  </a:cubicBezTo>
                  <a:cubicBezTo>
                    <a:pt x="3119" y="11437"/>
                    <a:pt x="2804" y="11122"/>
                    <a:pt x="2552" y="10838"/>
                  </a:cubicBezTo>
                  <a:cubicBezTo>
                    <a:pt x="1386" y="9515"/>
                    <a:pt x="0" y="6207"/>
                    <a:pt x="1670" y="4222"/>
                  </a:cubicBezTo>
                  <a:cubicBezTo>
                    <a:pt x="2238" y="3518"/>
                    <a:pt x="2992" y="3256"/>
                    <a:pt x="3433" y="3256"/>
                  </a:cubicBezTo>
                  <a:close/>
                  <a:moveTo>
                    <a:pt x="8415" y="0"/>
                  </a:moveTo>
                  <a:cubicBezTo>
                    <a:pt x="7084" y="0"/>
                    <a:pt x="5925" y="752"/>
                    <a:pt x="5356" y="1985"/>
                  </a:cubicBezTo>
                  <a:cubicBezTo>
                    <a:pt x="5104" y="1576"/>
                    <a:pt x="4663" y="1198"/>
                    <a:pt x="4190" y="977"/>
                  </a:cubicBezTo>
                  <a:lnTo>
                    <a:pt x="4033" y="883"/>
                  </a:lnTo>
                  <a:cubicBezTo>
                    <a:pt x="3975" y="858"/>
                    <a:pt x="3917" y="846"/>
                    <a:pt x="3862" y="846"/>
                  </a:cubicBezTo>
                  <a:cubicBezTo>
                    <a:pt x="3703" y="846"/>
                    <a:pt x="3559" y="940"/>
                    <a:pt x="3466" y="1103"/>
                  </a:cubicBezTo>
                  <a:cubicBezTo>
                    <a:pt x="3340" y="1292"/>
                    <a:pt x="3466" y="1513"/>
                    <a:pt x="3655" y="1639"/>
                  </a:cubicBezTo>
                  <a:lnTo>
                    <a:pt x="3812" y="1733"/>
                  </a:lnTo>
                  <a:cubicBezTo>
                    <a:pt x="4411" y="1985"/>
                    <a:pt x="4820" y="2521"/>
                    <a:pt x="4978" y="3088"/>
                  </a:cubicBezTo>
                  <a:cubicBezTo>
                    <a:pt x="4600" y="2867"/>
                    <a:pt x="4253" y="2615"/>
                    <a:pt x="3907" y="2521"/>
                  </a:cubicBezTo>
                  <a:cubicBezTo>
                    <a:pt x="3773" y="2479"/>
                    <a:pt x="3623" y="2459"/>
                    <a:pt x="3462" y="2459"/>
                  </a:cubicBezTo>
                  <a:cubicBezTo>
                    <a:pt x="2151" y="2459"/>
                    <a:pt x="126" y="3831"/>
                    <a:pt x="126" y="6553"/>
                  </a:cubicBezTo>
                  <a:cubicBezTo>
                    <a:pt x="126" y="8034"/>
                    <a:pt x="725" y="9641"/>
                    <a:pt x="1544" y="10870"/>
                  </a:cubicBezTo>
                  <a:cubicBezTo>
                    <a:pt x="2365" y="12070"/>
                    <a:pt x="3159" y="12482"/>
                    <a:pt x="3830" y="12482"/>
                  </a:cubicBezTo>
                  <a:cubicBezTo>
                    <a:pt x="4162" y="12482"/>
                    <a:pt x="4465" y="12381"/>
                    <a:pt x="4726" y="12224"/>
                  </a:cubicBezTo>
                  <a:cubicBezTo>
                    <a:pt x="4978" y="12067"/>
                    <a:pt x="5324" y="11846"/>
                    <a:pt x="5514" y="11846"/>
                  </a:cubicBezTo>
                  <a:cubicBezTo>
                    <a:pt x="5545" y="11846"/>
                    <a:pt x="5573" y="11844"/>
                    <a:pt x="5602" y="11844"/>
                  </a:cubicBezTo>
                  <a:cubicBezTo>
                    <a:pt x="5689" y="11844"/>
                    <a:pt x="5789" y="11862"/>
                    <a:pt x="6049" y="12004"/>
                  </a:cubicBezTo>
                  <a:lnTo>
                    <a:pt x="6396" y="12224"/>
                  </a:lnTo>
                  <a:cubicBezTo>
                    <a:pt x="6711" y="12445"/>
                    <a:pt x="6994" y="12508"/>
                    <a:pt x="7309" y="12508"/>
                  </a:cubicBezTo>
                  <a:cubicBezTo>
                    <a:pt x="8822" y="12508"/>
                    <a:pt x="10082" y="10302"/>
                    <a:pt x="10617" y="8853"/>
                  </a:cubicBezTo>
                  <a:cubicBezTo>
                    <a:pt x="11121" y="7246"/>
                    <a:pt x="11216" y="5514"/>
                    <a:pt x="10271" y="4096"/>
                  </a:cubicBezTo>
                  <a:cubicBezTo>
                    <a:pt x="9924" y="3560"/>
                    <a:pt x="9452" y="3151"/>
                    <a:pt x="8979" y="2867"/>
                  </a:cubicBezTo>
                  <a:cubicBezTo>
                    <a:pt x="9546" y="2363"/>
                    <a:pt x="9924" y="1607"/>
                    <a:pt x="10050" y="693"/>
                  </a:cubicBezTo>
                  <a:cubicBezTo>
                    <a:pt x="10082" y="504"/>
                    <a:pt x="9956" y="347"/>
                    <a:pt x="9767" y="252"/>
                  </a:cubicBezTo>
                  <a:cubicBezTo>
                    <a:pt x="9308" y="81"/>
                    <a:pt x="8852" y="0"/>
                    <a:pt x="841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1" name="Google Shape;10541;p135"/>
            <p:cNvSpPr/>
            <p:nvPr/>
          </p:nvSpPr>
          <p:spPr>
            <a:xfrm>
              <a:off x="-39925200" y="2108075"/>
              <a:ext cx="25" cy="25"/>
            </a:xfrm>
            <a:custGeom>
              <a:rect b="b" l="l" r="r" t="t"/>
              <a:pathLst>
                <a:path extrusionOk="0" h="1" w="1">
                  <a:moveTo>
                    <a:pt x="1" y="0"/>
                  </a:move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2" name="Google Shape;10542;p135"/>
            <p:cNvSpPr/>
            <p:nvPr/>
          </p:nvSpPr>
          <p:spPr>
            <a:xfrm>
              <a:off x="-39958275" y="2087025"/>
              <a:ext cx="44925" cy="105350"/>
            </a:xfrm>
            <a:custGeom>
              <a:rect b="b" l="l" r="r" t="t"/>
              <a:pathLst>
                <a:path extrusionOk="0" h="4214" w="1797">
                  <a:moveTo>
                    <a:pt x="439" y="1"/>
                  </a:moveTo>
                  <a:cubicBezTo>
                    <a:pt x="326" y="1"/>
                    <a:pt x="216" y="55"/>
                    <a:pt x="126" y="181"/>
                  </a:cubicBezTo>
                  <a:cubicBezTo>
                    <a:pt x="0" y="370"/>
                    <a:pt x="0" y="590"/>
                    <a:pt x="189" y="748"/>
                  </a:cubicBezTo>
                  <a:cubicBezTo>
                    <a:pt x="1009" y="1378"/>
                    <a:pt x="914" y="2638"/>
                    <a:pt x="536" y="3678"/>
                  </a:cubicBezTo>
                  <a:cubicBezTo>
                    <a:pt x="473" y="3867"/>
                    <a:pt x="599" y="4087"/>
                    <a:pt x="819" y="4182"/>
                  </a:cubicBezTo>
                  <a:cubicBezTo>
                    <a:pt x="862" y="4203"/>
                    <a:pt x="908" y="4213"/>
                    <a:pt x="954" y="4213"/>
                  </a:cubicBezTo>
                  <a:cubicBezTo>
                    <a:pt x="1112" y="4213"/>
                    <a:pt x="1275" y="4093"/>
                    <a:pt x="1324" y="3898"/>
                  </a:cubicBezTo>
                  <a:cubicBezTo>
                    <a:pt x="1639" y="2922"/>
                    <a:pt x="1796" y="1787"/>
                    <a:pt x="1324" y="842"/>
                  </a:cubicBezTo>
                  <a:cubicBezTo>
                    <a:pt x="1166" y="559"/>
                    <a:pt x="977" y="275"/>
                    <a:pt x="693" y="86"/>
                  </a:cubicBezTo>
                  <a:cubicBezTo>
                    <a:pt x="612" y="32"/>
                    <a:pt x="525" y="1"/>
                    <a:pt x="43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43" name="Google Shape;10543;p135"/>
          <p:cNvGrpSpPr/>
          <p:nvPr/>
        </p:nvGrpSpPr>
        <p:grpSpPr>
          <a:xfrm>
            <a:off x="870534" y="3126239"/>
            <a:ext cx="342211" cy="372824"/>
            <a:chOff x="-40160700" y="2339625"/>
            <a:chExt cx="290650" cy="316650"/>
          </a:xfrm>
        </p:grpSpPr>
        <p:sp>
          <p:nvSpPr>
            <p:cNvPr id="10544" name="Google Shape;10544;p135"/>
            <p:cNvSpPr/>
            <p:nvPr/>
          </p:nvSpPr>
          <p:spPr>
            <a:xfrm>
              <a:off x="-40005525" y="2552600"/>
              <a:ext cx="70900" cy="62175"/>
            </a:xfrm>
            <a:custGeom>
              <a:rect b="b" l="l" r="r" t="t"/>
              <a:pathLst>
                <a:path extrusionOk="0" h="2487" w="2836">
                  <a:moveTo>
                    <a:pt x="1408" y="807"/>
                  </a:moveTo>
                  <a:cubicBezTo>
                    <a:pt x="1461" y="807"/>
                    <a:pt x="1518" y="817"/>
                    <a:pt x="1575" y="839"/>
                  </a:cubicBezTo>
                  <a:cubicBezTo>
                    <a:pt x="1733" y="902"/>
                    <a:pt x="1796" y="1028"/>
                    <a:pt x="1796" y="1248"/>
                  </a:cubicBezTo>
                  <a:cubicBezTo>
                    <a:pt x="1845" y="1496"/>
                    <a:pt x="1661" y="1666"/>
                    <a:pt x="1442" y="1666"/>
                  </a:cubicBezTo>
                  <a:cubicBezTo>
                    <a:pt x="1383" y="1666"/>
                    <a:pt x="1321" y="1653"/>
                    <a:pt x="1260" y="1626"/>
                  </a:cubicBezTo>
                  <a:cubicBezTo>
                    <a:pt x="1071" y="1563"/>
                    <a:pt x="945" y="1311"/>
                    <a:pt x="1008" y="1091"/>
                  </a:cubicBezTo>
                  <a:cubicBezTo>
                    <a:pt x="1081" y="921"/>
                    <a:pt x="1229" y="807"/>
                    <a:pt x="1408" y="807"/>
                  </a:cubicBezTo>
                  <a:close/>
                  <a:moveTo>
                    <a:pt x="1438" y="1"/>
                  </a:moveTo>
                  <a:cubicBezTo>
                    <a:pt x="1040" y="1"/>
                    <a:pt x="635" y="188"/>
                    <a:pt x="378" y="523"/>
                  </a:cubicBezTo>
                  <a:cubicBezTo>
                    <a:pt x="0" y="1091"/>
                    <a:pt x="158" y="1878"/>
                    <a:pt x="693" y="2256"/>
                  </a:cubicBezTo>
                  <a:cubicBezTo>
                    <a:pt x="909" y="2412"/>
                    <a:pt x="1158" y="2486"/>
                    <a:pt x="1405" y="2486"/>
                  </a:cubicBezTo>
                  <a:cubicBezTo>
                    <a:pt x="1806" y="2486"/>
                    <a:pt x="2204" y="2292"/>
                    <a:pt x="2457" y="1941"/>
                  </a:cubicBezTo>
                  <a:cubicBezTo>
                    <a:pt x="2836" y="1406"/>
                    <a:pt x="2678" y="618"/>
                    <a:pt x="2111" y="208"/>
                  </a:cubicBezTo>
                  <a:cubicBezTo>
                    <a:pt x="1911" y="67"/>
                    <a:pt x="1676" y="1"/>
                    <a:pt x="143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5" name="Google Shape;10545;p135"/>
            <p:cNvSpPr/>
            <p:nvPr/>
          </p:nvSpPr>
          <p:spPr>
            <a:xfrm>
              <a:off x="-40039400" y="2605050"/>
              <a:ext cx="29150" cy="20500"/>
            </a:xfrm>
            <a:custGeom>
              <a:rect b="b" l="l" r="r" t="t"/>
              <a:pathLst>
                <a:path extrusionOk="0" h="820" w="1166">
                  <a:moveTo>
                    <a:pt x="725" y="1"/>
                  </a:moveTo>
                  <a:cubicBezTo>
                    <a:pt x="473" y="1"/>
                    <a:pt x="0" y="190"/>
                    <a:pt x="0" y="410"/>
                  </a:cubicBezTo>
                  <a:cubicBezTo>
                    <a:pt x="0" y="631"/>
                    <a:pt x="473" y="820"/>
                    <a:pt x="725" y="820"/>
                  </a:cubicBezTo>
                  <a:cubicBezTo>
                    <a:pt x="945" y="820"/>
                    <a:pt x="1166" y="631"/>
                    <a:pt x="1166" y="410"/>
                  </a:cubicBezTo>
                  <a:cubicBezTo>
                    <a:pt x="1103" y="158"/>
                    <a:pt x="914" y="1"/>
                    <a:pt x="72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6" name="Google Shape;10546;p135"/>
            <p:cNvSpPr/>
            <p:nvPr/>
          </p:nvSpPr>
          <p:spPr>
            <a:xfrm>
              <a:off x="-40079575" y="2584575"/>
              <a:ext cx="19725" cy="19725"/>
            </a:xfrm>
            <a:custGeom>
              <a:rect b="b" l="l" r="r" t="t"/>
              <a:pathLst>
                <a:path extrusionOk="0" h="789" w="789">
                  <a:moveTo>
                    <a:pt x="410" y="1"/>
                  </a:moveTo>
                  <a:cubicBezTo>
                    <a:pt x="190" y="1"/>
                    <a:pt x="1" y="158"/>
                    <a:pt x="1" y="379"/>
                  </a:cubicBezTo>
                  <a:cubicBezTo>
                    <a:pt x="1" y="599"/>
                    <a:pt x="190" y="788"/>
                    <a:pt x="410" y="788"/>
                  </a:cubicBezTo>
                  <a:cubicBezTo>
                    <a:pt x="631" y="788"/>
                    <a:pt x="788" y="599"/>
                    <a:pt x="788" y="379"/>
                  </a:cubicBezTo>
                  <a:cubicBezTo>
                    <a:pt x="788" y="158"/>
                    <a:pt x="631" y="1"/>
                    <a:pt x="41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7" name="Google Shape;10547;p135"/>
            <p:cNvSpPr/>
            <p:nvPr/>
          </p:nvSpPr>
          <p:spPr>
            <a:xfrm>
              <a:off x="-40160700" y="2339625"/>
              <a:ext cx="290650" cy="316650"/>
            </a:xfrm>
            <a:custGeom>
              <a:rect b="b" l="l" r="r" t="t"/>
              <a:pathLst>
                <a:path extrusionOk="0" h="12666" w="11626">
                  <a:moveTo>
                    <a:pt x="7656" y="820"/>
                  </a:moveTo>
                  <a:cubicBezTo>
                    <a:pt x="7845" y="820"/>
                    <a:pt x="8003" y="946"/>
                    <a:pt x="8066" y="1072"/>
                  </a:cubicBezTo>
                  <a:cubicBezTo>
                    <a:pt x="8129" y="1355"/>
                    <a:pt x="7940" y="1639"/>
                    <a:pt x="7656" y="1639"/>
                  </a:cubicBezTo>
                  <a:lnTo>
                    <a:pt x="4065" y="1639"/>
                  </a:lnTo>
                  <a:cubicBezTo>
                    <a:pt x="3876" y="1639"/>
                    <a:pt x="3687" y="1450"/>
                    <a:pt x="3687" y="1261"/>
                  </a:cubicBezTo>
                  <a:cubicBezTo>
                    <a:pt x="3687" y="1009"/>
                    <a:pt x="3876" y="851"/>
                    <a:pt x="4065" y="820"/>
                  </a:cubicBezTo>
                  <a:close/>
                  <a:moveTo>
                    <a:pt x="7310" y="2458"/>
                  </a:moveTo>
                  <a:lnTo>
                    <a:pt x="7310" y="5860"/>
                  </a:lnTo>
                  <a:cubicBezTo>
                    <a:pt x="7310" y="6270"/>
                    <a:pt x="7467" y="6711"/>
                    <a:pt x="7656" y="7026"/>
                  </a:cubicBezTo>
                  <a:cubicBezTo>
                    <a:pt x="7026" y="7152"/>
                    <a:pt x="6396" y="7404"/>
                    <a:pt x="5797" y="7782"/>
                  </a:cubicBezTo>
                  <a:cubicBezTo>
                    <a:pt x="5146" y="8207"/>
                    <a:pt x="4241" y="8453"/>
                    <a:pt x="3401" y="8453"/>
                  </a:cubicBezTo>
                  <a:cubicBezTo>
                    <a:pt x="3306" y="8453"/>
                    <a:pt x="3212" y="8450"/>
                    <a:pt x="3120" y="8444"/>
                  </a:cubicBezTo>
                  <a:lnTo>
                    <a:pt x="4128" y="7026"/>
                  </a:lnTo>
                  <a:cubicBezTo>
                    <a:pt x="4380" y="6680"/>
                    <a:pt x="4537" y="6239"/>
                    <a:pt x="4537" y="5829"/>
                  </a:cubicBezTo>
                  <a:lnTo>
                    <a:pt x="4537" y="2458"/>
                  </a:lnTo>
                  <a:close/>
                  <a:moveTo>
                    <a:pt x="8192" y="7782"/>
                  </a:moveTo>
                  <a:cubicBezTo>
                    <a:pt x="10775" y="11500"/>
                    <a:pt x="10586" y="11216"/>
                    <a:pt x="10618" y="11279"/>
                  </a:cubicBezTo>
                  <a:cubicBezTo>
                    <a:pt x="10681" y="11563"/>
                    <a:pt x="10523" y="11846"/>
                    <a:pt x="10208" y="11846"/>
                  </a:cubicBezTo>
                  <a:lnTo>
                    <a:pt x="1576" y="11846"/>
                  </a:lnTo>
                  <a:cubicBezTo>
                    <a:pt x="1198" y="11846"/>
                    <a:pt x="1040" y="11437"/>
                    <a:pt x="1198" y="11216"/>
                  </a:cubicBezTo>
                  <a:lnTo>
                    <a:pt x="2584" y="9232"/>
                  </a:lnTo>
                  <a:cubicBezTo>
                    <a:pt x="2825" y="9263"/>
                    <a:pt x="3077" y="9280"/>
                    <a:pt x="3333" y="9280"/>
                  </a:cubicBezTo>
                  <a:cubicBezTo>
                    <a:pt x="4347" y="9280"/>
                    <a:pt x="5434" y="9022"/>
                    <a:pt x="6239" y="8444"/>
                  </a:cubicBezTo>
                  <a:cubicBezTo>
                    <a:pt x="6837" y="8066"/>
                    <a:pt x="7499" y="7814"/>
                    <a:pt x="8192" y="7782"/>
                  </a:cubicBezTo>
                  <a:close/>
                  <a:moveTo>
                    <a:pt x="4128" y="1"/>
                  </a:moveTo>
                  <a:cubicBezTo>
                    <a:pt x="3435" y="1"/>
                    <a:pt x="2899" y="536"/>
                    <a:pt x="2899" y="1261"/>
                  </a:cubicBezTo>
                  <a:cubicBezTo>
                    <a:pt x="2899" y="1765"/>
                    <a:pt x="3214" y="2237"/>
                    <a:pt x="3718" y="2426"/>
                  </a:cubicBezTo>
                  <a:lnTo>
                    <a:pt x="3718" y="5860"/>
                  </a:lnTo>
                  <a:cubicBezTo>
                    <a:pt x="3718" y="6081"/>
                    <a:pt x="3655" y="6365"/>
                    <a:pt x="3498" y="6554"/>
                  </a:cubicBezTo>
                  <a:lnTo>
                    <a:pt x="568" y="10744"/>
                  </a:lnTo>
                  <a:cubicBezTo>
                    <a:pt x="1" y="11563"/>
                    <a:pt x="568" y="12666"/>
                    <a:pt x="1607" y="12666"/>
                  </a:cubicBezTo>
                  <a:lnTo>
                    <a:pt x="10271" y="12666"/>
                  </a:lnTo>
                  <a:cubicBezTo>
                    <a:pt x="10555" y="12666"/>
                    <a:pt x="10870" y="12540"/>
                    <a:pt x="11090" y="12350"/>
                  </a:cubicBezTo>
                  <a:cubicBezTo>
                    <a:pt x="11531" y="11972"/>
                    <a:pt x="11626" y="11248"/>
                    <a:pt x="11248" y="10744"/>
                  </a:cubicBezTo>
                  <a:lnTo>
                    <a:pt x="8318" y="6554"/>
                  </a:lnTo>
                  <a:cubicBezTo>
                    <a:pt x="8160" y="6365"/>
                    <a:pt x="8097" y="6081"/>
                    <a:pt x="8097" y="5860"/>
                  </a:cubicBezTo>
                  <a:lnTo>
                    <a:pt x="8097" y="2426"/>
                  </a:lnTo>
                  <a:cubicBezTo>
                    <a:pt x="8570" y="2269"/>
                    <a:pt x="8916" y="1796"/>
                    <a:pt x="8916" y="1261"/>
                  </a:cubicBezTo>
                  <a:cubicBezTo>
                    <a:pt x="8916" y="568"/>
                    <a:pt x="8381" y="1"/>
                    <a:pt x="768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48" name="Google Shape;10548;p135"/>
          <p:cNvGrpSpPr/>
          <p:nvPr/>
        </p:nvGrpSpPr>
        <p:grpSpPr>
          <a:xfrm>
            <a:off x="852359" y="3576695"/>
            <a:ext cx="375591" cy="372824"/>
            <a:chOff x="-40171725" y="2705875"/>
            <a:chExt cx="319000" cy="316650"/>
          </a:xfrm>
        </p:grpSpPr>
        <p:sp>
          <p:nvSpPr>
            <p:cNvPr id="10549" name="Google Shape;10549;p135"/>
            <p:cNvSpPr/>
            <p:nvPr/>
          </p:nvSpPr>
          <p:spPr>
            <a:xfrm>
              <a:off x="-40068550" y="2788575"/>
              <a:ext cx="48075" cy="58775"/>
            </a:xfrm>
            <a:custGeom>
              <a:rect b="b" l="l" r="r" t="t"/>
              <a:pathLst>
                <a:path extrusionOk="0" h="2351" w="1923">
                  <a:moveTo>
                    <a:pt x="442" y="0"/>
                  </a:moveTo>
                  <a:cubicBezTo>
                    <a:pt x="190" y="0"/>
                    <a:pt x="1" y="158"/>
                    <a:pt x="32" y="410"/>
                  </a:cubicBezTo>
                  <a:cubicBezTo>
                    <a:pt x="32" y="1261"/>
                    <a:pt x="505" y="1985"/>
                    <a:pt x="1261" y="2300"/>
                  </a:cubicBezTo>
                  <a:cubicBezTo>
                    <a:pt x="1322" y="2335"/>
                    <a:pt x="1386" y="2351"/>
                    <a:pt x="1448" y="2351"/>
                  </a:cubicBezTo>
                  <a:cubicBezTo>
                    <a:pt x="1607" y="2351"/>
                    <a:pt x="1751" y="2247"/>
                    <a:pt x="1796" y="2111"/>
                  </a:cubicBezTo>
                  <a:cubicBezTo>
                    <a:pt x="1922" y="1891"/>
                    <a:pt x="1796" y="1639"/>
                    <a:pt x="1607" y="1576"/>
                  </a:cubicBezTo>
                  <a:cubicBezTo>
                    <a:pt x="1135" y="1355"/>
                    <a:pt x="851" y="945"/>
                    <a:pt x="851" y="410"/>
                  </a:cubicBezTo>
                  <a:cubicBezTo>
                    <a:pt x="851" y="189"/>
                    <a:pt x="662" y="0"/>
                    <a:pt x="44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0" name="Google Shape;10550;p135"/>
            <p:cNvSpPr/>
            <p:nvPr/>
          </p:nvSpPr>
          <p:spPr>
            <a:xfrm>
              <a:off x="-40171725" y="2705875"/>
              <a:ext cx="319000" cy="316650"/>
            </a:xfrm>
            <a:custGeom>
              <a:rect b="b" l="l" r="r" t="t"/>
              <a:pathLst>
                <a:path extrusionOk="0" h="12666" w="12760">
                  <a:moveTo>
                    <a:pt x="2489" y="1639"/>
                  </a:moveTo>
                  <a:lnTo>
                    <a:pt x="2489" y="3718"/>
                  </a:lnTo>
                  <a:cubicBezTo>
                    <a:pt x="2489" y="4127"/>
                    <a:pt x="2552" y="4506"/>
                    <a:pt x="2678" y="4884"/>
                  </a:cubicBezTo>
                  <a:cubicBezTo>
                    <a:pt x="1639" y="4600"/>
                    <a:pt x="820" y="3623"/>
                    <a:pt x="820" y="2458"/>
                  </a:cubicBezTo>
                  <a:lnTo>
                    <a:pt x="820" y="2048"/>
                  </a:lnTo>
                  <a:cubicBezTo>
                    <a:pt x="820" y="1796"/>
                    <a:pt x="1009" y="1639"/>
                    <a:pt x="1261" y="1639"/>
                  </a:cubicBezTo>
                  <a:close/>
                  <a:moveTo>
                    <a:pt x="11500" y="1639"/>
                  </a:moveTo>
                  <a:cubicBezTo>
                    <a:pt x="11720" y="1639"/>
                    <a:pt x="11878" y="1828"/>
                    <a:pt x="11878" y="2048"/>
                  </a:cubicBezTo>
                  <a:lnTo>
                    <a:pt x="11878" y="2426"/>
                  </a:lnTo>
                  <a:cubicBezTo>
                    <a:pt x="11878" y="3623"/>
                    <a:pt x="11090" y="4569"/>
                    <a:pt x="10019" y="4884"/>
                  </a:cubicBezTo>
                  <a:cubicBezTo>
                    <a:pt x="10145" y="4506"/>
                    <a:pt x="10240" y="4127"/>
                    <a:pt x="10240" y="3718"/>
                  </a:cubicBezTo>
                  <a:lnTo>
                    <a:pt x="10240" y="1639"/>
                  </a:lnTo>
                  <a:close/>
                  <a:moveTo>
                    <a:pt x="9389" y="788"/>
                  </a:moveTo>
                  <a:lnTo>
                    <a:pt x="9389" y="3686"/>
                  </a:lnTo>
                  <a:cubicBezTo>
                    <a:pt x="9389" y="4789"/>
                    <a:pt x="8759" y="5860"/>
                    <a:pt x="7656" y="6333"/>
                  </a:cubicBezTo>
                  <a:cubicBezTo>
                    <a:pt x="7247" y="6522"/>
                    <a:pt x="6932" y="6963"/>
                    <a:pt x="6932" y="7467"/>
                  </a:cubicBezTo>
                  <a:cubicBezTo>
                    <a:pt x="6932" y="7467"/>
                    <a:pt x="6932" y="7908"/>
                    <a:pt x="7026" y="8507"/>
                  </a:cubicBezTo>
                  <a:cubicBezTo>
                    <a:pt x="7121" y="8759"/>
                    <a:pt x="7247" y="9074"/>
                    <a:pt x="7341" y="9357"/>
                  </a:cubicBezTo>
                  <a:lnTo>
                    <a:pt x="5356" y="9357"/>
                  </a:lnTo>
                  <a:cubicBezTo>
                    <a:pt x="5671" y="8759"/>
                    <a:pt x="5766" y="8066"/>
                    <a:pt x="5766" y="7498"/>
                  </a:cubicBezTo>
                  <a:cubicBezTo>
                    <a:pt x="5766" y="6994"/>
                    <a:pt x="5451" y="6553"/>
                    <a:pt x="5041" y="6364"/>
                  </a:cubicBezTo>
                  <a:cubicBezTo>
                    <a:pt x="4569" y="6144"/>
                    <a:pt x="4128" y="5766"/>
                    <a:pt x="3813" y="5293"/>
                  </a:cubicBezTo>
                  <a:cubicBezTo>
                    <a:pt x="3498" y="4821"/>
                    <a:pt x="3340" y="4285"/>
                    <a:pt x="3340" y="3686"/>
                  </a:cubicBezTo>
                  <a:lnTo>
                    <a:pt x="3340" y="788"/>
                  </a:lnTo>
                  <a:close/>
                  <a:moveTo>
                    <a:pt x="8696" y="10176"/>
                  </a:moveTo>
                  <a:lnTo>
                    <a:pt x="9263" y="11846"/>
                  </a:lnTo>
                  <a:lnTo>
                    <a:pt x="3498" y="11846"/>
                  </a:lnTo>
                  <a:lnTo>
                    <a:pt x="4033" y="10176"/>
                  </a:lnTo>
                  <a:close/>
                  <a:moveTo>
                    <a:pt x="2930" y="0"/>
                  </a:moveTo>
                  <a:cubicBezTo>
                    <a:pt x="2710" y="0"/>
                    <a:pt x="2552" y="189"/>
                    <a:pt x="2552" y="410"/>
                  </a:cubicBezTo>
                  <a:lnTo>
                    <a:pt x="2552" y="851"/>
                  </a:lnTo>
                  <a:lnTo>
                    <a:pt x="1324" y="851"/>
                  </a:lnTo>
                  <a:cubicBezTo>
                    <a:pt x="1302" y="850"/>
                    <a:pt x="1280" y="850"/>
                    <a:pt x="1258" y="850"/>
                  </a:cubicBezTo>
                  <a:cubicBezTo>
                    <a:pt x="506" y="850"/>
                    <a:pt x="1" y="1374"/>
                    <a:pt x="1" y="2048"/>
                  </a:cubicBezTo>
                  <a:lnTo>
                    <a:pt x="1" y="2426"/>
                  </a:lnTo>
                  <a:cubicBezTo>
                    <a:pt x="1" y="4190"/>
                    <a:pt x="1355" y="5608"/>
                    <a:pt x="3088" y="5766"/>
                  </a:cubicBezTo>
                  <a:cubicBezTo>
                    <a:pt x="3498" y="6364"/>
                    <a:pt x="4033" y="6837"/>
                    <a:pt x="4726" y="7120"/>
                  </a:cubicBezTo>
                  <a:cubicBezTo>
                    <a:pt x="4884" y="7183"/>
                    <a:pt x="4947" y="7309"/>
                    <a:pt x="4947" y="7498"/>
                  </a:cubicBezTo>
                  <a:cubicBezTo>
                    <a:pt x="4947" y="8097"/>
                    <a:pt x="4726" y="8885"/>
                    <a:pt x="4348" y="9357"/>
                  </a:cubicBezTo>
                  <a:lnTo>
                    <a:pt x="3718" y="9357"/>
                  </a:lnTo>
                  <a:cubicBezTo>
                    <a:pt x="3529" y="9357"/>
                    <a:pt x="3372" y="9483"/>
                    <a:pt x="3340" y="9641"/>
                  </a:cubicBezTo>
                  <a:lnTo>
                    <a:pt x="2521" y="12130"/>
                  </a:lnTo>
                  <a:cubicBezTo>
                    <a:pt x="2426" y="12382"/>
                    <a:pt x="2615" y="12665"/>
                    <a:pt x="2899" y="12665"/>
                  </a:cubicBezTo>
                  <a:lnTo>
                    <a:pt x="9799" y="12665"/>
                  </a:lnTo>
                  <a:cubicBezTo>
                    <a:pt x="10082" y="12665"/>
                    <a:pt x="10271" y="12382"/>
                    <a:pt x="10177" y="12130"/>
                  </a:cubicBezTo>
                  <a:lnTo>
                    <a:pt x="9357" y="9641"/>
                  </a:lnTo>
                  <a:cubicBezTo>
                    <a:pt x="9326" y="9483"/>
                    <a:pt x="9168" y="9357"/>
                    <a:pt x="8979" y="9357"/>
                  </a:cubicBezTo>
                  <a:lnTo>
                    <a:pt x="8349" y="9357"/>
                  </a:lnTo>
                  <a:cubicBezTo>
                    <a:pt x="7971" y="8885"/>
                    <a:pt x="7751" y="8097"/>
                    <a:pt x="7751" y="7498"/>
                  </a:cubicBezTo>
                  <a:cubicBezTo>
                    <a:pt x="7751" y="7341"/>
                    <a:pt x="7877" y="7183"/>
                    <a:pt x="7971" y="7152"/>
                  </a:cubicBezTo>
                  <a:cubicBezTo>
                    <a:pt x="8601" y="6868"/>
                    <a:pt x="9200" y="6396"/>
                    <a:pt x="9610" y="5829"/>
                  </a:cubicBezTo>
                  <a:cubicBezTo>
                    <a:pt x="10901" y="5734"/>
                    <a:pt x="12004" y="4947"/>
                    <a:pt x="12476" y="3781"/>
                  </a:cubicBezTo>
                  <a:cubicBezTo>
                    <a:pt x="12760" y="3056"/>
                    <a:pt x="12760" y="2552"/>
                    <a:pt x="12760" y="2080"/>
                  </a:cubicBezTo>
                  <a:cubicBezTo>
                    <a:pt x="12760" y="1435"/>
                    <a:pt x="12221" y="850"/>
                    <a:pt x="11581" y="850"/>
                  </a:cubicBezTo>
                  <a:cubicBezTo>
                    <a:pt x="11565" y="850"/>
                    <a:pt x="11548" y="850"/>
                    <a:pt x="11531" y="851"/>
                  </a:cubicBezTo>
                  <a:lnTo>
                    <a:pt x="10271" y="851"/>
                  </a:lnTo>
                  <a:lnTo>
                    <a:pt x="10271" y="410"/>
                  </a:lnTo>
                  <a:cubicBezTo>
                    <a:pt x="10271" y="189"/>
                    <a:pt x="10082" y="0"/>
                    <a:pt x="983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51" name="Google Shape;10551;p135"/>
          <p:cNvGrpSpPr/>
          <p:nvPr/>
        </p:nvGrpSpPr>
        <p:grpSpPr>
          <a:xfrm>
            <a:off x="3109957" y="2651151"/>
            <a:ext cx="272686" cy="373766"/>
            <a:chOff x="-38275925" y="1946600"/>
            <a:chExt cx="231600" cy="317450"/>
          </a:xfrm>
        </p:grpSpPr>
        <p:sp>
          <p:nvSpPr>
            <p:cNvPr id="10552" name="Google Shape;10552;p135"/>
            <p:cNvSpPr/>
            <p:nvPr/>
          </p:nvSpPr>
          <p:spPr>
            <a:xfrm>
              <a:off x="-38275925" y="1946600"/>
              <a:ext cx="231600" cy="317450"/>
            </a:xfrm>
            <a:custGeom>
              <a:rect b="b" l="l" r="r" t="t"/>
              <a:pathLst>
                <a:path extrusionOk="0" h="12698" w="9264">
                  <a:moveTo>
                    <a:pt x="4546" y="892"/>
                  </a:moveTo>
                  <a:cubicBezTo>
                    <a:pt x="4811" y="892"/>
                    <a:pt x="5082" y="920"/>
                    <a:pt x="5357" y="977"/>
                  </a:cubicBezTo>
                  <a:cubicBezTo>
                    <a:pt x="6964" y="1292"/>
                    <a:pt x="8287" y="2742"/>
                    <a:pt x="8287" y="4600"/>
                  </a:cubicBezTo>
                  <a:cubicBezTo>
                    <a:pt x="8287" y="5987"/>
                    <a:pt x="7531" y="7215"/>
                    <a:pt x="6396" y="7845"/>
                  </a:cubicBezTo>
                  <a:cubicBezTo>
                    <a:pt x="5987" y="8034"/>
                    <a:pt x="5798" y="8475"/>
                    <a:pt x="5798" y="8885"/>
                  </a:cubicBezTo>
                  <a:lnTo>
                    <a:pt x="5798" y="9169"/>
                  </a:lnTo>
                  <a:lnTo>
                    <a:pt x="3309" y="9169"/>
                  </a:lnTo>
                  <a:lnTo>
                    <a:pt x="3309" y="8854"/>
                  </a:lnTo>
                  <a:cubicBezTo>
                    <a:pt x="3309" y="8412"/>
                    <a:pt x="3088" y="8034"/>
                    <a:pt x="2679" y="7782"/>
                  </a:cubicBezTo>
                  <a:cubicBezTo>
                    <a:pt x="1545" y="7121"/>
                    <a:pt x="820" y="5955"/>
                    <a:pt x="820" y="4600"/>
                  </a:cubicBezTo>
                  <a:cubicBezTo>
                    <a:pt x="820" y="2536"/>
                    <a:pt x="2499" y="892"/>
                    <a:pt x="4546" y="892"/>
                  </a:cubicBezTo>
                  <a:close/>
                  <a:moveTo>
                    <a:pt x="5798" y="9956"/>
                  </a:moveTo>
                  <a:lnTo>
                    <a:pt x="5798" y="10681"/>
                  </a:lnTo>
                  <a:cubicBezTo>
                    <a:pt x="5798" y="10901"/>
                    <a:pt x="5609" y="11059"/>
                    <a:pt x="5357" y="11090"/>
                  </a:cubicBezTo>
                  <a:lnTo>
                    <a:pt x="3719" y="11090"/>
                  </a:lnTo>
                  <a:cubicBezTo>
                    <a:pt x="3467" y="11090"/>
                    <a:pt x="3309" y="10901"/>
                    <a:pt x="3277" y="10681"/>
                  </a:cubicBezTo>
                  <a:lnTo>
                    <a:pt x="3277" y="9956"/>
                  </a:lnTo>
                  <a:close/>
                  <a:moveTo>
                    <a:pt x="4443" y="1"/>
                  </a:moveTo>
                  <a:cubicBezTo>
                    <a:pt x="2049" y="32"/>
                    <a:pt x="1" y="2080"/>
                    <a:pt x="1" y="4600"/>
                  </a:cubicBezTo>
                  <a:cubicBezTo>
                    <a:pt x="1" y="6270"/>
                    <a:pt x="883" y="7719"/>
                    <a:pt x="2238" y="8539"/>
                  </a:cubicBezTo>
                  <a:cubicBezTo>
                    <a:pt x="2332" y="8570"/>
                    <a:pt x="2395" y="8696"/>
                    <a:pt x="2458" y="8759"/>
                  </a:cubicBezTo>
                  <a:lnTo>
                    <a:pt x="2458" y="10681"/>
                  </a:lnTo>
                  <a:cubicBezTo>
                    <a:pt x="2458" y="11216"/>
                    <a:pt x="2805" y="11689"/>
                    <a:pt x="3309" y="11847"/>
                  </a:cubicBezTo>
                  <a:cubicBezTo>
                    <a:pt x="3467" y="12351"/>
                    <a:pt x="3939" y="12697"/>
                    <a:pt x="4506" y="12697"/>
                  </a:cubicBezTo>
                  <a:cubicBezTo>
                    <a:pt x="5042" y="12697"/>
                    <a:pt x="5514" y="12351"/>
                    <a:pt x="5672" y="11847"/>
                  </a:cubicBezTo>
                  <a:cubicBezTo>
                    <a:pt x="6176" y="11689"/>
                    <a:pt x="6554" y="11216"/>
                    <a:pt x="6554" y="10681"/>
                  </a:cubicBezTo>
                  <a:lnTo>
                    <a:pt x="6554" y="8854"/>
                  </a:lnTo>
                  <a:cubicBezTo>
                    <a:pt x="6554" y="8728"/>
                    <a:pt x="6617" y="8570"/>
                    <a:pt x="6712" y="8507"/>
                  </a:cubicBezTo>
                  <a:cubicBezTo>
                    <a:pt x="8318" y="7593"/>
                    <a:pt x="9263" y="5735"/>
                    <a:pt x="8948" y="3750"/>
                  </a:cubicBezTo>
                  <a:cubicBezTo>
                    <a:pt x="8602" y="1702"/>
                    <a:pt x="6806" y="1"/>
                    <a:pt x="444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3" name="Google Shape;10553;p135"/>
            <p:cNvSpPr/>
            <p:nvPr/>
          </p:nvSpPr>
          <p:spPr>
            <a:xfrm>
              <a:off x="-38235750" y="1989125"/>
              <a:ext cx="84300" cy="83525"/>
            </a:xfrm>
            <a:custGeom>
              <a:rect b="b" l="l" r="r" t="t"/>
              <a:pathLst>
                <a:path extrusionOk="0" h="3341" w="3372">
                  <a:moveTo>
                    <a:pt x="2931" y="1"/>
                  </a:moveTo>
                  <a:cubicBezTo>
                    <a:pt x="1355" y="1"/>
                    <a:pt x="64" y="1293"/>
                    <a:pt x="1" y="2899"/>
                  </a:cubicBezTo>
                  <a:cubicBezTo>
                    <a:pt x="1" y="3120"/>
                    <a:pt x="158" y="3340"/>
                    <a:pt x="410" y="3340"/>
                  </a:cubicBezTo>
                  <a:cubicBezTo>
                    <a:pt x="631" y="3340"/>
                    <a:pt x="851" y="3120"/>
                    <a:pt x="851" y="2899"/>
                  </a:cubicBezTo>
                  <a:cubicBezTo>
                    <a:pt x="883" y="1765"/>
                    <a:pt x="1796" y="820"/>
                    <a:pt x="2931" y="820"/>
                  </a:cubicBezTo>
                  <a:cubicBezTo>
                    <a:pt x="3151" y="820"/>
                    <a:pt x="3372" y="631"/>
                    <a:pt x="3372" y="379"/>
                  </a:cubicBezTo>
                  <a:cubicBezTo>
                    <a:pt x="3372" y="190"/>
                    <a:pt x="3151" y="1"/>
                    <a:pt x="293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54" name="Google Shape;10554;p135"/>
          <p:cNvSpPr/>
          <p:nvPr/>
        </p:nvSpPr>
        <p:spPr>
          <a:xfrm>
            <a:off x="3057873" y="3082867"/>
            <a:ext cx="374678" cy="374089"/>
          </a:xfrm>
          <a:custGeom>
            <a:rect b="b" l="l" r="r" t="t"/>
            <a:pathLst>
              <a:path extrusionOk="0" h="12709" w="12729">
                <a:moveTo>
                  <a:pt x="7089" y="894"/>
                </a:moveTo>
                <a:lnTo>
                  <a:pt x="7089" y="894"/>
                </a:lnTo>
                <a:cubicBezTo>
                  <a:pt x="8160" y="989"/>
                  <a:pt x="9137" y="1461"/>
                  <a:pt x="9956" y="2186"/>
                </a:cubicBezTo>
                <a:lnTo>
                  <a:pt x="8192" y="3950"/>
                </a:lnTo>
                <a:cubicBezTo>
                  <a:pt x="7436" y="3099"/>
                  <a:pt x="7089" y="1934"/>
                  <a:pt x="7089" y="894"/>
                </a:cubicBezTo>
                <a:close/>
                <a:moveTo>
                  <a:pt x="10555" y="2721"/>
                </a:moveTo>
                <a:cubicBezTo>
                  <a:pt x="11248" y="3572"/>
                  <a:pt x="11689" y="4549"/>
                  <a:pt x="11847" y="5620"/>
                </a:cubicBezTo>
                <a:cubicBezTo>
                  <a:pt x="10775" y="5620"/>
                  <a:pt x="9673" y="5242"/>
                  <a:pt x="8791" y="4486"/>
                </a:cubicBezTo>
                <a:lnTo>
                  <a:pt x="10555" y="2721"/>
                </a:lnTo>
                <a:close/>
                <a:moveTo>
                  <a:pt x="6270" y="831"/>
                </a:moveTo>
                <a:cubicBezTo>
                  <a:pt x="6207" y="2154"/>
                  <a:pt x="6680" y="3477"/>
                  <a:pt x="7593" y="4549"/>
                </a:cubicBezTo>
                <a:lnTo>
                  <a:pt x="6365" y="5777"/>
                </a:lnTo>
                <a:lnTo>
                  <a:pt x="2805" y="2186"/>
                </a:lnTo>
                <a:cubicBezTo>
                  <a:pt x="3781" y="1304"/>
                  <a:pt x="5010" y="831"/>
                  <a:pt x="6270" y="831"/>
                </a:cubicBezTo>
                <a:close/>
                <a:moveTo>
                  <a:pt x="2206" y="2721"/>
                </a:moveTo>
                <a:lnTo>
                  <a:pt x="5798" y="6313"/>
                </a:lnTo>
                <a:lnTo>
                  <a:pt x="4569" y="7542"/>
                </a:lnTo>
                <a:cubicBezTo>
                  <a:pt x="3648" y="6620"/>
                  <a:pt x="2337" y="6028"/>
                  <a:pt x="958" y="6028"/>
                </a:cubicBezTo>
                <a:cubicBezTo>
                  <a:pt x="923" y="6028"/>
                  <a:pt x="887" y="6029"/>
                  <a:pt x="851" y="6029"/>
                </a:cubicBezTo>
                <a:cubicBezTo>
                  <a:pt x="946" y="4864"/>
                  <a:pt x="1387" y="3666"/>
                  <a:pt x="2206" y="2721"/>
                </a:cubicBezTo>
                <a:close/>
                <a:moveTo>
                  <a:pt x="8192" y="5147"/>
                </a:moveTo>
                <a:cubicBezTo>
                  <a:pt x="9263" y="6029"/>
                  <a:pt x="10586" y="6470"/>
                  <a:pt x="11878" y="6470"/>
                </a:cubicBezTo>
                <a:cubicBezTo>
                  <a:pt x="11847" y="7699"/>
                  <a:pt x="11405" y="8959"/>
                  <a:pt x="10555" y="9936"/>
                </a:cubicBezTo>
                <a:lnTo>
                  <a:pt x="6963" y="6344"/>
                </a:lnTo>
                <a:lnTo>
                  <a:pt x="8192" y="5147"/>
                </a:lnTo>
                <a:close/>
                <a:moveTo>
                  <a:pt x="1027" y="6910"/>
                </a:moveTo>
                <a:cubicBezTo>
                  <a:pt x="2180" y="6910"/>
                  <a:pt x="3239" y="7378"/>
                  <a:pt x="4002" y="8172"/>
                </a:cubicBezTo>
                <a:lnTo>
                  <a:pt x="2206" y="9967"/>
                </a:lnTo>
                <a:cubicBezTo>
                  <a:pt x="1450" y="9117"/>
                  <a:pt x="1009" y="8046"/>
                  <a:pt x="914" y="6911"/>
                </a:cubicBezTo>
                <a:cubicBezTo>
                  <a:pt x="952" y="6910"/>
                  <a:pt x="989" y="6910"/>
                  <a:pt x="1027" y="6910"/>
                </a:cubicBezTo>
                <a:close/>
                <a:moveTo>
                  <a:pt x="4537" y="8770"/>
                </a:moveTo>
                <a:cubicBezTo>
                  <a:pt x="5104" y="9652"/>
                  <a:pt x="5325" y="10692"/>
                  <a:pt x="5199" y="11700"/>
                </a:cubicBezTo>
                <a:cubicBezTo>
                  <a:pt x="4285" y="11511"/>
                  <a:pt x="3498" y="11133"/>
                  <a:pt x="2805" y="10503"/>
                </a:cubicBezTo>
                <a:lnTo>
                  <a:pt x="4537" y="8770"/>
                </a:lnTo>
                <a:close/>
                <a:moveTo>
                  <a:pt x="6365" y="6911"/>
                </a:moveTo>
                <a:lnTo>
                  <a:pt x="9956" y="10503"/>
                </a:lnTo>
                <a:cubicBezTo>
                  <a:pt x="8948" y="11399"/>
                  <a:pt x="7716" y="11847"/>
                  <a:pt x="6481" y="11847"/>
                </a:cubicBezTo>
                <a:cubicBezTo>
                  <a:pt x="6327" y="11847"/>
                  <a:pt x="6172" y="11840"/>
                  <a:pt x="6018" y="11826"/>
                </a:cubicBezTo>
                <a:cubicBezTo>
                  <a:pt x="6176" y="10566"/>
                  <a:pt x="5892" y="9274"/>
                  <a:pt x="5104" y="8172"/>
                </a:cubicBezTo>
                <a:lnTo>
                  <a:pt x="6365" y="6911"/>
                </a:lnTo>
                <a:close/>
                <a:moveTo>
                  <a:pt x="6349" y="0"/>
                </a:moveTo>
                <a:cubicBezTo>
                  <a:pt x="2842" y="0"/>
                  <a:pt x="1" y="2821"/>
                  <a:pt x="1" y="6344"/>
                </a:cubicBezTo>
                <a:cubicBezTo>
                  <a:pt x="1" y="9873"/>
                  <a:pt x="2836" y="12708"/>
                  <a:pt x="6333" y="12708"/>
                </a:cubicBezTo>
                <a:cubicBezTo>
                  <a:pt x="9830" y="12708"/>
                  <a:pt x="12666" y="9873"/>
                  <a:pt x="12666" y="6344"/>
                </a:cubicBezTo>
                <a:cubicBezTo>
                  <a:pt x="12729" y="2973"/>
                  <a:pt x="10082" y="201"/>
                  <a:pt x="6743" y="12"/>
                </a:cubicBezTo>
                <a:cubicBezTo>
                  <a:pt x="6611" y="4"/>
                  <a:pt x="6479" y="0"/>
                  <a:pt x="634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5" name="Google Shape;10555;p135"/>
          <p:cNvSpPr/>
          <p:nvPr/>
        </p:nvSpPr>
        <p:spPr>
          <a:xfrm>
            <a:off x="3137950" y="3575768"/>
            <a:ext cx="219821" cy="374678"/>
          </a:xfrm>
          <a:custGeom>
            <a:rect b="b" l="l" r="r" t="t"/>
            <a:pathLst>
              <a:path extrusionOk="0" h="12729" w="7468">
                <a:moveTo>
                  <a:pt x="3715" y="5763"/>
                </a:moveTo>
                <a:cubicBezTo>
                  <a:pt x="3853" y="5763"/>
                  <a:pt x="3994" y="5833"/>
                  <a:pt x="4096" y="5955"/>
                </a:cubicBezTo>
                <a:cubicBezTo>
                  <a:pt x="4285" y="6239"/>
                  <a:pt x="4096" y="6585"/>
                  <a:pt x="3718" y="6585"/>
                </a:cubicBezTo>
                <a:cubicBezTo>
                  <a:pt x="3561" y="6585"/>
                  <a:pt x="3466" y="6491"/>
                  <a:pt x="3372" y="6396"/>
                </a:cubicBezTo>
                <a:cubicBezTo>
                  <a:pt x="3246" y="6239"/>
                  <a:pt x="3309" y="5955"/>
                  <a:pt x="3498" y="5829"/>
                </a:cubicBezTo>
                <a:cubicBezTo>
                  <a:pt x="3565" y="5784"/>
                  <a:pt x="3639" y="5763"/>
                  <a:pt x="3715" y="5763"/>
                </a:cubicBezTo>
                <a:close/>
                <a:moveTo>
                  <a:pt x="4128" y="1922"/>
                </a:moveTo>
                <a:lnTo>
                  <a:pt x="6554" y="6176"/>
                </a:lnTo>
                <a:lnTo>
                  <a:pt x="5104" y="9074"/>
                </a:lnTo>
                <a:lnTo>
                  <a:pt x="2300" y="9074"/>
                </a:lnTo>
                <a:cubicBezTo>
                  <a:pt x="1954" y="8349"/>
                  <a:pt x="977" y="6333"/>
                  <a:pt x="851" y="6176"/>
                </a:cubicBezTo>
                <a:lnTo>
                  <a:pt x="3309" y="1922"/>
                </a:lnTo>
                <a:lnTo>
                  <a:pt x="3309" y="5010"/>
                </a:lnTo>
                <a:cubicBezTo>
                  <a:pt x="2836" y="5167"/>
                  <a:pt x="2458" y="5640"/>
                  <a:pt x="2458" y="6176"/>
                </a:cubicBezTo>
                <a:cubicBezTo>
                  <a:pt x="2458" y="6837"/>
                  <a:pt x="3025" y="7436"/>
                  <a:pt x="3718" y="7436"/>
                </a:cubicBezTo>
                <a:cubicBezTo>
                  <a:pt x="4411" y="7436"/>
                  <a:pt x="4978" y="6900"/>
                  <a:pt x="4947" y="6176"/>
                </a:cubicBezTo>
                <a:cubicBezTo>
                  <a:pt x="4947" y="5640"/>
                  <a:pt x="4600" y="5199"/>
                  <a:pt x="4128" y="5010"/>
                </a:cubicBezTo>
                <a:lnTo>
                  <a:pt x="4128" y="1922"/>
                </a:lnTo>
                <a:close/>
                <a:moveTo>
                  <a:pt x="4947" y="9893"/>
                </a:moveTo>
                <a:lnTo>
                  <a:pt x="4947" y="11815"/>
                </a:lnTo>
                <a:lnTo>
                  <a:pt x="2458" y="11815"/>
                </a:lnTo>
                <a:lnTo>
                  <a:pt x="2458" y="9893"/>
                </a:lnTo>
                <a:close/>
                <a:moveTo>
                  <a:pt x="3592" y="1"/>
                </a:moveTo>
                <a:cubicBezTo>
                  <a:pt x="3529" y="32"/>
                  <a:pt x="3466" y="95"/>
                  <a:pt x="3435" y="127"/>
                </a:cubicBezTo>
                <a:cubicBezTo>
                  <a:pt x="3435" y="127"/>
                  <a:pt x="3435" y="158"/>
                  <a:pt x="3372" y="158"/>
                </a:cubicBezTo>
                <a:lnTo>
                  <a:pt x="3372" y="190"/>
                </a:lnTo>
                <a:lnTo>
                  <a:pt x="64" y="5987"/>
                </a:lnTo>
                <a:cubicBezTo>
                  <a:pt x="1" y="6113"/>
                  <a:pt x="1" y="6270"/>
                  <a:pt x="64" y="6396"/>
                </a:cubicBezTo>
                <a:lnTo>
                  <a:pt x="1670" y="9610"/>
                </a:lnTo>
                <a:lnTo>
                  <a:pt x="1670" y="12288"/>
                </a:lnTo>
                <a:cubicBezTo>
                  <a:pt x="1670" y="12540"/>
                  <a:pt x="1891" y="12729"/>
                  <a:pt x="2080" y="12729"/>
                </a:cubicBezTo>
                <a:lnTo>
                  <a:pt x="5388" y="12729"/>
                </a:lnTo>
                <a:cubicBezTo>
                  <a:pt x="5608" y="12729"/>
                  <a:pt x="5829" y="12540"/>
                  <a:pt x="5829" y="12288"/>
                </a:cubicBezTo>
                <a:lnTo>
                  <a:pt x="5829" y="9610"/>
                </a:lnTo>
                <a:lnTo>
                  <a:pt x="7436" y="6396"/>
                </a:lnTo>
                <a:cubicBezTo>
                  <a:pt x="7467" y="6239"/>
                  <a:pt x="7436" y="6113"/>
                  <a:pt x="7404" y="5987"/>
                </a:cubicBezTo>
                <a:lnTo>
                  <a:pt x="4096" y="190"/>
                </a:lnTo>
                <a:lnTo>
                  <a:pt x="4096" y="158"/>
                </a:lnTo>
                <a:cubicBezTo>
                  <a:pt x="4096" y="158"/>
                  <a:pt x="4096" y="127"/>
                  <a:pt x="4033" y="127"/>
                </a:cubicBezTo>
                <a:cubicBezTo>
                  <a:pt x="4002" y="95"/>
                  <a:pt x="3970" y="32"/>
                  <a:pt x="387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556" name="Google Shape;10556;p135"/>
          <p:cNvGrpSpPr/>
          <p:nvPr/>
        </p:nvGrpSpPr>
        <p:grpSpPr>
          <a:xfrm>
            <a:off x="2173841" y="4048593"/>
            <a:ext cx="382096" cy="371911"/>
            <a:chOff x="-37190575" y="1951325"/>
            <a:chExt cx="324525" cy="315875"/>
          </a:xfrm>
        </p:grpSpPr>
        <p:sp>
          <p:nvSpPr>
            <p:cNvPr id="10557" name="Google Shape;10557;p135"/>
            <p:cNvSpPr/>
            <p:nvPr/>
          </p:nvSpPr>
          <p:spPr>
            <a:xfrm>
              <a:off x="-37190575" y="1951325"/>
              <a:ext cx="324525" cy="315875"/>
            </a:xfrm>
            <a:custGeom>
              <a:rect b="b" l="l" r="r" t="t"/>
              <a:pathLst>
                <a:path extrusionOk="0" h="12635" w="12981">
                  <a:moveTo>
                    <a:pt x="6693" y="790"/>
                  </a:moveTo>
                  <a:cubicBezTo>
                    <a:pt x="8301" y="790"/>
                    <a:pt x="9913" y="1489"/>
                    <a:pt x="11028" y="2868"/>
                  </a:cubicBezTo>
                  <a:cubicBezTo>
                    <a:pt x="11752" y="3813"/>
                    <a:pt x="12193" y="5010"/>
                    <a:pt x="12193" y="6270"/>
                  </a:cubicBezTo>
                  <a:cubicBezTo>
                    <a:pt x="12162" y="7058"/>
                    <a:pt x="11563" y="7593"/>
                    <a:pt x="10870" y="7593"/>
                  </a:cubicBezTo>
                  <a:lnTo>
                    <a:pt x="10019" y="7593"/>
                  </a:lnTo>
                  <a:cubicBezTo>
                    <a:pt x="8854" y="7593"/>
                    <a:pt x="7940" y="8539"/>
                    <a:pt x="7940" y="9704"/>
                  </a:cubicBezTo>
                  <a:lnTo>
                    <a:pt x="7940" y="10523"/>
                  </a:lnTo>
                  <a:cubicBezTo>
                    <a:pt x="7940" y="11216"/>
                    <a:pt x="7404" y="11784"/>
                    <a:pt x="6680" y="11815"/>
                  </a:cubicBezTo>
                  <a:cubicBezTo>
                    <a:pt x="6239" y="11815"/>
                    <a:pt x="5892" y="11784"/>
                    <a:pt x="5420" y="11658"/>
                  </a:cubicBezTo>
                  <a:cubicBezTo>
                    <a:pt x="3844" y="11311"/>
                    <a:pt x="2490" y="10208"/>
                    <a:pt x="1765" y="8791"/>
                  </a:cubicBezTo>
                  <a:cubicBezTo>
                    <a:pt x="536" y="6428"/>
                    <a:pt x="1261" y="3340"/>
                    <a:pt x="3624" y="1733"/>
                  </a:cubicBezTo>
                  <a:cubicBezTo>
                    <a:pt x="4545" y="1102"/>
                    <a:pt x="5618" y="790"/>
                    <a:pt x="6693" y="790"/>
                  </a:cubicBezTo>
                  <a:close/>
                  <a:moveTo>
                    <a:pt x="6648" y="1"/>
                  </a:moveTo>
                  <a:cubicBezTo>
                    <a:pt x="4474" y="1"/>
                    <a:pt x="2553" y="1103"/>
                    <a:pt x="1419" y="2805"/>
                  </a:cubicBezTo>
                  <a:cubicBezTo>
                    <a:pt x="95" y="4726"/>
                    <a:pt x="1" y="7215"/>
                    <a:pt x="1009" y="9169"/>
                  </a:cubicBezTo>
                  <a:cubicBezTo>
                    <a:pt x="2080" y="11216"/>
                    <a:pt x="4191" y="12634"/>
                    <a:pt x="6680" y="12634"/>
                  </a:cubicBezTo>
                  <a:cubicBezTo>
                    <a:pt x="7814" y="12634"/>
                    <a:pt x="8791" y="11689"/>
                    <a:pt x="8791" y="10523"/>
                  </a:cubicBezTo>
                  <a:lnTo>
                    <a:pt x="8791" y="9704"/>
                  </a:lnTo>
                  <a:cubicBezTo>
                    <a:pt x="8791" y="8980"/>
                    <a:pt x="9358" y="8444"/>
                    <a:pt x="10019" y="8444"/>
                  </a:cubicBezTo>
                  <a:lnTo>
                    <a:pt x="10870" y="8444"/>
                  </a:lnTo>
                  <a:cubicBezTo>
                    <a:pt x="12004" y="8444"/>
                    <a:pt x="12981" y="7499"/>
                    <a:pt x="12981" y="6333"/>
                  </a:cubicBezTo>
                  <a:cubicBezTo>
                    <a:pt x="12981" y="2962"/>
                    <a:pt x="10240" y="1"/>
                    <a:pt x="66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8" name="Google Shape;10558;p135"/>
            <p:cNvSpPr/>
            <p:nvPr/>
          </p:nvSpPr>
          <p:spPr>
            <a:xfrm>
              <a:off x="-37081875" y="2162600"/>
              <a:ext cx="72475" cy="63100"/>
            </a:xfrm>
            <a:custGeom>
              <a:rect b="b" l="l" r="r" t="t"/>
              <a:pathLst>
                <a:path extrusionOk="0" h="2524" w="2899">
                  <a:moveTo>
                    <a:pt x="1418" y="812"/>
                  </a:moveTo>
                  <a:cubicBezTo>
                    <a:pt x="1670" y="812"/>
                    <a:pt x="1859" y="1001"/>
                    <a:pt x="1859" y="1253"/>
                  </a:cubicBezTo>
                  <a:cubicBezTo>
                    <a:pt x="1859" y="1474"/>
                    <a:pt x="1670" y="1663"/>
                    <a:pt x="1418" y="1663"/>
                  </a:cubicBezTo>
                  <a:cubicBezTo>
                    <a:pt x="1198" y="1663"/>
                    <a:pt x="1009" y="1474"/>
                    <a:pt x="1009" y="1253"/>
                  </a:cubicBezTo>
                  <a:cubicBezTo>
                    <a:pt x="1009" y="1001"/>
                    <a:pt x="1198" y="812"/>
                    <a:pt x="1418" y="812"/>
                  </a:cubicBezTo>
                  <a:close/>
                  <a:moveTo>
                    <a:pt x="1405" y="0"/>
                  </a:moveTo>
                  <a:cubicBezTo>
                    <a:pt x="1250" y="0"/>
                    <a:pt x="1094" y="28"/>
                    <a:pt x="946" y="88"/>
                  </a:cubicBezTo>
                  <a:cubicBezTo>
                    <a:pt x="316" y="371"/>
                    <a:pt x="0" y="1127"/>
                    <a:pt x="284" y="1757"/>
                  </a:cubicBezTo>
                  <a:cubicBezTo>
                    <a:pt x="496" y="2229"/>
                    <a:pt x="973" y="2524"/>
                    <a:pt x="1463" y="2524"/>
                  </a:cubicBezTo>
                  <a:cubicBezTo>
                    <a:pt x="1628" y="2524"/>
                    <a:pt x="1795" y="2490"/>
                    <a:pt x="1954" y="2419"/>
                  </a:cubicBezTo>
                  <a:cubicBezTo>
                    <a:pt x="2584" y="2135"/>
                    <a:pt x="2899" y="1379"/>
                    <a:pt x="2615" y="749"/>
                  </a:cubicBezTo>
                  <a:cubicBezTo>
                    <a:pt x="2399" y="292"/>
                    <a:pt x="1907" y="0"/>
                    <a:pt x="140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9" name="Google Shape;10559;p135"/>
            <p:cNvSpPr/>
            <p:nvPr/>
          </p:nvSpPr>
          <p:spPr>
            <a:xfrm>
              <a:off x="-37144875" y="2099025"/>
              <a:ext cx="72475" cy="62875"/>
            </a:xfrm>
            <a:custGeom>
              <a:rect b="b" l="l" r="r" t="t"/>
              <a:pathLst>
                <a:path extrusionOk="0" h="2515" w="2899">
                  <a:moveTo>
                    <a:pt x="1418" y="835"/>
                  </a:moveTo>
                  <a:cubicBezTo>
                    <a:pt x="1670" y="835"/>
                    <a:pt x="1859" y="1024"/>
                    <a:pt x="1859" y="1276"/>
                  </a:cubicBezTo>
                  <a:cubicBezTo>
                    <a:pt x="1859" y="1496"/>
                    <a:pt x="1670" y="1685"/>
                    <a:pt x="1418" y="1685"/>
                  </a:cubicBezTo>
                  <a:cubicBezTo>
                    <a:pt x="1197" y="1685"/>
                    <a:pt x="1008" y="1496"/>
                    <a:pt x="1008" y="1276"/>
                  </a:cubicBezTo>
                  <a:cubicBezTo>
                    <a:pt x="1008" y="1024"/>
                    <a:pt x="1197" y="835"/>
                    <a:pt x="1418" y="835"/>
                  </a:cubicBezTo>
                  <a:close/>
                  <a:moveTo>
                    <a:pt x="1411" y="0"/>
                  </a:moveTo>
                  <a:cubicBezTo>
                    <a:pt x="1254" y="0"/>
                    <a:pt x="1096" y="26"/>
                    <a:pt x="945" y="79"/>
                  </a:cubicBezTo>
                  <a:cubicBezTo>
                    <a:pt x="315" y="362"/>
                    <a:pt x="0" y="1118"/>
                    <a:pt x="284" y="1748"/>
                  </a:cubicBezTo>
                  <a:cubicBezTo>
                    <a:pt x="496" y="2220"/>
                    <a:pt x="972" y="2515"/>
                    <a:pt x="1463" y="2515"/>
                  </a:cubicBezTo>
                  <a:cubicBezTo>
                    <a:pt x="1628" y="2515"/>
                    <a:pt x="1795" y="2481"/>
                    <a:pt x="1953" y="2410"/>
                  </a:cubicBezTo>
                  <a:cubicBezTo>
                    <a:pt x="2583" y="2126"/>
                    <a:pt x="2899" y="1370"/>
                    <a:pt x="2615" y="740"/>
                  </a:cubicBezTo>
                  <a:cubicBezTo>
                    <a:pt x="2399" y="261"/>
                    <a:pt x="1910" y="0"/>
                    <a:pt x="141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0" name="Google Shape;10560;p135"/>
            <p:cNvSpPr/>
            <p:nvPr/>
          </p:nvSpPr>
          <p:spPr>
            <a:xfrm>
              <a:off x="-37123625" y="2014875"/>
              <a:ext cx="71700" cy="62775"/>
            </a:xfrm>
            <a:custGeom>
              <a:rect b="b" l="l" r="r" t="t"/>
              <a:pathLst>
                <a:path extrusionOk="0" h="2511" w="2868">
                  <a:moveTo>
                    <a:pt x="1418" y="798"/>
                  </a:moveTo>
                  <a:cubicBezTo>
                    <a:pt x="1639" y="798"/>
                    <a:pt x="1828" y="1019"/>
                    <a:pt x="1828" y="1239"/>
                  </a:cubicBezTo>
                  <a:cubicBezTo>
                    <a:pt x="1828" y="1460"/>
                    <a:pt x="1639" y="1680"/>
                    <a:pt x="1418" y="1680"/>
                  </a:cubicBezTo>
                  <a:cubicBezTo>
                    <a:pt x="1166" y="1680"/>
                    <a:pt x="977" y="1460"/>
                    <a:pt x="977" y="1239"/>
                  </a:cubicBezTo>
                  <a:cubicBezTo>
                    <a:pt x="1009" y="1019"/>
                    <a:pt x="1166" y="798"/>
                    <a:pt x="1418" y="798"/>
                  </a:cubicBezTo>
                  <a:close/>
                  <a:moveTo>
                    <a:pt x="1431" y="0"/>
                  </a:moveTo>
                  <a:cubicBezTo>
                    <a:pt x="1269" y="0"/>
                    <a:pt x="1105" y="34"/>
                    <a:pt x="946" y="105"/>
                  </a:cubicBezTo>
                  <a:cubicBezTo>
                    <a:pt x="316" y="389"/>
                    <a:pt x="1" y="1113"/>
                    <a:pt x="253" y="1743"/>
                  </a:cubicBezTo>
                  <a:cubicBezTo>
                    <a:pt x="472" y="2231"/>
                    <a:pt x="974" y="2511"/>
                    <a:pt x="1481" y="2511"/>
                  </a:cubicBezTo>
                  <a:cubicBezTo>
                    <a:pt x="1630" y="2511"/>
                    <a:pt x="1780" y="2487"/>
                    <a:pt x="1923" y="2436"/>
                  </a:cubicBezTo>
                  <a:cubicBezTo>
                    <a:pt x="2553" y="2153"/>
                    <a:pt x="2868" y="1397"/>
                    <a:pt x="2584" y="767"/>
                  </a:cubicBezTo>
                  <a:cubicBezTo>
                    <a:pt x="2372" y="295"/>
                    <a:pt x="1913" y="0"/>
                    <a:pt x="143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1" name="Google Shape;10561;p135"/>
            <p:cNvSpPr/>
            <p:nvPr/>
          </p:nvSpPr>
          <p:spPr>
            <a:xfrm>
              <a:off x="-37039350" y="1993250"/>
              <a:ext cx="71700" cy="63125"/>
            </a:xfrm>
            <a:custGeom>
              <a:rect b="b" l="l" r="r" t="t"/>
              <a:pathLst>
                <a:path extrusionOk="0" h="2525" w="2868">
                  <a:moveTo>
                    <a:pt x="1418" y="844"/>
                  </a:moveTo>
                  <a:cubicBezTo>
                    <a:pt x="1671" y="844"/>
                    <a:pt x="1860" y="1033"/>
                    <a:pt x="1860" y="1285"/>
                  </a:cubicBezTo>
                  <a:cubicBezTo>
                    <a:pt x="1860" y="1506"/>
                    <a:pt x="1671" y="1726"/>
                    <a:pt x="1418" y="1726"/>
                  </a:cubicBezTo>
                  <a:cubicBezTo>
                    <a:pt x="1198" y="1726"/>
                    <a:pt x="977" y="1506"/>
                    <a:pt x="977" y="1285"/>
                  </a:cubicBezTo>
                  <a:cubicBezTo>
                    <a:pt x="977" y="1033"/>
                    <a:pt x="1198" y="844"/>
                    <a:pt x="1418" y="844"/>
                  </a:cubicBezTo>
                  <a:close/>
                  <a:moveTo>
                    <a:pt x="1402" y="1"/>
                  </a:moveTo>
                  <a:cubicBezTo>
                    <a:pt x="1248" y="1"/>
                    <a:pt x="1094" y="29"/>
                    <a:pt x="946" y="88"/>
                  </a:cubicBezTo>
                  <a:cubicBezTo>
                    <a:pt x="316" y="372"/>
                    <a:pt x="1" y="1128"/>
                    <a:pt x="284" y="1758"/>
                  </a:cubicBezTo>
                  <a:cubicBezTo>
                    <a:pt x="496" y="2229"/>
                    <a:pt x="955" y="2524"/>
                    <a:pt x="1437" y="2524"/>
                  </a:cubicBezTo>
                  <a:cubicBezTo>
                    <a:pt x="1599" y="2524"/>
                    <a:pt x="1764" y="2491"/>
                    <a:pt x="1923" y="2419"/>
                  </a:cubicBezTo>
                  <a:cubicBezTo>
                    <a:pt x="2553" y="2136"/>
                    <a:pt x="2868" y="1411"/>
                    <a:pt x="2616" y="781"/>
                  </a:cubicBezTo>
                  <a:cubicBezTo>
                    <a:pt x="2399" y="299"/>
                    <a:pt x="1905" y="1"/>
                    <a:pt x="140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62" name="Google Shape;10562;p135"/>
          <p:cNvSpPr/>
          <p:nvPr/>
        </p:nvSpPr>
        <p:spPr>
          <a:xfrm>
            <a:off x="2541596" y="1305641"/>
            <a:ext cx="378387" cy="373736"/>
          </a:xfrm>
          <a:custGeom>
            <a:rect b="b" l="l" r="r" t="t"/>
            <a:pathLst>
              <a:path extrusionOk="0" h="12697" w="12855">
                <a:moveTo>
                  <a:pt x="8035" y="1032"/>
                </a:moveTo>
                <a:lnTo>
                  <a:pt x="11847" y="4844"/>
                </a:lnTo>
                <a:lnTo>
                  <a:pt x="7468" y="9223"/>
                </a:lnTo>
                <a:lnTo>
                  <a:pt x="3655" y="5380"/>
                </a:lnTo>
                <a:lnTo>
                  <a:pt x="8035" y="1032"/>
                </a:lnTo>
                <a:close/>
                <a:moveTo>
                  <a:pt x="3057" y="5978"/>
                </a:moveTo>
                <a:lnTo>
                  <a:pt x="6869" y="9790"/>
                </a:lnTo>
                <a:lnTo>
                  <a:pt x="4916" y="11775"/>
                </a:lnTo>
                <a:cubicBezTo>
                  <a:pt x="4837" y="11854"/>
                  <a:pt x="4727" y="11893"/>
                  <a:pt x="4616" y="11893"/>
                </a:cubicBezTo>
                <a:cubicBezTo>
                  <a:pt x="4506" y="11893"/>
                  <a:pt x="4396" y="11854"/>
                  <a:pt x="4317" y="11775"/>
                </a:cubicBezTo>
                <a:lnTo>
                  <a:pt x="1104" y="8530"/>
                </a:lnTo>
                <a:cubicBezTo>
                  <a:pt x="946" y="8372"/>
                  <a:pt x="946" y="8120"/>
                  <a:pt x="1104" y="7963"/>
                </a:cubicBezTo>
                <a:lnTo>
                  <a:pt x="3057" y="5978"/>
                </a:lnTo>
                <a:close/>
                <a:moveTo>
                  <a:pt x="7987" y="0"/>
                </a:moveTo>
                <a:cubicBezTo>
                  <a:pt x="7877" y="0"/>
                  <a:pt x="7767" y="39"/>
                  <a:pt x="7688" y="118"/>
                </a:cubicBezTo>
                <a:lnTo>
                  <a:pt x="442" y="7364"/>
                </a:lnTo>
                <a:cubicBezTo>
                  <a:pt x="1" y="7837"/>
                  <a:pt x="1" y="8625"/>
                  <a:pt x="442" y="9129"/>
                </a:cubicBezTo>
                <a:lnTo>
                  <a:pt x="3687" y="12342"/>
                </a:lnTo>
                <a:cubicBezTo>
                  <a:pt x="3923" y="12578"/>
                  <a:pt x="4238" y="12697"/>
                  <a:pt x="4557" y="12697"/>
                </a:cubicBezTo>
                <a:cubicBezTo>
                  <a:pt x="4876" y="12697"/>
                  <a:pt x="5199" y="12578"/>
                  <a:pt x="5451" y="12342"/>
                </a:cubicBezTo>
                <a:lnTo>
                  <a:pt x="12697" y="5096"/>
                </a:lnTo>
                <a:cubicBezTo>
                  <a:pt x="12855" y="4970"/>
                  <a:pt x="12855" y="4686"/>
                  <a:pt x="12697" y="4529"/>
                </a:cubicBezTo>
                <a:lnTo>
                  <a:pt x="8287" y="118"/>
                </a:lnTo>
                <a:cubicBezTo>
                  <a:pt x="8208" y="39"/>
                  <a:pt x="8098" y="0"/>
                  <a:pt x="798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563" name="Google Shape;10563;p135"/>
          <p:cNvGrpSpPr/>
          <p:nvPr/>
        </p:nvGrpSpPr>
        <p:grpSpPr>
          <a:xfrm>
            <a:off x="2574144" y="1834744"/>
            <a:ext cx="373736" cy="293055"/>
            <a:chOff x="-41694200" y="2382950"/>
            <a:chExt cx="317425" cy="248900"/>
          </a:xfrm>
        </p:grpSpPr>
        <p:sp>
          <p:nvSpPr>
            <p:cNvPr id="10564" name="Google Shape;10564;p135"/>
            <p:cNvSpPr/>
            <p:nvPr/>
          </p:nvSpPr>
          <p:spPr>
            <a:xfrm>
              <a:off x="-41694200" y="2382950"/>
              <a:ext cx="317425" cy="248900"/>
            </a:xfrm>
            <a:custGeom>
              <a:rect b="b" l="l" r="r" t="t"/>
              <a:pathLst>
                <a:path extrusionOk="0" h="9956" w="12697">
                  <a:moveTo>
                    <a:pt x="10555" y="851"/>
                  </a:moveTo>
                  <a:cubicBezTo>
                    <a:pt x="10807" y="851"/>
                    <a:pt x="10964" y="1040"/>
                    <a:pt x="10964" y="1292"/>
                  </a:cubicBezTo>
                  <a:lnTo>
                    <a:pt x="10964" y="7499"/>
                  </a:lnTo>
                  <a:lnTo>
                    <a:pt x="1576" y="7499"/>
                  </a:lnTo>
                  <a:lnTo>
                    <a:pt x="1576" y="1292"/>
                  </a:lnTo>
                  <a:lnTo>
                    <a:pt x="1607" y="1292"/>
                  </a:lnTo>
                  <a:cubicBezTo>
                    <a:pt x="1607" y="1040"/>
                    <a:pt x="1828" y="882"/>
                    <a:pt x="2017" y="851"/>
                  </a:cubicBezTo>
                  <a:close/>
                  <a:moveTo>
                    <a:pt x="8507" y="8286"/>
                  </a:moveTo>
                  <a:lnTo>
                    <a:pt x="8507" y="8727"/>
                  </a:lnTo>
                  <a:cubicBezTo>
                    <a:pt x="8507" y="8918"/>
                    <a:pt x="8633" y="9073"/>
                    <a:pt x="8777" y="9137"/>
                  </a:cubicBezTo>
                  <a:lnTo>
                    <a:pt x="1198" y="9137"/>
                  </a:lnTo>
                  <a:cubicBezTo>
                    <a:pt x="1009" y="9137"/>
                    <a:pt x="851" y="9011"/>
                    <a:pt x="788" y="8853"/>
                  </a:cubicBezTo>
                  <a:cubicBezTo>
                    <a:pt x="757" y="8759"/>
                    <a:pt x="788" y="8759"/>
                    <a:pt x="788" y="8286"/>
                  </a:cubicBezTo>
                  <a:close/>
                  <a:moveTo>
                    <a:pt x="10145" y="8286"/>
                  </a:moveTo>
                  <a:lnTo>
                    <a:pt x="10145" y="8727"/>
                  </a:lnTo>
                  <a:cubicBezTo>
                    <a:pt x="10145" y="8918"/>
                    <a:pt x="10254" y="9073"/>
                    <a:pt x="10402" y="9137"/>
                  </a:cubicBezTo>
                  <a:lnTo>
                    <a:pt x="9051" y="9137"/>
                  </a:lnTo>
                  <a:cubicBezTo>
                    <a:pt x="9186" y="9073"/>
                    <a:pt x="9294" y="8918"/>
                    <a:pt x="9294" y="8727"/>
                  </a:cubicBezTo>
                  <a:lnTo>
                    <a:pt x="9294" y="8286"/>
                  </a:lnTo>
                  <a:close/>
                  <a:moveTo>
                    <a:pt x="11783" y="8286"/>
                  </a:moveTo>
                  <a:lnTo>
                    <a:pt x="11783" y="8727"/>
                  </a:lnTo>
                  <a:cubicBezTo>
                    <a:pt x="11815" y="8979"/>
                    <a:pt x="11626" y="9137"/>
                    <a:pt x="11374" y="9137"/>
                  </a:cubicBezTo>
                  <a:lnTo>
                    <a:pt x="10720" y="9137"/>
                  </a:lnTo>
                  <a:cubicBezTo>
                    <a:pt x="10874" y="9073"/>
                    <a:pt x="10964" y="8918"/>
                    <a:pt x="10964" y="8727"/>
                  </a:cubicBezTo>
                  <a:lnTo>
                    <a:pt x="10964" y="8286"/>
                  </a:lnTo>
                  <a:close/>
                  <a:moveTo>
                    <a:pt x="2048" y="0"/>
                  </a:moveTo>
                  <a:cubicBezTo>
                    <a:pt x="1387" y="0"/>
                    <a:pt x="788" y="536"/>
                    <a:pt x="820" y="1261"/>
                  </a:cubicBezTo>
                  <a:lnTo>
                    <a:pt x="820" y="7467"/>
                  </a:lnTo>
                  <a:lnTo>
                    <a:pt x="347" y="7467"/>
                  </a:lnTo>
                  <a:cubicBezTo>
                    <a:pt x="158" y="7467"/>
                    <a:pt x="0" y="7625"/>
                    <a:pt x="0" y="7814"/>
                  </a:cubicBezTo>
                  <a:lnTo>
                    <a:pt x="0" y="8696"/>
                  </a:lnTo>
                  <a:cubicBezTo>
                    <a:pt x="0" y="9357"/>
                    <a:pt x="568" y="9956"/>
                    <a:pt x="1229" y="9956"/>
                  </a:cubicBezTo>
                  <a:lnTo>
                    <a:pt x="11437" y="9956"/>
                  </a:lnTo>
                  <a:cubicBezTo>
                    <a:pt x="12098" y="9956"/>
                    <a:pt x="12697" y="9389"/>
                    <a:pt x="12697" y="8696"/>
                  </a:cubicBezTo>
                  <a:lnTo>
                    <a:pt x="12697" y="7877"/>
                  </a:lnTo>
                  <a:cubicBezTo>
                    <a:pt x="12634" y="7656"/>
                    <a:pt x="12445" y="7467"/>
                    <a:pt x="12224" y="7467"/>
                  </a:cubicBezTo>
                  <a:lnTo>
                    <a:pt x="11815" y="7467"/>
                  </a:lnTo>
                  <a:lnTo>
                    <a:pt x="11815" y="1261"/>
                  </a:lnTo>
                  <a:cubicBezTo>
                    <a:pt x="11815" y="567"/>
                    <a:pt x="11279" y="0"/>
                    <a:pt x="1058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5" name="Google Shape;10565;p135"/>
            <p:cNvSpPr/>
            <p:nvPr/>
          </p:nvSpPr>
          <p:spPr>
            <a:xfrm>
              <a:off x="-41586600" y="2425550"/>
              <a:ext cx="107450" cy="102925"/>
            </a:xfrm>
            <a:custGeom>
              <a:rect b="b" l="l" r="r" t="t"/>
              <a:pathLst>
                <a:path extrusionOk="0" h="4117" w="4298">
                  <a:moveTo>
                    <a:pt x="1147" y="1037"/>
                  </a:moveTo>
                  <a:lnTo>
                    <a:pt x="2218" y="1384"/>
                  </a:lnTo>
                  <a:lnTo>
                    <a:pt x="1493" y="2108"/>
                  </a:lnTo>
                  <a:lnTo>
                    <a:pt x="1147" y="1037"/>
                  </a:lnTo>
                  <a:close/>
                  <a:moveTo>
                    <a:pt x="466" y="1"/>
                  </a:moveTo>
                  <a:cubicBezTo>
                    <a:pt x="209" y="1"/>
                    <a:pt x="1" y="267"/>
                    <a:pt x="107" y="533"/>
                  </a:cubicBezTo>
                  <a:lnTo>
                    <a:pt x="926" y="3022"/>
                  </a:lnTo>
                  <a:cubicBezTo>
                    <a:pt x="987" y="3184"/>
                    <a:pt x="1164" y="3293"/>
                    <a:pt x="1341" y="3293"/>
                  </a:cubicBezTo>
                  <a:cubicBezTo>
                    <a:pt x="1441" y="3293"/>
                    <a:pt x="1540" y="3259"/>
                    <a:pt x="1619" y="3180"/>
                  </a:cubicBezTo>
                  <a:lnTo>
                    <a:pt x="2155" y="2613"/>
                  </a:lnTo>
                  <a:lnTo>
                    <a:pt x="3541" y="3999"/>
                  </a:lnTo>
                  <a:cubicBezTo>
                    <a:pt x="3620" y="4077"/>
                    <a:pt x="3730" y="4117"/>
                    <a:pt x="3840" y="4117"/>
                  </a:cubicBezTo>
                  <a:cubicBezTo>
                    <a:pt x="3951" y="4117"/>
                    <a:pt x="4061" y="4077"/>
                    <a:pt x="4140" y="3999"/>
                  </a:cubicBezTo>
                  <a:cubicBezTo>
                    <a:pt x="4297" y="3841"/>
                    <a:pt x="4297" y="3558"/>
                    <a:pt x="4140" y="3400"/>
                  </a:cubicBezTo>
                  <a:lnTo>
                    <a:pt x="2722" y="2077"/>
                  </a:lnTo>
                  <a:lnTo>
                    <a:pt x="3258" y="1510"/>
                  </a:lnTo>
                  <a:cubicBezTo>
                    <a:pt x="3510" y="1289"/>
                    <a:pt x="3384" y="911"/>
                    <a:pt x="3100" y="848"/>
                  </a:cubicBezTo>
                  <a:lnTo>
                    <a:pt x="611" y="29"/>
                  </a:lnTo>
                  <a:cubicBezTo>
                    <a:pt x="562" y="10"/>
                    <a:pt x="514" y="1"/>
                    <a:pt x="46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66" name="Google Shape;10566;p135"/>
          <p:cNvGrpSpPr/>
          <p:nvPr/>
        </p:nvGrpSpPr>
        <p:grpSpPr>
          <a:xfrm>
            <a:off x="2570967" y="2188052"/>
            <a:ext cx="375591" cy="373766"/>
            <a:chOff x="-41695775" y="2683025"/>
            <a:chExt cx="319000" cy="317450"/>
          </a:xfrm>
        </p:grpSpPr>
        <p:sp>
          <p:nvSpPr>
            <p:cNvPr id="10567" name="Google Shape;10567;p135"/>
            <p:cNvSpPr/>
            <p:nvPr/>
          </p:nvSpPr>
          <p:spPr>
            <a:xfrm>
              <a:off x="-41695775" y="2683025"/>
              <a:ext cx="319000" cy="317450"/>
            </a:xfrm>
            <a:custGeom>
              <a:rect b="b" l="l" r="r" t="t"/>
              <a:pathLst>
                <a:path extrusionOk="0" h="12698" w="12760">
                  <a:moveTo>
                    <a:pt x="6238" y="2521"/>
                  </a:moveTo>
                  <a:lnTo>
                    <a:pt x="10240" y="5199"/>
                  </a:lnTo>
                  <a:lnTo>
                    <a:pt x="10240" y="11815"/>
                  </a:lnTo>
                  <a:lnTo>
                    <a:pt x="2521" y="11815"/>
                  </a:lnTo>
                  <a:lnTo>
                    <a:pt x="2521" y="5199"/>
                  </a:lnTo>
                  <a:lnTo>
                    <a:pt x="6238" y="2521"/>
                  </a:lnTo>
                  <a:close/>
                  <a:moveTo>
                    <a:pt x="6270" y="1"/>
                  </a:moveTo>
                  <a:cubicBezTo>
                    <a:pt x="6049" y="1"/>
                    <a:pt x="5860" y="190"/>
                    <a:pt x="5860" y="379"/>
                  </a:cubicBezTo>
                  <a:lnTo>
                    <a:pt x="5860" y="1859"/>
                  </a:lnTo>
                  <a:lnTo>
                    <a:pt x="1891" y="4695"/>
                  </a:lnTo>
                  <a:lnTo>
                    <a:pt x="221" y="5861"/>
                  </a:lnTo>
                  <a:cubicBezTo>
                    <a:pt x="32" y="5987"/>
                    <a:pt x="0" y="6270"/>
                    <a:pt x="158" y="6459"/>
                  </a:cubicBezTo>
                  <a:cubicBezTo>
                    <a:pt x="229" y="6566"/>
                    <a:pt x="342" y="6623"/>
                    <a:pt x="466" y="6623"/>
                  </a:cubicBezTo>
                  <a:cubicBezTo>
                    <a:pt x="560" y="6623"/>
                    <a:pt x="661" y="6590"/>
                    <a:pt x="757" y="6522"/>
                  </a:cubicBezTo>
                  <a:lnTo>
                    <a:pt x="1733" y="5829"/>
                  </a:lnTo>
                  <a:lnTo>
                    <a:pt x="1733" y="12288"/>
                  </a:lnTo>
                  <a:cubicBezTo>
                    <a:pt x="1733" y="12508"/>
                    <a:pt x="1922" y="12697"/>
                    <a:pt x="2111" y="12697"/>
                  </a:cubicBezTo>
                  <a:lnTo>
                    <a:pt x="10649" y="12697"/>
                  </a:lnTo>
                  <a:cubicBezTo>
                    <a:pt x="10901" y="12697"/>
                    <a:pt x="11059" y="12508"/>
                    <a:pt x="11059" y="12288"/>
                  </a:cubicBezTo>
                  <a:lnTo>
                    <a:pt x="11059" y="5798"/>
                  </a:lnTo>
                  <a:lnTo>
                    <a:pt x="12035" y="6491"/>
                  </a:lnTo>
                  <a:cubicBezTo>
                    <a:pt x="12114" y="6543"/>
                    <a:pt x="12204" y="6568"/>
                    <a:pt x="12294" y="6568"/>
                  </a:cubicBezTo>
                  <a:cubicBezTo>
                    <a:pt x="12418" y="6568"/>
                    <a:pt x="12542" y="6519"/>
                    <a:pt x="12634" y="6428"/>
                  </a:cubicBezTo>
                  <a:cubicBezTo>
                    <a:pt x="12760" y="6207"/>
                    <a:pt x="12697" y="5987"/>
                    <a:pt x="12571" y="5829"/>
                  </a:cubicBezTo>
                  <a:lnTo>
                    <a:pt x="10901" y="4632"/>
                  </a:lnTo>
                  <a:cubicBezTo>
                    <a:pt x="10901" y="4632"/>
                    <a:pt x="6679" y="1796"/>
                    <a:pt x="6648" y="1796"/>
                  </a:cubicBezTo>
                  <a:lnTo>
                    <a:pt x="6648" y="379"/>
                  </a:lnTo>
                  <a:cubicBezTo>
                    <a:pt x="6648" y="158"/>
                    <a:pt x="6459" y="1"/>
                    <a:pt x="627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8" name="Google Shape;10568;p135"/>
            <p:cNvSpPr/>
            <p:nvPr/>
          </p:nvSpPr>
          <p:spPr>
            <a:xfrm>
              <a:off x="-41615450" y="2813750"/>
              <a:ext cx="152050" cy="144975"/>
            </a:xfrm>
            <a:custGeom>
              <a:rect b="b" l="l" r="r" t="t"/>
              <a:pathLst>
                <a:path extrusionOk="0" h="5799" w="6082">
                  <a:moveTo>
                    <a:pt x="3050" y="782"/>
                  </a:moveTo>
                  <a:cubicBezTo>
                    <a:pt x="3325" y="782"/>
                    <a:pt x="3606" y="835"/>
                    <a:pt x="3876" y="947"/>
                  </a:cubicBezTo>
                  <a:cubicBezTo>
                    <a:pt x="4853" y="1419"/>
                    <a:pt x="5357" y="2616"/>
                    <a:pt x="4916" y="3656"/>
                  </a:cubicBezTo>
                  <a:cubicBezTo>
                    <a:pt x="4601" y="4412"/>
                    <a:pt x="3908" y="4916"/>
                    <a:pt x="3025" y="4916"/>
                  </a:cubicBezTo>
                  <a:cubicBezTo>
                    <a:pt x="1545" y="4916"/>
                    <a:pt x="568" y="3436"/>
                    <a:pt x="1135" y="2049"/>
                  </a:cubicBezTo>
                  <a:cubicBezTo>
                    <a:pt x="1465" y="1248"/>
                    <a:pt x="2235" y="782"/>
                    <a:pt x="3050" y="782"/>
                  </a:cubicBezTo>
                  <a:close/>
                  <a:moveTo>
                    <a:pt x="2968" y="0"/>
                  </a:moveTo>
                  <a:cubicBezTo>
                    <a:pt x="1995" y="0"/>
                    <a:pt x="1120" y="497"/>
                    <a:pt x="631" y="1262"/>
                  </a:cubicBezTo>
                  <a:cubicBezTo>
                    <a:pt x="95" y="2081"/>
                    <a:pt x="1" y="3152"/>
                    <a:pt x="347" y="4034"/>
                  </a:cubicBezTo>
                  <a:cubicBezTo>
                    <a:pt x="789" y="5074"/>
                    <a:pt x="1860" y="5798"/>
                    <a:pt x="3057" y="5798"/>
                  </a:cubicBezTo>
                  <a:cubicBezTo>
                    <a:pt x="4034" y="5798"/>
                    <a:pt x="4884" y="5326"/>
                    <a:pt x="5451" y="4538"/>
                  </a:cubicBezTo>
                  <a:cubicBezTo>
                    <a:pt x="5987" y="3719"/>
                    <a:pt x="6081" y="2648"/>
                    <a:pt x="5735" y="1766"/>
                  </a:cubicBezTo>
                  <a:cubicBezTo>
                    <a:pt x="5294" y="726"/>
                    <a:pt x="4223" y="1"/>
                    <a:pt x="3057" y="1"/>
                  </a:cubicBezTo>
                  <a:cubicBezTo>
                    <a:pt x="3027" y="1"/>
                    <a:pt x="2997" y="0"/>
                    <a:pt x="296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9" name="Google Shape;10569;p135"/>
            <p:cNvSpPr/>
            <p:nvPr/>
          </p:nvSpPr>
          <p:spPr>
            <a:xfrm>
              <a:off x="-41550075" y="2853950"/>
              <a:ext cx="40200" cy="42550"/>
            </a:xfrm>
            <a:custGeom>
              <a:rect b="b" l="l" r="r" t="t"/>
              <a:pathLst>
                <a:path extrusionOk="0" h="1702" w="1608">
                  <a:moveTo>
                    <a:pt x="379" y="0"/>
                  </a:moveTo>
                  <a:cubicBezTo>
                    <a:pt x="190" y="0"/>
                    <a:pt x="1" y="221"/>
                    <a:pt x="1" y="441"/>
                  </a:cubicBezTo>
                  <a:lnTo>
                    <a:pt x="1" y="1260"/>
                  </a:lnTo>
                  <a:cubicBezTo>
                    <a:pt x="1" y="1512"/>
                    <a:pt x="190" y="1701"/>
                    <a:pt x="379" y="1701"/>
                  </a:cubicBezTo>
                  <a:lnTo>
                    <a:pt x="1230" y="1701"/>
                  </a:lnTo>
                  <a:cubicBezTo>
                    <a:pt x="1450" y="1701"/>
                    <a:pt x="1608" y="1512"/>
                    <a:pt x="1608" y="1260"/>
                  </a:cubicBezTo>
                  <a:cubicBezTo>
                    <a:pt x="1608" y="1040"/>
                    <a:pt x="1419" y="851"/>
                    <a:pt x="1230" y="851"/>
                  </a:cubicBezTo>
                  <a:lnTo>
                    <a:pt x="788" y="851"/>
                  </a:lnTo>
                  <a:lnTo>
                    <a:pt x="788" y="410"/>
                  </a:lnTo>
                  <a:cubicBezTo>
                    <a:pt x="788" y="158"/>
                    <a:pt x="568"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70" name="Google Shape;10570;p135"/>
          <p:cNvGrpSpPr/>
          <p:nvPr/>
        </p:nvGrpSpPr>
        <p:grpSpPr>
          <a:xfrm>
            <a:off x="1313266" y="2680822"/>
            <a:ext cx="342211" cy="375620"/>
            <a:chOff x="-39792875" y="1971800"/>
            <a:chExt cx="290650" cy="319025"/>
          </a:xfrm>
        </p:grpSpPr>
        <p:sp>
          <p:nvSpPr>
            <p:cNvPr id="10571" name="Google Shape;10571;p135"/>
            <p:cNvSpPr/>
            <p:nvPr/>
          </p:nvSpPr>
          <p:spPr>
            <a:xfrm>
              <a:off x="-39667650" y="2145075"/>
              <a:ext cx="40975" cy="41775"/>
            </a:xfrm>
            <a:custGeom>
              <a:rect b="b" l="l" r="r" t="t"/>
              <a:pathLst>
                <a:path extrusionOk="0" h="1671" w="1639">
                  <a:moveTo>
                    <a:pt x="820" y="1"/>
                  </a:moveTo>
                  <a:cubicBezTo>
                    <a:pt x="379" y="1"/>
                    <a:pt x="1" y="379"/>
                    <a:pt x="1" y="852"/>
                  </a:cubicBezTo>
                  <a:cubicBezTo>
                    <a:pt x="1" y="1293"/>
                    <a:pt x="379" y="1671"/>
                    <a:pt x="820" y="1671"/>
                  </a:cubicBezTo>
                  <a:cubicBezTo>
                    <a:pt x="1261" y="1671"/>
                    <a:pt x="1639" y="1293"/>
                    <a:pt x="1639" y="852"/>
                  </a:cubicBezTo>
                  <a:cubicBezTo>
                    <a:pt x="1639" y="379"/>
                    <a:pt x="1261" y="1"/>
                    <a:pt x="82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2" name="Google Shape;10572;p135"/>
            <p:cNvSpPr/>
            <p:nvPr/>
          </p:nvSpPr>
          <p:spPr>
            <a:xfrm>
              <a:off x="-39792875" y="1971800"/>
              <a:ext cx="290650" cy="319025"/>
            </a:xfrm>
            <a:custGeom>
              <a:rect b="b" l="l" r="r" t="t"/>
              <a:pathLst>
                <a:path extrusionOk="0" h="12761" w="11626">
                  <a:moveTo>
                    <a:pt x="6207" y="3687"/>
                  </a:moveTo>
                  <a:cubicBezTo>
                    <a:pt x="6900" y="3687"/>
                    <a:pt x="7436" y="4222"/>
                    <a:pt x="7436" y="4884"/>
                  </a:cubicBezTo>
                  <a:lnTo>
                    <a:pt x="7436" y="11910"/>
                  </a:lnTo>
                  <a:lnTo>
                    <a:pt x="4159" y="11910"/>
                  </a:lnTo>
                  <a:lnTo>
                    <a:pt x="4159" y="4884"/>
                  </a:lnTo>
                  <a:cubicBezTo>
                    <a:pt x="4159" y="4222"/>
                    <a:pt x="4726" y="3687"/>
                    <a:pt x="5388" y="3687"/>
                  </a:cubicBezTo>
                  <a:close/>
                  <a:moveTo>
                    <a:pt x="10744" y="914"/>
                  </a:moveTo>
                  <a:lnTo>
                    <a:pt x="10744" y="3939"/>
                  </a:lnTo>
                  <a:cubicBezTo>
                    <a:pt x="9767" y="4412"/>
                    <a:pt x="9105" y="5420"/>
                    <a:pt x="9105" y="6554"/>
                  </a:cubicBezTo>
                  <a:cubicBezTo>
                    <a:pt x="9105" y="7688"/>
                    <a:pt x="9767" y="8665"/>
                    <a:pt x="10744" y="9137"/>
                  </a:cubicBezTo>
                  <a:cubicBezTo>
                    <a:pt x="10775" y="10145"/>
                    <a:pt x="10775" y="11280"/>
                    <a:pt x="10775" y="11910"/>
                  </a:cubicBezTo>
                  <a:lnTo>
                    <a:pt x="8318" y="11910"/>
                  </a:lnTo>
                  <a:lnTo>
                    <a:pt x="8318" y="4884"/>
                  </a:lnTo>
                  <a:cubicBezTo>
                    <a:pt x="8318" y="3750"/>
                    <a:pt x="7373" y="2805"/>
                    <a:pt x="6207" y="2805"/>
                  </a:cubicBezTo>
                  <a:lnTo>
                    <a:pt x="5388" y="2805"/>
                  </a:lnTo>
                  <a:cubicBezTo>
                    <a:pt x="4254" y="2805"/>
                    <a:pt x="3308" y="3750"/>
                    <a:pt x="3308" y="4884"/>
                  </a:cubicBezTo>
                  <a:lnTo>
                    <a:pt x="3308" y="11910"/>
                  </a:lnTo>
                  <a:lnTo>
                    <a:pt x="820" y="11910"/>
                  </a:lnTo>
                  <a:lnTo>
                    <a:pt x="820" y="9137"/>
                  </a:lnTo>
                  <a:cubicBezTo>
                    <a:pt x="2174" y="8507"/>
                    <a:pt x="2804" y="7026"/>
                    <a:pt x="2332" y="5640"/>
                  </a:cubicBezTo>
                  <a:cubicBezTo>
                    <a:pt x="2080" y="4884"/>
                    <a:pt x="1544" y="4254"/>
                    <a:pt x="820" y="3939"/>
                  </a:cubicBezTo>
                  <a:lnTo>
                    <a:pt x="820" y="914"/>
                  </a:lnTo>
                  <a:close/>
                  <a:moveTo>
                    <a:pt x="441" y="1"/>
                  </a:moveTo>
                  <a:cubicBezTo>
                    <a:pt x="189" y="1"/>
                    <a:pt x="0" y="221"/>
                    <a:pt x="0" y="442"/>
                  </a:cubicBezTo>
                  <a:lnTo>
                    <a:pt x="0" y="4191"/>
                  </a:lnTo>
                  <a:cubicBezTo>
                    <a:pt x="0" y="4349"/>
                    <a:pt x="126" y="4506"/>
                    <a:pt x="284" y="4569"/>
                  </a:cubicBezTo>
                  <a:cubicBezTo>
                    <a:pt x="1072" y="4853"/>
                    <a:pt x="1639" y="5609"/>
                    <a:pt x="1639" y="6522"/>
                  </a:cubicBezTo>
                  <a:cubicBezTo>
                    <a:pt x="1639" y="7404"/>
                    <a:pt x="1072" y="8161"/>
                    <a:pt x="284" y="8476"/>
                  </a:cubicBezTo>
                  <a:cubicBezTo>
                    <a:pt x="126" y="8507"/>
                    <a:pt x="0" y="8665"/>
                    <a:pt x="0" y="8885"/>
                  </a:cubicBezTo>
                  <a:lnTo>
                    <a:pt x="0" y="12351"/>
                  </a:lnTo>
                  <a:cubicBezTo>
                    <a:pt x="0" y="12571"/>
                    <a:pt x="189" y="12760"/>
                    <a:pt x="441" y="12760"/>
                  </a:cubicBezTo>
                  <a:lnTo>
                    <a:pt x="11185" y="12760"/>
                  </a:lnTo>
                  <a:cubicBezTo>
                    <a:pt x="11405" y="12760"/>
                    <a:pt x="11563" y="12571"/>
                    <a:pt x="11626" y="12382"/>
                  </a:cubicBezTo>
                  <a:lnTo>
                    <a:pt x="11626" y="8885"/>
                  </a:lnTo>
                  <a:cubicBezTo>
                    <a:pt x="11626" y="8696"/>
                    <a:pt x="11500" y="8539"/>
                    <a:pt x="11342" y="8476"/>
                  </a:cubicBezTo>
                  <a:cubicBezTo>
                    <a:pt x="10555" y="8192"/>
                    <a:pt x="9956" y="7404"/>
                    <a:pt x="9956" y="6522"/>
                  </a:cubicBezTo>
                  <a:cubicBezTo>
                    <a:pt x="9956" y="5609"/>
                    <a:pt x="10555" y="4853"/>
                    <a:pt x="11342" y="4569"/>
                  </a:cubicBezTo>
                  <a:cubicBezTo>
                    <a:pt x="11500" y="4538"/>
                    <a:pt x="11626" y="4380"/>
                    <a:pt x="11626" y="4191"/>
                  </a:cubicBezTo>
                  <a:lnTo>
                    <a:pt x="11626" y="442"/>
                  </a:lnTo>
                  <a:cubicBezTo>
                    <a:pt x="11626" y="221"/>
                    <a:pt x="11405" y="1"/>
                    <a:pt x="1118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73" name="Google Shape;10573;p135"/>
          <p:cNvSpPr/>
          <p:nvPr/>
        </p:nvSpPr>
        <p:spPr>
          <a:xfrm>
            <a:off x="1296433" y="3576475"/>
            <a:ext cx="371911" cy="373265"/>
          </a:xfrm>
          <a:custGeom>
            <a:rect b="b" l="l" r="r" t="t"/>
            <a:pathLst>
              <a:path extrusionOk="0" h="12681" w="12635">
                <a:moveTo>
                  <a:pt x="2017" y="865"/>
                </a:moveTo>
                <a:lnTo>
                  <a:pt x="3624" y="1275"/>
                </a:lnTo>
                <a:cubicBezTo>
                  <a:pt x="3655" y="1370"/>
                  <a:pt x="2679" y="4961"/>
                  <a:pt x="2679" y="4961"/>
                </a:cubicBezTo>
                <a:lnTo>
                  <a:pt x="2553" y="5339"/>
                </a:lnTo>
                <a:lnTo>
                  <a:pt x="946" y="4898"/>
                </a:lnTo>
                <a:lnTo>
                  <a:pt x="2017" y="865"/>
                </a:lnTo>
                <a:close/>
                <a:moveTo>
                  <a:pt x="10460" y="4867"/>
                </a:moveTo>
                <a:lnTo>
                  <a:pt x="11689" y="5182"/>
                </a:lnTo>
                <a:lnTo>
                  <a:pt x="11469" y="6001"/>
                </a:lnTo>
                <a:lnTo>
                  <a:pt x="10240" y="5686"/>
                </a:lnTo>
                <a:lnTo>
                  <a:pt x="10460" y="4867"/>
                </a:lnTo>
                <a:close/>
                <a:moveTo>
                  <a:pt x="4159" y="2346"/>
                </a:moveTo>
                <a:lnTo>
                  <a:pt x="9799" y="3858"/>
                </a:lnTo>
                <a:lnTo>
                  <a:pt x="9200" y="6284"/>
                </a:lnTo>
                <a:lnTo>
                  <a:pt x="8381" y="6064"/>
                </a:lnTo>
                <a:cubicBezTo>
                  <a:pt x="8413" y="5465"/>
                  <a:pt x="8161" y="4867"/>
                  <a:pt x="7625" y="4552"/>
                </a:cubicBezTo>
                <a:cubicBezTo>
                  <a:pt x="7341" y="4366"/>
                  <a:pt x="7014" y="4275"/>
                  <a:pt x="6691" y="4275"/>
                </a:cubicBezTo>
                <a:cubicBezTo>
                  <a:pt x="6084" y="4275"/>
                  <a:pt x="5487" y="4596"/>
                  <a:pt x="5199" y="5213"/>
                </a:cubicBezTo>
                <a:cubicBezTo>
                  <a:pt x="4601" y="5056"/>
                  <a:pt x="3529" y="4804"/>
                  <a:pt x="3529" y="4804"/>
                </a:cubicBezTo>
                <a:cubicBezTo>
                  <a:pt x="3624" y="4552"/>
                  <a:pt x="4128" y="2630"/>
                  <a:pt x="4159" y="2346"/>
                </a:cubicBezTo>
                <a:close/>
                <a:moveTo>
                  <a:pt x="6746" y="5106"/>
                </a:moveTo>
                <a:cubicBezTo>
                  <a:pt x="7102" y="5106"/>
                  <a:pt x="7435" y="5355"/>
                  <a:pt x="7562" y="5686"/>
                </a:cubicBezTo>
                <a:cubicBezTo>
                  <a:pt x="7594" y="5906"/>
                  <a:pt x="7594" y="6095"/>
                  <a:pt x="7531" y="6284"/>
                </a:cubicBezTo>
                <a:cubicBezTo>
                  <a:pt x="7368" y="6610"/>
                  <a:pt x="7067" y="6798"/>
                  <a:pt x="6756" y="6798"/>
                </a:cubicBezTo>
                <a:cubicBezTo>
                  <a:pt x="6646" y="6798"/>
                  <a:pt x="6535" y="6775"/>
                  <a:pt x="6428" y="6725"/>
                </a:cubicBezTo>
                <a:cubicBezTo>
                  <a:pt x="6176" y="6631"/>
                  <a:pt x="6018" y="6442"/>
                  <a:pt x="5955" y="6221"/>
                </a:cubicBezTo>
                <a:cubicBezTo>
                  <a:pt x="5798" y="5749"/>
                  <a:pt x="6050" y="5276"/>
                  <a:pt x="6491" y="5150"/>
                </a:cubicBezTo>
                <a:cubicBezTo>
                  <a:pt x="6575" y="5120"/>
                  <a:pt x="6661" y="5106"/>
                  <a:pt x="6746" y="5106"/>
                </a:cubicBezTo>
                <a:close/>
                <a:moveTo>
                  <a:pt x="7531" y="7387"/>
                </a:moveTo>
                <a:lnTo>
                  <a:pt x="8476" y="9277"/>
                </a:lnTo>
                <a:lnTo>
                  <a:pt x="4947" y="9277"/>
                </a:lnTo>
                <a:lnTo>
                  <a:pt x="5955" y="7387"/>
                </a:lnTo>
                <a:cubicBezTo>
                  <a:pt x="6192" y="7529"/>
                  <a:pt x="6451" y="7600"/>
                  <a:pt x="6719" y="7600"/>
                </a:cubicBezTo>
                <a:cubicBezTo>
                  <a:pt x="6987" y="7600"/>
                  <a:pt x="7263" y="7529"/>
                  <a:pt x="7531" y="7387"/>
                </a:cubicBezTo>
                <a:close/>
                <a:moveTo>
                  <a:pt x="1791" y="1"/>
                </a:moveTo>
                <a:cubicBezTo>
                  <a:pt x="1607" y="1"/>
                  <a:pt x="1440" y="138"/>
                  <a:pt x="1387" y="298"/>
                </a:cubicBezTo>
                <a:lnTo>
                  <a:pt x="95" y="5150"/>
                </a:lnTo>
                <a:cubicBezTo>
                  <a:pt x="1" y="5371"/>
                  <a:pt x="158" y="5591"/>
                  <a:pt x="347" y="5654"/>
                </a:cubicBezTo>
                <a:lnTo>
                  <a:pt x="2742" y="6284"/>
                </a:lnTo>
                <a:cubicBezTo>
                  <a:pt x="2773" y="6288"/>
                  <a:pt x="2804" y="6290"/>
                  <a:pt x="2833" y="6290"/>
                </a:cubicBezTo>
                <a:cubicBezTo>
                  <a:pt x="3040" y="6290"/>
                  <a:pt x="3195" y="6194"/>
                  <a:pt x="3277" y="6001"/>
                </a:cubicBezTo>
                <a:lnTo>
                  <a:pt x="3403" y="5623"/>
                </a:lnTo>
                <a:lnTo>
                  <a:pt x="5073" y="6095"/>
                </a:lnTo>
                <a:cubicBezTo>
                  <a:pt x="5073" y="6379"/>
                  <a:pt x="5199" y="6631"/>
                  <a:pt x="5325" y="6883"/>
                </a:cubicBezTo>
                <a:lnTo>
                  <a:pt x="2616" y="12081"/>
                </a:lnTo>
                <a:cubicBezTo>
                  <a:pt x="2490" y="12270"/>
                  <a:pt x="2553" y="12522"/>
                  <a:pt x="2773" y="12617"/>
                </a:cubicBezTo>
                <a:cubicBezTo>
                  <a:pt x="2838" y="12660"/>
                  <a:pt x="2907" y="12681"/>
                  <a:pt x="2974" y="12681"/>
                </a:cubicBezTo>
                <a:cubicBezTo>
                  <a:pt x="3103" y="12681"/>
                  <a:pt x="3226" y="12604"/>
                  <a:pt x="3309" y="12459"/>
                </a:cubicBezTo>
                <a:lnTo>
                  <a:pt x="4538" y="10191"/>
                </a:lnTo>
                <a:cubicBezTo>
                  <a:pt x="4559" y="10201"/>
                  <a:pt x="4538" y="10205"/>
                  <a:pt x="4668" y="10205"/>
                </a:cubicBezTo>
                <a:cubicBezTo>
                  <a:pt x="4930" y="10205"/>
                  <a:pt x="5798" y="10191"/>
                  <a:pt x="8822" y="10191"/>
                </a:cubicBezTo>
                <a:lnTo>
                  <a:pt x="8917" y="10191"/>
                </a:lnTo>
                <a:lnTo>
                  <a:pt x="10082" y="12459"/>
                </a:lnTo>
                <a:cubicBezTo>
                  <a:pt x="10165" y="12604"/>
                  <a:pt x="10289" y="12681"/>
                  <a:pt x="10426" y="12681"/>
                </a:cubicBezTo>
                <a:cubicBezTo>
                  <a:pt x="10498" y="12681"/>
                  <a:pt x="10574" y="12660"/>
                  <a:pt x="10650" y="12617"/>
                </a:cubicBezTo>
                <a:cubicBezTo>
                  <a:pt x="10839" y="12522"/>
                  <a:pt x="10902" y="12270"/>
                  <a:pt x="10807" y="12081"/>
                </a:cubicBezTo>
                <a:lnTo>
                  <a:pt x="8129" y="6914"/>
                </a:lnTo>
                <a:lnTo>
                  <a:pt x="9389" y="7261"/>
                </a:lnTo>
                <a:cubicBezTo>
                  <a:pt x="9428" y="7272"/>
                  <a:pt x="9466" y="7277"/>
                  <a:pt x="9503" y="7277"/>
                </a:cubicBezTo>
                <a:cubicBezTo>
                  <a:pt x="9674" y="7277"/>
                  <a:pt x="9816" y="7164"/>
                  <a:pt x="9893" y="7009"/>
                </a:cubicBezTo>
                <a:lnTo>
                  <a:pt x="10019" y="6599"/>
                </a:lnTo>
                <a:lnTo>
                  <a:pt x="11626" y="7040"/>
                </a:lnTo>
                <a:cubicBezTo>
                  <a:pt x="11660" y="7050"/>
                  <a:pt x="11694" y="7055"/>
                  <a:pt x="11727" y="7055"/>
                </a:cubicBezTo>
                <a:cubicBezTo>
                  <a:pt x="11910" y="7055"/>
                  <a:pt x="12077" y="6917"/>
                  <a:pt x="12130" y="6757"/>
                </a:cubicBezTo>
                <a:lnTo>
                  <a:pt x="12571" y="5150"/>
                </a:lnTo>
                <a:cubicBezTo>
                  <a:pt x="12634" y="4804"/>
                  <a:pt x="12508" y="4583"/>
                  <a:pt x="12288" y="4520"/>
                </a:cubicBezTo>
                <a:lnTo>
                  <a:pt x="10681" y="4079"/>
                </a:lnTo>
                <a:lnTo>
                  <a:pt x="10776" y="3701"/>
                </a:lnTo>
                <a:cubicBezTo>
                  <a:pt x="10839" y="3449"/>
                  <a:pt x="10713" y="3260"/>
                  <a:pt x="10523" y="3165"/>
                </a:cubicBezTo>
                <a:lnTo>
                  <a:pt x="4443" y="1559"/>
                </a:lnTo>
                <a:lnTo>
                  <a:pt x="4569" y="1181"/>
                </a:lnTo>
                <a:cubicBezTo>
                  <a:pt x="4601" y="928"/>
                  <a:pt x="4506" y="739"/>
                  <a:pt x="4285" y="645"/>
                </a:cubicBezTo>
                <a:lnTo>
                  <a:pt x="1891" y="15"/>
                </a:lnTo>
                <a:cubicBezTo>
                  <a:pt x="1857" y="5"/>
                  <a:pt x="1824" y="1"/>
                  <a:pt x="179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574" name="Google Shape;10574;p135"/>
          <p:cNvGrpSpPr/>
          <p:nvPr/>
        </p:nvGrpSpPr>
        <p:grpSpPr>
          <a:xfrm>
            <a:off x="3490328" y="2653006"/>
            <a:ext cx="383950" cy="372618"/>
            <a:chOff x="-37956150" y="1948175"/>
            <a:chExt cx="326100" cy="316475"/>
          </a:xfrm>
        </p:grpSpPr>
        <p:sp>
          <p:nvSpPr>
            <p:cNvPr id="10575" name="Google Shape;10575;p135"/>
            <p:cNvSpPr/>
            <p:nvPr/>
          </p:nvSpPr>
          <p:spPr>
            <a:xfrm>
              <a:off x="-37956150" y="1948175"/>
              <a:ext cx="326100" cy="316475"/>
            </a:xfrm>
            <a:custGeom>
              <a:rect b="b" l="l" r="r" t="t"/>
              <a:pathLst>
                <a:path extrusionOk="0" h="12659" w="13044">
                  <a:moveTo>
                    <a:pt x="11627" y="844"/>
                  </a:moveTo>
                  <a:cubicBezTo>
                    <a:pt x="11847" y="844"/>
                    <a:pt x="12067" y="993"/>
                    <a:pt x="12067" y="1229"/>
                  </a:cubicBezTo>
                  <a:cubicBezTo>
                    <a:pt x="12067" y="1355"/>
                    <a:pt x="12036" y="1418"/>
                    <a:pt x="11941" y="1513"/>
                  </a:cubicBezTo>
                  <a:lnTo>
                    <a:pt x="9106" y="4254"/>
                  </a:lnTo>
                  <a:cubicBezTo>
                    <a:pt x="8948" y="4065"/>
                    <a:pt x="8759" y="3876"/>
                    <a:pt x="8507" y="3687"/>
                  </a:cubicBezTo>
                  <a:cubicBezTo>
                    <a:pt x="9358" y="2899"/>
                    <a:pt x="11343" y="946"/>
                    <a:pt x="11343" y="946"/>
                  </a:cubicBezTo>
                  <a:cubicBezTo>
                    <a:pt x="11423" y="876"/>
                    <a:pt x="11525" y="844"/>
                    <a:pt x="11627" y="844"/>
                  </a:cubicBezTo>
                  <a:close/>
                  <a:moveTo>
                    <a:pt x="3845" y="10712"/>
                  </a:moveTo>
                  <a:lnTo>
                    <a:pt x="4412" y="11311"/>
                  </a:lnTo>
                  <a:lnTo>
                    <a:pt x="4065" y="11657"/>
                  </a:lnTo>
                  <a:cubicBezTo>
                    <a:pt x="3986" y="11736"/>
                    <a:pt x="3876" y="11776"/>
                    <a:pt x="3766" y="11776"/>
                  </a:cubicBezTo>
                  <a:cubicBezTo>
                    <a:pt x="3656" y="11776"/>
                    <a:pt x="3545" y="11736"/>
                    <a:pt x="3467" y="11657"/>
                  </a:cubicBezTo>
                  <a:cubicBezTo>
                    <a:pt x="3309" y="11500"/>
                    <a:pt x="3309" y="11248"/>
                    <a:pt x="3467" y="11090"/>
                  </a:cubicBezTo>
                  <a:lnTo>
                    <a:pt x="3845" y="10712"/>
                  </a:lnTo>
                  <a:close/>
                  <a:moveTo>
                    <a:pt x="6222" y="3658"/>
                  </a:moveTo>
                  <a:cubicBezTo>
                    <a:pt x="6719" y="3658"/>
                    <a:pt x="7224" y="3789"/>
                    <a:pt x="7688" y="4065"/>
                  </a:cubicBezTo>
                  <a:cubicBezTo>
                    <a:pt x="8035" y="4254"/>
                    <a:pt x="8350" y="4569"/>
                    <a:pt x="8602" y="4884"/>
                  </a:cubicBezTo>
                  <a:cubicBezTo>
                    <a:pt x="9389" y="6207"/>
                    <a:pt x="9106" y="7782"/>
                    <a:pt x="8129" y="8759"/>
                  </a:cubicBezTo>
                  <a:lnTo>
                    <a:pt x="7027" y="9862"/>
                  </a:lnTo>
                  <a:cubicBezTo>
                    <a:pt x="6838" y="10051"/>
                    <a:pt x="6712" y="10334"/>
                    <a:pt x="6680" y="10649"/>
                  </a:cubicBezTo>
                  <a:cubicBezTo>
                    <a:pt x="6680" y="11027"/>
                    <a:pt x="6554" y="11468"/>
                    <a:pt x="6270" y="11752"/>
                  </a:cubicBezTo>
                  <a:cubicBezTo>
                    <a:pt x="6255" y="11768"/>
                    <a:pt x="6215" y="11776"/>
                    <a:pt x="6176" y="11776"/>
                  </a:cubicBezTo>
                  <a:cubicBezTo>
                    <a:pt x="6137" y="11776"/>
                    <a:pt x="6097" y="11768"/>
                    <a:pt x="6081" y="11752"/>
                  </a:cubicBezTo>
                  <a:cubicBezTo>
                    <a:pt x="726" y="6396"/>
                    <a:pt x="1009" y="6680"/>
                    <a:pt x="1009" y="6617"/>
                  </a:cubicBezTo>
                  <a:lnTo>
                    <a:pt x="1009" y="6522"/>
                  </a:lnTo>
                  <a:cubicBezTo>
                    <a:pt x="1009" y="6459"/>
                    <a:pt x="1041" y="6459"/>
                    <a:pt x="1041" y="6459"/>
                  </a:cubicBezTo>
                  <a:cubicBezTo>
                    <a:pt x="1198" y="6302"/>
                    <a:pt x="1419" y="6207"/>
                    <a:pt x="1671" y="6113"/>
                  </a:cubicBezTo>
                  <a:cubicBezTo>
                    <a:pt x="2049" y="5987"/>
                    <a:pt x="2269" y="6081"/>
                    <a:pt x="2616" y="5955"/>
                  </a:cubicBezTo>
                  <a:cubicBezTo>
                    <a:pt x="2773" y="5892"/>
                    <a:pt x="2899" y="5798"/>
                    <a:pt x="2994" y="5672"/>
                  </a:cubicBezTo>
                  <a:lnTo>
                    <a:pt x="4191" y="4506"/>
                  </a:lnTo>
                  <a:cubicBezTo>
                    <a:pt x="4741" y="3956"/>
                    <a:pt x="5473" y="3658"/>
                    <a:pt x="6222" y="3658"/>
                  </a:cubicBezTo>
                  <a:close/>
                  <a:moveTo>
                    <a:pt x="11637" y="1"/>
                  </a:moveTo>
                  <a:cubicBezTo>
                    <a:pt x="11322" y="1"/>
                    <a:pt x="11007" y="127"/>
                    <a:pt x="10776" y="379"/>
                  </a:cubicBezTo>
                  <a:lnTo>
                    <a:pt x="7814" y="3277"/>
                  </a:lnTo>
                  <a:cubicBezTo>
                    <a:pt x="7301" y="3032"/>
                    <a:pt x="6741" y="2908"/>
                    <a:pt x="6181" y="2908"/>
                  </a:cubicBezTo>
                  <a:cubicBezTo>
                    <a:pt x="5227" y="2908"/>
                    <a:pt x="4275" y="3268"/>
                    <a:pt x="3561" y="4002"/>
                  </a:cubicBezTo>
                  <a:lnTo>
                    <a:pt x="2364" y="5167"/>
                  </a:lnTo>
                  <a:cubicBezTo>
                    <a:pt x="2301" y="5262"/>
                    <a:pt x="2175" y="5294"/>
                    <a:pt x="2049" y="5294"/>
                  </a:cubicBezTo>
                  <a:cubicBezTo>
                    <a:pt x="915" y="5325"/>
                    <a:pt x="474" y="5924"/>
                    <a:pt x="411" y="5955"/>
                  </a:cubicBezTo>
                  <a:cubicBezTo>
                    <a:pt x="1" y="6365"/>
                    <a:pt x="64" y="6932"/>
                    <a:pt x="411" y="7341"/>
                  </a:cubicBezTo>
                  <a:lnTo>
                    <a:pt x="3246" y="10177"/>
                  </a:lnTo>
                  <a:lnTo>
                    <a:pt x="2836" y="10555"/>
                  </a:lnTo>
                  <a:cubicBezTo>
                    <a:pt x="2206" y="11185"/>
                    <a:pt x="2458" y="12256"/>
                    <a:pt x="3246" y="12571"/>
                  </a:cubicBezTo>
                  <a:cubicBezTo>
                    <a:pt x="3395" y="12631"/>
                    <a:pt x="3547" y="12659"/>
                    <a:pt x="3696" y="12659"/>
                  </a:cubicBezTo>
                  <a:cubicBezTo>
                    <a:pt x="4020" y="12659"/>
                    <a:pt x="4332" y="12525"/>
                    <a:pt x="4569" y="12288"/>
                  </a:cubicBezTo>
                  <a:lnTo>
                    <a:pt x="4979" y="11910"/>
                  </a:lnTo>
                  <a:lnTo>
                    <a:pt x="5451" y="12382"/>
                  </a:lnTo>
                  <a:cubicBezTo>
                    <a:pt x="5636" y="12567"/>
                    <a:pt x="5874" y="12654"/>
                    <a:pt x="6116" y="12654"/>
                  </a:cubicBezTo>
                  <a:cubicBezTo>
                    <a:pt x="6370" y="12654"/>
                    <a:pt x="6628" y="12559"/>
                    <a:pt x="6838" y="12382"/>
                  </a:cubicBezTo>
                  <a:cubicBezTo>
                    <a:pt x="7247" y="11941"/>
                    <a:pt x="7468" y="11342"/>
                    <a:pt x="7499" y="10712"/>
                  </a:cubicBezTo>
                  <a:cubicBezTo>
                    <a:pt x="7499" y="10649"/>
                    <a:pt x="7531" y="10523"/>
                    <a:pt x="7625" y="10460"/>
                  </a:cubicBezTo>
                  <a:lnTo>
                    <a:pt x="8728" y="9358"/>
                  </a:lnTo>
                  <a:cubicBezTo>
                    <a:pt x="9862" y="8192"/>
                    <a:pt x="10209" y="6428"/>
                    <a:pt x="9547" y="5010"/>
                  </a:cubicBezTo>
                  <a:lnTo>
                    <a:pt x="12540" y="2112"/>
                  </a:lnTo>
                  <a:cubicBezTo>
                    <a:pt x="12666" y="1986"/>
                    <a:pt x="12729" y="1828"/>
                    <a:pt x="12823" y="1670"/>
                  </a:cubicBezTo>
                  <a:cubicBezTo>
                    <a:pt x="13044" y="1072"/>
                    <a:pt x="12729" y="379"/>
                    <a:pt x="12099" y="95"/>
                  </a:cubicBezTo>
                  <a:cubicBezTo>
                    <a:pt x="11952" y="32"/>
                    <a:pt x="11794" y="1"/>
                    <a:pt x="1163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6" name="Google Shape;10576;p135"/>
            <p:cNvSpPr/>
            <p:nvPr/>
          </p:nvSpPr>
          <p:spPr>
            <a:xfrm>
              <a:off x="-37729300" y="2054500"/>
              <a:ext cx="25" cy="25"/>
            </a:xfrm>
            <a:custGeom>
              <a:rect b="b" l="l" r="r" t="t"/>
              <a:pathLst>
                <a:path extrusionOk="0" h="1" w="1">
                  <a:moveTo>
                    <a:pt x="0" y="1"/>
                  </a:move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7" name="Google Shape;10577;p135"/>
            <p:cNvSpPr/>
            <p:nvPr/>
          </p:nvSpPr>
          <p:spPr>
            <a:xfrm>
              <a:off x="-37839575" y="2058625"/>
              <a:ext cx="81950" cy="34300"/>
            </a:xfrm>
            <a:custGeom>
              <a:rect b="b" l="l" r="r" t="t"/>
              <a:pathLst>
                <a:path extrusionOk="0" h="1372" w="3278">
                  <a:moveTo>
                    <a:pt x="1497" y="0"/>
                  </a:moveTo>
                  <a:cubicBezTo>
                    <a:pt x="1030" y="0"/>
                    <a:pt x="577" y="150"/>
                    <a:pt x="221" y="434"/>
                  </a:cubicBezTo>
                  <a:cubicBezTo>
                    <a:pt x="32" y="623"/>
                    <a:pt x="1" y="876"/>
                    <a:pt x="158" y="1065"/>
                  </a:cubicBezTo>
                  <a:cubicBezTo>
                    <a:pt x="245" y="1151"/>
                    <a:pt x="350" y="1200"/>
                    <a:pt x="465" y="1200"/>
                  </a:cubicBezTo>
                  <a:cubicBezTo>
                    <a:pt x="558" y="1200"/>
                    <a:pt x="657" y="1167"/>
                    <a:pt x="757" y="1096"/>
                  </a:cubicBezTo>
                  <a:cubicBezTo>
                    <a:pt x="968" y="927"/>
                    <a:pt x="1241" y="840"/>
                    <a:pt x="1524" y="840"/>
                  </a:cubicBezTo>
                  <a:cubicBezTo>
                    <a:pt x="1876" y="840"/>
                    <a:pt x="2242" y="974"/>
                    <a:pt x="2521" y="1254"/>
                  </a:cubicBezTo>
                  <a:cubicBezTo>
                    <a:pt x="2600" y="1332"/>
                    <a:pt x="2710" y="1372"/>
                    <a:pt x="2820" y="1372"/>
                  </a:cubicBezTo>
                  <a:cubicBezTo>
                    <a:pt x="2931" y="1372"/>
                    <a:pt x="3041" y="1332"/>
                    <a:pt x="3120" y="1254"/>
                  </a:cubicBezTo>
                  <a:cubicBezTo>
                    <a:pt x="3277" y="1096"/>
                    <a:pt x="3277" y="844"/>
                    <a:pt x="3120" y="686"/>
                  </a:cubicBezTo>
                  <a:cubicBezTo>
                    <a:pt x="2653" y="220"/>
                    <a:pt x="2064" y="0"/>
                    <a:pt x="149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78" name="Google Shape;10578;p135"/>
          <p:cNvGrpSpPr/>
          <p:nvPr/>
        </p:nvGrpSpPr>
        <p:grpSpPr>
          <a:xfrm>
            <a:off x="1323705" y="3129047"/>
            <a:ext cx="324609" cy="374825"/>
            <a:chOff x="-39783425" y="2337925"/>
            <a:chExt cx="275700" cy="318350"/>
          </a:xfrm>
        </p:grpSpPr>
        <p:sp>
          <p:nvSpPr>
            <p:cNvPr id="10579" name="Google Shape;10579;p135"/>
            <p:cNvSpPr/>
            <p:nvPr/>
          </p:nvSpPr>
          <p:spPr>
            <a:xfrm>
              <a:off x="-39739325" y="2468600"/>
              <a:ext cx="194575" cy="148500"/>
            </a:xfrm>
            <a:custGeom>
              <a:rect b="b" l="l" r="r" t="t"/>
              <a:pathLst>
                <a:path extrusionOk="0" h="5940" w="7783">
                  <a:moveTo>
                    <a:pt x="6349" y="772"/>
                  </a:moveTo>
                  <a:cubicBezTo>
                    <a:pt x="6459" y="772"/>
                    <a:pt x="6570" y="812"/>
                    <a:pt x="6648" y="891"/>
                  </a:cubicBezTo>
                  <a:cubicBezTo>
                    <a:pt x="6711" y="954"/>
                    <a:pt x="6743" y="1017"/>
                    <a:pt x="6806" y="1080"/>
                  </a:cubicBezTo>
                  <a:cubicBezTo>
                    <a:pt x="6837" y="1300"/>
                    <a:pt x="6837" y="1458"/>
                    <a:pt x="6711" y="1552"/>
                  </a:cubicBezTo>
                  <a:lnTo>
                    <a:pt x="3340" y="4955"/>
                  </a:lnTo>
                  <a:cubicBezTo>
                    <a:pt x="3261" y="5033"/>
                    <a:pt x="3151" y="5073"/>
                    <a:pt x="3041" y="5073"/>
                  </a:cubicBezTo>
                  <a:cubicBezTo>
                    <a:pt x="2931" y="5073"/>
                    <a:pt x="2820" y="5033"/>
                    <a:pt x="2742" y="4955"/>
                  </a:cubicBezTo>
                  <a:lnTo>
                    <a:pt x="1040" y="3253"/>
                  </a:lnTo>
                  <a:cubicBezTo>
                    <a:pt x="883" y="3096"/>
                    <a:pt x="883" y="2812"/>
                    <a:pt x="1040" y="2655"/>
                  </a:cubicBezTo>
                  <a:lnTo>
                    <a:pt x="1135" y="2592"/>
                  </a:lnTo>
                  <a:cubicBezTo>
                    <a:pt x="1214" y="2513"/>
                    <a:pt x="1316" y="2474"/>
                    <a:pt x="1418" y="2474"/>
                  </a:cubicBezTo>
                  <a:cubicBezTo>
                    <a:pt x="1521" y="2474"/>
                    <a:pt x="1623" y="2513"/>
                    <a:pt x="1702" y="2592"/>
                  </a:cubicBezTo>
                  <a:lnTo>
                    <a:pt x="2742" y="3600"/>
                  </a:lnTo>
                  <a:cubicBezTo>
                    <a:pt x="2820" y="3679"/>
                    <a:pt x="2931" y="3718"/>
                    <a:pt x="3041" y="3718"/>
                  </a:cubicBezTo>
                  <a:cubicBezTo>
                    <a:pt x="3151" y="3718"/>
                    <a:pt x="3261" y="3679"/>
                    <a:pt x="3340" y="3600"/>
                  </a:cubicBezTo>
                  <a:lnTo>
                    <a:pt x="6050" y="891"/>
                  </a:lnTo>
                  <a:cubicBezTo>
                    <a:pt x="6128" y="812"/>
                    <a:pt x="6239" y="772"/>
                    <a:pt x="6349" y="772"/>
                  </a:cubicBezTo>
                  <a:close/>
                  <a:moveTo>
                    <a:pt x="6369" y="1"/>
                  </a:moveTo>
                  <a:cubicBezTo>
                    <a:pt x="6050" y="1"/>
                    <a:pt x="5719" y="119"/>
                    <a:pt x="5451" y="355"/>
                  </a:cubicBezTo>
                  <a:lnTo>
                    <a:pt x="3025" y="2781"/>
                  </a:lnTo>
                  <a:lnTo>
                    <a:pt x="2269" y="2025"/>
                  </a:lnTo>
                  <a:cubicBezTo>
                    <a:pt x="2040" y="1796"/>
                    <a:pt x="1742" y="1663"/>
                    <a:pt x="1421" y="1663"/>
                  </a:cubicBezTo>
                  <a:cubicBezTo>
                    <a:pt x="1256" y="1663"/>
                    <a:pt x="1085" y="1698"/>
                    <a:pt x="914" y="1773"/>
                  </a:cubicBezTo>
                  <a:cubicBezTo>
                    <a:pt x="694" y="1867"/>
                    <a:pt x="536" y="1993"/>
                    <a:pt x="473" y="2119"/>
                  </a:cubicBezTo>
                  <a:cubicBezTo>
                    <a:pt x="1" y="2592"/>
                    <a:pt x="1" y="3379"/>
                    <a:pt x="473" y="3883"/>
                  </a:cubicBezTo>
                  <a:lnTo>
                    <a:pt x="2143" y="5585"/>
                  </a:lnTo>
                  <a:cubicBezTo>
                    <a:pt x="2379" y="5821"/>
                    <a:pt x="2694" y="5939"/>
                    <a:pt x="3017" y="5939"/>
                  </a:cubicBezTo>
                  <a:cubicBezTo>
                    <a:pt x="3340" y="5939"/>
                    <a:pt x="3671" y="5821"/>
                    <a:pt x="3939" y="5585"/>
                  </a:cubicBezTo>
                  <a:lnTo>
                    <a:pt x="7310" y="2182"/>
                  </a:lnTo>
                  <a:cubicBezTo>
                    <a:pt x="7656" y="1836"/>
                    <a:pt x="7782" y="1300"/>
                    <a:pt x="7593" y="859"/>
                  </a:cubicBezTo>
                  <a:cubicBezTo>
                    <a:pt x="7467" y="575"/>
                    <a:pt x="7310" y="418"/>
                    <a:pt x="7215" y="355"/>
                  </a:cubicBezTo>
                  <a:cubicBezTo>
                    <a:pt x="6995" y="119"/>
                    <a:pt x="6688" y="1"/>
                    <a:pt x="636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0" name="Google Shape;10580;p135"/>
            <p:cNvSpPr/>
            <p:nvPr/>
          </p:nvSpPr>
          <p:spPr>
            <a:xfrm>
              <a:off x="-39783425" y="2337925"/>
              <a:ext cx="275700" cy="318350"/>
            </a:xfrm>
            <a:custGeom>
              <a:rect b="b" l="l" r="r" t="t"/>
              <a:pathLst>
                <a:path extrusionOk="0" h="12734" w="11028">
                  <a:moveTo>
                    <a:pt x="5608" y="793"/>
                  </a:moveTo>
                  <a:cubicBezTo>
                    <a:pt x="5829" y="793"/>
                    <a:pt x="5986" y="1014"/>
                    <a:pt x="6049" y="1234"/>
                  </a:cubicBezTo>
                  <a:cubicBezTo>
                    <a:pt x="6049" y="1486"/>
                    <a:pt x="6238" y="1644"/>
                    <a:pt x="6459" y="1644"/>
                  </a:cubicBezTo>
                  <a:lnTo>
                    <a:pt x="8129" y="1644"/>
                  </a:lnTo>
                  <a:cubicBezTo>
                    <a:pt x="8349" y="1644"/>
                    <a:pt x="8507" y="1833"/>
                    <a:pt x="8570" y="2053"/>
                  </a:cubicBezTo>
                  <a:lnTo>
                    <a:pt x="8570" y="2494"/>
                  </a:lnTo>
                  <a:lnTo>
                    <a:pt x="2773" y="2494"/>
                  </a:lnTo>
                  <a:lnTo>
                    <a:pt x="2773" y="2116"/>
                  </a:lnTo>
                  <a:lnTo>
                    <a:pt x="2741" y="2116"/>
                  </a:lnTo>
                  <a:cubicBezTo>
                    <a:pt x="2741" y="1864"/>
                    <a:pt x="2930" y="1707"/>
                    <a:pt x="3119" y="1675"/>
                  </a:cubicBezTo>
                  <a:lnTo>
                    <a:pt x="4789" y="1675"/>
                  </a:lnTo>
                  <a:cubicBezTo>
                    <a:pt x="5010" y="1675"/>
                    <a:pt x="5167" y="1486"/>
                    <a:pt x="5167" y="1234"/>
                  </a:cubicBezTo>
                  <a:cubicBezTo>
                    <a:pt x="5167" y="1014"/>
                    <a:pt x="5356" y="856"/>
                    <a:pt x="5608" y="793"/>
                  </a:cubicBezTo>
                  <a:close/>
                  <a:moveTo>
                    <a:pt x="10177" y="2494"/>
                  </a:moveTo>
                  <a:lnTo>
                    <a:pt x="10177" y="11883"/>
                  </a:lnTo>
                  <a:lnTo>
                    <a:pt x="788" y="11883"/>
                  </a:lnTo>
                  <a:lnTo>
                    <a:pt x="788" y="2494"/>
                  </a:lnTo>
                  <a:lnTo>
                    <a:pt x="1891" y="2494"/>
                  </a:lnTo>
                  <a:lnTo>
                    <a:pt x="1891" y="2904"/>
                  </a:lnTo>
                  <a:cubicBezTo>
                    <a:pt x="1891" y="3125"/>
                    <a:pt x="2111" y="3314"/>
                    <a:pt x="2332" y="3314"/>
                  </a:cubicBezTo>
                  <a:lnTo>
                    <a:pt x="8948" y="3314"/>
                  </a:lnTo>
                  <a:cubicBezTo>
                    <a:pt x="9200" y="3314"/>
                    <a:pt x="9357" y="3125"/>
                    <a:pt x="9357" y="2904"/>
                  </a:cubicBezTo>
                  <a:lnTo>
                    <a:pt x="9357" y="2494"/>
                  </a:lnTo>
                  <a:close/>
                  <a:moveTo>
                    <a:pt x="5615" y="1"/>
                  </a:moveTo>
                  <a:cubicBezTo>
                    <a:pt x="5456" y="1"/>
                    <a:pt x="5293" y="33"/>
                    <a:pt x="5136" y="100"/>
                  </a:cubicBezTo>
                  <a:cubicBezTo>
                    <a:pt x="4821" y="226"/>
                    <a:pt x="4537" y="478"/>
                    <a:pt x="4474" y="856"/>
                  </a:cubicBezTo>
                  <a:lnTo>
                    <a:pt x="3151" y="856"/>
                  </a:lnTo>
                  <a:cubicBezTo>
                    <a:pt x="2647" y="856"/>
                    <a:pt x="2174" y="1203"/>
                    <a:pt x="1985" y="1675"/>
                  </a:cubicBezTo>
                  <a:lnTo>
                    <a:pt x="410" y="1675"/>
                  </a:lnTo>
                  <a:cubicBezTo>
                    <a:pt x="158" y="1675"/>
                    <a:pt x="0" y="1864"/>
                    <a:pt x="0" y="2116"/>
                  </a:cubicBezTo>
                  <a:lnTo>
                    <a:pt x="0" y="12292"/>
                  </a:lnTo>
                  <a:cubicBezTo>
                    <a:pt x="0" y="12544"/>
                    <a:pt x="221" y="12734"/>
                    <a:pt x="410" y="12734"/>
                  </a:cubicBezTo>
                  <a:lnTo>
                    <a:pt x="10618" y="12734"/>
                  </a:lnTo>
                  <a:cubicBezTo>
                    <a:pt x="10838" y="12734"/>
                    <a:pt x="11027" y="12544"/>
                    <a:pt x="11027" y="12292"/>
                  </a:cubicBezTo>
                  <a:lnTo>
                    <a:pt x="11027" y="2116"/>
                  </a:lnTo>
                  <a:cubicBezTo>
                    <a:pt x="10996" y="1864"/>
                    <a:pt x="10807" y="1675"/>
                    <a:pt x="10555" y="1675"/>
                  </a:cubicBezTo>
                  <a:lnTo>
                    <a:pt x="9263" y="1675"/>
                  </a:lnTo>
                  <a:cubicBezTo>
                    <a:pt x="9105" y="1203"/>
                    <a:pt x="8633" y="856"/>
                    <a:pt x="8097" y="856"/>
                  </a:cubicBezTo>
                  <a:lnTo>
                    <a:pt x="6774" y="856"/>
                  </a:lnTo>
                  <a:cubicBezTo>
                    <a:pt x="6606" y="328"/>
                    <a:pt x="6127" y="1"/>
                    <a:pt x="561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81" name="Google Shape;10581;p135"/>
          <p:cNvGrpSpPr/>
          <p:nvPr/>
        </p:nvGrpSpPr>
        <p:grpSpPr>
          <a:xfrm>
            <a:off x="3497847" y="3160259"/>
            <a:ext cx="375620" cy="243015"/>
            <a:chOff x="-37953000" y="2379000"/>
            <a:chExt cx="319025" cy="206400"/>
          </a:xfrm>
        </p:grpSpPr>
        <p:sp>
          <p:nvSpPr>
            <p:cNvPr id="10582" name="Google Shape;10582;p135"/>
            <p:cNvSpPr/>
            <p:nvPr/>
          </p:nvSpPr>
          <p:spPr>
            <a:xfrm>
              <a:off x="-37953000" y="2379000"/>
              <a:ext cx="319025" cy="206400"/>
            </a:xfrm>
            <a:custGeom>
              <a:rect b="b" l="l" r="r" t="t"/>
              <a:pathLst>
                <a:path extrusionOk="0" h="8256" w="12761">
                  <a:moveTo>
                    <a:pt x="11469" y="788"/>
                  </a:moveTo>
                  <a:cubicBezTo>
                    <a:pt x="11721" y="788"/>
                    <a:pt x="11878" y="977"/>
                    <a:pt x="11910" y="1198"/>
                  </a:cubicBezTo>
                  <a:lnTo>
                    <a:pt x="11910" y="6207"/>
                  </a:lnTo>
                  <a:lnTo>
                    <a:pt x="11847" y="6207"/>
                  </a:lnTo>
                  <a:cubicBezTo>
                    <a:pt x="11847" y="6396"/>
                    <a:pt x="11752" y="6554"/>
                    <a:pt x="11595" y="6617"/>
                  </a:cubicBezTo>
                  <a:cubicBezTo>
                    <a:pt x="11563" y="6627"/>
                    <a:pt x="11612" y="6631"/>
                    <a:pt x="11289" y="6631"/>
                  </a:cubicBezTo>
                  <a:cubicBezTo>
                    <a:pt x="10643" y="6631"/>
                    <a:pt x="8507" y="6617"/>
                    <a:pt x="1261" y="6617"/>
                  </a:cubicBezTo>
                  <a:cubicBezTo>
                    <a:pt x="1041" y="6617"/>
                    <a:pt x="883" y="6396"/>
                    <a:pt x="852" y="6176"/>
                  </a:cubicBezTo>
                  <a:lnTo>
                    <a:pt x="852" y="1198"/>
                  </a:lnTo>
                  <a:cubicBezTo>
                    <a:pt x="852" y="977"/>
                    <a:pt x="1041" y="820"/>
                    <a:pt x="1261" y="788"/>
                  </a:cubicBezTo>
                  <a:close/>
                  <a:moveTo>
                    <a:pt x="1261" y="1"/>
                  </a:moveTo>
                  <a:cubicBezTo>
                    <a:pt x="600" y="1"/>
                    <a:pt x="1" y="536"/>
                    <a:pt x="1" y="1198"/>
                  </a:cubicBezTo>
                  <a:lnTo>
                    <a:pt x="1" y="6176"/>
                  </a:lnTo>
                  <a:cubicBezTo>
                    <a:pt x="1" y="6711"/>
                    <a:pt x="348" y="7152"/>
                    <a:pt x="820" y="7341"/>
                  </a:cubicBezTo>
                  <a:lnTo>
                    <a:pt x="820" y="7814"/>
                  </a:lnTo>
                  <a:cubicBezTo>
                    <a:pt x="820" y="8066"/>
                    <a:pt x="1041" y="8255"/>
                    <a:pt x="1261" y="8255"/>
                  </a:cubicBezTo>
                  <a:lnTo>
                    <a:pt x="2931" y="8255"/>
                  </a:lnTo>
                  <a:cubicBezTo>
                    <a:pt x="3151" y="8255"/>
                    <a:pt x="3341" y="8066"/>
                    <a:pt x="3341" y="7814"/>
                  </a:cubicBezTo>
                  <a:lnTo>
                    <a:pt x="3341" y="7404"/>
                  </a:lnTo>
                  <a:lnTo>
                    <a:pt x="9421" y="7404"/>
                  </a:lnTo>
                  <a:lnTo>
                    <a:pt x="9421" y="7814"/>
                  </a:lnTo>
                  <a:cubicBezTo>
                    <a:pt x="9421" y="8066"/>
                    <a:pt x="9610" y="8255"/>
                    <a:pt x="9862" y="8255"/>
                  </a:cubicBezTo>
                  <a:lnTo>
                    <a:pt x="11500" y="8255"/>
                  </a:lnTo>
                  <a:cubicBezTo>
                    <a:pt x="11752" y="8255"/>
                    <a:pt x="11941" y="8066"/>
                    <a:pt x="11941" y="7814"/>
                  </a:cubicBezTo>
                  <a:lnTo>
                    <a:pt x="11941" y="7341"/>
                  </a:lnTo>
                  <a:cubicBezTo>
                    <a:pt x="12445" y="7184"/>
                    <a:pt x="12760" y="6711"/>
                    <a:pt x="12760" y="6176"/>
                  </a:cubicBezTo>
                  <a:lnTo>
                    <a:pt x="12760" y="1198"/>
                  </a:lnTo>
                  <a:cubicBezTo>
                    <a:pt x="12697" y="536"/>
                    <a:pt x="12130" y="1"/>
                    <a:pt x="1146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3" name="Google Shape;10583;p135"/>
            <p:cNvSpPr/>
            <p:nvPr/>
          </p:nvSpPr>
          <p:spPr>
            <a:xfrm>
              <a:off x="-37780500" y="2419975"/>
              <a:ext cx="110300" cy="104075"/>
            </a:xfrm>
            <a:custGeom>
              <a:rect b="b" l="l" r="r" t="t"/>
              <a:pathLst>
                <a:path extrusionOk="0" h="4163" w="4412">
                  <a:moveTo>
                    <a:pt x="2043" y="804"/>
                  </a:moveTo>
                  <a:cubicBezTo>
                    <a:pt x="2447" y="804"/>
                    <a:pt x="2859" y="1006"/>
                    <a:pt x="3120" y="1386"/>
                  </a:cubicBezTo>
                  <a:cubicBezTo>
                    <a:pt x="3466" y="1922"/>
                    <a:pt x="3340" y="2709"/>
                    <a:pt x="2742" y="3119"/>
                  </a:cubicBezTo>
                  <a:cubicBezTo>
                    <a:pt x="2544" y="3259"/>
                    <a:pt x="2312" y="3325"/>
                    <a:pt x="2077" y="3325"/>
                  </a:cubicBezTo>
                  <a:cubicBezTo>
                    <a:pt x="1676" y="3325"/>
                    <a:pt x="1267" y="3130"/>
                    <a:pt x="1009" y="2773"/>
                  </a:cubicBezTo>
                  <a:cubicBezTo>
                    <a:pt x="631" y="2205"/>
                    <a:pt x="788" y="1418"/>
                    <a:pt x="1387" y="1008"/>
                  </a:cubicBezTo>
                  <a:cubicBezTo>
                    <a:pt x="1582" y="870"/>
                    <a:pt x="1811" y="804"/>
                    <a:pt x="2043" y="804"/>
                  </a:cubicBezTo>
                  <a:close/>
                  <a:moveTo>
                    <a:pt x="2080" y="0"/>
                  </a:moveTo>
                  <a:cubicBezTo>
                    <a:pt x="946" y="0"/>
                    <a:pt x="1" y="945"/>
                    <a:pt x="1" y="2079"/>
                  </a:cubicBezTo>
                  <a:cubicBezTo>
                    <a:pt x="1" y="2993"/>
                    <a:pt x="599" y="3781"/>
                    <a:pt x="1450" y="4064"/>
                  </a:cubicBezTo>
                  <a:cubicBezTo>
                    <a:pt x="1647" y="4130"/>
                    <a:pt x="1849" y="4163"/>
                    <a:pt x="2050" y="4163"/>
                  </a:cubicBezTo>
                  <a:cubicBezTo>
                    <a:pt x="2332" y="4163"/>
                    <a:pt x="2610" y="4098"/>
                    <a:pt x="2868" y="3970"/>
                  </a:cubicBezTo>
                  <a:cubicBezTo>
                    <a:pt x="3939" y="3560"/>
                    <a:pt x="4411" y="2331"/>
                    <a:pt x="3970" y="1260"/>
                  </a:cubicBezTo>
                  <a:cubicBezTo>
                    <a:pt x="3655" y="504"/>
                    <a:pt x="2899" y="0"/>
                    <a:pt x="208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4" name="Google Shape;10584;p135"/>
            <p:cNvSpPr/>
            <p:nvPr/>
          </p:nvSpPr>
          <p:spPr>
            <a:xfrm>
              <a:off x="-37910450" y="2419975"/>
              <a:ext cx="103200" cy="21275"/>
            </a:xfrm>
            <a:custGeom>
              <a:rect b="b" l="l" r="r" t="t"/>
              <a:pathLst>
                <a:path extrusionOk="0" h="851" w="4128">
                  <a:moveTo>
                    <a:pt x="378" y="0"/>
                  </a:moveTo>
                  <a:cubicBezTo>
                    <a:pt x="158" y="0"/>
                    <a:pt x="0" y="189"/>
                    <a:pt x="0" y="441"/>
                  </a:cubicBezTo>
                  <a:cubicBezTo>
                    <a:pt x="0" y="662"/>
                    <a:pt x="189" y="851"/>
                    <a:pt x="378" y="851"/>
                  </a:cubicBezTo>
                  <a:lnTo>
                    <a:pt x="3686" y="851"/>
                  </a:lnTo>
                  <a:cubicBezTo>
                    <a:pt x="3938" y="851"/>
                    <a:pt x="4127" y="662"/>
                    <a:pt x="4127" y="441"/>
                  </a:cubicBezTo>
                  <a:cubicBezTo>
                    <a:pt x="4096" y="189"/>
                    <a:pt x="3907" y="0"/>
                    <a:pt x="368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5" name="Google Shape;10585;p135"/>
            <p:cNvSpPr/>
            <p:nvPr/>
          </p:nvSpPr>
          <p:spPr>
            <a:xfrm>
              <a:off x="-37910450" y="2461700"/>
              <a:ext cx="103200" cy="21300"/>
            </a:xfrm>
            <a:custGeom>
              <a:rect b="b" l="l" r="r" t="t"/>
              <a:pathLst>
                <a:path extrusionOk="0" h="852" w="4128">
                  <a:moveTo>
                    <a:pt x="378" y="1"/>
                  </a:moveTo>
                  <a:cubicBezTo>
                    <a:pt x="158" y="1"/>
                    <a:pt x="0" y="190"/>
                    <a:pt x="0" y="410"/>
                  </a:cubicBezTo>
                  <a:cubicBezTo>
                    <a:pt x="0" y="662"/>
                    <a:pt x="189" y="851"/>
                    <a:pt x="378" y="851"/>
                  </a:cubicBezTo>
                  <a:lnTo>
                    <a:pt x="3686" y="851"/>
                  </a:lnTo>
                  <a:cubicBezTo>
                    <a:pt x="3938" y="851"/>
                    <a:pt x="4127" y="662"/>
                    <a:pt x="4127" y="410"/>
                  </a:cubicBezTo>
                  <a:cubicBezTo>
                    <a:pt x="4127" y="190"/>
                    <a:pt x="3907" y="1"/>
                    <a:pt x="36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6" name="Google Shape;10586;p135"/>
            <p:cNvSpPr/>
            <p:nvPr/>
          </p:nvSpPr>
          <p:spPr>
            <a:xfrm>
              <a:off x="-37910450" y="2502675"/>
              <a:ext cx="103200" cy="22075"/>
            </a:xfrm>
            <a:custGeom>
              <a:rect b="b" l="l" r="r" t="t"/>
              <a:pathLst>
                <a:path extrusionOk="0" h="883" w="4128">
                  <a:moveTo>
                    <a:pt x="378" y="0"/>
                  </a:moveTo>
                  <a:cubicBezTo>
                    <a:pt x="158" y="0"/>
                    <a:pt x="0" y="189"/>
                    <a:pt x="0" y="441"/>
                  </a:cubicBezTo>
                  <a:cubicBezTo>
                    <a:pt x="0" y="662"/>
                    <a:pt x="189" y="882"/>
                    <a:pt x="378" y="882"/>
                  </a:cubicBezTo>
                  <a:lnTo>
                    <a:pt x="3686" y="882"/>
                  </a:lnTo>
                  <a:cubicBezTo>
                    <a:pt x="3938" y="882"/>
                    <a:pt x="4127" y="662"/>
                    <a:pt x="4127" y="441"/>
                  </a:cubicBezTo>
                  <a:cubicBezTo>
                    <a:pt x="4127" y="189"/>
                    <a:pt x="3907" y="0"/>
                    <a:pt x="368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87" name="Google Shape;10587;p135"/>
          <p:cNvSpPr/>
          <p:nvPr/>
        </p:nvSpPr>
        <p:spPr>
          <a:xfrm>
            <a:off x="3490950" y="3575768"/>
            <a:ext cx="385805" cy="374678"/>
          </a:xfrm>
          <a:custGeom>
            <a:rect b="b" l="l" r="r" t="t"/>
            <a:pathLst>
              <a:path extrusionOk="0" h="12729" w="13107">
                <a:moveTo>
                  <a:pt x="10240" y="838"/>
                </a:moveTo>
                <a:cubicBezTo>
                  <a:pt x="10457" y="838"/>
                  <a:pt x="10681" y="882"/>
                  <a:pt x="10902" y="977"/>
                </a:cubicBezTo>
                <a:cubicBezTo>
                  <a:pt x="11752" y="1323"/>
                  <a:pt x="12130" y="2332"/>
                  <a:pt x="11784" y="3151"/>
                </a:cubicBezTo>
                <a:cubicBezTo>
                  <a:pt x="11505" y="3793"/>
                  <a:pt x="10877" y="4159"/>
                  <a:pt x="10226" y="4159"/>
                </a:cubicBezTo>
                <a:cubicBezTo>
                  <a:pt x="9920" y="4159"/>
                  <a:pt x="9609" y="4078"/>
                  <a:pt x="9326" y="3907"/>
                </a:cubicBezTo>
                <a:cubicBezTo>
                  <a:pt x="8917" y="3592"/>
                  <a:pt x="8602" y="3056"/>
                  <a:pt x="8602" y="2521"/>
                </a:cubicBezTo>
                <a:cubicBezTo>
                  <a:pt x="8627" y="1538"/>
                  <a:pt x="9377" y="838"/>
                  <a:pt x="10240" y="838"/>
                </a:cubicBezTo>
                <a:close/>
                <a:moveTo>
                  <a:pt x="11059" y="4852"/>
                </a:moveTo>
                <a:lnTo>
                  <a:pt x="11059" y="5990"/>
                </a:lnTo>
                <a:lnTo>
                  <a:pt x="10555" y="5514"/>
                </a:lnTo>
                <a:cubicBezTo>
                  <a:pt x="10476" y="5435"/>
                  <a:pt x="10366" y="5395"/>
                  <a:pt x="10256" y="5395"/>
                </a:cubicBezTo>
                <a:cubicBezTo>
                  <a:pt x="10146" y="5395"/>
                  <a:pt x="10035" y="5435"/>
                  <a:pt x="9957" y="5514"/>
                </a:cubicBezTo>
                <a:lnTo>
                  <a:pt x="9421" y="6049"/>
                </a:lnTo>
                <a:lnTo>
                  <a:pt x="9421" y="4852"/>
                </a:lnTo>
                <a:cubicBezTo>
                  <a:pt x="9673" y="4946"/>
                  <a:pt x="9949" y="4994"/>
                  <a:pt x="10228" y="4994"/>
                </a:cubicBezTo>
                <a:cubicBezTo>
                  <a:pt x="10508" y="4994"/>
                  <a:pt x="10791" y="4946"/>
                  <a:pt x="11059" y="4852"/>
                </a:cubicBezTo>
                <a:close/>
                <a:moveTo>
                  <a:pt x="11847" y="11027"/>
                </a:moveTo>
                <a:cubicBezTo>
                  <a:pt x="11658" y="11531"/>
                  <a:pt x="11217" y="11846"/>
                  <a:pt x="10681" y="11846"/>
                </a:cubicBezTo>
                <a:lnTo>
                  <a:pt x="3782" y="11846"/>
                </a:lnTo>
                <a:cubicBezTo>
                  <a:pt x="3971" y="11625"/>
                  <a:pt x="4097" y="11342"/>
                  <a:pt x="4128" y="11027"/>
                </a:cubicBezTo>
                <a:close/>
                <a:moveTo>
                  <a:pt x="8444" y="851"/>
                </a:moveTo>
                <a:cubicBezTo>
                  <a:pt x="7531" y="1890"/>
                  <a:pt x="7594" y="3466"/>
                  <a:pt x="8633" y="4379"/>
                </a:cubicBezTo>
                <a:lnTo>
                  <a:pt x="8633" y="7089"/>
                </a:lnTo>
                <a:cubicBezTo>
                  <a:pt x="8633" y="7246"/>
                  <a:pt x="8759" y="7404"/>
                  <a:pt x="8854" y="7467"/>
                </a:cubicBezTo>
                <a:cubicBezTo>
                  <a:pt x="8916" y="7504"/>
                  <a:pt x="8978" y="7522"/>
                  <a:pt x="9038" y="7522"/>
                </a:cubicBezTo>
                <a:cubicBezTo>
                  <a:pt x="9131" y="7522"/>
                  <a:pt x="9219" y="7480"/>
                  <a:pt x="9295" y="7404"/>
                </a:cubicBezTo>
                <a:lnTo>
                  <a:pt x="10240" y="6459"/>
                </a:lnTo>
                <a:lnTo>
                  <a:pt x="10240" y="10271"/>
                </a:lnTo>
                <a:lnTo>
                  <a:pt x="3782" y="10271"/>
                </a:lnTo>
                <a:cubicBezTo>
                  <a:pt x="3752" y="10262"/>
                  <a:pt x="3724" y="10258"/>
                  <a:pt x="3697" y="10258"/>
                </a:cubicBezTo>
                <a:cubicBezTo>
                  <a:pt x="3522" y="10258"/>
                  <a:pt x="3404" y="10426"/>
                  <a:pt x="3404" y="10617"/>
                </a:cubicBezTo>
                <a:cubicBezTo>
                  <a:pt x="3404" y="11331"/>
                  <a:pt x="2805" y="11880"/>
                  <a:pt x="2143" y="11880"/>
                </a:cubicBezTo>
                <a:cubicBezTo>
                  <a:pt x="1987" y="11880"/>
                  <a:pt x="1827" y="11849"/>
                  <a:pt x="1671" y="11783"/>
                </a:cubicBezTo>
                <a:cubicBezTo>
                  <a:pt x="1293" y="11625"/>
                  <a:pt x="1072" y="11342"/>
                  <a:pt x="946" y="10995"/>
                </a:cubicBezTo>
                <a:cubicBezTo>
                  <a:pt x="883" y="10743"/>
                  <a:pt x="915" y="10617"/>
                  <a:pt x="915" y="10302"/>
                </a:cubicBezTo>
                <a:lnTo>
                  <a:pt x="915" y="851"/>
                </a:lnTo>
                <a:close/>
                <a:moveTo>
                  <a:pt x="442" y="0"/>
                </a:moveTo>
                <a:cubicBezTo>
                  <a:pt x="190" y="0"/>
                  <a:pt x="1" y="189"/>
                  <a:pt x="1" y="441"/>
                </a:cubicBezTo>
                <a:lnTo>
                  <a:pt x="1" y="10617"/>
                </a:lnTo>
                <a:cubicBezTo>
                  <a:pt x="1" y="11783"/>
                  <a:pt x="946" y="12728"/>
                  <a:pt x="2080" y="12728"/>
                </a:cubicBezTo>
                <a:lnTo>
                  <a:pt x="10650" y="12728"/>
                </a:lnTo>
                <a:cubicBezTo>
                  <a:pt x="11784" y="12728"/>
                  <a:pt x="12729" y="11783"/>
                  <a:pt x="12729" y="10617"/>
                </a:cubicBezTo>
                <a:cubicBezTo>
                  <a:pt x="12760" y="10397"/>
                  <a:pt x="12571" y="10208"/>
                  <a:pt x="12319" y="10208"/>
                </a:cubicBezTo>
                <a:lnTo>
                  <a:pt x="11122" y="10208"/>
                </a:lnTo>
                <a:lnTo>
                  <a:pt x="11122" y="7215"/>
                </a:lnTo>
                <a:lnTo>
                  <a:pt x="11217" y="7309"/>
                </a:lnTo>
                <a:cubicBezTo>
                  <a:pt x="11301" y="7393"/>
                  <a:pt x="11413" y="7435"/>
                  <a:pt x="11515" y="7435"/>
                </a:cubicBezTo>
                <a:cubicBezTo>
                  <a:pt x="11567" y="7435"/>
                  <a:pt x="11616" y="7425"/>
                  <a:pt x="11658" y="7404"/>
                </a:cubicBezTo>
                <a:cubicBezTo>
                  <a:pt x="11815" y="7309"/>
                  <a:pt x="11910" y="7215"/>
                  <a:pt x="11910" y="6994"/>
                </a:cubicBezTo>
                <a:lnTo>
                  <a:pt x="11910" y="4285"/>
                </a:lnTo>
                <a:cubicBezTo>
                  <a:pt x="13107" y="3214"/>
                  <a:pt x="12950" y="1292"/>
                  <a:pt x="11626" y="378"/>
                </a:cubicBezTo>
                <a:cubicBezTo>
                  <a:pt x="11437" y="221"/>
                  <a:pt x="11154" y="126"/>
                  <a:pt x="10902" y="63"/>
                </a:cubicBezTo>
                <a:cubicBezTo>
                  <a:pt x="10839" y="0"/>
                  <a:pt x="10744" y="0"/>
                  <a:pt x="1065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8" name="Google Shape;10588;p135"/>
          <p:cNvSpPr/>
          <p:nvPr/>
        </p:nvSpPr>
        <p:spPr>
          <a:xfrm>
            <a:off x="2669201" y="4047649"/>
            <a:ext cx="268977" cy="373766"/>
          </a:xfrm>
          <a:custGeom>
            <a:rect b="b" l="l" r="r" t="t"/>
            <a:pathLst>
              <a:path extrusionOk="0" h="12698" w="9138">
                <a:moveTo>
                  <a:pt x="7467" y="851"/>
                </a:moveTo>
                <a:lnTo>
                  <a:pt x="7467" y="1765"/>
                </a:lnTo>
                <a:cubicBezTo>
                  <a:pt x="7467" y="2363"/>
                  <a:pt x="7373" y="2931"/>
                  <a:pt x="7152" y="3466"/>
                </a:cubicBezTo>
                <a:cubicBezTo>
                  <a:pt x="6849" y="3390"/>
                  <a:pt x="6530" y="3352"/>
                  <a:pt x="6209" y="3352"/>
                </a:cubicBezTo>
                <a:cubicBezTo>
                  <a:pt x="5595" y="3352"/>
                  <a:pt x="4969" y="3492"/>
                  <a:pt x="4411" y="3781"/>
                </a:cubicBezTo>
                <a:cubicBezTo>
                  <a:pt x="3936" y="4019"/>
                  <a:pt x="3406" y="4131"/>
                  <a:pt x="2877" y="4131"/>
                </a:cubicBezTo>
                <a:cubicBezTo>
                  <a:pt x="2705" y="4131"/>
                  <a:pt x="2533" y="4119"/>
                  <a:pt x="2364" y="4096"/>
                </a:cubicBezTo>
                <a:cubicBezTo>
                  <a:pt x="1891" y="3403"/>
                  <a:pt x="1702" y="2584"/>
                  <a:pt x="1702" y="1765"/>
                </a:cubicBezTo>
                <a:lnTo>
                  <a:pt x="1702" y="851"/>
                </a:lnTo>
                <a:close/>
                <a:moveTo>
                  <a:pt x="6278" y="4137"/>
                </a:moveTo>
                <a:cubicBezTo>
                  <a:pt x="6425" y="4137"/>
                  <a:pt x="6570" y="4145"/>
                  <a:pt x="6711" y="4159"/>
                </a:cubicBezTo>
                <a:cubicBezTo>
                  <a:pt x="6428" y="4506"/>
                  <a:pt x="6081" y="4789"/>
                  <a:pt x="5672" y="4978"/>
                </a:cubicBezTo>
                <a:cubicBezTo>
                  <a:pt x="5168" y="5230"/>
                  <a:pt x="4916" y="5829"/>
                  <a:pt x="4947" y="6365"/>
                </a:cubicBezTo>
                <a:lnTo>
                  <a:pt x="4569" y="7152"/>
                </a:lnTo>
                <a:lnTo>
                  <a:pt x="4159" y="6365"/>
                </a:lnTo>
                <a:cubicBezTo>
                  <a:pt x="4222" y="5829"/>
                  <a:pt x="3970" y="5230"/>
                  <a:pt x="3466" y="4978"/>
                </a:cubicBezTo>
                <a:cubicBezTo>
                  <a:pt x="3372" y="4978"/>
                  <a:pt x="3340" y="4947"/>
                  <a:pt x="3277" y="4915"/>
                </a:cubicBezTo>
                <a:cubicBezTo>
                  <a:pt x="3781" y="4884"/>
                  <a:pt x="4285" y="4726"/>
                  <a:pt x="4758" y="4474"/>
                </a:cubicBezTo>
                <a:cubicBezTo>
                  <a:pt x="5246" y="4230"/>
                  <a:pt x="5773" y="4137"/>
                  <a:pt x="6278" y="4137"/>
                </a:cubicBezTo>
                <a:close/>
                <a:moveTo>
                  <a:pt x="5388" y="7436"/>
                </a:moveTo>
                <a:cubicBezTo>
                  <a:pt x="5483" y="7499"/>
                  <a:pt x="5577" y="7593"/>
                  <a:pt x="5703" y="7656"/>
                </a:cubicBezTo>
                <a:cubicBezTo>
                  <a:pt x="6932" y="8255"/>
                  <a:pt x="7499" y="9610"/>
                  <a:pt x="7499" y="10933"/>
                </a:cubicBezTo>
                <a:lnTo>
                  <a:pt x="7499" y="11437"/>
                </a:lnTo>
                <a:lnTo>
                  <a:pt x="7467" y="11437"/>
                </a:lnTo>
                <a:lnTo>
                  <a:pt x="4853" y="9484"/>
                </a:lnTo>
                <a:cubicBezTo>
                  <a:pt x="4774" y="9421"/>
                  <a:pt x="4679" y="9389"/>
                  <a:pt x="4585" y="9389"/>
                </a:cubicBezTo>
                <a:cubicBezTo>
                  <a:pt x="4490" y="9389"/>
                  <a:pt x="4396" y="9421"/>
                  <a:pt x="4317" y="9484"/>
                </a:cubicBezTo>
                <a:lnTo>
                  <a:pt x="1702" y="11437"/>
                </a:lnTo>
                <a:lnTo>
                  <a:pt x="1702" y="10933"/>
                </a:lnTo>
                <a:cubicBezTo>
                  <a:pt x="1702" y="9547"/>
                  <a:pt x="2269" y="8255"/>
                  <a:pt x="3466" y="7656"/>
                </a:cubicBezTo>
                <a:cubicBezTo>
                  <a:pt x="3592" y="7625"/>
                  <a:pt x="3655" y="7530"/>
                  <a:pt x="3781" y="7436"/>
                </a:cubicBezTo>
                <a:lnTo>
                  <a:pt x="4222" y="8286"/>
                </a:lnTo>
                <a:cubicBezTo>
                  <a:pt x="4301" y="8444"/>
                  <a:pt x="4443" y="8523"/>
                  <a:pt x="4585" y="8523"/>
                </a:cubicBezTo>
                <a:cubicBezTo>
                  <a:pt x="4726" y="8523"/>
                  <a:pt x="4868" y="8444"/>
                  <a:pt x="4947" y="8286"/>
                </a:cubicBezTo>
                <a:lnTo>
                  <a:pt x="5388" y="7436"/>
                </a:lnTo>
                <a:close/>
                <a:moveTo>
                  <a:pt x="4600" y="10303"/>
                </a:moveTo>
                <a:lnTo>
                  <a:pt x="6711" y="11846"/>
                </a:lnTo>
                <a:lnTo>
                  <a:pt x="2521" y="11846"/>
                </a:lnTo>
                <a:lnTo>
                  <a:pt x="4600" y="10303"/>
                </a:lnTo>
                <a:close/>
                <a:moveTo>
                  <a:pt x="442" y="1"/>
                </a:moveTo>
                <a:cubicBezTo>
                  <a:pt x="190" y="1"/>
                  <a:pt x="1" y="190"/>
                  <a:pt x="1" y="410"/>
                </a:cubicBezTo>
                <a:cubicBezTo>
                  <a:pt x="1" y="662"/>
                  <a:pt x="190" y="851"/>
                  <a:pt x="442" y="851"/>
                </a:cubicBezTo>
                <a:lnTo>
                  <a:pt x="851" y="851"/>
                </a:lnTo>
                <a:lnTo>
                  <a:pt x="851" y="1765"/>
                </a:lnTo>
                <a:cubicBezTo>
                  <a:pt x="851" y="3466"/>
                  <a:pt x="1607" y="5041"/>
                  <a:pt x="3120" y="5766"/>
                </a:cubicBezTo>
                <a:cubicBezTo>
                  <a:pt x="3309" y="5860"/>
                  <a:pt x="3340" y="6144"/>
                  <a:pt x="3340" y="6365"/>
                </a:cubicBezTo>
                <a:cubicBezTo>
                  <a:pt x="3340" y="6396"/>
                  <a:pt x="3309" y="6491"/>
                  <a:pt x="3340" y="6522"/>
                </a:cubicBezTo>
                <a:cubicBezTo>
                  <a:pt x="3309" y="6680"/>
                  <a:pt x="3214" y="6869"/>
                  <a:pt x="3120" y="6932"/>
                </a:cubicBezTo>
                <a:cubicBezTo>
                  <a:pt x="1607" y="7656"/>
                  <a:pt x="851" y="9232"/>
                  <a:pt x="851" y="10933"/>
                </a:cubicBezTo>
                <a:lnTo>
                  <a:pt x="851" y="11846"/>
                </a:lnTo>
                <a:lnTo>
                  <a:pt x="442" y="11846"/>
                </a:lnTo>
                <a:cubicBezTo>
                  <a:pt x="190" y="11846"/>
                  <a:pt x="1" y="12035"/>
                  <a:pt x="1" y="12287"/>
                </a:cubicBezTo>
                <a:cubicBezTo>
                  <a:pt x="1" y="12508"/>
                  <a:pt x="190" y="12697"/>
                  <a:pt x="442" y="12697"/>
                </a:cubicBezTo>
                <a:lnTo>
                  <a:pt x="8696" y="12697"/>
                </a:lnTo>
                <a:cubicBezTo>
                  <a:pt x="8948" y="12697"/>
                  <a:pt x="9137" y="12508"/>
                  <a:pt x="9137" y="12287"/>
                </a:cubicBezTo>
                <a:cubicBezTo>
                  <a:pt x="9137" y="12035"/>
                  <a:pt x="8948" y="11846"/>
                  <a:pt x="8696" y="11846"/>
                </a:cubicBezTo>
                <a:lnTo>
                  <a:pt x="8255" y="11846"/>
                </a:lnTo>
                <a:lnTo>
                  <a:pt x="8255" y="10933"/>
                </a:lnTo>
                <a:cubicBezTo>
                  <a:pt x="8255" y="9232"/>
                  <a:pt x="7530" y="7656"/>
                  <a:pt x="6018" y="6932"/>
                </a:cubicBezTo>
                <a:cubicBezTo>
                  <a:pt x="5892" y="6837"/>
                  <a:pt x="5829" y="6680"/>
                  <a:pt x="5798" y="6522"/>
                </a:cubicBezTo>
                <a:lnTo>
                  <a:pt x="5798" y="6365"/>
                </a:lnTo>
                <a:cubicBezTo>
                  <a:pt x="5798" y="6144"/>
                  <a:pt x="5861" y="5860"/>
                  <a:pt x="6018" y="5766"/>
                </a:cubicBezTo>
                <a:cubicBezTo>
                  <a:pt x="7530" y="5041"/>
                  <a:pt x="8255" y="3435"/>
                  <a:pt x="8255" y="1765"/>
                </a:cubicBezTo>
                <a:lnTo>
                  <a:pt x="8255" y="851"/>
                </a:lnTo>
                <a:lnTo>
                  <a:pt x="8696" y="851"/>
                </a:lnTo>
                <a:cubicBezTo>
                  <a:pt x="8948" y="851"/>
                  <a:pt x="9137" y="662"/>
                  <a:pt x="9137" y="410"/>
                </a:cubicBezTo>
                <a:cubicBezTo>
                  <a:pt x="9137" y="190"/>
                  <a:pt x="8948" y="1"/>
                  <a:pt x="869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9" name="Google Shape;10589;p135"/>
          <p:cNvSpPr txBox="1"/>
          <p:nvPr>
            <p:ph idx="4294967295" type="title"/>
          </p:nvPr>
        </p:nvSpPr>
        <p:spPr>
          <a:xfrm>
            <a:off x="849675" y="722092"/>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0590" name="Google Shape;10590;p135"/>
          <p:cNvSpPr txBox="1"/>
          <p:nvPr>
            <p:ph idx="4294967295" type="title"/>
          </p:nvPr>
        </p:nvSpPr>
        <p:spPr>
          <a:xfrm>
            <a:off x="4858400" y="722092"/>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sp>
        <p:nvSpPr>
          <p:cNvPr id="10591" name="Google Shape;10591;p135"/>
          <p:cNvSpPr/>
          <p:nvPr/>
        </p:nvSpPr>
        <p:spPr>
          <a:xfrm>
            <a:off x="4866545" y="1355406"/>
            <a:ext cx="353180" cy="314589"/>
          </a:xfrm>
          <a:custGeom>
            <a:rect b="b" l="l" r="r" t="t"/>
            <a:pathLst>
              <a:path extrusionOk="0" h="10524" w="11815">
                <a:moveTo>
                  <a:pt x="8664" y="726"/>
                </a:moveTo>
                <a:cubicBezTo>
                  <a:pt x="9326" y="726"/>
                  <a:pt x="9956" y="1009"/>
                  <a:pt x="10428" y="1482"/>
                </a:cubicBezTo>
                <a:cubicBezTo>
                  <a:pt x="10869" y="1954"/>
                  <a:pt x="11090" y="2616"/>
                  <a:pt x="11090" y="3309"/>
                </a:cubicBezTo>
                <a:cubicBezTo>
                  <a:pt x="11090" y="4191"/>
                  <a:pt x="10712" y="4853"/>
                  <a:pt x="10082" y="5577"/>
                </a:cubicBezTo>
                <a:lnTo>
                  <a:pt x="7435" y="5577"/>
                </a:lnTo>
                <a:cubicBezTo>
                  <a:pt x="7309" y="5577"/>
                  <a:pt x="7215" y="5640"/>
                  <a:pt x="7120" y="5735"/>
                </a:cubicBezTo>
                <a:lnTo>
                  <a:pt x="6648" y="6522"/>
                </a:lnTo>
                <a:lnTo>
                  <a:pt x="5545" y="3687"/>
                </a:lnTo>
                <a:cubicBezTo>
                  <a:pt x="5514" y="3561"/>
                  <a:pt x="5388" y="3435"/>
                  <a:pt x="5230" y="3435"/>
                </a:cubicBezTo>
                <a:cubicBezTo>
                  <a:pt x="5073" y="3435"/>
                  <a:pt x="4947" y="3529"/>
                  <a:pt x="4915" y="3624"/>
                </a:cubicBezTo>
                <a:lnTo>
                  <a:pt x="4096" y="5514"/>
                </a:lnTo>
                <a:lnTo>
                  <a:pt x="1702" y="5514"/>
                </a:lnTo>
                <a:cubicBezTo>
                  <a:pt x="1103" y="4853"/>
                  <a:pt x="693" y="4191"/>
                  <a:pt x="693" y="3309"/>
                </a:cubicBezTo>
                <a:cubicBezTo>
                  <a:pt x="693" y="2616"/>
                  <a:pt x="945" y="1986"/>
                  <a:pt x="1355" y="1482"/>
                </a:cubicBezTo>
                <a:cubicBezTo>
                  <a:pt x="1796" y="1009"/>
                  <a:pt x="2426" y="726"/>
                  <a:pt x="3151" y="726"/>
                </a:cubicBezTo>
                <a:cubicBezTo>
                  <a:pt x="4096" y="726"/>
                  <a:pt x="4726" y="1293"/>
                  <a:pt x="5073" y="1797"/>
                </a:cubicBezTo>
                <a:cubicBezTo>
                  <a:pt x="5388" y="2206"/>
                  <a:pt x="5545" y="2647"/>
                  <a:pt x="5577" y="2836"/>
                </a:cubicBezTo>
                <a:cubicBezTo>
                  <a:pt x="5608" y="2994"/>
                  <a:pt x="5766" y="3088"/>
                  <a:pt x="5892" y="3088"/>
                </a:cubicBezTo>
                <a:cubicBezTo>
                  <a:pt x="6049" y="3088"/>
                  <a:pt x="6175" y="2994"/>
                  <a:pt x="6207" y="2836"/>
                </a:cubicBezTo>
                <a:cubicBezTo>
                  <a:pt x="6238" y="2679"/>
                  <a:pt x="6459" y="2206"/>
                  <a:pt x="6742" y="1797"/>
                </a:cubicBezTo>
                <a:cubicBezTo>
                  <a:pt x="7089" y="1293"/>
                  <a:pt x="7687" y="726"/>
                  <a:pt x="8664" y="726"/>
                </a:cubicBezTo>
                <a:close/>
                <a:moveTo>
                  <a:pt x="5293" y="4790"/>
                </a:moveTo>
                <a:lnTo>
                  <a:pt x="6364" y="7468"/>
                </a:lnTo>
                <a:cubicBezTo>
                  <a:pt x="6396" y="7562"/>
                  <a:pt x="6522" y="7657"/>
                  <a:pt x="6648" y="7688"/>
                </a:cubicBezTo>
                <a:lnTo>
                  <a:pt x="6679" y="7688"/>
                </a:lnTo>
                <a:cubicBezTo>
                  <a:pt x="6805" y="7688"/>
                  <a:pt x="6931" y="7625"/>
                  <a:pt x="6994" y="7531"/>
                </a:cubicBezTo>
                <a:lnTo>
                  <a:pt x="7750" y="6302"/>
                </a:lnTo>
                <a:lnTo>
                  <a:pt x="9483" y="6302"/>
                </a:lnTo>
                <a:cubicBezTo>
                  <a:pt x="9168" y="6459"/>
                  <a:pt x="8916" y="6711"/>
                  <a:pt x="8664" y="6932"/>
                </a:cubicBezTo>
                <a:cubicBezTo>
                  <a:pt x="7813" y="7688"/>
                  <a:pt x="6868" y="8507"/>
                  <a:pt x="5923" y="9610"/>
                </a:cubicBezTo>
                <a:cubicBezTo>
                  <a:pt x="4978" y="8507"/>
                  <a:pt x="4033" y="7688"/>
                  <a:pt x="3214" y="6932"/>
                </a:cubicBezTo>
                <a:cubicBezTo>
                  <a:pt x="2930" y="6711"/>
                  <a:pt x="2710" y="6459"/>
                  <a:pt x="2458" y="6270"/>
                </a:cubicBezTo>
                <a:lnTo>
                  <a:pt x="4411" y="6270"/>
                </a:lnTo>
                <a:cubicBezTo>
                  <a:pt x="4505" y="6270"/>
                  <a:pt x="4663" y="6207"/>
                  <a:pt x="4726" y="6081"/>
                </a:cubicBezTo>
                <a:lnTo>
                  <a:pt x="5293" y="4790"/>
                </a:lnTo>
                <a:close/>
                <a:moveTo>
                  <a:pt x="3151" y="1"/>
                </a:moveTo>
                <a:cubicBezTo>
                  <a:pt x="2269" y="1"/>
                  <a:pt x="1449" y="379"/>
                  <a:pt x="851" y="1009"/>
                </a:cubicBezTo>
                <a:cubicBezTo>
                  <a:pt x="315" y="1576"/>
                  <a:pt x="0" y="2427"/>
                  <a:pt x="0" y="3309"/>
                </a:cubicBezTo>
                <a:cubicBezTo>
                  <a:pt x="0" y="4097"/>
                  <a:pt x="252" y="4821"/>
                  <a:pt x="819" y="5514"/>
                </a:cubicBezTo>
                <a:lnTo>
                  <a:pt x="819" y="5577"/>
                </a:lnTo>
                <a:lnTo>
                  <a:pt x="347" y="5577"/>
                </a:lnTo>
                <a:cubicBezTo>
                  <a:pt x="158" y="5577"/>
                  <a:pt x="0" y="5735"/>
                  <a:pt x="0" y="5924"/>
                </a:cubicBezTo>
                <a:cubicBezTo>
                  <a:pt x="0" y="6113"/>
                  <a:pt x="158" y="6270"/>
                  <a:pt x="347" y="6270"/>
                </a:cubicBezTo>
                <a:lnTo>
                  <a:pt x="1418" y="6270"/>
                </a:lnTo>
                <a:cubicBezTo>
                  <a:pt x="1796" y="6680"/>
                  <a:pt x="2237" y="7058"/>
                  <a:pt x="2710" y="7468"/>
                </a:cubicBezTo>
                <a:cubicBezTo>
                  <a:pt x="3623" y="8255"/>
                  <a:pt x="4600" y="9137"/>
                  <a:pt x="5640" y="10366"/>
                </a:cubicBezTo>
                <a:lnTo>
                  <a:pt x="5640" y="10397"/>
                </a:lnTo>
                <a:cubicBezTo>
                  <a:pt x="5703" y="10492"/>
                  <a:pt x="5797" y="10524"/>
                  <a:pt x="5892" y="10524"/>
                </a:cubicBezTo>
                <a:cubicBezTo>
                  <a:pt x="6018" y="10524"/>
                  <a:pt x="6081" y="10492"/>
                  <a:pt x="6175" y="10397"/>
                </a:cubicBezTo>
                <a:lnTo>
                  <a:pt x="6175" y="10366"/>
                </a:lnTo>
                <a:cubicBezTo>
                  <a:pt x="7152" y="9137"/>
                  <a:pt x="8192" y="8287"/>
                  <a:pt x="9074" y="7468"/>
                </a:cubicBezTo>
                <a:cubicBezTo>
                  <a:pt x="9546" y="7026"/>
                  <a:pt x="9987" y="6617"/>
                  <a:pt x="10397" y="6270"/>
                </a:cubicBezTo>
                <a:lnTo>
                  <a:pt x="11437" y="6270"/>
                </a:lnTo>
                <a:cubicBezTo>
                  <a:pt x="11657" y="6270"/>
                  <a:pt x="11815" y="6113"/>
                  <a:pt x="11815" y="5924"/>
                </a:cubicBezTo>
                <a:cubicBezTo>
                  <a:pt x="11815" y="5735"/>
                  <a:pt x="11657" y="5577"/>
                  <a:pt x="11437" y="5577"/>
                </a:cubicBezTo>
                <a:lnTo>
                  <a:pt x="10964" y="5577"/>
                </a:lnTo>
                <a:lnTo>
                  <a:pt x="10964" y="5514"/>
                </a:lnTo>
                <a:cubicBezTo>
                  <a:pt x="11531" y="4821"/>
                  <a:pt x="11815" y="4097"/>
                  <a:pt x="11815" y="3309"/>
                </a:cubicBezTo>
                <a:cubicBezTo>
                  <a:pt x="11815" y="2458"/>
                  <a:pt x="11500" y="1639"/>
                  <a:pt x="10932" y="1009"/>
                </a:cubicBezTo>
                <a:cubicBezTo>
                  <a:pt x="10365" y="379"/>
                  <a:pt x="9578" y="1"/>
                  <a:pt x="8664" y="1"/>
                </a:cubicBezTo>
                <a:cubicBezTo>
                  <a:pt x="7404" y="1"/>
                  <a:pt x="6616" y="757"/>
                  <a:pt x="6175" y="1387"/>
                </a:cubicBezTo>
                <a:cubicBezTo>
                  <a:pt x="6049" y="1545"/>
                  <a:pt x="5986" y="1702"/>
                  <a:pt x="5892" y="1860"/>
                </a:cubicBezTo>
                <a:cubicBezTo>
                  <a:pt x="5829" y="1702"/>
                  <a:pt x="5703" y="1545"/>
                  <a:pt x="5640" y="1387"/>
                </a:cubicBezTo>
                <a:cubicBezTo>
                  <a:pt x="5199" y="757"/>
                  <a:pt x="4411" y="1"/>
                  <a:pt x="315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592" name="Google Shape;10592;p135"/>
          <p:cNvGrpSpPr/>
          <p:nvPr/>
        </p:nvGrpSpPr>
        <p:grpSpPr>
          <a:xfrm>
            <a:off x="4865594" y="1782519"/>
            <a:ext cx="354107" cy="355063"/>
            <a:chOff x="-28467625" y="2331750"/>
            <a:chExt cx="296150" cy="296950"/>
          </a:xfrm>
        </p:grpSpPr>
        <p:sp>
          <p:nvSpPr>
            <p:cNvPr id="10593" name="Google Shape;10593;p135"/>
            <p:cNvSpPr/>
            <p:nvPr/>
          </p:nvSpPr>
          <p:spPr>
            <a:xfrm>
              <a:off x="-28467625" y="2331750"/>
              <a:ext cx="296150" cy="296950"/>
            </a:xfrm>
            <a:custGeom>
              <a:rect b="b" l="l" r="r" t="t"/>
              <a:pathLst>
                <a:path extrusionOk="0" h="11878" w="11846">
                  <a:moveTo>
                    <a:pt x="1733" y="3466"/>
                  </a:moveTo>
                  <a:cubicBezTo>
                    <a:pt x="1922" y="3466"/>
                    <a:pt x="2080" y="3624"/>
                    <a:pt x="2080" y="3813"/>
                  </a:cubicBezTo>
                  <a:cubicBezTo>
                    <a:pt x="2080" y="4002"/>
                    <a:pt x="1922" y="4159"/>
                    <a:pt x="1733" y="4159"/>
                  </a:cubicBezTo>
                  <a:lnTo>
                    <a:pt x="693" y="4159"/>
                  </a:lnTo>
                  <a:lnTo>
                    <a:pt x="693" y="3466"/>
                  </a:lnTo>
                  <a:close/>
                  <a:moveTo>
                    <a:pt x="1418" y="4821"/>
                  </a:moveTo>
                  <a:lnTo>
                    <a:pt x="1418" y="6963"/>
                  </a:lnTo>
                  <a:lnTo>
                    <a:pt x="693" y="6963"/>
                  </a:lnTo>
                  <a:lnTo>
                    <a:pt x="693" y="4821"/>
                  </a:lnTo>
                  <a:close/>
                  <a:moveTo>
                    <a:pt x="1733" y="7656"/>
                  </a:moveTo>
                  <a:cubicBezTo>
                    <a:pt x="1922" y="7656"/>
                    <a:pt x="2080" y="7814"/>
                    <a:pt x="2080" y="8034"/>
                  </a:cubicBezTo>
                  <a:cubicBezTo>
                    <a:pt x="2080" y="8223"/>
                    <a:pt x="1922" y="8381"/>
                    <a:pt x="1733" y="8381"/>
                  </a:cubicBezTo>
                  <a:lnTo>
                    <a:pt x="693" y="8381"/>
                  </a:lnTo>
                  <a:lnTo>
                    <a:pt x="693" y="7656"/>
                  </a:lnTo>
                  <a:close/>
                  <a:moveTo>
                    <a:pt x="9389" y="2080"/>
                  </a:moveTo>
                  <a:cubicBezTo>
                    <a:pt x="9609" y="2080"/>
                    <a:pt x="9767" y="2237"/>
                    <a:pt x="9767" y="2426"/>
                  </a:cubicBezTo>
                  <a:lnTo>
                    <a:pt x="9767" y="9389"/>
                  </a:lnTo>
                  <a:cubicBezTo>
                    <a:pt x="9767" y="9610"/>
                    <a:pt x="9609" y="9767"/>
                    <a:pt x="9389" y="9767"/>
                  </a:cubicBezTo>
                  <a:lnTo>
                    <a:pt x="2426" y="9767"/>
                  </a:lnTo>
                  <a:cubicBezTo>
                    <a:pt x="2237" y="9767"/>
                    <a:pt x="2080" y="9610"/>
                    <a:pt x="2080" y="9389"/>
                  </a:cubicBezTo>
                  <a:lnTo>
                    <a:pt x="2080" y="9011"/>
                  </a:lnTo>
                  <a:cubicBezTo>
                    <a:pt x="2458" y="8853"/>
                    <a:pt x="2773" y="8507"/>
                    <a:pt x="2773" y="8034"/>
                  </a:cubicBezTo>
                  <a:cubicBezTo>
                    <a:pt x="2773" y="7562"/>
                    <a:pt x="2521" y="7184"/>
                    <a:pt x="2080" y="7026"/>
                  </a:cubicBezTo>
                  <a:lnTo>
                    <a:pt x="2080" y="4789"/>
                  </a:lnTo>
                  <a:cubicBezTo>
                    <a:pt x="2458" y="4632"/>
                    <a:pt x="2773" y="4285"/>
                    <a:pt x="2773" y="3813"/>
                  </a:cubicBezTo>
                  <a:cubicBezTo>
                    <a:pt x="2773" y="3340"/>
                    <a:pt x="2521" y="2994"/>
                    <a:pt x="2080" y="2836"/>
                  </a:cubicBezTo>
                  <a:lnTo>
                    <a:pt x="2080" y="2426"/>
                  </a:lnTo>
                  <a:cubicBezTo>
                    <a:pt x="2080" y="2237"/>
                    <a:pt x="2237" y="2080"/>
                    <a:pt x="2426" y="2080"/>
                  </a:cubicBezTo>
                  <a:close/>
                  <a:moveTo>
                    <a:pt x="9389" y="694"/>
                  </a:moveTo>
                  <a:cubicBezTo>
                    <a:pt x="10334" y="694"/>
                    <a:pt x="11121" y="1481"/>
                    <a:pt x="11121" y="2426"/>
                  </a:cubicBezTo>
                  <a:lnTo>
                    <a:pt x="11121" y="9389"/>
                  </a:lnTo>
                  <a:cubicBezTo>
                    <a:pt x="11121" y="10334"/>
                    <a:pt x="10334" y="11122"/>
                    <a:pt x="9389" y="11122"/>
                  </a:cubicBezTo>
                  <a:lnTo>
                    <a:pt x="2426" y="11122"/>
                  </a:lnTo>
                  <a:cubicBezTo>
                    <a:pt x="1481" y="11122"/>
                    <a:pt x="693" y="10334"/>
                    <a:pt x="693" y="9389"/>
                  </a:cubicBezTo>
                  <a:lnTo>
                    <a:pt x="693" y="9042"/>
                  </a:lnTo>
                  <a:lnTo>
                    <a:pt x="1418" y="9042"/>
                  </a:lnTo>
                  <a:lnTo>
                    <a:pt x="1418" y="9389"/>
                  </a:lnTo>
                  <a:cubicBezTo>
                    <a:pt x="1418" y="9988"/>
                    <a:pt x="1891" y="10429"/>
                    <a:pt x="2426" y="10429"/>
                  </a:cubicBezTo>
                  <a:lnTo>
                    <a:pt x="9389" y="10429"/>
                  </a:lnTo>
                  <a:cubicBezTo>
                    <a:pt x="9987" y="10429"/>
                    <a:pt x="10428" y="9956"/>
                    <a:pt x="10428" y="9389"/>
                  </a:cubicBezTo>
                  <a:lnTo>
                    <a:pt x="10428" y="2426"/>
                  </a:lnTo>
                  <a:cubicBezTo>
                    <a:pt x="10428" y="1828"/>
                    <a:pt x="9956" y="1418"/>
                    <a:pt x="9389" y="1418"/>
                  </a:cubicBezTo>
                  <a:lnTo>
                    <a:pt x="2426" y="1418"/>
                  </a:lnTo>
                  <a:cubicBezTo>
                    <a:pt x="1828" y="1418"/>
                    <a:pt x="1418" y="1891"/>
                    <a:pt x="1418" y="2426"/>
                  </a:cubicBezTo>
                  <a:lnTo>
                    <a:pt x="1418" y="2773"/>
                  </a:lnTo>
                  <a:lnTo>
                    <a:pt x="693" y="2773"/>
                  </a:lnTo>
                  <a:lnTo>
                    <a:pt x="693" y="2426"/>
                  </a:lnTo>
                  <a:cubicBezTo>
                    <a:pt x="693" y="1481"/>
                    <a:pt x="1481" y="694"/>
                    <a:pt x="2426" y="694"/>
                  </a:cubicBezTo>
                  <a:close/>
                  <a:moveTo>
                    <a:pt x="2426" y="1"/>
                  </a:moveTo>
                  <a:cubicBezTo>
                    <a:pt x="1103" y="1"/>
                    <a:pt x="0" y="1103"/>
                    <a:pt x="0" y="2426"/>
                  </a:cubicBezTo>
                  <a:lnTo>
                    <a:pt x="0" y="3151"/>
                  </a:lnTo>
                  <a:lnTo>
                    <a:pt x="0" y="4506"/>
                  </a:lnTo>
                  <a:lnTo>
                    <a:pt x="0" y="7341"/>
                  </a:lnTo>
                  <a:lnTo>
                    <a:pt x="0" y="8727"/>
                  </a:lnTo>
                  <a:lnTo>
                    <a:pt x="0" y="9452"/>
                  </a:lnTo>
                  <a:cubicBezTo>
                    <a:pt x="0" y="10775"/>
                    <a:pt x="1103" y="11878"/>
                    <a:pt x="2426" y="11878"/>
                  </a:cubicBezTo>
                  <a:lnTo>
                    <a:pt x="9389" y="11878"/>
                  </a:lnTo>
                  <a:cubicBezTo>
                    <a:pt x="10743" y="11878"/>
                    <a:pt x="11846" y="10775"/>
                    <a:pt x="11846" y="9452"/>
                  </a:cubicBezTo>
                  <a:lnTo>
                    <a:pt x="11846" y="2458"/>
                  </a:lnTo>
                  <a:cubicBezTo>
                    <a:pt x="11846" y="1103"/>
                    <a:pt x="10743" y="1"/>
                    <a:pt x="938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4" name="Google Shape;10594;p135"/>
            <p:cNvSpPr/>
            <p:nvPr/>
          </p:nvSpPr>
          <p:spPr>
            <a:xfrm>
              <a:off x="-28371550" y="2419175"/>
              <a:ext cx="121325" cy="121325"/>
            </a:xfrm>
            <a:custGeom>
              <a:rect b="b" l="l" r="r" t="t"/>
              <a:pathLst>
                <a:path extrusionOk="0" h="4853" w="4853">
                  <a:moveTo>
                    <a:pt x="2773" y="662"/>
                  </a:moveTo>
                  <a:lnTo>
                    <a:pt x="2773" y="1670"/>
                  </a:lnTo>
                  <a:cubicBezTo>
                    <a:pt x="2773" y="1891"/>
                    <a:pt x="2931" y="2048"/>
                    <a:pt x="3120" y="2048"/>
                  </a:cubicBezTo>
                  <a:lnTo>
                    <a:pt x="4159" y="2048"/>
                  </a:lnTo>
                  <a:lnTo>
                    <a:pt x="4159" y="2741"/>
                  </a:lnTo>
                  <a:lnTo>
                    <a:pt x="3120" y="2741"/>
                  </a:lnTo>
                  <a:cubicBezTo>
                    <a:pt x="2931" y="2741"/>
                    <a:pt x="2773" y="2899"/>
                    <a:pt x="2773" y="3120"/>
                  </a:cubicBezTo>
                  <a:lnTo>
                    <a:pt x="2773" y="4128"/>
                  </a:lnTo>
                  <a:lnTo>
                    <a:pt x="2049" y="4128"/>
                  </a:lnTo>
                  <a:lnTo>
                    <a:pt x="2049" y="3120"/>
                  </a:lnTo>
                  <a:cubicBezTo>
                    <a:pt x="2049" y="2899"/>
                    <a:pt x="1891" y="2741"/>
                    <a:pt x="1702" y="2741"/>
                  </a:cubicBezTo>
                  <a:lnTo>
                    <a:pt x="662" y="2741"/>
                  </a:lnTo>
                  <a:lnTo>
                    <a:pt x="662" y="2048"/>
                  </a:lnTo>
                  <a:lnTo>
                    <a:pt x="1702" y="2048"/>
                  </a:lnTo>
                  <a:cubicBezTo>
                    <a:pt x="1891" y="2048"/>
                    <a:pt x="2049" y="1891"/>
                    <a:pt x="2049" y="1670"/>
                  </a:cubicBezTo>
                  <a:lnTo>
                    <a:pt x="2049" y="662"/>
                  </a:lnTo>
                  <a:close/>
                  <a:moveTo>
                    <a:pt x="1734" y="1"/>
                  </a:moveTo>
                  <a:cubicBezTo>
                    <a:pt x="1545" y="1"/>
                    <a:pt x="1387" y="158"/>
                    <a:pt x="1387" y="347"/>
                  </a:cubicBezTo>
                  <a:lnTo>
                    <a:pt x="1387" y="1387"/>
                  </a:lnTo>
                  <a:lnTo>
                    <a:pt x="347" y="1387"/>
                  </a:lnTo>
                  <a:cubicBezTo>
                    <a:pt x="158" y="1387"/>
                    <a:pt x="1" y="1544"/>
                    <a:pt x="1" y="1733"/>
                  </a:cubicBezTo>
                  <a:lnTo>
                    <a:pt x="1" y="3120"/>
                  </a:lnTo>
                  <a:cubicBezTo>
                    <a:pt x="1" y="3309"/>
                    <a:pt x="158" y="3466"/>
                    <a:pt x="347" y="3466"/>
                  </a:cubicBezTo>
                  <a:lnTo>
                    <a:pt x="1387" y="3466"/>
                  </a:lnTo>
                  <a:lnTo>
                    <a:pt x="1387" y="4474"/>
                  </a:lnTo>
                  <a:cubicBezTo>
                    <a:pt x="1387" y="4695"/>
                    <a:pt x="1545" y="4852"/>
                    <a:pt x="1734" y="4852"/>
                  </a:cubicBezTo>
                  <a:lnTo>
                    <a:pt x="3120" y="4852"/>
                  </a:lnTo>
                  <a:cubicBezTo>
                    <a:pt x="3309" y="4852"/>
                    <a:pt x="3466" y="4695"/>
                    <a:pt x="3466" y="4474"/>
                  </a:cubicBezTo>
                  <a:lnTo>
                    <a:pt x="3466" y="3466"/>
                  </a:lnTo>
                  <a:lnTo>
                    <a:pt x="4506" y="3466"/>
                  </a:lnTo>
                  <a:cubicBezTo>
                    <a:pt x="4695" y="3466"/>
                    <a:pt x="4853" y="3309"/>
                    <a:pt x="4853" y="3120"/>
                  </a:cubicBezTo>
                  <a:lnTo>
                    <a:pt x="4853" y="1733"/>
                  </a:lnTo>
                  <a:cubicBezTo>
                    <a:pt x="4853" y="1544"/>
                    <a:pt x="4695" y="1387"/>
                    <a:pt x="4506" y="1387"/>
                  </a:cubicBezTo>
                  <a:lnTo>
                    <a:pt x="3466" y="1387"/>
                  </a:lnTo>
                  <a:lnTo>
                    <a:pt x="3466" y="347"/>
                  </a:lnTo>
                  <a:cubicBezTo>
                    <a:pt x="3466" y="158"/>
                    <a:pt x="3309" y="1"/>
                    <a:pt x="312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95" name="Google Shape;10595;p135"/>
          <p:cNvGrpSpPr/>
          <p:nvPr/>
        </p:nvGrpSpPr>
        <p:grpSpPr>
          <a:xfrm>
            <a:off x="4879719" y="2225601"/>
            <a:ext cx="325858" cy="351327"/>
            <a:chOff x="-28461325" y="2701925"/>
            <a:chExt cx="272525" cy="293825"/>
          </a:xfrm>
        </p:grpSpPr>
        <p:sp>
          <p:nvSpPr>
            <p:cNvPr id="10596" name="Google Shape;10596;p135"/>
            <p:cNvSpPr/>
            <p:nvPr/>
          </p:nvSpPr>
          <p:spPr>
            <a:xfrm>
              <a:off x="-28427475" y="2789200"/>
              <a:ext cx="54375" cy="80525"/>
            </a:xfrm>
            <a:custGeom>
              <a:rect b="b" l="l" r="r" t="t"/>
              <a:pathLst>
                <a:path extrusionOk="0" h="3221" w="2175">
                  <a:moveTo>
                    <a:pt x="1805" y="1"/>
                  </a:moveTo>
                  <a:cubicBezTo>
                    <a:pt x="1782" y="1"/>
                    <a:pt x="1758" y="3"/>
                    <a:pt x="1734" y="7"/>
                  </a:cubicBezTo>
                  <a:cubicBezTo>
                    <a:pt x="946" y="164"/>
                    <a:pt x="285" y="826"/>
                    <a:pt x="127" y="1645"/>
                  </a:cubicBezTo>
                  <a:cubicBezTo>
                    <a:pt x="1" y="2275"/>
                    <a:pt x="190" y="2811"/>
                    <a:pt x="348" y="3063"/>
                  </a:cubicBezTo>
                  <a:cubicBezTo>
                    <a:pt x="442" y="3189"/>
                    <a:pt x="537" y="3220"/>
                    <a:pt x="663" y="3220"/>
                  </a:cubicBezTo>
                  <a:cubicBezTo>
                    <a:pt x="694" y="3220"/>
                    <a:pt x="789" y="3220"/>
                    <a:pt x="820" y="3189"/>
                  </a:cubicBezTo>
                  <a:cubicBezTo>
                    <a:pt x="978" y="3126"/>
                    <a:pt x="1072" y="2874"/>
                    <a:pt x="946" y="2716"/>
                  </a:cubicBezTo>
                  <a:cubicBezTo>
                    <a:pt x="820" y="2527"/>
                    <a:pt x="726" y="2181"/>
                    <a:pt x="789" y="1740"/>
                  </a:cubicBezTo>
                  <a:cubicBezTo>
                    <a:pt x="883" y="1173"/>
                    <a:pt x="1356" y="763"/>
                    <a:pt x="1860" y="637"/>
                  </a:cubicBezTo>
                  <a:cubicBezTo>
                    <a:pt x="2049" y="605"/>
                    <a:pt x="2175" y="448"/>
                    <a:pt x="2112" y="227"/>
                  </a:cubicBezTo>
                  <a:cubicBezTo>
                    <a:pt x="2084" y="90"/>
                    <a:pt x="1961" y="1"/>
                    <a:pt x="180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7" name="Google Shape;10597;p135"/>
            <p:cNvSpPr/>
            <p:nvPr/>
          </p:nvSpPr>
          <p:spPr>
            <a:xfrm>
              <a:off x="-28362875" y="2824025"/>
              <a:ext cx="124475" cy="103200"/>
            </a:xfrm>
            <a:custGeom>
              <a:rect b="b" l="l" r="r" t="t"/>
              <a:pathLst>
                <a:path extrusionOk="0" h="4128" w="4979">
                  <a:moveTo>
                    <a:pt x="3434" y="693"/>
                  </a:moveTo>
                  <a:cubicBezTo>
                    <a:pt x="3844" y="693"/>
                    <a:pt x="4159" y="1008"/>
                    <a:pt x="4159" y="1418"/>
                  </a:cubicBezTo>
                  <a:cubicBezTo>
                    <a:pt x="4159" y="1922"/>
                    <a:pt x="3592" y="2394"/>
                    <a:pt x="2741" y="3056"/>
                  </a:cubicBezTo>
                  <a:cubicBezTo>
                    <a:pt x="2615" y="3151"/>
                    <a:pt x="2521" y="3214"/>
                    <a:pt x="2426" y="3340"/>
                  </a:cubicBezTo>
                  <a:cubicBezTo>
                    <a:pt x="2300" y="3245"/>
                    <a:pt x="2174" y="3182"/>
                    <a:pt x="2111" y="3056"/>
                  </a:cubicBezTo>
                  <a:cubicBezTo>
                    <a:pt x="1229" y="2394"/>
                    <a:pt x="694" y="1922"/>
                    <a:pt x="694" y="1418"/>
                  </a:cubicBezTo>
                  <a:cubicBezTo>
                    <a:pt x="694" y="977"/>
                    <a:pt x="1009" y="693"/>
                    <a:pt x="1387" y="693"/>
                  </a:cubicBezTo>
                  <a:cubicBezTo>
                    <a:pt x="1891" y="693"/>
                    <a:pt x="2111" y="1260"/>
                    <a:pt x="2111" y="1292"/>
                  </a:cubicBezTo>
                  <a:cubicBezTo>
                    <a:pt x="2143" y="1449"/>
                    <a:pt x="2269" y="1512"/>
                    <a:pt x="2426" y="1512"/>
                  </a:cubicBezTo>
                  <a:cubicBezTo>
                    <a:pt x="2584" y="1512"/>
                    <a:pt x="2678" y="1418"/>
                    <a:pt x="2741" y="1292"/>
                  </a:cubicBezTo>
                  <a:cubicBezTo>
                    <a:pt x="2741" y="1260"/>
                    <a:pt x="2930" y="693"/>
                    <a:pt x="3434" y="693"/>
                  </a:cubicBezTo>
                  <a:close/>
                  <a:moveTo>
                    <a:pt x="1387" y="0"/>
                  </a:moveTo>
                  <a:cubicBezTo>
                    <a:pt x="599" y="0"/>
                    <a:pt x="0" y="630"/>
                    <a:pt x="0" y="1418"/>
                  </a:cubicBezTo>
                  <a:cubicBezTo>
                    <a:pt x="0" y="2268"/>
                    <a:pt x="725" y="2835"/>
                    <a:pt x="1702" y="3623"/>
                  </a:cubicBezTo>
                  <a:cubicBezTo>
                    <a:pt x="1859" y="3718"/>
                    <a:pt x="2048" y="3875"/>
                    <a:pt x="2269" y="4033"/>
                  </a:cubicBezTo>
                  <a:cubicBezTo>
                    <a:pt x="2332" y="4064"/>
                    <a:pt x="2426" y="4127"/>
                    <a:pt x="2489" y="4127"/>
                  </a:cubicBezTo>
                  <a:cubicBezTo>
                    <a:pt x="2584" y="4127"/>
                    <a:pt x="2647" y="4064"/>
                    <a:pt x="2741" y="4033"/>
                  </a:cubicBezTo>
                  <a:cubicBezTo>
                    <a:pt x="2930" y="3875"/>
                    <a:pt x="3088" y="3718"/>
                    <a:pt x="3277" y="3623"/>
                  </a:cubicBezTo>
                  <a:cubicBezTo>
                    <a:pt x="4254" y="2835"/>
                    <a:pt x="4978" y="2268"/>
                    <a:pt x="4978" y="1418"/>
                  </a:cubicBezTo>
                  <a:cubicBezTo>
                    <a:pt x="4852" y="630"/>
                    <a:pt x="4222" y="0"/>
                    <a:pt x="3434" y="0"/>
                  </a:cubicBezTo>
                  <a:cubicBezTo>
                    <a:pt x="3056" y="0"/>
                    <a:pt x="2647" y="158"/>
                    <a:pt x="2426" y="504"/>
                  </a:cubicBezTo>
                  <a:cubicBezTo>
                    <a:pt x="2143" y="189"/>
                    <a:pt x="1796" y="0"/>
                    <a:pt x="138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8" name="Google Shape;10598;p135"/>
            <p:cNvSpPr/>
            <p:nvPr/>
          </p:nvSpPr>
          <p:spPr>
            <a:xfrm>
              <a:off x="-28461325" y="2701925"/>
              <a:ext cx="272525" cy="293825"/>
            </a:xfrm>
            <a:custGeom>
              <a:rect b="b" l="l" r="r" t="t"/>
              <a:pathLst>
                <a:path extrusionOk="0" h="11753" w="10901">
                  <a:moveTo>
                    <a:pt x="7845" y="2647"/>
                  </a:moveTo>
                  <a:cubicBezTo>
                    <a:pt x="9168" y="2647"/>
                    <a:pt x="10208" y="3781"/>
                    <a:pt x="10208" y="5136"/>
                  </a:cubicBezTo>
                  <a:cubicBezTo>
                    <a:pt x="10208" y="5577"/>
                    <a:pt x="10145" y="5924"/>
                    <a:pt x="9987" y="6239"/>
                  </a:cubicBezTo>
                  <a:lnTo>
                    <a:pt x="8034" y="10303"/>
                  </a:lnTo>
                  <a:cubicBezTo>
                    <a:pt x="7814" y="10807"/>
                    <a:pt x="7341" y="11090"/>
                    <a:pt x="6837" y="11090"/>
                  </a:cubicBezTo>
                  <a:cubicBezTo>
                    <a:pt x="6396" y="11090"/>
                    <a:pt x="6049" y="10901"/>
                    <a:pt x="5766" y="10555"/>
                  </a:cubicBezTo>
                  <a:cubicBezTo>
                    <a:pt x="5703" y="10460"/>
                    <a:pt x="5608" y="10429"/>
                    <a:pt x="5482" y="10429"/>
                  </a:cubicBezTo>
                  <a:cubicBezTo>
                    <a:pt x="5388" y="10429"/>
                    <a:pt x="5293" y="10460"/>
                    <a:pt x="5230" y="10555"/>
                  </a:cubicBezTo>
                  <a:cubicBezTo>
                    <a:pt x="4947" y="10901"/>
                    <a:pt x="4537" y="11090"/>
                    <a:pt x="4159" y="11090"/>
                  </a:cubicBezTo>
                  <a:cubicBezTo>
                    <a:pt x="3655" y="11090"/>
                    <a:pt x="3182" y="10775"/>
                    <a:pt x="2930" y="10303"/>
                  </a:cubicBezTo>
                  <a:lnTo>
                    <a:pt x="1008" y="6239"/>
                  </a:lnTo>
                  <a:cubicBezTo>
                    <a:pt x="851" y="5892"/>
                    <a:pt x="756" y="5546"/>
                    <a:pt x="756" y="5136"/>
                  </a:cubicBezTo>
                  <a:cubicBezTo>
                    <a:pt x="756" y="3781"/>
                    <a:pt x="1828" y="2647"/>
                    <a:pt x="3119" y="2647"/>
                  </a:cubicBezTo>
                  <a:cubicBezTo>
                    <a:pt x="3970" y="2647"/>
                    <a:pt x="4758" y="3120"/>
                    <a:pt x="5167" y="3876"/>
                  </a:cubicBezTo>
                  <a:cubicBezTo>
                    <a:pt x="5262" y="4002"/>
                    <a:pt x="5325" y="4033"/>
                    <a:pt x="5482" y="4033"/>
                  </a:cubicBezTo>
                  <a:cubicBezTo>
                    <a:pt x="5640" y="4033"/>
                    <a:pt x="5734" y="3970"/>
                    <a:pt x="5797" y="3876"/>
                  </a:cubicBezTo>
                  <a:cubicBezTo>
                    <a:pt x="6238" y="3120"/>
                    <a:pt x="7026" y="2647"/>
                    <a:pt x="7845" y="2647"/>
                  </a:cubicBezTo>
                  <a:close/>
                  <a:moveTo>
                    <a:pt x="6774" y="1"/>
                  </a:moveTo>
                  <a:cubicBezTo>
                    <a:pt x="5829" y="1"/>
                    <a:pt x="5104" y="788"/>
                    <a:pt x="5104" y="1734"/>
                  </a:cubicBezTo>
                  <a:lnTo>
                    <a:pt x="5104" y="2773"/>
                  </a:lnTo>
                  <a:cubicBezTo>
                    <a:pt x="4537" y="2301"/>
                    <a:pt x="3844" y="1986"/>
                    <a:pt x="3088" y="1986"/>
                  </a:cubicBezTo>
                  <a:cubicBezTo>
                    <a:pt x="1386" y="1986"/>
                    <a:pt x="0" y="3403"/>
                    <a:pt x="0" y="5136"/>
                  </a:cubicBezTo>
                  <a:cubicBezTo>
                    <a:pt x="0" y="5609"/>
                    <a:pt x="126" y="6081"/>
                    <a:pt x="315" y="6522"/>
                  </a:cubicBezTo>
                  <a:lnTo>
                    <a:pt x="2269" y="10586"/>
                  </a:lnTo>
                  <a:cubicBezTo>
                    <a:pt x="2615" y="11343"/>
                    <a:pt x="3308" y="11752"/>
                    <a:pt x="4096" y="11752"/>
                  </a:cubicBezTo>
                  <a:cubicBezTo>
                    <a:pt x="4632" y="11752"/>
                    <a:pt x="5104" y="11563"/>
                    <a:pt x="5451" y="11248"/>
                  </a:cubicBezTo>
                  <a:cubicBezTo>
                    <a:pt x="5797" y="11563"/>
                    <a:pt x="6270" y="11752"/>
                    <a:pt x="6774" y="11752"/>
                  </a:cubicBezTo>
                  <a:cubicBezTo>
                    <a:pt x="7561" y="11752"/>
                    <a:pt x="8286" y="11280"/>
                    <a:pt x="8633" y="10586"/>
                  </a:cubicBezTo>
                  <a:lnTo>
                    <a:pt x="10554" y="6522"/>
                  </a:lnTo>
                  <a:cubicBezTo>
                    <a:pt x="10775" y="6081"/>
                    <a:pt x="10901" y="5609"/>
                    <a:pt x="10901" y="5136"/>
                  </a:cubicBezTo>
                  <a:cubicBezTo>
                    <a:pt x="10869" y="3466"/>
                    <a:pt x="9515" y="1986"/>
                    <a:pt x="7814" y="1986"/>
                  </a:cubicBezTo>
                  <a:cubicBezTo>
                    <a:pt x="7057" y="1986"/>
                    <a:pt x="6364" y="2269"/>
                    <a:pt x="5797" y="2773"/>
                  </a:cubicBezTo>
                  <a:lnTo>
                    <a:pt x="5797" y="1734"/>
                  </a:lnTo>
                  <a:cubicBezTo>
                    <a:pt x="5797" y="1135"/>
                    <a:pt x="6238" y="694"/>
                    <a:pt x="6774" y="694"/>
                  </a:cubicBezTo>
                  <a:cubicBezTo>
                    <a:pt x="6994" y="694"/>
                    <a:pt x="7152" y="536"/>
                    <a:pt x="7152" y="347"/>
                  </a:cubicBezTo>
                  <a:cubicBezTo>
                    <a:pt x="7152" y="158"/>
                    <a:pt x="6994" y="1"/>
                    <a:pt x="677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99" name="Google Shape;10599;p135"/>
          <p:cNvGrpSpPr/>
          <p:nvPr/>
        </p:nvGrpSpPr>
        <p:grpSpPr>
          <a:xfrm>
            <a:off x="7103910" y="1399238"/>
            <a:ext cx="354107" cy="226974"/>
            <a:chOff x="-26585200" y="2025375"/>
            <a:chExt cx="296150" cy="189825"/>
          </a:xfrm>
        </p:grpSpPr>
        <p:sp>
          <p:nvSpPr>
            <p:cNvPr id="10600" name="Google Shape;10600;p135"/>
            <p:cNvSpPr/>
            <p:nvPr/>
          </p:nvSpPr>
          <p:spPr>
            <a:xfrm>
              <a:off x="-26340250" y="2127750"/>
              <a:ext cx="51200" cy="70125"/>
            </a:xfrm>
            <a:custGeom>
              <a:rect b="b" l="l" r="r" t="t"/>
              <a:pathLst>
                <a:path extrusionOk="0" h="2805" w="2048">
                  <a:moveTo>
                    <a:pt x="1008" y="977"/>
                  </a:moveTo>
                  <a:cubicBezTo>
                    <a:pt x="1229" y="1324"/>
                    <a:pt x="1386" y="1608"/>
                    <a:pt x="1386" y="1734"/>
                  </a:cubicBezTo>
                  <a:cubicBezTo>
                    <a:pt x="1323" y="1923"/>
                    <a:pt x="1166" y="2080"/>
                    <a:pt x="1008" y="2080"/>
                  </a:cubicBezTo>
                  <a:cubicBezTo>
                    <a:pt x="819" y="2080"/>
                    <a:pt x="662" y="1923"/>
                    <a:pt x="662" y="1734"/>
                  </a:cubicBezTo>
                  <a:cubicBezTo>
                    <a:pt x="662" y="1608"/>
                    <a:pt x="819" y="1324"/>
                    <a:pt x="1008" y="977"/>
                  </a:cubicBezTo>
                  <a:close/>
                  <a:moveTo>
                    <a:pt x="1008" y="1"/>
                  </a:moveTo>
                  <a:cubicBezTo>
                    <a:pt x="914" y="1"/>
                    <a:pt x="788" y="32"/>
                    <a:pt x="756" y="158"/>
                  </a:cubicBezTo>
                  <a:cubicBezTo>
                    <a:pt x="756" y="158"/>
                    <a:pt x="536" y="442"/>
                    <a:pt x="378" y="757"/>
                  </a:cubicBezTo>
                  <a:cubicBezTo>
                    <a:pt x="32" y="1324"/>
                    <a:pt x="0" y="1608"/>
                    <a:pt x="0" y="1765"/>
                  </a:cubicBezTo>
                  <a:cubicBezTo>
                    <a:pt x="0" y="2364"/>
                    <a:pt x="473" y="2805"/>
                    <a:pt x="1008" y="2805"/>
                  </a:cubicBezTo>
                  <a:cubicBezTo>
                    <a:pt x="1607" y="2805"/>
                    <a:pt x="2048" y="2332"/>
                    <a:pt x="2048" y="1765"/>
                  </a:cubicBezTo>
                  <a:cubicBezTo>
                    <a:pt x="2048" y="1608"/>
                    <a:pt x="2016" y="1387"/>
                    <a:pt x="1638" y="757"/>
                  </a:cubicBezTo>
                  <a:cubicBezTo>
                    <a:pt x="1449" y="442"/>
                    <a:pt x="1292" y="158"/>
                    <a:pt x="1292" y="158"/>
                  </a:cubicBezTo>
                  <a:cubicBezTo>
                    <a:pt x="1229" y="64"/>
                    <a:pt x="1134" y="1"/>
                    <a:pt x="10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1" name="Google Shape;10601;p135"/>
            <p:cNvSpPr/>
            <p:nvPr/>
          </p:nvSpPr>
          <p:spPr>
            <a:xfrm>
              <a:off x="-26585200" y="2025375"/>
              <a:ext cx="295375" cy="189825"/>
            </a:xfrm>
            <a:custGeom>
              <a:rect b="b" l="l" r="r" t="t"/>
              <a:pathLst>
                <a:path extrusionOk="0" h="7593" w="11815">
                  <a:moveTo>
                    <a:pt x="10775" y="2016"/>
                  </a:moveTo>
                  <a:cubicBezTo>
                    <a:pt x="10964" y="2016"/>
                    <a:pt x="11121" y="2174"/>
                    <a:pt x="11121" y="2363"/>
                  </a:cubicBezTo>
                  <a:cubicBezTo>
                    <a:pt x="11121" y="2552"/>
                    <a:pt x="10964" y="2710"/>
                    <a:pt x="10775" y="2710"/>
                  </a:cubicBezTo>
                  <a:lnTo>
                    <a:pt x="9830" y="2710"/>
                  </a:lnTo>
                  <a:lnTo>
                    <a:pt x="9987" y="2016"/>
                  </a:lnTo>
                  <a:close/>
                  <a:moveTo>
                    <a:pt x="6238" y="693"/>
                  </a:moveTo>
                  <a:cubicBezTo>
                    <a:pt x="6081" y="1103"/>
                    <a:pt x="5734" y="1418"/>
                    <a:pt x="5261" y="1418"/>
                  </a:cubicBezTo>
                  <a:lnTo>
                    <a:pt x="3875" y="1418"/>
                  </a:lnTo>
                  <a:cubicBezTo>
                    <a:pt x="3686" y="1418"/>
                    <a:pt x="3529" y="1575"/>
                    <a:pt x="3529" y="1764"/>
                  </a:cubicBezTo>
                  <a:cubicBezTo>
                    <a:pt x="3529" y="1953"/>
                    <a:pt x="3686" y="2111"/>
                    <a:pt x="3875" y="2111"/>
                  </a:cubicBezTo>
                  <a:lnTo>
                    <a:pt x="9326" y="2111"/>
                  </a:lnTo>
                  <a:lnTo>
                    <a:pt x="9168" y="2836"/>
                  </a:lnTo>
                  <a:lnTo>
                    <a:pt x="5923" y="2836"/>
                  </a:lnTo>
                  <a:lnTo>
                    <a:pt x="5923" y="2710"/>
                  </a:lnTo>
                  <a:cubicBezTo>
                    <a:pt x="5734" y="2710"/>
                    <a:pt x="5576" y="2867"/>
                    <a:pt x="5576" y="3056"/>
                  </a:cubicBezTo>
                  <a:cubicBezTo>
                    <a:pt x="5576" y="3277"/>
                    <a:pt x="5734" y="3434"/>
                    <a:pt x="5923" y="3434"/>
                  </a:cubicBezTo>
                  <a:lnTo>
                    <a:pt x="8034" y="3434"/>
                  </a:lnTo>
                  <a:cubicBezTo>
                    <a:pt x="8223" y="3434"/>
                    <a:pt x="8380" y="3592"/>
                    <a:pt x="8380" y="3781"/>
                  </a:cubicBezTo>
                  <a:cubicBezTo>
                    <a:pt x="8380" y="3970"/>
                    <a:pt x="8223" y="4127"/>
                    <a:pt x="8034" y="4127"/>
                  </a:cubicBezTo>
                  <a:lnTo>
                    <a:pt x="5923" y="4127"/>
                  </a:lnTo>
                  <a:cubicBezTo>
                    <a:pt x="5734" y="4127"/>
                    <a:pt x="5576" y="4285"/>
                    <a:pt x="5576" y="4474"/>
                  </a:cubicBezTo>
                  <a:cubicBezTo>
                    <a:pt x="5576" y="4694"/>
                    <a:pt x="5734" y="4852"/>
                    <a:pt x="5923" y="4852"/>
                  </a:cubicBezTo>
                  <a:lnTo>
                    <a:pt x="7309" y="4852"/>
                  </a:lnTo>
                  <a:cubicBezTo>
                    <a:pt x="7498" y="4852"/>
                    <a:pt x="7656" y="5009"/>
                    <a:pt x="7656" y="5198"/>
                  </a:cubicBezTo>
                  <a:cubicBezTo>
                    <a:pt x="7656" y="5388"/>
                    <a:pt x="7498" y="5545"/>
                    <a:pt x="7309" y="5545"/>
                  </a:cubicBezTo>
                  <a:lnTo>
                    <a:pt x="5923" y="5545"/>
                  </a:lnTo>
                  <a:cubicBezTo>
                    <a:pt x="5734" y="5545"/>
                    <a:pt x="5576" y="5703"/>
                    <a:pt x="5576" y="5892"/>
                  </a:cubicBezTo>
                  <a:cubicBezTo>
                    <a:pt x="5576" y="6112"/>
                    <a:pt x="5734" y="6270"/>
                    <a:pt x="5923" y="6270"/>
                  </a:cubicBezTo>
                  <a:lnTo>
                    <a:pt x="6648" y="6270"/>
                  </a:lnTo>
                  <a:cubicBezTo>
                    <a:pt x="6837" y="6270"/>
                    <a:pt x="6994" y="6427"/>
                    <a:pt x="6994" y="6616"/>
                  </a:cubicBezTo>
                  <a:cubicBezTo>
                    <a:pt x="6994" y="6805"/>
                    <a:pt x="6837" y="6963"/>
                    <a:pt x="6648" y="6963"/>
                  </a:cubicBezTo>
                  <a:lnTo>
                    <a:pt x="3151" y="6963"/>
                  </a:lnTo>
                  <a:cubicBezTo>
                    <a:pt x="1796" y="6963"/>
                    <a:pt x="693" y="5860"/>
                    <a:pt x="693" y="4537"/>
                  </a:cubicBezTo>
                  <a:lnTo>
                    <a:pt x="693" y="3151"/>
                  </a:lnTo>
                  <a:cubicBezTo>
                    <a:pt x="693" y="1796"/>
                    <a:pt x="1796" y="693"/>
                    <a:pt x="3151" y="693"/>
                  </a:cubicBezTo>
                  <a:close/>
                  <a:moveTo>
                    <a:pt x="3088" y="0"/>
                  </a:moveTo>
                  <a:cubicBezTo>
                    <a:pt x="1355" y="0"/>
                    <a:pt x="0" y="1418"/>
                    <a:pt x="0" y="3119"/>
                  </a:cubicBezTo>
                  <a:lnTo>
                    <a:pt x="0" y="4474"/>
                  </a:lnTo>
                  <a:cubicBezTo>
                    <a:pt x="0" y="6207"/>
                    <a:pt x="1418" y="7593"/>
                    <a:pt x="3088" y="7593"/>
                  </a:cubicBezTo>
                  <a:lnTo>
                    <a:pt x="6616" y="7593"/>
                  </a:lnTo>
                  <a:cubicBezTo>
                    <a:pt x="7183" y="7593"/>
                    <a:pt x="7624" y="7120"/>
                    <a:pt x="7624" y="6585"/>
                  </a:cubicBezTo>
                  <a:cubicBezTo>
                    <a:pt x="7624" y="6459"/>
                    <a:pt x="7593" y="6301"/>
                    <a:pt x="7561" y="6175"/>
                  </a:cubicBezTo>
                  <a:cubicBezTo>
                    <a:pt x="7971" y="6049"/>
                    <a:pt x="8317" y="5671"/>
                    <a:pt x="8317" y="5198"/>
                  </a:cubicBezTo>
                  <a:cubicBezTo>
                    <a:pt x="8317" y="5072"/>
                    <a:pt x="8254" y="4915"/>
                    <a:pt x="8223" y="4789"/>
                  </a:cubicBezTo>
                  <a:cubicBezTo>
                    <a:pt x="8664" y="4694"/>
                    <a:pt x="8979" y="4285"/>
                    <a:pt x="8979" y="3812"/>
                  </a:cubicBezTo>
                  <a:cubicBezTo>
                    <a:pt x="8979" y="3686"/>
                    <a:pt x="8948" y="3592"/>
                    <a:pt x="8884" y="3466"/>
                  </a:cubicBezTo>
                  <a:lnTo>
                    <a:pt x="9389" y="3403"/>
                  </a:lnTo>
                  <a:lnTo>
                    <a:pt x="10775" y="3403"/>
                  </a:lnTo>
                  <a:cubicBezTo>
                    <a:pt x="11373" y="3403"/>
                    <a:pt x="11814" y="2930"/>
                    <a:pt x="11814" y="2395"/>
                  </a:cubicBezTo>
                  <a:cubicBezTo>
                    <a:pt x="11814" y="1796"/>
                    <a:pt x="11342" y="1386"/>
                    <a:pt x="10775" y="1386"/>
                  </a:cubicBezTo>
                  <a:lnTo>
                    <a:pt x="6616" y="1386"/>
                  </a:lnTo>
                  <a:cubicBezTo>
                    <a:pt x="6837" y="1103"/>
                    <a:pt x="6963" y="693"/>
                    <a:pt x="6963" y="347"/>
                  </a:cubicBezTo>
                  <a:cubicBezTo>
                    <a:pt x="6963" y="158"/>
                    <a:pt x="6805" y="0"/>
                    <a:pt x="661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2" name="Google Shape;10602;p135"/>
            <p:cNvSpPr/>
            <p:nvPr/>
          </p:nvSpPr>
          <p:spPr>
            <a:xfrm>
              <a:off x="-26480450" y="2093100"/>
              <a:ext cx="18125" cy="18150"/>
            </a:xfrm>
            <a:custGeom>
              <a:rect b="b" l="l" r="r" t="t"/>
              <a:pathLst>
                <a:path extrusionOk="0" h="726" w="725">
                  <a:moveTo>
                    <a:pt x="378" y="1"/>
                  </a:moveTo>
                  <a:cubicBezTo>
                    <a:pt x="158" y="1"/>
                    <a:pt x="0" y="158"/>
                    <a:pt x="0" y="347"/>
                  </a:cubicBezTo>
                  <a:cubicBezTo>
                    <a:pt x="0" y="568"/>
                    <a:pt x="158" y="725"/>
                    <a:pt x="378" y="725"/>
                  </a:cubicBezTo>
                  <a:cubicBezTo>
                    <a:pt x="567" y="725"/>
                    <a:pt x="725" y="568"/>
                    <a:pt x="725" y="347"/>
                  </a:cubicBezTo>
                  <a:cubicBezTo>
                    <a:pt x="725" y="158"/>
                    <a:pt x="567"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3" name="Google Shape;10603;p135"/>
            <p:cNvSpPr/>
            <p:nvPr/>
          </p:nvSpPr>
          <p:spPr>
            <a:xfrm>
              <a:off x="-26480450" y="2127750"/>
              <a:ext cx="18125" cy="17350"/>
            </a:xfrm>
            <a:custGeom>
              <a:rect b="b" l="l" r="r" t="t"/>
              <a:pathLst>
                <a:path extrusionOk="0" h="694" w="725">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4" name="Google Shape;10604;p135"/>
            <p:cNvSpPr/>
            <p:nvPr/>
          </p:nvSpPr>
          <p:spPr>
            <a:xfrm>
              <a:off x="-26480450" y="2162425"/>
              <a:ext cx="18125" cy="17350"/>
            </a:xfrm>
            <a:custGeom>
              <a:rect b="b" l="l" r="r" t="t"/>
              <a:pathLst>
                <a:path extrusionOk="0" h="694" w="725">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05" name="Google Shape;10605;p135"/>
          <p:cNvGrpSpPr/>
          <p:nvPr/>
        </p:nvGrpSpPr>
        <p:grpSpPr>
          <a:xfrm>
            <a:off x="7104373" y="1783461"/>
            <a:ext cx="353180" cy="353180"/>
            <a:chOff x="-26584425" y="2340425"/>
            <a:chExt cx="295375" cy="295375"/>
          </a:xfrm>
        </p:grpSpPr>
        <p:sp>
          <p:nvSpPr>
            <p:cNvPr id="10606" name="Google Shape;10606;p135"/>
            <p:cNvSpPr/>
            <p:nvPr/>
          </p:nvSpPr>
          <p:spPr>
            <a:xfrm>
              <a:off x="-26462350" y="2463275"/>
              <a:ext cx="51225" cy="51225"/>
            </a:xfrm>
            <a:custGeom>
              <a:rect b="b" l="l" r="r" t="t"/>
              <a:pathLst>
                <a:path extrusionOk="0" h="2049" w="2049">
                  <a:moveTo>
                    <a:pt x="1009" y="631"/>
                  </a:moveTo>
                  <a:cubicBezTo>
                    <a:pt x="1230" y="631"/>
                    <a:pt x="1387" y="788"/>
                    <a:pt x="1387" y="977"/>
                  </a:cubicBezTo>
                  <a:cubicBezTo>
                    <a:pt x="1324" y="1230"/>
                    <a:pt x="1167" y="1356"/>
                    <a:pt x="1009" y="1356"/>
                  </a:cubicBezTo>
                  <a:cubicBezTo>
                    <a:pt x="820" y="1356"/>
                    <a:pt x="662" y="1198"/>
                    <a:pt x="662" y="977"/>
                  </a:cubicBezTo>
                  <a:cubicBezTo>
                    <a:pt x="662" y="788"/>
                    <a:pt x="820" y="631"/>
                    <a:pt x="1009" y="631"/>
                  </a:cubicBezTo>
                  <a:close/>
                  <a:moveTo>
                    <a:pt x="1009" y="1"/>
                  </a:moveTo>
                  <a:cubicBezTo>
                    <a:pt x="442" y="1"/>
                    <a:pt x="1" y="473"/>
                    <a:pt x="1" y="1041"/>
                  </a:cubicBezTo>
                  <a:cubicBezTo>
                    <a:pt x="1" y="1608"/>
                    <a:pt x="473" y="2049"/>
                    <a:pt x="1009" y="2049"/>
                  </a:cubicBezTo>
                  <a:cubicBezTo>
                    <a:pt x="1576" y="2049"/>
                    <a:pt x="2049" y="1576"/>
                    <a:pt x="2049" y="1041"/>
                  </a:cubicBezTo>
                  <a:cubicBezTo>
                    <a:pt x="2049" y="442"/>
                    <a:pt x="1576" y="1"/>
                    <a:pt x="100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7" name="Google Shape;10607;p135"/>
            <p:cNvSpPr/>
            <p:nvPr/>
          </p:nvSpPr>
          <p:spPr>
            <a:xfrm>
              <a:off x="-26500150" y="2376650"/>
              <a:ext cx="121325" cy="75175"/>
            </a:xfrm>
            <a:custGeom>
              <a:rect b="b" l="l" r="r" t="t"/>
              <a:pathLst>
                <a:path extrusionOk="0" h="3007" w="4853">
                  <a:moveTo>
                    <a:pt x="2521" y="662"/>
                  </a:moveTo>
                  <a:cubicBezTo>
                    <a:pt x="3088" y="662"/>
                    <a:pt x="3592" y="788"/>
                    <a:pt x="4065" y="977"/>
                  </a:cubicBezTo>
                  <a:lnTo>
                    <a:pt x="3403" y="2206"/>
                  </a:lnTo>
                  <a:cubicBezTo>
                    <a:pt x="3120" y="2080"/>
                    <a:pt x="2836" y="2048"/>
                    <a:pt x="2553" y="2048"/>
                  </a:cubicBezTo>
                  <a:cubicBezTo>
                    <a:pt x="2206" y="2048"/>
                    <a:pt x="1954" y="2080"/>
                    <a:pt x="1670" y="2206"/>
                  </a:cubicBezTo>
                  <a:lnTo>
                    <a:pt x="1009" y="977"/>
                  </a:lnTo>
                  <a:cubicBezTo>
                    <a:pt x="1481" y="788"/>
                    <a:pt x="1985" y="662"/>
                    <a:pt x="2521" y="662"/>
                  </a:cubicBezTo>
                  <a:close/>
                  <a:moveTo>
                    <a:pt x="2458" y="0"/>
                  </a:moveTo>
                  <a:cubicBezTo>
                    <a:pt x="1702" y="0"/>
                    <a:pt x="914" y="189"/>
                    <a:pt x="253" y="567"/>
                  </a:cubicBezTo>
                  <a:cubicBezTo>
                    <a:pt x="95" y="630"/>
                    <a:pt x="1" y="882"/>
                    <a:pt x="127" y="1040"/>
                  </a:cubicBezTo>
                  <a:lnTo>
                    <a:pt x="1198" y="2836"/>
                  </a:lnTo>
                  <a:cubicBezTo>
                    <a:pt x="1229" y="2930"/>
                    <a:pt x="1324" y="2993"/>
                    <a:pt x="1387" y="2993"/>
                  </a:cubicBezTo>
                  <a:cubicBezTo>
                    <a:pt x="1415" y="3003"/>
                    <a:pt x="1442" y="3006"/>
                    <a:pt x="1470" y="3006"/>
                  </a:cubicBezTo>
                  <a:cubicBezTo>
                    <a:pt x="1537" y="3006"/>
                    <a:pt x="1604" y="2984"/>
                    <a:pt x="1670" y="2962"/>
                  </a:cubicBezTo>
                  <a:cubicBezTo>
                    <a:pt x="1891" y="2804"/>
                    <a:pt x="2206" y="2710"/>
                    <a:pt x="2490" y="2710"/>
                  </a:cubicBezTo>
                  <a:cubicBezTo>
                    <a:pt x="2773" y="2710"/>
                    <a:pt x="3088" y="2804"/>
                    <a:pt x="3309" y="2962"/>
                  </a:cubicBezTo>
                  <a:cubicBezTo>
                    <a:pt x="3372" y="2993"/>
                    <a:pt x="3435" y="2993"/>
                    <a:pt x="3466" y="2993"/>
                  </a:cubicBezTo>
                  <a:lnTo>
                    <a:pt x="3561" y="2993"/>
                  </a:lnTo>
                  <a:cubicBezTo>
                    <a:pt x="3624" y="2962"/>
                    <a:pt x="3718" y="2930"/>
                    <a:pt x="3750" y="2836"/>
                  </a:cubicBezTo>
                  <a:lnTo>
                    <a:pt x="4789" y="1040"/>
                  </a:lnTo>
                  <a:cubicBezTo>
                    <a:pt x="4852" y="882"/>
                    <a:pt x="4821" y="630"/>
                    <a:pt x="4663" y="567"/>
                  </a:cubicBezTo>
                  <a:cubicBezTo>
                    <a:pt x="4002" y="189"/>
                    <a:pt x="3246" y="0"/>
                    <a:pt x="245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8" name="Google Shape;10608;p135"/>
            <p:cNvSpPr/>
            <p:nvPr/>
          </p:nvSpPr>
          <p:spPr>
            <a:xfrm>
              <a:off x="-26549775" y="2480750"/>
              <a:ext cx="95325" cy="105425"/>
            </a:xfrm>
            <a:custGeom>
              <a:rect b="b" l="l" r="r" t="t"/>
              <a:pathLst>
                <a:path extrusionOk="0" h="4217" w="3813">
                  <a:moveTo>
                    <a:pt x="2080" y="688"/>
                  </a:moveTo>
                  <a:cubicBezTo>
                    <a:pt x="2143" y="1287"/>
                    <a:pt x="2458" y="1791"/>
                    <a:pt x="2931" y="2169"/>
                  </a:cubicBezTo>
                  <a:lnTo>
                    <a:pt x="2238" y="3397"/>
                  </a:lnTo>
                  <a:cubicBezTo>
                    <a:pt x="1387" y="2767"/>
                    <a:pt x="820" y="1791"/>
                    <a:pt x="694" y="720"/>
                  </a:cubicBezTo>
                  <a:lnTo>
                    <a:pt x="2080" y="688"/>
                  </a:lnTo>
                  <a:close/>
                  <a:moveTo>
                    <a:pt x="2503" y="0"/>
                  </a:moveTo>
                  <a:cubicBezTo>
                    <a:pt x="2479" y="0"/>
                    <a:pt x="2454" y="8"/>
                    <a:pt x="2427" y="26"/>
                  </a:cubicBezTo>
                  <a:lnTo>
                    <a:pt x="347" y="58"/>
                  </a:lnTo>
                  <a:cubicBezTo>
                    <a:pt x="158" y="58"/>
                    <a:pt x="1" y="215"/>
                    <a:pt x="1" y="405"/>
                  </a:cubicBezTo>
                  <a:cubicBezTo>
                    <a:pt x="1" y="1192"/>
                    <a:pt x="221" y="1948"/>
                    <a:pt x="631" y="2610"/>
                  </a:cubicBezTo>
                  <a:cubicBezTo>
                    <a:pt x="1009" y="3240"/>
                    <a:pt x="1513" y="3807"/>
                    <a:pt x="2206" y="4185"/>
                  </a:cubicBezTo>
                  <a:cubicBezTo>
                    <a:pt x="2238" y="4217"/>
                    <a:pt x="2301" y="4217"/>
                    <a:pt x="2395" y="4217"/>
                  </a:cubicBezTo>
                  <a:lnTo>
                    <a:pt x="2458" y="4217"/>
                  </a:lnTo>
                  <a:cubicBezTo>
                    <a:pt x="2553" y="4185"/>
                    <a:pt x="2616" y="4154"/>
                    <a:pt x="2679" y="4059"/>
                  </a:cubicBezTo>
                  <a:lnTo>
                    <a:pt x="3718" y="2295"/>
                  </a:lnTo>
                  <a:cubicBezTo>
                    <a:pt x="3813" y="2106"/>
                    <a:pt x="3781" y="1917"/>
                    <a:pt x="3624" y="1791"/>
                  </a:cubicBezTo>
                  <a:cubicBezTo>
                    <a:pt x="3088" y="1476"/>
                    <a:pt x="2773" y="909"/>
                    <a:pt x="2773" y="342"/>
                  </a:cubicBezTo>
                  <a:cubicBezTo>
                    <a:pt x="2773" y="247"/>
                    <a:pt x="2742" y="121"/>
                    <a:pt x="2679" y="89"/>
                  </a:cubicBezTo>
                  <a:cubicBezTo>
                    <a:pt x="2612" y="45"/>
                    <a:pt x="2561" y="0"/>
                    <a:pt x="250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9" name="Google Shape;10609;p135"/>
            <p:cNvSpPr/>
            <p:nvPr/>
          </p:nvSpPr>
          <p:spPr>
            <a:xfrm>
              <a:off x="-26421375" y="2481400"/>
              <a:ext cx="96900" cy="104000"/>
            </a:xfrm>
            <a:custGeom>
              <a:rect b="b" l="l" r="r" t="t"/>
              <a:pathLst>
                <a:path extrusionOk="0" h="4160" w="3876">
                  <a:moveTo>
                    <a:pt x="1796" y="694"/>
                  </a:moveTo>
                  <a:lnTo>
                    <a:pt x="3151" y="725"/>
                  </a:lnTo>
                  <a:cubicBezTo>
                    <a:pt x="3056" y="1765"/>
                    <a:pt x="2489" y="2741"/>
                    <a:pt x="1638" y="3371"/>
                  </a:cubicBezTo>
                  <a:lnTo>
                    <a:pt x="914" y="2206"/>
                  </a:lnTo>
                  <a:cubicBezTo>
                    <a:pt x="1386" y="1796"/>
                    <a:pt x="1701" y="1292"/>
                    <a:pt x="1796" y="694"/>
                  </a:cubicBezTo>
                  <a:close/>
                  <a:moveTo>
                    <a:pt x="1418" y="0"/>
                  </a:moveTo>
                  <a:cubicBezTo>
                    <a:pt x="1355" y="0"/>
                    <a:pt x="1229" y="32"/>
                    <a:pt x="1197" y="63"/>
                  </a:cubicBezTo>
                  <a:cubicBezTo>
                    <a:pt x="1103" y="158"/>
                    <a:pt x="1071" y="221"/>
                    <a:pt x="1071" y="316"/>
                  </a:cubicBezTo>
                  <a:cubicBezTo>
                    <a:pt x="1071" y="883"/>
                    <a:pt x="756" y="1450"/>
                    <a:pt x="252" y="1765"/>
                  </a:cubicBezTo>
                  <a:cubicBezTo>
                    <a:pt x="95" y="1891"/>
                    <a:pt x="0" y="2080"/>
                    <a:pt x="126" y="2237"/>
                  </a:cubicBezTo>
                  <a:lnTo>
                    <a:pt x="1197" y="4002"/>
                  </a:lnTo>
                  <a:cubicBezTo>
                    <a:pt x="1229" y="4065"/>
                    <a:pt x="1323" y="4128"/>
                    <a:pt x="1386" y="4159"/>
                  </a:cubicBezTo>
                  <a:lnTo>
                    <a:pt x="1481" y="4159"/>
                  </a:lnTo>
                  <a:cubicBezTo>
                    <a:pt x="1544" y="4159"/>
                    <a:pt x="1575" y="4159"/>
                    <a:pt x="1670" y="4128"/>
                  </a:cubicBezTo>
                  <a:cubicBezTo>
                    <a:pt x="2300" y="3718"/>
                    <a:pt x="2836" y="3182"/>
                    <a:pt x="3245" y="2552"/>
                  </a:cubicBezTo>
                  <a:cubicBezTo>
                    <a:pt x="3623" y="1891"/>
                    <a:pt x="3844" y="1135"/>
                    <a:pt x="3875" y="347"/>
                  </a:cubicBezTo>
                  <a:cubicBezTo>
                    <a:pt x="3875" y="189"/>
                    <a:pt x="3718" y="32"/>
                    <a:pt x="3529" y="32"/>
                  </a:cubicBezTo>
                  <a:lnTo>
                    <a:pt x="1418"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0" name="Google Shape;10610;p135"/>
            <p:cNvSpPr/>
            <p:nvPr/>
          </p:nvSpPr>
          <p:spPr>
            <a:xfrm>
              <a:off x="-26584425" y="2340425"/>
              <a:ext cx="295375" cy="295375"/>
            </a:xfrm>
            <a:custGeom>
              <a:rect b="b" l="l" r="r" t="t"/>
              <a:pathLst>
                <a:path extrusionOk="0" h="11815" w="11815">
                  <a:moveTo>
                    <a:pt x="5861" y="693"/>
                  </a:moveTo>
                  <a:cubicBezTo>
                    <a:pt x="7247" y="693"/>
                    <a:pt x="8570" y="1260"/>
                    <a:pt x="9578" y="2237"/>
                  </a:cubicBezTo>
                  <a:cubicBezTo>
                    <a:pt x="10555" y="3214"/>
                    <a:pt x="11090" y="4537"/>
                    <a:pt x="11090" y="5955"/>
                  </a:cubicBezTo>
                  <a:cubicBezTo>
                    <a:pt x="11090" y="7309"/>
                    <a:pt x="10586" y="8632"/>
                    <a:pt x="9578" y="9641"/>
                  </a:cubicBezTo>
                  <a:cubicBezTo>
                    <a:pt x="8570" y="10617"/>
                    <a:pt x="7278" y="11184"/>
                    <a:pt x="5861" y="11184"/>
                  </a:cubicBezTo>
                  <a:cubicBezTo>
                    <a:pt x="4474" y="11184"/>
                    <a:pt x="3151" y="10617"/>
                    <a:pt x="2174" y="9641"/>
                  </a:cubicBezTo>
                  <a:cubicBezTo>
                    <a:pt x="1166" y="8664"/>
                    <a:pt x="631" y="7372"/>
                    <a:pt x="631" y="5955"/>
                  </a:cubicBezTo>
                  <a:cubicBezTo>
                    <a:pt x="631" y="4568"/>
                    <a:pt x="1166" y="3214"/>
                    <a:pt x="2174" y="2237"/>
                  </a:cubicBezTo>
                  <a:cubicBezTo>
                    <a:pt x="3151" y="1260"/>
                    <a:pt x="4443" y="693"/>
                    <a:pt x="5861" y="693"/>
                  </a:cubicBezTo>
                  <a:close/>
                  <a:moveTo>
                    <a:pt x="5892" y="0"/>
                  </a:moveTo>
                  <a:cubicBezTo>
                    <a:pt x="4317" y="0"/>
                    <a:pt x="2836" y="630"/>
                    <a:pt x="1733" y="1733"/>
                  </a:cubicBezTo>
                  <a:cubicBezTo>
                    <a:pt x="631" y="2836"/>
                    <a:pt x="1" y="4316"/>
                    <a:pt x="1" y="5891"/>
                  </a:cubicBezTo>
                  <a:cubicBezTo>
                    <a:pt x="1" y="7467"/>
                    <a:pt x="631" y="8979"/>
                    <a:pt x="1733" y="10082"/>
                  </a:cubicBezTo>
                  <a:cubicBezTo>
                    <a:pt x="2836" y="11184"/>
                    <a:pt x="4317" y="11814"/>
                    <a:pt x="5892" y="11814"/>
                  </a:cubicBezTo>
                  <a:cubicBezTo>
                    <a:pt x="7467" y="11814"/>
                    <a:pt x="8980" y="11184"/>
                    <a:pt x="10082" y="10082"/>
                  </a:cubicBezTo>
                  <a:cubicBezTo>
                    <a:pt x="11185" y="8979"/>
                    <a:pt x="11815" y="7467"/>
                    <a:pt x="11815" y="5891"/>
                  </a:cubicBezTo>
                  <a:cubicBezTo>
                    <a:pt x="11815" y="4379"/>
                    <a:pt x="11185" y="2867"/>
                    <a:pt x="10082" y="1733"/>
                  </a:cubicBezTo>
                  <a:cubicBezTo>
                    <a:pt x="8980" y="630"/>
                    <a:pt x="7467" y="0"/>
                    <a:pt x="58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11" name="Google Shape;10611;p135"/>
          <p:cNvGrpSpPr/>
          <p:nvPr/>
        </p:nvGrpSpPr>
        <p:grpSpPr>
          <a:xfrm>
            <a:off x="7099202" y="2224555"/>
            <a:ext cx="363523" cy="353419"/>
            <a:chOff x="-26585200" y="2710400"/>
            <a:chExt cx="304025" cy="295575"/>
          </a:xfrm>
        </p:grpSpPr>
        <p:sp>
          <p:nvSpPr>
            <p:cNvPr id="10612" name="Google Shape;10612;p135"/>
            <p:cNvSpPr/>
            <p:nvPr/>
          </p:nvSpPr>
          <p:spPr>
            <a:xfrm>
              <a:off x="-26585200" y="2710400"/>
              <a:ext cx="304025" cy="295575"/>
            </a:xfrm>
            <a:custGeom>
              <a:rect b="b" l="l" r="r" t="t"/>
              <a:pathLst>
                <a:path extrusionOk="0" h="11823" w="12161">
                  <a:moveTo>
                    <a:pt x="8711" y="717"/>
                  </a:moveTo>
                  <a:cubicBezTo>
                    <a:pt x="9333" y="717"/>
                    <a:pt x="9956" y="954"/>
                    <a:pt x="10428" y="1426"/>
                  </a:cubicBezTo>
                  <a:cubicBezTo>
                    <a:pt x="11373" y="2371"/>
                    <a:pt x="11373" y="3915"/>
                    <a:pt x="10428" y="4829"/>
                  </a:cubicBezTo>
                  <a:lnTo>
                    <a:pt x="9830" y="5427"/>
                  </a:lnTo>
                  <a:lnTo>
                    <a:pt x="7404" y="3001"/>
                  </a:lnTo>
                  <a:lnTo>
                    <a:pt x="7971" y="2403"/>
                  </a:lnTo>
                  <a:cubicBezTo>
                    <a:pt x="8191" y="2214"/>
                    <a:pt x="8443" y="2088"/>
                    <a:pt x="8727" y="2088"/>
                  </a:cubicBezTo>
                  <a:cubicBezTo>
                    <a:pt x="9011" y="2088"/>
                    <a:pt x="9294" y="2214"/>
                    <a:pt x="9483" y="2403"/>
                  </a:cubicBezTo>
                  <a:cubicBezTo>
                    <a:pt x="9546" y="2466"/>
                    <a:pt x="9633" y="2497"/>
                    <a:pt x="9719" y="2497"/>
                  </a:cubicBezTo>
                  <a:cubicBezTo>
                    <a:pt x="9806" y="2497"/>
                    <a:pt x="9893" y="2466"/>
                    <a:pt x="9956" y="2403"/>
                  </a:cubicBezTo>
                  <a:cubicBezTo>
                    <a:pt x="10082" y="2277"/>
                    <a:pt x="10082" y="2056"/>
                    <a:pt x="9956" y="1930"/>
                  </a:cubicBezTo>
                  <a:cubicBezTo>
                    <a:pt x="9641" y="1615"/>
                    <a:pt x="9200" y="1426"/>
                    <a:pt x="8727" y="1426"/>
                  </a:cubicBezTo>
                  <a:cubicBezTo>
                    <a:pt x="8254" y="1426"/>
                    <a:pt x="7813" y="1615"/>
                    <a:pt x="7530" y="1930"/>
                  </a:cubicBezTo>
                  <a:lnTo>
                    <a:pt x="6931" y="2529"/>
                  </a:lnTo>
                  <a:lnTo>
                    <a:pt x="6459" y="2056"/>
                  </a:lnTo>
                  <a:lnTo>
                    <a:pt x="6994" y="1426"/>
                  </a:lnTo>
                  <a:cubicBezTo>
                    <a:pt x="7467" y="954"/>
                    <a:pt x="8089" y="717"/>
                    <a:pt x="8711" y="717"/>
                  </a:cubicBezTo>
                  <a:close/>
                  <a:moveTo>
                    <a:pt x="2048" y="6372"/>
                  </a:moveTo>
                  <a:lnTo>
                    <a:pt x="4474" y="8830"/>
                  </a:lnTo>
                  <a:lnTo>
                    <a:pt x="3875" y="9397"/>
                  </a:lnTo>
                  <a:cubicBezTo>
                    <a:pt x="3686" y="9602"/>
                    <a:pt x="3426" y="9704"/>
                    <a:pt x="3162" y="9704"/>
                  </a:cubicBezTo>
                  <a:cubicBezTo>
                    <a:pt x="2899" y="9704"/>
                    <a:pt x="2631" y="9602"/>
                    <a:pt x="2426" y="9397"/>
                  </a:cubicBezTo>
                  <a:cubicBezTo>
                    <a:pt x="2363" y="9350"/>
                    <a:pt x="2276" y="9326"/>
                    <a:pt x="2190" y="9326"/>
                  </a:cubicBezTo>
                  <a:cubicBezTo>
                    <a:pt x="2103" y="9326"/>
                    <a:pt x="2016" y="9350"/>
                    <a:pt x="1953" y="9397"/>
                  </a:cubicBezTo>
                  <a:cubicBezTo>
                    <a:pt x="1827" y="9523"/>
                    <a:pt x="1827" y="9775"/>
                    <a:pt x="1953" y="9869"/>
                  </a:cubicBezTo>
                  <a:cubicBezTo>
                    <a:pt x="2331" y="10247"/>
                    <a:pt x="2741" y="10405"/>
                    <a:pt x="3182" y="10405"/>
                  </a:cubicBezTo>
                  <a:cubicBezTo>
                    <a:pt x="3623" y="10405"/>
                    <a:pt x="4096" y="10247"/>
                    <a:pt x="4411" y="9869"/>
                  </a:cubicBezTo>
                  <a:lnTo>
                    <a:pt x="4978" y="9302"/>
                  </a:lnTo>
                  <a:lnTo>
                    <a:pt x="5450" y="9775"/>
                  </a:lnTo>
                  <a:lnTo>
                    <a:pt x="4820" y="10436"/>
                  </a:lnTo>
                  <a:cubicBezTo>
                    <a:pt x="4348" y="10909"/>
                    <a:pt x="3733" y="11145"/>
                    <a:pt x="3119" y="11145"/>
                  </a:cubicBezTo>
                  <a:cubicBezTo>
                    <a:pt x="2505" y="11145"/>
                    <a:pt x="1890" y="10909"/>
                    <a:pt x="1418" y="10436"/>
                  </a:cubicBezTo>
                  <a:cubicBezTo>
                    <a:pt x="473" y="9491"/>
                    <a:pt x="473" y="7948"/>
                    <a:pt x="1449" y="6971"/>
                  </a:cubicBezTo>
                  <a:lnTo>
                    <a:pt x="2048" y="6372"/>
                  </a:lnTo>
                  <a:close/>
                  <a:moveTo>
                    <a:pt x="3151" y="701"/>
                  </a:moveTo>
                  <a:cubicBezTo>
                    <a:pt x="3781" y="701"/>
                    <a:pt x="4411" y="954"/>
                    <a:pt x="4883" y="1426"/>
                  </a:cubicBezTo>
                  <a:lnTo>
                    <a:pt x="10460" y="7002"/>
                  </a:lnTo>
                  <a:cubicBezTo>
                    <a:pt x="11373" y="7948"/>
                    <a:pt x="11373" y="9491"/>
                    <a:pt x="10428" y="10436"/>
                  </a:cubicBezTo>
                  <a:cubicBezTo>
                    <a:pt x="9956" y="10909"/>
                    <a:pt x="9333" y="11145"/>
                    <a:pt x="8711" y="11145"/>
                  </a:cubicBezTo>
                  <a:cubicBezTo>
                    <a:pt x="8089" y="11145"/>
                    <a:pt x="7467" y="10909"/>
                    <a:pt x="6994" y="10436"/>
                  </a:cubicBezTo>
                  <a:lnTo>
                    <a:pt x="6175" y="9617"/>
                  </a:lnTo>
                  <a:lnTo>
                    <a:pt x="5198" y="8641"/>
                  </a:lnTo>
                  <a:lnTo>
                    <a:pt x="2237" y="5679"/>
                  </a:lnTo>
                  <a:lnTo>
                    <a:pt x="1418" y="4860"/>
                  </a:lnTo>
                  <a:cubicBezTo>
                    <a:pt x="473" y="3915"/>
                    <a:pt x="473" y="2371"/>
                    <a:pt x="1418" y="1426"/>
                  </a:cubicBezTo>
                  <a:cubicBezTo>
                    <a:pt x="1890" y="954"/>
                    <a:pt x="2520" y="701"/>
                    <a:pt x="3151" y="701"/>
                  </a:cubicBezTo>
                  <a:close/>
                  <a:moveTo>
                    <a:pt x="8727" y="0"/>
                  </a:moveTo>
                  <a:cubicBezTo>
                    <a:pt x="7931" y="0"/>
                    <a:pt x="7136" y="308"/>
                    <a:pt x="6522" y="922"/>
                  </a:cubicBezTo>
                  <a:lnTo>
                    <a:pt x="5955" y="1489"/>
                  </a:lnTo>
                  <a:lnTo>
                    <a:pt x="5356" y="922"/>
                  </a:lnTo>
                  <a:cubicBezTo>
                    <a:pt x="4757" y="323"/>
                    <a:pt x="3970" y="8"/>
                    <a:pt x="3151" y="8"/>
                  </a:cubicBezTo>
                  <a:cubicBezTo>
                    <a:pt x="2331" y="8"/>
                    <a:pt x="1544" y="323"/>
                    <a:pt x="945" y="922"/>
                  </a:cubicBezTo>
                  <a:cubicBezTo>
                    <a:pt x="347" y="1489"/>
                    <a:pt x="32" y="2277"/>
                    <a:pt x="32" y="3127"/>
                  </a:cubicBezTo>
                  <a:cubicBezTo>
                    <a:pt x="32" y="3946"/>
                    <a:pt x="347" y="4734"/>
                    <a:pt x="945" y="5333"/>
                  </a:cubicBezTo>
                  <a:lnTo>
                    <a:pt x="1544" y="5900"/>
                  </a:lnTo>
                  <a:lnTo>
                    <a:pt x="945" y="6498"/>
                  </a:lnTo>
                  <a:cubicBezTo>
                    <a:pt x="347" y="7097"/>
                    <a:pt x="32" y="7885"/>
                    <a:pt x="0" y="8704"/>
                  </a:cubicBezTo>
                  <a:cubicBezTo>
                    <a:pt x="0" y="9523"/>
                    <a:pt x="315" y="10310"/>
                    <a:pt x="914" y="10909"/>
                  </a:cubicBezTo>
                  <a:cubicBezTo>
                    <a:pt x="1481" y="11508"/>
                    <a:pt x="2331" y="11823"/>
                    <a:pt x="3119" y="11823"/>
                  </a:cubicBezTo>
                  <a:cubicBezTo>
                    <a:pt x="3907" y="11823"/>
                    <a:pt x="4726" y="11508"/>
                    <a:pt x="5324" y="10909"/>
                  </a:cubicBezTo>
                  <a:lnTo>
                    <a:pt x="5892" y="10310"/>
                  </a:lnTo>
                  <a:lnTo>
                    <a:pt x="6490" y="10909"/>
                  </a:lnTo>
                  <a:cubicBezTo>
                    <a:pt x="7089" y="11508"/>
                    <a:pt x="7876" y="11823"/>
                    <a:pt x="8695" y="11823"/>
                  </a:cubicBezTo>
                  <a:cubicBezTo>
                    <a:pt x="9515" y="11823"/>
                    <a:pt x="10302" y="11508"/>
                    <a:pt x="10901" y="10909"/>
                  </a:cubicBezTo>
                  <a:cubicBezTo>
                    <a:pt x="11499" y="10310"/>
                    <a:pt x="11814" y="9523"/>
                    <a:pt x="11814" y="8704"/>
                  </a:cubicBezTo>
                  <a:cubicBezTo>
                    <a:pt x="11846" y="7885"/>
                    <a:pt x="11531" y="7097"/>
                    <a:pt x="10932" y="6498"/>
                  </a:cubicBezTo>
                  <a:lnTo>
                    <a:pt x="10334" y="5900"/>
                  </a:lnTo>
                  <a:lnTo>
                    <a:pt x="10932" y="5333"/>
                  </a:lnTo>
                  <a:cubicBezTo>
                    <a:pt x="12161" y="4104"/>
                    <a:pt x="12161" y="2119"/>
                    <a:pt x="10932" y="922"/>
                  </a:cubicBezTo>
                  <a:cubicBezTo>
                    <a:pt x="10318" y="308"/>
                    <a:pt x="9522" y="0"/>
                    <a:pt x="872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3" name="Google Shape;10613;p135"/>
            <p:cNvSpPr/>
            <p:nvPr/>
          </p:nvSpPr>
          <p:spPr>
            <a:xfrm>
              <a:off x="-26495425" y="2801375"/>
              <a:ext cx="118175" cy="113250"/>
            </a:xfrm>
            <a:custGeom>
              <a:rect b="b" l="l" r="r" t="t"/>
              <a:pathLst>
                <a:path extrusionOk="0" h="4530" w="4727">
                  <a:moveTo>
                    <a:pt x="2111" y="749"/>
                  </a:moveTo>
                  <a:cubicBezTo>
                    <a:pt x="2175" y="749"/>
                    <a:pt x="2301" y="780"/>
                    <a:pt x="2364" y="843"/>
                  </a:cubicBezTo>
                  <a:lnTo>
                    <a:pt x="3813" y="2324"/>
                  </a:lnTo>
                  <a:cubicBezTo>
                    <a:pt x="3907" y="2418"/>
                    <a:pt x="3907" y="2639"/>
                    <a:pt x="3813" y="2796"/>
                  </a:cubicBezTo>
                  <a:lnTo>
                    <a:pt x="2805" y="3773"/>
                  </a:lnTo>
                  <a:cubicBezTo>
                    <a:pt x="2757" y="3836"/>
                    <a:pt x="2671" y="3868"/>
                    <a:pt x="2584" y="3868"/>
                  </a:cubicBezTo>
                  <a:cubicBezTo>
                    <a:pt x="2497" y="3868"/>
                    <a:pt x="2411" y="3836"/>
                    <a:pt x="2364" y="3773"/>
                  </a:cubicBezTo>
                  <a:lnTo>
                    <a:pt x="883" y="2324"/>
                  </a:lnTo>
                  <a:cubicBezTo>
                    <a:pt x="788" y="2198"/>
                    <a:pt x="788" y="1946"/>
                    <a:pt x="883" y="1851"/>
                  </a:cubicBezTo>
                  <a:lnTo>
                    <a:pt x="1891" y="843"/>
                  </a:lnTo>
                  <a:cubicBezTo>
                    <a:pt x="1954" y="780"/>
                    <a:pt x="2048" y="749"/>
                    <a:pt x="2111" y="749"/>
                  </a:cubicBezTo>
                  <a:close/>
                  <a:moveTo>
                    <a:pt x="2092" y="0"/>
                  </a:moveTo>
                  <a:cubicBezTo>
                    <a:pt x="1828" y="0"/>
                    <a:pt x="1560" y="103"/>
                    <a:pt x="1355" y="307"/>
                  </a:cubicBezTo>
                  <a:lnTo>
                    <a:pt x="379" y="1284"/>
                  </a:lnTo>
                  <a:cubicBezTo>
                    <a:pt x="1" y="1694"/>
                    <a:pt x="1" y="2355"/>
                    <a:pt x="379" y="2733"/>
                  </a:cubicBezTo>
                  <a:lnTo>
                    <a:pt x="1828" y="4183"/>
                  </a:lnTo>
                  <a:cubicBezTo>
                    <a:pt x="2017" y="4403"/>
                    <a:pt x="2301" y="4529"/>
                    <a:pt x="2584" y="4529"/>
                  </a:cubicBezTo>
                  <a:cubicBezTo>
                    <a:pt x="2868" y="4529"/>
                    <a:pt x="3151" y="4403"/>
                    <a:pt x="3340" y="4183"/>
                  </a:cubicBezTo>
                  <a:lnTo>
                    <a:pt x="4317" y="3206"/>
                  </a:lnTo>
                  <a:cubicBezTo>
                    <a:pt x="4726" y="2828"/>
                    <a:pt x="4726" y="2166"/>
                    <a:pt x="4317" y="1757"/>
                  </a:cubicBezTo>
                  <a:lnTo>
                    <a:pt x="2805" y="307"/>
                  </a:lnTo>
                  <a:cubicBezTo>
                    <a:pt x="2616" y="103"/>
                    <a:pt x="2356" y="0"/>
                    <a:pt x="20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4" name="Google Shape;10614;p135"/>
            <p:cNvSpPr/>
            <p:nvPr/>
          </p:nvSpPr>
          <p:spPr>
            <a:xfrm>
              <a:off x="-26375700" y="2956325"/>
              <a:ext cx="17350" cy="18150"/>
            </a:xfrm>
            <a:custGeom>
              <a:rect b="b" l="l" r="r" t="t"/>
              <a:pathLst>
                <a:path extrusionOk="0" h="726" w="694">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5" name="Google Shape;10615;p135"/>
            <p:cNvSpPr/>
            <p:nvPr/>
          </p:nvSpPr>
          <p:spPr>
            <a:xfrm>
              <a:off x="-26339475" y="2920100"/>
              <a:ext cx="18150" cy="18150"/>
            </a:xfrm>
            <a:custGeom>
              <a:rect b="b" l="l" r="r" t="t"/>
              <a:pathLst>
                <a:path extrusionOk="0" h="726" w="726">
                  <a:moveTo>
                    <a:pt x="347" y="1"/>
                  </a:moveTo>
                  <a:cubicBezTo>
                    <a:pt x="158" y="1"/>
                    <a:pt x="1" y="158"/>
                    <a:pt x="1" y="347"/>
                  </a:cubicBezTo>
                  <a:cubicBezTo>
                    <a:pt x="1" y="536"/>
                    <a:pt x="158" y="725"/>
                    <a:pt x="347" y="725"/>
                  </a:cubicBezTo>
                  <a:cubicBezTo>
                    <a:pt x="568" y="725"/>
                    <a:pt x="725" y="536"/>
                    <a:pt x="725" y="347"/>
                  </a:cubicBezTo>
                  <a:cubicBezTo>
                    <a:pt x="725" y="158"/>
                    <a:pt x="568"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6" name="Google Shape;10616;p135"/>
            <p:cNvSpPr/>
            <p:nvPr/>
          </p:nvSpPr>
          <p:spPr>
            <a:xfrm>
              <a:off x="-26363900" y="2895675"/>
              <a:ext cx="17350" cy="17375"/>
            </a:xfrm>
            <a:custGeom>
              <a:rect b="b" l="l" r="r" t="t"/>
              <a:pathLst>
                <a:path extrusionOk="0" h="695" w="694">
                  <a:moveTo>
                    <a:pt x="348" y="1"/>
                  </a:moveTo>
                  <a:cubicBezTo>
                    <a:pt x="159" y="1"/>
                    <a:pt x="1" y="159"/>
                    <a:pt x="1" y="348"/>
                  </a:cubicBezTo>
                  <a:cubicBezTo>
                    <a:pt x="1" y="537"/>
                    <a:pt x="159" y="694"/>
                    <a:pt x="348" y="694"/>
                  </a:cubicBezTo>
                  <a:cubicBezTo>
                    <a:pt x="537" y="694"/>
                    <a:pt x="694" y="537"/>
                    <a:pt x="694" y="348"/>
                  </a:cubicBezTo>
                  <a:cubicBezTo>
                    <a:pt x="694" y="159"/>
                    <a:pt x="537" y="1"/>
                    <a:pt x="3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7" name="Google Shape;10617;p135"/>
            <p:cNvSpPr/>
            <p:nvPr/>
          </p:nvSpPr>
          <p:spPr>
            <a:xfrm>
              <a:off x="-26369400" y="2925625"/>
              <a:ext cx="17350" cy="18125"/>
            </a:xfrm>
            <a:custGeom>
              <a:rect b="b" l="l" r="r" t="t"/>
              <a:pathLst>
                <a:path extrusionOk="0" h="725" w="694">
                  <a:moveTo>
                    <a:pt x="347" y="0"/>
                  </a:moveTo>
                  <a:cubicBezTo>
                    <a:pt x="158" y="0"/>
                    <a:pt x="0" y="189"/>
                    <a:pt x="0" y="378"/>
                  </a:cubicBezTo>
                  <a:cubicBezTo>
                    <a:pt x="0"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8" name="Google Shape;10618;p135"/>
            <p:cNvSpPr/>
            <p:nvPr/>
          </p:nvSpPr>
          <p:spPr>
            <a:xfrm>
              <a:off x="-26400125" y="2932125"/>
              <a:ext cx="17350" cy="17150"/>
            </a:xfrm>
            <a:custGeom>
              <a:rect b="b" l="l" r="r" t="t"/>
              <a:pathLst>
                <a:path extrusionOk="0" h="686" w="694">
                  <a:moveTo>
                    <a:pt x="343" y="0"/>
                  </a:moveTo>
                  <a:cubicBezTo>
                    <a:pt x="253" y="0"/>
                    <a:pt x="158" y="39"/>
                    <a:pt x="95" y="118"/>
                  </a:cubicBezTo>
                  <a:cubicBezTo>
                    <a:pt x="1" y="244"/>
                    <a:pt x="1" y="465"/>
                    <a:pt x="95" y="591"/>
                  </a:cubicBezTo>
                  <a:cubicBezTo>
                    <a:pt x="158" y="654"/>
                    <a:pt x="253" y="685"/>
                    <a:pt x="343" y="685"/>
                  </a:cubicBezTo>
                  <a:cubicBezTo>
                    <a:pt x="434" y="685"/>
                    <a:pt x="521" y="654"/>
                    <a:pt x="568" y="591"/>
                  </a:cubicBezTo>
                  <a:cubicBezTo>
                    <a:pt x="694" y="465"/>
                    <a:pt x="694" y="244"/>
                    <a:pt x="568" y="118"/>
                  </a:cubicBezTo>
                  <a:cubicBezTo>
                    <a:pt x="521" y="39"/>
                    <a:pt x="434" y="0"/>
                    <a:pt x="3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9" name="Google Shape;10619;p135"/>
            <p:cNvSpPr/>
            <p:nvPr/>
          </p:nvSpPr>
          <p:spPr>
            <a:xfrm>
              <a:off x="-26528500" y="2804325"/>
              <a:ext cx="18125" cy="17350"/>
            </a:xfrm>
            <a:custGeom>
              <a:rect b="b" l="l" r="r" t="t"/>
              <a:pathLst>
                <a:path extrusionOk="0" h="694" w="725">
                  <a:moveTo>
                    <a:pt x="347" y="0"/>
                  </a:moveTo>
                  <a:cubicBezTo>
                    <a:pt x="158" y="0"/>
                    <a:pt x="0" y="158"/>
                    <a:pt x="0" y="347"/>
                  </a:cubicBezTo>
                  <a:cubicBezTo>
                    <a:pt x="0"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0" name="Google Shape;10620;p135"/>
            <p:cNvSpPr/>
            <p:nvPr/>
          </p:nvSpPr>
          <p:spPr>
            <a:xfrm>
              <a:off x="-26490700" y="2768100"/>
              <a:ext cx="17350" cy="17150"/>
            </a:xfrm>
            <a:custGeom>
              <a:rect b="b" l="l" r="r" t="t"/>
              <a:pathLst>
                <a:path extrusionOk="0" h="686" w="694">
                  <a:moveTo>
                    <a:pt x="343" y="0"/>
                  </a:moveTo>
                  <a:cubicBezTo>
                    <a:pt x="253" y="0"/>
                    <a:pt x="158" y="32"/>
                    <a:pt x="95" y="95"/>
                  </a:cubicBezTo>
                  <a:cubicBezTo>
                    <a:pt x="1" y="221"/>
                    <a:pt x="1" y="441"/>
                    <a:pt x="95" y="567"/>
                  </a:cubicBezTo>
                  <a:cubicBezTo>
                    <a:pt x="158" y="646"/>
                    <a:pt x="237" y="685"/>
                    <a:pt x="320" y="685"/>
                  </a:cubicBezTo>
                  <a:cubicBezTo>
                    <a:pt x="402" y="685"/>
                    <a:pt x="489" y="646"/>
                    <a:pt x="568" y="567"/>
                  </a:cubicBezTo>
                  <a:cubicBezTo>
                    <a:pt x="694" y="441"/>
                    <a:pt x="694" y="221"/>
                    <a:pt x="568" y="95"/>
                  </a:cubicBezTo>
                  <a:cubicBezTo>
                    <a:pt x="521" y="32"/>
                    <a:pt x="434" y="0"/>
                    <a:pt x="3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1" name="Google Shape;10621;p135"/>
            <p:cNvSpPr/>
            <p:nvPr/>
          </p:nvSpPr>
          <p:spPr>
            <a:xfrm>
              <a:off x="-26515100" y="2742900"/>
              <a:ext cx="17350" cy="18125"/>
            </a:xfrm>
            <a:custGeom>
              <a:rect b="b" l="l" r="r" t="t"/>
              <a:pathLst>
                <a:path extrusionOk="0" h="725" w="694">
                  <a:moveTo>
                    <a:pt x="347" y="0"/>
                  </a:moveTo>
                  <a:cubicBezTo>
                    <a:pt x="158" y="0"/>
                    <a:pt x="0" y="158"/>
                    <a:pt x="0" y="347"/>
                  </a:cubicBezTo>
                  <a:cubicBezTo>
                    <a:pt x="0" y="536"/>
                    <a:pt x="158" y="725"/>
                    <a:pt x="347" y="725"/>
                  </a:cubicBezTo>
                  <a:cubicBezTo>
                    <a:pt x="536" y="725"/>
                    <a:pt x="693" y="536"/>
                    <a:pt x="693" y="347"/>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2" name="Google Shape;10622;p135"/>
            <p:cNvSpPr/>
            <p:nvPr/>
          </p:nvSpPr>
          <p:spPr>
            <a:xfrm>
              <a:off x="-26522200" y="2774400"/>
              <a:ext cx="17350" cy="15975"/>
            </a:xfrm>
            <a:custGeom>
              <a:rect b="b" l="l" r="r" t="t"/>
              <a:pathLst>
                <a:path extrusionOk="0" h="639" w="694">
                  <a:moveTo>
                    <a:pt x="355" y="0"/>
                  </a:moveTo>
                  <a:cubicBezTo>
                    <a:pt x="268" y="0"/>
                    <a:pt x="174" y="32"/>
                    <a:pt x="95" y="95"/>
                  </a:cubicBezTo>
                  <a:cubicBezTo>
                    <a:pt x="0" y="189"/>
                    <a:pt x="0" y="441"/>
                    <a:pt x="95" y="567"/>
                  </a:cubicBezTo>
                  <a:cubicBezTo>
                    <a:pt x="158" y="615"/>
                    <a:pt x="253" y="638"/>
                    <a:pt x="343" y="638"/>
                  </a:cubicBezTo>
                  <a:cubicBezTo>
                    <a:pt x="434" y="638"/>
                    <a:pt x="520" y="615"/>
                    <a:pt x="568" y="567"/>
                  </a:cubicBezTo>
                  <a:cubicBezTo>
                    <a:pt x="694" y="441"/>
                    <a:pt x="694" y="189"/>
                    <a:pt x="568" y="95"/>
                  </a:cubicBezTo>
                  <a:cubicBezTo>
                    <a:pt x="520" y="32"/>
                    <a:pt x="442" y="0"/>
                    <a:pt x="35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3" name="Google Shape;10623;p135"/>
            <p:cNvSpPr/>
            <p:nvPr/>
          </p:nvSpPr>
          <p:spPr>
            <a:xfrm>
              <a:off x="-26552925" y="2779125"/>
              <a:ext cx="17350" cy="18125"/>
            </a:xfrm>
            <a:custGeom>
              <a:rect b="b" l="l" r="r" t="t"/>
              <a:pathLst>
                <a:path extrusionOk="0" h="725" w="694">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24" name="Google Shape;10624;p135"/>
          <p:cNvGrpSpPr/>
          <p:nvPr/>
        </p:nvGrpSpPr>
        <p:grpSpPr>
          <a:xfrm>
            <a:off x="5754337" y="2666033"/>
            <a:ext cx="354136" cy="353210"/>
            <a:chOff x="-24709875" y="1970225"/>
            <a:chExt cx="296175" cy="295400"/>
          </a:xfrm>
        </p:grpSpPr>
        <p:sp>
          <p:nvSpPr>
            <p:cNvPr id="10625" name="Google Shape;10625;p135"/>
            <p:cNvSpPr/>
            <p:nvPr/>
          </p:nvSpPr>
          <p:spPr>
            <a:xfrm>
              <a:off x="-24709875" y="1970225"/>
              <a:ext cx="296175" cy="295400"/>
            </a:xfrm>
            <a:custGeom>
              <a:rect b="b" l="l" r="r" t="t"/>
              <a:pathLst>
                <a:path extrusionOk="0" h="11816" w="11847">
                  <a:moveTo>
                    <a:pt x="9767" y="1450"/>
                  </a:moveTo>
                  <a:cubicBezTo>
                    <a:pt x="9956" y="1450"/>
                    <a:pt x="10366" y="1545"/>
                    <a:pt x="10681" y="1734"/>
                  </a:cubicBezTo>
                  <a:cubicBezTo>
                    <a:pt x="11027" y="1923"/>
                    <a:pt x="11153" y="2080"/>
                    <a:pt x="11153" y="2175"/>
                  </a:cubicBezTo>
                  <a:cubicBezTo>
                    <a:pt x="11153" y="2238"/>
                    <a:pt x="11027" y="2395"/>
                    <a:pt x="10681" y="2584"/>
                  </a:cubicBezTo>
                  <a:cubicBezTo>
                    <a:pt x="10334" y="2773"/>
                    <a:pt x="9956" y="2868"/>
                    <a:pt x="9767" y="2868"/>
                  </a:cubicBezTo>
                  <a:cubicBezTo>
                    <a:pt x="9389" y="2868"/>
                    <a:pt x="9042" y="2553"/>
                    <a:pt x="9042" y="2175"/>
                  </a:cubicBezTo>
                  <a:cubicBezTo>
                    <a:pt x="9105" y="1765"/>
                    <a:pt x="9420" y="1450"/>
                    <a:pt x="9767" y="1450"/>
                  </a:cubicBezTo>
                  <a:close/>
                  <a:moveTo>
                    <a:pt x="4915" y="694"/>
                  </a:moveTo>
                  <a:cubicBezTo>
                    <a:pt x="5671" y="694"/>
                    <a:pt x="6301" y="1324"/>
                    <a:pt x="6301" y="2080"/>
                  </a:cubicBezTo>
                  <a:cubicBezTo>
                    <a:pt x="6301" y="2584"/>
                    <a:pt x="6018" y="3025"/>
                    <a:pt x="5577" y="3309"/>
                  </a:cubicBezTo>
                  <a:lnTo>
                    <a:pt x="5577" y="3151"/>
                  </a:lnTo>
                  <a:cubicBezTo>
                    <a:pt x="5577" y="2553"/>
                    <a:pt x="5104" y="2112"/>
                    <a:pt x="4569" y="2112"/>
                  </a:cubicBezTo>
                  <a:lnTo>
                    <a:pt x="1418" y="2112"/>
                  </a:lnTo>
                  <a:cubicBezTo>
                    <a:pt x="1009" y="2112"/>
                    <a:pt x="693" y="1797"/>
                    <a:pt x="693" y="1419"/>
                  </a:cubicBezTo>
                  <a:cubicBezTo>
                    <a:pt x="693" y="1009"/>
                    <a:pt x="1009" y="694"/>
                    <a:pt x="1418" y="694"/>
                  </a:cubicBezTo>
                  <a:close/>
                  <a:moveTo>
                    <a:pt x="725" y="2584"/>
                  </a:moveTo>
                  <a:cubicBezTo>
                    <a:pt x="914" y="2710"/>
                    <a:pt x="1135" y="2805"/>
                    <a:pt x="1418" y="2805"/>
                  </a:cubicBezTo>
                  <a:lnTo>
                    <a:pt x="4569" y="2805"/>
                  </a:lnTo>
                  <a:cubicBezTo>
                    <a:pt x="4758" y="2805"/>
                    <a:pt x="4915" y="2962"/>
                    <a:pt x="4915" y="3151"/>
                  </a:cubicBezTo>
                  <a:lnTo>
                    <a:pt x="4915" y="3498"/>
                  </a:lnTo>
                  <a:lnTo>
                    <a:pt x="2458" y="3498"/>
                  </a:lnTo>
                  <a:cubicBezTo>
                    <a:pt x="1859" y="3498"/>
                    <a:pt x="1418" y="3970"/>
                    <a:pt x="1418" y="4538"/>
                  </a:cubicBezTo>
                  <a:lnTo>
                    <a:pt x="1418" y="6270"/>
                  </a:lnTo>
                  <a:cubicBezTo>
                    <a:pt x="1009" y="6113"/>
                    <a:pt x="725" y="5703"/>
                    <a:pt x="725" y="5262"/>
                  </a:cubicBezTo>
                  <a:lnTo>
                    <a:pt x="725" y="2584"/>
                  </a:lnTo>
                  <a:close/>
                  <a:moveTo>
                    <a:pt x="10460" y="4884"/>
                  </a:moveTo>
                  <a:cubicBezTo>
                    <a:pt x="10870" y="4884"/>
                    <a:pt x="11185" y="5199"/>
                    <a:pt x="11185" y="5577"/>
                  </a:cubicBezTo>
                  <a:cubicBezTo>
                    <a:pt x="11185" y="5987"/>
                    <a:pt x="10870" y="6302"/>
                    <a:pt x="10460" y="6302"/>
                  </a:cubicBezTo>
                  <a:cubicBezTo>
                    <a:pt x="10082" y="6302"/>
                    <a:pt x="9767" y="5987"/>
                    <a:pt x="9767" y="5577"/>
                  </a:cubicBezTo>
                  <a:cubicBezTo>
                    <a:pt x="9767" y="5199"/>
                    <a:pt x="10082" y="4884"/>
                    <a:pt x="10460" y="4884"/>
                  </a:cubicBezTo>
                  <a:close/>
                  <a:moveTo>
                    <a:pt x="6301" y="3655"/>
                  </a:moveTo>
                  <a:lnTo>
                    <a:pt x="6301" y="6648"/>
                  </a:lnTo>
                  <a:cubicBezTo>
                    <a:pt x="6301" y="7247"/>
                    <a:pt x="5829" y="7657"/>
                    <a:pt x="5293" y="7657"/>
                  </a:cubicBezTo>
                  <a:lnTo>
                    <a:pt x="2458" y="7657"/>
                  </a:lnTo>
                  <a:cubicBezTo>
                    <a:pt x="2439" y="7659"/>
                    <a:pt x="2420" y="7661"/>
                    <a:pt x="2402" y="7661"/>
                  </a:cubicBezTo>
                  <a:cubicBezTo>
                    <a:pt x="2211" y="7661"/>
                    <a:pt x="2080" y="7517"/>
                    <a:pt x="2080" y="7373"/>
                  </a:cubicBezTo>
                  <a:lnTo>
                    <a:pt x="2080" y="4538"/>
                  </a:lnTo>
                  <a:cubicBezTo>
                    <a:pt x="2080" y="4317"/>
                    <a:pt x="2237" y="4159"/>
                    <a:pt x="2458" y="4159"/>
                  </a:cubicBezTo>
                  <a:lnTo>
                    <a:pt x="4915" y="4159"/>
                  </a:lnTo>
                  <a:cubicBezTo>
                    <a:pt x="5073" y="4159"/>
                    <a:pt x="5199" y="4159"/>
                    <a:pt x="5325" y="4128"/>
                  </a:cubicBezTo>
                  <a:lnTo>
                    <a:pt x="5356" y="4128"/>
                  </a:lnTo>
                  <a:cubicBezTo>
                    <a:pt x="5703" y="4033"/>
                    <a:pt x="6081" y="3907"/>
                    <a:pt x="6301" y="3655"/>
                  </a:cubicBezTo>
                  <a:close/>
                  <a:moveTo>
                    <a:pt x="1387" y="1"/>
                  </a:moveTo>
                  <a:cubicBezTo>
                    <a:pt x="630" y="1"/>
                    <a:pt x="0" y="631"/>
                    <a:pt x="0" y="1387"/>
                  </a:cubicBezTo>
                  <a:lnTo>
                    <a:pt x="0" y="5231"/>
                  </a:lnTo>
                  <a:cubicBezTo>
                    <a:pt x="0" y="6050"/>
                    <a:pt x="599" y="6774"/>
                    <a:pt x="1387" y="6932"/>
                  </a:cubicBezTo>
                  <a:lnTo>
                    <a:pt x="1387" y="7310"/>
                  </a:lnTo>
                  <a:cubicBezTo>
                    <a:pt x="1387" y="7909"/>
                    <a:pt x="1859" y="8350"/>
                    <a:pt x="2395" y="8350"/>
                  </a:cubicBezTo>
                  <a:lnTo>
                    <a:pt x="3497" y="8350"/>
                  </a:lnTo>
                  <a:cubicBezTo>
                    <a:pt x="3592" y="10271"/>
                    <a:pt x="5199" y="11815"/>
                    <a:pt x="7120" y="11815"/>
                  </a:cubicBezTo>
                  <a:cubicBezTo>
                    <a:pt x="8066" y="11815"/>
                    <a:pt x="9011" y="11311"/>
                    <a:pt x="9735" y="10366"/>
                  </a:cubicBezTo>
                  <a:cubicBezTo>
                    <a:pt x="10397" y="9515"/>
                    <a:pt x="10744" y="8413"/>
                    <a:pt x="10744" y="7467"/>
                  </a:cubicBezTo>
                  <a:lnTo>
                    <a:pt x="10744" y="6932"/>
                  </a:lnTo>
                  <a:cubicBezTo>
                    <a:pt x="11342" y="6774"/>
                    <a:pt x="11783" y="6207"/>
                    <a:pt x="11783" y="5577"/>
                  </a:cubicBezTo>
                  <a:cubicBezTo>
                    <a:pt x="11846" y="4853"/>
                    <a:pt x="11216" y="4222"/>
                    <a:pt x="10460" y="4222"/>
                  </a:cubicBezTo>
                  <a:cubicBezTo>
                    <a:pt x="9735" y="4222"/>
                    <a:pt x="9105" y="4821"/>
                    <a:pt x="9105" y="5577"/>
                  </a:cubicBezTo>
                  <a:cubicBezTo>
                    <a:pt x="9105" y="6207"/>
                    <a:pt x="9515" y="6774"/>
                    <a:pt x="10113" y="6932"/>
                  </a:cubicBezTo>
                  <a:lnTo>
                    <a:pt x="10113" y="7467"/>
                  </a:lnTo>
                  <a:cubicBezTo>
                    <a:pt x="10113" y="8318"/>
                    <a:pt x="9798" y="9200"/>
                    <a:pt x="9200" y="9956"/>
                  </a:cubicBezTo>
                  <a:cubicBezTo>
                    <a:pt x="8633" y="10712"/>
                    <a:pt x="7908" y="11154"/>
                    <a:pt x="7152" y="11154"/>
                  </a:cubicBezTo>
                  <a:cubicBezTo>
                    <a:pt x="5577" y="11154"/>
                    <a:pt x="4317" y="9925"/>
                    <a:pt x="4222" y="8381"/>
                  </a:cubicBezTo>
                  <a:lnTo>
                    <a:pt x="4915" y="8381"/>
                  </a:lnTo>
                  <a:cubicBezTo>
                    <a:pt x="5010" y="8791"/>
                    <a:pt x="5199" y="9106"/>
                    <a:pt x="5514" y="9358"/>
                  </a:cubicBezTo>
                  <a:cubicBezTo>
                    <a:pt x="5829" y="9641"/>
                    <a:pt x="6238" y="9767"/>
                    <a:pt x="6648" y="9767"/>
                  </a:cubicBezTo>
                  <a:cubicBezTo>
                    <a:pt x="6742" y="9767"/>
                    <a:pt x="6837" y="9767"/>
                    <a:pt x="6931" y="9736"/>
                  </a:cubicBezTo>
                  <a:cubicBezTo>
                    <a:pt x="7751" y="9610"/>
                    <a:pt x="8381" y="8822"/>
                    <a:pt x="8381" y="7940"/>
                  </a:cubicBezTo>
                  <a:lnTo>
                    <a:pt x="8381" y="3183"/>
                  </a:lnTo>
                  <a:cubicBezTo>
                    <a:pt x="8381" y="3025"/>
                    <a:pt x="8412" y="2868"/>
                    <a:pt x="8507" y="2710"/>
                  </a:cubicBezTo>
                  <a:cubicBezTo>
                    <a:pt x="8696" y="3183"/>
                    <a:pt x="9200" y="3529"/>
                    <a:pt x="9767" y="3529"/>
                  </a:cubicBezTo>
                  <a:cubicBezTo>
                    <a:pt x="10113" y="3529"/>
                    <a:pt x="10586" y="3435"/>
                    <a:pt x="11027" y="3183"/>
                  </a:cubicBezTo>
                  <a:cubicBezTo>
                    <a:pt x="11563" y="2899"/>
                    <a:pt x="11846" y="2521"/>
                    <a:pt x="11846" y="2175"/>
                  </a:cubicBezTo>
                  <a:cubicBezTo>
                    <a:pt x="11846" y="1765"/>
                    <a:pt x="11531" y="1419"/>
                    <a:pt x="11027" y="1135"/>
                  </a:cubicBezTo>
                  <a:cubicBezTo>
                    <a:pt x="10618" y="946"/>
                    <a:pt x="10113" y="788"/>
                    <a:pt x="9767" y="788"/>
                  </a:cubicBezTo>
                  <a:cubicBezTo>
                    <a:pt x="9137" y="788"/>
                    <a:pt x="8570" y="1198"/>
                    <a:pt x="8412" y="1765"/>
                  </a:cubicBezTo>
                  <a:cubicBezTo>
                    <a:pt x="7940" y="2080"/>
                    <a:pt x="7688" y="2647"/>
                    <a:pt x="7688" y="3183"/>
                  </a:cubicBezTo>
                  <a:lnTo>
                    <a:pt x="7688" y="7940"/>
                  </a:lnTo>
                  <a:cubicBezTo>
                    <a:pt x="7688" y="8507"/>
                    <a:pt x="7310" y="8980"/>
                    <a:pt x="6805" y="9043"/>
                  </a:cubicBezTo>
                  <a:cubicBezTo>
                    <a:pt x="6740" y="9056"/>
                    <a:pt x="6674" y="9062"/>
                    <a:pt x="6609" y="9062"/>
                  </a:cubicBezTo>
                  <a:cubicBezTo>
                    <a:pt x="6363" y="9062"/>
                    <a:pt x="6129" y="8972"/>
                    <a:pt x="5955" y="8822"/>
                  </a:cubicBezTo>
                  <a:cubicBezTo>
                    <a:pt x="5797" y="8696"/>
                    <a:pt x="5671" y="8507"/>
                    <a:pt x="5640" y="8350"/>
                  </a:cubicBezTo>
                  <a:cubicBezTo>
                    <a:pt x="6427" y="8161"/>
                    <a:pt x="6963" y="7467"/>
                    <a:pt x="6963" y="6648"/>
                  </a:cubicBezTo>
                  <a:lnTo>
                    <a:pt x="6963" y="2427"/>
                  </a:lnTo>
                  <a:lnTo>
                    <a:pt x="6963" y="2080"/>
                  </a:lnTo>
                  <a:cubicBezTo>
                    <a:pt x="6963" y="946"/>
                    <a:pt x="6018" y="1"/>
                    <a:pt x="488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6" name="Google Shape;10626;p135"/>
            <p:cNvSpPr/>
            <p:nvPr/>
          </p:nvSpPr>
          <p:spPr>
            <a:xfrm>
              <a:off x="-24639775" y="2092325"/>
              <a:ext cx="17350" cy="17350"/>
            </a:xfrm>
            <a:custGeom>
              <a:rect b="b" l="l" r="r" t="t"/>
              <a:pathLst>
                <a:path extrusionOk="0" h="694" w="694">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27" name="Google Shape;10627;p135"/>
          <p:cNvGrpSpPr/>
          <p:nvPr/>
        </p:nvGrpSpPr>
        <p:grpSpPr>
          <a:xfrm>
            <a:off x="5786352" y="3112911"/>
            <a:ext cx="290107" cy="354107"/>
            <a:chOff x="-24683100" y="2340425"/>
            <a:chExt cx="242625" cy="296150"/>
          </a:xfrm>
        </p:grpSpPr>
        <p:sp>
          <p:nvSpPr>
            <p:cNvPr id="10628" name="Google Shape;10628;p135"/>
            <p:cNvSpPr/>
            <p:nvPr/>
          </p:nvSpPr>
          <p:spPr>
            <a:xfrm>
              <a:off x="-24683100" y="2392400"/>
              <a:ext cx="104000" cy="244175"/>
            </a:xfrm>
            <a:custGeom>
              <a:rect b="b" l="l" r="r" t="t"/>
              <a:pathLst>
                <a:path extrusionOk="0" h="9767" w="4160">
                  <a:moveTo>
                    <a:pt x="2080" y="725"/>
                  </a:moveTo>
                  <a:cubicBezTo>
                    <a:pt x="2836" y="725"/>
                    <a:pt x="3466" y="1324"/>
                    <a:pt x="3466" y="2080"/>
                  </a:cubicBezTo>
                  <a:lnTo>
                    <a:pt x="3466" y="4537"/>
                  </a:lnTo>
                  <a:lnTo>
                    <a:pt x="694" y="4537"/>
                  </a:lnTo>
                  <a:lnTo>
                    <a:pt x="694" y="2080"/>
                  </a:lnTo>
                  <a:cubicBezTo>
                    <a:pt x="694" y="1324"/>
                    <a:pt x="1324" y="725"/>
                    <a:pt x="2080" y="725"/>
                  </a:cubicBezTo>
                  <a:close/>
                  <a:moveTo>
                    <a:pt x="3466" y="5230"/>
                  </a:moveTo>
                  <a:lnTo>
                    <a:pt x="3466" y="7688"/>
                  </a:lnTo>
                  <a:cubicBezTo>
                    <a:pt x="3498" y="8475"/>
                    <a:pt x="2867" y="9074"/>
                    <a:pt x="2080" y="9074"/>
                  </a:cubicBezTo>
                  <a:cubicBezTo>
                    <a:pt x="1324" y="9074"/>
                    <a:pt x="694" y="8444"/>
                    <a:pt x="694" y="7688"/>
                  </a:cubicBezTo>
                  <a:lnTo>
                    <a:pt x="694" y="5230"/>
                  </a:lnTo>
                  <a:close/>
                  <a:moveTo>
                    <a:pt x="2080" y="0"/>
                  </a:moveTo>
                  <a:cubicBezTo>
                    <a:pt x="946" y="0"/>
                    <a:pt x="1" y="946"/>
                    <a:pt x="1" y="2080"/>
                  </a:cubicBezTo>
                  <a:lnTo>
                    <a:pt x="1" y="7688"/>
                  </a:lnTo>
                  <a:cubicBezTo>
                    <a:pt x="1" y="8822"/>
                    <a:pt x="946" y="9767"/>
                    <a:pt x="2080" y="9767"/>
                  </a:cubicBezTo>
                  <a:cubicBezTo>
                    <a:pt x="3214" y="9767"/>
                    <a:pt x="4159" y="8822"/>
                    <a:pt x="4159" y="7688"/>
                  </a:cubicBezTo>
                  <a:lnTo>
                    <a:pt x="4159" y="2080"/>
                  </a:lnTo>
                  <a:cubicBezTo>
                    <a:pt x="4159" y="946"/>
                    <a:pt x="3246" y="0"/>
                    <a:pt x="208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9" name="Google Shape;10629;p135"/>
            <p:cNvSpPr/>
            <p:nvPr/>
          </p:nvSpPr>
          <p:spPr>
            <a:xfrm>
              <a:off x="-24649225" y="2541250"/>
              <a:ext cx="26800" cy="60675"/>
            </a:xfrm>
            <a:custGeom>
              <a:rect b="b" l="l" r="r" t="t"/>
              <a:pathLst>
                <a:path extrusionOk="0" h="2427" w="1072">
                  <a:moveTo>
                    <a:pt x="378" y="1"/>
                  </a:moveTo>
                  <a:cubicBezTo>
                    <a:pt x="158" y="1"/>
                    <a:pt x="0" y="158"/>
                    <a:pt x="0" y="347"/>
                  </a:cubicBezTo>
                  <a:lnTo>
                    <a:pt x="0" y="1734"/>
                  </a:lnTo>
                  <a:cubicBezTo>
                    <a:pt x="0" y="2112"/>
                    <a:pt x="315" y="2427"/>
                    <a:pt x="725" y="2427"/>
                  </a:cubicBezTo>
                  <a:cubicBezTo>
                    <a:pt x="914" y="2427"/>
                    <a:pt x="1071" y="2269"/>
                    <a:pt x="1071" y="2080"/>
                  </a:cubicBezTo>
                  <a:cubicBezTo>
                    <a:pt x="1071" y="1891"/>
                    <a:pt x="914" y="1734"/>
                    <a:pt x="725" y="1734"/>
                  </a:cubicBezTo>
                  <a:lnTo>
                    <a:pt x="725" y="347"/>
                  </a:lnTo>
                  <a:cubicBezTo>
                    <a:pt x="725" y="158"/>
                    <a:pt x="567"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0" name="Google Shape;10630;p135"/>
            <p:cNvSpPr/>
            <p:nvPr/>
          </p:nvSpPr>
          <p:spPr>
            <a:xfrm>
              <a:off x="-24544475" y="2340425"/>
              <a:ext cx="104000" cy="244175"/>
            </a:xfrm>
            <a:custGeom>
              <a:rect b="b" l="l" r="r" t="t"/>
              <a:pathLst>
                <a:path extrusionOk="0" h="9767" w="4160">
                  <a:moveTo>
                    <a:pt x="2080" y="693"/>
                  </a:moveTo>
                  <a:cubicBezTo>
                    <a:pt x="2836" y="693"/>
                    <a:pt x="3466" y="1323"/>
                    <a:pt x="3466" y="2079"/>
                  </a:cubicBezTo>
                  <a:lnTo>
                    <a:pt x="3466" y="4537"/>
                  </a:lnTo>
                  <a:lnTo>
                    <a:pt x="694" y="4537"/>
                  </a:lnTo>
                  <a:lnTo>
                    <a:pt x="694" y="2079"/>
                  </a:lnTo>
                  <a:cubicBezTo>
                    <a:pt x="694" y="1323"/>
                    <a:pt x="1324" y="693"/>
                    <a:pt x="2080" y="693"/>
                  </a:cubicBezTo>
                  <a:close/>
                  <a:moveTo>
                    <a:pt x="3466" y="5261"/>
                  </a:moveTo>
                  <a:lnTo>
                    <a:pt x="3466" y="7719"/>
                  </a:lnTo>
                  <a:cubicBezTo>
                    <a:pt x="3497" y="8475"/>
                    <a:pt x="2867" y="9105"/>
                    <a:pt x="2080" y="9105"/>
                  </a:cubicBezTo>
                  <a:cubicBezTo>
                    <a:pt x="1324" y="9105"/>
                    <a:pt x="694" y="8475"/>
                    <a:pt x="694" y="7719"/>
                  </a:cubicBezTo>
                  <a:lnTo>
                    <a:pt x="694" y="5261"/>
                  </a:lnTo>
                  <a:close/>
                  <a:moveTo>
                    <a:pt x="2080" y="0"/>
                  </a:moveTo>
                  <a:cubicBezTo>
                    <a:pt x="946" y="0"/>
                    <a:pt x="0" y="945"/>
                    <a:pt x="0" y="2079"/>
                  </a:cubicBezTo>
                  <a:lnTo>
                    <a:pt x="0" y="7687"/>
                  </a:lnTo>
                  <a:cubicBezTo>
                    <a:pt x="0" y="8821"/>
                    <a:pt x="946" y="9767"/>
                    <a:pt x="2080" y="9767"/>
                  </a:cubicBezTo>
                  <a:cubicBezTo>
                    <a:pt x="3214" y="9767"/>
                    <a:pt x="4159" y="8821"/>
                    <a:pt x="4159" y="7687"/>
                  </a:cubicBezTo>
                  <a:lnTo>
                    <a:pt x="4159" y="2079"/>
                  </a:lnTo>
                  <a:cubicBezTo>
                    <a:pt x="4159" y="945"/>
                    <a:pt x="3277" y="0"/>
                    <a:pt x="208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1" name="Google Shape;10631;p135"/>
            <p:cNvSpPr/>
            <p:nvPr/>
          </p:nvSpPr>
          <p:spPr>
            <a:xfrm>
              <a:off x="-24501150" y="2375075"/>
              <a:ext cx="26800" cy="60675"/>
            </a:xfrm>
            <a:custGeom>
              <a:rect b="b" l="l" r="r" t="t"/>
              <a:pathLst>
                <a:path extrusionOk="0" h="2427" w="1072">
                  <a:moveTo>
                    <a:pt x="347" y="0"/>
                  </a:moveTo>
                  <a:cubicBezTo>
                    <a:pt x="158" y="0"/>
                    <a:pt x="0" y="158"/>
                    <a:pt x="0" y="347"/>
                  </a:cubicBezTo>
                  <a:cubicBezTo>
                    <a:pt x="32" y="536"/>
                    <a:pt x="189" y="693"/>
                    <a:pt x="347" y="693"/>
                  </a:cubicBezTo>
                  <a:lnTo>
                    <a:pt x="347" y="2080"/>
                  </a:lnTo>
                  <a:cubicBezTo>
                    <a:pt x="347" y="2269"/>
                    <a:pt x="504" y="2426"/>
                    <a:pt x="693" y="2426"/>
                  </a:cubicBezTo>
                  <a:cubicBezTo>
                    <a:pt x="914" y="2426"/>
                    <a:pt x="1071" y="2269"/>
                    <a:pt x="1071" y="2080"/>
                  </a:cubicBezTo>
                  <a:lnTo>
                    <a:pt x="1071" y="693"/>
                  </a:lnTo>
                  <a:cubicBezTo>
                    <a:pt x="1071" y="315"/>
                    <a:pt x="75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632" name="Google Shape;10632;p135"/>
          <p:cNvSpPr/>
          <p:nvPr/>
        </p:nvSpPr>
        <p:spPr>
          <a:xfrm>
            <a:off x="5786789" y="3554076"/>
            <a:ext cx="290077" cy="354136"/>
          </a:xfrm>
          <a:custGeom>
            <a:rect b="b" l="l" r="r" t="t"/>
            <a:pathLst>
              <a:path extrusionOk="0" h="11847" w="9704">
                <a:moveTo>
                  <a:pt x="7593" y="693"/>
                </a:moveTo>
                <a:lnTo>
                  <a:pt x="7593" y="1418"/>
                </a:lnTo>
                <a:lnTo>
                  <a:pt x="6900" y="1418"/>
                </a:lnTo>
                <a:lnTo>
                  <a:pt x="6900" y="693"/>
                </a:lnTo>
                <a:close/>
                <a:moveTo>
                  <a:pt x="7939" y="2080"/>
                </a:moveTo>
                <a:cubicBezTo>
                  <a:pt x="8160" y="2080"/>
                  <a:pt x="8317" y="2237"/>
                  <a:pt x="8317" y="2426"/>
                </a:cubicBezTo>
                <a:lnTo>
                  <a:pt x="8317" y="5577"/>
                </a:lnTo>
                <a:lnTo>
                  <a:pt x="6868" y="5577"/>
                </a:lnTo>
                <a:cubicBezTo>
                  <a:pt x="6900" y="5482"/>
                  <a:pt x="6931" y="5356"/>
                  <a:pt x="6931" y="5230"/>
                </a:cubicBezTo>
                <a:cubicBezTo>
                  <a:pt x="6931" y="4789"/>
                  <a:pt x="6648" y="4411"/>
                  <a:pt x="6207" y="4254"/>
                </a:cubicBezTo>
                <a:lnTo>
                  <a:pt x="6207" y="2426"/>
                </a:lnTo>
                <a:cubicBezTo>
                  <a:pt x="6207" y="2237"/>
                  <a:pt x="6364" y="2080"/>
                  <a:pt x="6585" y="2080"/>
                </a:cubicBezTo>
                <a:close/>
                <a:moveTo>
                  <a:pt x="5860" y="4915"/>
                </a:moveTo>
                <a:cubicBezTo>
                  <a:pt x="6049" y="4915"/>
                  <a:pt x="6207" y="5073"/>
                  <a:pt x="6207" y="5262"/>
                </a:cubicBezTo>
                <a:cubicBezTo>
                  <a:pt x="6207" y="5482"/>
                  <a:pt x="6049" y="5640"/>
                  <a:pt x="5860" y="5640"/>
                </a:cubicBezTo>
                <a:cubicBezTo>
                  <a:pt x="5671" y="5640"/>
                  <a:pt x="5513" y="5482"/>
                  <a:pt x="5513" y="5262"/>
                </a:cubicBezTo>
                <a:cubicBezTo>
                  <a:pt x="5545" y="5073"/>
                  <a:pt x="5671" y="4915"/>
                  <a:pt x="5860" y="4915"/>
                </a:cubicBezTo>
                <a:close/>
                <a:moveTo>
                  <a:pt x="8317" y="6270"/>
                </a:moveTo>
                <a:lnTo>
                  <a:pt x="8317" y="6616"/>
                </a:lnTo>
                <a:cubicBezTo>
                  <a:pt x="8317" y="6837"/>
                  <a:pt x="8160" y="6963"/>
                  <a:pt x="7939" y="6963"/>
                </a:cubicBezTo>
                <a:lnTo>
                  <a:pt x="6585" y="6963"/>
                </a:lnTo>
                <a:cubicBezTo>
                  <a:pt x="6364" y="6963"/>
                  <a:pt x="6207" y="6805"/>
                  <a:pt x="6207" y="6616"/>
                </a:cubicBezTo>
                <a:lnTo>
                  <a:pt x="6207" y="6270"/>
                </a:lnTo>
                <a:close/>
                <a:moveTo>
                  <a:pt x="7593" y="7688"/>
                </a:moveTo>
                <a:lnTo>
                  <a:pt x="7593" y="8381"/>
                </a:lnTo>
                <a:lnTo>
                  <a:pt x="6900" y="8381"/>
                </a:lnTo>
                <a:lnTo>
                  <a:pt x="6900" y="7688"/>
                </a:lnTo>
                <a:close/>
                <a:moveTo>
                  <a:pt x="5513" y="3529"/>
                </a:moveTo>
                <a:lnTo>
                  <a:pt x="5513" y="4285"/>
                </a:lnTo>
                <a:cubicBezTo>
                  <a:pt x="5198" y="4411"/>
                  <a:pt x="4946" y="4632"/>
                  <a:pt x="4883" y="4947"/>
                </a:cubicBezTo>
                <a:cubicBezTo>
                  <a:pt x="4064" y="5104"/>
                  <a:pt x="3434" y="5829"/>
                  <a:pt x="3434" y="6648"/>
                </a:cubicBezTo>
                <a:lnTo>
                  <a:pt x="3434" y="10113"/>
                </a:lnTo>
                <a:cubicBezTo>
                  <a:pt x="3434" y="10302"/>
                  <a:pt x="3592" y="10460"/>
                  <a:pt x="3781" y="10460"/>
                </a:cubicBezTo>
                <a:lnTo>
                  <a:pt x="5639" y="10460"/>
                </a:lnTo>
                <a:lnTo>
                  <a:pt x="5986" y="11185"/>
                </a:lnTo>
                <a:lnTo>
                  <a:pt x="2048" y="11185"/>
                </a:lnTo>
                <a:lnTo>
                  <a:pt x="2048" y="11153"/>
                </a:lnTo>
                <a:lnTo>
                  <a:pt x="2048" y="7309"/>
                </a:lnTo>
                <a:cubicBezTo>
                  <a:pt x="2048" y="5356"/>
                  <a:pt x="3592" y="3686"/>
                  <a:pt x="5513" y="3529"/>
                </a:cubicBezTo>
                <a:close/>
                <a:moveTo>
                  <a:pt x="5923" y="0"/>
                </a:moveTo>
                <a:cubicBezTo>
                  <a:pt x="5702" y="0"/>
                  <a:pt x="5545" y="158"/>
                  <a:pt x="5545" y="347"/>
                </a:cubicBezTo>
                <a:cubicBezTo>
                  <a:pt x="5545" y="536"/>
                  <a:pt x="5702" y="693"/>
                  <a:pt x="5923" y="693"/>
                </a:cubicBezTo>
                <a:lnTo>
                  <a:pt x="6270" y="693"/>
                </a:lnTo>
                <a:lnTo>
                  <a:pt x="6270" y="1450"/>
                </a:lnTo>
                <a:cubicBezTo>
                  <a:pt x="5860" y="1607"/>
                  <a:pt x="5545" y="1954"/>
                  <a:pt x="5545" y="2426"/>
                </a:cubicBezTo>
                <a:lnTo>
                  <a:pt x="5545" y="2836"/>
                </a:lnTo>
                <a:cubicBezTo>
                  <a:pt x="3245" y="3025"/>
                  <a:pt x="1386" y="4947"/>
                  <a:pt x="1386" y="7309"/>
                </a:cubicBezTo>
                <a:lnTo>
                  <a:pt x="1386" y="11153"/>
                </a:lnTo>
                <a:lnTo>
                  <a:pt x="347" y="11153"/>
                </a:lnTo>
                <a:cubicBezTo>
                  <a:pt x="158" y="11153"/>
                  <a:pt x="0" y="11311"/>
                  <a:pt x="0" y="11500"/>
                </a:cubicBezTo>
                <a:cubicBezTo>
                  <a:pt x="0" y="11689"/>
                  <a:pt x="158" y="11846"/>
                  <a:pt x="347" y="11846"/>
                </a:cubicBezTo>
                <a:lnTo>
                  <a:pt x="7971" y="11846"/>
                </a:lnTo>
                <a:cubicBezTo>
                  <a:pt x="8160" y="11846"/>
                  <a:pt x="8317" y="11689"/>
                  <a:pt x="8317" y="11500"/>
                </a:cubicBezTo>
                <a:cubicBezTo>
                  <a:pt x="8317" y="11311"/>
                  <a:pt x="8160" y="11153"/>
                  <a:pt x="7971" y="11153"/>
                </a:cubicBezTo>
                <a:lnTo>
                  <a:pt x="6774" y="11153"/>
                </a:lnTo>
                <a:lnTo>
                  <a:pt x="6427" y="10428"/>
                </a:lnTo>
                <a:lnTo>
                  <a:pt x="9326" y="10428"/>
                </a:lnTo>
                <a:cubicBezTo>
                  <a:pt x="9546" y="10428"/>
                  <a:pt x="9704" y="10271"/>
                  <a:pt x="9704" y="10082"/>
                </a:cubicBezTo>
                <a:cubicBezTo>
                  <a:pt x="9672" y="9924"/>
                  <a:pt x="9515" y="9767"/>
                  <a:pt x="9326" y="9767"/>
                </a:cubicBezTo>
                <a:lnTo>
                  <a:pt x="4127" y="9767"/>
                </a:lnTo>
                <a:lnTo>
                  <a:pt x="4127" y="6648"/>
                </a:lnTo>
                <a:cubicBezTo>
                  <a:pt x="4127" y="6175"/>
                  <a:pt x="4442" y="5797"/>
                  <a:pt x="4883" y="5671"/>
                </a:cubicBezTo>
                <a:cubicBezTo>
                  <a:pt x="5009" y="5955"/>
                  <a:pt x="5230" y="6175"/>
                  <a:pt x="5513" y="6270"/>
                </a:cubicBezTo>
                <a:lnTo>
                  <a:pt x="5513" y="6648"/>
                </a:lnTo>
                <a:cubicBezTo>
                  <a:pt x="5513" y="7089"/>
                  <a:pt x="5797" y="7467"/>
                  <a:pt x="6238" y="7625"/>
                </a:cubicBezTo>
                <a:lnTo>
                  <a:pt x="6238" y="8727"/>
                </a:lnTo>
                <a:cubicBezTo>
                  <a:pt x="6238" y="8948"/>
                  <a:pt x="6396" y="9105"/>
                  <a:pt x="6585" y="9105"/>
                </a:cubicBezTo>
                <a:lnTo>
                  <a:pt x="7971" y="9105"/>
                </a:lnTo>
                <a:cubicBezTo>
                  <a:pt x="8160" y="9105"/>
                  <a:pt x="8317" y="8948"/>
                  <a:pt x="8317" y="8727"/>
                </a:cubicBezTo>
                <a:lnTo>
                  <a:pt x="8317" y="7625"/>
                </a:lnTo>
                <a:cubicBezTo>
                  <a:pt x="8695" y="7467"/>
                  <a:pt x="9010" y="7120"/>
                  <a:pt x="9010" y="6648"/>
                </a:cubicBezTo>
                <a:lnTo>
                  <a:pt x="9010" y="2426"/>
                </a:lnTo>
                <a:cubicBezTo>
                  <a:pt x="9010" y="2017"/>
                  <a:pt x="8758" y="1607"/>
                  <a:pt x="8317" y="1450"/>
                </a:cubicBezTo>
                <a:lnTo>
                  <a:pt x="8317" y="693"/>
                </a:lnTo>
                <a:lnTo>
                  <a:pt x="8664" y="693"/>
                </a:lnTo>
                <a:cubicBezTo>
                  <a:pt x="8853" y="693"/>
                  <a:pt x="9010" y="536"/>
                  <a:pt x="9010" y="347"/>
                </a:cubicBezTo>
                <a:cubicBezTo>
                  <a:pt x="9010" y="158"/>
                  <a:pt x="8853" y="0"/>
                  <a:pt x="866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633" name="Google Shape;10633;p135"/>
          <p:cNvGrpSpPr/>
          <p:nvPr/>
        </p:nvGrpSpPr>
        <p:grpSpPr>
          <a:xfrm>
            <a:off x="7992594" y="2666033"/>
            <a:ext cx="360713" cy="353210"/>
            <a:chOff x="-22881800" y="1971800"/>
            <a:chExt cx="301675" cy="295400"/>
          </a:xfrm>
        </p:grpSpPr>
        <p:sp>
          <p:nvSpPr>
            <p:cNvPr id="10634" name="Google Shape;10634;p135"/>
            <p:cNvSpPr/>
            <p:nvPr/>
          </p:nvSpPr>
          <p:spPr>
            <a:xfrm>
              <a:off x="-22773100" y="2041900"/>
              <a:ext cx="86650" cy="86675"/>
            </a:xfrm>
            <a:custGeom>
              <a:rect b="b" l="l" r="r" t="t"/>
              <a:pathLst>
                <a:path extrusionOk="0" h="3467" w="3466">
                  <a:moveTo>
                    <a:pt x="1733" y="725"/>
                  </a:moveTo>
                  <a:cubicBezTo>
                    <a:pt x="2268" y="725"/>
                    <a:pt x="2741" y="1198"/>
                    <a:pt x="2741" y="1734"/>
                  </a:cubicBezTo>
                  <a:cubicBezTo>
                    <a:pt x="2741" y="2269"/>
                    <a:pt x="2300" y="2742"/>
                    <a:pt x="1733" y="2742"/>
                  </a:cubicBezTo>
                  <a:cubicBezTo>
                    <a:pt x="1134" y="2742"/>
                    <a:pt x="693" y="2269"/>
                    <a:pt x="693" y="1734"/>
                  </a:cubicBezTo>
                  <a:cubicBezTo>
                    <a:pt x="693" y="1198"/>
                    <a:pt x="1166" y="725"/>
                    <a:pt x="1733" y="725"/>
                  </a:cubicBezTo>
                  <a:close/>
                  <a:moveTo>
                    <a:pt x="1733" y="1"/>
                  </a:moveTo>
                  <a:cubicBezTo>
                    <a:pt x="788" y="1"/>
                    <a:pt x="0" y="788"/>
                    <a:pt x="0" y="1734"/>
                  </a:cubicBezTo>
                  <a:cubicBezTo>
                    <a:pt x="0" y="2679"/>
                    <a:pt x="788" y="3466"/>
                    <a:pt x="1733" y="3466"/>
                  </a:cubicBezTo>
                  <a:cubicBezTo>
                    <a:pt x="2678" y="3466"/>
                    <a:pt x="3466" y="2679"/>
                    <a:pt x="3466" y="1734"/>
                  </a:cubicBezTo>
                  <a:cubicBezTo>
                    <a:pt x="3466" y="757"/>
                    <a:pt x="2678" y="1"/>
                    <a:pt x="173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5" name="Google Shape;10635;p135"/>
            <p:cNvSpPr/>
            <p:nvPr/>
          </p:nvSpPr>
          <p:spPr>
            <a:xfrm>
              <a:off x="-22737675" y="2145075"/>
              <a:ext cx="51225" cy="51225"/>
            </a:xfrm>
            <a:custGeom>
              <a:rect b="b" l="l" r="r" t="t"/>
              <a:pathLst>
                <a:path extrusionOk="0" h="2049" w="2049">
                  <a:moveTo>
                    <a:pt x="1009" y="726"/>
                  </a:moveTo>
                  <a:cubicBezTo>
                    <a:pt x="1198" y="726"/>
                    <a:pt x="1387" y="883"/>
                    <a:pt x="1387" y="1072"/>
                  </a:cubicBezTo>
                  <a:cubicBezTo>
                    <a:pt x="1387" y="1261"/>
                    <a:pt x="1198" y="1419"/>
                    <a:pt x="1009" y="1419"/>
                  </a:cubicBezTo>
                  <a:cubicBezTo>
                    <a:pt x="820" y="1419"/>
                    <a:pt x="662" y="1261"/>
                    <a:pt x="662" y="1072"/>
                  </a:cubicBezTo>
                  <a:cubicBezTo>
                    <a:pt x="662" y="883"/>
                    <a:pt x="820" y="726"/>
                    <a:pt x="1009" y="726"/>
                  </a:cubicBezTo>
                  <a:close/>
                  <a:moveTo>
                    <a:pt x="1009" y="1"/>
                  </a:moveTo>
                  <a:cubicBezTo>
                    <a:pt x="410" y="1"/>
                    <a:pt x="1" y="473"/>
                    <a:pt x="1" y="1041"/>
                  </a:cubicBezTo>
                  <a:cubicBezTo>
                    <a:pt x="1" y="1608"/>
                    <a:pt x="473" y="2049"/>
                    <a:pt x="1009" y="2049"/>
                  </a:cubicBezTo>
                  <a:cubicBezTo>
                    <a:pt x="1576" y="2049"/>
                    <a:pt x="2049" y="1576"/>
                    <a:pt x="2049" y="1041"/>
                  </a:cubicBezTo>
                  <a:cubicBezTo>
                    <a:pt x="2049" y="473"/>
                    <a:pt x="1576" y="1"/>
                    <a:pt x="100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6" name="Google Shape;10636;p135"/>
            <p:cNvSpPr/>
            <p:nvPr/>
          </p:nvSpPr>
          <p:spPr>
            <a:xfrm>
              <a:off x="-22807775" y="2110425"/>
              <a:ext cx="17350" cy="18150"/>
            </a:xfrm>
            <a:custGeom>
              <a:rect b="b" l="l" r="r" t="t"/>
              <a:pathLst>
                <a:path extrusionOk="0" h="726" w="694">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7" name="Google Shape;10637;p135"/>
            <p:cNvSpPr/>
            <p:nvPr/>
          </p:nvSpPr>
          <p:spPr>
            <a:xfrm>
              <a:off x="-22773100" y="2163200"/>
              <a:ext cx="17350" cy="17350"/>
            </a:xfrm>
            <a:custGeom>
              <a:rect b="b" l="l" r="r" t="t"/>
              <a:pathLst>
                <a:path extrusionOk="0" h="694" w="694">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8" name="Google Shape;10638;p135"/>
            <p:cNvSpPr/>
            <p:nvPr/>
          </p:nvSpPr>
          <p:spPr>
            <a:xfrm>
              <a:off x="-22669150" y="2110425"/>
              <a:ext cx="18150" cy="18150"/>
            </a:xfrm>
            <a:custGeom>
              <a:rect b="b" l="l" r="r" t="t"/>
              <a:pathLst>
                <a:path extrusionOk="0" h="726" w="726">
                  <a:moveTo>
                    <a:pt x="347" y="1"/>
                  </a:moveTo>
                  <a:cubicBezTo>
                    <a:pt x="158" y="1"/>
                    <a:pt x="1" y="190"/>
                    <a:pt x="1" y="379"/>
                  </a:cubicBezTo>
                  <a:cubicBezTo>
                    <a:pt x="1" y="568"/>
                    <a:pt x="158" y="725"/>
                    <a:pt x="347" y="725"/>
                  </a:cubicBezTo>
                  <a:cubicBezTo>
                    <a:pt x="568" y="725"/>
                    <a:pt x="725" y="568"/>
                    <a:pt x="725" y="379"/>
                  </a:cubicBezTo>
                  <a:cubicBezTo>
                    <a:pt x="662" y="190"/>
                    <a:pt x="568"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9" name="Google Shape;10639;p135"/>
            <p:cNvSpPr/>
            <p:nvPr/>
          </p:nvSpPr>
          <p:spPr>
            <a:xfrm>
              <a:off x="-22881800" y="1971800"/>
              <a:ext cx="301675" cy="295400"/>
            </a:xfrm>
            <a:custGeom>
              <a:rect b="b" l="l" r="r" t="t"/>
              <a:pathLst>
                <a:path extrusionOk="0" h="11816" w="12067">
                  <a:moveTo>
                    <a:pt x="6081" y="2112"/>
                  </a:moveTo>
                  <a:cubicBezTo>
                    <a:pt x="6553" y="2112"/>
                    <a:pt x="6963" y="2175"/>
                    <a:pt x="7373" y="2332"/>
                  </a:cubicBezTo>
                  <a:cubicBezTo>
                    <a:pt x="8633" y="2805"/>
                    <a:pt x="9578" y="3907"/>
                    <a:pt x="9798" y="5262"/>
                  </a:cubicBezTo>
                  <a:cubicBezTo>
                    <a:pt x="9861" y="5451"/>
                    <a:pt x="9861" y="5672"/>
                    <a:pt x="9861" y="5924"/>
                  </a:cubicBezTo>
                  <a:cubicBezTo>
                    <a:pt x="9861" y="6144"/>
                    <a:pt x="9861" y="6333"/>
                    <a:pt x="9798" y="6585"/>
                  </a:cubicBezTo>
                  <a:cubicBezTo>
                    <a:pt x="9609" y="7909"/>
                    <a:pt x="8633" y="9043"/>
                    <a:pt x="7373" y="9484"/>
                  </a:cubicBezTo>
                  <a:cubicBezTo>
                    <a:pt x="6963" y="9673"/>
                    <a:pt x="6522" y="9736"/>
                    <a:pt x="6081" y="9736"/>
                  </a:cubicBezTo>
                  <a:cubicBezTo>
                    <a:pt x="5640" y="9736"/>
                    <a:pt x="5167" y="9673"/>
                    <a:pt x="4758" y="9484"/>
                  </a:cubicBezTo>
                  <a:cubicBezTo>
                    <a:pt x="3497" y="9043"/>
                    <a:pt x="2552" y="7909"/>
                    <a:pt x="2332" y="6585"/>
                  </a:cubicBezTo>
                  <a:cubicBezTo>
                    <a:pt x="2300" y="6396"/>
                    <a:pt x="2300" y="6144"/>
                    <a:pt x="2300" y="5924"/>
                  </a:cubicBezTo>
                  <a:cubicBezTo>
                    <a:pt x="2300" y="5672"/>
                    <a:pt x="2300" y="5483"/>
                    <a:pt x="2332" y="5262"/>
                  </a:cubicBezTo>
                  <a:cubicBezTo>
                    <a:pt x="2552" y="3907"/>
                    <a:pt x="3497" y="2805"/>
                    <a:pt x="4758" y="2332"/>
                  </a:cubicBezTo>
                  <a:cubicBezTo>
                    <a:pt x="5167" y="2175"/>
                    <a:pt x="5608" y="2112"/>
                    <a:pt x="6081" y="2112"/>
                  </a:cubicBezTo>
                  <a:close/>
                  <a:moveTo>
                    <a:pt x="5329" y="1"/>
                  </a:moveTo>
                  <a:cubicBezTo>
                    <a:pt x="5238" y="1"/>
                    <a:pt x="5151" y="32"/>
                    <a:pt x="5104" y="95"/>
                  </a:cubicBezTo>
                  <a:cubicBezTo>
                    <a:pt x="4978" y="221"/>
                    <a:pt x="4978" y="442"/>
                    <a:pt x="5104" y="568"/>
                  </a:cubicBezTo>
                  <a:cubicBezTo>
                    <a:pt x="5356" y="851"/>
                    <a:pt x="5577" y="1072"/>
                    <a:pt x="5640" y="1387"/>
                  </a:cubicBezTo>
                  <a:cubicBezTo>
                    <a:pt x="5356" y="1419"/>
                    <a:pt x="5041" y="1482"/>
                    <a:pt x="4789" y="1545"/>
                  </a:cubicBezTo>
                  <a:cubicBezTo>
                    <a:pt x="4506" y="1041"/>
                    <a:pt x="4096" y="851"/>
                    <a:pt x="3592" y="599"/>
                  </a:cubicBezTo>
                  <a:cubicBezTo>
                    <a:pt x="3551" y="583"/>
                    <a:pt x="3506" y="575"/>
                    <a:pt x="3461" y="575"/>
                  </a:cubicBezTo>
                  <a:cubicBezTo>
                    <a:pt x="3329" y="575"/>
                    <a:pt x="3189" y="640"/>
                    <a:pt x="3119" y="757"/>
                  </a:cubicBezTo>
                  <a:cubicBezTo>
                    <a:pt x="3056" y="914"/>
                    <a:pt x="3119" y="1167"/>
                    <a:pt x="3277" y="1230"/>
                  </a:cubicBezTo>
                  <a:cubicBezTo>
                    <a:pt x="3623" y="1387"/>
                    <a:pt x="3907" y="1545"/>
                    <a:pt x="4065" y="1828"/>
                  </a:cubicBezTo>
                  <a:cubicBezTo>
                    <a:pt x="3781" y="1954"/>
                    <a:pt x="3560" y="2112"/>
                    <a:pt x="3308" y="2269"/>
                  </a:cubicBezTo>
                  <a:cubicBezTo>
                    <a:pt x="2899" y="1860"/>
                    <a:pt x="2426" y="1828"/>
                    <a:pt x="1891" y="1734"/>
                  </a:cubicBezTo>
                  <a:cubicBezTo>
                    <a:pt x="1702" y="1734"/>
                    <a:pt x="1544" y="1860"/>
                    <a:pt x="1513" y="2049"/>
                  </a:cubicBezTo>
                  <a:cubicBezTo>
                    <a:pt x="1513" y="2269"/>
                    <a:pt x="1639" y="2427"/>
                    <a:pt x="1828" y="2458"/>
                  </a:cubicBezTo>
                  <a:cubicBezTo>
                    <a:pt x="2206" y="2490"/>
                    <a:pt x="2489" y="2521"/>
                    <a:pt x="2773" y="2742"/>
                  </a:cubicBezTo>
                  <a:cubicBezTo>
                    <a:pt x="2584" y="2931"/>
                    <a:pt x="2363" y="3151"/>
                    <a:pt x="2206" y="3403"/>
                  </a:cubicBezTo>
                  <a:cubicBezTo>
                    <a:pt x="1964" y="3318"/>
                    <a:pt x="1741" y="3284"/>
                    <a:pt x="1524" y="3284"/>
                  </a:cubicBezTo>
                  <a:cubicBezTo>
                    <a:pt x="1259" y="3284"/>
                    <a:pt x="1002" y="3334"/>
                    <a:pt x="725" y="3403"/>
                  </a:cubicBezTo>
                  <a:cubicBezTo>
                    <a:pt x="536" y="3435"/>
                    <a:pt x="441" y="3624"/>
                    <a:pt x="473" y="3844"/>
                  </a:cubicBezTo>
                  <a:cubicBezTo>
                    <a:pt x="526" y="4003"/>
                    <a:pt x="667" y="4073"/>
                    <a:pt x="823" y="4073"/>
                  </a:cubicBezTo>
                  <a:cubicBezTo>
                    <a:pt x="853" y="4073"/>
                    <a:pt x="883" y="4070"/>
                    <a:pt x="914" y="4065"/>
                  </a:cubicBezTo>
                  <a:cubicBezTo>
                    <a:pt x="1162" y="3989"/>
                    <a:pt x="1352" y="3947"/>
                    <a:pt x="1534" y="3947"/>
                  </a:cubicBezTo>
                  <a:cubicBezTo>
                    <a:pt x="1652" y="3947"/>
                    <a:pt x="1766" y="3965"/>
                    <a:pt x="1891" y="4002"/>
                  </a:cubicBezTo>
                  <a:cubicBezTo>
                    <a:pt x="1796" y="4254"/>
                    <a:pt x="1670" y="4538"/>
                    <a:pt x="1639" y="4821"/>
                  </a:cubicBezTo>
                  <a:cubicBezTo>
                    <a:pt x="1040" y="4821"/>
                    <a:pt x="630" y="5042"/>
                    <a:pt x="221" y="5357"/>
                  </a:cubicBezTo>
                  <a:cubicBezTo>
                    <a:pt x="63" y="5483"/>
                    <a:pt x="0" y="5672"/>
                    <a:pt x="126" y="5829"/>
                  </a:cubicBezTo>
                  <a:cubicBezTo>
                    <a:pt x="221" y="5924"/>
                    <a:pt x="284" y="5987"/>
                    <a:pt x="410" y="5987"/>
                  </a:cubicBezTo>
                  <a:cubicBezTo>
                    <a:pt x="473" y="5987"/>
                    <a:pt x="567" y="5955"/>
                    <a:pt x="599" y="5924"/>
                  </a:cubicBezTo>
                  <a:cubicBezTo>
                    <a:pt x="914" y="5672"/>
                    <a:pt x="1198" y="5514"/>
                    <a:pt x="1513" y="5514"/>
                  </a:cubicBezTo>
                  <a:lnTo>
                    <a:pt x="1513" y="5924"/>
                  </a:lnTo>
                  <a:cubicBezTo>
                    <a:pt x="1513" y="6081"/>
                    <a:pt x="1513" y="6239"/>
                    <a:pt x="1544" y="6396"/>
                  </a:cubicBezTo>
                  <a:cubicBezTo>
                    <a:pt x="1009" y="6585"/>
                    <a:pt x="725" y="6932"/>
                    <a:pt x="410" y="7373"/>
                  </a:cubicBezTo>
                  <a:cubicBezTo>
                    <a:pt x="284" y="7531"/>
                    <a:pt x="315" y="7720"/>
                    <a:pt x="473" y="7846"/>
                  </a:cubicBezTo>
                  <a:cubicBezTo>
                    <a:pt x="567" y="7877"/>
                    <a:pt x="599" y="7940"/>
                    <a:pt x="694" y="7940"/>
                  </a:cubicBezTo>
                  <a:cubicBezTo>
                    <a:pt x="788" y="7940"/>
                    <a:pt x="914" y="7877"/>
                    <a:pt x="946" y="7783"/>
                  </a:cubicBezTo>
                  <a:cubicBezTo>
                    <a:pt x="1198" y="7467"/>
                    <a:pt x="1355" y="7215"/>
                    <a:pt x="1670" y="7089"/>
                  </a:cubicBezTo>
                  <a:cubicBezTo>
                    <a:pt x="1733" y="7373"/>
                    <a:pt x="1828" y="7657"/>
                    <a:pt x="1985" y="7940"/>
                  </a:cubicBezTo>
                  <a:cubicBezTo>
                    <a:pt x="1544" y="8287"/>
                    <a:pt x="1387" y="8728"/>
                    <a:pt x="1229" y="9232"/>
                  </a:cubicBezTo>
                  <a:cubicBezTo>
                    <a:pt x="1198" y="9421"/>
                    <a:pt x="1324" y="9610"/>
                    <a:pt x="1481" y="9673"/>
                  </a:cubicBezTo>
                  <a:lnTo>
                    <a:pt x="1544" y="9673"/>
                  </a:lnTo>
                  <a:cubicBezTo>
                    <a:pt x="1702" y="9673"/>
                    <a:pt x="1828" y="9547"/>
                    <a:pt x="1891" y="9389"/>
                  </a:cubicBezTo>
                  <a:cubicBezTo>
                    <a:pt x="2017" y="8980"/>
                    <a:pt x="2111" y="8728"/>
                    <a:pt x="2332" y="8476"/>
                  </a:cubicBezTo>
                  <a:cubicBezTo>
                    <a:pt x="2489" y="8728"/>
                    <a:pt x="2678" y="8948"/>
                    <a:pt x="2899" y="9137"/>
                  </a:cubicBezTo>
                  <a:cubicBezTo>
                    <a:pt x="2584" y="9610"/>
                    <a:pt x="2615" y="10082"/>
                    <a:pt x="2647" y="10649"/>
                  </a:cubicBezTo>
                  <a:cubicBezTo>
                    <a:pt x="2647" y="10839"/>
                    <a:pt x="2804" y="10965"/>
                    <a:pt x="2993" y="10965"/>
                  </a:cubicBezTo>
                  <a:lnTo>
                    <a:pt x="3056" y="10965"/>
                  </a:lnTo>
                  <a:cubicBezTo>
                    <a:pt x="3245" y="10965"/>
                    <a:pt x="3371" y="10775"/>
                    <a:pt x="3371" y="10555"/>
                  </a:cubicBezTo>
                  <a:cubicBezTo>
                    <a:pt x="3308" y="10177"/>
                    <a:pt x="3308" y="9862"/>
                    <a:pt x="3434" y="9578"/>
                  </a:cubicBezTo>
                  <a:cubicBezTo>
                    <a:pt x="3686" y="9736"/>
                    <a:pt x="3907" y="9893"/>
                    <a:pt x="4191" y="10019"/>
                  </a:cubicBezTo>
                  <a:cubicBezTo>
                    <a:pt x="4065" y="10555"/>
                    <a:pt x="4222" y="10996"/>
                    <a:pt x="4474" y="11500"/>
                  </a:cubicBezTo>
                  <a:cubicBezTo>
                    <a:pt x="4506" y="11626"/>
                    <a:pt x="4663" y="11721"/>
                    <a:pt x="4789" y="11721"/>
                  </a:cubicBezTo>
                  <a:cubicBezTo>
                    <a:pt x="4821" y="11721"/>
                    <a:pt x="4884" y="11721"/>
                    <a:pt x="4947" y="11658"/>
                  </a:cubicBezTo>
                  <a:cubicBezTo>
                    <a:pt x="5104" y="11595"/>
                    <a:pt x="5167" y="11406"/>
                    <a:pt x="5104" y="11185"/>
                  </a:cubicBezTo>
                  <a:cubicBezTo>
                    <a:pt x="4947" y="10839"/>
                    <a:pt x="4821" y="10555"/>
                    <a:pt x="4852" y="10240"/>
                  </a:cubicBezTo>
                  <a:lnTo>
                    <a:pt x="4852" y="10240"/>
                  </a:lnTo>
                  <a:cubicBezTo>
                    <a:pt x="5136" y="10334"/>
                    <a:pt x="5419" y="10366"/>
                    <a:pt x="5734" y="10397"/>
                  </a:cubicBezTo>
                  <a:cubicBezTo>
                    <a:pt x="5797" y="10965"/>
                    <a:pt x="6112" y="11311"/>
                    <a:pt x="6522" y="11721"/>
                  </a:cubicBezTo>
                  <a:cubicBezTo>
                    <a:pt x="6585" y="11784"/>
                    <a:pt x="6679" y="11815"/>
                    <a:pt x="6742" y="11815"/>
                  </a:cubicBezTo>
                  <a:cubicBezTo>
                    <a:pt x="6837" y="11815"/>
                    <a:pt x="6931" y="11784"/>
                    <a:pt x="6994" y="11721"/>
                  </a:cubicBezTo>
                  <a:cubicBezTo>
                    <a:pt x="7089" y="11595"/>
                    <a:pt x="7089" y="11343"/>
                    <a:pt x="6994" y="11248"/>
                  </a:cubicBezTo>
                  <a:cubicBezTo>
                    <a:pt x="6711" y="10965"/>
                    <a:pt x="6522" y="10712"/>
                    <a:pt x="6427" y="10397"/>
                  </a:cubicBezTo>
                  <a:cubicBezTo>
                    <a:pt x="6711" y="10366"/>
                    <a:pt x="7026" y="10334"/>
                    <a:pt x="7310" y="10240"/>
                  </a:cubicBezTo>
                  <a:cubicBezTo>
                    <a:pt x="7562" y="10775"/>
                    <a:pt x="7971" y="10965"/>
                    <a:pt x="8475" y="11185"/>
                  </a:cubicBezTo>
                  <a:cubicBezTo>
                    <a:pt x="8507" y="11248"/>
                    <a:pt x="8570" y="11248"/>
                    <a:pt x="8633" y="11248"/>
                  </a:cubicBezTo>
                  <a:cubicBezTo>
                    <a:pt x="8759" y="11248"/>
                    <a:pt x="8885" y="11154"/>
                    <a:pt x="8948" y="11028"/>
                  </a:cubicBezTo>
                  <a:cubicBezTo>
                    <a:pt x="9042" y="10870"/>
                    <a:pt x="8948" y="10649"/>
                    <a:pt x="8790" y="10555"/>
                  </a:cubicBezTo>
                  <a:cubicBezTo>
                    <a:pt x="8444" y="10397"/>
                    <a:pt x="8160" y="10240"/>
                    <a:pt x="8003" y="9988"/>
                  </a:cubicBezTo>
                  <a:cubicBezTo>
                    <a:pt x="8286" y="9862"/>
                    <a:pt x="8507" y="9704"/>
                    <a:pt x="8759" y="9547"/>
                  </a:cubicBezTo>
                  <a:cubicBezTo>
                    <a:pt x="9200" y="9925"/>
                    <a:pt x="9672" y="9988"/>
                    <a:pt x="10176" y="10051"/>
                  </a:cubicBezTo>
                  <a:lnTo>
                    <a:pt x="10208" y="10051"/>
                  </a:lnTo>
                  <a:cubicBezTo>
                    <a:pt x="10397" y="10051"/>
                    <a:pt x="10523" y="9925"/>
                    <a:pt x="10555" y="9736"/>
                  </a:cubicBezTo>
                  <a:cubicBezTo>
                    <a:pt x="10555" y="9547"/>
                    <a:pt x="10460" y="9389"/>
                    <a:pt x="10240" y="9358"/>
                  </a:cubicBezTo>
                  <a:cubicBezTo>
                    <a:pt x="9861" y="9295"/>
                    <a:pt x="9578" y="9263"/>
                    <a:pt x="9294" y="9074"/>
                  </a:cubicBezTo>
                  <a:cubicBezTo>
                    <a:pt x="9515" y="8885"/>
                    <a:pt x="9704" y="8633"/>
                    <a:pt x="9861" y="8413"/>
                  </a:cubicBezTo>
                  <a:cubicBezTo>
                    <a:pt x="10082" y="8476"/>
                    <a:pt x="10303" y="8507"/>
                    <a:pt x="10523" y="8507"/>
                  </a:cubicBezTo>
                  <a:cubicBezTo>
                    <a:pt x="10807" y="8507"/>
                    <a:pt x="11090" y="8444"/>
                    <a:pt x="11405" y="8350"/>
                  </a:cubicBezTo>
                  <a:cubicBezTo>
                    <a:pt x="11594" y="8318"/>
                    <a:pt x="11657" y="8129"/>
                    <a:pt x="11626" y="7940"/>
                  </a:cubicBezTo>
                  <a:cubicBezTo>
                    <a:pt x="11599" y="7754"/>
                    <a:pt x="11461" y="7680"/>
                    <a:pt x="11287" y="7680"/>
                  </a:cubicBezTo>
                  <a:cubicBezTo>
                    <a:pt x="11254" y="7680"/>
                    <a:pt x="11220" y="7683"/>
                    <a:pt x="11185" y="7688"/>
                  </a:cubicBezTo>
                  <a:cubicBezTo>
                    <a:pt x="10933" y="7772"/>
                    <a:pt x="10723" y="7814"/>
                    <a:pt x="10517" y="7814"/>
                  </a:cubicBezTo>
                  <a:cubicBezTo>
                    <a:pt x="10415" y="7814"/>
                    <a:pt x="10313" y="7804"/>
                    <a:pt x="10208" y="7783"/>
                  </a:cubicBezTo>
                  <a:cubicBezTo>
                    <a:pt x="10334" y="7499"/>
                    <a:pt x="10460" y="7215"/>
                    <a:pt x="10492" y="6932"/>
                  </a:cubicBezTo>
                  <a:lnTo>
                    <a:pt x="10523" y="6932"/>
                  </a:lnTo>
                  <a:cubicBezTo>
                    <a:pt x="11090" y="6932"/>
                    <a:pt x="11468" y="6711"/>
                    <a:pt x="11909" y="6396"/>
                  </a:cubicBezTo>
                  <a:cubicBezTo>
                    <a:pt x="12004" y="6333"/>
                    <a:pt x="12067" y="6144"/>
                    <a:pt x="11941" y="5987"/>
                  </a:cubicBezTo>
                  <a:cubicBezTo>
                    <a:pt x="11867" y="5895"/>
                    <a:pt x="11773" y="5846"/>
                    <a:pt x="11675" y="5846"/>
                  </a:cubicBezTo>
                  <a:cubicBezTo>
                    <a:pt x="11605" y="5846"/>
                    <a:pt x="11534" y="5871"/>
                    <a:pt x="11468" y="5924"/>
                  </a:cubicBezTo>
                  <a:cubicBezTo>
                    <a:pt x="11153" y="6144"/>
                    <a:pt x="10870" y="6302"/>
                    <a:pt x="10555" y="6302"/>
                  </a:cubicBezTo>
                  <a:lnTo>
                    <a:pt x="10555" y="5924"/>
                  </a:lnTo>
                  <a:cubicBezTo>
                    <a:pt x="10555" y="5766"/>
                    <a:pt x="10555" y="5609"/>
                    <a:pt x="10523" y="5451"/>
                  </a:cubicBezTo>
                  <a:cubicBezTo>
                    <a:pt x="11090" y="5262"/>
                    <a:pt x="11342" y="4884"/>
                    <a:pt x="11657" y="4475"/>
                  </a:cubicBezTo>
                  <a:cubicBezTo>
                    <a:pt x="11783" y="4317"/>
                    <a:pt x="11752" y="4096"/>
                    <a:pt x="11594" y="4002"/>
                  </a:cubicBezTo>
                  <a:cubicBezTo>
                    <a:pt x="11528" y="3949"/>
                    <a:pt x="11457" y="3924"/>
                    <a:pt x="11387" y="3924"/>
                  </a:cubicBezTo>
                  <a:cubicBezTo>
                    <a:pt x="11290" y="3924"/>
                    <a:pt x="11195" y="3973"/>
                    <a:pt x="11122" y="4065"/>
                  </a:cubicBezTo>
                  <a:cubicBezTo>
                    <a:pt x="10870" y="4380"/>
                    <a:pt x="10712" y="4632"/>
                    <a:pt x="10397" y="4727"/>
                  </a:cubicBezTo>
                  <a:cubicBezTo>
                    <a:pt x="10334" y="4475"/>
                    <a:pt x="10240" y="4191"/>
                    <a:pt x="10082" y="3907"/>
                  </a:cubicBezTo>
                  <a:cubicBezTo>
                    <a:pt x="10523" y="3561"/>
                    <a:pt x="10681" y="3120"/>
                    <a:pt x="10838" y="2616"/>
                  </a:cubicBezTo>
                  <a:cubicBezTo>
                    <a:pt x="10870" y="2427"/>
                    <a:pt x="10775" y="2206"/>
                    <a:pt x="10618" y="2175"/>
                  </a:cubicBezTo>
                  <a:cubicBezTo>
                    <a:pt x="10595" y="2171"/>
                    <a:pt x="10572" y="2170"/>
                    <a:pt x="10550" y="2170"/>
                  </a:cubicBezTo>
                  <a:cubicBezTo>
                    <a:pt x="10359" y="2170"/>
                    <a:pt x="10205" y="2286"/>
                    <a:pt x="10176" y="2427"/>
                  </a:cubicBezTo>
                  <a:cubicBezTo>
                    <a:pt x="10050" y="2805"/>
                    <a:pt x="9987" y="3088"/>
                    <a:pt x="9735" y="3309"/>
                  </a:cubicBezTo>
                  <a:cubicBezTo>
                    <a:pt x="9578" y="3088"/>
                    <a:pt x="9389" y="2836"/>
                    <a:pt x="9200" y="2647"/>
                  </a:cubicBezTo>
                  <a:cubicBezTo>
                    <a:pt x="9515" y="2175"/>
                    <a:pt x="9452" y="1702"/>
                    <a:pt x="9420" y="1167"/>
                  </a:cubicBezTo>
                  <a:cubicBezTo>
                    <a:pt x="9420" y="946"/>
                    <a:pt x="9231" y="851"/>
                    <a:pt x="9042" y="851"/>
                  </a:cubicBezTo>
                  <a:cubicBezTo>
                    <a:pt x="8822" y="851"/>
                    <a:pt x="8727" y="1041"/>
                    <a:pt x="8727" y="1230"/>
                  </a:cubicBezTo>
                  <a:cubicBezTo>
                    <a:pt x="8759" y="1639"/>
                    <a:pt x="8759" y="1954"/>
                    <a:pt x="8633" y="2206"/>
                  </a:cubicBezTo>
                  <a:cubicBezTo>
                    <a:pt x="8412" y="2049"/>
                    <a:pt x="8160" y="1891"/>
                    <a:pt x="7877" y="1797"/>
                  </a:cubicBezTo>
                  <a:cubicBezTo>
                    <a:pt x="8003" y="1230"/>
                    <a:pt x="7845" y="788"/>
                    <a:pt x="7625" y="284"/>
                  </a:cubicBezTo>
                  <a:cubicBezTo>
                    <a:pt x="7554" y="168"/>
                    <a:pt x="7432" y="103"/>
                    <a:pt x="7297" y="103"/>
                  </a:cubicBezTo>
                  <a:cubicBezTo>
                    <a:pt x="7250" y="103"/>
                    <a:pt x="7201" y="111"/>
                    <a:pt x="7152" y="127"/>
                  </a:cubicBezTo>
                  <a:cubicBezTo>
                    <a:pt x="6994" y="221"/>
                    <a:pt x="6900" y="410"/>
                    <a:pt x="6994" y="599"/>
                  </a:cubicBezTo>
                  <a:cubicBezTo>
                    <a:pt x="7152" y="946"/>
                    <a:pt x="7247" y="1230"/>
                    <a:pt x="7215" y="1545"/>
                  </a:cubicBezTo>
                  <a:cubicBezTo>
                    <a:pt x="6931" y="1482"/>
                    <a:pt x="6679" y="1419"/>
                    <a:pt x="6364" y="1387"/>
                  </a:cubicBezTo>
                  <a:cubicBezTo>
                    <a:pt x="6270" y="851"/>
                    <a:pt x="5955" y="473"/>
                    <a:pt x="5577" y="95"/>
                  </a:cubicBezTo>
                  <a:cubicBezTo>
                    <a:pt x="5514" y="32"/>
                    <a:pt x="5419" y="1"/>
                    <a:pt x="532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640" name="Google Shape;10640;p135"/>
          <p:cNvSpPr/>
          <p:nvPr/>
        </p:nvSpPr>
        <p:spPr>
          <a:xfrm>
            <a:off x="5326091" y="1335633"/>
            <a:ext cx="314589" cy="354136"/>
          </a:xfrm>
          <a:custGeom>
            <a:rect b="b" l="l" r="r" t="t"/>
            <a:pathLst>
              <a:path extrusionOk="0" h="11847" w="10524">
                <a:moveTo>
                  <a:pt x="7278" y="662"/>
                </a:moveTo>
                <a:cubicBezTo>
                  <a:pt x="7499" y="662"/>
                  <a:pt x="7656" y="820"/>
                  <a:pt x="7656" y="1009"/>
                </a:cubicBezTo>
                <a:lnTo>
                  <a:pt x="7656" y="3151"/>
                </a:lnTo>
                <a:cubicBezTo>
                  <a:pt x="7404" y="3057"/>
                  <a:pt x="7184" y="2994"/>
                  <a:pt x="6932" y="2994"/>
                </a:cubicBezTo>
                <a:lnTo>
                  <a:pt x="6932" y="1009"/>
                </a:lnTo>
                <a:cubicBezTo>
                  <a:pt x="6932" y="820"/>
                  <a:pt x="7089" y="662"/>
                  <a:pt x="7278" y="662"/>
                </a:cubicBezTo>
                <a:close/>
                <a:moveTo>
                  <a:pt x="3120" y="662"/>
                </a:moveTo>
                <a:cubicBezTo>
                  <a:pt x="3309" y="662"/>
                  <a:pt x="3466" y="820"/>
                  <a:pt x="3466" y="1009"/>
                </a:cubicBezTo>
                <a:lnTo>
                  <a:pt x="3466" y="2994"/>
                </a:lnTo>
                <a:cubicBezTo>
                  <a:pt x="3246" y="3025"/>
                  <a:pt x="2994" y="3057"/>
                  <a:pt x="2773" y="3183"/>
                </a:cubicBezTo>
                <a:lnTo>
                  <a:pt x="2773" y="1009"/>
                </a:lnTo>
                <a:cubicBezTo>
                  <a:pt x="2773" y="820"/>
                  <a:pt x="2931" y="662"/>
                  <a:pt x="3120" y="662"/>
                </a:cubicBezTo>
                <a:close/>
                <a:moveTo>
                  <a:pt x="4506" y="1702"/>
                </a:moveTo>
                <a:cubicBezTo>
                  <a:pt x="4695" y="1702"/>
                  <a:pt x="4852" y="1860"/>
                  <a:pt x="4852" y="2049"/>
                </a:cubicBezTo>
                <a:lnTo>
                  <a:pt x="4852" y="3309"/>
                </a:lnTo>
                <a:cubicBezTo>
                  <a:pt x="4663" y="3183"/>
                  <a:pt x="4411" y="3057"/>
                  <a:pt x="4128" y="3025"/>
                </a:cubicBezTo>
                <a:lnTo>
                  <a:pt x="4128" y="2049"/>
                </a:lnTo>
                <a:cubicBezTo>
                  <a:pt x="4128" y="1860"/>
                  <a:pt x="4285" y="1702"/>
                  <a:pt x="4506" y="1702"/>
                </a:cubicBezTo>
                <a:close/>
                <a:moveTo>
                  <a:pt x="5861" y="1702"/>
                </a:moveTo>
                <a:cubicBezTo>
                  <a:pt x="6081" y="1702"/>
                  <a:pt x="6239" y="1860"/>
                  <a:pt x="6239" y="2049"/>
                </a:cubicBezTo>
                <a:lnTo>
                  <a:pt x="6239" y="3025"/>
                </a:lnTo>
                <a:cubicBezTo>
                  <a:pt x="5987" y="3120"/>
                  <a:pt x="5766" y="3183"/>
                  <a:pt x="5514" y="3340"/>
                </a:cubicBezTo>
                <a:lnTo>
                  <a:pt x="5514" y="2049"/>
                </a:lnTo>
                <a:cubicBezTo>
                  <a:pt x="5546" y="1860"/>
                  <a:pt x="5703" y="1702"/>
                  <a:pt x="5861" y="1702"/>
                </a:cubicBezTo>
                <a:close/>
                <a:moveTo>
                  <a:pt x="1733" y="1324"/>
                </a:moveTo>
                <a:cubicBezTo>
                  <a:pt x="1922" y="1324"/>
                  <a:pt x="2080" y="1482"/>
                  <a:pt x="2080" y="1702"/>
                </a:cubicBezTo>
                <a:lnTo>
                  <a:pt x="2080" y="3624"/>
                </a:lnTo>
                <a:cubicBezTo>
                  <a:pt x="2017" y="3687"/>
                  <a:pt x="1922" y="3781"/>
                  <a:pt x="1859" y="3907"/>
                </a:cubicBezTo>
                <a:cubicBezTo>
                  <a:pt x="1733" y="3687"/>
                  <a:pt x="1576" y="3529"/>
                  <a:pt x="1387" y="3435"/>
                </a:cubicBezTo>
                <a:lnTo>
                  <a:pt x="1387" y="1702"/>
                </a:lnTo>
                <a:cubicBezTo>
                  <a:pt x="1387" y="1482"/>
                  <a:pt x="1544" y="1324"/>
                  <a:pt x="1733" y="1324"/>
                </a:cubicBezTo>
                <a:close/>
                <a:moveTo>
                  <a:pt x="8665" y="1324"/>
                </a:moveTo>
                <a:cubicBezTo>
                  <a:pt x="8854" y="1324"/>
                  <a:pt x="9011" y="1482"/>
                  <a:pt x="9011" y="1702"/>
                </a:cubicBezTo>
                <a:lnTo>
                  <a:pt x="9011" y="3466"/>
                </a:lnTo>
                <a:cubicBezTo>
                  <a:pt x="8854" y="3592"/>
                  <a:pt x="8759" y="3750"/>
                  <a:pt x="8633" y="3907"/>
                </a:cubicBezTo>
                <a:cubicBezTo>
                  <a:pt x="8539" y="3781"/>
                  <a:pt x="8476" y="3687"/>
                  <a:pt x="8381" y="3592"/>
                </a:cubicBezTo>
                <a:lnTo>
                  <a:pt x="8349" y="3529"/>
                </a:lnTo>
                <a:lnTo>
                  <a:pt x="8349" y="1702"/>
                </a:lnTo>
                <a:cubicBezTo>
                  <a:pt x="8318" y="1482"/>
                  <a:pt x="8476" y="1324"/>
                  <a:pt x="8665" y="1324"/>
                </a:cubicBezTo>
                <a:close/>
                <a:moveTo>
                  <a:pt x="6774" y="3647"/>
                </a:moveTo>
                <a:cubicBezTo>
                  <a:pt x="7160" y="3647"/>
                  <a:pt x="7546" y="3797"/>
                  <a:pt x="7845" y="4096"/>
                </a:cubicBezTo>
                <a:cubicBezTo>
                  <a:pt x="8318" y="4569"/>
                  <a:pt x="8444" y="5294"/>
                  <a:pt x="8066" y="5892"/>
                </a:cubicBezTo>
                <a:cubicBezTo>
                  <a:pt x="7089" y="6176"/>
                  <a:pt x="6333" y="7058"/>
                  <a:pt x="6239" y="8098"/>
                </a:cubicBezTo>
                <a:lnTo>
                  <a:pt x="5199" y="9043"/>
                </a:lnTo>
                <a:lnTo>
                  <a:pt x="4128" y="8035"/>
                </a:lnTo>
                <a:cubicBezTo>
                  <a:pt x="4065" y="6995"/>
                  <a:pt x="3309" y="6144"/>
                  <a:pt x="2332" y="5892"/>
                </a:cubicBezTo>
                <a:cubicBezTo>
                  <a:pt x="1985" y="5325"/>
                  <a:pt x="2112" y="4569"/>
                  <a:pt x="2553" y="4096"/>
                </a:cubicBezTo>
                <a:cubicBezTo>
                  <a:pt x="2836" y="3813"/>
                  <a:pt x="3246" y="3655"/>
                  <a:pt x="3624" y="3655"/>
                </a:cubicBezTo>
                <a:cubicBezTo>
                  <a:pt x="4033" y="3655"/>
                  <a:pt x="4411" y="3813"/>
                  <a:pt x="4695" y="4096"/>
                </a:cubicBezTo>
                <a:lnTo>
                  <a:pt x="4915" y="4317"/>
                </a:lnTo>
                <a:lnTo>
                  <a:pt x="4978" y="4348"/>
                </a:lnTo>
                <a:cubicBezTo>
                  <a:pt x="5026" y="4411"/>
                  <a:pt x="5112" y="4443"/>
                  <a:pt x="5203" y="4443"/>
                </a:cubicBezTo>
                <a:cubicBezTo>
                  <a:pt x="5294" y="4443"/>
                  <a:pt x="5388" y="4411"/>
                  <a:pt x="5451" y="4348"/>
                </a:cubicBezTo>
                <a:lnTo>
                  <a:pt x="5703" y="4096"/>
                </a:lnTo>
                <a:cubicBezTo>
                  <a:pt x="6002" y="3797"/>
                  <a:pt x="6388" y="3647"/>
                  <a:pt x="6774" y="3647"/>
                </a:cubicBezTo>
                <a:close/>
                <a:moveTo>
                  <a:pt x="662" y="3813"/>
                </a:moveTo>
                <a:cubicBezTo>
                  <a:pt x="1103" y="3970"/>
                  <a:pt x="1418" y="4380"/>
                  <a:pt x="1418" y="4884"/>
                </a:cubicBezTo>
                <a:lnTo>
                  <a:pt x="1418" y="6176"/>
                </a:lnTo>
                <a:cubicBezTo>
                  <a:pt x="1418" y="6365"/>
                  <a:pt x="1576" y="6522"/>
                  <a:pt x="1765" y="6522"/>
                </a:cubicBezTo>
                <a:cubicBezTo>
                  <a:pt x="2679" y="6522"/>
                  <a:pt x="3435" y="7247"/>
                  <a:pt x="3435" y="8161"/>
                </a:cubicBezTo>
                <a:lnTo>
                  <a:pt x="3435" y="8224"/>
                </a:lnTo>
                <a:lnTo>
                  <a:pt x="3435" y="8980"/>
                </a:lnTo>
                <a:cubicBezTo>
                  <a:pt x="3435" y="9169"/>
                  <a:pt x="3592" y="9326"/>
                  <a:pt x="3781" y="9326"/>
                </a:cubicBezTo>
                <a:cubicBezTo>
                  <a:pt x="3970" y="9326"/>
                  <a:pt x="4128" y="9169"/>
                  <a:pt x="4128" y="8980"/>
                </a:cubicBezTo>
                <a:lnTo>
                  <a:pt x="4852" y="9610"/>
                </a:lnTo>
                <a:lnTo>
                  <a:pt x="4852" y="11059"/>
                </a:lnTo>
                <a:lnTo>
                  <a:pt x="2080" y="11059"/>
                </a:lnTo>
                <a:lnTo>
                  <a:pt x="2080" y="9925"/>
                </a:lnTo>
                <a:cubicBezTo>
                  <a:pt x="2080" y="9673"/>
                  <a:pt x="1985" y="9421"/>
                  <a:pt x="1765" y="9200"/>
                </a:cubicBezTo>
                <a:lnTo>
                  <a:pt x="1198" y="8633"/>
                </a:lnTo>
                <a:cubicBezTo>
                  <a:pt x="883" y="8287"/>
                  <a:pt x="662" y="7877"/>
                  <a:pt x="662" y="7404"/>
                </a:cubicBezTo>
                <a:lnTo>
                  <a:pt x="662" y="3813"/>
                </a:lnTo>
                <a:close/>
                <a:moveTo>
                  <a:pt x="9767" y="3844"/>
                </a:moveTo>
                <a:lnTo>
                  <a:pt x="9767" y="7436"/>
                </a:lnTo>
                <a:cubicBezTo>
                  <a:pt x="9767" y="7909"/>
                  <a:pt x="9578" y="8350"/>
                  <a:pt x="9263" y="8665"/>
                </a:cubicBezTo>
                <a:lnTo>
                  <a:pt x="8665" y="9263"/>
                </a:lnTo>
                <a:cubicBezTo>
                  <a:pt x="8476" y="9452"/>
                  <a:pt x="8349" y="9704"/>
                  <a:pt x="8349" y="9988"/>
                </a:cubicBezTo>
                <a:lnTo>
                  <a:pt x="8349" y="11153"/>
                </a:lnTo>
                <a:lnTo>
                  <a:pt x="5514" y="11153"/>
                </a:lnTo>
                <a:lnTo>
                  <a:pt x="5514" y="9736"/>
                </a:lnTo>
                <a:lnTo>
                  <a:pt x="6239" y="9043"/>
                </a:lnTo>
                <a:cubicBezTo>
                  <a:pt x="6270" y="9200"/>
                  <a:pt x="6396" y="9326"/>
                  <a:pt x="6585" y="9326"/>
                </a:cubicBezTo>
                <a:cubicBezTo>
                  <a:pt x="6774" y="9326"/>
                  <a:pt x="6932" y="9169"/>
                  <a:pt x="6932" y="8980"/>
                </a:cubicBezTo>
                <a:lnTo>
                  <a:pt x="6932" y="8255"/>
                </a:lnTo>
                <a:cubicBezTo>
                  <a:pt x="6932" y="7404"/>
                  <a:pt x="7530" y="6711"/>
                  <a:pt x="8349" y="6554"/>
                </a:cubicBezTo>
                <a:lnTo>
                  <a:pt x="8665" y="6554"/>
                </a:lnTo>
                <a:cubicBezTo>
                  <a:pt x="8854" y="6554"/>
                  <a:pt x="9011" y="6396"/>
                  <a:pt x="9011" y="6207"/>
                </a:cubicBezTo>
                <a:lnTo>
                  <a:pt x="9011" y="4916"/>
                </a:lnTo>
                <a:cubicBezTo>
                  <a:pt x="9011" y="4443"/>
                  <a:pt x="9326" y="4002"/>
                  <a:pt x="9767" y="3844"/>
                </a:cubicBezTo>
                <a:close/>
                <a:moveTo>
                  <a:pt x="3120" y="1"/>
                </a:moveTo>
                <a:cubicBezTo>
                  <a:pt x="2647" y="1"/>
                  <a:pt x="2238" y="316"/>
                  <a:pt x="2143" y="757"/>
                </a:cubicBezTo>
                <a:cubicBezTo>
                  <a:pt x="2017" y="694"/>
                  <a:pt x="1891" y="662"/>
                  <a:pt x="1733" y="662"/>
                </a:cubicBezTo>
                <a:cubicBezTo>
                  <a:pt x="1135" y="662"/>
                  <a:pt x="725" y="1135"/>
                  <a:pt x="725" y="1702"/>
                </a:cubicBezTo>
                <a:lnTo>
                  <a:pt x="725" y="3120"/>
                </a:lnTo>
                <a:cubicBezTo>
                  <a:pt x="599" y="3057"/>
                  <a:pt x="473" y="3057"/>
                  <a:pt x="347" y="3057"/>
                </a:cubicBezTo>
                <a:cubicBezTo>
                  <a:pt x="158" y="3057"/>
                  <a:pt x="1" y="3214"/>
                  <a:pt x="1" y="3435"/>
                </a:cubicBezTo>
                <a:lnTo>
                  <a:pt x="1" y="7436"/>
                </a:lnTo>
                <a:cubicBezTo>
                  <a:pt x="1" y="8066"/>
                  <a:pt x="253" y="8696"/>
                  <a:pt x="725" y="9169"/>
                </a:cubicBezTo>
                <a:lnTo>
                  <a:pt x="1292" y="9767"/>
                </a:lnTo>
                <a:cubicBezTo>
                  <a:pt x="1387" y="9830"/>
                  <a:pt x="1418" y="9925"/>
                  <a:pt x="1418" y="9988"/>
                </a:cubicBezTo>
                <a:lnTo>
                  <a:pt x="1418" y="11153"/>
                </a:lnTo>
                <a:lnTo>
                  <a:pt x="1072" y="11153"/>
                </a:lnTo>
                <a:cubicBezTo>
                  <a:pt x="883" y="11153"/>
                  <a:pt x="725" y="11311"/>
                  <a:pt x="725" y="11500"/>
                </a:cubicBezTo>
                <a:cubicBezTo>
                  <a:pt x="725" y="11689"/>
                  <a:pt x="883" y="11847"/>
                  <a:pt x="1072" y="11847"/>
                </a:cubicBezTo>
                <a:lnTo>
                  <a:pt x="9389" y="11847"/>
                </a:lnTo>
                <a:cubicBezTo>
                  <a:pt x="9578" y="11847"/>
                  <a:pt x="9736" y="11689"/>
                  <a:pt x="9736" y="11500"/>
                </a:cubicBezTo>
                <a:cubicBezTo>
                  <a:pt x="9736" y="11311"/>
                  <a:pt x="9578" y="11153"/>
                  <a:pt x="9389" y="11153"/>
                </a:cubicBezTo>
                <a:lnTo>
                  <a:pt x="9106" y="11153"/>
                </a:lnTo>
                <a:lnTo>
                  <a:pt x="9106" y="9988"/>
                </a:lnTo>
                <a:cubicBezTo>
                  <a:pt x="9106" y="9925"/>
                  <a:pt x="9137" y="9799"/>
                  <a:pt x="9232" y="9767"/>
                </a:cubicBezTo>
                <a:lnTo>
                  <a:pt x="9830" y="9169"/>
                </a:lnTo>
                <a:cubicBezTo>
                  <a:pt x="10271" y="8696"/>
                  <a:pt x="10523" y="8098"/>
                  <a:pt x="10523" y="7436"/>
                </a:cubicBezTo>
                <a:lnTo>
                  <a:pt x="10523" y="3466"/>
                </a:lnTo>
                <a:cubicBezTo>
                  <a:pt x="10492" y="3214"/>
                  <a:pt x="10334" y="3057"/>
                  <a:pt x="10114" y="3057"/>
                </a:cubicBezTo>
                <a:cubicBezTo>
                  <a:pt x="9956" y="3057"/>
                  <a:pt x="9862" y="3057"/>
                  <a:pt x="9704" y="3120"/>
                </a:cubicBezTo>
                <a:lnTo>
                  <a:pt x="9704" y="1702"/>
                </a:lnTo>
                <a:cubicBezTo>
                  <a:pt x="9704" y="1103"/>
                  <a:pt x="9232" y="662"/>
                  <a:pt x="8665" y="662"/>
                </a:cubicBezTo>
                <a:cubicBezTo>
                  <a:pt x="8539" y="662"/>
                  <a:pt x="8413" y="694"/>
                  <a:pt x="8286" y="757"/>
                </a:cubicBezTo>
                <a:cubicBezTo>
                  <a:pt x="8160" y="316"/>
                  <a:pt x="7751" y="1"/>
                  <a:pt x="7278" y="1"/>
                </a:cubicBezTo>
                <a:cubicBezTo>
                  <a:pt x="6711" y="1"/>
                  <a:pt x="6270" y="473"/>
                  <a:pt x="6270" y="1009"/>
                </a:cubicBezTo>
                <a:lnTo>
                  <a:pt x="6270" y="1103"/>
                </a:lnTo>
                <a:cubicBezTo>
                  <a:pt x="6144" y="1072"/>
                  <a:pt x="6050" y="1009"/>
                  <a:pt x="5924" y="1009"/>
                </a:cubicBezTo>
                <a:cubicBezTo>
                  <a:pt x="5640" y="1009"/>
                  <a:pt x="5388" y="1135"/>
                  <a:pt x="5199" y="1292"/>
                </a:cubicBezTo>
                <a:cubicBezTo>
                  <a:pt x="5010" y="1135"/>
                  <a:pt x="4758" y="1009"/>
                  <a:pt x="4506" y="1009"/>
                </a:cubicBezTo>
                <a:cubicBezTo>
                  <a:pt x="4380" y="1009"/>
                  <a:pt x="4254" y="1072"/>
                  <a:pt x="4128" y="1103"/>
                </a:cubicBezTo>
                <a:lnTo>
                  <a:pt x="4128" y="1009"/>
                </a:lnTo>
                <a:cubicBezTo>
                  <a:pt x="4128" y="442"/>
                  <a:pt x="3655" y="1"/>
                  <a:pt x="312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1" name="Google Shape;10641;p135"/>
          <p:cNvSpPr/>
          <p:nvPr/>
        </p:nvSpPr>
        <p:spPr>
          <a:xfrm>
            <a:off x="5304434" y="1783074"/>
            <a:ext cx="357903" cy="353897"/>
          </a:xfrm>
          <a:custGeom>
            <a:rect b="b" l="l" r="r" t="t"/>
            <a:pathLst>
              <a:path extrusionOk="0" h="11839" w="11973">
                <a:moveTo>
                  <a:pt x="9322" y="655"/>
                </a:moveTo>
                <a:cubicBezTo>
                  <a:pt x="9413" y="655"/>
                  <a:pt x="9499" y="686"/>
                  <a:pt x="9547" y="749"/>
                </a:cubicBezTo>
                <a:lnTo>
                  <a:pt x="11027" y="2198"/>
                </a:lnTo>
                <a:cubicBezTo>
                  <a:pt x="11122" y="2324"/>
                  <a:pt x="11122" y="2545"/>
                  <a:pt x="11027" y="2671"/>
                </a:cubicBezTo>
                <a:cubicBezTo>
                  <a:pt x="10964" y="2718"/>
                  <a:pt x="10870" y="2742"/>
                  <a:pt x="10779" y="2742"/>
                </a:cubicBezTo>
                <a:cubicBezTo>
                  <a:pt x="10689" y="2742"/>
                  <a:pt x="10602" y="2718"/>
                  <a:pt x="10555" y="2671"/>
                </a:cubicBezTo>
                <a:lnTo>
                  <a:pt x="10303" y="2419"/>
                </a:lnTo>
                <a:lnTo>
                  <a:pt x="9074" y="1190"/>
                </a:lnTo>
                <a:cubicBezTo>
                  <a:pt x="8916" y="1096"/>
                  <a:pt x="8916" y="907"/>
                  <a:pt x="9074" y="749"/>
                </a:cubicBezTo>
                <a:cubicBezTo>
                  <a:pt x="9137" y="686"/>
                  <a:pt x="9232" y="655"/>
                  <a:pt x="9322" y="655"/>
                </a:cubicBezTo>
                <a:close/>
                <a:moveTo>
                  <a:pt x="9106" y="2230"/>
                </a:moveTo>
                <a:lnTo>
                  <a:pt x="9547" y="2702"/>
                </a:lnTo>
                <a:lnTo>
                  <a:pt x="9011" y="3270"/>
                </a:lnTo>
                <a:lnTo>
                  <a:pt x="8538" y="2797"/>
                </a:lnTo>
                <a:lnTo>
                  <a:pt x="9106" y="2230"/>
                </a:lnTo>
                <a:close/>
                <a:moveTo>
                  <a:pt x="6333" y="1694"/>
                </a:moveTo>
                <a:cubicBezTo>
                  <a:pt x="6396" y="1694"/>
                  <a:pt x="6522" y="1726"/>
                  <a:pt x="6554" y="1789"/>
                </a:cubicBezTo>
                <a:lnTo>
                  <a:pt x="8759" y="3994"/>
                </a:lnTo>
                <a:lnTo>
                  <a:pt x="9988" y="5223"/>
                </a:lnTo>
                <a:cubicBezTo>
                  <a:pt x="10082" y="5254"/>
                  <a:pt x="10114" y="5349"/>
                  <a:pt x="10114" y="5475"/>
                </a:cubicBezTo>
                <a:cubicBezTo>
                  <a:pt x="10114" y="5538"/>
                  <a:pt x="10082" y="5664"/>
                  <a:pt x="9988" y="5695"/>
                </a:cubicBezTo>
                <a:cubicBezTo>
                  <a:pt x="9925" y="5727"/>
                  <a:pt x="9830" y="5821"/>
                  <a:pt x="9767" y="5821"/>
                </a:cubicBezTo>
                <a:cubicBezTo>
                  <a:pt x="9673" y="5821"/>
                  <a:pt x="9547" y="5790"/>
                  <a:pt x="9515" y="5695"/>
                </a:cubicBezTo>
                <a:lnTo>
                  <a:pt x="6081" y="2261"/>
                </a:lnTo>
                <a:cubicBezTo>
                  <a:pt x="6018" y="2198"/>
                  <a:pt x="5987" y="2104"/>
                  <a:pt x="5987" y="2041"/>
                </a:cubicBezTo>
                <a:cubicBezTo>
                  <a:pt x="5987" y="1946"/>
                  <a:pt x="6018" y="1852"/>
                  <a:pt x="6081" y="1789"/>
                </a:cubicBezTo>
                <a:cubicBezTo>
                  <a:pt x="6176" y="1726"/>
                  <a:pt x="6239" y="1694"/>
                  <a:pt x="6333" y="1694"/>
                </a:cubicBezTo>
                <a:close/>
                <a:moveTo>
                  <a:pt x="6333" y="3459"/>
                </a:moveTo>
                <a:lnTo>
                  <a:pt x="8286" y="5412"/>
                </a:lnTo>
                <a:lnTo>
                  <a:pt x="7782" y="5947"/>
                </a:lnTo>
                <a:lnTo>
                  <a:pt x="7026" y="5191"/>
                </a:lnTo>
                <a:cubicBezTo>
                  <a:pt x="6979" y="5128"/>
                  <a:pt x="6892" y="5097"/>
                  <a:pt x="6802" y="5097"/>
                </a:cubicBezTo>
                <a:cubicBezTo>
                  <a:pt x="6711" y="5097"/>
                  <a:pt x="6617" y="5128"/>
                  <a:pt x="6554" y="5191"/>
                </a:cubicBezTo>
                <a:cubicBezTo>
                  <a:pt x="6459" y="5317"/>
                  <a:pt x="6459" y="5538"/>
                  <a:pt x="6554" y="5664"/>
                </a:cubicBezTo>
                <a:lnTo>
                  <a:pt x="7310" y="6420"/>
                </a:lnTo>
                <a:lnTo>
                  <a:pt x="6837" y="6893"/>
                </a:lnTo>
                <a:lnTo>
                  <a:pt x="4884" y="4908"/>
                </a:lnTo>
                <a:lnTo>
                  <a:pt x="6333" y="3459"/>
                </a:lnTo>
                <a:close/>
                <a:moveTo>
                  <a:pt x="4348" y="5506"/>
                </a:moveTo>
                <a:lnTo>
                  <a:pt x="6333" y="7460"/>
                </a:lnTo>
                <a:lnTo>
                  <a:pt x="5860" y="7932"/>
                </a:lnTo>
                <a:lnTo>
                  <a:pt x="5388" y="7460"/>
                </a:lnTo>
                <a:cubicBezTo>
                  <a:pt x="5325" y="7412"/>
                  <a:pt x="5238" y="7389"/>
                  <a:pt x="5152" y="7389"/>
                </a:cubicBezTo>
                <a:cubicBezTo>
                  <a:pt x="5065" y="7389"/>
                  <a:pt x="4978" y="7412"/>
                  <a:pt x="4915" y="7460"/>
                </a:cubicBezTo>
                <a:cubicBezTo>
                  <a:pt x="4789" y="7586"/>
                  <a:pt x="4789" y="7838"/>
                  <a:pt x="4915" y="7932"/>
                </a:cubicBezTo>
                <a:lnTo>
                  <a:pt x="5388" y="8405"/>
                </a:lnTo>
                <a:lnTo>
                  <a:pt x="5167" y="8657"/>
                </a:lnTo>
                <a:cubicBezTo>
                  <a:pt x="4915" y="8846"/>
                  <a:pt x="4632" y="8940"/>
                  <a:pt x="4360" y="8940"/>
                </a:cubicBezTo>
                <a:cubicBezTo>
                  <a:pt x="4088" y="8940"/>
                  <a:pt x="3828" y="8846"/>
                  <a:pt x="3624" y="8657"/>
                </a:cubicBezTo>
                <a:lnTo>
                  <a:pt x="3151" y="8184"/>
                </a:lnTo>
                <a:cubicBezTo>
                  <a:pt x="2742" y="7775"/>
                  <a:pt x="2742" y="7113"/>
                  <a:pt x="3151" y="6735"/>
                </a:cubicBezTo>
                <a:lnTo>
                  <a:pt x="4348" y="5506"/>
                </a:lnTo>
                <a:close/>
                <a:moveTo>
                  <a:pt x="2678" y="8657"/>
                </a:moveTo>
                <a:lnTo>
                  <a:pt x="3151" y="9129"/>
                </a:lnTo>
                <a:lnTo>
                  <a:pt x="2899" y="9350"/>
                </a:lnTo>
                <a:cubicBezTo>
                  <a:pt x="2836" y="9413"/>
                  <a:pt x="2749" y="9444"/>
                  <a:pt x="2663" y="9444"/>
                </a:cubicBezTo>
                <a:cubicBezTo>
                  <a:pt x="2576" y="9444"/>
                  <a:pt x="2489" y="9413"/>
                  <a:pt x="2426" y="9350"/>
                </a:cubicBezTo>
                <a:cubicBezTo>
                  <a:pt x="2300" y="9255"/>
                  <a:pt x="2300" y="9003"/>
                  <a:pt x="2426" y="8877"/>
                </a:cubicBezTo>
                <a:lnTo>
                  <a:pt x="2678" y="8657"/>
                </a:lnTo>
                <a:close/>
                <a:moveTo>
                  <a:pt x="9389" y="1"/>
                </a:moveTo>
                <a:cubicBezTo>
                  <a:pt x="9121" y="1"/>
                  <a:pt x="8853" y="103"/>
                  <a:pt x="8664" y="308"/>
                </a:cubicBezTo>
                <a:cubicBezTo>
                  <a:pt x="8255" y="686"/>
                  <a:pt x="8255" y="1379"/>
                  <a:pt x="8664" y="1757"/>
                </a:cubicBezTo>
                <a:lnTo>
                  <a:pt x="8097" y="2324"/>
                </a:lnTo>
                <a:lnTo>
                  <a:pt x="7121" y="1316"/>
                </a:lnTo>
                <a:cubicBezTo>
                  <a:pt x="6932" y="1127"/>
                  <a:pt x="6648" y="1001"/>
                  <a:pt x="6365" y="1001"/>
                </a:cubicBezTo>
                <a:cubicBezTo>
                  <a:pt x="6081" y="1001"/>
                  <a:pt x="5829" y="1127"/>
                  <a:pt x="5608" y="1316"/>
                </a:cubicBezTo>
                <a:cubicBezTo>
                  <a:pt x="5419" y="1537"/>
                  <a:pt x="5293" y="1789"/>
                  <a:pt x="5293" y="2072"/>
                </a:cubicBezTo>
                <a:cubicBezTo>
                  <a:pt x="5293" y="2356"/>
                  <a:pt x="5419" y="2639"/>
                  <a:pt x="5608" y="2828"/>
                </a:cubicBezTo>
                <a:lnTo>
                  <a:pt x="5860" y="3049"/>
                </a:lnTo>
                <a:lnTo>
                  <a:pt x="2678" y="6263"/>
                </a:lnTo>
                <a:cubicBezTo>
                  <a:pt x="2143" y="6767"/>
                  <a:pt x="2048" y="7460"/>
                  <a:pt x="2269" y="8090"/>
                </a:cubicBezTo>
                <a:lnTo>
                  <a:pt x="1922" y="8468"/>
                </a:lnTo>
                <a:cubicBezTo>
                  <a:pt x="1607" y="8783"/>
                  <a:pt x="1513" y="9255"/>
                  <a:pt x="1733" y="9634"/>
                </a:cubicBezTo>
                <a:lnTo>
                  <a:pt x="95" y="11240"/>
                </a:lnTo>
                <a:cubicBezTo>
                  <a:pt x="1" y="11366"/>
                  <a:pt x="1" y="11618"/>
                  <a:pt x="95" y="11713"/>
                </a:cubicBezTo>
                <a:cubicBezTo>
                  <a:pt x="190" y="11807"/>
                  <a:pt x="284" y="11839"/>
                  <a:pt x="347" y="11839"/>
                </a:cubicBezTo>
                <a:cubicBezTo>
                  <a:pt x="410" y="11839"/>
                  <a:pt x="536" y="11807"/>
                  <a:pt x="568" y="11713"/>
                </a:cubicBezTo>
                <a:lnTo>
                  <a:pt x="2206" y="10106"/>
                </a:lnTo>
                <a:cubicBezTo>
                  <a:pt x="2363" y="10201"/>
                  <a:pt x="2458" y="10232"/>
                  <a:pt x="2615" y="10232"/>
                </a:cubicBezTo>
                <a:cubicBezTo>
                  <a:pt x="2899" y="10232"/>
                  <a:pt x="3183" y="10106"/>
                  <a:pt x="3372" y="9917"/>
                </a:cubicBezTo>
                <a:lnTo>
                  <a:pt x="3718" y="9571"/>
                </a:lnTo>
                <a:cubicBezTo>
                  <a:pt x="3939" y="9634"/>
                  <a:pt x="4159" y="9665"/>
                  <a:pt x="4348" y="9665"/>
                </a:cubicBezTo>
                <a:cubicBezTo>
                  <a:pt x="4789" y="9665"/>
                  <a:pt x="5262" y="9508"/>
                  <a:pt x="5577" y="9161"/>
                </a:cubicBezTo>
                <a:lnTo>
                  <a:pt x="8759" y="5979"/>
                </a:lnTo>
                <a:lnTo>
                  <a:pt x="9011" y="6199"/>
                </a:lnTo>
                <a:cubicBezTo>
                  <a:pt x="9200" y="6420"/>
                  <a:pt x="9484" y="6515"/>
                  <a:pt x="9767" y="6515"/>
                </a:cubicBezTo>
                <a:cubicBezTo>
                  <a:pt x="10019" y="6515"/>
                  <a:pt x="10303" y="6420"/>
                  <a:pt x="10492" y="6199"/>
                </a:cubicBezTo>
                <a:cubicBezTo>
                  <a:pt x="10712" y="6010"/>
                  <a:pt x="10807" y="5727"/>
                  <a:pt x="10807" y="5475"/>
                </a:cubicBezTo>
                <a:cubicBezTo>
                  <a:pt x="10807" y="5191"/>
                  <a:pt x="10712" y="4908"/>
                  <a:pt x="10492" y="4719"/>
                </a:cubicBezTo>
                <a:lnTo>
                  <a:pt x="9515" y="3711"/>
                </a:lnTo>
                <a:lnTo>
                  <a:pt x="10082" y="3207"/>
                </a:lnTo>
                <a:cubicBezTo>
                  <a:pt x="10271" y="3427"/>
                  <a:pt x="10555" y="3522"/>
                  <a:pt x="10807" y="3522"/>
                </a:cubicBezTo>
                <a:cubicBezTo>
                  <a:pt x="11090" y="3522"/>
                  <a:pt x="11374" y="3427"/>
                  <a:pt x="11563" y="3207"/>
                </a:cubicBezTo>
                <a:cubicBezTo>
                  <a:pt x="11972" y="2828"/>
                  <a:pt x="11972" y="2167"/>
                  <a:pt x="11563" y="1757"/>
                </a:cubicBezTo>
                <a:lnTo>
                  <a:pt x="10114" y="308"/>
                </a:lnTo>
                <a:cubicBezTo>
                  <a:pt x="9925" y="103"/>
                  <a:pt x="9657" y="1"/>
                  <a:pt x="938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642" name="Google Shape;10642;p135"/>
          <p:cNvGrpSpPr/>
          <p:nvPr/>
        </p:nvGrpSpPr>
        <p:grpSpPr>
          <a:xfrm>
            <a:off x="5368939" y="2224196"/>
            <a:ext cx="227930" cy="354136"/>
            <a:chOff x="-28043900" y="2701925"/>
            <a:chExt cx="190625" cy="296175"/>
          </a:xfrm>
        </p:grpSpPr>
        <p:sp>
          <p:nvSpPr>
            <p:cNvPr id="10643" name="Google Shape;10643;p135"/>
            <p:cNvSpPr/>
            <p:nvPr/>
          </p:nvSpPr>
          <p:spPr>
            <a:xfrm>
              <a:off x="-28043900" y="2701925"/>
              <a:ext cx="190625" cy="296175"/>
            </a:xfrm>
            <a:custGeom>
              <a:rect b="b" l="l" r="r" t="t"/>
              <a:pathLst>
                <a:path extrusionOk="0" h="11847" w="7625">
                  <a:moveTo>
                    <a:pt x="5136" y="662"/>
                  </a:moveTo>
                  <a:cubicBezTo>
                    <a:pt x="5325" y="662"/>
                    <a:pt x="5483" y="820"/>
                    <a:pt x="5483" y="1009"/>
                  </a:cubicBezTo>
                  <a:cubicBezTo>
                    <a:pt x="5483" y="1198"/>
                    <a:pt x="5325" y="1356"/>
                    <a:pt x="5136" y="1356"/>
                  </a:cubicBezTo>
                  <a:lnTo>
                    <a:pt x="2364" y="1356"/>
                  </a:lnTo>
                  <a:cubicBezTo>
                    <a:pt x="2175" y="1356"/>
                    <a:pt x="2017" y="1198"/>
                    <a:pt x="2017" y="1009"/>
                  </a:cubicBezTo>
                  <a:cubicBezTo>
                    <a:pt x="2017" y="820"/>
                    <a:pt x="2175" y="662"/>
                    <a:pt x="2364" y="662"/>
                  </a:cubicBezTo>
                  <a:close/>
                  <a:moveTo>
                    <a:pt x="4790" y="2080"/>
                  </a:moveTo>
                  <a:lnTo>
                    <a:pt x="4790" y="4411"/>
                  </a:lnTo>
                  <a:cubicBezTo>
                    <a:pt x="4790" y="4758"/>
                    <a:pt x="4979" y="5105"/>
                    <a:pt x="5294" y="5294"/>
                  </a:cubicBezTo>
                  <a:cubicBezTo>
                    <a:pt x="6113" y="5766"/>
                    <a:pt x="6680" y="6554"/>
                    <a:pt x="6837" y="7499"/>
                  </a:cubicBezTo>
                  <a:cubicBezTo>
                    <a:pt x="6504" y="7632"/>
                    <a:pt x="6166" y="7699"/>
                    <a:pt x="5828" y="7699"/>
                  </a:cubicBezTo>
                  <a:cubicBezTo>
                    <a:pt x="5207" y="7699"/>
                    <a:pt x="4582" y="7475"/>
                    <a:pt x="3971" y="7026"/>
                  </a:cubicBezTo>
                  <a:cubicBezTo>
                    <a:pt x="3372" y="6648"/>
                    <a:pt x="2773" y="6396"/>
                    <a:pt x="2143" y="6333"/>
                  </a:cubicBezTo>
                  <a:cubicBezTo>
                    <a:pt x="1970" y="6318"/>
                    <a:pt x="1805" y="6310"/>
                    <a:pt x="1639" y="6310"/>
                  </a:cubicBezTo>
                  <a:cubicBezTo>
                    <a:pt x="1474" y="6310"/>
                    <a:pt x="1308" y="6318"/>
                    <a:pt x="1135" y="6333"/>
                  </a:cubicBezTo>
                  <a:cubicBezTo>
                    <a:pt x="1387" y="5892"/>
                    <a:pt x="1734" y="5546"/>
                    <a:pt x="2175" y="5294"/>
                  </a:cubicBezTo>
                  <a:cubicBezTo>
                    <a:pt x="2490" y="5105"/>
                    <a:pt x="2679" y="4790"/>
                    <a:pt x="2679" y="4443"/>
                  </a:cubicBezTo>
                  <a:lnTo>
                    <a:pt x="2679" y="2080"/>
                  </a:lnTo>
                  <a:close/>
                  <a:moveTo>
                    <a:pt x="1670" y="6939"/>
                  </a:moveTo>
                  <a:cubicBezTo>
                    <a:pt x="2308" y="6939"/>
                    <a:pt x="2942" y="7156"/>
                    <a:pt x="3561" y="7562"/>
                  </a:cubicBezTo>
                  <a:cubicBezTo>
                    <a:pt x="4160" y="7940"/>
                    <a:pt x="4790" y="8192"/>
                    <a:pt x="5420" y="8255"/>
                  </a:cubicBezTo>
                  <a:cubicBezTo>
                    <a:pt x="5577" y="8255"/>
                    <a:pt x="5672" y="8287"/>
                    <a:pt x="5829" y="8287"/>
                  </a:cubicBezTo>
                  <a:cubicBezTo>
                    <a:pt x="6207" y="8287"/>
                    <a:pt x="6554" y="8255"/>
                    <a:pt x="6869" y="8129"/>
                  </a:cubicBezTo>
                  <a:lnTo>
                    <a:pt x="6869" y="8129"/>
                  </a:lnTo>
                  <a:cubicBezTo>
                    <a:pt x="6869" y="8255"/>
                    <a:pt x="6837" y="8381"/>
                    <a:pt x="6837" y="8507"/>
                  </a:cubicBezTo>
                  <a:cubicBezTo>
                    <a:pt x="6585" y="9799"/>
                    <a:pt x="5640" y="10807"/>
                    <a:pt x="4412" y="11059"/>
                  </a:cubicBezTo>
                  <a:cubicBezTo>
                    <a:pt x="4192" y="11103"/>
                    <a:pt x="3970" y="11125"/>
                    <a:pt x="3750" y="11125"/>
                  </a:cubicBezTo>
                  <a:cubicBezTo>
                    <a:pt x="3027" y="11125"/>
                    <a:pt x="2328" y="10888"/>
                    <a:pt x="1797" y="10429"/>
                  </a:cubicBezTo>
                  <a:cubicBezTo>
                    <a:pt x="1041" y="9830"/>
                    <a:pt x="631" y="8917"/>
                    <a:pt x="631" y="7972"/>
                  </a:cubicBezTo>
                  <a:cubicBezTo>
                    <a:pt x="631" y="7656"/>
                    <a:pt x="694" y="7404"/>
                    <a:pt x="757" y="7089"/>
                  </a:cubicBezTo>
                  <a:cubicBezTo>
                    <a:pt x="1062" y="6988"/>
                    <a:pt x="1366" y="6939"/>
                    <a:pt x="1670" y="6939"/>
                  </a:cubicBezTo>
                  <a:close/>
                  <a:moveTo>
                    <a:pt x="2427" y="1"/>
                  </a:moveTo>
                  <a:cubicBezTo>
                    <a:pt x="1828" y="1"/>
                    <a:pt x="1387" y="473"/>
                    <a:pt x="1387" y="1009"/>
                  </a:cubicBezTo>
                  <a:cubicBezTo>
                    <a:pt x="1387" y="1450"/>
                    <a:pt x="1671" y="1828"/>
                    <a:pt x="2112" y="1986"/>
                  </a:cubicBezTo>
                  <a:lnTo>
                    <a:pt x="2112" y="4443"/>
                  </a:lnTo>
                  <a:cubicBezTo>
                    <a:pt x="2112" y="4569"/>
                    <a:pt x="2017" y="4632"/>
                    <a:pt x="1891" y="4727"/>
                  </a:cubicBezTo>
                  <a:cubicBezTo>
                    <a:pt x="1356" y="5042"/>
                    <a:pt x="883" y="5514"/>
                    <a:pt x="536" y="6081"/>
                  </a:cubicBezTo>
                  <a:cubicBezTo>
                    <a:pt x="410" y="6302"/>
                    <a:pt x="284" y="6522"/>
                    <a:pt x="221" y="6711"/>
                  </a:cubicBezTo>
                  <a:lnTo>
                    <a:pt x="221" y="6743"/>
                  </a:lnTo>
                  <a:cubicBezTo>
                    <a:pt x="64" y="7152"/>
                    <a:pt x="1" y="7593"/>
                    <a:pt x="1" y="8003"/>
                  </a:cubicBezTo>
                  <a:cubicBezTo>
                    <a:pt x="1" y="9169"/>
                    <a:pt x="536" y="10271"/>
                    <a:pt x="1419" y="10964"/>
                  </a:cubicBezTo>
                  <a:cubicBezTo>
                    <a:pt x="2112" y="11532"/>
                    <a:pt x="2962" y="11847"/>
                    <a:pt x="3845" y="11847"/>
                  </a:cubicBezTo>
                  <a:cubicBezTo>
                    <a:pt x="4097" y="11847"/>
                    <a:pt x="4380" y="11784"/>
                    <a:pt x="4664" y="11752"/>
                  </a:cubicBezTo>
                  <a:cubicBezTo>
                    <a:pt x="5420" y="11595"/>
                    <a:pt x="6081" y="11248"/>
                    <a:pt x="6585" y="10681"/>
                  </a:cubicBezTo>
                  <a:cubicBezTo>
                    <a:pt x="7090" y="10145"/>
                    <a:pt x="7468" y="9484"/>
                    <a:pt x="7625" y="8728"/>
                  </a:cubicBezTo>
                  <a:cubicBezTo>
                    <a:pt x="7562" y="8350"/>
                    <a:pt x="7562" y="7972"/>
                    <a:pt x="7531" y="7656"/>
                  </a:cubicBezTo>
                  <a:cubicBezTo>
                    <a:pt x="7499" y="7184"/>
                    <a:pt x="7373" y="6743"/>
                    <a:pt x="7184" y="6333"/>
                  </a:cubicBezTo>
                  <a:cubicBezTo>
                    <a:pt x="6837" y="5609"/>
                    <a:pt x="6302" y="5073"/>
                    <a:pt x="5640" y="4664"/>
                  </a:cubicBezTo>
                  <a:cubicBezTo>
                    <a:pt x="5577" y="4632"/>
                    <a:pt x="5483" y="4506"/>
                    <a:pt x="5483" y="4411"/>
                  </a:cubicBezTo>
                  <a:lnTo>
                    <a:pt x="5483" y="1986"/>
                  </a:lnTo>
                  <a:cubicBezTo>
                    <a:pt x="5892" y="1828"/>
                    <a:pt x="6207" y="1482"/>
                    <a:pt x="6207" y="1009"/>
                  </a:cubicBezTo>
                  <a:cubicBezTo>
                    <a:pt x="6207" y="410"/>
                    <a:pt x="5735" y="1"/>
                    <a:pt x="516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4" name="Google Shape;10644;p135"/>
            <p:cNvSpPr/>
            <p:nvPr/>
          </p:nvSpPr>
          <p:spPr>
            <a:xfrm>
              <a:off x="-27976950" y="2910650"/>
              <a:ext cx="18150" cy="17350"/>
            </a:xfrm>
            <a:custGeom>
              <a:rect b="b" l="l" r="r" t="t"/>
              <a:pathLst>
                <a:path extrusionOk="0" h="694" w="726">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5" name="Google Shape;10645;p135"/>
            <p:cNvSpPr/>
            <p:nvPr/>
          </p:nvSpPr>
          <p:spPr>
            <a:xfrm>
              <a:off x="-27924175" y="2927975"/>
              <a:ext cx="17350" cy="18150"/>
            </a:xfrm>
            <a:custGeom>
              <a:rect b="b" l="l" r="r" t="t"/>
              <a:pathLst>
                <a:path extrusionOk="0" h="726" w="694">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6" name="Google Shape;10646;p135"/>
            <p:cNvSpPr/>
            <p:nvPr/>
          </p:nvSpPr>
          <p:spPr>
            <a:xfrm>
              <a:off x="-27976950" y="2946100"/>
              <a:ext cx="18150" cy="17350"/>
            </a:xfrm>
            <a:custGeom>
              <a:rect b="b" l="l" r="r" t="t"/>
              <a:pathLst>
                <a:path extrusionOk="0" h="694" w="726">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7" name="Google Shape;10647;p135"/>
            <p:cNvSpPr/>
            <p:nvPr/>
          </p:nvSpPr>
          <p:spPr>
            <a:xfrm>
              <a:off x="-28010800" y="2893325"/>
              <a:ext cx="17350" cy="18150"/>
            </a:xfrm>
            <a:custGeom>
              <a:rect b="b" l="l" r="r" t="t"/>
              <a:pathLst>
                <a:path extrusionOk="0" h="726" w="694">
                  <a:moveTo>
                    <a:pt x="347" y="0"/>
                  </a:moveTo>
                  <a:cubicBezTo>
                    <a:pt x="158" y="0"/>
                    <a:pt x="0" y="158"/>
                    <a:pt x="0" y="379"/>
                  </a:cubicBezTo>
                  <a:cubicBezTo>
                    <a:pt x="0" y="568"/>
                    <a:pt x="158" y="725"/>
                    <a:pt x="347" y="725"/>
                  </a:cubicBezTo>
                  <a:cubicBezTo>
                    <a:pt x="536" y="725"/>
                    <a:pt x="693" y="568"/>
                    <a:pt x="693" y="379"/>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48" name="Google Shape;10648;p135"/>
          <p:cNvGrpSpPr/>
          <p:nvPr/>
        </p:nvGrpSpPr>
        <p:grpSpPr>
          <a:xfrm>
            <a:off x="7541805" y="1336135"/>
            <a:ext cx="354136" cy="353180"/>
            <a:chOff x="-26215025" y="1971025"/>
            <a:chExt cx="296175" cy="295375"/>
          </a:xfrm>
        </p:grpSpPr>
        <p:sp>
          <p:nvSpPr>
            <p:cNvPr id="10649" name="Google Shape;10649;p135"/>
            <p:cNvSpPr/>
            <p:nvPr/>
          </p:nvSpPr>
          <p:spPr>
            <a:xfrm>
              <a:off x="-26092950" y="1971025"/>
              <a:ext cx="51225" cy="225275"/>
            </a:xfrm>
            <a:custGeom>
              <a:rect b="b" l="l" r="r" t="t"/>
              <a:pathLst>
                <a:path extrusionOk="0" h="9011" w="2049">
                  <a:moveTo>
                    <a:pt x="1009" y="7246"/>
                  </a:moveTo>
                  <a:cubicBezTo>
                    <a:pt x="1198" y="7593"/>
                    <a:pt x="1355" y="7877"/>
                    <a:pt x="1355" y="8003"/>
                  </a:cubicBezTo>
                  <a:cubicBezTo>
                    <a:pt x="1355" y="8192"/>
                    <a:pt x="1198" y="8349"/>
                    <a:pt x="1009" y="8349"/>
                  </a:cubicBezTo>
                  <a:cubicBezTo>
                    <a:pt x="820" y="8349"/>
                    <a:pt x="662" y="8192"/>
                    <a:pt x="662" y="8003"/>
                  </a:cubicBezTo>
                  <a:cubicBezTo>
                    <a:pt x="694" y="7877"/>
                    <a:pt x="820" y="7562"/>
                    <a:pt x="1009" y="7246"/>
                  </a:cubicBezTo>
                  <a:close/>
                  <a:moveTo>
                    <a:pt x="977" y="0"/>
                  </a:moveTo>
                  <a:cubicBezTo>
                    <a:pt x="788" y="0"/>
                    <a:pt x="631" y="158"/>
                    <a:pt x="631" y="347"/>
                  </a:cubicBezTo>
                  <a:lnTo>
                    <a:pt x="631" y="6490"/>
                  </a:lnTo>
                  <a:cubicBezTo>
                    <a:pt x="536" y="6616"/>
                    <a:pt x="410" y="6774"/>
                    <a:pt x="316" y="6963"/>
                  </a:cubicBezTo>
                  <a:cubicBezTo>
                    <a:pt x="32" y="7562"/>
                    <a:pt x="1" y="7845"/>
                    <a:pt x="1" y="8003"/>
                  </a:cubicBezTo>
                  <a:cubicBezTo>
                    <a:pt x="1" y="8601"/>
                    <a:pt x="473" y="9011"/>
                    <a:pt x="1009" y="9011"/>
                  </a:cubicBezTo>
                  <a:cubicBezTo>
                    <a:pt x="1576" y="9011"/>
                    <a:pt x="2048" y="8538"/>
                    <a:pt x="2048" y="8003"/>
                  </a:cubicBezTo>
                  <a:cubicBezTo>
                    <a:pt x="2048" y="7845"/>
                    <a:pt x="1985" y="7593"/>
                    <a:pt x="1639" y="6963"/>
                  </a:cubicBezTo>
                  <a:cubicBezTo>
                    <a:pt x="1513" y="6774"/>
                    <a:pt x="1418" y="6585"/>
                    <a:pt x="1324" y="6490"/>
                  </a:cubicBezTo>
                  <a:lnTo>
                    <a:pt x="1324" y="347"/>
                  </a:lnTo>
                  <a:cubicBezTo>
                    <a:pt x="1324" y="158"/>
                    <a:pt x="1166" y="0"/>
                    <a:pt x="97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0" name="Google Shape;10650;p135"/>
            <p:cNvSpPr/>
            <p:nvPr/>
          </p:nvSpPr>
          <p:spPr>
            <a:xfrm>
              <a:off x="-26179575" y="2214400"/>
              <a:ext cx="17350" cy="17350"/>
            </a:xfrm>
            <a:custGeom>
              <a:rect b="b" l="l" r="r" t="t"/>
              <a:pathLst>
                <a:path extrusionOk="0" h="694" w="694">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1" name="Google Shape;10651;p135"/>
            <p:cNvSpPr/>
            <p:nvPr/>
          </p:nvSpPr>
          <p:spPr>
            <a:xfrm>
              <a:off x="-26163050" y="2178950"/>
              <a:ext cx="17350" cy="17350"/>
            </a:xfrm>
            <a:custGeom>
              <a:rect b="b" l="l" r="r" t="t"/>
              <a:pathLst>
                <a:path extrusionOk="0" h="694" w="694">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2" name="Google Shape;10652;p135"/>
            <p:cNvSpPr/>
            <p:nvPr/>
          </p:nvSpPr>
          <p:spPr>
            <a:xfrm>
              <a:off x="-26145725" y="2214400"/>
              <a:ext cx="18150" cy="17350"/>
            </a:xfrm>
            <a:custGeom>
              <a:rect b="b" l="l" r="r" t="t"/>
              <a:pathLst>
                <a:path extrusionOk="0" h="694" w="726">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3" name="Google Shape;10653;p135"/>
            <p:cNvSpPr/>
            <p:nvPr/>
          </p:nvSpPr>
          <p:spPr>
            <a:xfrm>
              <a:off x="-25988975" y="2178950"/>
              <a:ext cx="18125" cy="17350"/>
            </a:xfrm>
            <a:custGeom>
              <a:rect b="b" l="l" r="r" t="t"/>
              <a:pathLst>
                <a:path extrusionOk="0" h="694" w="725">
                  <a:moveTo>
                    <a:pt x="347" y="1"/>
                  </a:moveTo>
                  <a:cubicBezTo>
                    <a:pt x="158" y="1"/>
                    <a:pt x="0" y="158"/>
                    <a:pt x="0" y="347"/>
                  </a:cubicBezTo>
                  <a:cubicBezTo>
                    <a:pt x="0" y="536"/>
                    <a:pt x="158" y="694"/>
                    <a:pt x="347" y="694"/>
                  </a:cubicBezTo>
                  <a:cubicBezTo>
                    <a:pt x="567" y="694"/>
                    <a:pt x="725" y="536"/>
                    <a:pt x="725" y="347"/>
                  </a:cubicBezTo>
                  <a:cubicBezTo>
                    <a:pt x="662" y="158"/>
                    <a:pt x="504"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4" name="Google Shape;10654;p135"/>
            <p:cNvSpPr/>
            <p:nvPr/>
          </p:nvSpPr>
          <p:spPr>
            <a:xfrm>
              <a:off x="-26006300" y="2214400"/>
              <a:ext cx="17350" cy="17350"/>
            </a:xfrm>
            <a:custGeom>
              <a:rect b="b" l="l" r="r" t="t"/>
              <a:pathLst>
                <a:path extrusionOk="0" h="694" w="694">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5" name="Google Shape;10655;p135"/>
            <p:cNvSpPr/>
            <p:nvPr/>
          </p:nvSpPr>
          <p:spPr>
            <a:xfrm>
              <a:off x="-25972450" y="2214400"/>
              <a:ext cx="18150" cy="17350"/>
            </a:xfrm>
            <a:custGeom>
              <a:rect b="b" l="l" r="r" t="t"/>
              <a:pathLst>
                <a:path extrusionOk="0" h="694" w="726">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6" name="Google Shape;10656;p135"/>
            <p:cNvSpPr/>
            <p:nvPr/>
          </p:nvSpPr>
          <p:spPr>
            <a:xfrm>
              <a:off x="-26215025" y="2108850"/>
              <a:ext cx="296175" cy="157550"/>
            </a:xfrm>
            <a:custGeom>
              <a:rect b="b" l="l" r="r" t="t"/>
              <a:pathLst>
                <a:path extrusionOk="0" h="6302" w="11847">
                  <a:moveTo>
                    <a:pt x="4128" y="725"/>
                  </a:moveTo>
                  <a:cubicBezTo>
                    <a:pt x="3970" y="946"/>
                    <a:pt x="3844" y="1198"/>
                    <a:pt x="3781" y="1418"/>
                  </a:cubicBezTo>
                  <a:cubicBezTo>
                    <a:pt x="3781" y="1450"/>
                    <a:pt x="3749" y="1513"/>
                    <a:pt x="3749" y="1544"/>
                  </a:cubicBezTo>
                  <a:cubicBezTo>
                    <a:pt x="3403" y="1355"/>
                    <a:pt x="2993" y="1261"/>
                    <a:pt x="2615" y="1261"/>
                  </a:cubicBezTo>
                  <a:cubicBezTo>
                    <a:pt x="2111" y="1261"/>
                    <a:pt x="1450" y="1418"/>
                    <a:pt x="1166" y="1891"/>
                  </a:cubicBezTo>
                  <a:cubicBezTo>
                    <a:pt x="1040" y="2080"/>
                    <a:pt x="851" y="2175"/>
                    <a:pt x="694" y="2175"/>
                  </a:cubicBezTo>
                  <a:lnTo>
                    <a:pt x="694" y="1072"/>
                  </a:lnTo>
                  <a:cubicBezTo>
                    <a:pt x="694" y="851"/>
                    <a:pt x="851" y="725"/>
                    <a:pt x="1040" y="725"/>
                  </a:cubicBezTo>
                  <a:close/>
                  <a:moveTo>
                    <a:pt x="10775" y="725"/>
                  </a:moveTo>
                  <a:cubicBezTo>
                    <a:pt x="10964" y="725"/>
                    <a:pt x="11122" y="883"/>
                    <a:pt x="11122" y="1072"/>
                  </a:cubicBezTo>
                  <a:lnTo>
                    <a:pt x="11122" y="2175"/>
                  </a:lnTo>
                  <a:cubicBezTo>
                    <a:pt x="10933" y="2175"/>
                    <a:pt x="10775" y="2080"/>
                    <a:pt x="10649" y="1891"/>
                  </a:cubicBezTo>
                  <a:cubicBezTo>
                    <a:pt x="10429" y="1513"/>
                    <a:pt x="10050" y="1261"/>
                    <a:pt x="9546" y="1261"/>
                  </a:cubicBezTo>
                  <a:cubicBezTo>
                    <a:pt x="9074" y="1261"/>
                    <a:pt x="8696" y="1513"/>
                    <a:pt x="8444" y="1891"/>
                  </a:cubicBezTo>
                  <a:cubicBezTo>
                    <a:pt x="8412" y="1985"/>
                    <a:pt x="8349" y="2049"/>
                    <a:pt x="8286" y="2143"/>
                  </a:cubicBezTo>
                  <a:cubicBezTo>
                    <a:pt x="8255" y="1828"/>
                    <a:pt x="8097" y="1355"/>
                    <a:pt x="7719" y="725"/>
                  </a:cubicBezTo>
                  <a:close/>
                  <a:moveTo>
                    <a:pt x="9609" y="1922"/>
                  </a:moveTo>
                  <a:cubicBezTo>
                    <a:pt x="9830" y="1922"/>
                    <a:pt x="9987" y="2049"/>
                    <a:pt x="10113" y="2206"/>
                  </a:cubicBezTo>
                  <a:cubicBezTo>
                    <a:pt x="10334" y="2616"/>
                    <a:pt x="10744" y="2836"/>
                    <a:pt x="11185" y="2836"/>
                  </a:cubicBezTo>
                  <a:lnTo>
                    <a:pt x="11185" y="5546"/>
                  </a:lnTo>
                  <a:lnTo>
                    <a:pt x="694" y="5546"/>
                  </a:lnTo>
                  <a:lnTo>
                    <a:pt x="694" y="2931"/>
                  </a:lnTo>
                  <a:cubicBezTo>
                    <a:pt x="1135" y="2931"/>
                    <a:pt x="1576" y="2679"/>
                    <a:pt x="1765" y="2301"/>
                  </a:cubicBezTo>
                  <a:cubicBezTo>
                    <a:pt x="1828" y="2143"/>
                    <a:pt x="2143" y="2017"/>
                    <a:pt x="2615" y="2017"/>
                  </a:cubicBezTo>
                  <a:cubicBezTo>
                    <a:pt x="3056" y="2017"/>
                    <a:pt x="3371" y="2175"/>
                    <a:pt x="3497" y="2301"/>
                  </a:cubicBezTo>
                  <a:lnTo>
                    <a:pt x="3529" y="2364"/>
                  </a:lnTo>
                  <a:cubicBezTo>
                    <a:pt x="3529" y="2395"/>
                    <a:pt x="3560" y="2395"/>
                    <a:pt x="3560" y="2395"/>
                  </a:cubicBezTo>
                  <a:cubicBezTo>
                    <a:pt x="3560" y="2868"/>
                    <a:pt x="3686" y="3309"/>
                    <a:pt x="3939" y="3718"/>
                  </a:cubicBezTo>
                  <a:cubicBezTo>
                    <a:pt x="4317" y="4380"/>
                    <a:pt x="4947" y="4758"/>
                    <a:pt x="5671" y="4852"/>
                  </a:cubicBezTo>
                  <a:lnTo>
                    <a:pt x="5923" y="4852"/>
                  </a:lnTo>
                  <a:cubicBezTo>
                    <a:pt x="7121" y="4852"/>
                    <a:pt x="8097" y="4033"/>
                    <a:pt x="8286" y="2868"/>
                  </a:cubicBezTo>
                  <a:cubicBezTo>
                    <a:pt x="8727" y="2773"/>
                    <a:pt x="8916" y="2458"/>
                    <a:pt x="9074" y="2206"/>
                  </a:cubicBezTo>
                  <a:cubicBezTo>
                    <a:pt x="9200" y="2017"/>
                    <a:pt x="9357" y="1922"/>
                    <a:pt x="9609" y="1922"/>
                  </a:cubicBezTo>
                  <a:close/>
                  <a:moveTo>
                    <a:pt x="1040" y="1"/>
                  </a:moveTo>
                  <a:cubicBezTo>
                    <a:pt x="473" y="1"/>
                    <a:pt x="0" y="473"/>
                    <a:pt x="0" y="1072"/>
                  </a:cubicBezTo>
                  <a:lnTo>
                    <a:pt x="0" y="5955"/>
                  </a:lnTo>
                  <a:cubicBezTo>
                    <a:pt x="0" y="6144"/>
                    <a:pt x="158" y="6302"/>
                    <a:pt x="347" y="6302"/>
                  </a:cubicBezTo>
                  <a:lnTo>
                    <a:pt x="11500" y="6302"/>
                  </a:lnTo>
                  <a:cubicBezTo>
                    <a:pt x="11689" y="6302"/>
                    <a:pt x="11846" y="6144"/>
                    <a:pt x="11846" y="5955"/>
                  </a:cubicBezTo>
                  <a:lnTo>
                    <a:pt x="11846" y="1072"/>
                  </a:lnTo>
                  <a:cubicBezTo>
                    <a:pt x="11846" y="505"/>
                    <a:pt x="11374" y="1"/>
                    <a:pt x="10775" y="1"/>
                  </a:cubicBezTo>
                  <a:lnTo>
                    <a:pt x="7089" y="1"/>
                  </a:lnTo>
                  <a:cubicBezTo>
                    <a:pt x="6963" y="1"/>
                    <a:pt x="6837" y="64"/>
                    <a:pt x="6774" y="190"/>
                  </a:cubicBezTo>
                  <a:cubicBezTo>
                    <a:pt x="6679" y="316"/>
                    <a:pt x="6711" y="442"/>
                    <a:pt x="6774" y="568"/>
                  </a:cubicBezTo>
                  <a:lnTo>
                    <a:pt x="6805" y="599"/>
                  </a:lnTo>
                  <a:cubicBezTo>
                    <a:pt x="7341" y="1387"/>
                    <a:pt x="7625" y="2017"/>
                    <a:pt x="7625" y="2490"/>
                  </a:cubicBezTo>
                  <a:cubicBezTo>
                    <a:pt x="7625" y="3435"/>
                    <a:pt x="6868" y="4191"/>
                    <a:pt x="5923" y="4191"/>
                  </a:cubicBezTo>
                  <a:lnTo>
                    <a:pt x="5734" y="4191"/>
                  </a:lnTo>
                  <a:cubicBezTo>
                    <a:pt x="5230" y="4128"/>
                    <a:pt x="4789" y="3813"/>
                    <a:pt x="4506" y="3340"/>
                  </a:cubicBezTo>
                  <a:cubicBezTo>
                    <a:pt x="4191" y="2836"/>
                    <a:pt x="4159" y="2206"/>
                    <a:pt x="4411" y="1702"/>
                  </a:cubicBezTo>
                  <a:cubicBezTo>
                    <a:pt x="4506" y="1387"/>
                    <a:pt x="4758" y="977"/>
                    <a:pt x="5041" y="599"/>
                  </a:cubicBezTo>
                  <a:lnTo>
                    <a:pt x="5073" y="568"/>
                  </a:lnTo>
                  <a:cubicBezTo>
                    <a:pt x="5136" y="442"/>
                    <a:pt x="5136" y="316"/>
                    <a:pt x="5073" y="190"/>
                  </a:cubicBezTo>
                  <a:cubicBezTo>
                    <a:pt x="4978" y="95"/>
                    <a:pt x="4884" y="1"/>
                    <a:pt x="475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57" name="Google Shape;10657;p135"/>
          <p:cNvGrpSpPr/>
          <p:nvPr/>
        </p:nvGrpSpPr>
        <p:grpSpPr>
          <a:xfrm>
            <a:off x="7541327" y="1783924"/>
            <a:ext cx="355093" cy="352253"/>
            <a:chOff x="-26215825" y="2341200"/>
            <a:chExt cx="296975" cy="294600"/>
          </a:xfrm>
        </p:grpSpPr>
        <p:sp>
          <p:nvSpPr>
            <p:cNvPr id="10658" name="Google Shape;10658;p135"/>
            <p:cNvSpPr/>
            <p:nvPr/>
          </p:nvSpPr>
          <p:spPr>
            <a:xfrm>
              <a:off x="-26215025" y="2463275"/>
              <a:ext cx="296175" cy="172525"/>
            </a:xfrm>
            <a:custGeom>
              <a:rect b="b" l="l" r="r" t="t"/>
              <a:pathLst>
                <a:path extrusionOk="0" h="6901" w="11847">
                  <a:moveTo>
                    <a:pt x="10113" y="725"/>
                  </a:moveTo>
                  <a:cubicBezTo>
                    <a:pt x="10712" y="725"/>
                    <a:pt x="11122" y="1198"/>
                    <a:pt x="11122" y="1734"/>
                  </a:cubicBezTo>
                  <a:cubicBezTo>
                    <a:pt x="11122" y="2332"/>
                    <a:pt x="10649" y="2773"/>
                    <a:pt x="10113" y="2773"/>
                  </a:cubicBezTo>
                  <a:lnTo>
                    <a:pt x="6994" y="2773"/>
                  </a:lnTo>
                  <a:cubicBezTo>
                    <a:pt x="6616" y="2773"/>
                    <a:pt x="6301" y="2458"/>
                    <a:pt x="6301" y="2049"/>
                  </a:cubicBezTo>
                  <a:cubicBezTo>
                    <a:pt x="6301" y="1860"/>
                    <a:pt x="6396" y="1671"/>
                    <a:pt x="6553" y="1545"/>
                  </a:cubicBezTo>
                  <a:cubicBezTo>
                    <a:pt x="6837" y="1891"/>
                    <a:pt x="7247" y="2080"/>
                    <a:pt x="7688" y="2080"/>
                  </a:cubicBezTo>
                  <a:cubicBezTo>
                    <a:pt x="8255" y="2080"/>
                    <a:pt x="8727" y="1671"/>
                    <a:pt x="9137" y="1293"/>
                  </a:cubicBezTo>
                  <a:cubicBezTo>
                    <a:pt x="9452" y="977"/>
                    <a:pt x="9767" y="725"/>
                    <a:pt x="10113" y="725"/>
                  </a:cubicBezTo>
                  <a:close/>
                  <a:moveTo>
                    <a:pt x="7656" y="3466"/>
                  </a:moveTo>
                  <a:lnTo>
                    <a:pt x="7656" y="4853"/>
                  </a:lnTo>
                  <a:lnTo>
                    <a:pt x="6963" y="4853"/>
                  </a:lnTo>
                  <a:lnTo>
                    <a:pt x="6963" y="3466"/>
                  </a:lnTo>
                  <a:close/>
                  <a:moveTo>
                    <a:pt x="9074" y="3466"/>
                  </a:moveTo>
                  <a:lnTo>
                    <a:pt x="9074" y="4853"/>
                  </a:lnTo>
                  <a:lnTo>
                    <a:pt x="8381" y="4853"/>
                  </a:lnTo>
                  <a:lnTo>
                    <a:pt x="8381" y="3466"/>
                  </a:lnTo>
                  <a:close/>
                  <a:moveTo>
                    <a:pt x="10460" y="3435"/>
                  </a:moveTo>
                  <a:lnTo>
                    <a:pt x="10460" y="4853"/>
                  </a:lnTo>
                  <a:lnTo>
                    <a:pt x="9767" y="4853"/>
                  </a:lnTo>
                  <a:lnTo>
                    <a:pt x="9767" y="3466"/>
                  </a:lnTo>
                  <a:lnTo>
                    <a:pt x="10113" y="3466"/>
                  </a:lnTo>
                  <a:cubicBezTo>
                    <a:pt x="10240" y="3466"/>
                    <a:pt x="10334" y="3466"/>
                    <a:pt x="10460" y="3435"/>
                  </a:cubicBezTo>
                  <a:close/>
                  <a:moveTo>
                    <a:pt x="2993" y="4128"/>
                  </a:moveTo>
                  <a:cubicBezTo>
                    <a:pt x="3371" y="4128"/>
                    <a:pt x="3781" y="4254"/>
                    <a:pt x="4128" y="4412"/>
                  </a:cubicBezTo>
                  <a:lnTo>
                    <a:pt x="5829" y="5325"/>
                  </a:lnTo>
                  <a:cubicBezTo>
                    <a:pt x="6049" y="5451"/>
                    <a:pt x="6364" y="5514"/>
                    <a:pt x="6648" y="5514"/>
                  </a:cubicBezTo>
                  <a:lnTo>
                    <a:pt x="10838" y="5514"/>
                  </a:lnTo>
                  <a:cubicBezTo>
                    <a:pt x="11027" y="5514"/>
                    <a:pt x="11185" y="5672"/>
                    <a:pt x="11185" y="5861"/>
                  </a:cubicBezTo>
                  <a:cubicBezTo>
                    <a:pt x="11185" y="6050"/>
                    <a:pt x="10964" y="6239"/>
                    <a:pt x="10775" y="6239"/>
                  </a:cubicBezTo>
                  <a:lnTo>
                    <a:pt x="6616" y="6239"/>
                  </a:lnTo>
                  <a:cubicBezTo>
                    <a:pt x="6459" y="6239"/>
                    <a:pt x="6238" y="6176"/>
                    <a:pt x="6144" y="6113"/>
                  </a:cubicBezTo>
                  <a:lnTo>
                    <a:pt x="4443" y="5199"/>
                  </a:lnTo>
                  <a:cubicBezTo>
                    <a:pt x="4002" y="4979"/>
                    <a:pt x="3497" y="4853"/>
                    <a:pt x="2993" y="4853"/>
                  </a:cubicBezTo>
                  <a:lnTo>
                    <a:pt x="694" y="4853"/>
                  </a:lnTo>
                  <a:lnTo>
                    <a:pt x="694" y="4128"/>
                  </a:lnTo>
                  <a:close/>
                  <a:moveTo>
                    <a:pt x="10113" y="1"/>
                  </a:moveTo>
                  <a:cubicBezTo>
                    <a:pt x="9515" y="1"/>
                    <a:pt x="9042" y="442"/>
                    <a:pt x="8664" y="788"/>
                  </a:cubicBezTo>
                  <a:cubicBezTo>
                    <a:pt x="8349" y="1104"/>
                    <a:pt x="8034" y="1387"/>
                    <a:pt x="7656" y="1387"/>
                  </a:cubicBezTo>
                  <a:cubicBezTo>
                    <a:pt x="7404" y="1387"/>
                    <a:pt x="7121" y="1230"/>
                    <a:pt x="7026" y="946"/>
                  </a:cubicBezTo>
                  <a:cubicBezTo>
                    <a:pt x="6973" y="815"/>
                    <a:pt x="6855" y="749"/>
                    <a:pt x="6708" y="749"/>
                  </a:cubicBezTo>
                  <a:cubicBezTo>
                    <a:pt x="6679" y="749"/>
                    <a:pt x="6648" y="752"/>
                    <a:pt x="6616" y="757"/>
                  </a:cubicBezTo>
                  <a:cubicBezTo>
                    <a:pt x="6018" y="914"/>
                    <a:pt x="5577" y="1450"/>
                    <a:pt x="5577" y="2080"/>
                  </a:cubicBezTo>
                  <a:cubicBezTo>
                    <a:pt x="5577" y="2616"/>
                    <a:pt x="5860" y="3025"/>
                    <a:pt x="6301" y="3277"/>
                  </a:cubicBezTo>
                  <a:lnTo>
                    <a:pt x="6301" y="4758"/>
                  </a:lnTo>
                  <a:cubicBezTo>
                    <a:pt x="6270" y="4758"/>
                    <a:pt x="6207" y="4727"/>
                    <a:pt x="6144" y="4695"/>
                  </a:cubicBezTo>
                  <a:lnTo>
                    <a:pt x="4443" y="3781"/>
                  </a:lnTo>
                  <a:cubicBezTo>
                    <a:pt x="4002" y="3561"/>
                    <a:pt x="3497" y="3435"/>
                    <a:pt x="2993" y="3435"/>
                  </a:cubicBezTo>
                  <a:lnTo>
                    <a:pt x="347" y="3435"/>
                  </a:lnTo>
                  <a:cubicBezTo>
                    <a:pt x="158" y="3435"/>
                    <a:pt x="0" y="3592"/>
                    <a:pt x="0" y="3781"/>
                  </a:cubicBezTo>
                  <a:lnTo>
                    <a:pt x="0" y="5168"/>
                  </a:lnTo>
                  <a:cubicBezTo>
                    <a:pt x="0" y="5357"/>
                    <a:pt x="158" y="5514"/>
                    <a:pt x="347" y="5514"/>
                  </a:cubicBezTo>
                  <a:lnTo>
                    <a:pt x="2993" y="5514"/>
                  </a:lnTo>
                  <a:cubicBezTo>
                    <a:pt x="3371" y="5514"/>
                    <a:pt x="3781" y="5640"/>
                    <a:pt x="4128" y="5798"/>
                  </a:cubicBezTo>
                  <a:lnTo>
                    <a:pt x="5829" y="6711"/>
                  </a:lnTo>
                  <a:cubicBezTo>
                    <a:pt x="6049" y="6806"/>
                    <a:pt x="6364" y="6900"/>
                    <a:pt x="6648" y="6900"/>
                  </a:cubicBezTo>
                  <a:lnTo>
                    <a:pt x="10838" y="6900"/>
                  </a:lnTo>
                  <a:cubicBezTo>
                    <a:pt x="11405" y="6900"/>
                    <a:pt x="11846" y="6428"/>
                    <a:pt x="11846" y="5861"/>
                  </a:cubicBezTo>
                  <a:cubicBezTo>
                    <a:pt x="11846" y="5451"/>
                    <a:pt x="11563" y="5042"/>
                    <a:pt x="11122" y="4884"/>
                  </a:cubicBezTo>
                  <a:lnTo>
                    <a:pt x="11122" y="3088"/>
                  </a:lnTo>
                  <a:cubicBezTo>
                    <a:pt x="11563" y="2805"/>
                    <a:pt x="11846" y="2301"/>
                    <a:pt x="11846" y="1734"/>
                  </a:cubicBezTo>
                  <a:cubicBezTo>
                    <a:pt x="11846" y="788"/>
                    <a:pt x="11059" y="1"/>
                    <a:pt x="1011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9" name="Google Shape;10659;p135"/>
            <p:cNvSpPr/>
            <p:nvPr/>
          </p:nvSpPr>
          <p:spPr>
            <a:xfrm>
              <a:off x="-26215825" y="2341200"/>
              <a:ext cx="296975" cy="119750"/>
            </a:xfrm>
            <a:custGeom>
              <a:rect b="b" l="l" r="r" t="t"/>
              <a:pathLst>
                <a:path extrusionOk="0" h="4790" w="11879">
                  <a:moveTo>
                    <a:pt x="10807" y="1702"/>
                  </a:moveTo>
                  <a:cubicBezTo>
                    <a:pt x="10996" y="1702"/>
                    <a:pt x="11154" y="1859"/>
                    <a:pt x="11154" y="2048"/>
                  </a:cubicBezTo>
                  <a:cubicBezTo>
                    <a:pt x="11154" y="2237"/>
                    <a:pt x="10996" y="2395"/>
                    <a:pt x="10807" y="2395"/>
                  </a:cubicBezTo>
                  <a:lnTo>
                    <a:pt x="10461" y="2395"/>
                  </a:lnTo>
                  <a:lnTo>
                    <a:pt x="10461" y="1702"/>
                  </a:lnTo>
                  <a:close/>
                  <a:moveTo>
                    <a:pt x="2112" y="788"/>
                  </a:moveTo>
                  <a:lnTo>
                    <a:pt x="9484" y="1292"/>
                  </a:lnTo>
                  <a:cubicBezTo>
                    <a:pt x="9641" y="1355"/>
                    <a:pt x="9799" y="1450"/>
                    <a:pt x="9799" y="1670"/>
                  </a:cubicBezTo>
                  <a:lnTo>
                    <a:pt x="9799" y="2489"/>
                  </a:lnTo>
                  <a:cubicBezTo>
                    <a:pt x="9799" y="2647"/>
                    <a:pt x="9673" y="2805"/>
                    <a:pt x="9515" y="2836"/>
                  </a:cubicBezTo>
                  <a:lnTo>
                    <a:pt x="2112" y="3907"/>
                  </a:lnTo>
                  <a:lnTo>
                    <a:pt x="2112" y="788"/>
                  </a:lnTo>
                  <a:close/>
                  <a:moveTo>
                    <a:pt x="726" y="725"/>
                  </a:moveTo>
                  <a:lnTo>
                    <a:pt x="1450" y="757"/>
                  </a:lnTo>
                  <a:lnTo>
                    <a:pt x="1450" y="3970"/>
                  </a:lnTo>
                  <a:lnTo>
                    <a:pt x="726" y="4065"/>
                  </a:lnTo>
                  <a:lnTo>
                    <a:pt x="726" y="725"/>
                  </a:lnTo>
                  <a:close/>
                  <a:moveTo>
                    <a:pt x="379" y="1"/>
                  </a:moveTo>
                  <a:cubicBezTo>
                    <a:pt x="316" y="1"/>
                    <a:pt x="190" y="32"/>
                    <a:pt x="95" y="64"/>
                  </a:cubicBezTo>
                  <a:cubicBezTo>
                    <a:pt x="32" y="158"/>
                    <a:pt x="1" y="221"/>
                    <a:pt x="1" y="316"/>
                  </a:cubicBezTo>
                  <a:lnTo>
                    <a:pt x="1" y="4506"/>
                  </a:lnTo>
                  <a:cubicBezTo>
                    <a:pt x="32" y="4569"/>
                    <a:pt x="64" y="4695"/>
                    <a:pt x="127" y="4726"/>
                  </a:cubicBezTo>
                  <a:cubicBezTo>
                    <a:pt x="221" y="4758"/>
                    <a:pt x="284" y="4789"/>
                    <a:pt x="379" y="4789"/>
                  </a:cubicBezTo>
                  <a:lnTo>
                    <a:pt x="410" y="4789"/>
                  </a:lnTo>
                  <a:lnTo>
                    <a:pt x="9578" y="3498"/>
                  </a:lnTo>
                  <a:cubicBezTo>
                    <a:pt x="9862" y="3466"/>
                    <a:pt x="10145" y="3309"/>
                    <a:pt x="10303" y="3057"/>
                  </a:cubicBezTo>
                  <a:lnTo>
                    <a:pt x="10870" y="3057"/>
                  </a:lnTo>
                  <a:cubicBezTo>
                    <a:pt x="11437" y="3057"/>
                    <a:pt x="11878" y="2584"/>
                    <a:pt x="11878" y="2048"/>
                  </a:cubicBezTo>
                  <a:cubicBezTo>
                    <a:pt x="11878" y="1481"/>
                    <a:pt x="11406" y="1009"/>
                    <a:pt x="10870" y="1009"/>
                  </a:cubicBezTo>
                  <a:lnTo>
                    <a:pt x="10272" y="1009"/>
                  </a:lnTo>
                  <a:cubicBezTo>
                    <a:pt x="10114" y="788"/>
                    <a:pt x="9830" y="662"/>
                    <a:pt x="9515" y="631"/>
                  </a:cubicBezTo>
                  <a:lnTo>
                    <a:pt x="379"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60" name="Google Shape;10660;p135"/>
          <p:cNvGrpSpPr/>
          <p:nvPr/>
        </p:nvGrpSpPr>
        <p:grpSpPr>
          <a:xfrm>
            <a:off x="7573357" y="2224674"/>
            <a:ext cx="291033" cy="353180"/>
            <a:chOff x="-26179575" y="2710600"/>
            <a:chExt cx="243400" cy="295375"/>
          </a:xfrm>
        </p:grpSpPr>
        <p:sp>
          <p:nvSpPr>
            <p:cNvPr id="10661" name="Google Shape;10661;p135"/>
            <p:cNvSpPr/>
            <p:nvPr/>
          </p:nvSpPr>
          <p:spPr>
            <a:xfrm>
              <a:off x="-26179575" y="2710600"/>
              <a:ext cx="243400" cy="295375"/>
            </a:xfrm>
            <a:custGeom>
              <a:rect b="b" l="l" r="r" t="t"/>
              <a:pathLst>
                <a:path extrusionOk="0" h="11815" w="9736">
                  <a:moveTo>
                    <a:pt x="7719" y="693"/>
                  </a:moveTo>
                  <a:cubicBezTo>
                    <a:pt x="7845" y="977"/>
                    <a:pt x="7971" y="1166"/>
                    <a:pt x="8191" y="1418"/>
                  </a:cubicBezTo>
                  <a:lnTo>
                    <a:pt x="1008" y="1418"/>
                  </a:lnTo>
                  <a:cubicBezTo>
                    <a:pt x="819" y="1418"/>
                    <a:pt x="662" y="1261"/>
                    <a:pt x="662" y="1072"/>
                  </a:cubicBezTo>
                  <a:cubicBezTo>
                    <a:pt x="662" y="851"/>
                    <a:pt x="819" y="693"/>
                    <a:pt x="1008" y="693"/>
                  </a:cubicBezTo>
                  <a:close/>
                  <a:moveTo>
                    <a:pt x="8979" y="2080"/>
                  </a:moveTo>
                  <a:lnTo>
                    <a:pt x="8979" y="11153"/>
                  </a:lnTo>
                  <a:lnTo>
                    <a:pt x="2048" y="11153"/>
                  </a:lnTo>
                  <a:lnTo>
                    <a:pt x="2048" y="2080"/>
                  </a:lnTo>
                  <a:close/>
                  <a:moveTo>
                    <a:pt x="662" y="2048"/>
                  </a:moveTo>
                  <a:cubicBezTo>
                    <a:pt x="788" y="2080"/>
                    <a:pt x="882" y="2111"/>
                    <a:pt x="1008" y="2111"/>
                  </a:cubicBezTo>
                  <a:lnTo>
                    <a:pt x="1355" y="2111"/>
                  </a:lnTo>
                  <a:lnTo>
                    <a:pt x="1355" y="11185"/>
                  </a:lnTo>
                  <a:cubicBezTo>
                    <a:pt x="977" y="11153"/>
                    <a:pt x="662" y="10838"/>
                    <a:pt x="662" y="10460"/>
                  </a:cubicBezTo>
                  <a:lnTo>
                    <a:pt x="662" y="2048"/>
                  </a:lnTo>
                  <a:close/>
                  <a:moveTo>
                    <a:pt x="1008" y="0"/>
                  </a:moveTo>
                  <a:cubicBezTo>
                    <a:pt x="410" y="0"/>
                    <a:pt x="0" y="473"/>
                    <a:pt x="0" y="1009"/>
                  </a:cubicBezTo>
                  <a:lnTo>
                    <a:pt x="0" y="10428"/>
                  </a:lnTo>
                  <a:cubicBezTo>
                    <a:pt x="0" y="11185"/>
                    <a:pt x="630" y="11815"/>
                    <a:pt x="1355" y="11815"/>
                  </a:cubicBezTo>
                  <a:lnTo>
                    <a:pt x="9357" y="11815"/>
                  </a:lnTo>
                  <a:cubicBezTo>
                    <a:pt x="9578" y="11815"/>
                    <a:pt x="9735" y="11657"/>
                    <a:pt x="9735" y="11468"/>
                  </a:cubicBezTo>
                  <a:lnTo>
                    <a:pt x="9672" y="1733"/>
                  </a:lnTo>
                  <a:cubicBezTo>
                    <a:pt x="9672" y="1576"/>
                    <a:pt x="9609" y="1450"/>
                    <a:pt x="9452" y="1418"/>
                  </a:cubicBezTo>
                  <a:cubicBezTo>
                    <a:pt x="8885" y="1229"/>
                    <a:pt x="8443" y="788"/>
                    <a:pt x="8254" y="221"/>
                  </a:cubicBezTo>
                  <a:cubicBezTo>
                    <a:pt x="8223" y="63"/>
                    <a:pt x="8065" y="0"/>
                    <a:pt x="793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2" name="Google Shape;10662;p135"/>
            <p:cNvSpPr/>
            <p:nvPr/>
          </p:nvSpPr>
          <p:spPr>
            <a:xfrm>
              <a:off x="-26092950" y="2797225"/>
              <a:ext cx="120525" cy="121325"/>
            </a:xfrm>
            <a:custGeom>
              <a:rect b="b" l="l" r="r" t="t"/>
              <a:pathLst>
                <a:path extrusionOk="0" h="4853" w="4821">
                  <a:moveTo>
                    <a:pt x="2742" y="694"/>
                  </a:moveTo>
                  <a:lnTo>
                    <a:pt x="2742" y="1734"/>
                  </a:lnTo>
                  <a:cubicBezTo>
                    <a:pt x="2742" y="1923"/>
                    <a:pt x="2899" y="2080"/>
                    <a:pt x="3088" y="2080"/>
                  </a:cubicBezTo>
                  <a:lnTo>
                    <a:pt x="4128" y="2080"/>
                  </a:lnTo>
                  <a:lnTo>
                    <a:pt x="4128" y="2805"/>
                  </a:lnTo>
                  <a:lnTo>
                    <a:pt x="3088" y="2805"/>
                  </a:lnTo>
                  <a:cubicBezTo>
                    <a:pt x="2899" y="2805"/>
                    <a:pt x="2742" y="2962"/>
                    <a:pt x="2742" y="3151"/>
                  </a:cubicBezTo>
                  <a:lnTo>
                    <a:pt x="2742" y="4160"/>
                  </a:lnTo>
                  <a:lnTo>
                    <a:pt x="2048" y="4160"/>
                  </a:lnTo>
                  <a:lnTo>
                    <a:pt x="2048" y="3151"/>
                  </a:lnTo>
                  <a:cubicBezTo>
                    <a:pt x="2048" y="2962"/>
                    <a:pt x="1891" y="2805"/>
                    <a:pt x="1670" y="2805"/>
                  </a:cubicBezTo>
                  <a:lnTo>
                    <a:pt x="662" y="2805"/>
                  </a:lnTo>
                  <a:lnTo>
                    <a:pt x="662" y="2080"/>
                  </a:lnTo>
                  <a:lnTo>
                    <a:pt x="1670" y="2080"/>
                  </a:lnTo>
                  <a:cubicBezTo>
                    <a:pt x="1891" y="2080"/>
                    <a:pt x="2048" y="1923"/>
                    <a:pt x="2048" y="1734"/>
                  </a:cubicBezTo>
                  <a:lnTo>
                    <a:pt x="2048" y="694"/>
                  </a:lnTo>
                  <a:close/>
                  <a:moveTo>
                    <a:pt x="1733" y="1"/>
                  </a:moveTo>
                  <a:cubicBezTo>
                    <a:pt x="1513" y="1"/>
                    <a:pt x="1355" y="158"/>
                    <a:pt x="1355" y="347"/>
                  </a:cubicBezTo>
                  <a:lnTo>
                    <a:pt x="1355" y="1387"/>
                  </a:lnTo>
                  <a:lnTo>
                    <a:pt x="347" y="1387"/>
                  </a:lnTo>
                  <a:cubicBezTo>
                    <a:pt x="158" y="1387"/>
                    <a:pt x="1" y="1545"/>
                    <a:pt x="1" y="1734"/>
                  </a:cubicBezTo>
                  <a:lnTo>
                    <a:pt x="1" y="3120"/>
                  </a:lnTo>
                  <a:cubicBezTo>
                    <a:pt x="1" y="3309"/>
                    <a:pt x="158" y="3466"/>
                    <a:pt x="347" y="3466"/>
                  </a:cubicBezTo>
                  <a:lnTo>
                    <a:pt x="1355" y="3466"/>
                  </a:lnTo>
                  <a:lnTo>
                    <a:pt x="1355" y="4475"/>
                  </a:lnTo>
                  <a:cubicBezTo>
                    <a:pt x="1355" y="4695"/>
                    <a:pt x="1513" y="4853"/>
                    <a:pt x="1733" y="4853"/>
                  </a:cubicBezTo>
                  <a:lnTo>
                    <a:pt x="3088" y="4853"/>
                  </a:lnTo>
                  <a:cubicBezTo>
                    <a:pt x="3309" y="4853"/>
                    <a:pt x="3466" y="4695"/>
                    <a:pt x="3466" y="4475"/>
                  </a:cubicBezTo>
                  <a:lnTo>
                    <a:pt x="3466" y="3466"/>
                  </a:lnTo>
                  <a:lnTo>
                    <a:pt x="4474" y="3466"/>
                  </a:lnTo>
                  <a:cubicBezTo>
                    <a:pt x="4663" y="3466"/>
                    <a:pt x="4821" y="3309"/>
                    <a:pt x="4821" y="3120"/>
                  </a:cubicBezTo>
                  <a:lnTo>
                    <a:pt x="4821" y="1734"/>
                  </a:lnTo>
                  <a:cubicBezTo>
                    <a:pt x="4821" y="1545"/>
                    <a:pt x="4663" y="1387"/>
                    <a:pt x="4474" y="1387"/>
                  </a:cubicBezTo>
                  <a:lnTo>
                    <a:pt x="3466" y="1387"/>
                  </a:lnTo>
                  <a:lnTo>
                    <a:pt x="3466" y="347"/>
                  </a:lnTo>
                  <a:cubicBezTo>
                    <a:pt x="3466" y="158"/>
                    <a:pt x="3309" y="1"/>
                    <a:pt x="308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3" name="Google Shape;10663;p135"/>
            <p:cNvSpPr/>
            <p:nvPr/>
          </p:nvSpPr>
          <p:spPr>
            <a:xfrm>
              <a:off x="-26094525" y="2954750"/>
              <a:ext cx="122100" cy="17350"/>
            </a:xfrm>
            <a:custGeom>
              <a:rect b="b" l="l" r="r" t="t"/>
              <a:pathLst>
                <a:path extrusionOk="0" h="694" w="4884">
                  <a:moveTo>
                    <a:pt x="379" y="1"/>
                  </a:moveTo>
                  <a:cubicBezTo>
                    <a:pt x="158" y="1"/>
                    <a:pt x="1" y="158"/>
                    <a:pt x="1" y="347"/>
                  </a:cubicBezTo>
                  <a:cubicBezTo>
                    <a:pt x="1" y="536"/>
                    <a:pt x="158" y="694"/>
                    <a:pt x="379" y="694"/>
                  </a:cubicBezTo>
                  <a:lnTo>
                    <a:pt x="4537" y="694"/>
                  </a:lnTo>
                  <a:cubicBezTo>
                    <a:pt x="4726" y="694"/>
                    <a:pt x="4884" y="536"/>
                    <a:pt x="4884" y="347"/>
                  </a:cubicBezTo>
                  <a:cubicBezTo>
                    <a:pt x="4884" y="158"/>
                    <a:pt x="4726" y="1"/>
                    <a:pt x="453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64" name="Google Shape;10664;p135"/>
          <p:cNvGrpSpPr/>
          <p:nvPr/>
        </p:nvGrpSpPr>
        <p:grpSpPr>
          <a:xfrm>
            <a:off x="6212417" y="2666048"/>
            <a:ext cx="337187" cy="353180"/>
            <a:chOff x="-24328675" y="1971025"/>
            <a:chExt cx="282000" cy="295375"/>
          </a:xfrm>
        </p:grpSpPr>
        <p:sp>
          <p:nvSpPr>
            <p:cNvPr id="10665" name="Google Shape;10665;p135"/>
            <p:cNvSpPr/>
            <p:nvPr/>
          </p:nvSpPr>
          <p:spPr>
            <a:xfrm>
              <a:off x="-24217625" y="2092325"/>
              <a:ext cx="52025" cy="51200"/>
            </a:xfrm>
            <a:custGeom>
              <a:rect b="b" l="l" r="r" t="t"/>
              <a:pathLst>
                <a:path extrusionOk="0" h="2048" w="2081">
                  <a:moveTo>
                    <a:pt x="1009" y="693"/>
                  </a:moveTo>
                  <a:cubicBezTo>
                    <a:pt x="1230" y="693"/>
                    <a:pt x="1387" y="851"/>
                    <a:pt x="1387" y="1071"/>
                  </a:cubicBezTo>
                  <a:cubicBezTo>
                    <a:pt x="1387" y="1260"/>
                    <a:pt x="1230" y="1418"/>
                    <a:pt x="1009" y="1418"/>
                  </a:cubicBezTo>
                  <a:cubicBezTo>
                    <a:pt x="820" y="1418"/>
                    <a:pt x="663" y="1260"/>
                    <a:pt x="663" y="1071"/>
                  </a:cubicBezTo>
                  <a:cubicBezTo>
                    <a:pt x="663" y="851"/>
                    <a:pt x="820" y="693"/>
                    <a:pt x="1009" y="693"/>
                  </a:cubicBezTo>
                  <a:close/>
                  <a:moveTo>
                    <a:pt x="1009" y="0"/>
                  </a:moveTo>
                  <a:cubicBezTo>
                    <a:pt x="442" y="0"/>
                    <a:pt x="1" y="473"/>
                    <a:pt x="1" y="1008"/>
                  </a:cubicBezTo>
                  <a:cubicBezTo>
                    <a:pt x="1" y="1607"/>
                    <a:pt x="474" y="2048"/>
                    <a:pt x="1009" y="2048"/>
                  </a:cubicBezTo>
                  <a:cubicBezTo>
                    <a:pt x="1576" y="2048"/>
                    <a:pt x="2049" y="1575"/>
                    <a:pt x="2049" y="1008"/>
                  </a:cubicBezTo>
                  <a:cubicBezTo>
                    <a:pt x="2080" y="473"/>
                    <a:pt x="1608" y="0"/>
                    <a:pt x="100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6" name="Google Shape;10666;p135"/>
            <p:cNvSpPr/>
            <p:nvPr/>
          </p:nvSpPr>
          <p:spPr>
            <a:xfrm>
              <a:off x="-24328675" y="1971025"/>
              <a:ext cx="282000" cy="295375"/>
            </a:xfrm>
            <a:custGeom>
              <a:rect b="b" l="l" r="r" t="t"/>
              <a:pathLst>
                <a:path extrusionOk="0" h="11815" w="11280">
                  <a:moveTo>
                    <a:pt x="2017" y="2080"/>
                  </a:moveTo>
                  <a:cubicBezTo>
                    <a:pt x="2206" y="2080"/>
                    <a:pt x="2364" y="2237"/>
                    <a:pt x="2364" y="2458"/>
                  </a:cubicBezTo>
                  <a:cubicBezTo>
                    <a:pt x="2364" y="2647"/>
                    <a:pt x="2206" y="2804"/>
                    <a:pt x="2017" y="2804"/>
                  </a:cubicBezTo>
                  <a:cubicBezTo>
                    <a:pt x="1797" y="2804"/>
                    <a:pt x="1639" y="2647"/>
                    <a:pt x="1639" y="2458"/>
                  </a:cubicBezTo>
                  <a:cubicBezTo>
                    <a:pt x="1639" y="2237"/>
                    <a:pt x="1797" y="2080"/>
                    <a:pt x="2017" y="2080"/>
                  </a:cubicBezTo>
                  <a:close/>
                  <a:moveTo>
                    <a:pt x="5451" y="662"/>
                  </a:moveTo>
                  <a:cubicBezTo>
                    <a:pt x="5861" y="662"/>
                    <a:pt x="6302" y="1198"/>
                    <a:pt x="6617" y="2080"/>
                  </a:cubicBezTo>
                  <a:cubicBezTo>
                    <a:pt x="6680" y="2237"/>
                    <a:pt x="6743" y="2458"/>
                    <a:pt x="6806" y="2647"/>
                  </a:cubicBezTo>
                  <a:cubicBezTo>
                    <a:pt x="6365" y="2804"/>
                    <a:pt x="5955" y="2962"/>
                    <a:pt x="5451" y="3151"/>
                  </a:cubicBezTo>
                  <a:cubicBezTo>
                    <a:pt x="5042" y="2962"/>
                    <a:pt x="4569" y="2773"/>
                    <a:pt x="4128" y="2647"/>
                  </a:cubicBezTo>
                  <a:cubicBezTo>
                    <a:pt x="4191" y="2458"/>
                    <a:pt x="4254" y="2237"/>
                    <a:pt x="4317" y="2080"/>
                  </a:cubicBezTo>
                  <a:cubicBezTo>
                    <a:pt x="4632" y="1229"/>
                    <a:pt x="5073" y="662"/>
                    <a:pt x="5451" y="662"/>
                  </a:cubicBezTo>
                  <a:close/>
                  <a:moveTo>
                    <a:pt x="3970" y="3308"/>
                  </a:moveTo>
                  <a:cubicBezTo>
                    <a:pt x="4191" y="3403"/>
                    <a:pt x="4411" y="3466"/>
                    <a:pt x="4632" y="3560"/>
                  </a:cubicBezTo>
                  <a:cubicBezTo>
                    <a:pt x="4506" y="3623"/>
                    <a:pt x="4380" y="3718"/>
                    <a:pt x="4254" y="3781"/>
                  </a:cubicBezTo>
                  <a:cubicBezTo>
                    <a:pt x="4128" y="3875"/>
                    <a:pt x="4002" y="3938"/>
                    <a:pt x="3844" y="4033"/>
                  </a:cubicBezTo>
                  <a:lnTo>
                    <a:pt x="3970" y="3308"/>
                  </a:lnTo>
                  <a:close/>
                  <a:moveTo>
                    <a:pt x="6963" y="3340"/>
                  </a:moveTo>
                  <a:lnTo>
                    <a:pt x="7089" y="4064"/>
                  </a:lnTo>
                  <a:cubicBezTo>
                    <a:pt x="6963" y="3970"/>
                    <a:pt x="6806" y="3907"/>
                    <a:pt x="6680" y="3812"/>
                  </a:cubicBezTo>
                  <a:cubicBezTo>
                    <a:pt x="6554" y="3718"/>
                    <a:pt x="6396" y="3655"/>
                    <a:pt x="6302" y="3592"/>
                  </a:cubicBezTo>
                  <a:cubicBezTo>
                    <a:pt x="6522" y="3497"/>
                    <a:pt x="6774" y="3403"/>
                    <a:pt x="6963" y="3340"/>
                  </a:cubicBezTo>
                  <a:close/>
                  <a:moveTo>
                    <a:pt x="10240" y="4285"/>
                  </a:moveTo>
                  <a:cubicBezTo>
                    <a:pt x="10271" y="4285"/>
                    <a:pt x="10366" y="4285"/>
                    <a:pt x="10397" y="4317"/>
                  </a:cubicBezTo>
                  <a:cubicBezTo>
                    <a:pt x="10460" y="4380"/>
                    <a:pt x="10523" y="4443"/>
                    <a:pt x="10555" y="4537"/>
                  </a:cubicBezTo>
                  <a:cubicBezTo>
                    <a:pt x="10586" y="4600"/>
                    <a:pt x="10555" y="4726"/>
                    <a:pt x="10492" y="4821"/>
                  </a:cubicBezTo>
                  <a:cubicBezTo>
                    <a:pt x="10452" y="4920"/>
                    <a:pt x="10336" y="4982"/>
                    <a:pt x="10225" y="4982"/>
                  </a:cubicBezTo>
                  <a:cubicBezTo>
                    <a:pt x="10160" y="4982"/>
                    <a:pt x="10097" y="4961"/>
                    <a:pt x="10051" y="4915"/>
                  </a:cubicBezTo>
                  <a:cubicBezTo>
                    <a:pt x="9956" y="4884"/>
                    <a:pt x="9925" y="4821"/>
                    <a:pt x="9893" y="4726"/>
                  </a:cubicBezTo>
                  <a:cubicBezTo>
                    <a:pt x="9830" y="4663"/>
                    <a:pt x="9893" y="4537"/>
                    <a:pt x="9925" y="4443"/>
                  </a:cubicBezTo>
                  <a:cubicBezTo>
                    <a:pt x="9988" y="4348"/>
                    <a:pt x="10114" y="4285"/>
                    <a:pt x="10240" y="4285"/>
                  </a:cubicBezTo>
                  <a:close/>
                  <a:moveTo>
                    <a:pt x="8922" y="2925"/>
                  </a:moveTo>
                  <a:cubicBezTo>
                    <a:pt x="9452" y="2925"/>
                    <a:pt x="9823" y="3054"/>
                    <a:pt x="9956" y="3277"/>
                  </a:cubicBezTo>
                  <a:cubicBezTo>
                    <a:pt x="9988" y="3340"/>
                    <a:pt x="10019" y="3466"/>
                    <a:pt x="10019" y="3592"/>
                  </a:cubicBezTo>
                  <a:cubicBezTo>
                    <a:pt x="9704" y="3623"/>
                    <a:pt x="9452" y="3812"/>
                    <a:pt x="9295" y="4096"/>
                  </a:cubicBezTo>
                  <a:cubicBezTo>
                    <a:pt x="9137" y="4317"/>
                    <a:pt x="9137" y="4600"/>
                    <a:pt x="9169" y="4884"/>
                  </a:cubicBezTo>
                  <a:cubicBezTo>
                    <a:pt x="9169" y="4978"/>
                    <a:pt x="9200" y="5010"/>
                    <a:pt x="9232" y="5041"/>
                  </a:cubicBezTo>
                  <a:cubicBezTo>
                    <a:pt x="9169" y="5167"/>
                    <a:pt x="9043" y="5293"/>
                    <a:pt x="8917" y="5388"/>
                  </a:cubicBezTo>
                  <a:cubicBezTo>
                    <a:pt x="8570" y="5073"/>
                    <a:pt x="8224" y="4821"/>
                    <a:pt x="7814" y="4537"/>
                  </a:cubicBezTo>
                  <a:cubicBezTo>
                    <a:pt x="7783" y="4033"/>
                    <a:pt x="7719" y="3560"/>
                    <a:pt x="7625" y="3119"/>
                  </a:cubicBezTo>
                  <a:cubicBezTo>
                    <a:pt x="7814" y="3088"/>
                    <a:pt x="8035" y="3025"/>
                    <a:pt x="8192" y="2993"/>
                  </a:cubicBezTo>
                  <a:cubicBezTo>
                    <a:pt x="8459" y="2947"/>
                    <a:pt x="8704" y="2925"/>
                    <a:pt x="8922" y="2925"/>
                  </a:cubicBezTo>
                  <a:close/>
                  <a:moveTo>
                    <a:pt x="2868" y="3088"/>
                  </a:moveTo>
                  <a:lnTo>
                    <a:pt x="3340" y="3182"/>
                  </a:lnTo>
                  <a:cubicBezTo>
                    <a:pt x="3246" y="3623"/>
                    <a:pt x="3183" y="4096"/>
                    <a:pt x="3151" y="4600"/>
                  </a:cubicBezTo>
                  <a:cubicBezTo>
                    <a:pt x="2742" y="4884"/>
                    <a:pt x="2364" y="5199"/>
                    <a:pt x="2049" y="5482"/>
                  </a:cubicBezTo>
                  <a:cubicBezTo>
                    <a:pt x="1891" y="5325"/>
                    <a:pt x="1765" y="5199"/>
                    <a:pt x="1639" y="5041"/>
                  </a:cubicBezTo>
                  <a:cubicBezTo>
                    <a:pt x="1009" y="4253"/>
                    <a:pt x="788" y="3623"/>
                    <a:pt x="977" y="3308"/>
                  </a:cubicBezTo>
                  <a:cubicBezTo>
                    <a:pt x="1009" y="3245"/>
                    <a:pt x="1103" y="3151"/>
                    <a:pt x="1198" y="3119"/>
                  </a:cubicBezTo>
                  <a:cubicBezTo>
                    <a:pt x="1419" y="3340"/>
                    <a:pt x="1671" y="3497"/>
                    <a:pt x="1986" y="3497"/>
                  </a:cubicBezTo>
                  <a:cubicBezTo>
                    <a:pt x="2364" y="3497"/>
                    <a:pt x="2679" y="3308"/>
                    <a:pt x="2868" y="3088"/>
                  </a:cubicBezTo>
                  <a:close/>
                  <a:moveTo>
                    <a:pt x="3057" y="5451"/>
                  </a:moveTo>
                  <a:lnTo>
                    <a:pt x="3057" y="5923"/>
                  </a:lnTo>
                  <a:lnTo>
                    <a:pt x="3057" y="6364"/>
                  </a:lnTo>
                  <a:cubicBezTo>
                    <a:pt x="2868" y="6207"/>
                    <a:pt x="2679" y="6049"/>
                    <a:pt x="2521" y="5923"/>
                  </a:cubicBezTo>
                  <a:cubicBezTo>
                    <a:pt x="2679" y="5766"/>
                    <a:pt x="2868" y="5577"/>
                    <a:pt x="3057" y="5451"/>
                  </a:cubicBezTo>
                  <a:close/>
                  <a:moveTo>
                    <a:pt x="7909" y="5451"/>
                  </a:moveTo>
                  <a:cubicBezTo>
                    <a:pt x="8098" y="5577"/>
                    <a:pt x="8318" y="5766"/>
                    <a:pt x="8476" y="5923"/>
                  </a:cubicBezTo>
                  <a:cubicBezTo>
                    <a:pt x="8318" y="6081"/>
                    <a:pt x="8098" y="6238"/>
                    <a:pt x="7909" y="6364"/>
                  </a:cubicBezTo>
                  <a:lnTo>
                    <a:pt x="7909" y="5923"/>
                  </a:lnTo>
                  <a:lnTo>
                    <a:pt x="7909" y="5451"/>
                  </a:lnTo>
                  <a:close/>
                  <a:moveTo>
                    <a:pt x="5483" y="3938"/>
                  </a:moveTo>
                  <a:cubicBezTo>
                    <a:pt x="5735" y="4096"/>
                    <a:pt x="6050" y="4253"/>
                    <a:pt x="6333" y="4411"/>
                  </a:cubicBezTo>
                  <a:cubicBezTo>
                    <a:pt x="6617" y="4569"/>
                    <a:pt x="6900" y="4758"/>
                    <a:pt x="7152" y="4915"/>
                  </a:cubicBezTo>
                  <a:cubicBezTo>
                    <a:pt x="7184" y="5230"/>
                    <a:pt x="7184" y="5545"/>
                    <a:pt x="7184" y="5923"/>
                  </a:cubicBezTo>
                  <a:cubicBezTo>
                    <a:pt x="7184" y="6238"/>
                    <a:pt x="7184" y="6585"/>
                    <a:pt x="7152" y="6900"/>
                  </a:cubicBezTo>
                  <a:cubicBezTo>
                    <a:pt x="6932" y="7057"/>
                    <a:pt x="6648" y="7246"/>
                    <a:pt x="6333" y="7404"/>
                  </a:cubicBezTo>
                  <a:cubicBezTo>
                    <a:pt x="6050" y="7562"/>
                    <a:pt x="5735" y="7719"/>
                    <a:pt x="5483" y="7877"/>
                  </a:cubicBezTo>
                  <a:cubicBezTo>
                    <a:pt x="5199" y="7719"/>
                    <a:pt x="4884" y="7562"/>
                    <a:pt x="4601" y="7404"/>
                  </a:cubicBezTo>
                  <a:cubicBezTo>
                    <a:pt x="4317" y="7246"/>
                    <a:pt x="4065" y="7057"/>
                    <a:pt x="3781" y="6900"/>
                  </a:cubicBezTo>
                  <a:cubicBezTo>
                    <a:pt x="3750" y="6585"/>
                    <a:pt x="3750" y="6238"/>
                    <a:pt x="3750" y="5923"/>
                  </a:cubicBezTo>
                  <a:cubicBezTo>
                    <a:pt x="3750" y="5577"/>
                    <a:pt x="3750" y="5230"/>
                    <a:pt x="3781" y="4915"/>
                  </a:cubicBezTo>
                  <a:cubicBezTo>
                    <a:pt x="4065" y="4726"/>
                    <a:pt x="4317" y="4569"/>
                    <a:pt x="4601" y="4411"/>
                  </a:cubicBezTo>
                  <a:cubicBezTo>
                    <a:pt x="4884" y="4253"/>
                    <a:pt x="5199" y="4096"/>
                    <a:pt x="5483" y="3938"/>
                  </a:cubicBezTo>
                  <a:close/>
                  <a:moveTo>
                    <a:pt x="3876" y="7751"/>
                  </a:moveTo>
                  <a:cubicBezTo>
                    <a:pt x="4002" y="7845"/>
                    <a:pt x="4159" y="7908"/>
                    <a:pt x="4285" y="8003"/>
                  </a:cubicBezTo>
                  <a:cubicBezTo>
                    <a:pt x="4411" y="8066"/>
                    <a:pt x="4506" y="8160"/>
                    <a:pt x="4664" y="8223"/>
                  </a:cubicBezTo>
                  <a:cubicBezTo>
                    <a:pt x="4443" y="8318"/>
                    <a:pt x="4191" y="8444"/>
                    <a:pt x="4002" y="8475"/>
                  </a:cubicBezTo>
                  <a:lnTo>
                    <a:pt x="3876" y="7751"/>
                  </a:lnTo>
                  <a:close/>
                  <a:moveTo>
                    <a:pt x="7089" y="7751"/>
                  </a:moveTo>
                  <a:lnTo>
                    <a:pt x="6963" y="8475"/>
                  </a:lnTo>
                  <a:cubicBezTo>
                    <a:pt x="6711" y="8381"/>
                    <a:pt x="6522" y="8318"/>
                    <a:pt x="6302" y="8223"/>
                  </a:cubicBezTo>
                  <a:cubicBezTo>
                    <a:pt x="6396" y="8160"/>
                    <a:pt x="6554" y="8066"/>
                    <a:pt x="6680" y="8003"/>
                  </a:cubicBezTo>
                  <a:cubicBezTo>
                    <a:pt x="6806" y="7908"/>
                    <a:pt x="6963" y="7845"/>
                    <a:pt x="7089" y="7751"/>
                  </a:cubicBezTo>
                  <a:close/>
                  <a:moveTo>
                    <a:pt x="1986" y="6396"/>
                  </a:moveTo>
                  <a:cubicBezTo>
                    <a:pt x="2364" y="6711"/>
                    <a:pt x="2710" y="6963"/>
                    <a:pt x="3088" y="7278"/>
                  </a:cubicBezTo>
                  <a:cubicBezTo>
                    <a:pt x="3151" y="7814"/>
                    <a:pt x="3214" y="8286"/>
                    <a:pt x="3309" y="8696"/>
                  </a:cubicBezTo>
                  <a:cubicBezTo>
                    <a:pt x="3088" y="8727"/>
                    <a:pt x="2931" y="8790"/>
                    <a:pt x="2742" y="8790"/>
                  </a:cubicBezTo>
                  <a:cubicBezTo>
                    <a:pt x="2475" y="8836"/>
                    <a:pt x="2230" y="8858"/>
                    <a:pt x="2011" y="8858"/>
                  </a:cubicBezTo>
                  <a:cubicBezTo>
                    <a:pt x="1482" y="8858"/>
                    <a:pt x="1111" y="8730"/>
                    <a:pt x="977" y="8507"/>
                  </a:cubicBezTo>
                  <a:cubicBezTo>
                    <a:pt x="788" y="8160"/>
                    <a:pt x="1009" y="7530"/>
                    <a:pt x="1608" y="6805"/>
                  </a:cubicBezTo>
                  <a:cubicBezTo>
                    <a:pt x="1734" y="6648"/>
                    <a:pt x="1828" y="6553"/>
                    <a:pt x="1986" y="6396"/>
                  </a:cubicBezTo>
                  <a:close/>
                  <a:moveTo>
                    <a:pt x="8980" y="6364"/>
                  </a:moveTo>
                  <a:cubicBezTo>
                    <a:pt x="9137" y="6553"/>
                    <a:pt x="9232" y="6648"/>
                    <a:pt x="9358" y="6805"/>
                  </a:cubicBezTo>
                  <a:cubicBezTo>
                    <a:pt x="9956" y="7530"/>
                    <a:pt x="10177" y="8160"/>
                    <a:pt x="9988" y="8507"/>
                  </a:cubicBezTo>
                  <a:cubicBezTo>
                    <a:pt x="9858" y="8745"/>
                    <a:pt x="9505" y="8864"/>
                    <a:pt x="9000" y="8864"/>
                  </a:cubicBezTo>
                  <a:cubicBezTo>
                    <a:pt x="8770" y="8864"/>
                    <a:pt x="8509" y="8839"/>
                    <a:pt x="8224" y="8790"/>
                  </a:cubicBezTo>
                  <a:cubicBezTo>
                    <a:pt x="8035" y="8727"/>
                    <a:pt x="7877" y="8696"/>
                    <a:pt x="7656" y="8664"/>
                  </a:cubicBezTo>
                  <a:cubicBezTo>
                    <a:pt x="7751" y="8223"/>
                    <a:pt x="7814" y="7751"/>
                    <a:pt x="7877" y="7246"/>
                  </a:cubicBezTo>
                  <a:cubicBezTo>
                    <a:pt x="8255" y="6963"/>
                    <a:pt x="8665" y="6648"/>
                    <a:pt x="8980" y="6364"/>
                  </a:cubicBezTo>
                  <a:close/>
                  <a:moveTo>
                    <a:pt x="4159" y="10334"/>
                  </a:moveTo>
                  <a:cubicBezTo>
                    <a:pt x="4285" y="10334"/>
                    <a:pt x="4411" y="10397"/>
                    <a:pt x="4474" y="10491"/>
                  </a:cubicBezTo>
                  <a:cubicBezTo>
                    <a:pt x="4537" y="10554"/>
                    <a:pt x="4537" y="10649"/>
                    <a:pt x="4537" y="10743"/>
                  </a:cubicBezTo>
                  <a:cubicBezTo>
                    <a:pt x="4474" y="10838"/>
                    <a:pt x="4443" y="10901"/>
                    <a:pt x="4380" y="10964"/>
                  </a:cubicBezTo>
                  <a:cubicBezTo>
                    <a:pt x="4319" y="10994"/>
                    <a:pt x="4259" y="11008"/>
                    <a:pt x="4200" y="11008"/>
                  </a:cubicBezTo>
                  <a:cubicBezTo>
                    <a:pt x="4076" y="11008"/>
                    <a:pt x="3962" y="10945"/>
                    <a:pt x="3876" y="10838"/>
                  </a:cubicBezTo>
                  <a:cubicBezTo>
                    <a:pt x="3844" y="10743"/>
                    <a:pt x="3844" y="10680"/>
                    <a:pt x="3844" y="10554"/>
                  </a:cubicBezTo>
                  <a:cubicBezTo>
                    <a:pt x="3876" y="10491"/>
                    <a:pt x="3939" y="10397"/>
                    <a:pt x="4002" y="10365"/>
                  </a:cubicBezTo>
                  <a:cubicBezTo>
                    <a:pt x="4033" y="10334"/>
                    <a:pt x="4128" y="10334"/>
                    <a:pt x="4159" y="10334"/>
                  </a:cubicBezTo>
                  <a:close/>
                  <a:moveTo>
                    <a:pt x="5420" y="8664"/>
                  </a:moveTo>
                  <a:cubicBezTo>
                    <a:pt x="5861" y="8853"/>
                    <a:pt x="6333" y="9042"/>
                    <a:pt x="6774" y="9168"/>
                  </a:cubicBezTo>
                  <a:cubicBezTo>
                    <a:pt x="6774" y="9326"/>
                    <a:pt x="6680" y="9515"/>
                    <a:pt x="6617" y="9735"/>
                  </a:cubicBezTo>
                  <a:cubicBezTo>
                    <a:pt x="6302" y="10586"/>
                    <a:pt x="5861" y="11153"/>
                    <a:pt x="5451" y="11153"/>
                  </a:cubicBezTo>
                  <a:cubicBezTo>
                    <a:pt x="5388" y="11153"/>
                    <a:pt x="5262" y="11090"/>
                    <a:pt x="5136" y="11059"/>
                  </a:cubicBezTo>
                  <a:cubicBezTo>
                    <a:pt x="5136" y="11027"/>
                    <a:pt x="5199" y="10996"/>
                    <a:pt x="5199" y="10933"/>
                  </a:cubicBezTo>
                  <a:cubicBezTo>
                    <a:pt x="5262" y="10680"/>
                    <a:pt x="5231" y="10397"/>
                    <a:pt x="5073" y="10145"/>
                  </a:cubicBezTo>
                  <a:cubicBezTo>
                    <a:pt x="4916" y="9830"/>
                    <a:pt x="4601" y="9704"/>
                    <a:pt x="4254" y="9641"/>
                  </a:cubicBezTo>
                  <a:cubicBezTo>
                    <a:pt x="4191" y="9483"/>
                    <a:pt x="4128" y="9326"/>
                    <a:pt x="4096" y="9168"/>
                  </a:cubicBezTo>
                  <a:cubicBezTo>
                    <a:pt x="4506" y="9011"/>
                    <a:pt x="4947" y="8853"/>
                    <a:pt x="5420" y="8664"/>
                  </a:cubicBezTo>
                  <a:close/>
                  <a:moveTo>
                    <a:pt x="5420" y="0"/>
                  </a:moveTo>
                  <a:cubicBezTo>
                    <a:pt x="4727" y="0"/>
                    <a:pt x="4096" y="662"/>
                    <a:pt x="3624" y="1859"/>
                  </a:cubicBezTo>
                  <a:cubicBezTo>
                    <a:pt x="3529" y="2048"/>
                    <a:pt x="3498" y="2237"/>
                    <a:pt x="3403" y="2458"/>
                  </a:cubicBezTo>
                  <a:cubicBezTo>
                    <a:pt x="3246" y="2395"/>
                    <a:pt x="3151" y="2363"/>
                    <a:pt x="2994" y="2363"/>
                  </a:cubicBezTo>
                  <a:cubicBezTo>
                    <a:pt x="2962" y="1828"/>
                    <a:pt x="2521" y="1418"/>
                    <a:pt x="1954" y="1418"/>
                  </a:cubicBezTo>
                  <a:cubicBezTo>
                    <a:pt x="1387" y="1418"/>
                    <a:pt x="946" y="1891"/>
                    <a:pt x="946" y="2426"/>
                  </a:cubicBezTo>
                  <a:cubicBezTo>
                    <a:pt x="662" y="2552"/>
                    <a:pt x="473" y="2710"/>
                    <a:pt x="347" y="2962"/>
                  </a:cubicBezTo>
                  <a:cubicBezTo>
                    <a:pt x="1" y="3592"/>
                    <a:pt x="221" y="4443"/>
                    <a:pt x="1072" y="5419"/>
                  </a:cubicBezTo>
                  <a:cubicBezTo>
                    <a:pt x="1166" y="5577"/>
                    <a:pt x="1324" y="5766"/>
                    <a:pt x="1482" y="5892"/>
                  </a:cubicBezTo>
                  <a:cubicBezTo>
                    <a:pt x="1324" y="6049"/>
                    <a:pt x="1229" y="6207"/>
                    <a:pt x="1072" y="6364"/>
                  </a:cubicBezTo>
                  <a:cubicBezTo>
                    <a:pt x="221" y="7372"/>
                    <a:pt x="1" y="8223"/>
                    <a:pt x="347" y="8853"/>
                  </a:cubicBezTo>
                  <a:cubicBezTo>
                    <a:pt x="631" y="9326"/>
                    <a:pt x="1166" y="9578"/>
                    <a:pt x="2017" y="9578"/>
                  </a:cubicBezTo>
                  <a:cubicBezTo>
                    <a:pt x="2269" y="9578"/>
                    <a:pt x="2553" y="9515"/>
                    <a:pt x="2868" y="9483"/>
                  </a:cubicBezTo>
                  <a:lnTo>
                    <a:pt x="3466" y="9357"/>
                  </a:lnTo>
                  <a:cubicBezTo>
                    <a:pt x="3498" y="9515"/>
                    <a:pt x="3529" y="9704"/>
                    <a:pt x="3624" y="9798"/>
                  </a:cubicBezTo>
                  <a:cubicBezTo>
                    <a:pt x="3403" y="9956"/>
                    <a:pt x="3246" y="10145"/>
                    <a:pt x="3183" y="10397"/>
                  </a:cubicBezTo>
                  <a:cubicBezTo>
                    <a:pt x="3120" y="10680"/>
                    <a:pt x="3151" y="10933"/>
                    <a:pt x="3309" y="11185"/>
                  </a:cubicBezTo>
                  <a:cubicBezTo>
                    <a:pt x="3498" y="11500"/>
                    <a:pt x="3844" y="11689"/>
                    <a:pt x="4222" y="11689"/>
                  </a:cubicBezTo>
                  <a:cubicBezTo>
                    <a:pt x="4380" y="11689"/>
                    <a:pt x="4569" y="11657"/>
                    <a:pt x="4727" y="11531"/>
                  </a:cubicBezTo>
                  <a:cubicBezTo>
                    <a:pt x="4947" y="11689"/>
                    <a:pt x="5199" y="11815"/>
                    <a:pt x="5483" y="11815"/>
                  </a:cubicBezTo>
                  <a:cubicBezTo>
                    <a:pt x="6176" y="11815"/>
                    <a:pt x="6806" y="11153"/>
                    <a:pt x="7278" y="9956"/>
                  </a:cubicBezTo>
                  <a:cubicBezTo>
                    <a:pt x="7373" y="9767"/>
                    <a:pt x="7404" y="9578"/>
                    <a:pt x="7467" y="9357"/>
                  </a:cubicBezTo>
                  <a:cubicBezTo>
                    <a:pt x="7688" y="9420"/>
                    <a:pt x="7909" y="9452"/>
                    <a:pt x="8098" y="9483"/>
                  </a:cubicBezTo>
                  <a:cubicBezTo>
                    <a:pt x="8413" y="9515"/>
                    <a:pt x="8696" y="9578"/>
                    <a:pt x="8980" y="9578"/>
                  </a:cubicBezTo>
                  <a:cubicBezTo>
                    <a:pt x="9767" y="9578"/>
                    <a:pt x="10366" y="9326"/>
                    <a:pt x="10618" y="8853"/>
                  </a:cubicBezTo>
                  <a:cubicBezTo>
                    <a:pt x="10996" y="8223"/>
                    <a:pt x="10744" y="7372"/>
                    <a:pt x="9925" y="6364"/>
                  </a:cubicBezTo>
                  <a:cubicBezTo>
                    <a:pt x="9799" y="6207"/>
                    <a:pt x="9641" y="6049"/>
                    <a:pt x="9484" y="5892"/>
                  </a:cubicBezTo>
                  <a:cubicBezTo>
                    <a:pt x="9610" y="5797"/>
                    <a:pt x="9673" y="5671"/>
                    <a:pt x="9799" y="5577"/>
                  </a:cubicBezTo>
                  <a:cubicBezTo>
                    <a:pt x="9956" y="5671"/>
                    <a:pt x="10114" y="5703"/>
                    <a:pt x="10240" y="5703"/>
                  </a:cubicBezTo>
                  <a:cubicBezTo>
                    <a:pt x="10586" y="5703"/>
                    <a:pt x="10933" y="5514"/>
                    <a:pt x="11154" y="5199"/>
                  </a:cubicBezTo>
                  <a:cubicBezTo>
                    <a:pt x="11248" y="4915"/>
                    <a:pt x="11280" y="4663"/>
                    <a:pt x="11217" y="4380"/>
                  </a:cubicBezTo>
                  <a:cubicBezTo>
                    <a:pt x="11122" y="4096"/>
                    <a:pt x="10965" y="3875"/>
                    <a:pt x="10744" y="3749"/>
                  </a:cubicBezTo>
                  <a:cubicBezTo>
                    <a:pt x="10775" y="3466"/>
                    <a:pt x="10712" y="3182"/>
                    <a:pt x="10586" y="2962"/>
                  </a:cubicBezTo>
                  <a:cubicBezTo>
                    <a:pt x="10325" y="2486"/>
                    <a:pt x="9740" y="2262"/>
                    <a:pt x="8927" y="2262"/>
                  </a:cubicBezTo>
                  <a:cubicBezTo>
                    <a:pt x="8663" y="2262"/>
                    <a:pt x="8375" y="2285"/>
                    <a:pt x="8066" y="2332"/>
                  </a:cubicBezTo>
                  <a:cubicBezTo>
                    <a:pt x="7877" y="2363"/>
                    <a:pt x="7656" y="2395"/>
                    <a:pt x="7436" y="2458"/>
                  </a:cubicBezTo>
                  <a:cubicBezTo>
                    <a:pt x="7341" y="2237"/>
                    <a:pt x="7310" y="2017"/>
                    <a:pt x="7247" y="1859"/>
                  </a:cubicBezTo>
                  <a:cubicBezTo>
                    <a:pt x="6806" y="630"/>
                    <a:pt x="6144" y="0"/>
                    <a:pt x="542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67" name="Google Shape;10667;p135"/>
          <p:cNvGrpSpPr/>
          <p:nvPr/>
        </p:nvGrpSpPr>
        <p:grpSpPr>
          <a:xfrm>
            <a:off x="6214778" y="3113374"/>
            <a:ext cx="332464" cy="353180"/>
            <a:chOff x="-24330250" y="2340425"/>
            <a:chExt cx="278050" cy="295375"/>
          </a:xfrm>
        </p:grpSpPr>
        <p:sp>
          <p:nvSpPr>
            <p:cNvPr id="10668" name="Google Shape;10668;p135"/>
            <p:cNvSpPr/>
            <p:nvPr/>
          </p:nvSpPr>
          <p:spPr>
            <a:xfrm>
              <a:off x="-24330250" y="2340425"/>
              <a:ext cx="278050" cy="295375"/>
            </a:xfrm>
            <a:custGeom>
              <a:rect b="b" l="l" r="r" t="t"/>
              <a:pathLst>
                <a:path extrusionOk="0" h="11815" w="11122">
                  <a:moveTo>
                    <a:pt x="5577" y="693"/>
                  </a:moveTo>
                  <a:cubicBezTo>
                    <a:pt x="6711" y="693"/>
                    <a:pt x="7656" y="1638"/>
                    <a:pt x="7656" y="2804"/>
                  </a:cubicBezTo>
                  <a:lnTo>
                    <a:pt x="7656" y="3151"/>
                  </a:lnTo>
                  <a:cubicBezTo>
                    <a:pt x="7656" y="3340"/>
                    <a:pt x="7499" y="3497"/>
                    <a:pt x="7310" y="3497"/>
                  </a:cubicBezTo>
                  <a:lnTo>
                    <a:pt x="5924" y="3497"/>
                  </a:lnTo>
                  <a:lnTo>
                    <a:pt x="5924" y="3151"/>
                  </a:lnTo>
                  <a:cubicBezTo>
                    <a:pt x="5924" y="2962"/>
                    <a:pt x="5766" y="2804"/>
                    <a:pt x="5577" y="2804"/>
                  </a:cubicBezTo>
                  <a:cubicBezTo>
                    <a:pt x="5357" y="2804"/>
                    <a:pt x="5199" y="2962"/>
                    <a:pt x="5199" y="3151"/>
                  </a:cubicBezTo>
                  <a:lnTo>
                    <a:pt x="5199" y="3497"/>
                  </a:lnTo>
                  <a:lnTo>
                    <a:pt x="3844" y="3497"/>
                  </a:lnTo>
                  <a:cubicBezTo>
                    <a:pt x="3624" y="3497"/>
                    <a:pt x="3466" y="3340"/>
                    <a:pt x="3466" y="3151"/>
                  </a:cubicBezTo>
                  <a:lnTo>
                    <a:pt x="3466" y="2804"/>
                  </a:lnTo>
                  <a:cubicBezTo>
                    <a:pt x="3466" y="1638"/>
                    <a:pt x="4411" y="693"/>
                    <a:pt x="5577" y="693"/>
                  </a:cubicBezTo>
                  <a:close/>
                  <a:moveTo>
                    <a:pt x="8318" y="2867"/>
                  </a:moveTo>
                  <a:cubicBezTo>
                    <a:pt x="8728" y="2993"/>
                    <a:pt x="9043" y="3371"/>
                    <a:pt x="9043" y="3844"/>
                  </a:cubicBezTo>
                  <a:lnTo>
                    <a:pt x="9043" y="8727"/>
                  </a:lnTo>
                  <a:cubicBezTo>
                    <a:pt x="9043" y="9326"/>
                    <a:pt x="8570" y="9767"/>
                    <a:pt x="8003" y="9767"/>
                  </a:cubicBezTo>
                  <a:lnTo>
                    <a:pt x="5924" y="9767"/>
                  </a:lnTo>
                  <a:lnTo>
                    <a:pt x="5924" y="7309"/>
                  </a:lnTo>
                  <a:cubicBezTo>
                    <a:pt x="5924" y="7120"/>
                    <a:pt x="5766" y="6963"/>
                    <a:pt x="5577" y="6963"/>
                  </a:cubicBezTo>
                  <a:cubicBezTo>
                    <a:pt x="5357" y="6963"/>
                    <a:pt x="5199" y="7120"/>
                    <a:pt x="5199" y="7309"/>
                  </a:cubicBezTo>
                  <a:lnTo>
                    <a:pt x="5199" y="9767"/>
                  </a:lnTo>
                  <a:lnTo>
                    <a:pt x="3120" y="9767"/>
                  </a:lnTo>
                  <a:cubicBezTo>
                    <a:pt x="2521" y="9767"/>
                    <a:pt x="2112" y="9294"/>
                    <a:pt x="2112" y="8727"/>
                  </a:cubicBezTo>
                  <a:lnTo>
                    <a:pt x="2112" y="3844"/>
                  </a:lnTo>
                  <a:cubicBezTo>
                    <a:pt x="2112" y="3434"/>
                    <a:pt x="2364" y="3025"/>
                    <a:pt x="2805" y="2867"/>
                  </a:cubicBezTo>
                  <a:lnTo>
                    <a:pt x="2805" y="3151"/>
                  </a:lnTo>
                  <a:cubicBezTo>
                    <a:pt x="2805" y="3749"/>
                    <a:pt x="3277" y="4159"/>
                    <a:pt x="3844" y="4159"/>
                  </a:cubicBezTo>
                  <a:lnTo>
                    <a:pt x="7310" y="4159"/>
                  </a:lnTo>
                  <a:cubicBezTo>
                    <a:pt x="7877" y="4159"/>
                    <a:pt x="8318" y="3686"/>
                    <a:pt x="8318" y="3151"/>
                  </a:cubicBezTo>
                  <a:lnTo>
                    <a:pt x="8318" y="2867"/>
                  </a:lnTo>
                  <a:close/>
                  <a:moveTo>
                    <a:pt x="7972" y="693"/>
                  </a:moveTo>
                  <a:cubicBezTo>
                    <a:pt x="9326" y="693"/>
                    <a:pt x="10429" y="1796"/>
                    <a:pt x="10429" y="3151"/>
                  </a:cubicBezTo>
                  <a:lnTo>
                    <a:pt x="10429" y="8727"/>
                  </a:lnTo>
                  <a:lnTo>
                    <a:pt x="10397" y="8727"/>
                  </a:lnTo>
                  <a:cubicBezTo>
                    <a:pt x="10397" y="10082"/>
                    <a:pt x="9295" y="11184"/>
                    <a:pt x="7972" y="11184"/>
                  </a:cubicBezTo>
                  <a:lnTo>
                    <a:pt x="3120" y="11184"/>
                  </a:lnTo>
                  <a:cubicBezTo>
                    <a:pt x="1797" y="11184"/>
                    <a:pt x="694" y="10082"/>
                    <a:pt x="694" y="8727"/>
                  </a:cubicBezTo>
                  <a:lnTo>
                    <a:pt x="694" y="3151"/>
                  </a:lnTo>
                  <a:cubicBezTo>
                    <a:pt x="694" y="1796"/>
                    <a:pt x="1797" y="693"/>
                    <a:pt x="3120" y="693"/>
                  </a:cubicBezTo>
                  <a:lnTo>
                    <a:pt x="3718" y="693"/>
                  </a:lnTo>
                  <a:cubicBezTo>
                    <a:pt x="3277" y="1071"/>
                    <a:pt x="2994" y="1575"/>
                    <a:pt x="2868" y="2111"/>
                  </a:cubicBezTo>
                  <a:cubicBezTo>
                    <a:pt x="2017" y="2237"/>
                    <a:pt x="1387" y="2993"/>
                    <a:pt x="1387" y="3844"/>
                  </a:cubicBezTo>
                  <a:lnTo>
                    <a:pt x="1387" y="8727"/>
                  </a:lnTo>
                  <a:cubicBezTo>
                    <a:pt x="1387" y="9672"/>
                    <a:pt x="2175" y="10460"/>
                    <a:pt x="3120" y="10460"/>
                  </a:cubicBezTo>
                  <a:lnTo>
                    <a:pt x="7972" y="10460"/>
                  </a:lnTo>
                  <a:cubicBezTo>
                    <a:pt x="8917" y="10460"/>
                    <a:pt x="9704" y="9672"/>
                    <a:pt x="9704" y="8727"/>
                  </a:cubicBezTo>
                  <a:lnTo>
                    <a:pt x="9704" y="3844"/>
                  </a:lnTo>
                  <a:cubicBezTo>
                    <a:pt x="9704" y="2993"/>
                    <a:pt x="9074" y="2237"/>
                    <a:pt x="8255" y="2111"/>
                  </a:cubicBezTo>
                  <a:cubicBezTo>
                    <a:pt x="8098" y="1575"/>
                    <a:pt x="7814" y="1071"/>
                    <a:pt x="7373" y="693"/>
                  </a:cubicBezTo>
                  <a:close/>
                  <a:moveTo>
                    <a:pt x="3120" y="0"/>
                  </a:moveTo>
                  <a:cubicBezTo>
                    <a:pt x="1387" y="0"/>
                    <a:pt x="1" y="1418"/>
                    <a:pt x="1" y="3119"/>
                  </a:cubicBezTo>
                  <a:lnTo>
                    <a:pt x="1" y="8695"/>
                  </a:lnTo>
                  <a:cubicBezTo>
                    <a:pt x="1" y="10428"/>
                    <a:pt x="1418" y="11814"/>
                    <a:pt x="3120" y="11814"/>
                  </a:cubicBezTo>
                  <a:lnTo>
                    <a:pt x="7972" y="11814"/>
                  </a:lnTo>
                  <a:cubicBezTo>
                    <a:pt x="9704" y="11814"/>
                    <a:pt x="11091" y="10397"/>
                    <a:pt x="11091" y="8695"/>
                  </a:cubicBezTo>
                  <a:lnTo>
                    <a:pt x="11091" y="3119"/>
                  </a:lnTo>
                  <a:cubicBezTo>
                    <a:pt x="11122" y="1418"/>
                    <a:pt x="9704" y="0"/>
                    <a:pt x="79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9" name="Google Shape;10669;p135"/>
            <p:cNvSpPr/>
            <p:nvPr/>
          </p:nvSpPr>
          <p:spPr>
            <a:xfrm>
              <a:off x="-24225500" y="2375850"/>
              <a:ext cx="68550" cy="34700"/>
            </a:xfrm>
            <a:custGeom>
              <a:rect b="b" l="l" r="r" t="t"/>
              <a:pathLst>
                <a:path extrusionOk="0" h="1388" w="2742">
                  <a:moveTo>
                    <a:pt x="1387" y="1"/>
                  </a:moveTo>
                  <a:cubicBezTo>
                    <a:pt x="789" y="1"/>
                    <a:pt x="284" y="347"/>
                    <a:pt x="64" y="914"/>
                  </a:cubicBezTo>
                  <a:cubicBezTo>
                    <a:pt x="1" y="1103"/>
                    <a:pt x="64" y="1293"/>
                    <a:pt x="284" y="1324"/>
                  </a:cubicBezTo>
                  <a:cubicBezTo>
                    <a:pt x="330" y="1347"/>
                    <a:pt x="375" y="1357"/>
                    <a:pt x="418" y="1357"/>
                  </a:cubicBezTo>
                  <a:cubicBezTo>
                    <a:pt x="555" y="1357"/>
                    <a:pt x="670" y="1255"/>
                    <a:pt x="694" y="1135"/>
                  </a:cubicBezTo>
                  <a:cubicBezTo>
                    <a:pt x="789" y="851"/>
                    <a:pt x="1072" y="662"/>
                    <a:pt x="1387" y="662"/>
                  </a:cubicBezTo>
                  <a:cubicBezTo>
                    <a:pt x="1639" y="662"/>
                    <a:pt x="1923" y="851"/>
                    <a:pt x="2049" y="1135"/>
                  </a:cubicBezTo>
                  <a:cubicBezTo>
                    <a:pt x="2080" y="1293"/>
                    <a:pt x="2238" y="1387"/>
                    <a:pt x="2364" y="1387"/>
                  </a:cubicBezTo>
                  <a:cubicBezTo>
                    <a:pt x="2395" y="1387"/>
                    <a:pt x="2427" y="1387"/>
                    <a:pt x="2490" y="1324"/>
                  </a:cubicBezTo>
                  <a:cubicBezTo>
                    <a:pt x="2679" y="1261"/>
                    <a:pt x="2742" y="1072"/>
                    <a:pt x="2679" y="914"/>
                  </a:cubicBezTo>
                  <a:cubicBezTo>
                    <a:pt x="2490" y="347"/>
                    <a:pt x="1954" y="1"/>
                    <a:pt x="138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0" name="Google Shape;10670;p135"/>
            <p:cNvSpPr/>
            <p:nvPr/>
          </p:nvSpPr>
          <p:spPr>
            <a:xfrm>
              <a:off x="-24260925" y="2462500"/>
              <a:ext cx="138650" cy="17350"/>
            </a:xfrm>
            <a:custGeom>
              <a:rect b="b" l="l" r="r" t="t"/>
              <a:pathLst>
                <a:path extrusionOk="0" h="694" w="5546">
                  <a:moveTo>
                    <a:pt x="347" y="0"/>
                  </a:moveTo>
                  <a:cubicBezTo>
                    <a:pt x="158" y="0"/>
                    <a:pt x="0" y="158"/>
                    <a:pt x="0" y="347"/>
                  </a:cubicBezTo>
                  <a:cubicBezTo>
                    <a:pt x="0" y="536"/>
                    <a:pt x="158" y="693"/>
                    <a:pt x="347" y="693"/>
                  </a:cubicBezTo>
                  <a:lnTo>
                    <a:pt x="5199" y="693"/>
                  </a:lnTo>
                  <a:cubicBezTo>
                    <a:pt x="5388" y="693"/>
                    <a:pt x="5545" y="536"/>
                    <a:pt x="5545" y="347"/>
                  </a:cubicBezTo>
                  <a:cubicBezTo>
                    <a:pt x="5545" y="158"/>
                    <a:pt x="5388" y="0"/>
                    <a:pt x="519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1" name="Google Shape;10671;p135"/>
            <p:cNvSpPr/>
            <p:nvPr/>
          </p:nvSpPr>
          <p:spPr>
            <a:xfrm>
              <a:off x="-24260150" y="2515275"/>
              <a:ext cx="43350" cy="18125"/>
            </a:xfrm>
            <a:custGeom>
              <a:rect b="b" l="l" r="r" t="t"/>
              <a:pathLst>
                <a:path extrusionOk="0" h="725" w="1734">
                  <a:moveTo>
                    <a:pt x="347" y="0"/>
                  </a:moveTo>
                  <a:cubicBezTo>
                    <a:pt x="158" y="0"/>
                    <a:pt x="1" y="158"/>
                    <a:pt x="1" y="378"/>
                  </a:cubicBezTo>
                  <a:cubicBezTo>
                    <a:pt x="1" y="567"/>
                    <a:pt x="158" y="725"/>
                    <a:pt x="347" y="725"/>
                  </a:cubicBezTo>
                  <a:lnTo>
                    <a:pt x="1387" y="725"/>
                  </a:lnTo>
                  <a:cubicBezTo>
                    <a:pt x="1576" y="725"/>
                    <a:pt x="1733" y="567"/>
                    <a:pt x="1733" y="378"/>
                  </a:cubicBezTo>
                  <a:cubicBezTo>
                    <a:pt x="1702" y="158"/>
                    <a:pt x="1544" y="0"/>
                    <a:pt x="138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2" name="Google Shape;10672;p135"/>
            <p:cNvSpPr/>
            <p:nvPr/>
          </p:nvSpPr>
          <p:spPr>
            <a:xfrm>
              <a:off x="-24260925" y="2549925"/>
              <a:ext cx="35450" cy="18125"/>
            </a:xfrm>
            <a:custGeom>
              <a:rect b="b" l="l" r="r" t="t"/>
              <a:pathLst>
                <a:path extrusionOk="0" h="725" w="1418">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3" name="Google Shape;10673;p135"/>
            <p:cNvSpPr/>
            <p:nvPr/>
          </p:nvSpPr>
          <p:spPr>
            <a:xfrm>
              <a:off x="-24165625" y="2515275"/>
              <a:ext cx="43350" cy="18125"/>
            </a:xfrm>
            <a:custGeom>
              <a:rect b="b" l="l" r="r" t="t"/>
              <a:pathLst>
                <a:path extrusionOk="0" h="725" w="1734">
                  <a:moveTo>
                    <a:pt x="378" y="0"/>
                  </a:moveTo>
                  <a:cubicBezTo>
                    <a:pt x="158" y="0"/>
                    <a:pt x="0" y="158"/>
                    <a:pt x="0" y="378"/>
                  </a:cubicBezTo>
                  <a:cubicBezTo>
                    <a:pt x="0" y="567"/>
                    <a:pt x="158" y="725"/>
                    <a:pt x="378" y="725"/>
                  </a:cubicBezTo>
                  <a:lnTo>
                    <a:pt x="1387" y="725"/>
                  </a:lnTo>
                  <a:cubicBezTo>
                    <a:pt x="1576" y="725"/>
                    <a:pt x="1733" y="567"/>
                    <a:pt x="1733" y="378"/>
                  </a:cubicBezTo>
                  <a:cubicBezTo>
                    <a:pt x="1733" y="158"/>
                    <a:pt x="1576" y="0"/>
                    <a:pt x="138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4" name="Google Shape;10674;p135"/>
            <p:cNvSpPr/>
            <p:nvPr/>
          </p:nvSpPr>
          <p:spPr>
            <a:xfrm>
              <a:off x="-24157750" y="2549925"/>
              <a:ext cx="35475" cy="18125"/>
            </a:xfrm>
            <a:custGeom>
              <a:rect b="b" l="l" r="r" t="t"/>
              <a:pathLst>
                <a:path extrusionOk="0" h="725" w="1419">
                  <a:moveTo>
                    <a:pt x="347" y="0"/>
                  </a:moveTo>
                  <a:cubicBezTo>
                    <a:pt x="158" y="0"/>
                    <a:pt x="0" y="158"/>
                    <a:pt x="0" y="347"/>
                  </a:cubicBezTo>
                  <a:cubicBezTo>
                    <a:pt x="0"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75" name="Google Shape;10675;p135"/>
          <p:cNvGrpSpPr/>
          <p:nvPr/>
        </p:nvGrpSpPr>
        <p:grpSpPr>
          <a:xfrm>
            <a:off x="6204420" y="3554587"/>
            <a:ext cx="353180" cy="353180"/>
            <a:chOff x="-24338900" y="2710600"/>
            <a:chExt cx="295375" cy="295375"/>
          </a:xfrm>
        </p:grpSpPr>
        <p:sp>
          <p:nvSpPr>
            <p:cNvPr id="10676" name="Google Shape;10676;p135"/>
            <p:cNvSpPr/>
            <p:nvPr/>
          </p:nvSpPr>
          <p:spPr>
            <a:xfrm>
              <a:off x="-24250700" y="2816925"/>
              <a:ext cx="123675" cy="103200"/>
            </a:xfrm>
            <a:custGeom>
              <a:rect b="b" l="l" r="r" t="t"/>
              <a:pathLst>
                <a:path extrusionOk="0" h="4128" w="4947">
                  <a:moveTo>
                    <a:pt x="3403" y="662"/>
                  </a:moveTo>
                  <a:cubicBezTo>
                    <a:pt x="3813" y="662"/>
                    <a:pt x="4128" y="977"/>
                    <a:pt x="4128" y="1387"/>
                  </a:cubicBezTo>
                  <a:cubicBezTo>
                    <a:pt x="4128" y="1922"/>
                    <a:pt x="3561" y="2363"/>
                    <a:pt x="2710" y="3025"/>
                  </a:cubicBezTo>
                  <a:cubicBezTo>
                    <a:pt x="2584" y="3119"/>
                    <a:pt x="2490" y="3182"/>
                    <a:pt x="2395" y="3309"/>
                  </a:cubicBezTo>
                  <a:cubicBezTo>
                    <a:pt x="2269" y="3214"/>
                    <a:pt x="2143" y="3151"/>
                    <a:pt x="2080" y="3025"/>
                  </a:cubicBezTo>
                  <a:cubicBezTo>
                    <a:pt x="1198" y="2363"/>
                    <a:pt x="662" y="1891"/>
                    <a:pt x="662" y="1387"/>
                  </a:cubicBezTo>
                  <a:cubicBezTo>
                    <a:pt x="662" y="946"/>
                    <a:pt x="977" y="662"/>
                    <a:pt x="1355" y="662"/>
                  </a:cubicBezTo>
                  <a:cubicBezTo>
                    <a:pt x="1860" y="662"/>
                    <a:pt x="2080" y="1229"/>
                    <a:pt x="2080" y="1261"/>
                  </a:cubicBezTo>
                  <a:cubicBezTo>
                    <a:pt x="2112" y="1418"/>
                    <a:pt x="2238" y="1481"/>
                    <a:pt x="2395" y="1481"/>
                  </a:cubicBezTo>
                  <a:cubicBezTo>
                    <a:pt x="2553" y="1481"/>
                    <a:pt x="2647" y="1355"/>
                    <a:pt x="2710" y="1261"/>
                  </a:cubicBezTo>
                  <a:cubicBezTo>
                    <a:pt x="2710" y="1229"/>
                    <a:pt x="2899" y="662"/>
                    <a:pt x="3403" y="662"/>
                  </a:cubicBezTo>
                  <a:close/>
                  <a:moveTo>
                    <a:pt x="1355" y="1"/>
                  </a:moveTo>
                  <a:cubicBezTo>
                    <a:pt x="568" y="1"/>
                    <a:pt x="1" y="631"/>
                    <a:pt x="1" y="1418"/>
                  </a:cubicBezTo>
                  <a:cubicBezTo>
                    <a:pt x="1" y="2269"/>
                    <a:pt x="694" y="2836"/>
                    <a:pt x="1671" y="3624"/>
                  </a:cubicBezTo>
                  <a:cubicBezTo>
                    <a:pt x="1828" y="3750"/>
                    <a:pt x="2049" y="3907"/>
                    <a:pt x="2238" y="4065"/>
                  </a:cubicBezTo>
                  <a:cubicBezTo>
                    <a:pt x="2301" y="4096"/>
                    <a:pt x="2395" y="4128"/>
                    <a:pt x="2458" y="4128"/>
                  </a:cubicBezTo>
                  <a:cubicBezTo>
                    <a:pt x="2553" y="4128"/>
                    <a:pt x="2616" y="4096"/>
                    <a:pt x="2710" y="4065"/>
                  </a:cubicBezTo>
                  <a:cubicBezTo>
                    <a:pt x="2899" y="3907"/>
                    <a:pt x="3057" y="3718"/>
                    <a:pt x="3246" y="3624"/>
                  </a:cubicBezTo>
                  <a:cubicBezTo>
                    <a:pt x="4254" y="2836"/>
                    <a:pt x="4947" y="2269"/>
                    <a:pt x="4947" y="1418"/>
                  </a:cubicBezTo>
                  <a:cubicBezTo>
                    <a:pt x="4821" y="599"/>
                    <a:pt x="4191" y="1"/>
                    <a:pt x="3403" y="1"/>
                  </a:cubicBezTo>
                  <a:cubicBezTo>
                    <a:pt x="3025" y="1"/>
                    <a:pt x="2616" y="158"/>
                    <a:pt x="2395" y="505"/>
                  </a:cubicBezTo>
                  <a:cubicBezTo>
                    <a:pt x="2112" y="190"/>
                    <a:pt x="1765" y="1"/>
                    <a:pt x="135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7" name="Google Shape;10677;p135"/>
            <p:cNvSpPr/>
            <p:nvPr/>
          </p:nvSpPr>
          <p:spPr>
            <a:xfrm>
              <a:off x="-24338900" y="2710600"/>
              <a:ext cx="295375" cy="295375"/>
            </a:xfrm>
            <a:custGeom>
              <a:rect b="b" l="l" r="r" t="t"/>
              <a:pathLst>
                <a:path extrusionOk="0" h="11815" w="11815">
                  <a:moveTo>
                    <a:pt x="7341" y="725"/>
                  </a:moveTo>
                  <a:cubicBezTo>
                    <a:pt x="7530" y="725"/>
                    <a:pt x="7687" y="882"/>
                    <a:pt x="7687" y="1103"/>
                  </a:cubicBezTo>
                  <a:lnTo>
                    <a:pt x="7687" y="3844"/>
                  </a:lnTo>
                  <a:cubicBezTo>
                    <a:pt x="7687" y="4033"/>
                    <a:pt x="7845" y="4222"/>
                    <a:pt x="8034" y="4222"/>
                  </a:cubicBezTo>
                  <a:lnTo>
                    <a:pt x="10806" y="4222"/>
                  </a:lnTo>
                  <a:cubicBezTo>
                    <a:pt x="10995" y="4222"/>
                    <a:pt x="11153" y="4380"/>
                    <a:pt x="11153" y="4569"/>
                  </a:cubicBezTo>
                  <a:lnTo>
                    <a:pt x="11153" y="7309"/>
                  </a:lnTo>
                  <a:cubicBezTo>
                    <a:pt x="11153" y="7530"/>
                    <a:pt x="10995" y="7688"/>
                    <a:pt x="10806" y="7688"/>
                  </a:cubicBezTo>
                  <a:lnTo>
                    <a:pt x="8034" y="7688"/>
                  </a:lnTo>
                  <a:cubicBezTo>
                    <a:pt x="7845" y="7688"/>
                    <a:pt x="7687" y="7845"/>
                    <a:pt x="7687" y="8034"/>
                  </a:cubicBezTo>
                  <a:lnTo>
                    <a:pt x="7687" y="10775"/>
                  </a:lnTo>
                  <a:cubicBezTo>
                    <a:pt x="7687" y="10996"/>
                    <a:pt x="7530" y="11153"/>
                    <a:pt x="7341" y="11153"/>
                  </a:cubicBezTo>
                  <a:lnTo>
                    <a:pt x="4568" y="11153"/>
                  </a:lnTo>
                  <a:cubicBezTo>
                    <a:pt x="4379" y="11153"/>
                    <a:pt x="4222" y="10996"/>
                    <a:pt x="4222" y="10775"/>
                  </a:cubicBezTo>
                  <a:lnTo>
                    <a:pt x="4222" y="8034"/>
                  </a:lnTo>
                  <a:cubicBezTo>
                    <a:pt x="4222" y="7845"/>
                    <a:pt x="4064" y="7688"/>
                    <a:pt x="3875" y="7688"/>
                  </a:cubicBezTo>
                  <a:lnTo>
                    <a:pt x="1103" y="7688"/>
                  </a:lnTo>
                  <a:cubicBezTo>
                    <a:pt x="914" y="7688"/>
                    <a:pt x="756" y="7530"/>
                    <a:pt x="756" y="7309"/>
                  </a:cubicBezTo>
                  <a:lnTo>
                    <a:pt x="756" y="4569"/>
                  </a:lnTo>
                  <a:cubicBezTo>
                    <a:pt x="756" y="4380"/>
                    <a:pt x="914" y="4222"/>
                    <a:pt x="1103" y="4222"/>
                  </a:cubicBezTo>
                  <a:lnTo>
                    <a:pt x="3875" y="4222"/>
                  </a:lnTo>
                  <a:cubicBezTo>
                    <a:pt x="4064" y="4222"/>
                    <a:pt x="4222" y="4033"/>
                    <a:pt x="4222" y="3844"/>
                  </a:cubicBezTo>
                  <a:lnTo>
                    <a:pt x="4222" y="1103"/>
                  </a:lnTo>
                  <a:cubicBezTo>
                    <a:pt x="4222" y="882"/>
                    <a:pt x="4379" y="725"/>
                    <a:pt x="4568" y="725"/>
                  </a:cubicBezTo>
                  <a:close/>
                  <a:moveTo>
                    <a:pt x="4537" y="0"/>
                  </a:moveTo>
                  <a:cubicBezTo>
                    <a:pt x="3938" y="0"/>
                    <a:pt x="3466" y="473"/>
                    <a:pt x="3466" y="1072"/>
                  </a:cubicBezTo>
                  <a:lnTo>
                    <a:pt x="3466" y="3466"/>
                  </a:lnTo>
                  <a:lnTo>
                    <a:pt x="1071" y="3466"/>
                  </a:lnTo>
                  <a:cubicBezTo>
                    <a:pt x="473" y="3466"/>
                    <a:pt x="0" y="3938"/>
                    <a:pt x="0" y="4537"/>
                  </a:cubicBezTo>
                  <a:lnTo>
                    <a:pt x="0" y="7278"/>
                  </a:lnTo>
                  <a:cubicBezTo>
                    <a:pt x="0" y="7877"/>
                    <a:pt x="473" y="8349"/>
                    <a:pt x="1071" y="8349"/>
                  </a:cubicBezTo>
                  <a:lnTo>
                    <a:pt x="3466" y="8349"/>
                  </a:lnTo>
                  <a:lnTo>
                    <a:pt x="3466" y="10743"/>
                  </a:lnTo>
                  <a:cubicBezTo>
                    <a:pt x="3466" y="11342"/>
                    <a:pt x="3938" y="11815"/>
                    <a:pt x="4537" y="11815"/>
                  </a:cubicBezTo>
                  <a:lnTo>
                    <a:pt x="7309" y="11815"/>
                  </a:lnTo>
                  <a:cubicBezTo>
                    <a:pt x="7876" y="11815"/>
                    <a:pt x="8349" y="11342"/>
                    <a:pt x="8349" y="10743"/>
                  </a:cubicBezTo>
                  <a:lnTo>
                    <a:pt x="8349" y="8349"/>
                  </a:lnTo>
                  <a:lnTo>
                    <a:pt x="10743" y="8349"/>
                  </a:lnTo>
                  <a:cubicBezTo>
                    <a:pt x="11342" y="8349"/>
                    <a:pt x="11815" y="7877"/>
                    <a:pt x="11815" y="7278"/>
                  </a:cubicBezTo>
                  <a:lnTo>
                    <a:pt x="11815" y="4537"/>
                  </a:lnTo>
                  <a:cubicBezTo>
                    <a:pt x="11815" y="3938"/>
                    <a:pt x="11342" y="3466"/>
                    <a:pt x="10743" y="3466"/>
                  </a:cubicBezTo>
                  <a:lnTo>
                    <a:pt x="8349" y="3466"/>
                  </a:lnTo>
                  <a:lnTo>
                    <a:pt x="8349" y="1072"/>
                  </a:lnTo>
                  <a:cubicBezTo>
                    <a:pt x="8349" y="473"/>
                    <a:pt x="7876" y="0"/>
                    <a:pt x="730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78" name="Google Shape;10678;p135"/>
          <p:cNvGrpSpPr/>
          <p:nvPr/>
        </p:nvGrpSpPr>
        <p:grpSpPr>
          <a:xfrm>
            <a:off x="7995419" y="3113972"/>
            <a:ext cx="355063" cy="351984"/>
            <a:chOff x="-22859750" y="2335900"/>
            <a:chExt cx="296950" cy="294375"/>
          </a:xfrm>
        </p:grpSpPr>
        <p:sp>
          <p:nvSpPr>
            <p:cNvPr id="10679" name="Google Shape;10679;p135"/>
            <p:cNvSpPr/>
            <p:nvPr/>
          </p:nvSpPr>
          <p:spPr>
            <a:xfrm>
              <a:off x="-22859750" y="2335900"/>
              <a:ext cx="296950" cy="294375"/>
            </a:xfrm>
            <a:custGeom>
              <a:rect b="b" l="l" r="r" t="t"/>
              <a:pathLst>
                <a:path extrusionOk="0" h="11775" w="11878">
                  <a:moveTo>
                    <a:pt x="7306" y="663"/>
                  </a:moveTo>
                  <a:cubicBezTo>
                    <a:pt x="7389" y="663"/>
                    <a:pt x="7475" y="671"/>
                    <a:pt x="7562" y="685"/>
                  </a:cubicBezTo>
                  <a:cubicBezTo>
                    <a:pt x="7814" y="780"/>
                    <a:pt x="8034" y="937"/>
                    <a:pt x="8192" y="1126"/>
                  </a:cubicBezTo>
                  <a:cubicBezTo>
                    <a:pt x="7908" y="1189"/>
                    <a:pt x="7656" y="1347"/>
                    <a:pt x="7467" y="1567"/>
                  </a:cubicBezTo>
                  <a:cubicBezTo>
                    <a:pt x="7341" y="1662"/>
                    <a:pt x="7341" y="1914"/>
                    <a:pt x="7467" y="2008"/>
                  </a:cubicBezTo>
                  <a:cubicBezTo>
                    <a:pt x="7530" y="2071"/>
                    <a:pt x="7617" y="2103"/>
                    <a:pt x="7703" y="2103"/>
                  </a:cubicBezTo>
                  <a:cubicBezTo>
                    <a:pt x="7790" y="2103"/>
                    <a:pt x="7877" y="2071"/>
                    <a:pt x="7940" y="2008"/>
                  </a:cubicBezTo>
                  <a:cubicBezTo>
                    <a:pt x="8129" y="1819"/>
                    <a:pt x="8412" y="1693"/>
                    <a:pt x="8696" y="1693"/>
                  </a:cubicBezTo>
                  <a:cubicBezTo>
                    <a:pt x="8979" y="1693"/>
                    <a:pt x="9231" y="1819"/>
                    <a:pt x="9452" y="2008"/>
                  </a:cubicBezTo>
                  <a:cubicBezTo>
                    <a:pt x="9767" y="2355"/>
                    <a:pt x="9830" y="2764"/>
                    <a:pt x="9673" y="3174"/>
                  </a:cubicBezTo>
                  <a:cubicBezTo>
                    <a:pt x="9389" y="3237"/>
                    <a:pt x="9137" y="3395"/>
                    <a:pt x="8885" y="3584"/>
                  </a:cubicBezTo>
                  <a:cubicBezTo>
                    <a:pt x="8759" y="3710"/>
                    <a:pt x="8759" y="3962"/>
                    <a:pt x="8885" y="4056"/>
                  </a:cubicBezTo>
                  <a:cubicBezTo>
                    <a:pt x="8948" y="4119"/>
                    <a:pt x="9035" y="4151"/>
                    <a:pt x="9121" y="4151"/>
                  </a:cubicBezTo>
                  <a:cubicBezTo>
                    <a:pt x="9208" y="4151"/>
                    <a:pt x="9294" y="4119"/>
                    <a:pt x="9358" y="4056"/>
                  </a:cubicBezTo>
                  <a:cubicBezTo>
                    <a:pt x="9547" y="3867"/>
                    <a:pt x="9830" y="3741"/>
                    <a:pt x="10114" y="3741"/>
                  </a:cubicBezTo>
                  <a:cubicBezTo>
                    <a:pt x="10397" y="3741"/>
                    <a:pt x="10649" y="3867"/>
                    <a:pt x="10870" y="4056"/>
                  </a:cubicBezTo>
                  <a:cubicBezTo>
                    <a:pt x="11059" y="4277"/>
                    <a:pt x="11185" y="4529"/>
                    <a:pt x="11185" y="4812"/>
                  </a:cubicBezTo>
                  <a:cubicBezTo>
                    <a:pt x="11185" y="5096"/>
                    <a:pt x="11059" y="5379"/>
                    <a:pt x="10870" y="5568"/>
                  </a:cubicBezTo>
                  <a:cubicBezTo>
                    <a:pt x="10649" y="5757"/>
                    <a:pt x="10397" y="5883"/>
                    <a:pt x="10114" y="5883"/>
                  </a:cubicBezTo>
                  <a:cubicBezTo>
                    <a:pt x="9925" y="5883"/>
                    <a:pt x="9767" y="6041"/>
                    <a:pt x="9767" y="6230"/>
                  </a:cubicBezTo>
                  <a:cubicBezTo>
                    <a:pt x="9767" y="6451"/>
                    <a:pt x="9925" y="6608"/>
                    <a:pt x="10114" y="6608"/>
                  </a:cubicBezTo>
                  <a:cubicBezTo>
                    <a:pt x="10429" y="6608"/>
                    <a:pt x="10712" y="6514"/>
                    <a:pt x="10964" y="6356"/>
                  </a:cubicBezTo>
                  <a:cubicBezTo>
                    <a:pt x="11090" y="6514"/>
                    <a:pt x="11122" y="6703"/>
                    <a:pt x="11122" y="6955"/>
                  </a:cubicBezTo>
                  <a:cubicBezTo>
                    <a:pt x="11122" y="7270"/>
                    <a:pt x="11027" y="7553"/>
                    <a:pt x="10807" y="7742"/>
                  </a:cubicBezTo>
                  <a:cubicBezTo>
                    <a:pt x="10618" y="7931"/>
                    <a:pt x="10366" y="8057"/>
                    <a:pt x="10082" y="8057"/>
                  </a:cubicBezTo>
                  <a:cubicBezTo>
                    <a:pt x="9799" y="8057"/>
                    <a:pt x="9515" y="7931"/>
                    <a:pt x="9326" y="7742"/>
                  </a:cubicBezTo>
                  <a:cubicBezTo>
                    <a:pt x="9137" y="7553"/>
                    <a:pt x="9011" y="7270"/>
                    <a:pt x="9011" y="6986"/>
                  </a:cubicBezTo>
                  <a:cubicBezTo>
                    <a:pt x="9011" y="6703"/>
                    <a:pt x="9137" y="6419"/>
                    <a:pt x="9326" y="6230"/>
                  </a:cubicBezTo>
                  <a:cubicBezTo>
                    <a:pt x="9452" y="6104"/>
                    <a:pt x="9452" y="5883"/>
                    <a:pt x="9326" y="5757"/>
                  </a:cubicBezTo>
                  <a:cubicBezTo>
                    <a:pt x="9263" y="5694"/>
                    <a:pt x="9176" y="5663"/>
                    <a:pt x="9090" y="5663"/>
                  </a:cubicBezTo>
                  <a:cubicBezTo>
                    <a:pt x="9003" y="5663"/>
                    <a:pt x="8916" y="5694"/>
                    <a:pt x="8853" y="5757"/>
                  </a:cubicBezTo>
                  <a:cubicBezTo>
                    <a:pt x="8538" y="6072"/>
                    <a:pt x="8349" y="6514"/>
                    <a:pt x="8349" y="6986"/>
                  </a:cubicBezTo>
                  <a:cubicBezTo>
                    <a:pt x="8349" y="7112"/>
                    <a:pt x="8349" y="7207"/>
                    <a:pt x="8381" y="7333"/>
                  </a:cubicBezTo>
                  <a:cubicBezTo>
                    <a:pt x="7562" y="7459"/>
                    <a:pt x="6932" y="8215"/>
                    <a:pt x="6932" y="9034"/>
                  </a:cubicBezTo>
                  <a:cubicBezTo>
                    <a:pt x="6932" y="9223"/>
                    <a:pt x="7089" y="9381"/>
                    <a:pt x="7278" y="9381"/>
                  </a:cubicBezTo>
                  <a:cubicBezTo>
                    <a:pt x="7467" y="9381"/>
                    <a:pt x="7625" y="9223"/>
                    <a:pt x="7625" y="9034"/>
                  </a:cubicBezTo>
                  <a:cubicBezTo>
                    <a:pt x="7625" y="8435"/>
                    <a:pt x="8097" y="8026"/>
                    <a:pt x="8664" y="8026"/>
                  </a:cubicBezTo>
                  <a:lnTo>
                    <a:pt x="8696" y="8026"/>
                  </a:lnTo>
                  <a:cubicBezTo>
                    <a:pt x="8727" y="8089"/>
                    <a:pt x="8822" y="8120"/>
                    <a:pt x="8853" y="8215"/>
                  </a:cubicBezTo>
                  <a:cubicBezTo>
                    <a:pt x="9074" y="8435"/>
                    <a:pt x="9326" y="8561"/>
                    <a:pt x="9641" y="8656"/>
                  </a:cubicBezTo>
                  <a:cubicBezTo>
                    <a:pt x="9673" y="8750"/>
                    <a:pt x="9704" y="8908"/>
                    <a:pt x="9704" y="9034"/>
                  </a:cubicBezTo>
                  <a:cubicBezTo>
                    <a:pt x="9704" y="9507"/>
                    <a:pt x="9452" y="9853"/>
                    <a:pt x="9011" y="10011"/>
                  </a:cubicBezTo>
                  <a:cubicBezTo>
                    <a:pt x="8979" y="9853"/>
                    <a:pt x="8853" y="9759"/>
                    <a:pt x="8664" y="9759"/>
                  </a:cubicBezTo>
                  <a:cubicBezTo>
                    <a:pt x="8444" y="9759"/>
                    <a:pt x="8286" y="9916"/>
                    <a:pt x="8286" y="10105"/>
                  </a:cubicBezTo>
                  <a:cubicBezTo>
                    <a:pt x="8286" y="10704"/>
                    <a:pt x="7814" y="11113"/>
                    <a:pt x="7278" y="11113"/>
                  </a:cubicBezTo>
                  <a:cubicBezTo>
                    <a:pt x="6711" y="11113"/>
                    <a:pt x="6239" y="10641"/>
                    <a:pt x="6239" y="10105"/>
                  </a:cubicBezTo>
                  <a:lnTo>
                    <a:pt x="6239" y="6640"/>
                  </a:lnTo>
                  <a:cubicBezTo>
                    <a:pt x="6522" y="6860"/>
                    <a:pt x="6932" y="6986"/>
                    <a:pt x="7278" y="6986"/>
                  </a:cubicBezTo>
                  <a:cubicBezTo>
                    <a:pt x="7467" y="6986"/>
                    <a:pt x="7625" y="6829"/>
                    <a:pt x="7625" y="6640"/>
                  </a:cubicBezTo>
                  <a:cubicBezTo>
                    <a:pt x="7625" y="6451"/>
                    <a:pt x="7467" y="6293"/>
                    <a:pt x="7278" y="6293"/>
                  </a:cubicBezTo>
                  <a:cubicBezTo>
                    <a:pt x="6680" y="6293"/>
                    <a:pt x="6239" y="5820"/>
                    <a:pt x="6239" y="5253"/>
                  </a:cubicBezTo>
                  <a:lnTo>
                    <a:pt x="6239" y="1788"/>
                  </a:lnTo>
                  <a:lnTo>
                    <a:pt x="6239" y="1756"/>
                  </a:lnTo>
                  <a:lnTo>
                    <a:pt x="6239" y="1725"/>
                  </a:lnTo>
                  <a:cubicBezTo>
                    <a:pt x="6239" y="1441"/>
                    <a:pt x="6365" y="1158"/>
                    <a:pt x="6554" y="969"/>
                  </a:cubicBezTo>
                  <a:cubicBezTo>
                    <a:pt x="6772" y="750"/>
                    <a:pt x="7027" y="663"/>
                    <a:pt x="7306" y="663"/>
                  </a:cubicBezTo>
                  <a:close/>
                  <a:moveTo>
                    <a:pt x="4492" y="726"/>
                  </a:moveTo>
                  <a:cubicBezTo>
                    <a:pt x="4756" y="726"/>
                    <a:pt x="5012" y="813"/>
                    <a:pt x="5230" y="1032"/>
                  </a:cubicBezTo>
                  <a:cubicBezTo>
                    <a:pt x="5419" y="1221"/>
                    <a:pt x="5545" y="1504"/>
                    <a:pt x="5545" y="1788"/>
                  </a:cubicBezTo>
                  <a:lnTo>
                    <a:pt x="5545" y="1819"/>
                  </a:lnTo>
                  <a:lnTo>
                    <a:pt x="5545" y="5285"/>
                  </a:lnTo>
                  <a:cubicBezTo>
                    <a:pt x="5545" y="5883"/>
                    <a:pt x="5073" y="6325"/>
                    <a:pt x="4506" y="6325"/>
                  </a:cubicBezTo>
                  <a:cubicBezTo>
                    <a:pt x="4317" y="6325"/>
                    <a:pt x="4159" y="6482"/>
                    <a:pt x="4159" y="6671"/>
                  </a:cubicBezTo>
                  <a:cubicBezTo>
                    <a:pt x="4159" y="6860"/>
                    <a:pt x="4317" y="7018"/>
                    <a:pt x="4506" y="7018"/>
                  </a:cubicBezTo>
                  <a:cubicBezTo>
                    <a:pt x="4915" y="7018"/>
                    <a:pt x="5262" y="6892"/>
                    <a:pt x="5545" y="6671"/>
                  </a:cubicBezTo>
                  <a:lnTo>
                    <a:pt x="5545" y="10105"/>
                  </a:lnTo>
                  <a:lnTo>
                    <a:pt x="5545" y="10137"/>
                  </a:lnTo>
                  <a:cubicBezTo>
                    <a:pt x="5545" y="10704"/>
                    <a:pt x="5073" y="11176"/>
                    <a:pt x="4506" y="11176"/>
                  </a:cubicBezTo>
                  <a:cubicBezTo>
                    <a:pt x="3939" y="11176"/>
                    <a:pt x="3498" y="10704"/>
                    <a:pt x="3498" y="10137"/>
                  </a:cubicBezTo>
                  <a:cubicBezTo>
                    <a:pt x="3498" y="9948"/>
                    <a:pt x="3340" y="9790"/>
                    <a:pt x="3151" y="9790"/>
                  </a:cubicBezTo>
                  <a:cubicBezTo>
                    <a:pt x="2994" y="9790"/>
                    <a:pt x="2836" y="9916"/>
                    <a:pt x="2773" y="10074"/>
                  </a:cubicBezTo>
                  <a:cubicBezTo>
                    <a:pt x="2395" y="9916"/>
                    <a:pt x="2080" y="9538"/>
                    <a:pt x="2080" y="9065"/>
                  </a:cubicBezTo>
                  <a:cubicBezTo>
                    <a:pt x="2080" y="8908"/>
                    <a:pt x="2111" y="8813"/>
                    <a:pt x="2143" y="8687"/>
                  </a:cubicBezTo>
                  <a:cubicBezTo>
                    <a:pt x="2426" y="8593"/>
                    <a:pt x="2710" y="8435"/>
                    <a:pt x="2930" y="8246"/>
                  </a:cubicBezTo>
                  <a:cubicBezTo>
                    <a:pt x="2994" y="8215"/>
                    <a:pt x="3057" y="8120"/>
                    <a:pt x="3088" y="8057"/>
                  </a:cubicBezTo>
                  <a:lnTo>
                    <a:pt x="3151" y="8057"/>
                  </a:lnTo>
                  <a:cubicBezTo>
                    <a:pt x="3718" y="8057"/>
                    <a:pt x="4159" y="8530"/>
                    <a:pt x="4159" y="9065"/>
                  </a:cubicBezTo>
                  <a:cubicBezTo>
                    <a:pt x="4159" y="9286"/>
                    <a:pt x="4317" y="9444"/>
                    <a:pt x="4506" y="9444"/>
                  </a:cubicBezTo>
                  <a:cubicBezTo>
                    <a:pt x="4726" y="9444"/>
                    <a:pt x="4884" y="9286"/>
                    <a:pt x="4884" y="9065"/>
                  </a:cubicBezTo>
                  <a:cubicBezTo>
                    <a:pt x="4884" y="8215"/>
                    <a:pt x="4254" y="7490"/>
                    <a:pt x="3403" y="7396"/>
                  </a:cubicBezTo>
                  <a:cubicBezTo>
                    <a:pt x="3466" y="7270"/>
                    <a:pt x="3466" y="7144"/>
                    <a:pt x="3466" y="7018"/>
                  </a:cubicBezTo>
                  <a:cubicBezTo>
                    <a:pt x="3466" y="6545"/>
                    <a:pt x="3246" y="6104"/>
                    <a:pt x="2930" y="5820"/>
                  </a:cubicBezTo>
                  <a:cubicBezTo>
                    <a:pt x="2883" y="5757"/>
                    <a:pt x="2797" y="5726"/>
                    <a:pt x="2706" y="5726"/>
                  </a:cubicBezTo>
                  <a:cubicBezTo>
                    <a:pt x="2615" y="5726"/>
                    <a:pt x="2521" y="5757"/>
                    <a:pt x="2458" y="5820"/>
                  </a:cubicBezTo>
                  <a:cubicBezTo>
                    <a:pt x="2363" y="5915"/>
                    <a:pt x="2363" y="6167"/>
                    <a:pt x="2458" y="6262"/>
                  </a:cubicBezTo>
                  <a:cubicBezTo>
                    <a:pt x="2678" y="6482"/>
                    <a:pt x="2773" y="6734"/>
                    <a:pt x="2773" y="7018"/>
                  </a:cubicBezTo>
                  <a:cubicBezTo>
                    <a:pt x="2773" y="7301"/>
                    <a:pt x="2678" y="7585"/>
                    <a:pt x="2458" y="7774"/>
                  </a:cubicBezTo>
                  <a:cubicBezTo>
                    <a:pt x="2269" y="7963"/>
                    <a:pt x="1985" y="8089"/>
                    <a:pt x="1733" y="8089"/>
                  </a:cubicBezTo>
                  <a:cubicBezTo>
                    <a:pt x="1450" y="8089"/>
                    <a:pt x="1166" y="7963"/>
                    <a:pt x="977" y="7774"/>
                  </a:cubicBezTo>
                  <a:cubicBezTo>
                    <a:pt x="788" y="7585"/>
                    <a:pt x="662" y="7301"/>
                    <a:pt x="662" y="7018"/>
                  </a:cubicBezTo>
                  <a:cubicBezTo>
                    <a:pt x="662" y="6829"/>
                    <a:pt x="725" y="6640"/>
                    <a:pt x="820" y="6419"/>
                  </a:cubicBezTo>
                  <a:cubicBezTo>
                    <a:pt x="1103" y="6608"/>
                    <a:pt x="1355" y="6671"/>
                    <a:pt x="1670" y="6671"/>
                  </a:cubicBezTo>
                  <a:cubicBezTo>
                    <a:pt x="1891" y="6671"/>
                    <a:pt x="2048" y="6514"/>
                    <a:pt x="2048" y="6325"/>
                  </a:cubicBezTo>
                  <a:cubicBezTo>
                    <a:pt x="2048" y="6104"/>
                    <a:pt x="1891" y="5946"/>
                    <a:pt x="1670" y="5946"/>
                  </a:cubicBezTo>
                  <a:cubicBezTo>
                    <a:pt x="1418" y="5946"/>
                    <a:pt x="1135" y="5852"/>
                    <a:pt x="946" y="5631"/>
                  </a:cubicBezTo>
                  <a:cubicBezTo>
                    <a:pt x="725" y="5442"/>
                    <a:pt x="631" y="5159"/>
                    <a:pt x="631" y="4907"/>
                  </a:cubicBezTo>
                  <a:cubicBezTo>
                    <a:pt x="631" y="4623"/>
                    <a:pt x="725" y="4340"/>
                    <a:pt x="946" y="4151"/>
                  </a:cubicBezTo>
                  <a:cubicBezTo>
                    <a:pt x="1135" y="3962"/>
                    <a:pt x="1418" y="3836"/>
                    <a:pt x="1670" y="3836"/>
                  </a:cubicBezTo>
                  <a:cubicBezTo>
                    <a:pt x="1954" y="3836"/>
                    <a:pt x="2237" y="3962"/>
                    <a:pt x="2426" y="4151"/>
                  </a:cubicBezTo>
                  <a:cubicBezTo>
                    <a:pt x="2489" y="4214"/>
                    <a:pt x="2576" y="4245"/>
                    <a:pt x="2663" y="4245"/>
                  </a:cubicBezTo>
                  <a:cubicBezTo>
                    <a:pt x="2749" y="4245"/>
                    <a:pt x="2836" y="4214"/>
                    <a:pt x="2899" y="4151"/>
                  </a:cubicBezTo>
                  <a:cubicBezTo>
                    <a:pt x="3025" y="4025"/>
                    <a:pt x="3025" y="3804"/>
                    <a:pt x="2899" y="3678"/>
                  </a:cubicBezTo>
                  <a:cubicBezTo>
                    <a:pt x="2678" y="3426"/>
                    <a:pt x="2426" y="3332"/>
                    <a:pt x="2111" y="3237"/>
                  </a:cubicBezTo>
                  <a:cubicBezTo>
                    <a:pt x="1954" y="2859"/>
                    <a:pt x="2048" y="2418"/>
                    <a:pt x="2363" y="2103"/>
                  </a:cubicBezTo>
                  <a:cubicBezTo>
                    <a:pt x="2552" y="1914"/>
                    <a:pt x="2836" y="1788"/>
                    <a:pt x="3088" y="1788"/>
                  </a:cubicBezTo>
                  <a:cubicBezTo>
                    <a:pt x="3372" y="1788"/>
                    <a:pt x="3655" y="1914"/>
                    <a:pt x="3844" y="2103"/>
                  </a:cubicBezTo>
                  <a:cubicBezTo>
                    <a:pt x="3907" y="2166"/>
                    <a:pt x="3994" y="2197"/>
                    <a:pt x="4080" y="2197"/>
                  </a:cubicBezTo>
                  <a:cubicBezTo>
                    <a:pt x="4167" y="2197"/>
                    <a:pt x="4254" y="2166"/>
                    <a:pt x="4317" y="2103"/>
                  </a:cubicBezTo>
                  <a:cubicBezTo>
                    <a:pt x="4443" y="1977"/>
                    <a:pt x="4443" y="1756"/>
                    <a:pt x="4317" y="1630"/>
                  </a:cubicBezTo>
                  <a:cubicBezTo>
                    <a:pt x="4128" y="1441"/>
                    <a:pt x="3876" y="1284"/>
                    <a:pt x="3624" y="1189"/>
                  </a:cubicBezTo>
                  <a:cubicBezTo>
                    <a:pt x="3781" y="969"/>
                    <a:pt x="3970" y="811"/>
                    <a:pt x="4254" y="748"/>
                  </a:cubicBezTo>
                  <a:cubicBezTo>
                    <a:pt x="4333" y="734"/>
                    <a:pt x="4413" y="726"/>
                    <a:pt x="4492" y="726"/>
                  </a:cubicBezTo>
                  <a:close/>
                  <a:moveTo>
                    <a:pt x="7254" y="0"/>
                  </a:moveTo>
                  <a:cubicBezTo>
                    <a:pt x="6817" y="0"/>
                    <a:pt x="6387" y="190"/>
                    <a:pt x="6049" y="528"/>
                  </a:cubicBezTo>
                  <a:cubicBezTo>
                    <a:pt x="6018" y="559"/>
                    <a:pt x="5923" y="654"/>
                    <a:pt x="5892" y="717"/>
                  </a:cubicBezTo>
                  <a:cubicBezTo>
                    <a:pt x="5860" y="654"/>
                    <a:pt x="5766" y="622"/>
                    <a:pt x="5734" y="528"/>
                  </a:cubicBezTo>
                  <a:cubicBezTo>
                    <a:pt x="5391" y="185"/>
                    <a:pt x="4972" y="13"/>
                    <a:pt x="4521" y="13"/>
                  </a:cubicBezTo>
                  <a:cubicBezTo>
                    <a:pt x="4392" y="13"/>
                    <a:pt x="4261" y="27"/>
                    <a:pt x="4128" y="55"/>
                  </a:cubicBezTo>
                  <a:cubicBezTo>
                    <a:pt x="3561" y="181"/>
                    <a:pt x="3151" y="559"/>
                    <a:pt x="2899" y="1126"/>
                  </a:cubicBezTo>
                  <a:cubicBezTo>
                    <a:pt x="2552" y="1158"/>
                    <a:pt x="2206" y="1347"/>
                    <a:pt x="1922" y="1599"/>
                  </a:cubicBezTo>
                  <a:cubicBezTo>
                    <a:pt x="1481" y="2040"/>
                    <a:pt x="1324" y="2607"/>
                    <a:pt x="1450" y="3206"/>
                  </a:cubicBezTo>
                  <a:cubicBezTo>
                    <a:pt x="1103" y="3237"/>
                    <a:pt x="788" y="3458"/>
                    <a:pt x="505" y="3678"/>
                  </a:cubicBezTo>
                  <a:cubicBezTo>
                    <a:pt x="190" y="3993"/>
                    <a:pt x="1" y="4434"/>
                    <a:pt x="1" y="4907"/>
                  </a:cubicBezTo>
                  <a:cubicBezTo>
                    <a:pt x="1" y="5285"/>
                    <a:pt x="127" y="5663"/>
                    <a:pt x="347" y="5915"/>
                  </a:cubicBezTo>
                  <a:cubicBezTo>
                    <a:pt x="127" y="6230"/>
                    <a:pt x="1" y="6608"/>
                    <a:pt x="1" y="6955"/>
                  </a:cubicBezTo>
                  <a:cubicBezTo>
                    <a:pt x="1" y="7427"/>
                    <a:pt x="190" y="7868"/>
                    <a:pt x="505" y="8183"/>
                  </a:cubicBezTo>
                  <a:cubicBezTo>
                    <a:pt x="788" y="8435"/>
                    <a:pt x="1103" y="8593"/>
                    <a:pt x="1450" y="8624"/>
                  </a:cubicBezTo>
                  <a:cubicBezTo>
                    <a:pt x="1418" y="8750"/>
                    <a:pt x="1418" y="8876"/>
                    <a:pt x="1418" y="9002"/>
                  </a:cubicBezTo>
                  <a:cubicBezTo>
                    <a:pt x="1418" y="9916"/>
                    <a:pt x="2080" y="10609"/>
                    <a:pt x="2962" y="10735"/>
                  </a:cubicBezTo>
                  <a:cubicBezTo>
                    <a:pt x="3214" y="11365"/>
                    <a:pt x="3813" y="11775"/>
                    <a:pt x="4569" y="11775"/>
                  </a:cubicBezTo>
                  <a:cubicBezTo>
                    <a:pt x="5104" y="11775"/>
                    <a:pt x="5640" y="11523"/>
                    <a:pt x="5955" y="11082"/>
                  </a:cubicBezTo>
                  <a:cubicBezTo>
                    <a:pt x="6270" y="11523"/>
                    <a:pt x="6774" y="11775"/>
                    <a:pt x="7310" y="11775"/>
                  </a:cubicBezTo>
                  <a:cubicBezTo>
                    <a:pt x="8034" y="11775"/>
                    <a:pt x="8664" y="11365"/>
                    <a:pt x="8948" y="10735"/>
                  </a:cubicBezTo>
                  <a:cubicBezTo>
                    <a:pt x="9799" y="10609"/>
                    <a:pt x="10460" y="9916"/>
                    <a:pt x="10460" y="9002"/>
                  </a:cubicBezTo>
                  <a:cubicBezTo>
                    <a:pt x="10460" y="8876"/>
                    <a:pt x="10460" y="8750"/>
                    <a:pt x="10429" y="8624"/>
                  </a:cubicBezTo>
                  <a:cubicBezTo>
                    <a:pt x="10775" y="8593"/>
                    <a:pt x="11090" y="8404"/>
                    <a:pt x="11374" y="8183"/>
                  </a:cubicBezTo>
                  <a:cubicBezTo>
                    <a:pt x="11689" y="7837"/>
                    <a:pt x="11878" y="7427"/>
                    <a:pt x="11878" y="6955"/>
                  </a:cubicBezTo>
                  <a:cubicBezTo>
                    <a:pt x="11878" y="6545"/>
                    <a:pt x="11783" y="6199"/>
                    <a:pt x="11531" y="5915"/>
                  </a:cubicBezTo>
                  <a:cubicBezTo>
                    <a:pt x="11689" y="5663"/>
                    <a:pt x="11815" y="5285"/>
                    <a:pt x="11815" y="4907"/>
                  </a:cubicBezTo>
                  <a:cubicBezTo>
                    <a:pt x="11815" y="4434"/>
                    <a:pt x="11594" y="3993"/>
                    <a:pt x="11279" y="3678"/>
                  </a:cubicBezTo>
                  <a:cubicBezTo>
                    <a:pt x="11027" y="3395"/>
                    <a:pt x="10712" y="3237"/>
                    <a:pt x="10334" y="3206"/>
                  </a:cubicBezTo>
                  <a:cubicBezTo>
                    <a:pt x="10460" y="2670"/>
                    <a:pt x="10303" y="2040"/>
                    <a:pt x="9862" y="1599"/>
                  </a:cubicBezTo>
                  <a:cubicBezTo>
                    <a:pt x="9610" y="1315"/>
                    <a:pt x="9231" y="1158"/>
                    <a:pt x="8885" y="1126"/>
                  </a:cubicBezTo>
                  <a:cubicBezTo>
                    <a:pt x="8664" y="559"/>
                    <a:pt x="8223" y="181"/>
                    <a:pt x="7656" y="55"/>
                  </a:cubicBezTo>
                  <a:cubicBezTo>
                    <a:pt x="7523" y="18"/>
                    <a:pt x="7388" y="0"/>
                    <a:pt x="725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0" name="Google Shape;10680;p135"/>
            <p:cNvSpPr/>
            <p:nvPr/>
          </p:nvSpPr>
          <p:spPr>
            <a:xfrm>
              <a:off x="-22685675" y="2408150"/>
              <a:ext cx="27575" cy="66175"/>
            </a:xfrm>
            <a:custGeom>
              <a:rect b="b" l="l" r="r" t="t"/>
              <a:pathLst>
                <a:path extrusionOk="0" h="2647" w="1103">
                  <a:moveTo>
                    <a:pt x="740" y="1"/>
                  </a:moveTo>
                  <a:cubicBezTo>
                    <a:pt x="654" y="1"/>
                    <a:pt x="567" y="32"/>
                    <a:pt x="504" y="95"/>
                  </a:cubicBezTo>
                  <a:cubicBezTo>
                    <a:pt x="189" y="410"/>
                    <a:pt x="0" y="820"/>
                    <a:pt x="0" y="1292"/>
                  </a:cubicBezTo>
                  <a:cubicBezTo>
                    <a:pt x="0" y="1765"/>
                    <a:pt x="189" y="2206"/>
                    <a:pt x="504" y="2521"/>
                  </a:cubicBezTo>
                  <a:cubicBezTo>
                    <a:pt x="599" y="2584"/>
                    <a:pt x="662" y="2647"/>
                    <a:pt x="756" y="2647"/>
                  </a:cubicBezTo>
                  <a:cubicBezTo>
                    <a:pt x="819" y="2647"/>
                    <a:pt x="945" y="2615"/>
                    <a:pt x="977" y="2521"/>
                  </a:cubicBezTo>
                  <a:cubicBezTo>
                    <a:pt x="1103" y="2395"/>
                    <a:pt x="1103" y="2174"/>
                    <a:pt x="977" y="2048"/>
                  </a:cubicBezTo>
                  <a:cubicBezTo>
                    <a:pt x="788" y="1859"/>
                    <a:pt x="662" y="1576"/>
                    <a:pt x="662" y="1292"/>
                  </a:cubicBezTo>
                  <a:cubicBezTo>
                    <a:pt x="662" y="1040"/>
                    <a:pt x="788" y="757"/>
                    <a:pt x="977" y="536"/>
                  </a:cubicBezTo>
                  <a:cubicBezTo>
                    <a:pt x="1103" y="442"/>
                    <a:pt x="1103" y="253"/>
                    <a:pt x="977" y="95"/>
                  </a:cubicBezTo>
                  <a:cubicBezTo>
                    <a:pt x="914" y="32"/>
                    <a:pt x="827" y="1"/>
                    <a:pt x="7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1" name="Google Shape;10681;p135"/>
            <p:cNvSpPr/>
            <p:nvPr/>
          </p:nvSpPr>
          <p:spPr>
            <a:xfrm>
              <a:off x="-22766800" y="2408950"/>
              <a:ext cx="27575" cy="66175"/>
            </a:xfrm>
            <a:custGeom>
              <a:rect b="b" l="l" r="r" t="t"/>
              <a:pathLst>
                <a:path extrusionOk="0" h="2647" w="1103">
                  <a:moveTo>
                    <a:pt x="362" y="0"/>
                  </a:moveTo>
                  <a:cubicBezTo>
                    <a:pt x="276" y="0"/>
                    <a:pt x="189" y="32"/>
                    <a:pt x="126" y="95"/>
                  </a:cubicBezTo>
                  <a:cubicBezTo>
                    <a:pt x="0" y="221"/>
                    <a:pt x="0" y="441"/>
                    <a:pt x="126" y="567"/>
                  </a:cubicBezTo>
                  <a:cubicBezTo>
                    <a:pt x="315" y="756"/>
                    <a:pt x="441" y="1040"/>
                    <a:pt x="441" y="1323"/>
                  </a:cubicBezTo>
                  <a:cubicBezTo>
                    <a:pt x="441" y="1575"/>
                    <a:pt x="315" y="1859"/>
                    <a:pt x="126" y="2048"/>
                  </a:cubicBezTo>
                  <a:cubicBezTo>
                    <a:pt x="0" y="2174"/>
                    <a:pt x="0" y="2426"/>
                    <a:pt x="126" y="2520"/>
                  </a:cubicBezTo>
                  <a:cubicBezTo>
                    <a:pt x="221" y="2615"/>
                    <a:pt x="284" y="2646"/>
                    <a:pt x="378" y="2646"/>
                  </a:cubicBezTo>
                  <a:cubicBezTo>
                    <a:pt x="441" y="2646"/>
                    <a:pt x="567" y="2615"/>
                    <a:pt x="599" y="2520"/>
                  </a:cubicBezTo>
                  <a:cubicBezTo>
                    <a:pt x="977" y="2174"/>
                    <a:pt x="1103" y="1733"/>
                    <a:pt x="1103" y="1323"/>
                  </a:cubicBezTo>
                  <a:cubicBezTo>
                    <a:pt x="1103" y="851"/>
                    <a:pt x="914" y="410"/>
                    <a:pt x="599" y="95"/>
                  </a:cubicBezTo>
                  <a:cubicBezTo>
                    <a:pt x="536" y="32"/>
                    <a:pt x="449" y="0"/>
                    <a:pt x="36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82" name="Google Shape;10682;p135"/>
          <p:cNvGrpSpPr/>
          <p:nvPr/>
        </p:nvGrpSpPr>
        <p:grpSpPr>
          <a:xfrm>
            <a:off x="5774767" y="1336120"/>
            <a:ext cx="311749" cy="353210"/>
            <a:chOff x="-27710725" y="1959200"/>
            <a:chExt cx="260725" cy="295400"/>
          </a:xfrm>
        </p:grpSpPr>
        <p:sp>
          <p:nvSpPr>
            <p:cNvPr id="10683" name="Google Shape;10683;p135"/>
            <p:cNvSpPr/>
            <p:nvPr/>
          </p:nvSpPr>
          <p:spPr>
            <a:xfrm>
              <a:off x="-27710725" y="1959200"/>
              <a:ext cx="260725" cy="295400"/>
            </a:xfrm>
            <a:custGeom>
              <a:rect b="b" l="l" r="r" t="t"/>
              <a:pathLst>
                <a:path extrusionOk="0" h="11816" w="10429">
                  <a:moveTo>
                    <a:pt x="1072" y="3561"/>
                  </a:moveTo>
                  <a:cubicBezTo>
                    <a:pt x="1261" y="3561"/>
                    <a:pt x="1418" y="3718"/>
                    <a:pt x="1418" y="3907"/>
                  </a:cubicBezTo>
                  <a:lnTo>
                    <a:pt x="1418" y="4916"/>
                  </a:lnTo>
                  <a:lnTo>
                    <a:pt x="694" y="4916"/>
                  </a:lnTo>
                  <a:lnTo>
                    <a:pt x="694" y="3907"/>
                  </a:lnTo>
                  <a:cubicBezTo>
                    <a:pt x="694" y="3718"/>
                    <a:pt x="851" y="3561"/>
                    <a:pt x="1072" y="3561"/>
                  </a:cubicBezTo>
                  <a:close/>
                  <a:moveTo>
                    <a:pt x="5230" y="3561"/>
                  </a:moveTo>
                  <a:cubicBezTo>
                    <a:pt x="5419" y="3561"/>
                    <a:pt x="5577" y="3718"/>
                    <a:pt x="5577" y="3907"/>
                  </a:cubicBezTo>
                  <a:lnTo>
                    <a:pt x="5577" y="4916"/>
                  </a:lnTo>
                  <a:lnTo>
                    <a:pt x="4884" y="4916"/>
                  </a:lnTo>
                  <a:lnTo>
                    <a:pt x="4884" y="3907"/>
                  </a:lnTo>
                  <a:cubicBezTo>
                    <a:pt x="4884" y="3718"/>
                    <a:pt x="5041" y="3561"/>
                    <a:pt x="5230" y="3561"/>
                  </a:cubicBezTo>
                  <a:close/>
                  <a:moveTo>
                    <a:pt x="8696" y="4348"/>
                  </a:moveTo>
                  <a:cubicBezTo>
                    <a:pt x="9294" y="4348"/>
                    <a:pt x="9736" y="4821"/>
                    <a:pt x="9736" y="5357"/>
                  </a:cubicBezTo>
                  <a:cubicBezTo>
                    <a:pt x="9736" y="5924"/>
                    <a:pt x="9263" y="6396"/>
                    <a:pt x="8696" y="6396"/>
                  </a:cubicBezTo>
                  <a:cubicBezTo>
                    <a:pt x="8097" y="6396"/>
                    <a:pt x="7688" y="5924"/>
                    <a:pt x="7688" y="5357"/>
                  </a:cubicBezTo>
                  <a:cubicBezTo>
                    <a:pt x="7688" y="4821"/>
                    <a:pt x="8160" y="4348"/>
                    <a:pt x="8696" y="4348"/>
                  </a:cubicBezTo>
                  <a:close/>
                  <a:moveTo>
                    <a:pt x="5482" y="5609"/>
                  </a:moveTo>
                  <a:cubicBezTo>
                    <a:pt x="5388" y="6176"/>
                    <a:pt x="5073" y="6774"/>
                    <a:pt x="4569" y="7121"/>
                  </a:cubicBezTo>
                  <a:cubicBezTo>
                    <a:pt x="4120" y="7475"/>
                    <a:pt x="3582" y="7653"/>
                    <a:pt x="3036" y="7653"/>
                  </a:cubicBezTo>
                  <a:cubicBezTo>
                    <a:pt x="2854" y="7653"/>
                    <a:pt x="2671" y="7633"/>
                    <a:pt x="2489" y="7593"/>
                  </a:cubicBezTo>
                  <a:cubicBezTo>
                    <a:pt x="1639" y="7404"/>
                    <a:pt x="946" y="6617"/>
                    <a:pt x="757" y="5640"/>
                  </a:cubicBezTo>
                  <a:lnTo>
                    <a:pt x="1418" y="5640"/>
                  </a:lnTo>
                  <a:cubicBezTo>
                    <a:pt x="1481" y="5955"/>
                    <a:pt x="1639" y="6270"/>
                    <a:pt x="1891" y="6491"/>
                  </a:cubicBezTo>
                  <a:cubicBezTo>
                    <a:pt x="2206" y="6806"/>
                    <a:pt x="2647" y="7026"/>
                    <a:pt x="3119" y="7026"/>
                  </a:cubicBezTo>
                  <a:cubicBezTo>
                    <a:pt x="3183" y="7026"/>
                    <a:pt x="3309" y="7026"/>
                    <a:pt x="3372" y="6963"/>
                  </a:cubicBezTo>
                  <a:cubicBezTo>
                    <a:pt x="4096" y="6837"/>
                    <a:pt x="4600" y="6302"/>
                    <a:pt x="4758" y="5609"/>
                  </a:cubicBezTo>
                  <a:close/>
                  <a:moveTo>
                    <a:pt x="2426" y="1"/>
                  </a:moveTo>
                  <a:cubicBezTo>
                    <a:pt x="2237" y="1"/>
                    <a:pt x="2080" y="158"/>
                    <a:pt x="2080" y="347"/>
                  </a:cubicBezTo>
                  <a:lnTo>
                    <a:pt x="2080" y="725"/>
                  </a:lnTo>
                  <a:lnTo>
                    <a:pt x="1733" y="725"/>
                  </a:lnTo>
                  <a:cubicBezTo>
                    <a:pt x="1135" y="725"/>
                    <a:pt x="694" y="1198"/>
                    <a:pt x="694" y="1734"/>
                  </a:cubicBezTo>
                  <a:lnTo>
                    <a:pt x="694" y="2836"/>
                  </a:lnTo>
                  <a:cubicBezTo>
                    <a:pt x="316" y="2994"/>
                    <a:pt x="1" y="3340"/>
                    <a:pt x="1" y="3813"/>
                  </a:cubicBezTo>
                  <a:lnTo>
                    <a:pt x="1" y="5073"/>
                  </a:lnTo>
                  <a:lnTo>
                    <a:pt x="1" y="5231"/>
                  </a:lnTo>
                  <a:cubicBezTo>
                    <a:pt x="32" y="5924"/>
                    <a:pt x="284" y="6554"/>
                    <a:pt x="662" y="7058"/>
                  </a:cubicBezTo>
                  <a:cubicBezTo>
                    <a:pt x="1103" y="7656"/>
                    <a:pt x="1702" y="8035"/>
                    <a:pt x="2395" y="8224"/>
                  </a:cubicBezTo>
                  <a:cubicBezTo>
                    <a:pt x="2521" y="8287"/>
                    <a:pt x="2678" y="8287"/>
                    <a:pt x="2804" y="8318"/>
                  </a:cubicBezTo>
                  <a:lnTo>
                    <a:pt x="2804" y="8696"/>
                  </a:lnTo>
                  <a:cubicBezTo>
                    <a:pt x="2804" y="10429"/>
                    <a:pt x="4222" y="11815"/>
                    <a:pt x="5892" y="11815"/>
                  </a:cubicBezTo>
                  <a:cubicBezTo>
                    <a:pt x="7625" y="11815"/>
                    <a:pt x="9011" y="10397"/>
                    <a:pt x="9011" y="8696"/>
                  </a:cubicBezTo>
                  <a:lnTo>
                    <a:pt x="9011" y="6932"/>
                  </a:lnTo>
                  <a:cubicBezTo>
                    <a:pt x="9830" y="6837"/>
                    <a:pt x="10429" y="6176"/>
                    <a:pt x="10429" y="5325"/>
                  </a:cubicBezTo>
                  <a:cubicBezTo>
                    <a:pt x="10429" y="4380"/>
                    <a:pt x="9641" y="3592"/>
                    <a:pt x="8696" y="3592"/>
                  </a:cubicBezTo>
                  <a:cubicBezTo>
                    <a:pt x="7751" y="3592"/>
                    <a:pt x="6963" y="4380"/>
                    <a:pt x="6963" y="5325"/>
                  </a:cubicBezTo>
                  <a:cubicBezTo>
                    <a:pt x="6963" y="6144"/>
                    <a:pt x="7562" y="6837"/>
                    <a:pt x="8349" y="7026"/>
                  </a:cubicBezTo>
                  <a:lnTo>
                    <a:pt x="8349" y="8791"/>
                  </a:lnTo>
                  <a:cubicBezTo>
                    <a:pt x="8349" y="10114"/>
                    <a:pt x="7247" y="11216"/>
                    <a:pt x="5892" y="11216"/>
                  </a:cubicBezTo>
                  <a:cubicBezTo>
                    <a:pt x="4569" y="11216"/>
                    <a:pt x="3466" y="10114"/>
                    <a:pt x="3466" y="8791"/>
                  </a:cubicBezTo>
                  <a:lnTo>
                    <a:pt x="3466" y="8350"/>
                  </a:lnTo>
                  <a:cubicBezTo>
                    <a:pt x="4065" y="8287"/>
                    <a:pt x="4600" y="8066"/>
                    <a:pt x="5073" y="7688"/>
                  </a:cubicBezTo>
                  <a:cubicBezTo>
                    <a:pt x="5829" y="7089"/>
                    <a:pt x="6270" y="6176"/>
                    <a:pt x="6270" y="5231"/>
                  </a:cubicBezTo>
                  <a:lnTo>
                    <a:pt x="6270" y="3876"/>
                  </a:lnTo>
                  <a:cubicBezTo>
                    <a:pt x="6270" y="3435"/>
                    <a:pt x="5986" y="3025"/>
                    <a:pt x="5545" y="2868"/>
                  </a:cubicBezTo>
                  <a:lnTo>
                    <a:pt x="5545" y="1765"/>
                  </a:lnTo>
                  <a:cubicBezTo>
                    <a:pt x="5545" y="1198"/>
                    <a:pt x="5073" y="757"/>
                    <a:pt x="4537" y="757"/>
                  </a:cubicBezTo>
                  <a:lnTo>
                    <a:pt x="4159" y="757"/>
                  </a:lnTo>
                  <a:lnTo>
                    <a:pt x="4159" y="410"/>
                  </a:lnTo>
                  <a:cubicBezTo>
                    <a:pt x="4159" y="190"/>
                    <a:pt x="4002" y="32"/>
                    <a:pt x="3813" y="32"/>
                  </a:cubicBezTo>
                  <a:cubicBezTo>
                    <a:pt x="3624" y="32"/>
                    <a:pt x="3466" y="190"/>
                    <a:pt x="3466" y="410"/>
                  </a:cubicBezTo>
                  <a:lnTo>
                    <a:pt x="3466" y="1765"/>
                  </a:lnTo>
                  <a:cubicBezTo>
                    <a:pt x="3466" y="1986"/>
                    <a:pt x="3624" y="2143"/>
                    <a:pt x="3813" y="2143"/>
                  </a:cubicBezTo>
                  <a:cubicBezTo>
                    <a:pt x="4002" y="2143"/>
                    <a:pt x="4159" y="1986"/>
                    <a:pt x="4159" y="1765"/>
                  </a:cubicBezTo>
                  <a:lnTo>
                    <a:pt x="4159" y="1418"/>
                  </a:lnTo>
                  <a:lnTo>
                    <a:pt x="4537" y="1418"/>
                  </a:lnTo>
                  <a:cubicBezTo>
                    <a:pt x="4726" y="1418"/>
                    <a:pt x="4884" y="1576"/>
                    <a:pt x="4884" y="1765"/>
                  </a:cubicBezTo>
                  <a:lnTo>
                    <a:pt x="4884" y="2868"/>
                  </a:lnTo>
                  <a:cubicBezTo>
                    <a:pt x="4474" y="3025"/>
                    <a:pt x="4159" y="3403"/>
                    <a:pt x="4159" y="3876"/>
                  </a:cubicBezTo>
                  <a:lnTo>
                    <a:pt x="4159" y="5168"/>
                  </a:lnTo>
                  <a:cubicBezTo>
                    <a:pt x="4159" y="5703"/>
                    <a:pt x="3813" y="6176"/>
                    <a:pt x="3309" y="6270"/>
                  </a:cubicBezTo>
                  <a:lnTo>
                    <a:pt x="3151" y="6270"/>
                  </a:lnTo>
                  <a:cubicBezTo>
                    <a:pt x="2867" y="6270"/>
                    <a:pt x="2584" y="6144"/>
                    <a:pt x="2395" y="5955"/>
                  </a:cubicBezTo>
                  <a:cubicBezTo>
                    <a:pt x="2206" y="5766"/>
                    <a:pt x="2080" y="5483"/>
                    <a:pt x="2080" y="5199"/>
                  </a:cubicBezTo>
                  <a:lnTo>
                    <a:pt x="2080" y="3813"/>
                  </a:lnTo>
                  <a:cubicBezTo>
                    <a:pt x="2080" y="3403"/>
                    <a:pt x="1796" y="2994"/>
                    <a:pt x="1387" y="2836"/>
                  </a:cubicBezTo>
                  <a:lnTo>
                    <a:pt x="1387" y="1734"/>
                  </a:lnTo>
                  <a:cubicBezTo>
                    <a:pt x="1387" y="1545"/>
                    <a:pt x="1544" y="1387"/>
                    <a:pt x="1733" y="1387"/>
                  </a:cubicBezTo>
                  <a:lnTo>
                    <a:pt x="2080" y="1387"/>
                  </a:lnTo>
                  <a:lnTo>
                    <a:pt x="2080" y="1734"/>
                  </a:lnTo>
                  <a:cubicBezTo>
                    <a:pt x="2080" y="1923"/>
                    <a:pt x="2237" y="2080"/>
                    <a:pt x="2426" y="2080"/>
                  </a:cubicBezTo>
                  <a:cubicBezTo>
                    <a:pt x="2647" y="2080"/>
                    <a:pt x="2804" y="1923"/>
                    <a:pt x="2804" y="1734"/>
                  </a:cubicBezTo>
                  <a:lnTo>
                    <a:pt x="2804" y="347"/>
                  </a:lnTo>
                  <a:cubicBezTo>
                    <a:pt x="2804" y="158"/>
                    <a:pt x="2647" y="1"/>
                    <a:pt x="242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4" name="Google Shape;10684;p135"/>
            <p:cNvSpPr/>
            <p:nvPr/>
          </p:nvSpPr>
          <p:spPr>
            <a:xfrm>
              <a:off x="-27502000" y="2084450"/>
              <a:ext cx="17350" cy="17350"/>
            </a:xfrm>
            <a:custGeom>
              <a:rect b="b" l="l" r="r" t="t"/>
              <a:pathLst>
                <a:path extrusionOk="0" h="694" w="694">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85" name="Google Shape;10685;p135"/>
          <p:cNvGrpSpPr/>
          <p:nvPr/>
        </p:nvGrpSpPr>
        <p:grpSpPr>
          <a:xfrm>
            <a:off x="5752631" y="1844666"/>
            <a:ext cx="356020" cy="230770"/>
            <a:chOff x="-27728850" y="2382950"/>
            <a:chExt cx="297750" cy="193000"/>
          </a:xfrm>
        </p:grpSpPr>
        <p:sp>
          <p:nvSpPr>
            <p:cNvPr id="10686" name="Google Shape;10686;p135"/>
            <p:cNvSpPr/>
            <p:nvPr/>
          </p:nvSpPr>
          <p:spPr>
            <a:xfrm>
              <a:off x="-27606750" y="2453825"/>
              <a:ext cx="35450" cy="35475"/>
            </a:xfrm>
            <a:custGeom>
              <a:rect b="b" l="l" r="r" t="t"/>
              <a:pathLst>
                <a:path extrusionOk="0" h="1419" w="1418">
                  <a:moveTo>
                    <a:pt x="725" y="1"/>
                  </a:moveTo>
                  <a:cubicBezTo>
                    <a:pt x="315" y="1"/>
                    <a:pt x="0" y="316"/>
                    <a:pt x="0" y="694"/>
                  </a:cubicBezTo>
                  <a:cubicBezTo>
                    <a:pt x="0" y="1103"/>
                    <a:pt x="315" y="1419"/>
                    <a:pt x="725" y="1419"/>
                  </a:cubicBezTo>
                  <a:cubicBezTo>
                    <a:pt x="1103" y="1419"/>
                    <a:pt x="1418" y="1103"/>
                    <a:pt x="1418" y="694"/>
                  </a:cubicBezTo>
                  <a:cubicBezTo>
                    <a:pt x="1418" y="316"/>
                    <a:pt x="1103" y="1"/>
                    <a:pt x="72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7" name="Google Shape;10687;p135"/>
            <p:cNvSpPr/>
            <p:nvPr/>
          </p:nvSpPr>
          <p:spPr>
            <a:xfrm>
              <a:off x="-27728850" y="2382950"/>
              <a:ext cx="297750" cy="193000"/>
            </a:xfrm>
            <a:custGeom>
              <a:rect b="b" l="l" r="r" t="t"/>
              <a:pathLst>
                <a:path extrusionOk="0" h="7720" w="11910">
                  <a:moveTo>
                    <a:pt x="5955" y="756"/>
                  </a:moveTo>
                  <a:cubicBezTo>
                    <a:pt x="7405" y="756"/>
                    <a:pt x="8791" y="1670"/>
                    <a:pt x="9673" y="2426"/>
                  </a:cubicBezTo>
                  <a:cubicBezTo>
                    <a:pt x="10335" y="3025"/>
                    <a:pt x="10839" y="3592"/>
                    <a:pt x="11091" y="3938"/>
                  </a:cubicBezTo>
                  <a:cubicBezTo>
                    <a:pt x="10524" y="4632"/>
                    <a:pt x="8413" y="7026"/>
                    <a:pt x="5955" y="7026"/>
                  </a:cubicBezTo>
                  <a:cubicBezTo>
                    <a:pt x="4506" y="7026"/>
                    <a:pt x="3120" y="6144"/>
                    <a:pt x="2269" y="5388"/>
                  </a:cubicBezTo>
                  <a:cubicBezTo>
                    <a:pt x="1576" y="4789"/>
                    <a:pt x="1072" y="4190"/>
                    <a:pt x="852" y="3875"/>
                  </a:cubicBezTo>
                  <a:cubicBezTo>
                    <a:pt x="1419" y="3182"/>
                    <a:pt x="3529" y="788"/>
                    <a:pt x="5955" y="756"/>
                  </a:cubicBezTo>
                  <a:close/>
                  <a:moveTo>
                    <a:pt x="5955" y="0"/>
                  </a:moveTo>
                  <a:cubicBezTo>
                    <a:pt x="5199" y="0"/>
                    <a:pt x="4412" y="189"/>
                    <a:pt x="3624" y="567"/>
                  </a:cubicBezTo>
                  <a:cubicBezTo>
                    <a:pt x="2994" y="882"/>
                    <a:pt x="2364" y="1324"/>
                    <a:pt x="1797" y="1828"/>
                  </a:cubicBezTo>
                  <a:cubicBezTo>
                    <a:pt x="757" y="2741"/>
                    <a:pt x="127" y="3623"/>
                    <a:pt x="95" y="3655"/>
                  </a:cubicBezTo>
                  <a:cubicBezTo>
                    <a:pt x="1" y="3781"/>
                    <a:pt x="1" y="3938"/>
                    <a:pt x="95" y="4033"/>
                  </a:cubicBezTo>
                  <a:cubicBezTo>
                    <a:pt x="127" y="4096"/>
                    <a:pt x="757" y="4978"/>
                    <a:pt x="1797" y="5860"/>
                  </a:cubicBezTo>
                  <a:cubicBezTo>
                    <a:pt x="2427" y="6396"/>
                    <a:pt x="2994" y="6805"/>
                    <a:pt x="3624" y="7120"/>
                  </a:cubicBezTo>
                  <a:cubicBezTo>
                    <a:pt x="4412" y="7499"/>
                    <a:pt x="5199" y="7719"/>
                    <a:pt x="5955" y="7719"/>
                  </a:cubicBezTo>
                  <a:cubicBezTo>
                    <a:pt x="6711" y="7719"/>
                    <a:pt x="7499" y="7499"/>
                    <a:pt x="8287" y="7120"/>
                  </a:cubicBezTo>
                  <a:cubicBezTo>
                    <a:pt x="8917" y="6805"/>
                    <a:pt x="9547" y="6364"/>
                    <a:pt x="10145" y="5860"/>
                  </a:cubicBezTo>
                  <a:cubicBezTo>
                    <a:pt x="11154" y="4947"/>
                    <a:pt x="11784" y="4096"/>
                    <a:pt x="11815" y="4033"/>
                  </a:cubicBezTo>
                  <a:cubicBezTo>
                    <a:pt x="11910" y="3938"/>
                    <a:pt x="11910" y="3781"/>
                    <a:pt x="11815" y="3655"/>
                  </a:cubicBezTo>
                  <a:cubicBezTo>
                    <a:pt x="11784" y="3623"/>
                    <a:pt x="11154" y="2710"/>
                    <a:pt x="10145" y="1828"/>
                  </a:cubicBezTo>
                  <a:cubicBezTo>
                    <a:pt x="9515" y="1292"/>
                    <a:pt x="8917" y="882"/>
                    <a:pt x="8287" y="567"/>
                  </a:cubicBezTo>
                  <a:cubicBezTo>
                    <a:pt x="7499" y="189"/>
                    <a:pt x="6711" y="0"/>
                    <a:pt x="595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8" name="Google Shape;10688;p135"/>
            <p:cNvSpPr/>
            <p:nvPr/>
          </p:nvSpPr>
          <p:spPr>
            <a:xfrm>
              <a:off x="-27640625" y="2419175"/>
              <a:ext cx="122100" cy="122100"/>
            </a:xfrm>
            <a:custGeom>
              <a:rect b="b" l="l" r="r" t="t"/>
              <a:pathLst>
                <a:path extrusionOk="0" h="4884" w="4884">
                  <a:moveTo>
                    <a:pt x="2426" y="694"/>
                  </a:moveTo>
                  <a:cubicBezTo>
                    <a:pt x="3403" y="694"/>
                    <a:pt x="4159" y="1481"/>
                    <a:pt x="4159" y="2426"/>
                  </a:cubicBezTo>
                  <a:cubicBezTo>
                    <a:pt x="4159" y="3372"/>
                    <a:pt x="3371" y="4159"/>
                    <a:pt x="2426" y="4159"/>
                  </a:cubicBezTo>
                  <a:cubicBezTo>
                    <a:pt x="1481" y="4159"/>
                    <a:pt x="694" y="3372"/>
                    <a:pt x="694" y="2426"/>
                  </a:cubicBezTo>
                  <a:cubicBezTo>
                    <a:pt x="694" y="1481"/>
                    <a:pt x="1481" y="694"/>
                    <a:pt x="2426" y="694"/>
                  </a:cubicBezTo>
                  <a:close/>
                  <a:moveTo>
                    <a:pt x="2426" y="1"/>
                  </a:moveTo>
                  <a:cubicBezTo>
                    <a:pt x="1103" y="1"/>
                    <a:pt x="0" y="1103"/>
                    <a:pt x="0" y="2426"/>
                  </a:cubicBezTo>
                  <a:cubicBezTo>
                    <a:pt x="0" y="3781"/>
                    <a:pt x="1103" y="4884"/>
                    <a:pt x="2426" y="4884"/>
                  </a:cubicBezTo>
                  <a:cubicBezTo>
                    <a:pt x="3781" y="4884"/>
                    <a:pt x="4884" y="3781"/>
                    <a:pt x="4884" y="2426"/>
                  </a:cubicBezTo>
                  <a:cubicBezTo>
                    <a:pt x="4884" y="1103"/>
                    <a:pt x="3781" y="1"/>
                    <a:pt x="242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689" name="Google Shape;10689;p135"/>
          <p:cNvSpPr/>
          <p:nvPr/>
        </p:nvSpPr>
        <p:spPr>
          <a:xfrm>
            <a:off x="5753569" y="2230994"/>
            <a:ext cx="355093" cy="340476"/>
          </a:xfrm>
          <a:custGeom>
            <a:rect b="b" l="l" r="r" t="t"/>
            <a:pathLst>
              <a:path extrusionOk="0" h="11390" w="11879">
                <a:moveTo>
                  <a:pt x="10047" y="655"/>
                </a:moveTo>
                <a:cubicBezTo>
                  <a:pt x="10369" y="655"/>
                  <a:pt x="10689" y="746"/>
                  <a:pt x="10965" y="930"/>
                </a:cubicBezTo>
                <a:lnTo>
                  <a:pt x="7499" y="4490"/>
                </a:lnTo>
                <a:cubicBezTo>
                  <a:pt x="7468" y="4427"/>
                  <a:pt x="7468" y="4396"/>
                  <a:pt x="7405" y="4364"/>
                </a:cubicBezTo>
                <a:lnTo>
                  <a:pt x="7090" y="4049"/>
                </a:lnTo>
                <a:cubicBezTo>
                  <a:pt x="7058" y="3986"/>
                  <a:pt x="7026" y="3954"/>
                  <a:pt x="6995" y="3954"/>
                </a:cubicBezTo>
                <a:lnTo>
                  <a:pt x="7216" y="3734"/>
                </a:lnTo>
                <a:cubicBezTo>
                  <a:pt x="7405" y="3545"/>
                  <a:pt x="7531" y="3261"/>
                  <a:pt x="7531" y="2978"/>
                </a:cubicBezTo>
                <a:cubicBezTo>
                  <a:pt x="7531" y="2820"/>
                  <a:pt x="7499" y="2663"/>
                  <a:pt x="7405" y="2537"/>
                </a:cubicBezTo>
                <a:lnTo>
                  <a:pt x="8791" y="1182"/>
                </a:lnTo>
                <a:cubicBezTo>
                  <a:pt x="9140" y="833"/>
                  <a:pt x="9596" y="655"/>
                  <a:pt x="10047" y="655"/>
                </a:cubicBezTo>
                <a:close/>
                <a:moveTo>
                  <a:pt x="6365" y="4427"/>
                </a:moveTo>
                <a:cubicBezTo>
                  <a:pt x="6428" y="4427"/>
                  <a:pt x="6554" y="4490"/>
                  <a:pt x="6585" y="4553"/>
                </a:cubicBezTo>
                <a:lnTo>
                  <a:pt x="6900" y="4868"/>
                </a:lnTo>
                <a:cubicBezTo>
                  <a:pt x="7058" y="4994"/>
                  <a:pt x="7058" y="5183"/>
                  <a:pt x="6932" y="5341"/>
                </a:cubicBezTo>
                <a:lnTo>
                  <a:pt x="6365" y="5971"/>
                </a:lnTo>
                <a:lnTo>
                  <a:pt x="5483" y="5120"/>
                </a:lnTo>
                <a:lnTo>
                  <a:pt x="6113" y="4522"/>
                </a:lnTo>
                <a:cubicBezTo>
                  <a:pt x="6207" y="4490"/>
                  <a:pt x="6270" y="4427"/>
                  <a:pt x="6365" y="4427"/>
                </a:cubicBezTo>
                <a:close/>
                <a:moveTo>
                  <a:pt x="4947" y="5624"/>
                </a:moveTo>
                <a:lnTo>
                  <a:pt x="5829" y="6538"/>
                </a:lnTo>
                <a:lnTo>
                  <a:pt x="5388" y="7042"/>
                </a:lnTo>
                <a:lnTo>
                  <a:pt x="5136" y="6790"/>
                </a:lnTo>
                <a:cubicBezTo>
                  <a:pt x="5073" y="6743"/>
                  <a:pt x="4987" y="6719"/>
                  <a:pt x="4900" y="6719"/>
                </a:cubicBezTo>
                <a:cubicBezTo>
                  <a:pt x="4813" y="6719"/>
                  <a:pt x="4727" y="6743"/>
                  <a:pt x="4664" y="6790"/>
                </a:cubicBezTo>
                <a:cubicBezTo>
                  <a:pt x="4538" y="6916"/>
                  <a:pt x="4538" y="7168"/>
                  <a:pt x="4664" y="7262"/>
                </a:cubicBezTo>
                <a:lnTo>
                  <a:pt x="4947" y="7546"/>
                </a:lnTo>
                <a:lnTo>
                  <a:pt x="4475" y="8050"/>
                </a:lnTo>
                <a:lnTo>
                  <a:pt x="4128" y="7704"/>
                </a:lnTo>
                <a:cubicBezTo>
                  <a:pt x="4065" y="7641"/>
                  <a:pt x="3971" y="7609"/>
                  <a:pt x="3880" y="7609"/>
                </a:cubicBezTo>
                <a:cubicBezTo>
                  <a:pt x="3789" y="7609"/>
                  <a:pt x="3703" y="7641"/>
                  <a:pt x="3655" y="7704"/>
                </a:cubicBezTo>
                <a:cubicBezTo>
                  <a:pt x="3529" y="7830"/>
                  <a:pt x="3529" y="8050"/>
                  <a:pt x="3655" y="8176"/>
                </a:cubicBezTo>
                <a:lnTo>
                  <a:pt x="4034" y="8586"/>
                </a:lnTo>
                <a:lnTo>
                  <a:pt x="3561" y="9090"/>
                </a:lnTo>
                <a:lnTo>
                  <a:pt x="3088" y="8617"/>
                </a:lnTo>
                <a:cubicBezTo>
                  <a:pt x="3025" y="8554"/>
                  <a:pt x="2939" y="8523"/>
                  <a:pt x="2852" y="8523"/>
                </a:cubicBezTo>
                <a:cubicBezTo>
                  <a:pt x="2765" y="8523"/>
                  <a:pt x="2679" y="8554"/>
                  <a:pt x="2616" y="8617"/>
                </a:cubicBezTo>
                <a:cubicBezTo>
                  <a:pt x="2490" y="8743"/>
                  <a:pt x="2490" y="8964"/>
                  <a:pt x="2616" y="9090"/>
                </a:cubicBezTo>
                <a:lnTo>
                  <a:pt x="3120" y="9594"/>
                </a:lnTo>
                <a:lnTo>
                  <a:pt x="2647" y="10098"/>
                </a:lnTo>
                <a:lnTo>
                  <a:pt x="2080" y="9531"/>
                </a:lnTo>
                <a:cubicBezTo>
                  <a:pt x="2017" y="9468"/>
                  <a:pt x="1923" y="9436"/>
                  <a:pt x="1832" y="9436"/>
                </a:cubicBezTo>
                <a:cubicBezTo>
                  <a:pt x="1742" y="9436"/>
                  <a:pt x="1655" y="9468"/>
                  <a:pt x="1608" y="9531"/>
                </a:cubicBezTo>
                <a:cubicBezTo>
                  <a:pt x="1482" y="9625"/>
                  <a:pt x="1482" y="9877"/>
                  <a:pt x="1608" y="10003"/>
                </a:cubicBezTo>
                <a:lnTo>
                  <a:pt x="2175" y="10570"/>
                </a:lnTo>
                <a:cubicBezTo>
                  <a:pt x="2017" y="10696"/>
                  <a:pt x="1860" y="10728"/>
                  <a:pt x="1702" y="10728"/>
                </a:cubicBezTo>
                <a:cubicBezTo>
                  <a:pt x="1419" y="10728"/>
                  <a:pt x="1198" y="10665"/>
                  <a:pt x="1009" y="10476"/>
                </a:cubicBezTo>
                <a:cubicBezTo>
                  <a:pt x="789" y="10255"/>
                  <a:pt x="726" y="10035"/>
                  <a:pt x="726" y="9751"/>
                </a:cubicBezTo>
                <a:cubicBezTo>
                  <a:pt x="726" y="9468"/>
                  <a:pt x="852" y="9247"/>
                  <a:pt x="1041" y="9090"/>
                </a:cubicBezTo>
                <a:lnTo>
                  <a:pt x="4947" y="5624"/>
                </a:lnTo>
                <a:close/>
                <a:moveTo>
                  <a:pt x="10035" y="1"/>
                </a:moveTo>
                <a:cubicBezTo>
                  <a:pt x="9413" y="1"/>
                  <a:pt x="8791" y="237"/>
                  <a:pt x="8318" y="709"/>
                </a:cubicBezTo>
                <a:lnTo>
                  <a:pt x="6743" y="2285"/>
                </a:lnTo>
                <a:cubicBezTo>
                  <a:pt x="6680" y="2348"/>
                  <a:pt x="6617" y="2442"/>
                  <a:pt x="6617" y="2505"/>
                </a:cubicBezTo>
                <a:cubicBezTo>
                  <a:pt x="6617" y="2600"/>
                  <a:pt x="6680" y="2694"/>
                  <a:pt x="6743" y="2757"/>
                </a:cubicBezTo>
                <a:cubicBezTo>
                  <a:pt x="6837" y="2820"/>
                  <a:pt x="6869" y="2915"/>
                  <a:pt x="6869" y="2978"/>
                </a:cubicBezTo>
                <a:cubicBezTo>
                  <a:pt x="6869" y="3041"/>
                  <a:pt x="6837" y="3167"/>
                  <a:pt x="6743" y="3198"/>
                </a:cubicBezTo>
                <a:lnTo>
                  <a:pt x="6207" y="3765"/>
                </a:lnTo>
                <a:cubicBezTo>
                  <a:pt x="5987" y="3797"/>
                  <a:pt x="5798" y="3891"/>
                  <a:pt x="5640" y="3986"/>
                </a:cubicBezTo>
                <a:lnTo>
                  <a:pt x="568" y="8523"/>
                </a:lnTo>
                <a:cubicBezTo>
                  <a:pt x="221" y="8838"/>
                  <a:pt x="1" y="9247"/>
                  <a:pt x="1" y="9720"/>
                </a:cubicBezTo>
                <a:cubicBezTo>
                  <a:pt x="1" y="10192"/>
                  <a:pt x="158" y="10633"/>
                  <a:pt x="473" y="10917"/>
                </a:cubicBezTo>
                <a:cubicBezTo>
                  <a:pt x="789" y="11264"/>
                  <a:pt x="1230" y="11390"/>
                  <a:pt x="1671" y="11390"/>
                </a:cubicBezTo>
                <a:lnTo>
                  <a:pt x="1702" y="11390"/>
                </a:lnTo>
                <a:cubicBezTo>
                  <a:pt x="2143" y="11390"/>
                  <a:pt x="2584" y="11169"/>
                  <a:pt x="2899" y="10854"/>
                </a:cubicBezTo>
                <a:lnTo>
                  <a:pt x="7405" y="5782"/>
                </a:lnTo>
                <a:cubicBezTo>
                  <a:pt x="7562" y="5624"/>
                  <a:pt x="7657" y="5404"/>
                  <a:pt x="7657" y="5215"/>
                </a:cubicBezTo>
                <a:lnTo>
                  <a:pt x="11752" y="1119"/>
                </a:lnTo>
                <a:cubicBezTo>
                  <a:pt x="11878" y="1088"/>
                  <a:pt x="11878" y="1025"/>
                  <a:pt x="11878" y="930"/>
                </a:cubicBezTo>
                <a:cubicBezTo>
                  <a:pt x="11878" y="867"/>
                  <a:pt x="11815" y="741"/>
                  <a:pt x="11752" y="709"/>
                </a:cubicBezTo>
                <a:cubicBezTo>
                  <a:pt x="11280" y="237"/>
                  <a:pt x="10657" y="1"/>
                  <a:pt x="1003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0" name="Google Shape;10690;p135"/>
          <p:cNvSpPr/>
          <p:nvPr/>
        </p:nvSpPr>
        <p:spPr>
          <a:xfrm>
            <a:off x="7984417" y="1335633"/>
            <a:ext cx="354136" cy="354136"/>
          </a:xfrm>
          <a:custGeom>
            <a:rect b="b" l="l" r="r" t="t"/>
            <a:pathLst>
              <a:path extrusionOk="0" h="11847" w="11847">
                <a:moveTo>
                  <a:pt x="5546" y="662"/>
                </a:moveTo>
                <a:lnTo>
                  <a:pt x="5546" y="2741"/>
                </a:lnTo>
                <a:lnTo>
                  <a:pt x="4821" y="2741"/>
                </a:lnTo>
                <a:lnTo>
                  <a:pt x="4821" y="1040"/>
                </a:lnTo>
                <a:cubicBezTo>
                  <a:pt x="4821" y="819"/>
                  <a:pt x="4979" y="662"/>
                  <a:pt x="5199" y="662"/>
                </a:cubicBezTo>
                <a:close/>
                <a:moveTo>
                  <a:pt x="6932" y="662"/>
                </a:moveTo>
                <a:lnTo>
                  <a:pt x="6932" y="2773"/>
                </a:lnTo>
                <a:lnTo>
                  <a:pt x="6207" y="2773"/>
                </a:lnTo>
                <a:lnTo>
                  <a:pt x="6207" y="662"/>
                </a:lnTo>
                <a:close/>
                <a:moveTo>
                  <a:pt x="8350" y="662"/>
                </a:moveTo>
                <a:lnTo>
                  <a:pt x="8350" y="2773"/>
                </a:lnTo>
                <a:lnTo>
                  <a:pt x="7625" y="2773"/>
                </a:lnTo>
                <a:lnTo>
                  <a:pt x="7625" y="662"/>
                </a:lnTo>
                <a:close/>
                <a:moveTo>
                  <a:pt x="9704" y="662"/>
                </a:moveTo>
                <a:lnTo>
                  <a:pt x="9704" y="2773"/>
                </a:lnTo>
                <a:lnTo>
                  <a:pt x="9011" y="2773"/>
                </a:lnTo>
                <a:lnTo>
                  <a:pt x="9011" y="662"/>
                </a:lnTo>
                <a:close/>
                <a:moveTo>
                  <a:pt x="10744" y="662"/>
                </a:moveTo>
                <a:cubicBezTo>
                  <a:pt x="10933" y="662"/>
                  <a:pt x="11090" y="819"/>
                  <a:pt x="11090" y="1040"/>
                </a:cubicBezTo>
                <a:lnTo>
                  <a:pt x="11090" y="2773"/>
                </a:lnTo>
                <a:lnTo>
                  <a:pt x="10397" y="2773"/>
                </a:lnTo>
                <a:lnTo>
                  <a:pt x="10397" y="662"/>
                </a:lnTo>
                <a:close/>
                <a:moveTo>
                  <a:pt x="6270" y="5577"/>
                </a:moveTo>
                <a:lnTo>
                  <a:pt x="6270" y="9074"/>
                </a:lnTo>
                <a:lnTo>
                  <a:pt x="5546" y="9074"/>
                </a:lnTo>
                <a:lnTo>
                  <a:pt x="5546" y="5577"/>
                </a:lnTo>
                <a:close/>
                <a:moveTo>
                  <a:pt x="10397" y="5640"/>
                </a:moveTo>
                <a:lnTo>
                  <a:pt x="10397" y="6270"/>
                </a:lnTo>
                <a:lnTo>
                  <a:pt x="9358" y="6270"/>
                </a:lnTo>
                <a:cubicBezTo>
                  <a:pt x="9169" y="6270"/>
                  <a:pt x="9011" y="6427"/>
                  <a:pt x="9011" y="6616"/>
                </a:cubicBezTo>
                <a:cubicBezTo>
                  <a:pt x="9011" y="6805"/>
                  <a:pt x="9169" y="6963"/>
                  <a:pt x="9358" y="6963"/>
                </a:cubicBezTo>
                <a:lnTo>
                  <a:pt x="10397" y="6963"/>
                </a:lnTo>
                <a:lnTo>
                  <a:pt x="10397" y="7688"/>
                </a:lnTo>
                <a:lnTo>
                  <a:pt x="9358" y="7688"/>
                </a:lnTo>
                <a:cubicBezTo>
                  <a:pt x="9169" y="7688"/>
                  <a:pt x="9011" y="7845"/>
                  <a:pt x="9011" y="8034"/>
                </a:cubicBezTo>
                <a:cubicBezTo>
                  <a:pt x="9011" y="8223"/>
                  <a:pt x="9169" y="8381"/>
                  <a:pt x="9358" y="8381"/>
                </a:cubicBezTo>
                <a:lnTo>
                  <a:pt x="10397" y="8381"/>
                </a:lnTo>
                <a:lnTo>
                  <a:pt x="10397" y="9105"/>
                </a:lnTo>
                <a:lnTo>
                  <a:pt x="8287" y="9105"/>
                </a:lnTo>
                <a:lnTo>
                  <a:pt x="8287" y="5640"/>
                </a:lnTo>
                <a:close/>
                <a:moveTo>
                  <a:pt x="2080" y="7688"/>
                </a:moveTo>
                <a:cubicBezTo>
                  <a:pt x="2301" y="7688"/>
                  <a:pt x="2521" y="7719"/>
                  <a:pt x="2710" y="7845"/>
                </a:cubicBezTo>
                <a:cubicBezTo>
                  <a:pt x="2427" y="7971"/>
                  <a:pt x="2206" y="8129"/>
                  <a:pt x="1954" y="8318"/>
                </a:cubicBezTo>
                <a:lnTo>
                  <a:pt x="1923" y="8349"/>
                </a:lnTo>
                <a:cubicBezTo>
                  <a:pt x="1576" y="8696"/>
                  <a:pt x="1355" y="9200"/>
                  <a:pt x="1355" y="9767"/>
                </a:cubicBezTo>
                <a:cubicBezTo>
                  <a:pt x="1355" y="9956"/>
                  <a:pt x="1418" y="10113"/>
                  <a:pt x="1450" y="10302"/>
                </a:cubicBezTo>
                <a:cubicBezTo>
                  <a:pt x="977" y="10050"/>
                  <a:pt x="694" y="9578"/>
                  <a:pt x="694" y="9074"/>
                </a:cubicBezTo>
                <a:cubicBezTo>
                  <a:pt x="694" y="8318"/>
                  <a:pt x="1324" y="7688"/>
                  <a:pt x="2080" y="7688"/>
                </a:cubicBezTo>
                <a:close/>
                <a:moveTo>
                  <a:pt x="3403" y="8318"/>
                </a:moveTo>
                <a:cubicBezTo>
                  <a:pt x="4191" y="8349"/>
                  <a:pt x="4821" y="8979"/>
                  <a:pt x="4821" y="9735"/>
                </a:cubicBezTo>
                <a:cubicBezTo>
                  <a:pt x="4821" y="9987"/>
                  <a:pt x="4758" y="10239"/>
                  <a:pt x="4600" y="10491"/>
                </a:cubicBezTo>
                <a:lnTo>
                  <a:pt x="2679" y="8538"/>
                </a:lnTo>
                <a:cubicBezTo>
                  <a:pt x="2868" y="8381"/>
                  <a:pt x="3151" y="8318"/>
                  <a:pt x="3403" y="8318"/>
                </a:cubicBezTo>
                <a:close/>
                <a:moveTo>
                  <a:pt x="2238" y="9074"/>
                </a:moveTo>
                <a:lnTo>
                  <a:pt x="4128" y="10964"/>
                </a:lnTo>
                <a:cubicBezTo>
                  <a:pt x="3939" y="11059"/>
                  <a:pt x="3687" y="11122"/>
                  <a:pt x="3466" y="11122"/>
                </a:cubicBezTo>
                <a:cubicBezTo>
                  <a:pt x="3448" y="11122"/>
                  <a:pt x="3430" y="11123"/>
                  <a:pt x="3412" y="11123"/>
                </a:cubicBezTo>
                <a:cubicBezTo>
                  <a:pt x="2680" y="11123"/>
                  <a:pt x="2080" y="10504"/>
                  <a:pt x="2080" y="9735"/>
                </a:cubicBezTo>
                <a:cubicBezTo>
                  <a:pt x="2080" y="9483"/>
                  <a:pt x="2143" y="9263"/>
                  <a:pt x="2238" y="9074"/>
                </a:cubicBezTo>
                <a:close/>
                <a:moveTo>
                  <a:pt x="10334" y="3466"/>
                </a:moveTo>
                <a:lnTo>
                  <a:pt x="10334" y="4884"/>
                </a:lnTo>
                <a:lnTo>
                  <a:pt x="7940" y="4884"/>
                </a:lnTo>
                <a:cubicBezTo>
                  <a:pt x="7751" y="4884"/>
                  <a:pt x="7593" y="5041"/>
                  <a:pt x="7593" y="5230"/>
                </a:cubicBezTo>
                <a:lnTo>
                  <a:pt x="7593" y="9420"/>
                </a:lnTo>
                <a:cubicBezTo>
                  <a:pt x="7593" y="9609"/>
                  <a:pt x="7751" y="9767"/>
                  <a:pt x="7940" y="9767"/>
                </a:cubicBezTo>
                <a:lnTo>
                  <a:pt x="10397" y="9767"/>
                </a:lnTo>
                <a:lnTo>
                  <a:pt x="10397" y="10806"/>
                </a:lnTo>
                <a:cubicBezTo>
                  <a:pt x="10397" y="10996"/>
                  <a:pt x="10240" y="11153"/>
                  <a:pt x="10019" y="11153"/>
                </a:cubicBezTo>
                <a:lnTo>
                  <a:pt x="5861" y="11153"/>
                </a:lnTo>
                <a:cubicBezTo>
                  <a:pt x="5672" y="11153"/>
                  <a:pt x="5514" y="10996"/>
                  <a:pt x="5514" y="10806"/>
                </a:cubicBezTo>
                <a:lnTo>
                  <a:pt x="5514" y="9767"/>
                </a:lnTo>
                <a:lnTo>
                  <a:pt x="6522" y="9767"/>
                </a:lnTo>
                <a:cubicBezTo>
                  <a:pt x="6711" y="9767"/>
                  <a:pt x="6869" y="9609"/>
                  <a:pt x="6869" y="9420"/>
                </a:cubicBezTo>
                <a:lnTo>
                  <a:pt x="6869" y="5230"/>
                </a:lnTo>
                <a:cubicBezTo>
                  <a:pt x="6869" y="5041"/>
                  <a:pt x="6711" y="4884"/>
                  <a:pt x="6522" y="4884"/>
                </a:cubicBezTo>
                <a:lnTo>
                  <a:pt x="5514" y="4884"/>
                </a:lnTo>
                <a:lnTo>
                  <a:pt x="5514" y="3466"/>
                </a:lnTo>
                <a:close/>
                <a:moveTo>
                  <a:pt x="5199" y="0"/>
                </a:moveTo>
                <a:cubicBezTo>
                  <a:pt x="4600" y="0"/>
                  <a:pt x="4159" y="473"/>
                  <a:pt x="4159" y="1040"/>
                </a:cubicBezTo>
                <a:lnTo>
                  <a:pt x="4159" y="3119"/>
                </a:lnTo>
                <a:cubicBezTo>
                  <a:pt x="4159" y="3308"/>
                  <a:pt x="4317" y="3466"/>
                  <a:pt x="4506" y="3466"/>
                </a:cubicBezTo>
                <a:lnTo>
                  <a:pt x="4884" y="3466"/>
                </a:lnTo>
                <a:lnTo>
                  <a:pt x="4884" y="8192"/>
                </a:lnTo>
                <a:cubicBezTo>
                  <a:pt x="4569" y="7908"/>
                  <a:pt x="4128" y="7719"/>
                  <a:pt x="3655" y="7688"/>
                </a:cubicBezTo>
                <a:cubicBezTo>
                  <a:pt x="3277" y="7246"/>
                  <a:pt x="2710" y="6963"/>
                  <a:pt x="2080" y="6963"/>
                </a:cubicBezTo>
                <a:cubicBezTo>
                  <a:pt x="946" y="6963"/>
                  <a:pt x="1" y="7908"/>
                  <a:pt x="1" y="9074"/>
                </a:cubicBezTo>
                <a:cubicBezTo>
                  <a:pt x="1" y="10176"/>
                  <a:pt x="820" y="11027"/>
                  <a:pt x="1923" y="11153"/>
                </a:cubicBezTo>
                <a:cubicBezTo>
                  <a:pt x="2332" y="11594"/>
                  <a:pt x="2868" y="11846"/>
                  <a:pt x="3498" y="11846"/>
                </a:cubicBezTo>
                <a:cubicBezTo>
                  <a:pt x="4065" y="11846"/>
                  <a:pt x="4506" y="11657"/>
                  <a:pt x="4916" y="11311"/>
                </a:cubicBezTo>
                <a:cubicBezTo>
                  <a:pt x="4916" y="11311"/>
                  <a:pt x="4979" y="11279"/>
                  <a:pt x="4979" y="11216"/>
                </a:cubicBezTo>
                <a:cubicBezTo>
                  <a:pt x="5136" y="11594"/>
                  <a:pt x="5514" y="11846"/>
                  <a:pt x="5924" y="11846"/>
                </a:cubicBezTo>
                <a:lnTo>
                  <a:pt x="10114" y="11846"/>
                </a:lnTo>
                <a:cubicBezTo>
                  <a:pt x="10712" y="11846"/>
                  <a:pt x="11122" y="11374"/>
                  <a:pt x="11122" y="10838"/>
                </a:cubicBezTo>
                <a:lnTo>
                  <a:pt x="11122" y="3497"/>
                </a:lnTo>
                <a:lnTo>
                  <a:pt x="11500" y="3497"/>
                </a:lnTo>
                <a:cubicBezTo>
                  <a:pt x="11689" y="3497"/>
                  <a:pt x="11847" y="3340"/>
                  <a:pt x="11847" y="3151"/>
                </a:cubicBezTo>
                <a:lnTo>
                  <a:pt x="11847" y="1072"/>
                </a:lnTo>
                <a:cubicBezTo>
                  <a:pt x="11752" y="441"/>
                  <a:pt x="11343" y="0"/>
                  <a:pt x="1074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691" name="Google Shape;10691;p135"/>
          <p:cNvGrpSpPr/>
          <p:nvPr/>
        </p:nvGrpSpPr>
        <p:grpSpPr>
          <a:xfrm>
            <a:off x="7983975" y="1792877"/>
            <a:ext cx="354136" cy="334348"/>
            <a:chOff x="-25844850" y="2357750"/>
            <a:chExt cx="296175" cy="279625"/>
          </a:xfrm>
        </p:grpSpPr>
        <p:sp>
          <p:nvSpPr>
            <p:cNvPr id="10692" name="Google Shape;10692;p135"/>
            <p:cNvSpPr/>
            <p:nvPr/>
          </p:nvSpPr>
          <p:spPr>
            <a:xfrm>
              <a:off x="-25792075" y="2428625"/>
              <a:ext cx="191425" cy="208750"/>
            </a:xfrm>
            <a:custGeom>
              <a:rect b="b" l="l" r="r" t="t"/>
              <a:pathLst>
                <a:path extrusionOk="0" h="8350" w="7657">
                  <a:moveTo>
                    <a:pt x="3781" y="2773"/>
                  </a:moveTo>
                  <a:cubicBezTo>
                    <a:pt x="3970" y="2773"/>
                    <a:pt x="4128" y="2931"/>
                    <a:pt x="4128" y="3120"/>
                  </a:cubicBezTo>
                  <a:cubicBezTo>
                    <a:pt x="4128" y="3309"/>
                    <a:pt x="3970" y="3466"/>
                    <a:pt x="3781" y="3466"/>
                  </a:cubicBezTo>
                  <a:cubicBezTo>
                    <a:pt x="3592" y="3466"/>
                    <a:pt x="3435" y="3309"/>
                    <a:pt x="3435" y="3120"/>
                  </a:cubicBezTo>
                  <a:cubicBezTo>
                    <a:pt x="3435" y="2931"/>
                    <a:pt x="3592" y="2773"/>
                    <a:pt x="3781" y="2773"/>
                  </a:cubicBezTo>
                  <a:close/>
                  <a:moveTo>
                    <a:pt x="3813" y="694"/>
                  </a:moveTo>
                  <a:cubicBezTo>
                    <a:pt x="5167" y="694"/>
                    <a:pt x="6270" y="1796"/>
                    <a:pt x="6270" y="3120"/>
                  </a:cubicBezTo>
                  <a:lnTo>
                    <a:pt x="6270" y="6239"/>
                  </a:lnTo>
                  <a:lnTo>
                    <a:pt x="4191" y="6239"/>
                  </a:lnTo>
                  <a:lnTo>
                    <a:pt x="4191" y="4096"/>
                  </a:lnTo>
                  <a:cubicBezTo>
                    <a:pt x="4569" y="3939"/>
                    <a:pt x="4884" y="3592"/>
                    <a:pt x="4884" y="3120"/>
                  </a:cubicBezTo>
                  <a:cubicBezTo>
                    <a:pt x="4884" y="2521"/>
                    <a:pt x="4411" y="2111"/>
                    <a:pt x="3876" y="2111"/>
                  </a:cubicBezTo>
                  <a:cubicBezTo>
                    <a:pt x="3277" y="2111"/>
                    <a:pt x="2836" y="2584"/>
                    <a:pt x="2836" y="3120"/>
                  </a:cubicBezTo>
                  <a:cubicBezTo>
                    <a:pt x="2836" y="3561"/>
                    <a:pt x="3120" y="3939"/>
                    <a:pt x="3561" y="4096"/>
                  </a:cubicBezTo>
                  <a:lnTo>
                    <a:pt x="3561" y="6239"/>
                  </a:lnTo>
                  <a:lnTo>
                    <a:pt x="1450" y="6239"/>
                  </a:lnTo>
                  <a:lnTo>
                    <a:pt x="1450" y="3120"/>
                  </a:lnTo>
                  <a:lnTo>
                    <a:pt x="1387" y="3120"/>
                  </a:lnTo>
                  <a:cubicBezTo>
                    <a:pt x="1387" y="1796"/>
                    <a:pt x="2489" y="694"/>
                    <a:pt x="3813" y="694"/>
                  </a:cubicBezTo>
                  <a:close/>
                  <a:moveTo>
                    <a:pt x="6585" y="6932"/>
                  </a:moveTo>
                  <a:cubicBezTo>
                    <a:pt x="6774" y="6932"/>
                    <a:pt x="6932" y="7089"/>
                    <a:pt x="6932" y="7310"/>
                  </a:cubicBezTo>
                  <a:lnTo>
                    <a:pt x="6932" y="7625"/>
                  </a:lnTo>
                  <a:lnTo>
                    <a:pt x="662" y="7625"/>
                  </a:lnTo>
                  <a:lnTo>
                    <a:pt x="662" y="7310"/>
                  </a:lnTo>
                  <a:cubicBezTo>
                    <a:pt x="662" y="7089"/>
                    <a:pt x="820" y="6932"/>
                    <a:pt x="1040" y="6932"/>
                  </a:cubicBezTo>
                  <a:close/>
                  <a:moveTo>
                    <a:pt x="3813" y="1"/>
                  </a:moveTo>
                  <a:cubicBezTo>
                    <a:pt x="2080" y="1"/>
                    <a:pt x="725" y="1418"/>
                    <a:pt x="725" y="3120"/>
                  </a:cubicBezTo>
                  <a:lnTo>
                    <a:pt x="725" y="6302"/>
                  </a:lnTo>
                  <a:cubicBezTo>
                    <a:pt x="316" y="6459"/>
                    <a:pt x="1" y="6837"/>
                    <a:pt x="1" y="7310"/>
                  </a:cubicBezTo>
                  <a:lnTo>
                    <a:pt x="1" y="8003"/>
                  </a:lnTo>
                  <a:cubicBezTo>
                    <a:pt x="1" y="8192"/>
                    <a:pt x="158" y="8349"/>
                    <a:pt x="347" y="8349"/>
                  </a:cubicBezTo>
                  <a:lnTo>
                    <a:pt x="7278" y="8349"/>
                  </a:lnTo>
                  <a:cubicBezTo>
                    <a:pt x="7499" y="8349"/>
                    <a:pt x="7656" y="8192"/>
                    <a:pt x="7656" y="8003"/>
                  </a:cubicBezTo>
                  <a:lnTo>
                    <a:pt x="7656" y="7310"/>
                  </a:lnTo>
                  <a:cubicBezTo>
                    <a:pt x="7593" y="6837"/>
                    <a:pt x="7341" y="6428"/>
                    <a:pt x="6932" y="6302"/>
                  </a:cubicBezTo>
                  <a:lnTo>
                    <a:pt x="6932" y="3120"/>
                  </a:lnTo>
                  <a:cubicBezTo>
                    <a:pt x="6932" y="1387"/>
                    <a:pt x="5514" y="1"/>
                    <a:pt x="381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3" name="Google Shape;10693;p135"/>
            <p:cNvSpPr/>
            <p:nvPr/>
          </p:nvSpPr>
          <p:spPr>
            <a:xfrm>
              <a:off x="-25602250" y="2497950"/>
              <a:ext cx="53575" cy="17350"/>
            </a:xfrm>
            <a:custGeom>
              <a:rect b="b" l="l" r="r" t="t"/>
              <a:pathLst>
                <a:path extrusionOk="0" h="694" w="2143">
                  <a:moveTo>
                    <a:pt x="378" y="0"/>
                  </a:moveTo>
                  <a:cubicBezTo>
                    <a:pt x="158" y="0"/>
                    <a:pt x="0" y="158"/>
                    <a:pt x="0" y="347"/>
                  </a:cubicBezTo>
                  <a:cubicBezTo>
                    <a:pt x="0" y="536"/>
                    <a:pt x="158" y="693"/>
                    <a:pt x="378" y="693"/>
                  </a:cubicBezTo>
                  <a:lnTo>
                    <a:pt x="1796" y="693"/>
                  </a:lnTo>
                  <a:cubicBezTo>
                    <a:pt x="1985" y="693"/>
                    <a:pt x="2143" y="536"/>
                    <a:pt x="2143" y="347"/>
                  </a:cubicBezTo>
                  <a:cubicBezTo>
                    <a:pt x="2143" y="158"/>
                    <a:pt x="1985" y="0"/>
                    <a:pt x="179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4" name="Google Shape;10694;p135"/>
            <p:cNvSpPr/>
            <p:nvPr/>
          </p:nvSpPr>
          <p:spPr>
            <a:xfrm>
              <a:off x="-25844850" y="2497950"/>
              <a:ext cx="52800" cy="17350"/>
            </a:xfrm>
            <a:custGeom>
              <a:rect b="b" l="l" r="r" t="t"/>
              <a:pathLst>
                <a:path extrusionOk="0" h="694" w="2112">
                  <a:moveTo>
                    <a:pt x="347" y="0"/>
                  </a:moveTo>
                  <a:cubicBezTo>
                    <a:pt x="158" y="0"/>
                    <a:pt x="1" y="158"/>
                    <a:pt x="1" y="347"/>
                  </a:cubicBezTo>
                  <a:cubicBezTo>
                    <a:pt x="1" y="536"/>
                    <a:pt x="158" y="693"/>
                    <a:pt x="347" y="693"/>
                  </a:cubicBezTo>
                  <a:lnTo>
                    <a:pt x="1765" y="693"/>
                  </a:lnTo>
                  <a:cubicBezTo>
                    <a:pt x="1954" y="693"/>
                    <a:pt x="2112" y="536"/>
                    <a:pt x="2112" y="347"/>
                  </a:cubicBezTo>
                  <a:cubicBezTo>
                    <a:pt x="2080" y="158"/>
                    <a:pt x="1923" y="0"/>
                    <a:pt x="17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5" name="Google Shape;10695;p135"/>
            <p:cNvSpPr/>
            <p:nvPr/>
          </p:nvSpPr>
          <p:spPr>
            <a:xfrm>
              <a:off x="-25706225" y="2357750"/>
              <a:ext cx="17350" cy="53575"/>
            </a:xfrm>
            <a:custGeom>
              <a:rect b="b" l="l" r="r" t="t"/>
              <a:pathLst>
                <a:path extrusionOk="0" h="2143" w="694">
                  <a:moveTo>
                    <a:pt x="347" y="0"/>
                  </a:moveTo>
                  <a:cubicBezTo>
                    <a:pt x="158" y="0"/>
                    <a:pt x="1" y="158"/>
                    <a:pt x="1" y="347"/>
                  </a:cubicBezTo>
                  <a:lnTo>
                    <a:pt x="1" y="1764"/>
                  </a:lnTo>
                  <a:cubicBezTo>
                    <a:pt x="1" y="1985"/>
                    <a:pt x="158" y="2143"/>
                    <a:pt x="347" y="2143"/>
                  </a:cubicBezTo>
                  <a:cubicBezTo>
                    <a:pt x="536" y="2143"/>
                    <a:pt x="694" y="1985"/>
                    <a:pt x="694" y="1764"/>
                  </a:cubicBezTo>
                  <a:lnTo>
                    <a:pt x="694" y="347"/>
                  </a:ln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6" name="Google Shape;10696;p135"/>
            <p:cNvSpPr/>
            <p:nvPr/>
          </p:nvSpPr>
          <p:spPr>
            <a:xfrm>
              <a:off x="-25804675" y="2400275"/>
              <a:ext cx="42550" cy="41775"/>
            </a:xfrm>
            <a:custGeom>
              <a:rect b="b" l="l" r="r" t="t"/>
              <a:pathLst>
                <a:path extrusionOk="0" h="1671" w="1702">
                  <a:moveTo>
                    <a:pt x="351" y="0"/>
                  </a:moveTo>
                  <a:cubicBezTo>
                    <a:pt x="260" y="0"/>
                    <a:pt x="174" y="32"/>
                    <a:pt x="127" y="95"/>
                  </a:cubicBezTo>
                  <a:cubicBezTo>
                    <a:pt x="0" y="189"/>
                    <a:pt x="0" y="442"/>
                    <a:pt x="127" y="568"/>
                  </a:cubicBezTo>
                  <a:lnTo>
                    <a:pt x="1103" y="1544"/>
                  </a:lnTo>
                  <a:cubicBezTo>
                    <a:pt x="1166" y="1607"/>
                    <a:pt x="1261" y="1670"/>
                    <a:pt x="1324" y="1670"/>
                  </a:cubicBezTo>
                  <a:cubicBezTo>
                    <a:pt x="1418" y="1670"/>
                    <a:pt x="1544" y="1607"/>
                    <a:pt x="1576" y="1544"/>
                  </a:cubicBezTo>
                  <a:cubicBezTo>
                    <a:pt x="1702" y="1418"/>
                    <a:pt x="1702" y="1198"/>
                    <a:pt x="1576" y="1072"/>
                  </a:cubicBezTo>
                  <a:lnTo>
                    <a:pt x="599" y="95"/>
                  </a:lnTo>
                  <a:cubicBezTo>
                    <a:pt x="536" y="32"/>
                    <a:pt x="442" y="0"/>
                    <a:pt x="35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7" name="Google Shape;10697;p135"/>
            <p:cNvSpPr/>
            <p:nvPr/>
          </p:nvSpPr>
          <p:spPr>
            <a:xfrm>
              <a:off x="-25632175" y="2400275"/>
              <a:ext cx="41750" cy="41775"/>
            </a:xfrm>
            <a:custGeom>
              <a:rect b="b" l="l" r="r" t="t"/>
              <a:pathLst>
                <a:path extrusionOk="0" h="1671" w="1670">
                  <a:moveTo>
                    <a:pt x="1327" y="0"/>
                  </a:moveTo>
                  <a:cubicBezTo>
                    <a:pt x="1237" y="0"/>
                    <a:pt x="1150" y="32"/>
                    <a:pt x="1103" y="95"/>
                  </a:cubicBezTo>
                  <a:lnTo>
                    <a:pt x="95" y="1072"/>
                  </a:lnTo>
                  <a:cubicBezTo>
                    <a:pt x="0" y="1198"/>
                    <a:pt x="0" y="1418"/>
                    <a:pt x="95" y="1544"/>
                  </a:cubicBezTo>
                  <a:cubicBezTo>
                    <a:pt x="158" y="1607"/>
                    <a:pt x="252" y="1670"/>
                    <a:pt x="347" y="1670"/>
                  </a:cubicBezTo>
                  <a:cubicBezTo>
                    <a:pt x="410" y="1670"/>
                    <a:pt x="536" y="1607"/>
                    <a:pt x="567" y="1544"/>
                  </a:cubicBezTo>
                  <a:lnTo>
                    <a:pt x="1575" y="568"/>
                  </a:lnTo>
                  <a:cubicBezTo>
                    <a:pt x="1670" y="442"/>
                    <a:pt x="1670" y="189"/>
                    <a:pt x="1575" y="95"/>
                  </a:cubicBezTo>
                  <a:cubicBezTo>
                    <a:pt x="1512" y="32"/>
                    <a:pt x="1418" y="0"/>
                    <a:pt x="132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698" name="Google Shape;10698;p135"/>
          <p:cNvSpPr/>
          <p:nvPr/>
        </p:nvSpPr>
        <p:spPr>
          <a:xfrm>
            <a:off x="7982071" y="2224283"/>
            <a:ext cx="358830" cy="353897"/>
          </a:xfrm>
          <a:custGeom>
            <a:rect b="b" l="l" r="r" t="t"/>
            <a:pathLst>
              <a:path extrusionOk="0" h="11839" w="12004">
                <a:moveTo>
                  <a:pt x="7435" y="685"/>
                </a:moveTo>
                <a:cubicBezTo>
                  <a:pt x="7530" y="685"/>
                  <a:pt x="7656" y="748"/>
                  <a:pt x="7687" y="811"/>
                </a:cubicBezTo>
                <a:lnTo>
                  <a:pt x="11121" y="4246"/>
                </a:lnTo>
                <a:cubicBezTo>
                  <a:pt x="11279" y="4372"/>
                  <a:pt x="11279" y="4592"/>
                  <a:pt x="11121" y="4718"/>
                </a:cubicBezTo>
                <a:cubicBezTo>
                  <a:pt x="11058" y="4781"/>
                  <a:pt x="10964" y="4813"/>
                  <a:pt x="10873" y="4813"/>
                </a:cubicBezTo>
                <a:cubicBezTo>
                  <a:pt x="10783" y="4813"/>
                  <a:pt x="10696" y="4781"/>
                  <a:pt x="10649" y="4718"/>
                </a:cubicBezTo>
                <a:lnTo>
                  <a:pt x="7215" y="1284"/>
                </a:lnTo>
                <a:cubicBezTo>
                  <a:pt x="7089" y="1158"/>
                  <a:pt x="7089" y="938"/>
                  <a:pt x="7215" y="811"/>
                </a:cubicBezTo>
                <a:cubicBezTo>
                  <a:pt x="7278" y="748"/>
                  <a:pt x="7372" y="685"/>
                  <a:pt x="7435" y="685"/>
                </a:cubicBezTo>
                <a:close/>
                <a:moveTo>
                  <a:pt x="7971" y="2985"/>
                </a:moveTo>
                <a:lnTo>
                  <a:pt x="8948" y="3962"/>
                </a:lnTo>
                <a:lnTo>
                  <a:pt x="7404" y="5506"/>
                </a:lnTo>
                <a:lnTo>
                  <a:pt x="6427" y="4529"/>
                </a:lnTo>
                <a:lnTo>
                  <a:pt x="7971" y="2985"/>
                </a:lnTo>
                <a:close/>
                <a:moveTo>
                  <a:pt x="5923" y="5033"/>
                </a:moveTo>
                <a:lnTo>
                  <a:pt x="6900" y="6010"/>
                </a:lnTo>
                <a:lnTo>
                  <a:pt x="6459" y="6451"/>
                </a:lnTo>
                <a:cubicBezTo>
                  <a:pt x="6135" y="6775"/>
                  <a:pt x="5672" y="6937"/>
                  <a:pt x="5229" y="6937"/>
                </a:cubicBezTo>
                <a:cubicBezTo>
                  <a:pt x="5155" y="6937"/>
                  <a:pt x="5082" y="6932"/>
                  <a:pt x="5010" y="6923"/>
                </a:cubicBezTo>
                <a:cubicBezTo>
                  <a:pt x="4946" y="6356"/>
                  <a:pt x="5136" y="5821"/>
                  <a:pt x="5482" y="5474"/>
                </a:cubicBezTo>
                <a:lnTo>
                  <a:pt x="5923" y="5033"/>
                </a:lnTo>
                <a:close/>
                <a:moveTo>
                  <a:pt x="6931" y="1946"/>
                </a:moveTo>
                <a:lnTo>
                  <a:pt x="7404" y="2418"/>
                </a:lnTo>
                <a:lnTo>
                  <a:pt x="4978" y="4876"/>
                </a:lnTo>
                <a:cubicBezTo>
                  <a:pt x="4379" y="5443"/>
                  <a:pt x="4127" y="6230"/>
                  <a:pt x="4285" y="7081"/>
                </a:cubicBezTo>
                <a:lnTo>
                  <a:pt x="4348" y="7175"/>
                </a:lnTo>
                <a:cubicBezTo>
                  <a:pt x="4379" y="7301"/>
                  <a:pt x="4442" y="7427"/>
                  <a:pt x="4600" y="7459"/>
                </a:cubicBezTo>
                <a:lnTo>
                  <a:pt x="4726" y="7491"/>
                </a:lnTo>
                <a:cubicBezTo>
                  <a:pt x="4883" y="7554"/>
                  <a:pt x="5041" y="7554"/>
                  <a:pt x="5199" y="7554"/>
                </a:cubicBezTo>
                <a:cubicBezTo>
                  <a:pt x="5829" y="7554"/>
                  <a:pt x="6459" y="7301"/>
                  <a:pt x="6931" y="6829"/>
                </a:cubicBezTo>
                <a:lnTo>
                  <a:pt x="9389" y="4403"/>
                </a:lnTo>
                <a:lnTo>
                  <a:pt x="9861" y="4876"/>
                </a:lnTo>
                <a:lnTo>
                  <a:pt x="7687" y="7207"/>
                </a:lnTo>
                <a:cubicBezTo>
                  <a:pt x="6964" y="7905"/>
                  <a:pt x="6050" y="8306"/>
                  <a:pt x="5066" y="8306"/>
                </a:cubicBezTo>
                <a:cubicBezTo>
                  <a:pt x="4851" y="8306"/>
                  <a:pt x="4632" y="8286"/>
                  <a:pt x="4411" y="8247"/>
                </a:cubicBezTo>
                <a:lnTo>
                  <a:pt x="4348" y="8247"/>
                </a:lnTo>
                <a:cubicBezTo>
                  <a:pt x="4222" y="8247"/>
                  <a:pt x="4096" y="8310"/>
                  <a:pt x="4033" y="8341"/>
                </a:cubicBezTo>
                <a:lnTo>
                  <a:pt x="2080" y="10263"/>
                </a:lnTo>
                <a:lnTo>
                  <a:pt x="1607" y="9790"/>
                </a:lnTo>
                <a:lnTo>
                  <a:pt x="3560" y="7869"/>
                </a:lnTo>
                <a:cubicBezTo>
                  <a:pt x="3623" y="7774"/>
                  <a:pt x="3655" y="7680"/>
                  <a:pt x="3623" y="7554"/>
                </a:cubicBezTo>
                <a:lnTo>
                  <a:pt x="3623" y="7459"/>
                </a:lnTo>
                <a:cubicBezTo>
                  <a:pt x="3466" y="6293"/>
                  <a:pt x="3875" y="5065"/>
                  <a:pt x="4694" y="4214"/>
                </a:cubicBezTo>
                <a:lnTo>
                  <a:pt x="6931" y="1946"/>
                </a:lnTo>
                <a:close/>
                <a:moveTo>
                  <a:pt x="1103" y="10357"/>
                </a:moveTo>
                <a:lnTo>
                  <a:pt x="1575" y="10830"/>
                </a:lnTo>
                <a:lnTo>
                  <a:pt x="1355" y="11051"/>
                </a:lnTo>
                <a:cubicBezTo>
                  <a:pt x="1292" y="11114"/>
                  <a:pt x="1213" y="11145"/>
                  <a:pt x="1130" y="11145"/>
                </a:cubicBezTo>
                <a:cubicBezTo>
                  <a:pt x="1048" y="11145"/>
                  <a:pt x="961" y="11114"/>
                  <a:pt x="882" y="11051"/>
                </a:cubicBezTo>
                <a:cubicBezTo>
                  <a:pt x="756" y="10925"/>
                  <a:pt x="756" y="10704"/>
                  <a:pt x="882" y="10578"/>
                </a:cubicBezTo>
                <a:lnTo>
                  <a:pt x="1103" y="10357"/>
                </a:lnTo>
                <a:close/>
                <a:moveTo>
                  <a:pt x="7479" y="0"/>
                </a:moveTo>
                <a:cubicBezTo>
                  <a:pt x="7215" y="0"/>
                  <a:pt x="6947" y="103"/>
                  <a:pt x="6742" y="307"/>
                </a:cubicBezTo>
                <a:cubicBezTo>
                  <a:pt x="6427" y="622"/>
                  <a:pt x="6364" y="1095"/>
                  <a:pt x="6553" y="1473"/>
                </a:cubicBezTo>
                <a:lnTo>
                  <a:pt x="4253" y="3773"/>
                </a:lnTo>
                <a:cubicBezTo>
                  <a:pt x="3277" y="4750"/>
                  <a:pt x="2804" y="6136"/>
                  <a:pt x="2962" y="7522"/>
                </a:cubicBezTo>
                <a:lnTo>
                  <a:pt x="410" y="10074"/>
                </a:lnTo>
                <a:cubicBezTo>
                  <a:pt x="0" y="10452"/>
                  <a:pt x="0" y="11145"/>
                  <a:pt x="410" y="11523"/>
                </a:cubicBezTo>
                <a:cubicBezTo>
                  <a:pt x="599" y="11712"/>
                  <a:pt x="882" y="11838"/>
                  <a:pt x="1134" y="11838"/>
                </a:cubicBezTo>
                <a:cubicBezTo>
                  <a:pt x="1418" y="11838"/>
                  <a:pt x="1701" y="11712"/>
                  <a:pt x="1891" y="11523"/>
                </a:cubicBezTo>
                <a:lnTo>
                  <a:pt x="4442" y="8971"/>
                </a:lnTo>
                <a:cubicBezTo>
                  <a:pt x="4618" y="8991"/>
                  <a:pt x="4793" y="9001"/>
                  <a:pt x="4968" y="9001"/>
                </a:cubicBezTo>
                <a:cubicBezTo>
                  <a:pt x="6173" y="9001"/>
                  <a:pt x="7338" y="8533"/>
                  <a:pt x="8192" y="7680"/>
                </a:cubicBezTo>
                <a:lnTo>
                  <a:pt x="10491" y="5380"/>
                </a:lnTo>
                <a:cubicBezTo>
                  <a:pt x="10649" y="5443"/>
                  <a:pt x="10743" y="5506"/>
                  <a:pt x="10901" y="5506"/>
                </a:cubicBezTo>
                <a:cubicBezTo>
                  <a:pt x="11184" y="5506"/>
                  <a:pt x="11468" y="5380"/>
                  <a:pt x="11657" y="5191"/>
                </a:cubicBezTo>
                <a:cubicBezTo>
                  <a:pt x="12004" y="4781"/>
                  <a:pt x="12004" y="4119"/>
                  <a:pt x="11626" y="3741"/>
                </a:cubicBezTo>
                <a:lnTo>
                  <a:pt x="8192" y="307"/>
                </a:lnTo>
                <a:cubicBezTo>
                  <a:pt x="8002" y="103"/>
                  <a:pt x="7743" y="0"/>
                  <a:pt x="74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699" name="Google Shape;10699;p135"/>
          <p:cNvGrpSpPr/>
          <p:nvPr/>
        </p:nvGrpSpPr>
        <p:grpSpPr>
          <a:xfrm>
            <a:off x="6712883" y="2666033"/>
            <a:ext cx="228887" cy="353210"/>
            <a:chOff x="-23917525" y="1970225"/>
            <a:chExt cx="191425" cy="295400"/>
          </a:xfrm>
        </p:grpSpPr>
        <p:sp>
          <p:nvSpPr>
            <p:cNvPr id="10700" name="Google Shape;10700;p135"/>
            <p:cNvSpPr/>
            <p:nvPr/>
          </p:nvSpPr>
          <p:spPr>
            <a:xfrm>
              <a:off x="-23917525" y="1970225"/>
              <a:ext cx="191425" cy="295400"/>
            </a:xfrm>
            <a:custGeom>
              <a:rect b="b" l="l" r="r" t="t"/>
              <a:pathLst>
                <a:path extrusionOk="0" h="11816" w="7657">
                  <a:moveTo>
                    <a:pt x="6616" y="694"/>
                  </a:moveTo>
                  <a:cubicBezTo>
                    <a:pt x="6805" y="694"/>
                    <a:pt x="6963" y="851"/>
                    <a:pt x="6963" y="1072"/>
                  </a:cubicBezTo>
                  <a:lnTo>
                    <a:pt x="6963" y="1450"/>
                  </a:lnTo>
                  <a:lnTo>
                    <a:pt x="725" y="1450"/>
                  </a:lnTo>
                  <a:lnTo>
                    <a:pt x="725" y="1072"/>
                  </a:lnTo>
                  <a:cubicBezTo>
                    <a:pt x="725" y="851"/>
                    <a:pt x="883" y="694"/>
                    <a:pt x="1072" y="694"/>
                  </a:cubicBezTo>
                  <a:close/>
                  <a:moveTo>
                    <a:pt x="6994" y="2175"/>
                  </a:moveTo>
                  <a:lnTo>
                    <a:pt x="6994" y="8413"/>
                  </a:lnTo>
                  <a:lnTo>
                    <a:pt x="725" y="8413"/>
                  </a:lnTo>
                  <a:lnTo>
                    <a:pt x="725" y="2175"/>
                  </a:lnTo>
                  <a:close/>
                  <a:moveTo>
                    <a:pt x="6931" y="9106"/>
                  </a:moveTo>
                  <a:lnTo>
                    <a:pt x="6931" y="10838"/>
                  </a:lnTo>
                  <a:cubicBezTo>
                    <a:pt x="6931" y="11028"/>
                    <a:pt x="6774" y="11185"/>
                    <a:pt x="6585" y="11185"/>
                  </a:cubicBezTo>
                  <a:lnTo>
                    <a:pt x="1040" y="11185"/>
                  </a:lnTo>
                  <a:cubicBezTo>
                    <a:pt x="819" y="11185"/>
                    <a:pt x="662" y="11028"/>
                    <a:pt x="662" y="10838"/>
                  </a:cubicBezTo>
                  <a:lnTo>
                    <a:pt x="662" y="9106"/>
                  </a:lnTo>
                  <a:close/>
                  <a:moveTo>
                    <a:pt x="1040" y="1"/>
                  </a:moveTo>
                  <a:cubicBezTo>
                    <a:pt x="441" y="1"/>
                    <a:pt x="0" y="473"/>
                    <a:pt x="0" y="1009"/>
                  </a:cubicBezTo>
                  <a:lnTo>
                    <a:pt x="0" y="10775"/>
                  </a:lnTo>
                  <a:cubicBezTo>
                    <a:pt x="0" y="11374"/>
                    <a:pt x="473" y="11815"/>
                    <a:pt x="1040" y="11815"/>
                  </a:cubicBezTo>
                  <a:lnTo>
                    <a:pt x="6585" y="11815"/>
                  </a:lnTo>
                  <a:cubicBezTo>
                    <a:pt x="7184" y="11815"/>
                    <a:pt x="7593" y="11343"/>
                    <a:pt x="7593" y="10775"/>
                  </a:cubicBezTo>
                  <a:lnTo>
                    <a:pt x="7593" y="1009"/>
                  </a:lnTo>
                  <a:cubicBezTo>
                    <a:pt x="7656" y="473"/>
                    <a:pt x="7184" y="1"/>
                    <a:pt x="658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1" name="Google Shape;10701;p135"/>
            <p:cNvSpPr/>
            <p:nvPr/>
          </p:nvSpPr>
          <p:spPr>
            <a:xfrm>
              <a:off x="-23882075" y="2041125"/>
              <a:ext cx="121300" cy="121325"/>
            </a:xfrm>
            <a:custGeom>
              <a:rect b="b" l="l" r="r" t="t"/>
              <a:pathLst>
                <a:path extrusionOk="0" h="4853" w="4852">
                  <a:moveTo>
                    <a:pt x="2773" y="662"/>
                  </a:moveTo>
                  <a:lnTo>
                    <a:pt x="2773" y="1702"/>
                  </a:lnTo>
                  <a:cubicBezTo>
                    <a:pt x="2773" y="1891"/>
                    <a:pt x="2930" y="2048"/>
                    <a:pt x="3119" y="2048"/>
                  </a:cubicBezTo>
                  <a:lnTo>
                    <a:pt x="4127" y="2048"/>
                  </a:lnTo>
                  <a:lnTo>
                    <a:pt x="4127" y="2773"/>
                  </a:lnTo>
                  <a:lnTo>
                    <a:pt x="3119" y="2773"/>
                  </a:lnTo>
                  <a:cubicBezTo>
                    <a:pt x="2930" y="2773"/>
                    <a:pt x="2773" y="2962"/>
                    <a:pt x="2773" y="3151"/>
                  </a:cubicBezTo>
                  <a:lnTo>
                    <a:pt x="2773" y="4159"/>
                  </a:lnTo>
                  <a:lnTo>
                    <a:pt x="2048" y="4159"/>
                  </a:lnTo>
                  <a:lnTo>
                    <a:pt x="2048" y="3119"/>
                  </a:lnTo>
                  <a:cubicBezTo>
                    <a:pt x="2048" y="2899"/>
                    <a:pt x="1890" y="2741"/>
                    <a:pt x="1701" y="2741"/>
                  </a:cubicBezTo>
                  <a:lnTo>
                    <a:pt x="662" y="2741"/>
                  </a:lnTo>
                  <a:lnTo>
                    <a:pt x="662" y="2048"/>
                  </a:lnTo>
                  <a:lnTo>
                    <a:pt x="1701" y="2048"/>
                  </a:lnTo>
                  <a:cubicBezTo>
                    <a:pt x="1890" y="2048"/>
                    <a:pt x="2048" y="1891"/>
                    <a:pt x="2048" y="1702"/>
                  </a:cubicBezTo>
                  <a:lnTo>
                    <a:pt x="2048" y="662"/>
                  </a:lnTo>
                  <a:close/>
                  <a:moveTo>
                    <a:pt x="1733" y="0"/>
                  </a:moveTo>
                  <a:cubicBezTo>
                    <a:pt x="1544" y="0"/>
                    <a:pt x="1386" y="158"/>
                    <a:pt x="1386" y="347"/>
                  </a:cubicBezTo>
                  <a:lnTo>
                    <a:pt x="1386" y="1386"/>
                  </a:lnTo>
                  <a:lnTo>
                    <a:pt x="347" y="1386"/>
                  </a:lnTo>
                  <a:cubicBezTo>
                    <a:pt x="158" y="1386"/>
                    <a:pt x="0" y="1544"/>
                    <a:pt x="0" y="1733"/>
                  </a:cubicBezTo>
                  <a:lnTo>
                    <a:pt x="0" y="3119"/>
                  </a:lnTo>
                  <a:cubicBezTo>
                    <a:pt x="0" y="3308"/>
                    <a:pt x="158" y="3466"/>
                    <a:pt x="347" y="3466"/>
                  </a:cubicBezTo>
                  <a:lnTo>
                    <a:pt x="1386" y="3466"/>
                  </a:lnTo>
                  <a:lnTo>
                    <a:pt x="1386" y="4474"/>
                  </a:lnTo>
                  <a:cubicBezTo>
                    <a:pt x="1386" y="4694"/>
                    <a:pt x="1544" y="4852"/>
                    <a:pt x="1733" y="4852"/>
                  </a:cubicBezTo>
                  <a:lnTo>
                    <a:pt x="3119" y="4852"/>
                  </a:lnTo>
                  <a:cubicBezTo>
                    <a:pt x="3308" y="4852"/>
                    <a:pt x="3466" y="4694"/>
                    <a:pt x="3466" y="4474"/>
                  </a:cubicBezTo>
                  <a:lnTo>
                    <a:pt x="3466" y="3466"/>
                  </a:lnTo>
                  <a:lnTo>
                    <a:pt x="4505" y="3466"/>
                  </a:lnTo>
                  <a:cubicBezTo>
                    <a:pt x="4694" y="3466"/>
                    <a:pt x="4852" y="3308"/>
                    <a:pt x="4852" y="3119"/>
                  </a:cubicBezTo>
                  <a:lnTo>
                    <a:pt x="4852" y="1733"/>
                  </a:lnTo>
                  <a:cubicBezTo>
                    <a:pt x="4852" y="1544"/>
                    <a:pt x="4694" y="1386"/>
                    <a:pt x="4505" y="1386"/>
                  </a:cubicBezTo>
                  <a:lnTo>
                    <a:pt x="3466" y="1386"/>
                  </a:lnTo>
                  <a:lnTo>
                    <a:pt x="3466" y="347"/>
                  </a:lnTo>
                  <a:cubicBezTo>
                    <a:pt x="3466" y="158"/>
                    <a:pt x="3308" y="0"/>
                    <a:pt x="31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2" name="Google Shape;10702;p135"/>
            <p:cNvSpPr/>
            <p:nvPr/>
          </p:nvSpPr>
          <p:spPr>
            <a:xfrm>
              <a:off x="-23839550" y="2214400"/>
              <a:ext cx="35475" cy="17350"/>
            </a:xfrm>
            <a:custGeom>
              <a:rect b="b" l="l" r="r" t="t"/>
              <a:pathLst>
                <a:path extrusionOk="0" h="694" w="1419">
                  <a:moveTo>
                    <a:pt x="347" y="0"/>
                  </a:moveTo>
                  <a:cubicBezTo>
                    <a:pt x="158" y="0"/>
                    <a:pt x="0" y="158"/>
                    <a:pt x="0" y="347"/>
                  </a:cubicBezTo>
                  <a:cubicBezTo>
                    <a:pt x="0" y="536"/>
                    <a:pt x="158" y="693"/>
                    <a:pt x="347"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03" name="Google Shape;10703;p135"/>
          <p:cNvGrpSpPr/>
          <p:nvPr/>
        </p:nvGrpSpPr>
        <p:grpSpPr>
          <a:xfrm>
            <a:off x="6668164" y="3112911"/>
            <a:ext cx="318325" cy="354107"/>
            <a:chOff x="-23952175" y="2340425"/>
            <a:chExt cx="266225" cy="296150"/>
          </a:xfrm>
        </p:grpSpPr>
        <p:sp>
          <p:nvSpPr>
            <p:cNvPr id="10704" name="Google Shape;10704;p135"/>
            <p:cNvSpPr/>
            <p:nvPr/>
          </p:nvSpPr>
          <p:spPr>
            <a:xfrm>
              <a:off x="-23952175" y="2340425"/>
              <a:ext cx="266225" cy="296150"/>
            </a:xfrm>
            <a:custGeom>
              <a:rect b="b" l="l" r="r" t="t"/>
              <a:pathLst>
                <a:path extrusionOk="0" h="11846" w="10649">
                  <a:moveTo>
                    <a:pt x="3844" y="693"/>
                  </a:moveTo>
                  <a:cubicBezTo>
                    <a:pt x="4033" y="693"/>
                    <a:pt x="4190" y="851"/>
                    <a:pt x="4190" y="1040"/>
                  </a:cubicBezTo>
                  <a:lnTo>
                    <a:pt x="4190" y="1449"/>
                  </a:lnTo>
                  <a:lnTo>
                    <a:pt x="2804" y="1449"/>
                  </a:lnTo>
                  <a:lnTo>
                    <a:pt x="2804" y="1040"/>
                  </a:lnTo>
                  <a:lnTo>
                    <a:pt x="2773" y="1040"/>
                  </a:lnTo>
                  <a:cubicBezTo>
                    <a:pt x="2773" y="851"/>
                    <a:pt x="2930" y="693"/>
                    <a:pt x="3119" y="693"/>
                  </a:cubicBezTo>
                  <a:close/>
                  <a:moveTo>
                    <a:pt x="5230" y="2111"/>
                  </a:moveTo>
                  <a:cubicBezTo>
                    <a:pt x="5608" y="2111"/>
                    <a:pt x="5955" y="2363"/>
                    <a:pt x="6175" y="2710"/>
                  </a:cubicBezTo>
                  <a:cubicBezTo>
                    <a:pt x="5703" y="2993"/>
                    <a:pt x="5387" y="3497"/>
                    <a:pt x="5387" y="4096"/>
                  </a:cubicBezTo>
                  <a:cubicBezTo>
                    <a:pt x="5387" y="4442"/>
                    <a:pt x="5482" y="4726"/>
                    <a:pt x="5640" y="4946"/>
                  </a:cubicBezTo>
                  <a:cubicBezTo>
                    <a:pt x="5547" y="4960"/>
                    <a:pt x="5454" y="4966"/>
                    <a:pt x="5362" y="4966"/>
                  </a:cubicBezTo>
                  <a:cubicBezTo>
                    <a:pt x="4796" y="4966"/>
                    <a:pt x="4246" y="4723"/>
                    <a:pt x="3812" y="4316"/>
                  </a:cubicBezTo>
                  <a:lnTo>
                    <a:pt x="3718" y="4253"/>
                  </a:lnTo>
                  <a:cubicBezTo>
                    <a:pt x="3245" y="3812"/>
                    <a:pt x="2647" y="3529"/>
                    <a:pt x="2016" y="3466"/>
                  </a:cubicBezTo>
                  <a:cubicBezTo>
                    <a:pt x="1874" y="3433"/>
                    <a:pt x="1727" y="3419"/>
                    <a:pt x="1578" y="3419"/>
                  </a:cubicBezTo>
                  <a:cubicBezTo>
                    <a:pt x="1299" y="3419"/>
                    <a:pt x="1012" y="3467"/>
                    <a:pt x="725" y="3529"/>
                  </a:cubicBezTo>
                  <a:lnTo>
                    <a:pt x="725" y="3151"/>
                  </a:lnTo>
                  <a:cubicBezTo>
                    <a:pt x="693" y="2583"/>
                    <a:pt x="1166" y="2111"/>
                    <a:pt x="1733" y="2111"/>
                  </a:cubicBezTo>
                  <a:close/>
                  <a:moveTo>
                    <a:pt x="8979" y="3182"/>
                  </a:moveTo>
                  <a:cubicBezTo>
                    <a:pt x="9515" y="3182"/>
                    <a:pt x="9924" y="3623"/>
                    <a:pt x="9924" y="4127"/>
                  </a:cubicBezTo>
                  <a:cubicBezTo>
                    <a:pt x="9924" y="4568"/>
                    <a:pt x="9546" y="4883"/>
                    <a:pt x="9137" y="5198"/>
                  </a:cubicBezTo>
                  <a:cubicBezTo>
                    <a:pt x="9074" y="5230"/>
                    <a:pt x="8097" y="6112"/>
                    <a:pt x="7971" y="6207"/>
                  </a:cubicBezTo>
                  <a:cubicBezTo>
                    <a:pt x="7845" y="6144"/>
                    <a:pt x="6679" y="5104"/>
                    <a:pt x="6679" y="5104"/>
                  </a:cubicBezTo>
                  <a:cubicBezTo>
                    <a:pt x="6270" y="4757"/>
                    <a:pt x="5986" y="4505"/>
                    <a:pt x="5986" y="4127"/>
                  </a:cubicBezTo>
                  <a:cubicBezTo>
                    <a:pt x="5986" y="3623"/>
                    <a:pt x="6427" y="3182"/>
                    <a:pt x="6931" y="3182"/>
                  </a:cubicBezTo>
                  <a:cubicBezTo>
                    <a:pt x="7215" y="3182"/>
                    <a:pt x="7498" y="3308"/>
                    <a:pt x="7687" y="3529"/>
                  </a:cubicBezTo>
                  <a:cubicBezTo>
                    <a:pt x="7782" y="3623"/>
                    <a:pt x="7845" y="3686"/>
                    <a:pt x="7971" y="3686"/>
                  </a:cubicBezTo>
                  <a:cubicBezTo>
                    <a:pt x="8097" y="3686"/>
                    <a:pt x="8160" y="3655"/>
                    <a:pt x="8254" y="3529"/>
                  </a:cubicBezTo>
                  <a:cubicBezTo>
                    <a:pt x="8443" y="3308"/>
                    <a:pt x="8664" y="3182"/>
                    <a:pt x="8979" y="3182"/>
                  </a:cubicBezTo>
                  <a:close/>
                  <a:moveTo>
                    <a:pt x="1561" y="4127"/>
                  </a:moveTo>
                  <a:cubicBezTo>
                    <a:pt x="2142" y="4127"/>
                    <a:pt x="2710" y="4337"/>
                    <a:pt x="3151" y="4757"/>
                  </a:cubicBezTo>
                  <a:lnTo>
                    <a:pt x="3245" y="4820"/>
                  </a:lnTo>
                  <a:cubicBezTo>
                    <a:pt x="3844" y="5356"/>
                    <a:pt x="4568" y="5671"/>
                    <a:pt x="5324" y="5671"/>
                  </a:cubicBezTo>
                  <a:cubicBezTo>
                    <a:pt x="5608" y="5671"/>
                    <a:pt x="5860" y="5639"/>
                    <a:pt x="6112" y="5545"/>
                  </a:cubicBezTo>
                  <a:cubicBezTo>
                    <a:pt x="6144" y="5545"/>
                    <a:pt x="6144" y="5576"/>
                    <a:pt x="6207" y="5576"/>
                  </a:cubicBezTo>
                  <a:lnTo>
                    <a:pt x="6207" y="7278"/>
                  </a:lnTo>
                  <a:cubicBezTo>
                    <a:pt x="6207" y="7876"/>
                    <a:pt x="5734" y="8286"/>
                    <a:pt x="5167" y="8286"/>
                  </a:cubicBezTo>
                  <a:lnTo>
                    <a:pt x="1701" y="8286"/>
                  </a:lnTo>
                  <a:cubicBezTo>
                    <a:pt x="1655" y="8294"/>
                    <a:pt x="1610" y="8298"/>
                    <a:pt x="1565" y="8298"/>
                  </a:cubicBezTo>
                  <a:cubicBezTo>
                    <a:pt x="1088" y="8298"/>
                    <a:pt x="693" y="7856"/>
                    <a:pt x="693" y="7309"/>
                  </a:cubicBezTo>
                  <a:lnTo>
                    <a:pt x="693" y="4285"/>
                  </a:lnTo>
                  <a:cubicBezTo>
                    <a:pt x="977" y="4180"/>
                    <a:pt x="1271" y="4127"/>
                    <a:pt x="1561" y="4127"/>
                  </a:cubicBezTo>
                  <a:close/>
                  <a:moveTo>
                    <a:pt x="3844" y="9105"/>
                  </a:moveTo>
                  <a:lnTo>
                    <a:pt x="3844" y="9452"/>
                  </a:lnTo>
                  <a:cubicBezTo>
                    <a:pt x="3844" y="9641"/>
                    <a:pt x="3686" y="9798"/>
                    <a:pt x="3466" y="9798"/>
                  </a:cubicBezTo>
                  <a:cubicBezTo>
                    <a:pt x="3277" y="9798"/>
                    <a:pt x="3119" y="9641"/>
                    <a:pt x="3119" y="9452"/>
                  </a:cubicBezTo>
                  <a:lnTo>
                    <a:pt x="3119" y="9105"/>
                  </a:lnTo>
                  <a:close/>
                  <a:moveTo>
                    <a:pt x="6994" y="6207"/>
                  </a:moveTo>
                  <a:cubicBezTo>
                    <a:pt x="7057" y="6301"/>
                    <a:pt x="7530" y="6679"/>
                    <a:pt x="7687" y="6805"/>
                  </a:cubicBezTo>
                  <a:lnTo>
                    <a:pt x="7687" y="10082"/>
                  </a:lnTo>
                  <a:cubicBezTo>
                    <a:pt x="7656" y="10680"/>
                    <a:pt x="7183" y="11153"/>
                    <a:pt x="6585" y="11153"/>
                  </a:cubicBezTo>
                  <a:lnTo>
                    <a:pt x="4852" y="11153"/>
                  </a:lnTo>
                  <a:cubicBezTo>
                    <a:pt x="4379" y="11153"/>
                    <a:pt x="4001" y="10838"/>
                    <a:pt x="3875" y="10397"/>
                  </a:cubicBezTo>
                  <a:cubicBezTo>
                    <a:pt x="4253" y="10239"/>
                    <a:pt x="4537" y="9893"/>
                    <a:pt x="4537" y="9420"/>
                  </a:cubicBezTo>
                  <a:lnTo>
                    <a:pt x="4537" y="9042"/>
                  </a:lnTo>
                  <a:lnTo>
                    <a:pt x="5261" y="9042"/>
                  </a:lnTo>
                  <a:cubicBezTo>
                    <a:pt x="6207" y="9042"/>
                    <a:pt x="6994" y="8254"/>
                    <a:pt x="6994" y="7309"/>
                  </a:cubicBezTo>
                  <a:lnTo>
                    <a:pt x="6994" y="6207"/>
                  </a:lnTo>
                  <a:close/>
                  <a:moveTo>
                    <a:pt x="3119" y="0"/>
                  </a:moveTo>
                  <a:cubicBezTo>
                    <a:pt x="2521" y="0"/>
                    <a:pt x="2111" y="473"/>
                    <a:pt x="2111" y="1008"/>
                  </a:cubicBezTo>
                  <a:lnTo>
                    <a:pt x="2111" y="1418"/>
                  </a:lnTo>
                  <a:lnTo>
                    <a:pt x="1733" y="1418"/>
                  </a:lnTo>
                  <a:cubicBezTo>
                    <a:pt x="788" y="1418"/>
                    <a:pt x="0" y="2205"/>
                    <a:pt x="0" y="3151"/>
                  </a:cubicBezTo>
                  <a:lnTo>
                    <a:pt x="0" y="7309"/>
                  </a:lnTo>
                  <a:cubicBezTo>
                    <a:pt x="0" y="8254"/>
                    <a:pt x="788" y="9042"/>
                    <a:pt x="1733" y="9042"/>
                  </a:cubicBezTo>
                  <a:lnTo>
                    <a:pt x="2458" y="9042"/>
                  </a:lnTo>
                  <a:lnTo>
                    <a:pt x="2458" y="9420"/>
                  </a:lnTo>
                  <a:cubicBezTo>
                    <a:pt x="2458" y="9893"/>
                    <a:pt x="2773" y="10271"/>
                    <a:pt x="3182" y="10397"/>
                  </a:cubicBezTo>
                  <a:cubicBezTo>
                    <a:pt x="3340" y="11216"/>
                    <a:pt x="4033" y="11846"/>
                    <a:pt x="4852" y="11846"/>
                  </a:cubicBezTo>
                  <a:lnTo>
                    <a:pt x="6585" y="11846"/>
                  </a:lnTo>
                  <a:cubicBezTo>
                    <a:pt x="7530" y="11846"/>
                    <a:pt x="8317" y="11058"/>
                    <a:pt x="8317" y="10113"/>
                  </a:cubicBezTo>
                  <a:lnTo>
                    <a:pt x="8317" y="6837"/>
                  </a:lnTo>
                  <a:cubicBezTo>
                    <a:pt x="8443" y="6742"/>
                    <a:pt x="9546" y="5797"/>
                    <a:pt x="9578" y="5734"/>
                  </a:cubicBezTo>
                  <a:cubicBezTo>
                    <a:pt x="10050" y="5356"/>
                    <a:pt x="10617" y="4883"/>
                    <a:pt x="10617" y="4127"/>
                  </a:cubicBezTo>
                  <a:cubicBezTo>
                    <a:pt x="10649" y="3214"/>
                    <a:pt x="9893" y="2489"/>
                    <a:pt x="9011" y="2489"/>
                  </a:cubicBezTo>
                  <a:cubicBezTo>
                    <a:pt x="8601" y="2489"/>
                    <a:pt x="8254" y="2583"/>
                    <a:pt x="7971" y="2836"/>
                  </a:cubicBezTo>
                  <a:cubicBezTo>
                    <a:pt x="7687" y="2583"/>
                    <a:pt x="7341" y="2489"/>
                    <a:pt x="6963" y="2489"/>
                  </a:cubicBezTo>
                  <a:lnTo>
                    <a:pt x="6805" y="2489"/>
                  </a:lnTo>
                  <a:cubicBezTo>
                    <a:pt x="6522" y="1859"/>
                    <a:pt x="5892" y="1418"/>
                    <a:pt x="5230" y="1418"/>
                  </a:cubicBezTo>
                  <a:lnTo>
                    <a:pt x="4852" y="1418"/>
                  </a:lnTo>
                  <a:lnTo>
                    <a:pt x="4852" y="1008"/>
                  </a:lnTo>
                  <a:cubicBezTo>
                    <a:pt x="4852" y="441"/>
                    <a:pt x="4379" y="0"/>
                    <a:pt x="384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5" name="Google Shape;10705;p135"/>
            <p:cNvSpPr/>
            <p:nvPr/>
          </p:nvSpPr>
          <p:spPr>
            <a:xfrm>
              <a:off x="-23918325" y="2479025"/>
              <a:ext cx="53600" cy="52375"/>
            </a:xfrm>
            <a:custGeom>
              <a:rect b="b" l="l" r="r" t="t"/>
              <a:pathLst>
                <a:path extrusionOk="0" h="2095" w="2144">
                  <a:moveTo>
                    <a:pt x="347" y="1"/>
                  </a:moveTo>
                  <a:cubicBezTo>
                    <a:pt x="158" y="1"/>
                    <a:pt x="1" y="158"/>
                    <a:pt x="1" y="347"/>
                  </a:cubicBezTo>
                  <a:lnTo>
                    <a:pt x="1" y="1072"/>
                  </a:lnTo>
                  <a:cubicBezTo>
                    <a:pt x="1" y="1671"/>
                    <a:pt x="473" y="2080"/>
                    <a:pt x="1009" y="2080"/>
                  </a:cubicBezTo>
                  <a:lnTo>
                    <a:pt x="1734" y="2080"/>
                  </a:lnTo>
                  <a:cubicBezTo>
                    <a:pt x="1767" y="2090"/>
                    <a:pt x="1800" y="2094"/>
                    <a:pt x="1831" y="2094"/>
                  </a:cubicBezTo>
                  <a:cubicBezTo>
                    <a:pt x="2007" y="2094"/>
                    <a:pt x="2143" y="1952"/>
                    <a:pt x="2143" y="1765"/>
                  </a:cubicBezTo>
                  <a:cubicBezTo>
                    <a:pt x="2143" y="1576"/>
                    <a:pt x="1954" y="1419"/>
                    <a:pt x="1765" y="1419"/>
                  </a:cubicBezTo>
                  <a:lnTo>
                    <a:pt x="1072" y="1419"/>
                  </a:lnTo>
                  <a:cubicBezTo>
                    <a:pt x="851" y="1419"/>
                    <a:pt x="694" y="1261"/>
                    <a:pt x="694" y="1072"/>
                  </a:cubicBezTo>
                  <a:lnTo>
                    <a:pt x="694" y="347"/>
                  </a:ln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706" name="Google Shape;10706;p135"/>
          <p:cNvSpPr/>
          <p:nvPr/>
        </p:nvSpPr>
        <p:spPr>
          <a:xfrm>
            <a:off x="6641253" y="3554898"/>
            <a:ext cx="372969" cy="352492"/>
          </a:xfrm>
          <a:custGeom>
            <a:rect b="b" l="l" r="r" t="t"/>
            <a:pathLst>
              <a:path extrusionOk="0" h="11792" w="12477">
                <a:moveTo>
                  <a:pt x="10845" y="690"/>
                </a:moveTo>
                <a:cubicBezTo>
                  <a:pt x="11072" y="690"/>
                  <a:pt x="11264" y="705"/>
                  <a:pt x="11406" y="733"/>
                </a:cubicBezTo>
                <a:cubicBezTo>
                  <a:pt x="11469" y="1049"/>
                  <a:pt x="11469" y="1616"/>
                  <a:pt x="11374" y="2246"/>
                </a:cubicBezTo>
                <a:lnTo>
                  <a:pt x="9894" y="765"/>
                </a:lnTo>
                <a:cubicBezTo>
                  <a:pt x="10240" y="713"/>
                  <a:pt x="10568" y="690"/>
                  <a:pt x="10845" y="690"/>
                </a:cubicBezTo>
                <a:close/>
                <a:moveTo>
                  <a:pt x="9106" y="923"/>
                </a:moveTo>
                <a:lnTo>
                  <a:pt x="11280" y="3096"/>
                </a:lnTo>
                <a:cubicBezTo>
                  <a:pt x="11185" y="3317"/>
                  <a:pt x="11091" y="3569"/>
                  <a:pt x="10996" y="3789"/>
                </a:cubicBezTo>
                <a:lnTo>
                  <a:pt x="8350" y="1143"/>
                </a:lnTo>
                <a:cubicBezTo>
                  <a:pt x="8602" y="1049"/>
                  <a:pt x="8822" y="954"/>
                  <a:pt x="9106" y="923"/>
                </a:cubicBezTo>
                <a:close/>
                <a:moveTo>
                  <a:pt x="7720" y="1458"/>
                </a:moveTo>
                <a:lnTo>
                  <a:pt x="10618" y="4388"/>
                </a:lnTo>
                <a:cubicBezTo>
                  <a:pt x="10555" y="4451"/>
                  <a:pt x="10461" y="4577"/>
                  <a:pt x="10398" y="4672"/>
                </a:cubicBezTo>
                <a:cubicBezTo>
                  <a:pt x="10303" y="4766"/>
                  <a:pt x="10240" y="4861"/>
                  <a:pt x="10114" y="4892"/>
                </a:cubicBezTo>
                <a:lnTo>
                  <a:pt x="7216" y="1994"/>
                </a:lnTo>
                <a:cubicBezTo>
                  <a:pt x="7279" y="1899"/>
                  <a:pt x="7373" y="1773"/>
                  <a:pt x="7436" y="1710"/>
                </a:cubicBezTo>
                <a:cubicBezTo>
                  <a:pt x="7531" y="1616"/>
                  <a:pt x="7594" y="1553"/>
                  <a:pt x="7720" y="1458"/>
                </a:cubicBezTo>
                <a:close/>
                <a:moveTo>
                  <a:pt x="6901" y="2655"/>
                </a:moveTo>
                <a:lnTo>
                  <a:pt x="9515" y="5270"/>
                </a:lnTo>
                <a:cubicBezTo>
                  <a:pt x="9263" y="5365"/>
                  <a:pt x="9011" y="5459"/>
                  <a:pt x="8791" y="5522"/>
                </a:cubicBezTo>
                <a:lnTo>
                  <a:pt x="6649" y="3411"/>
                </a:lnTo>
                <a:cubicBezTo>
                  <a:pt x="6680" y="3159"/>
                  <a:pt x="6775" y="2876"/>
                  <a:pt x="6901" y="2655"/>
                </a:cubicBezTo>
                <a:close/>
                <a:moveTo>
                  <a:pt x="6491" y="4231"/>
                </a:moveTo>
                <a:lnTo>
                  <a:pt x="7877" y="5617"/>
                </a:lnTo>
                <a:cubicBezTo>
                  <a:pt x="7638" y="5643"/>
                  <a:pt x="7409" y="5653"/>
                  <a:pt x="7204" y="5653"/>
                </a:cubicBezTo>
                <a:cubicBezTo>
                  <a:pt x="6923" y="5653"/>
                  <a:pt x="6686" y="5635"/>
                  <a:pt x="6523" y="5617"/>
                </a:cubicBezTo>
                <a:cubicBezTo>
                  <a:pt x="6491" y="5333"/>
                  <a:pt x="6460" y="4829"/>
                  <a:pt x="6491" y="4231"/>
                </a:cubicBezTo>
                <a:close/>
                <a:moveTo>
                  <a:pt x="4982" y="6171"/>
                </a:moveTo>
                <a:cubicBezTo>
                  <a:pt x="5371" y="6171"/>
                  <a:pt x="5708" y="6201"/>
                  <a:pt x="5892" y="6247"/>
                </a:cubicBezTo>
                <a:cubicBezTo>
                  <a:pt x="5955" y="6499"/>
                  <a:pt x="5987" y="7034"/>
                  <a:pt x="5955" y="7602"/>
                </a:cubicBezTo>
                <a:lnTo>
                  <a:pt x="4538" y="6184"/>
                </a:lnTo>
                <a:cubicBezTo>
                  <a:pt x="4690" y="6175"/>
                  <a:pt x="4839" y="6171"/>
                  <a:pt x="4982" y="6171"/>
                </a:cubicBezTo>
                <a:close/>
                <a:moveTo>
                  <a:pt x="3719" y="6310"/>
                </a:moveTo>
                <a:lnTo>
                  <a:pt x="5829" y="8452"/>
                </a:lnTo>
                <a:cubicBezTo>
                  <a:pt x="5798" y="8673"/>
                  <a:pt x="5703" y="8956"/>
                  <a:pt x="5609" y="9177"/>
                </a:cubicBezTo>
                <a:lnTo>
                  <a:pt x="2962" y="6562"/>
                </a:lnTo>
                <a:cubicBezTo>
                  <a:pt x="3183" y="6436"/>
                  <a:pt x="3435" y="6341"/>
                  <a:pt x="3719" y="6310"/>
                </a:cubicBezTo>
                <a:close/>
                <a:moveTo>
                  <a:pt x="2332" y="6908"/>
                </a:moveTo>
                <a:lnTo>
                  <a:pt x="5231" y="9807"/>
                </a:lnTo>
                <a:cubicBezTo>
                  <a:pt x="5168" y="9901"/>
                  <a:pt x="5073" y="10027"/>
                  <a:pt x="5010" y="10090"/>
                </a:cubicBezTo>
                <a:cubicBezTo>
                  <a:pt x="4916" y="10185"/>
                  <a:pt x="4853" y="10248"/>
                  <a:pt x="4727" y="10342"/>
                </a:cubicBezTo>
                <a:lnTo>
                  <a:pt x="1797" y="7412"/>
                </a:lnTo>
                <a:cubicBezTo>
                  <a:pt x="1891" y="7349"/>
                  <a:pt x="1954" y="7223"/>
                  <a:pt x="2049" y="7129"/>
                </a:cubicBezTo>
                <a:cubicBezTo>
                  <a:pt x="2112" y="7066"/>
                  <a:pt x="2206" y="6971"/>
                  <a:pt x="2332" y="6908"/>
                </a:cubicBezTo>
                <a:close/>
                <a:moveTo>
                  <a:pt x="1450" y="8011"/>
                </a:moveTo>
                <a:lnTo>
                  <a:pt x="4097" y="10657"/>
                </a:lnTo>
                <a:cubicBezTo>
                  <a:pt x="3908" y="10752"/>
                  <a:pt x="3624" y="10847"/>
                  <a:pt x="3372" y="10910"/>
                </a:cubicBezTo>
                <a:lnTo>
                  <a:pt x="1230" y="8767"/>
                </a:lnTo>
                <a:cubicBezTo>
                  <a:pt x="1293" y="8515"/>
                  <a:pt x="1387" y="8232"/>
                  <a:pt x="1450" y="8011"/>
                </a:cubicBezTo>
                <a:close/>
                <a:moveTo>
                  <a:pt x="1072" y="9586"/>
                </a:moveTo>
                <a:lnTo>
                  <a:pt x="2553" y="11067"/>
                </a:lnTo>
                <a:cubicBezTo>
                  <a:pt x="2175" y="11124"/>
                  <a:pt x="1831" y="11135"/>
                  <a:pt x="1534" y="11135"/>
                </a:cubicBezTo>
                <a:cubicBezTo>
                  <a:pt x="1337" y="11135"/>
                  <a:pt x="1160" y="11130"/>
                  <a:pt x="1009" y="11130"/>
                </a:cubicBezTo>
                <a:cubicBezTo>
                  <a:pt x="978" y="10815"/>
                  <a:pt x="978" y="10216"/>
                  <a:pt x="1072" y="9586"/>
                </a:cubicBezTo>
                <a:close/>
                <a:moveTo>
                  <a:pt x="10872" y="1"/>
                </a:moveTo>
                <a:cubicBezTo>
                  <a:pt x="9797" y="1"/>
                  <a:pt x="8028" y="173"/>
                  <a:pt x="6964" y="1238"/>
                </a:cubicBezTo>
                <a:cubicBezTo>
                  <a:pt x="6775" y="1427"/>
                  <a:pt x="6617" y="1616"/>
                  <a:pt x="6491" y="1836"/>
                </a:cubicBezTo>
                <a:cubicBezTo>
                  <a:pt x="5735" y="3033"/>
                  <a:pt x="5735" y="4703"/>
                  <a:pt x="5829" y="5491"/>
                </a:cubicBezTo>
                <a:cubicBezTo>
                  <a:pt x="5619" y="5469"/>
                  <a:pt x="5344" y="5450"/>
                  <a:pt x="5031" y="5450"/>
                </a:cubicBezTo>
                <a:cubicBezTo>
                  <a:pt x="3989" y="5450"/>
                  <a:pt x="2521" y="5655"/>
                  <a:pt x="1576" y="6625"/>
                </a:cubicBezTo>
                <a:cubicBezTo>
                  <a:pt x="1" y="8200"/>
                  <a:pt x="348" y="11319"/>
                  <a:pt x="379" y="11445"/>
                </a:cubicBezTo>
                <a:cubicBezTo>
                  <a:pt x="442" y="11603"/>
                  <a:pt x="568" y="11697"/>
                  <a:pt x="726" y="11760"/>
                </a:cubicBezTo>
                <a:cubicBezTo>
                  <a:pt x="757" y="11760"/>
                  <a:pt x="1135" y="11792"/>
                  <a:pt x="1671" y="11792"/>
                </a:cubicBezTo>
                <a:cubicBezTo>
                  <a:pt x="2710" y="11792"/>
                  <a:pt x="4443" y="11603"/>
                  <a:pt x="5514" y="10531"/>
                </a:cubicBezTo>
                <a:cubicBezTo>
                  <a:pt x="6775" y="9271"/>
                  <a:pt x="6743" y="7192"/>
                  <a:pt x="6649" y="6278"/>
                </a:cubicBezTo>
                <a:cubicBezTo>
                  <a:pt x="6869" y="6278"/>
                  <a:pt x="7121" y="6310"/>
                  <a:pt x="7405" y="6310"/>
                </a:cubicBezTo>
                <a:cubicBezTo>
                  <a:pt x="8476" y="6310"/>
                  <a:pt x="9925" y="6121"/>
                  <a:pt x="10902" y="5144"/>
                </a:cubicBezTo>
                <a:cubicBezTo>
                  <a:pt x="12477" y="3600"/>
                  <a:pt x="12099" y="481"/>
                  <a:pt x="12099" y="355"/>
                </a:cubicBezTo>
                <a:cubicBezTo>
                  <a:pt x="12036" y="198"/>
                  <a:pt x="11941" y="103"/>
                  <a:pt x="11784" y="40"/>
                </a:cubicBezTo>
                <a:cubicBezTo>
                  <a:pt x="11743" y="40"/>
                  <a:pt x="11387" y="1"/>
                  <a:pt x="1087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07" name="Google Shape;10707;p135"/>
          <p:cNvGrpSpPr/>
          <p:nvPr/>
        </p:nvGrpSpPr>
        <p:grpSpPr>
          <a:xfrm>
            <a:off x="8053336" y="3553167"/>
            <a:ext cx="239230" cy="356020"/>
            <a:chOff x="-22811700" y="2700350"/>
            <a:chExt cx="200075" cy="297750"/>
          </a:xfrm>
        </p:grpSpPr>
        <p:sp>
          <p:nvSpPr>
            <p:cNvPr id="10708" name="Google Shape;10708;p135"/>
            <p:cNvSpPr/>
            <p:nvPr/>
          </p:nvSpPr>
          <p:spPr>
            <a:xfrm>
              <a:off x="-22811700" y="2700350"/>
              <a:ext cx="86650" cy="296975"/>
            </a:xfrm>
            <a:custGeom>
              <a:rect b="b" l="l" r="r" t="t"/>
              <a:pathLst>
                <a:path extrusionOk="0" h="11879" w="3466">
                  <a:moveTo>
                    <a:pt x="1702" y="725"/>
                  </a:moveTo>
                  <a:cubicBezTo>
                    <a:pt x="2269" y="725"/>
                    <a:pt x="2710" y="1198"/>
                    <a:pt x="2710" y="1734"/>
                  </a:cubicBezTo>
                  <a:cubicBezTo>
                    <a:pt x="2710" y="2332"/>
                    <a:pt x="2237" y="2773"/>
                    <a:pt x="1702" y="2773"/>
                  </a:cubicBezTo>
                  <a:cubicBezTo>
                    <a:pt x="1684" y="2774"/>
                    <a:pt x="1666" y="2775"/>
                    <a:pt x="1648" y="2775"/>
                  </a:cubicBezTo>
                  <a:cubicBezTo>
                    <a:pt x="1105" y="2775"/>
                    <a:pt x="662" y="2313"/>
                    <a:pt x="662" y="1734"/>
                  </a:cubicBezTo>
                  <a:cubicBezTo>
                    <a:pt x="662" y="1166"/>
                    <a:pt x="1135" y="725"/>
                    <a:pt x="1702" y="725"/>
                  </a:cubicBezTo>
                  <a:close/>
                  <a:moveTo>
                    <a:pt x="1765" y="5609"/>
                  </a:moveTo>
                  <a:cubicBezTo>
                    <a:pt x="1954" y="5609"/>
                    <a:pt x="2080" y="5766"/>
                    <a:pt x="2111" y="5924"/>
                  </a:cubicBezTo>
                  <a:lnTo>
                    <a:pt x="2111" y="6302"/>
                  </a:lnTo>
                  <a:lnTo>
                    <a:pt x="1324" y="6302"/>
                  </a:lnTo>
                  <a:lnTo>
                    <a:pt x="1324" y="5955"/>
                  </a:lnTo>
                  <a:cubicBezTo>
                    <a:pt x="1324" y="5766"/>
                    <a:pt x="1481" y="5609"/>
                    <a:pt x="1702" y="5609"/>
                  </a:cubicBezTo>
                  <a:close/>
                  <a:moveTo>
                    <a:pt x="2174" y="7026"/>
                  </a:moveTo>
                  <a:lnTo>
                    <a:pt x="2332" y="9767"/>
                  </a:lnTo>
                  <a:lnTo>
                    <a:pt x="1261" y="9767"/>
                  </a:lnTo>
                  <a:lnTo>
                    <a:pt x="1324" y="7026"/>
                  </a:lnTo>
                  <a:close/>
                  <a:moveTo>
                    <a:pt x="2363" y="10523"/>
                  </a:moveTo>
                  <a:lnTo>
                    <a:pt x="2363" y="10586"/>
                  </a:lnTo>
                  <a:cubicBezTo>
                    <a:pt x="2363" y="10712"/>
                    <a:pt x="2332" y="10870"/>
                    <a:pt x="2206" y="10996"/>
                  </a:cubicBezTo>
                  <a:cubicBezTo>
                    <a:pt x="2080" y="11122"/>
                    <a:pt x="1985" y="11185"/>
                    <a:pt x="1796" y="11185"/>
                  </a:cubicBezTo>
                  <a:cubicBezTo>
                    <a:pt x="1639" y="11185"/>
                    <a:pt x="1481" y="11122"/>
                    <a:pt x="1418" y="11027"/>
                  </a:cubicBezTo>
                  <a:cubicBezTo>
                    <a:pt x="1292" y="10933"/>
                    <a:pt x="1261" y="10807"/>
                    <a:pt x="1261" y="10649"/>
                  </a:cubicBezTo>
                  <a:lnTo>
                    <a:pt x="1261" y="10523"/>
                  </a:lnTo>
                  <a:close/>
                  <a:moveTo>
                    <a:pt x="1733" y="1"/>
                  </a:moveTo>
                  <a:cubicBezTo>
                    <a:pt x="788" y="1"/>
                    <a:pt x="0" y="788"/>
                    <a:pt x="0" y="1734"/>
                  </a:cubicBezTo>
                  <a:cubicBezTo>
                    <a:pt x="0" y="2584"/>
                    <a:pt x="599" y="3277"/>
                    <a:pt x="1387" y="3435"/>
                  </a:cubicBezTo>
                  <a:lnTo>
                    <a:pt x="1387" y="4979"/>
                  </a:lnTo>
                  <a:cubicBezTo>
                    <a:pt x="977" y="5105"/>
                    <a:pt x="662" y="5483"/>
                    <a:pt x="662" y="5924"/>
                  </a:cubicBezTo>
                  <a:lnTo>
                    <a:pt x="536" y="10555"/>
                  </a:lnTo>
                  <a:cubicBezTo>
                    <a:pt x="536" y="10933"/>
                    <a:pt x="662" y="11248"/>
                    <a:pt x="914" y="11469"/>
                  </a:cubicBezTo>
                  <a:cubicBezTo>
                    <a:pt x="1135" y="11721"/>
                    <a:pt x="1450" y="11878"/>
                    <a:pt x="1796" y="11878"/>
                  </a:cubicBezTo>
                  <a:cubicBezTo>
                    <a:pt x="2174" y="11878"/>
                    <a:pt x="2489" y="11721"/>
                    <a:pt x="2710" y="11469"/>
                  </a:cubicBezTo>
                  <a:cubicBezTo>
                    <a:pt x="2962" y="11248"/>
                    <a:pt x="3056" y="10870"/>
                    <a:pt x="3056" y="10523"/>
                  </a:cubicBezTo>
                  <a:lnTo>
                    <a:pt x="2836" y="5924"/>
                  </a:lnTo>
                  <a:cubicBezTo>
                    <a:pt x="2804" y="5483"/>
                    <a:pt x="2521" y="5136"/>
                    <a:pt x="2080" y="4979"/>
                  </a:cubicBezTo>
                  <a:lnTo>
                    <a:pt x="2080" y="3466"/>
                  </a:lnTo>
                  <a:cubicBezTo>
                    <a:pt x="2836" y="3277"/>
                    <a:pt x="3466" y="2616"/>
                    <a:pt x="3466" y="1734"/>
                  </a:cubicBezTo>
                  <a:cubicBezTo>
                    <a:pt x="3466" y="788"/>
                    <a:pt x="2678" y="1"/>
                    <a:pt x="173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9" name="Google Shape;10709;p135"/>
            <p:cNvSpPr/>
            <p:nvPr/>
          </p:nvSpPr>
          <p:spPr>
            <a:xfrm>
              <a:off x="-22693550" y="2701225"/>
              <a:ext cx="81925" cy="296875"/>
            </a:xfrm>
            <a:custGeom>
              <a:rect b="b" l="l" r="r" t="t"/>
              <a:pathLst>
                <a:path extrusionOk="0" h="11875" w="3277">
                  <a:moveTo>
                    <a:pt x="1229" y="5574"/>
                  </a:moveTo>
                  <a:cubicBezTo>
                    <a:pt x="1418" y="5574"/>
                    <a:pt x="1544" y="5731"/>
                    <a:pt x="1575" y="5889"/>
                  </a:cubicBezTo>
                  <a:lnTo>
                    <a:pt x="1575" y="6267"/>
                  </a:lnTo>
                  <a:lnTo>
                    <a:pt x="788" y="6267"/>
                  </a:lnTo>
                  <a:lnTo>
                    <a:pt x="788" y="5920"/>
                  </a:lnTo>
                  <a:cubicBezTo>
                    <a:pt x="788" y="5731"/>
                    <a:pt x="945" y="5574"/>
                    <a:pt x="1134" y="5574"/>
                  </a:cubicBezTo>
                  <a:close/>
                  <a:moveTo>
                    <a:pt x="1575" y="6991"/>
                  </a:moveTo>
                  <a:lnTo>
                    <a:pt x="1733" y="9732"/>
                  </a:lnTo>
                  <a:lnTo>
                    <a:pt x="662" y="9732"/>
                  </a:lnTo>
                  <a:lnTo>
                    <a:pt x="756" y="6991"/>
                  </a:lnTo>
                  <a:close/>
                  <a:moveTo>
                    <a:pt x="1764" y="10488"/>
                  </a:moveTo>
                  <a:lnTo>
                    <a:pt x="1764" y="10551"/>
                  </a:lnTo>
                  <a:cubicBezTo>
                    <a:pt x="1796" y="10677"/>
                    <a:pt x="1733" y="10835"/>
                    <a:pt x="1607" y="10961"/>
                  </a:cubicBezTo>
                  <a:cubicBezTo>
                    <a:pt x="1481" y="11087"/>
                    <a:pt x="1386" y="11150"/>
                    <a:pt x="1229" y="11150"/>
                  </a:cubicBezTo>
                  <a:cubicBezTo>
                    <a:pt x="1071" y="11150"/>
                    <a:pt x="914" y="11087"/>
                    <a:pt x="819" y="10992"/>
                  </a:cubicBezTo>
                  <a:cubicBezTo>
                    <a:pt x="693" y="10898"/>
                    <a:pt x="662" y="10772"/>
                    <a:pt x="662" y="10614"/>
                  </a:cubicBezTo>
                  <a:lnTo>
                    <a:pt x="662" y="10488"/>
                  </a:lnTo>
                  <a:close/>
                  <a:moveTo>
                    <a:pt x="2885" y="1"/>
                  </a:moveTo>
                  <a:cubicBezTo>
                    <a:pt x="2797" y="1"/>
                    <a:pt x="2713" y="40"/>
                    <a:pt x="2646" y="123"/>
                  </a:cubicBezTo>
                  <a:lnTo>
                    <a:pt x="914" y="2234"/>
                  </a:lnTo>
                  <a:cubicBezTo>
                    <a:pt x="882" y="2297"/>
                    <a:pt x="819" y="2392"/>
                    <a:pt x="819" y="2455"/>
                  </a:cubicBezTo>
                  <a:lnTo>
                    <a:pt x="819" y="4975"/>
                  </a:lnTo>
                  <a:cubicBezTo>
                    <a:pt x="441" y="5101"/>
                    <a:pt x="126" y="5479"/>
                    <a:pt x="126" y="5920"/>
                  </a:cubicBezTo>
                  <a:lnTo>
                    <a:pt x="0" y="10583"/>
                  </a:lnTo>
                  <a:cubicBezTo>
                    <a:pt x="0" y="10929"/>
                    <a:pt x="126" y="11245"/>
                    <a:pt x="347" y="11465"/>
                  </a:cubicBezTo>
                  <a:cubicBezTo>
                    <a:pt x="599" y="11717"/>
                    <a:pt x="914" y="11875"/>
                    <a:pt x="1260" y="11875"/>
                  </a:cubicBezTo>
                  <a:cubicBezTo>
                    <a:pt x="1607" y="11875"/>
                    <a:pt x="1922" y="11717"/>
                    <a:pt x="2174" y="11465"/>
                  </a:cubicBezTo>
                  <a:cubicBezTo>
                    <a:pt x="2394" y="11245"/>
                    <a:pt x="2520" y="10898"/>
                    <a:pt x="2520" y="10520"/>
                  </a:cubicBezTo>
                  <a:lnTo>
                    <a:pt x="2300" y="5920"/>
                  </a:lnTo>
                  <a:cubicBezTo>
                    <a:pt x="2237" y="5479"/>
                    <a:pt x="1985" y="5133"/>
                    <a:pt x="1544" y="4975"/>
                  </a:cubicBezTo>
                  <a:lnTo>
                    <a:pt x="1544" y="2581"/>
                  </a:lnTo>
                  <a:lnTo>
                    <a:pt x="3151" y="564"/>
                  </a:lnTo>
                  <a:cubicBezTo>
                    <a:pt x="3277" y="407"/>
                    <a:pt x="3277" y="218"/>
                    <a:pt x="3119" y="92"/>
                  </a:cubicBezTo>
                  <a:cubicBezTo>
                    <a:pt x="3045" y="32"/>
                    <a:pt x="2963" y="1"/>
                    <a:pt x="288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0" name="Google Shape;10710;p135"/>
            <p:cNvSpPr/>
            <p:nvPr/>
          </p:nvSpPr>
          <p:spPr>
            <a:xfrm>
              <a:off x="-22778625" y="2735025"/>
              <a:ext cx="18150" cy="18125"/>
            </a:xfrm>
            <a:custGeom>
              <a:rect b="b" l="l" r="r" t="t"/>
              <a:pathLst>
                <a:path extrusionOk="0" h="725" w="726">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11" name="Google Shape;10711;p135"/>
          <p:cNvGrpSpPr/>
          <p:nvPr/>
        </p:nvGrpSpPr>
        <p:grpSpPr>
          <a:xfrm>
            <a:off x="6201787" y="1335656"/>
            <a:ext cx="355063" cy="354136"/>
            <a:chOff x="-27358650" y="1961575"/>
            <a:chExt cx="296950" cy="296175"/>
          </a:xfrm>
        </p:grpSpPr>
        <p:sp>
          <p:nvSpPr>
            <p:cNvPr id="10712" name="Google Shape;10712;p135"/>
            <p:cNvSpPr/>
            <p:nvPr/>
          </p:nvSpPr>
          <p:spPr>
            <a:xfrm>
              <a:off x="-27358650" y="1961575"/>
              <a:ext cx="296950" cy="296175"/>
            </a:xfrm>
            <a:custGeom>
              <a:rect b="b" l="l" r="r" t="t"/>
              <a:pathLst>
                <a:path extrusionOk="0" h="11847" w="11878">
                  <a:moveTo>
                    <a:pt x="7719" y="2080"/>
                  </a:moveTo>
                  <a:lnTo>
                    <a:pt x="7719" y="2836"/>
                  </a:lnTo>
                  <a:lnTo>
                    <a:pt x="4222" y="2836"/>
                  </a:lnTo>
                  <a:lnTo>
                    <a:pt x="4222" y="2080"/>
                  </a:lnTo>
                  <a:close/>
                  <a:moveTo>
                    <a:pt x="8034" y="693"/>
                  </a:moveTo>
                  <a:cubicBezTo>
                    <a:pt x="8633" y="693"/>
                    <a:pt x="9074" y="1166"/>
                    <a:pt x="9074" y="1733"/>
                  </a:cubicBezTo>
                  <a:lnTo>
                    <a:pt x="9074" y="2836"/>
                  </a:lnTo>
                  <a:lnTo>
                    <a:pt x="8349" y="2836"/>
                  </a:lnTo>
                  <a:lnTo>
                    <a:pt x="8349" y="1733"/>
                  </a:lnTo>
                  <a:cubicBezTo>
                    <a:pt x="8349" y="1513"/>
                    <a:pt x="8192" y="1355"/>
                    <a:pt x="8002" y="1355"/>
                  </a:cubicBezTo>
                  <a:lnTo>
                    <a:pt x="3781" y="1355"/>
                  </a:lnTo>
                  <a:cubicBezTo>
                    <a:pt x="3592" y="1355"/>
                    <a:pt x="3434" y="1513"/>
                    <a:pt x="3434" y="1733"/>
                  </a:cubicBezTo>
                  <a:lnTo>
                    <a:pt x="3434" y="2836"/>
                  </a:lnTo>
                  <a:lnTo>
                    <a:pt x="2741" y="2836"/>
                  </a:lnTo>
                  <a:lnTo>
                    <a:pt x="2741" y="1733"/>
                  </a:lnTo>
                  <a:lnTo>
                    <a:pt x="2804" y="1733"/>
                  </a:lnTo>
                  <a:cubicBezTo>
                    <a:pt x="2804" y="1134"/>
                    <a:pt x="3277" y="693"/>
                    <a:pt x="3844" y="693"/>
                  </a:cubicBezTo>
                  <a:close/>
                  <a:moveTo>
                    <a:pt x="10176" y="3497"/>
                  </a:moveTo>
                  <a:cubicBezTo>
                    <a:pt x="10617" y="3497"/>
                    <a:pt x="10995" y="3781"/>
                    <a:pt x="11153" y="4190"/>
                  </a:cubicBezTo>
                  <a:lnTo>
                    <a:pt x="851" y="4190"/>
                  </a:lnTo>
                  <a:cubicBezTo>
                    <a:pt x="914" y="3812"/>
                    <a:pt x="1323" y="3497"/>
                    <a:pt x="1796" y="3497"/>
                  </a:cubicBezTo>
                  <a:close/>
                  <a:moveTo>
                    <a:pt x="11153" y="4915"/>
                  </a:moveTo>
                  <a:lnTo>
                    <a:pt x="11153" y="6301"/>
                  </a:lnTo>
                  <a:lnTo>
                    <a:pt x="10460" y="6301"/>
                  </a:lnTo>
                  <a:lnTo>
                    <a:pt x="10460" y="5923"/>
                  </a:lnTo>
                  <a:cubicBezTo>
                    <a:pt x="10491" y="5734"/>
                    <a:pt x="10334" y="5577"/>
                    <a:pt x="10145" y="5577"/>
                  </a:cubicBezTo>
                  <a:lnTo>
                    <a:pt x="8759" y="5577"/>
                  </a:lnTo>
                  <a:cubicBezTo>
                    <a:pt x="8570" y="5577"/>
                    <a:pt x="8412" y="5734"/>
                    <a:pt x="8412" y="5923"/>
                  </a:cubicBezTo>
                  <a:lnTo>
                    <a:pt x="8412" y="6301"/>
                  </a:lnTo>
                  <a:lnTo>
                    <a:pt x="3529" y="6301"/>
                  </a:lnTo>
                  <a:lnTo>
                    <a:pt x="3529" y="5923"/>
                  </a:lnTo>
                  <a:cubicBezTo>
                    <a:pt x="3529" y="5734"/>
                    <a:pt x="3371" y="5577"/>
                    <a:pt x="3151" y="5577"/>
                  </a:cubicBezTo>
                  <a:lnTo>
                    <a:pt x="1796" y="5577"/>
                  </a:lnTo>
                  <a:cubicBezTo>
                    <a:pt x="1575" y="5577"/>
                    <a:pt x="1418" y="5734"/>
                    <a:pt x="1418" y="5923"/>
                  </a:cubicBezTo>
                  <a:lnTo>
                    <a:pt x="1418" y="6301"/>
                  </a:lnTo>
                  <a:lnTo>
                    <a:pt x="725" y="6301"/>
                  </a:lnTo>
                  <a:lnTo>
                    <a:pt x="725" y="4915"/>
                  </a:lnTo>
                  <a:close/>
                  <a:moveTo>
                    <a:pt x="2836" y="6301"/>
                  </a:moveTo>
                  <a:lnTo>
                    <a:pt x="2836" y="8034"/>
                  </a:lnTo>
                  <a:cubicBezTo>
                    <a:pt x="2836" y="8223"/>
                    <a:pt x="2678" y="8381"/>
                    <a:pt x="2489" y="8381"/>
                  </a:cubicBezTo>
                  <a:cubicBezTo>
                    <a:pt x="2300" y="8381"/>
                    <a:pt x="2143" y="8223"/>
                    <a:pt x="2143" y="8034"/>
                  </a:cubicBezTo>
                  <a:lnTo>
                    <a:pt x="2143" y="6301"/>
                  </a:lnTo>
                  <a:close/>
                  <a:moveTo>
                    <a:pt x="9830" y="6301"/>
                  </a:moveTo>
                  <a:lnTo>
                    <a:pt x="9830" y="8034"/>
                  </a:lnTo>
                  <a:cubicBezTo>
                    <a:pt x="9830" y="8223"/>
                    <a:pt x="9672" y="8381"/>
                    <a:pt x="9452" y="8381"/>
                  </a:cubicBezTo>
                  <a:cubicBezTo>
                    <a:pt x="9263" y="8381"/>
                    <a:pt x="9105" y="8223"/>
                    <a:pt x="9105" y="8034"/>
                  </a:cubicBezTo>
                  <a:lnTo>
                    <a:pt x="9105" y="6301"/>
                  </a:lnTo>
                  <a:close/>
                  <a:moveTo>
                    <a:pt x="11121" y="6994"/>
                  </a:moveTo>
                  <a:lnTo>
                    <a:pt x="11121" y="10113"/>
                  </a:lnTo>
                  <a:cubicBezTo>
                    <a:pt x="11184" y="10649"/>
                    <a:pt x="10712" y="11121"/>
                    <a:pt x="10145" y="11121"/>
                  </a:cubicBezTo>
                  <a:lnTo>
                    <a:pt x="1733" y="11121"/>
                  </a:lnTo>
                  <a:cubicBezTo>
                    <a:pt x="1166" y="11121"/>
                    <a:pt x="725" y="10649"/>
                    <a:pt x="725" y="10113"/>
                  </a:cubicBezTo>
                  <a:lnTo>
                    <a:pt x="725" y="6994"/>
                  </a:lnTo>
                  <a:lnTo>
                    <a:pt x="1418" y="6994"/>
                  </a:lnTo>
                  <a:lnTo>
                    <a:pt x="1418" y="8034"/>
                  </a:lnTo>
                  <a:cubicBezTo>
                    <a:pt x="1418" y="8601"/>
                    <a:pt x="1891" y="9042"/>
                    <a:pt x="2458" y="9042"/>
                  </a:cubicBezTo>
                  <a:cubicBezTo>
                    <a:pt x="2993" y="9042"/>
                    <a:pt x="3466" y="8570"/>
                    <a:pt x="3466" y="8034"/>
                  </a:cubicBezTo>
                  <a:lnTo>
                    <a:pt x="3466" y="6994"/>
                  </a:lnTo>
                  <a:lnTo>
                    <a:pt x="8349" y="6994"/>
                  </a:lnTo>
                  <a:lnTo>
                    <a:pt x="8349" y="8034"/>
                  </a:lnTo>
                  <a:cubicBezTo>
                    <a:pt x="8349" y="8601"/>
                    <a:pt x="8822" y="9042"/>
                    <a:pt x="9389" y="9042"/>
                  </a:cubicBezTo>
                  <a:cubicBezTo>
                    <a:pt x="9924" y="9042"/>
                    <a:pt x="10397" y="8570"/>
                    <a:pt x="10397" y="8034"/>
                  </a:cubicBezTo>
                  <a:lnTo>
                    <a:pt x="10397" y="6994"/>
                  </a:lnTo>
                  <a:close/>
                  <a:moveTo>
                    <a:pt x="3844" y="0"/>
                  </a:moveTo>
                  <a:cubicBezTo>
                    <a:pt x="2899" y="0"/>
                    <a:pt x="2111" y="788"/>
                    <a:pt x="2111" y="1733"/>
                  </a:cubicBezTo>
                  <a:lnTo>
                    <a:pt x="2111" y="2836"/>
                  </a:lnTo>
                  <a:lnTo>
                    <a:pt x="1733" y="2836"/>
                  </a:lnTo>
                  <a:cubicBezTo>
                    <a:pt x="788" y="2836"/>
                    <a:pt x="0" y="3623"/>
                    <a:pt x="0" y="4568"/>
                  </a:cubicBezTo>
                  <a:lnTo>
                    <a:pt x="0" y="10113"/>
                  </a:lnTo>
                  <a:cubicBezTo>
                    <a:pt x="0" y="11058"/>
                    <a:pt x="788" y="11846"/>
                    <a:pt x="1733" y="11846"/>
                  </a:cubicBezTo>
                  <a:lnTo>
                    <a:pt x="10145" y="11846"/>
                  </a:lnTo>
                  <a:cubicBezTo>
                    <a:pt x="11090" y="11846"/>
                    <a:pt x="11878" y="11058"/>
                    <a:pt x="11878" y="10113"/>
                  </a:cubicBezTo>
                  <a:lnTo>
                    <a:pt x="11878" y="4568"/>
                  </a:lnTo>
                  <a:cubicBezTo>
                    <a:pt x="11878" y="3623"/>
                    <a:pt x="11121" y="2836"/>
                    <a:pt x="10145" y="2836"/>
                  </a:cubicBezTo>
                  <a:lnTo>
                    <a:pt x="9767" y="2836"/>
                  </a:lnTo>
                  <a:lnTo>
                    <a:pt x="9767" y="1733"/>
                  </a:lnTo>
                  <a:cubicBezTo>
                    <a:pt x="9767" y="788"/>
                    <a:pt x="8979" y="0"/>
                    <a:pt x="803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3" name="Google Shape;10713;p135"/>
            <p:cNvSpPr/>
            <p:nvPr/>
          </p:nvSpPr>
          <p:spPr>
            <a:xfrm>
              <a:off x="-27246025" y="2152175"/>
              <a:ext cx="70900" cy="70900"/>
            </a:xfrm>
            <a:custGeom>
              <a:rect b="b" l="l" r="r" t="t"/>
              <a:pathLst>
                <a:path extrusionOk="0" h="2836" w="2836">
                  <a:moveTo>
                    <a:pt x="1418" y="0"/>
                  </a:moveTo>
                  <a:cubicBezTo>
                    <a:pt x="1229" y="0"/>
                    <a:pt x="1072" y="158"/>
                    <a:pt x="1072" y="347"/>
                  </a:cubicBezTo>
                  <a:lnTo>
                    <a:pt x="1072" y="1072"/>
                  </a:lnTo>
                  <a:lnTo>
                    <a:pt x="347" y="1072"/>
                  </a:lnTo>
                  <a:cubicBezTo>
                    <a:pt x="158" y="1072"/>
                    <a:pt x="0" y="1229"/>
                    <a:pt x="0" y="1418"/>
                  </a:cubicBezTo>
                  <a:cubicBezTo>
                    <a:pt x="0" y="1607"/>
                    <a:pt x="158" y="1765"/>
                    <a:pt x="347" y="1765"/>
                  </a:cubicBezTo>
                  <a:lnTo>
                    <a:pt x="1072" y="1765"/>
                  </a:lnTo>
                  <a:lnTo>
                    <a:pt x="1072" y="2489"/>
                  </a:lnTo>
                  <a:cubicBezTo>
                    <a:pt x="1072" y="2678"/>
                    <a:pt x="1229" y="2836"/>
                    <a:pt x="1418" y="2836"/>
                  </a:cubicBezTo>
                  <a:cubicBezTo>
                    <a:pt x="1607" y="2836"/>
                    <a:pt x="1765" y="2678"/>
                    <a:pt x="1765" y="2489"/>
                  </a:cubicBezTo>
                  <a:lnTo>
                    <a:pt x="1765" y="1765"/>
                  </a:lnTo>
                  <a:lnTo>
                    <a:pt x="2489" y="1765"/>
                  </a:lnTo>
                  <a:cubicBezTo>
                    <a:pt x="2678" y="1765"/>
                    <a:pt x="2836" y="1607"/>
                    <a:pt x="2836" y="1418"/>
                  </a:cubicBezTo>
                  <a:cubicBezTo>
                    <a:pt x="2836" y="1229"/>
                    <a:pt x="2678" y="1072"/>
                    <a:pt x="2489" y="1072"/>
                  </a:cubicBezTo>
                  <a:lnTo>
                    <a:pt x="1765" y="1072"/>
                  </a:lnTo>
                  <a:lnTo>
                    <a:pt x="1765" y="347"/>
                  </a:lnTo>
                  <a:cubicBezTo>
                    <a:pt x="1765" y="158"/>
                    <a:pt x="1607" y="0"/>
                    <a:pt x="141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714" name="Google Shape;10714;p135"/>
          <p:cNvSpPr/>
          <p:nvPr/>
        </p:nvSpPr>
        <p:spPr>
          <a:xfrm>
            <a:off x="6243686" y="1783403"/>
            <a:ext cx="272201" cy="353240"/>
          </a:xfrm>
          <a:custGeom>
            <a:rect b="b" l="l" r="r" t="t"/>
            <a:pathLst>
              <a:path extrusionOk="0" h="11817" w="9106">
                <a:moveTo>
                  <a:pt x="4649" y="623"/>
                </a:moveTo>
                <a:cubicBezTo>
                  <a:pt x="5216" y="623"/>
                  <a:pt x="5756" y="897"/>
                  <a:pt x="6270" y="1325"/>
                </a:cubicBezTo>
                <a:lnTo>
                  <a:pt x="5987" y="2365"/>
                </a:lnTo>
                <a:cubicBezTo>
                  <a:pt x="5546" y="2144"/>
                  <a:pt x="5042" y="2050"/>
                  <a:pt x="4569" y="2050"/>
                </a:cubicBezTo>
                <a:cubicBezTo>
                  <a:pt x="4097" y="2050"/>
                  <a:pt x="3593" y="2144"/>
                  <a:pt x="3151" y="2365"/>
                </a:cubicBezTo>
                <a:lnTo>
                  <a:pt x="2868" y="1325"/>
                </a:lnTo>
                <a:cubicBezTo>
                  <a:pt x="3340" y="916"/>
                  <a:pt x="3939" y="664"/>
                  <a:pt x="4475" y="632"/>
                </a:cubicBezTo>
                <a:cubicBezTo>
                  <a:pt x="4533" y="626"/>
                  <a:pt x="4591" y="623"/>
                  <a:pt x="4649" y="623"/>
                </a:cubicBezTo>
                <a:close/>
                <a:moveTo>
                  <a:pt x="4601" y="4791"/>
                </a:moveTo>
                <a:cubicBezTo>
                  <a:pt x="4853" y="5074"/>
                  <a:pt x="5199" y="5358"/>
                  <a:pt x="5640" y="5610"/>
                </a:cubicBezTo>
                <a:lnTo>
                  <a:pt x="5640" y="6555"/>
                </a:lnTo>
                <a:cubicBezTo>
                  <a:pt x="5640" y="7154"/>
                  <a:pt x="5168" y="7595"/>
                  <a:pt x="4601" y="7595"/>
                </a:cubicBezTo>
                <a:cubicBezTo>
                  <a:pt x="4065" y="7595"/>
                  <a:pt x="3593" y="7122"/>
                  <a:pt x="3593" y="6555"/>
                </a:cubicBezTo>
                <a:lnTo>
                  <a:pt x="3593" y="5641"/>
                </a:lnTo>
                <a:cubicBezTo>
                  <a:pt x="3939" y="5358"/>
                  <a:pt x="4254" y="5169"/>
                  <a:pt x="4475" y="4917"/>
                </a:cubicBezTo>
                <a:lnTo>
                  <a:pt x="4601" y="4791"/>
                </a:lnTo>
                <a:close/>
                <a:moveTo>
                  <a:pt x="4569" y="2806"/>
                </a:moveTo>
                <a:cubicBezTo>
                  <a:pt x="5073" y="2806"/>
                  <a:pt x="5577" y="2964"/>
                  <a:pt x="6018" y="3216"/>
                </a:cubicBezTo>
                <a:cubicBezTo>
                  <a:pt x="6491" y="3499"/>
                  <a:pt x="6901" y="3972"/>
                  <a:pt x="7121" y="4476"/>
                </a:cubicBezTo>
                <a:lnTo>
                  <a:pt x="7877" y="6902"/>
                </a:lnTo>
                <a:lnTo>
                  <a:pt x="7877" y="6933"/>
                </a:lnTo>
                <a:cubicBezTo>
                  <a:pt x="8003" y="7217"/>
                  <a:pt x="7909" y="7469"/>
                  <a:pt x="7783" y="7626"/>
                </a:cubicBezTo>
                <a:cubicBezTo>
                  <a:pt x="7562" y="8036"/>
                  <a:pt x="7090" y="8319"/>
                  <a:pt x="6617" y="8351"/>
                </a:cubicBezTo>
                <a:cubicBezTo>
                  <a:pt x="6270" y="8351"/>
                  <a:pt x="5955" y="8162"/>
                  <a:pt x="5766" y="7878"/>
                </a:cubicBezTo>
                <a:cubicBezTo>
                  <a:pt x="6081" y="7563"/>
                  <a:pt x="6302" y="7122"/>
                  <a:pt x="6302" y="6618"/>
                </a:cubicBezTo>
                <a:lnTo>
                  <a:pt x="6302" y="6114"/>
                </a:lnTo>
                <a:cubicBezTo>
                  <a:pt x="6333" y="6145"/>
                  <a:pt x="6428" y="6177"/>
                  <a:pt x="6459" y="6208"/>
                </a:cubicBezTo>
                <a:cubicBezTo>
                  <a:pt x="6554" y="6272"/>
                  <a:pt x="6585" y="6272"/>
                  <a:pt x="6648" y="6272"/>
                </a:cubicBezTo>
                <a:cubicBezTo>
                  <a:pt x="6775" y="6272"/>
                  <a:pt x="6901" y="6208"/>
                  <a:pt x="6932" y="6114"/>
                </a:cubicBezTo>
                <a:cubicBezTo>
                  <a:pt x="7058" y="5956"/>
                  <a:pt x="6995" y="5704"/>
                  <a:pt x="6869" y="5641"/>
                </a:cubicBezTo>
                <a:cubicBezTo>
                  <a:pt x="6617" y="5484"/>
                  <a:pt x="6428" y="5358"/>
                  <a:pt x="6239" y="5232"/>
                </a:cubicBezTo>
                <a:cubicBezTo>
                  <a:pt x="6176" y="5200"/>
                  <a:pt x="6144" y="5169"/>
                  <a:pt x="6113" y="5169"/>
                </a:cubicBezTo>
                <a:cubicBezTo>
                  <a:pt x="5199" y="4570"/>
                  <a:pt x="4979" y="4381"/>
                  <a:pt x="4979" y="3814"/>
                </a:cubicBezTo>
                <a:cubicBezTo>
                  <a:pt x="4979" y="3625"/>
                  <a:pt x="4821" y="3468"/>
                  <a:pt x="4601" y="3468"/>
                </a:cubicBezTo>
                <a:cubicBezTo>
                  <a:pt x="4412" y="3468"/>
                  <a:pt x="4254" y="3625"/>
                  <a:pt x="4254" y="3814"/>
                </a:cubicBezTo>
                <a:cubicBezTo>
                  <a:pt x="4254" y="4381"/>
                  <a:pt x="4034" y="4570"/>
                  <a:pt x="3120" y="5169"/>
                </a:cubicBezTo>
                <a:cubicBezTo>
                  <a:pt x="3057" y="5169"/>
                  <a:pt x="3025" y="5200"/>
                  <a:pt x="2994" y="5232"/>
                </a:cubicBezTo>
                <a:cubicBezTo>
                  <a:pt x="2805" y="5358"/>
                  <a:pt x="2584" y="5484"/>
                  <a:pt x="2364" y="5641"/>
                </a:cubicBezTo>
                <a:cubicBezTo>
                  <a:pt x="2206" y="5736"/>
                  <a:pt x="2175" y="5956"/>
                  <a:pt x="2269" y="6114"/>
                </a:cubicBezTo>
                <a:cubicBezTo>
                  <a:pt x="2343" y="6206"/>
                  <a:pt x="2448" y="6255"/>
                  <a:pt x="2548" y="6255"/>
                </a:cubicBezTo>
                <a:cubicBezTo>
                  <a:pt x="2620" y="6255"/>
                  <a:pt x="2689" y="6230"/>
                  <a:pt x="2742" y="6177"/>
                </a:cubicBezTo>
                <a:cubicBezTo>
                  <a:pt x="2805" y="6145"/>
                  <a:pt x="2868" y="6114"/>
                  <a:pt x="2899" y="6051"/>
                </a:cubicBezTo>
                <a:lnTo>
                  <a:pt x="2899" y="6587"/>
                </a:lnTo>
                <a:cubicBezTo>
                  <a:pt x="2899" y="7059"/>
                  <a:pt x="3120" y="7532"/>
                  <a:pt x="3466" y="7847"/>
                </a:cubicBezTo>
                <a:cubicBezTo>
                  <a:pt x="3277" y="8099"/>
                  <a:pt x="2962" y="8319"/>
                  <a:pt x="2616" y="8319"/>
                </a:cubicBezTo>
                <a:cubicBezTo>
                  <a:pt x="2143" y="8256"/>
                  <a:pt x="1671" y="8004"/>
                  <a:pt x="1419" y="7595"/>
                </a:cubicBezTo>
                <a:cubicBezTo>
                  <a:pt x="1230" y="7437"/>
                  <a:pt x="1135" y="7217"/>
                  <a:pt x="1261" y="6933"/>
                </a:cubicBezTo>
                <a:lnTo>
                  <a:pt x="2017" y="4476"/>
                </a:lnTo>
                <a:cubicBezTo>
                  <a:pt x="2238" y="3940"/>
                  <a:pt x="2647" y="3499"/>
                  <a:pt x="3120" y="3216"/>
                </a:cubicBezTo>
                <a:cubicBezTo>
                  <a:pt x="3529" y="2964"/>
                  <a:pt x="4065" y="2806"/>
                  <a:pt x="4569" y="2806"/>
                </a:cubicBezTo>
                <a:close/>
                <a:moveTo>
                  <a:pt x="5231" y="8225"/>
                </a:moveTo>
                <a:cubicBezTo>
                  <a:pt x="5325" y="8382"/>
                  <a:pt x="5420" y="8508"/>
                  <a:pt x="5577" y="8634"/>
                </a:cubicBezTo>
                <a:lnTo>
                  <a:pt x="4569" y="9580"/>
                </a:lnTo>
                <a:lnTo>
                  <a:pt x="3624" y="8634"/>
                </a:lnTo>
                <a:cubicBezTo>
                  <a:pt x="3750" y="8508"/>
                  <a:pt x="3845" y="8382"/>
                  <a:pt x="3971" y="8225"/>
                </a:cubicBezTo>
                <a:cubicBezTo>
                  <a:pt x="4160" y="8319"/>
                  <a:pt x="4380" y="8351"/>
                  <a:pt x="4601" y="8351"/>
                </a:cubicBezTo>
                <a:cubicBezTo>
                  <a:pt x="4853" y="8351"/>
                  <a:pt x="5042" y="8319"/>
                  <a:pt x="5231" y="8225"/>
                </a:cubicBezTo>
                <a:close/>
                <a:moveTo>
                  <a:pt x="2994" y="8949"/>
                </a:moveTo>
                <a:lnTo>
                  <a:pt x="4254" y="10210"/>
                </a:lnTo>
                <a:lnTo>
                  <a:pt x="4254" y="11092"/>
                </a:lnTo>
                <a:lnTo>
                  <a:pt x="789" y="11092"/>
                </a:lnTo>
                <a:lnTo>
                  <a:pt x="789" y="10745"/>
                </a:lnTo>
                <a:cubicBezTo>
                  <a:pt x="789" y="9800"/>
                  <a:pt x="1576" y="9012"/>
                  <a:pt x="2521" y="9012"/>
                </a:cubicBezTo>
                <a:cubicBezTo>
                  <a:pt x="2679" y="9012"/>
                  <a:pt x="2836" y="8981"/>
                  <a:pt x="2994" y="8949"/>
                </a:cubicBezTo>
                <a:close/>
                <a:moveTo>
                  <a:pt x="6176" y="8949"/>
                </a:moveTo>
                <a:cubicBezTo>
                  <a:pt x="6333" y="8981"/>
                  <a:pt x="6491" y="9012"/>
                  <a:pt x="6648" y="9012"/>
                </a:cubicBezTo>
                <a:cubicBezTo>
                  <a:pt x="7594" y="9012"/>
                  <a:pt x="8381" y="9800"/>
                  <a:pt x="8381" y="10745"/>
                </a:cubicBezTo>
                <a:lnTo>
                  <a:pt x="8381" y="11092"/>
                </a:lnTo>
                <a:lnTo>
                  <a:pt x="4916" y="11092"/>
                </a:lnTo>
                <a:lnTo>
                  <a:pt x="4916" y="10210"/>
                </a:lnTo>
                <a:lnTo>
                  <a:pt x="6176" y="8949"/>
                </a:lnTo>
                <a:close/>
                <a:moveTo>
                  <a:pt x="4553" y="0"/>
                </a:moveTo>
                <a:cubicBezTo>
                  <a:pt x="4517" y="0"/>
                  <a:pt x="4480" y="1"/>
                  <a:pt x="4443" y="2"/>
                </a:cubicBezTo>
                <a:cubicBezTo>
                  <a:pt x="3656" y="34"/>
                  <a:pt x="2836" y="380"/>
                  <a:pt x="2206" y="1010"/>
                </a:cubicBezTo>
                <a:cubicBezTo>
                  <a:pt x="2143" y="1105"/>
                  <a:pt x="2080" y="1231"/>
                  <a:pt x="2143" y="1325"/>
                </a:cubicBezTo>
                <a:lnTo>
                  <a:pt x="2490" y="2743"/>
                </a:lnTo>
                <a:cubicBezTo>
                  <a:pt x="1986" y="3121"/>
                  <a:pt x="1576" y="3625"/>
                  <a:pt x="1293" y="4224"/>
                </a:cubicBezTo>
                <a:lnTo>
                  <a:pt x="1293" y="4255"/>
                </a:lnTo>
                <a:lnTo>
                  <a:pt x="568" y="6650"/>
                </a:lnTo>
                <a:cubicBezTo>
                  <a:pt x="411" y="7091"/>
                  <a:pt x="442" y="7563"/>
                  <a:pt x="663" y="8004"/>
                </a:cubicBezTo>
                <a:cubicBezTo>
                  <a:pt x="820" y="8225"/>
                  <a:pt x="1041" y="8477"/>
                  <a:pt x="1261" y="8634"/>
                </a:cubicBezTo>
                <a:cubicBezTo>
                  <a:pt x="505" y="9012"/>
                  <a:pt x="1" y="9832"/>
                  <a:pt x="1" y="10745"/>
                </a:cubicBezTo>
                <a:lnTo>
                  <a:pt x="1" y="11470"/>
                </a:lnTo>
                <a:cubicBezTo>
                  <a:pt x="1" y="11659"/>
                  <a:pt x="158" y="11816"/>
                  <a:pt x="347" y="11816"/>
                </a:cubicBezTo>
                <a:lnTo>
                  <a:pt x="8665" y="11816"/>
                </a:lnTo>
                <a:cubicBezTo>
                  <a:pt x="8854" y="11816"/>
                  <a:pt x="9011" y="11659"/>
                  <a:pt x="9011" y="11470"/>
                </a:cubicBezTo>
                <a:lnTo>
                  <a:pt x="9011" y="10745"/>
                </a:lnTo>
                <a:cubicBezTo>
                  <a:pt x="9106" y="9832"/>
                  <a:pt x="8570" y="9012"/>
                  <a:pt x="7783" y="8634"/>
                </a:cubicBezTo>
                <a:cubicBezTo>
                  <a:pt x="8035" y="8477"/>
                  <a:pt x="8255" y="8225"/>
                  <a:pt x="8381" y="8004"/>
                </a:cubicBezTo>
                <a:cubicBezTo>
                  <a:pt x="8665" y="7563"/>
                  <a:pt x="8696" y="7091"/>
                  <a:pt x="8507" y="6650"/>
                </a:cubicBezTo>
                <a:lnTo>
                  <a:pt x="7751" y="4255"/>
                </a:lnTo>
                <a:lnTo>
                  <a:pt x="7751" y="4224"/>
                </a:lnTo>
                <a:cubicBezTo>
                  <a:pt x="7531" y="3625"/>
                  <a:pt x="7090" y="3121"/>
                  <a:pt x="6585" y="2743"/>
                </a:cubicBezTo>
                <a:lnTo>
                  <a:pt x="6932" y="1325"/>
                </a:lnTo>
                <a:cubicBezTo>
                  <a:pt x="6964" y="1231"/>
                  <a:pt x="6932" y="1105"/>
                  <a:pt x="6838" y="1010"/>
                </a:cubicBezTo>
                <a:cubicBezTo>
                  <a:pt x="6173" y="346"/>
                  <a:pt x="5393" y="0"/>
                  <a:pt x="455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5" name="Google Shape;10715;p135"/>
          <p:cNvSpPr/>
          <p:nvPr/>
        </p:nvSpPr>
        <p:spPr>
          <a:xfrm>
            <a:off x="6202255" y="2224163"/>
            <a:ext cx="355063" cy="354136"/>
          </a:xfrm>
          <a:custGeom>
            <a:rect b="b" l="l" r="r" t="t"/>
            <a:pathLst>
              <a:path extrusionOk="0" h="11847" w="11878">
                <a:moveTo>
                  <a:pt x="10523" y="694"/>
                </a:moveTo>
                <a:cubicBezTo>
                  <a:pt x="10680" y="694"/>
                  <a:pt x="10901" y="788"/>
                  <a:pt x="10995" y="883"/>
                </a:cubicBezTo>
                <a:cubicBezTo>
                  <a:pt x="11121" y="1009"/>
                  <a:pt x="11184" y="1198"/>
                  <a:pt x="11184" y="1356"/>
                </a:cubicBezTo>
                <a:cubicBezTo>
                  <a:pt x="11184" y="1576"/>
                  <a:pt x="11121" y="1734"/>
                  <a:pt x="10995" y="1828"/>
                </a:cubicBezTo>
                <a:lnTo>
                  <a:pt x="9389" y="3466"/>
                </a:lnTo>
                <a:cubicBezTo>
                  <a:pt x="9105" y="3718"/>
                  <a:pt x="8948" y="4096"/>
                  <a:pt x="8916" y="4443"/>
                </a:cubicBezTo>
                <a:lnTo>
                  <a:pt x="7467" y="2994"/>
                </a:lnTo>
                <a:cubicBezTo>
                  <a:pt x="7813" y="2931"/>
                  <a:pt x="8160" y="2773"/>
                  <a:pt x="8444" y="2521"/>
                </a:cubicBezTo>
                <a:lnTo>
                  <a:pt x="10050" y="883"/>
                </a:lnTo>
                <a:cubicBezTo>
                  <a:pt x="10176" y="788"/>
                  <a:pt x="10365" y="694"/>
                  <a:pt x="10523" y="694"/>
                </a:cubicBezTo>
                <a:close/>
                <a:moveTo>
                  <a:pt x="5766" y="2427"/>
                </a:moveTo>
                <a:cubicBezTo>
                  <a:pt x="5860" y="2427"/>
                  <a:pt x="5955" y="2458"/>
                  <a:pt x="6018" y="2553"/>
                </a:cubicBezTo>
                <a:lnTo>
                  <a:pt x="9420" y="5987"/>
                </a:lnTo>
                <a:cubicBezTo>
                  <a:pt x="9515" y="6050"/>
                  <a:pt x="9546" y="6144"/>
                  <a:pt x="9546" y="6207"/>
                </a:cubicBezTo>
                <a:cubicBezTo>
                  <a:pt x="9452" y="6239"/>
                  <a:pt x="9452" y="6333"/>
                  <a:pt x="9389" y="6396"/>
                </a:cubicBezTo>
                <a:cubicBezTo>
                  <a:pt x="9326" y="6459"/>
                  <a:pt x="9239" y="6491"/>
                  <a:pt x="9152" y="6491"/>
                </a:cubicBezTo>
                <a:cubicBezTo>
                  <a:pt x="9066" y="6491"/>
                  <a:pt x="8979" y="6459"/>
                  <a:pt x="8916" y="6396"/>
                </a:cubicBezTo>
                <a:lnTo>
                  <a:pt x="8444" y="5924"/>
                </a:lnTo>
                <a:lnTo>
                  <a:pt x="6018" y="3498"/>
                </a:lnTo>
                <a:lnTo>
                  <a:pt x="5545" y="3025"/>
                </a:lnTo>
                <a:cubicBezTo>
                  <a:pt x="5419" y="2899"/>
                  <a:pt x="5419" y="2679"/>
                  <a:pt x="5545" y="2553"/>
                </a:cubicBezTo>
                <a:cubicBezTo>
                  <a:pt x="5608" y="2458"/>
                  <a:pt x="5703" y="2427"/>
                  <a:pt x="5766" y="2427"/>
                </a:cubicBezTo>
                <a:close/>
                <a:moveTo>
                  <a:pt x="5734" y="4159"/>
                </a:moveTo>
                <a:lnTo>
                  <a:pt x="7687" y="6144"/>
                </a:lnTo>
                <a:lnTo>
                  <a:pt x="7183" y="6648"/>
                </a:lnTo>
                <a:lnTo>
                  <a:pt x="6427" y="5892"/>
                </a:lnTo>
                <a:cubicBezTo>
                  <a:pt x="6364" y="5829"/>
                  <a:pt x="6278" y="5798"/>
                  <a:pt x="6191" y="5798"/>
                </a:cubicBezTo>
                <a:cubicBezTo>
                  <a:pt x="6104" y="5798"/>
                  <a:pt x="6018" y="5829"/>
                  <a:pt x="5955" y="5892"/>
                </a:cubicBezTo>
                <a:cubicBezTo>
                  <a:pt x="5829" y="6018"/>
                  <a:pt x="5829" y="6239"/>
                  <a:pt x="5955" y="6365"/>
                </a:cubicBezTo>
                <a:lnTo>
                  <a:pt x="6711" y="7121"/>
                </a:lnTo>
                <a:lnTo>
                  <a:pt x="6238" y="7593"/>
                </a:lnTo>
                <a:lnTo>
                  <a:pt x="4253" y="5609"/>
                </a:lnTo>
                <a:lnTo>
                  <a:pt x="5734" y="4159"/>
                </a:lnTo>
                <a:close/>
                <a:moveTo>
                  <a:pt x="3718" y="6176"/>
                </a:moveTo>
                <a:lnTo>
                  <a:pt x="5703" y="8129"/>
                </a:lnTo>
                <a:lnTo>
                  <a:pt x="5230" y="8602"/>
                </a:lnTo>
                <a:lnTo>
                  <a:pt x="4474" y="7877"/>
                </a:lnTo>
                <a:cubicBezTo>
                  <a:pt x="4411" y="7814"/>
                  <a:pt x="4324" y="7782"/>
                  <a:pt x="4238" y="7782"/>
                </a:cubicBezTo>
                <a:cubicBezTo>
                  <a:pt x="4151" y="7782"/>
                  <a:pt x="4064" y="7814"/>
                  <a:pt x="4001" y="7877"/>
                </a:cubicBezTo>
                <a:cubicBezTo>
                  <a:pt x="3875" y="7972"/>
                  <a:pt x="3875" y="8224"/>
                  <a:pt x="4001" y="8350"/>
                </a:cubicBezTo>
                <a:lnTo>
                  <a:pt x="4694" y="9043"/>
                </a:lnTo>
                <a:cubicBezTo>
                  <a:pt x="4537" y="9169"/>
                  <a:pt x="4379" y="9232"/>
                  <a:pt x="4190" y="9295"/>
                </a:cubicBezTo>
                <a:cubicBezTo>
                  <a:pt x="3119" y="9547"/>
                  <a:pt x="2332" y="9988"/>
                  <a:pt x="1733" y="10586"/>
                </a:cubicBezTo>
                <a:lnTo>
                  <a:pt x="1355" y="10964"/>
                </a:lnTo>
                <a:cubicBezTo>
                  <a:pt x="1292" y="11027"/>
                  <a:pt x="1205" y="11059"/>
                  <a:pt x="1119" y="11059"/>
                </a:cubicBezTo>
                <a:cubicBezTo>
                  <a:pt x="1032" y="11059"/>
                  <a:pt x="945" y="11027"/>
                  <a:pt x="882" y="10964"/>
                </a:cubicBezTo>
                <a:cubicBezTo>
                  <a:pt x="819" y="10901"/>
                  <a:pt x="756" y="10807"/>
                  <a:pt x="756" y="10744"/>
                </a:cubicBezTo>
                <a:cubicBezTo>
                  <a:pt x="756" y="10649"/>
                  <a:pt x="788" y="10555"/>
                  <a:pt x="882" y="10492"/>
                </a:cubicBezTo>
                <a:lnTo>
                  <a:pt x="1260" y="10114"/>
                </a:lnTo>
                <a:cubicBezTo>
                  <a:pt x="1859" y="9515"/>
                  <a:pt x="2300" y="8696"/>
                  <a:pt x="2584" y="7656"/>
                </a:cubicBezTo>
                <a:cubicBezTo>
                  <a:pt x="2647" y="7404"/>
                  <a:pt x="2804" y="7121"/>
                  <a:pt x="3025" y="6869"/>
                </a:cubicBezTo>
                <a:lnTo>
                  <a:pt x="3718" y="6176"/>
                </a:lnTo>
                <a:close/>
                <a:moveTo>
                  <a:pt x="10491" y="1"/>
                </a:moveTo>
                <a:cubicBezTo>
                  <a:pt x="10145" y="1"/>
                  <a:pt x="9767" y="158"/>
                  <a:pt x="9515" y="379"/>
                </a:cubicBezTo>
                <a:lnTo>
                  <a:pt x="7876" y="1986"/>
                </a:lnTo>
                <a:cubicBezTo>
                  <a:pt x="7687" y="2190"/>
                  <a:pt x="7428" y="2293"/>
                  <a:pt x="7164" y="2293"/>
                </a:cubicBezTo>
                <a:cubicBezTo>
                  <a:pt x="6900" y="2293"/>
                  <a:pt x="6632" y="2190"/>
                  <a:pt x="6427" y="1986"/>
                </a:cubicBezTo>
                <a:cubicBezTo>
                  <a:pt x="6238" y="1797"/>
                  <a:pt x="5978" y="1702"/>
                  <a:pt x="5714" y="1702"/>
                </a:cubicBezTo>
                <a:cubicBezTo>
                  <a:pt x="5451" y="1702"/>
                  <a:pt x="5183" y="1797"/>
                  <a:pt x="4978" y="1986"/>
                </a:cubicBezTo>
                <a:cubicBezTo>
                  <a:pt x="4600" y="2395"/>
                  <a:pt x="4600" y="3057"/>
                  <a:pt x="4978" y="3435"/>
                </a:cubicBezTo>
                <a:lnTo>
                  <a:pt x="5199" y="3687"/>
                </a:lnTo>
                <a:lnTo>
                  <a:pt x="3466" y="5420"/>
                </a:lnTo>
                <a:lnTo>
                  <a:pt x="2489" y="6396"/>
                </a:lnTo>
                <a:cubicBezTo>
                  <a:pt x="2174" y="6711"/>
                  <a:pt x="1985" y="7058"/>
                  <a:pt x="1859" y="7499"/>
                </a:cubicBezTo>
                <a:cubicBezTo>
                  <a:pt x="1638" y="8413"/>
                  <a:pt x="1229" y="9106"/>
                  <a:pt x="725" y="9641"/>
                </a:cubicBezTo>
                <a:lnTo>
                  <a:pt x="315" y="10019"/>
                </a:lnTo>
                <a:cubicBezTo>
                  <a:pt x="126" y="10240"/>
                  <a:pt x="0" y="10492"/>
                  <a:pt x="0" y="10775"/>
                </a:cubicBezTo>
                <a:cubicBezTo>
                  <a:pt x="0" y="11059"/>
                  <a:pt x="126" y="11343"/>
                  <a:pt x="315" y="11532"/>
                </a:cubicBezTo>
                <a:cubicBezTo>
                  <a:pt x="536" y="11721"/>
                  <a:pt x="788" y="11847"/>
                  <a:pt x="1071" y="11847"/>
                </a:cubicBezTo>
                <a:cubicBezTo>
                  <a:pt x="1355" y="11847"/>
                  <a:pt x="1638" y="11721"/>
                  <a:pt x="1828" y="11532"/>
                </a:cubicBezTo>
                <a:lnTo>
                  <a:pt x="2237" y="11122"/>
                </a:lnTo>
                <a:cubicBezTo>
                  <a:pt x="2741" y="10618"/>
                  <a:pt x="3434" y="10240"/>
                  <a:pt x="4348" y="9988"/>
                </a:cubicBezTo>
                <a:cubicBezTo>
                  <a:pt x="4757" y="9862"/>
                  <a:pt x="5136" y="9673"/>
                  <a:pt x="5419" y="9389"/>
                </a:cubicBezTo>
                <a:lnTo>
                  <a:pt x="6396" y="8413"/>
                </a:lnTo>
                <a:lnTo>
                  <a:pt x="7372" y="7436"/>
                </a:lnTo>
                <a:lnTo>
                  <a:pt x="8129" y="6680"/>
                </a:lnTo>
                <a:lnTo>
                  <a:pt x="8349" y="6932"/>
                </a:lnTo>
                <a:cubicBezTo>
                  <a:pt x="8570" y="7121"/>
                  <a:pt x="8822" y="7247"/>
                  <a:pt x="9105" y="7247"/>
                </a:cubicBezTo>
                <a:cubicBezTo>
                  <a:pt x="9389" y="7247"/>
                  <a:pt x="9672" y="7121"/>
                  <a:pt x="9861" y="6932"/>
                </a:cubicBezTo>
                <a:cubicBezTo>
                  <a:pt x="10050" y="6711"/>
                  <a:pt x="10176" y="6459"/>
                  <a:pt x="10176" y="6176"/>
                </a:cubicBezTo>
                <a:cubicBezTo>
                  <a:pt x="10176" y="5892"/>
                  <a:pt x="10050" y="5609"/>
                  <a:pt x="9861" y="5420"/>
                </a:cubicBezTo>
                <a:cubicBezTo>
                  <a:pt x="9672" y="5231"/>
                  <a:pt x="9546" y="4947"/>
                  <a:pt x="9546" y="4664"/>
                </a:cubicBezTo>
                <a:cubicBezTo>
                  <a:pt x="9546" y="4380"/>
                  <a:pt x="9672" y="4128"/>
                  <a:pt x="9861" y="3907"/>
                </a:cubicBezTo>
                <a:lnTo>
                  <a:pt x="11468" y="2364"/>
                </a:lnTo>
                <a:cubicBezTo>
                  <a:pt x="11752" y="2080"/>
                  <a:pt x="11878" y="1734"/>
                  <a:pt x="11878" y="1356"/>
                </a:cubicBezTo>
                <a:cubicBezTo>
                  <a:pt x="11878" y="1009"/>
                  <a:pt x="11720" y="662"/>
                  <a:pt x="11468" y="379"/>
                </a:cubicBezTo>
                <a:cubicBezTo>
                  <a:pt x="11184" y="95"/>
                  <a:pt x="10838" y="1"/>
                  <a:pt x="1049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16" name="Google Shape;10716;p135"/>
          <p:cNvGrpSpPr/>
          <p:nvPr/>
        </p:nvGrpSpPr>
        <p:grpSpPr>
          <a:xfrm>
            <a:off x="7100357" y="2666048"/>
            <a:ext cx="354136" cy="353180"/>
            <a:chOff x="-23599325" y="1971025"/>
            <a:chExt cx="296175" cy="295375"/>
          </a:xfrm>
        </p:grpSpPr>
        <p:sp>
          <p:nvSpPr>
            <p:cNvPr id="10717" name="Google Shape;10717;p135"/>
            <p:cNvSpPr/>
            <p:nvPr/>
          </p:nvSpPr>
          <p:spPr>
            <a:xfrm>
              <a:off x="-23599325" y="1971025"/>
              <a:ext cx="296175" cy="295375"/>
            </a:xfrm>
            <a:custGeom>
              <a:rect b="b" l="l" r="r" t="t"/>
              <a:pathLst>
                <a:path extrusionOk="0" h="11815" w="11847">
                  <a:moveTo>
                    <a:pt x="7656" y="662"/>
                  </a:moveTo>
                  <a:lnTo>
                    <a:pt x="7656" y="4190"/>
                  </a:lnTo>
                  <a:lnTo>
                    <a:pt x="4159" y="4190"/>
                  </a:lnTo>
                  <a:lnTo>
                    <a:pt x="4159" y="662"/>
                  </a:lnTo>
                  <a:close/>
                  <a:moveTo>
                    <a:pt x="5577" y="4884"/>
                  </a:moveTo>
                  <a:lnTo>
                    <a:pt x="5577" y="5577"/>
                  </a:lnTo>
                  <a:lnTo>
                    <a:pt x="4222" y="5577"/>
                  </a:lnTo>
                  <a:lnTo>
                    <a:pt x="4222" y="4884"/>
                  </a:lnTo>
                  <a:close/>
                  <a:moveTo>
                    <a:pt x="7625" y="4884"/>
                  </a:moveTo>
                  <a:lnTo>
                    <a:pt x="7625" y="5608"/>
                  </a:lnTo>
                  <a:lnTo>
                    <a:pt x="6270" y="5608"/>
                  </a:lnTo>
                  <a:lnTo>
                    <a:pt x="6270" y="4884"/>
                  </a:lnTo>
                  <a:close/>
                  <a:moveTo>
                    <a:pt x="2111" y="5577"/>
                  </a:moveTo>
                  <a:lnTo>
                    <a:pt x="2111" y="6301"/>
                  </a:lnTo>
                  <a:lnTo>
                    <a:pt x="693" y="6301"/>
                  </a:lnTo>
                  <a:lnTo>
                    <a:pt x="693" y="5923"/>
                  </a:lnTo>
                  <a:cubicBezTo>
                    <a:pt x="693" y="5766"/>
                    <a:pt x="851" y="5577"/>
                    <a:pt x="1072" y="5577"/>
                  </a:cubicBezTo>
                  <a:close/>
                  <a:moveTo>
                    <a:pt x="10775" y="5577"/>
                  </a:moveTo>
                  <a:cubicBezTo>
                    <a:pt x="10996" y="5577"/>
                    <a:pt x="11153" y="5766"/>
                    <a:pt x="11153" y="5955"/>
                  </a:cubicBezTo>
                  <a:lnTo>
                    <a:pt x="11153" y="6301"/>
                  </a:lnTo>
                  <a:lnTo>
                    <a:pt x="9735" y="6301"/>
                  </a:lnTo>
                  <a:lnTo>
                    <a:pt x="9735" y="5577"/>
                  </a:lnTo>
                  <a:close/>
                  <a:moveTo>
                    <a:pt x="5545" y="6270"/>
                  </a:moveTo>
                  <a:lnTo>
                    <a:pt x="5545" y="6963"/>
                  </a:lnTo>
                  <a:lnTo>
                    <a:pt x="4159" y="6963"/>
                  </a:lnTo>
                  <a:lnTo>
                    <a:pt x="4159" y="6270"/>
                  </a:lnTo>
                  <a:close/>
                  <a:moveTo>
                    <a:pt x="7625" y="6270"/>
                  </a:moveTo>
                  <a:lnTo>
                    <a:pt x="7625" y="6963"/>
                  </a:lnTo>
                  <a:lnTo>
                    <a:pt x="6270" y="6963"/>
                  </a:lnTo>
                  <a:lnTo>
                    <a:pt x="6270" y="6270"/>
                  </a:lnTo>
                  <a:close/>
                  <a:moveTo>
                    <a:pt x="2111" y="6931"/>
                  </a:moveTo>
                  <a:lnTo>
                    <a:pt x="2111" y="7656"/>
                  </a:lnTo>
                  <a:lnTo>
                    <a:pt x="693" y="7656"/>
                  </a:lnTo>
                  <a:lnTo>
                    <a:pt x="693" y="6931"/>
                  </a:lnTo>
                  <a:close/>
                  <a:moveTo>
                    <a:pt x="11153" y="6963"/>
                  </a:moveTo>
                  <a:lnTo>
                    <a:pt x="11153" y="7688"/>
                  </a:lnTo>
                  <a:lnTo>
                    <a:pt x="9735" y="7688"/>
                  </a:lnTo>
                  <a:lnTo>
                    <a:pt x="9735" y="6963"/>
                  </a:lnTo>
                  <a:close/>
                  <a:moveTo>
                    <a:pt x="5545" y="7625"/>
                  </a:moveTo>
                  <a:lnTo>
                    <a:pt x="5545" y="8349"/>
                  </a:lnTo>
                  <a:lnTo>
                    <a:pt x="4159" y="8349"/>
                  </a:lnTo>
                  <a:lnTo>
                    <a:pt x="4159" y="7625"/>
                  </a:lnTo>
                  <a:close/>
                  <a:moveTo>
                    <a:pt x="7625" y="7656"/>
                  </a:moveTo>
                  <a:lnTo>
                    <a:pt x="7625" y="8349"/>
                  </a:lnTo>
                  <a:lnTo>
                    <a:pt x="6270" y="8349"/>
                  </a:lnTo>
                  <a:lnTo>
                    <a:pt x="6270" y="7656"/>
                  </a:lnTo>
                  <a:close/>
                  <a:moveTo>
                    <a:pt x="2111" y="8349"/>
                  </a:moveTo>
                  <a:lnTo>
                    <a:pt x="2111" y="9074"/>
                  </a:lnTo>
                  <a:lnTo>
                    <a:pt x="693" y="9074"/>
                  </a:lnTo>
                  <a:lnTo>
                    <a:pt x="693" y="8349"/>
                  </a:lnTo>
                  <a:close/>
                  <a:moveTo>
                    <a:pt x="11153" y="8349"/>
                  </a:moveTo>
                  <a:lnTo>
                    <a:pt x="11153" y="9074"/>
                  </a:lnTo>
                  <a:lnTo>
                    <a:pt x="9735" y="9074"/>
                  </a:lnTo>
                  <a:lnTo>
                    <a:pt x="9735" y="8349"/>
                  </a:lnTo>
                  <a:close/>
                  <a:moveTo>
                    <a:pt x="2111" y="9735"/>
                  </a:moveTo>
                  <a:lnTo>
                    <a:pt x="2111" y="11090"/>
                  </a:lnTo>
                  <a:lnTo>
                    <a:pt x="693" y="11090"/>
                  </a:lnTo>
                  <a:lnTo>
                    <a:pt x="693" y="9735"/>
                  </a:lnTo>
                  <a:close/>
                  <a:moveTo>
                    <a:pt x="8759" y="2048"/>
                  </a:moveTo>
                  <a:cubicBezTo>
                    <a:pt x="8948" y="2048"/>
                    <a:pt x="9105" y="2206"/>
                    <a:pt x="9105" y="2395"/>
                  </a:cubicBezTo>
                  <a:lnTo>
                    <a:pt x="9105" y="11090"/>
                  </a:lnTo>
                  <a:lnTo>
                    <a:pt x="7719" y="11090"/>
                  </a:lnTo>
                  <a:lnTo>
                    <a:pt x="7719" y="10082"/>
                  </a:lnTo>
                  <a:cubicBezTo>
                    <a:pt x="7719" y="9893"/>
                    <a:pt x="7562" y="9735"/>
                    <a:pt x="7373" y="9735"/>
                  </a:cubicBezTo>
                  <a:lnTo>
                    <a:pt x="4600" y="9735"/>
                  </a:lnTo>
                  <a:cubicBezTo>
                    <a:pt x="4411" y="9735"/>
                    <a:pt x="4254" y="9893"/>
                    <a:pt x="4254" y="10082"/>
                  </a:cubicBezTo>
                  <a:lnTo>
                    <a:pt x="4254" y="11090"/>
                  </a:lnTo>
                  <a:lnTo>
                    <a:pt x="2867" y="11090"/>
                  </a:lnTo>
                  <a:lnTo>
                    <a:pt x="2867" y="2395"/>
                  </a:lnTo>
                  <a:lnTo>
                    <a:pt x="2804" y="2395"/>
                  </a:lnTo>
                  <a:cubicBezTo>
                    <a:pt x="2804" y="2206"/>
                    <a:pt x="2962" y="2048"/>
                    <a:pt x="3151" y="2048"/>
                  </a:cubicBezTo>
                  <a:lnTo>
                    <a:pt x="3497" y="2048"/>
                  </a:lnTo>
                  <a:lnTo>
                    <a:pt x="3497" y="8696"/>
                  </a:lnTo>
                  <a:cubicBezTo>
                    <a:pt x="3497" y="8916"/>
                    <a:pt x="3655" y="9074"/>
                    <a:pt x="3875" y="9074"/>
                  </a:cubicBezTo>
                  <a:lnTo>
                    <a:pt x="8034" y="9074"/>
                  </a:lnTo>
                  <a:cubicBezTo>
                    <a:pt x="8223" y="9074"/>
                    <a:pt x="8381" y="8916"/>
                    <a:pt x="8381" y="8696"/>
                  </a:cubicBezTo>
                  <a:lnTo>
                    <a:pt x="8381" y="2048"/>
                  </a:lnTo>
                  <a:close/>
                  <a:moveTo>
                    <a:pt x="6963" y="10428"/>
                  </a:moveTo>
                  <a:lnTo>
                    <a:pt x="6963" y="11153"/>
                  </a:lnTo>
                  <a:lnTo>
                    <a:pt x="4884" y="11153"/>
                  </a:lnTo>
                  <a:lnTo>
                    <a:pt x="4884" y="10428"/>
                  </a:lnTo>
                  <a:close/>
                  <a:moveTo>
                    <a:pt x="11153" y="9767"/>
                  </a:moveTo>
                  <a:lnTo>
                    <a:pt x="11153" y="11153"/>
                  </a:lnTo>
                  <a:lnTo>
                    <a:pt x="9735" y="11153"/>
                  </a:lnTo>
                  <a:lnTo>
                    <a:pt x="9735" y="9767"/>
                  </a:lnTo>
                  <a:close/>
                  <a:moveTo>
                    <a:pt x="3812" y="0"/>
                  </a:moveTo>
                  <a:cubicBezTo>
                    <a:pt x="3623" y="0"/>
                    <a:pt x="3466" y="158"/>
                    <a:pt x="3466" y="347"/>
                  </a:cubicBezTo>
                  <a:lnTo>
                    <a:pt x="3466" y="1387"/>
                  </a:lnTo>
                  <a:lnTo>
                    <a:pt x="3119" y="1387"/>
                  </a:lnTo>
                  <a:cubicBezTo>
                    <a:pt x="2521" y="1387"/>
                    <a:pt x="2080" y="1859"/>
                    <a:pt x="2080" y="2395"/>
                  </a:cubicBezTo>
                  <a:lnTo>
                    <a:pt x="2080" y="4884"/>
                  </a:lnTo>
                  <a:lnTo>
                    <a:pt x="1009" y="4884"/>
                  </a:lnTo>
                  <a:cubicBezTo>
                    <a:pt x="441" y="4884"/>
                    <a:pt x="0" y="5356"/>
                    <a:pt x="0" y="5923"/>
                  </a:cubicBezTo>
                  <a:lnTo>
                    <a:pt x="0" y="11468"/>
                  </a:lnTo>
                  <a:cubicBezTo>
                    <a:pt x="0" y="11657"/>
                    <a:pt x="158" y="11815"/>
                    <a:pt x="347" y="11815"/>
                  </a:cubicBezTo>
                  <a:lnTo>
                    <a:pt x="11468" y="11815"/>
                  </a:lnTo>
                  <a:cubicBezTo>
                    <a:pt x="11657" y="11815"/>
                    <a:pt x="11815" y="11657"/>
                    <a:pt x="11815" y="11468"/>
                  </a:cubicBezTo>
                  <a:lnTo>
                    <a:pt x="11815" y="5923"/>
                  </a:lnTo>
                  <a:cubicBezTo>
                    <a:pt x="11846" y="5356"/>
                    <a:pt x="11374" y="4884"/>
                    <a:pt x="10775" y="4884"/>
                  </a:cubicBezTo>
                  <a:lnTo>
                    <a:pt x="9735" y="4884"/>
                  </a:lnTo>
                  <a:lnTo>
                    <a:pt x="9735" y="2395"/>
                  </a:lnTo>
                  <a:cubicBezTo>
                    <a:pt x="9735" y="1828"/>
                    <a:pt x="9263" y="1387"/>
                    <a:pt x="8696" y="1387"/>
                  </a:cubicBezTo>
                  <a:lnTo>
                    <a:pt x="8349" y="1387"/>
                  </a:lnTo>
                  <a:lnTo>
                    <a:pt x="8349" y="347"/>
                  </a:lnTo>
                  <a:cubicBezTo>
                    <a:pt x="8349" y="158"/>
                    <a:pt x="8192" y="0"/>
                    <a:pt x="800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8" name="Google Shape;10718;p135"/>
            <p:cNvSpPr/>
            <p:nvPr/>
          </p:nvSpPr>
          <p:spPr>
            <a:xfrm>
              <a:off x="-23477250" y="2004100"/>
              <a:ext cx="53575" cy="53575"/>
            </a:xfrm>
            <a:custGeom>
              <a:rect b="b" l="l" r="r" t="t"/>
              <a:pathLst>
                <a:path extrusionOk="0" h="2143" w="2143">
                  <a:moveTo>
                    <a:pt x="1072" y="1"/>
                  </a:moveTo>
                  <a:cubicBezTo>
                    <a:pt x="851" y="1"/>
                    <a:pt x="694" y="158"/>
                    <a:pt x="694" y="379"/>
                  </a:cubicBezTo>
                  <a:lnTo>
                    <a:pt x="694" y="725"/>
                  </a:lnTo>
                  <a:lnTo>
                    <a:pt x="347" y="725"/>
                  </a:lnTo>
                  <a:cubicBezTo>
                    <a:pt x="158" y="725"/>
                    <a:pt x="1" y="883"/>
                    <a:pt x="1" y="1072"/>
                  </a:cubicBezTo>
                  <a:cubicBezTo>
                    <a:pt x="1" y="1292"/>
                    <a:pt x="158" y="1450"/>
                    <a:pt x="347" y="1450"/>
                  </a:cubicBezTo>
                  <a:lnTo>
                    <a:pt x="694" y="1450"/>
                  </a:lnTo>
                  <a:lnTo>
                    <a:pt x="694" y="1796"/>
                  </a:lnTo>
                  <a:cubicBezTo>
                    <a:pt x="694" y="1985"/>
                    <a:pt x="851" y="2143"/>
                    <a:pt x="1072" y="2143"/>
                  </a:cubicBezTo>
                  <a:cubicBezTo>
                    <a:pt x="1261" y="2143"/>
                    <a:pt x="1418" y="1985"/>
                    <a:pt x="1418" y="1796"/>
                  </a:cubicBezTo>
                  <a:lnTo>
                    <a:pt x="1418" y="1450"/>
                  </a:lnTo>
                  <a:lnTo>
                    <a:pt x="1765" y="1450"/>
                  </a:lnTo>
                  <a:cubicBezTo>
                    <a:pt x="1985" y="1450"/>
                    <a:pt x="2143" y="1292"/>
                    <a:pt x="2143" y="1072"/>
                  </a:cubicBezTo>
                  <a:cubicBezTo>
                    <a:pt x="2143" y="883"/>
                    <a:pt x="1985" y="725"/>
                    <a:pt x="1765" y="725"/>
                  </a:cubicBezTo>
                  <a:lnTo>
                    <a:pt x="1418" y="725"/>
                  </a:lnTo>
                  <a:lnTo>
                    <a:pt x="1418" y="379"/>
                  </a:lnTo>
                  <a:cubicBezTo>
                    <a:pt x="1418" y="158"/>
                    <a:pt x="1261" y="1"/>
                    <a:pt x="107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719" name="Google Shape;10719;p135"/>
          <p:cNvSpPr/>
          <p:nvPr/>
        </p:nvSpPr>
        <p:spPr>
          <a:xfrm>
            <a:off x="7101239" y="3112404"/>
            <a:ext cx="353180" cy="355063"/>
          </a:xfrm>
          <a:custGeom>
            <a:rect b="b" l="l" r="r" t="t"/>
            <a:pathLst>
              <a:path extrusionOk="0" h="11878" w="11815">
                <a:moveTo>
                  <a:pt x="6301" y="725"/>
                </a:moveTo>
                <a:lnTo>
                  <a:pt x="6301" y="1670"/>
                </a:lnTo>
                <a:cubicBezTo>
                  <a:pt x="6301" y="2143"/>
                  <a:pt x="6490" y="2584"/>
                  <a:pt x="6805" y="2899"/>
                </a:cubicBezTo>
                <a:lnTo>
                  <a:pt x="7120" y="3214"/>
                </a:lnTo>
                <a:cubicBezTo>
                  <a:pt x="7026" y="3340"/>
                  <a:pt x="6868" y="3529"/>
                  <a:pt x="6742" y="3781"/>
                </a:cubicBezTo>
                <a:lnTo>
                  <a:pt x="6648" y="3781"/>
                </a:lnTo>
                <a:cubicBezTo>
                  <a:pt x="6459" y="3576"/>
                  <a:pt x="6191" y="3474"/>
                  <a:pt x="5923" y="3474"/>
                </a:cubicBezTo>
                <a:cubicBezTo>
                  <a:pt x="5656" y="3474"/>
                  <a:pt x="5388" y="3576"/>
                  <a:pt x="5199" y="3781"/>
                </a:cubicBezTo>
                <a:lnTo>
                  <a:pt x="5167" y="3813"/>
                </a:lnTo>
                <a:cubicBezTo>
                  <a:pt x="5167" y="3813"/>
                  <a:pt x="5167" y="3781"/>
                  <a:pt x="5136" y="3781"/>
                </a:cubicBezTo>
                <a:cubicBezTo>
                  <a:pt x="5010" y="3529"/>
                  <a:pt x="4884" y="3372"/>
                  <a:pt x="4758" y="3214"/>
                </a:cubicBezTo>
                <a:lnTo>
                  <a:pt x="5073" y="2899"/>
                </a:lnTo>
                <a:cubicBezTo>
                  <a:pt x="5388" y="2584"/>
                  <a:pt x="5608" y="2143"/>
                  <a:pt x="5608" y="1670"/>
                </a:cubicBezTo>
                <a:lnTo>
                  <a:pt x="5608" y="725"/>
                </a:lnTo>
                <a:close/>
                <a:moveTo>
                  <a:pt x="3970" y="3529"/>
                </a:moveTo>
                <a:cubicBezTo>
                  <a:pt x="4159" y="3529"/>
                  <a:pt x="4348" y="3687"/>
                  <a:pt x="4506" y="4002"/>
                </a:cubicBezTo>
                <a:cubicBezTo>
                  <a:pt x="4569" y="4128"/>
                  <a:pt x="4600" y="4285"/>
                  <a:pt x="4663" y="4474"/>
                </a:cubicBezTo>
                <a:cubicBezTo>
                  <a:pt x="4758" y="4852"/>
                  <a:pt x="4821" y="5293"/>
                  <a:pt x="4852" y="5829"/>
                </a:cubicBezTo>
                <a:lnTo>
                  <a:pt x="3812" y="6837"/>
                </a:lnTo>
                <a:lnTo>
                  <a:pt x="3340" y="6396"/>
                </a:lnTo>
                <a:cubicBezTo>
                  <a:pt x="3293" y="6333"/>
                  <a:pt x="3206" y="6302"/>
                  <a:pt x="3115" y="6302"/>
                </a:cubicBezTo>
                <a:cubicBezTo>
                  <a:pt x="3025" y="6302"/>
                  <a:pt x="2930" y="6333"/>
                  <a:pt x="2867" y="6396"/>
                </a:cubicBezTo>
                <a:cubicBezTo>
                  <a:pt x="2804" y="6491"/>
                  <a:pt x="2804" y="6554"/>
                  <a:pt x="2804" y="6648"/>
                </a:cubicBezTo>
                <a:cubicBezTo>
                  <a:pt x="2804" y="6711"/>
                  <a:pt x="2836" y="6837"/>
                  <a:pt x="2930" y="6869"/>
                </a:cubicBezTo>
                <a:lnTo>
                  <a:pt x="3340" y="7310"/>
                </a:lnTo>
                <a:lnTo>
                  <a:pt x="2206" y="8444"/>
                </a:lnTo>
                <a:cubicBezTo>
                  <a:pt x="2080" y="8570"/>
                  <a:pt x="2080" y="8822"/>
                  <a:pt x="2206" y="8916"/>
                </a:cubicBezTo>
                <a:cubicBezTo>
                  <a:pt x="2300" y="9011"/>
                  <a:pt x="2363" y="9042"/>
                  <a:pt x="2458" y="9042"/>
                </a:cubicBezTo>
                <a:cubicBezTo>
                  <a:pt x="2521" y="9042"/>
                  <a:pt x="2647" y="9011"/>
                  <a:pt x="2678" y="8916"/>
                </a:cubicBezTo>
                <a:lnTo>
                  <a:pt x="4852" y="6743"/>
                </a:lnTo>
                <a:lnTo>
                  <a:pt x="4852" y="6806"/>
                </a:lnTo>
                <a:cubicBezTo>
                  <a:pt x="4758" y="7971"/>
                  <a:pt x="4569" y="8979"/>
                  <a:pt x="4254" y="9358"/>
                </a:cubicBezTo>
                <a:cubicBezTo>
                  <a:pt x="3970" y="9767"/>
                  <a:pt x="3529" y="9988"/>
                  <a:pt x="3056" y="10271"/>
                </a:cubicBezTo>
                <a:cubicBezTo>
                  <a:pt x="2867" y="10397"/>
                  <a:pt x="2710" y="10492"/>
                  <a:pt x="2521" y="10618"/>
                </a:cubicBezTo>
                <a:cubicBezTo>
                  <a:pt x="2111" y="10901"/>
                  <a:pt x="1702" y="11185"/>
                  <a:pt x="1292" y="11185"/>
                </a:cubicBezTo>
                <a:cubicBezTo>
                  <a:pt x="851" y="11122"/>
                  <a:pt x="662" y="10712"/>
                  <a:pt x="693" y="9862"/>
                </a:cubicBezTo>
                <a:cubicBezTo>
                  <a:pt x="756" y="8759"/>
                  <a:pt x="1261" y="7152"/>
                  <a:pt x="1954" y="5766"/>
                </a:cubicBezTo>
                <a:cubicBezTo>
                  <a:pt x="2332" y="5104"/>
                  <a:pt x="2710" y="4506"/>
                  <a:pt x="3056" y="4128"/>
                </a:cubicBezTo>
                <a:cubicBezTo>
                  <a:pt x="3434" y="3781"/>
                  <a:pt x="3749" y="3529"/>
                  <a:pt x="3970" y="3529"/>
                </a:cubicBezTo>
                <a:close/>
                <a:moveTo>
                  <a:pt x="7845" y="3624"/>
                </a:moveTo>
                <a:cubicBezTo>
                  <a:pt x="8066" y="3624"/>
                  <a:pt x="8381" y="3813"/>
                  <a:pt x="8759" y="4191"/>
                </a:cubicBezTo>
                <a:cubicBezTo>
                  <a:pt x="9105" y="4600"/>
                  <a:pt x="9483" y="5136"/>
                  <a:pt x="9861" y="5860"/>
                </a:cubicBezTo>
                <a:cubicBezTo>
                  <a:pt x="10555" y="7247"/>
                  <a:pt x="11059" y="8853"/>
                  <a:pt x="11122" y="9956"/>
                </a:cubicBezTo>
                <a:cubicBezTo>
                  <a:pt x="11153" y="10744"/>
                  <a:pt x="10933" y="11185"/>
                  <a:pt x="10523" y="11185"/>
                </a:cubicBezTo>
                <a:cubicBezTo>
                  <a:pt x="10504" y="11186"/>
                  <a:pt x="10485" y="11187"/>
                  <a:pt x="10466" y="11187"/>
                </a:cubicBezTo>
                <a:cubicBezTo>
                  <a:pt x="10072" y="11187"/>
                  <a:pt x="9655" y="10888"/>
                  <a:pt x="9294" y="10618"/>
                </a:cubicBezTo>
                <a:cubicBezTo>
                  <a:pt x="9105" y="10492"/>
                  <a:pt x="8948" y="10397"/>
                  <a:pt x="8727" y="10271"/>
                </a:cubicBezTo>
                <a:cubicBezTo>
                  <a:pt x="8286" y="9988"/>
                  <a:pt x="7845" y="9767"/>
                  <a:pt x="7562" y="9358"/>
                </a:cubicBezTo>
                <a:cubicBezTo>
                  <a:pt x="7278" y="8979"/>
                  <a:pt x="7057" y="7971"/>
                  <a:pt x="6963" y="6869"/>
                </a:cubicBezTo>
                <a:lnTo>
                  <a:pt x="6963" y="6837"/>
                </a:lnTo>
                <a:lnTo>
                  <a:pt x="9137" y="9011"/>
                </a:lnTo>
                <a:cubicBezTo>
                  <a:pt x="9200" y="9074"/>
                  <a:pt x="9294" y="9137"/>
                  <a:pt x="9357" y="9137"/>
                </a:cubicBezTo>
                <a:cubicBezTo>
                  <a:pt x="9452" y="9137"/>
                  <a:pt x="9578" y="9074"/>
                  <a:pt x="9609" y="9011"/>
                </a:cubicBezTo>
                <a:cubicBezTo>
                  <a:pt x="9735" y="8885"/>
                  <a:pt x="9735" y="8633"/>
                  <a:pt x="9609" y="8538"/>
                </a:cubicBezTo>
                <a:lnTo>
                  <a:pt x="8475" y="7404"/>
                </a:lnTo>
                <a:lnTo>
                  <a:pt x="8885" y="6963"/>
                </a:lnTo>
                <a:cubicBezTo>
                  <a:pt x="9011" y="6837"/>
                  <a:pt x="9011" y="6617"/>
                  <a:pt x="8885" y="6491"/>
                </a:cubicBezTo>
                <a:cubicBezTo>
                  <a:pt x="8838" y="6428"/>
                  <a:pt x="8751" y="6396"/>
                  <a:pt x="8660" y="6396"/>
                </a:cubicBezTo>
                <a:cubicBezTo>
                  <a:pt x="8570" y="6396"/>
                  <a:pt x="8475" y="6428"/>
                  <a:pt x="8412" y="6491"/>
                </a:cubicBezTo>
                <a:lnTo>
                  <a:pt x="8003" y="6932"/>
                </a:lnTo>
                <a:lnTo>
                  <a:pt x="6963" y="5892"/>
                </a:lnTo>
                <a:cubicBezTo>
                  <a:pt x="6994" y="5388"/>
                  <a:pt x="7057" y="4915"/>
                  <a:pt x="7152" y="4569"/>
                </a:cubicBezTo>
                <a:cubicBezTo>
                  <a:pt x="7215" y="4411"/>
                  <a:pt x="7278" y="4222"/>
                  <a:pt x="7310" y="4096"/>
                </a:cubicBezTo>
                <a:cubicBezTo>
                  <a:pt x="7499" y="3781"/>
                  <a:pt x="7656" y="3624"/>
                  <a:pt x="7845" y="3624"/>
                </a:cubicBezTo>
                <a:close/>
                <a:moveTo>
                  <a:pt x="5230" y="1"/>
                </a:moveTo>
                <a:cubicBezTo>
                  <a:pt x="5041" y="1"/>
                  <a:pt x="4884" y="158"/>
                  <a:pt x="4884" y="347"/>
                </a:cubicBezTo>
                <a:lnTo>
                  <a:pt x="4884" y="1639"/>
                </a:lnTo>
                <a:cubicBezTo>
                  <a:pt x="4884" y="1922"/>
                  <a:pt x="4758" y="2206"/>
                  <a:pt x="4569" y="2395"/>
                </a:cubicBezTo>
                <a:lnTo>
                  <a:pt x="4096" y="2868"/>
                </a:lnTo>
                <a:lnTo>
                  <a:pt x="4002" y="2868"/>
                </a:lnTo>
                <a:cubicBezTo>
                  <a:pt x="3991" y="2867"/>
                  <a:pt x="3981" y="2867"/>
                  <a:pt x="3970" y="2867"/>
                </a:cubicBezTo>
                <a:cubicBezTo>
                  <a:pt x="2880" y="2867"/>
                  <a:pt x="1886" y="4484"/>
                  <a:pt x="1387" y="5451"/>
                </a:cubicBezTo>
                <a:cubicBezTo>
                  <a:pt x="599" y="6963"/>
                  <a:pt x="63" y="8601"/>
                  <a:pt x="32" y="9862"/>
                </a:cubicBezTo>
                <a:cubicBezTo>
                  <a:pt x="0" y="10429"/>
                  <a:pt x="63" y="10901"/>
                  <a:pt x="284" y="11216"/>
                </a:cubicBezTo>
                <a:cubicBezTo>
                  <a:pt x="473" y="11657"/>
                  <a:pt x="820" y="11878"/>
                  <a:pt x="1292" y="11878"/>
                </a:cubicBezTo>
                <a:lnTo>
                  <a:pt x="1387" y="11878"/>
                </a:lnTo>
                <a:cubicBezTo>
                  <a:pt x="1954" y="11878"/>
                  <a:pt x="2489" y="11531"/>
                  <a:pt x="2962" y="11216"/>
                </a:cubicBezTo>
                <a:cubicBezTo>
                  <a:pt x="3119" y="11090"/>
                  <a:pt x="3277" y="10964"/>
                  <a:pt x="3434" y="10901"/>
                </a:cubicBezTo>
                <a:cubicBezTo>
                  <a:pt x="3970" y="10586"/>
                  <a:pt x="4474" y="10303"/>
                  <a:pt x="4852" y="9799"/>
                </a:cubicBezTo>
                <a:cubicBezTo>
                  <a:pt x="5199" y="9263"/>
                  <a:pt x="5482" y="8223"/>
                  <a:pt x="5545" y="6963"/>
                </a:cubicBezTo>
                <a:cubicBezTo>
                  <a:pt x="5545" y="6648"/>
                  <a:pt x="5577" y="6365"/>
                  <a:pt x="5545" y="6081"/>
                </a:cubicBezTo>
                <a:lnTo>
                  <a:pt x="5545" y="5987"/>
                </a:lnTo>
                <a:cubicBezTo>
                  <a:pt x="5545" y="5451"/>
                  <a:pt x="5482" y="4978"/>
                  <a:pt x="5388" y="4569"/>
                </a:cubicBezTo>
                <a:lnTo>
                  <a:pt x="5671" y="4285"/>
                </a:lnTo>
                <a:cubicBezTo>
                  <a:pt x="5734" y="4222"/>
                  <a:pt x="5821" y="4191"/>
                  <a:pt x="5908" y="4191"/>
                </a:cubicBezTo>
                <a:cubicBezTo>
                  <a:pt x="5994" y="4191"/>
                  <a:pt x="6081" y="4222"/>
                  <a:pt x="6144" y="4285"/>
                </a:cubicBezTo>
                <a:lnTo>
                  <a:pt x="6427" y="4569"/>
                </a:lnTo>
                <a:cubicBezTo>
                  <a:pt x="6270" y="5230"/>
                  <a:pt x="6207" y="6050"/>
                  <a:pt x="6270" y="6963"/>
                </a:cubicBezTo>
                <a:cubicBezTo>
                  <a:pt x="6333" y="8223"/>
                  <a:pt x="6616" y="9295"/>
                  <a:pt x="6963" y="9799"/>
                </a:cubicBezTo>
                <a:cubicBezTo>
                  <a:pt x="7310" y="10303"/>
                  <a:pt x="7845" y="10618"/>
                  <a:pt x="8381" y="10901"/>
                </a:cubicBezTo>
                <a:cubicBezTo>
                  <a:pt x="8538" y="10964"/>
                  <a:pt x="8696" y="11090"/>
                  <a:pt x="8853" y="11216"/>
                </a:cubicBezTo>
                <a:cubicBezTo>
                  <a:pt x="9326" y="11531"/>
                  <a:pt x="9830" y="11878"/>
                  <a:pt x="10429" y="11878"/>
                </a:cubicBezTo>
                <a:lnTo>
                  <a:pt x="10523" y="11878"/>
                </a:lnTo>
                <a:cubicBezTo>
                  <a:pt x="10996" y="11846"/>
                  <a:pt x="11342" y="11594"/>
                  <a:pt x="11531" y="11216"/>
                </a:cubicBezTo>
                <a:cubicBezTo>
                  <a:pt x="11720" y="10870"/>
                  <a:pt x="11815" y="10429"/>
                  <a:pt x="11783" y="9862"/>
                </a:cubicBezTo>
                <a:cubicBezTo>
                  <a:pt x="11720" y="8664"/>
                  <a:pt x="11216" y="6963"/>
                  <a:pt x="10429" y="5451"/>
                </a:cubicBezTo>
                <a:cubicBezTo>
                  <a:pt x="9924" y="4474"/>
                  <a:pt x="8885" y="2868"/>
                  <a:pt x="7782" y="2868"/>
                </a:cubicBezTo>
                <a:lnTo>
                  <a:pt x="7751" y="2868"/>
                </a:lnTo>
                <a:lnTo>
                  <a:pt x="7278" y="2395"/>
                </a:lnTo>
                <a:cubicBezTo>
                  <a:pt x="7089" y="2206"/>
                  <a:pt x="6963" y="1922"/>
                  <a:pt x="6963" y="1639"/>
                </a:cubicBezTo>
                <a:lnTo>
                  <a:pt x="6963" y="347"/>
                </a:lnTo>
                <a:cubicBezTo>
                  <a:pt x="6963" y="158"/>
                  <a:pt x="6805" y="1"/>
                  <a:pt x="661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0" name="Google Shape;10720;p135"/>
          <p:cNvSpPr/>
          <p:nvPr/>
        </p:nvSpPr>
        <p:spPr>
          <a:xfrm>
            <a:off x="7098877" y="3565376"/>
            <a:ext cx="357903" cy="331538"/>
          </a:xfrm>
          <a:custGeom>
            <a:rect b="b" l="l" r="r" t="t"/>
            <a:pathLst>
              <a:path extrusionOk="0" h="11091" w="11973">
                <a:moveTo>
                  <a:pt x="2143" y="694"/>
                </a:moveTo>
                <a:cubicBezTo>
                  <a:pt x="2206" y="694"/>
                  <a:pt x="2332" y="726"/>
                  <a:pt x="2363" y="820"/>
                </a:cubicBezTo>
                <a:cubicBezTo>
                  <a:pt x="2489" y="915"/>
                  <a:pt x="2489" y="1167"/>
                  <a:pt x="2363" y="1293"/>
                </a:cubicBezTo>
                <a:lnTo>
                  <a:pt x="1387" y="2269"/>
                </a:lnTo>
                <a:cubicBezTo>
                  <a:pt x="1324" y="2332"/>
                  <a:pt x="1229" y="2395"/>
                  <a:pt x="1135" y="2395"/>
                </a:cubicBezTo>
                <a:cubicBezTo>
                  <a:pt x="1072" y="2395"/>
                  <a:pt x="977" y="2332"/>
                  <a:pt x="914" y="2269"/>
                </a:cubicBezTo>
                <a:cubicBezTo>
                  <a:pt x="788" y="2143"/>
                  <a:pt x="788" y="1923"/>
                  <a:pt x="914" y="1797"/>
                </a:cubicBezTo>
                <a:lnTo>
                  <a:pt x="1891" y="820"/>
                </a:lnTo>
                <a:cubicBezTo>
                  <a:pt x="1985" y="726"/>
                  <a:pt x="2048" y="694"/>
                  <a:pt x="2143" y="694"/>
                </a:cubicBezTo>
                <a:close/>
                <a:moveTo>
                  <a:pt x="2647" y="2017"/>
                </a:moveTo>
                <a:lnTo>
                  <a:pt x="5325" y="4191"/>
                </a:lnTo>
                <a:lnTo>
                  <a:pt x="3151" y="4191"/>
                </a:lnTo>
                <a:lnTo>
                  <a:pt x="2111" y="2584"/>
                </a:lnTo>
                <a:lnTo>
                  <a:pt x="2647" y="2017"/>
                </a:lnTo>
                <a:close/>
                <a:moveTo>
                  <a:pt x="10555" y="2805"/>
                </a:moveTo>
                <a:lnTo>
                  <a:pt x="10555" y="2805"/>
                </a:lnTo>
                <a:cubicBezTo>
                  <a:pt x="10523" y="3277"/>
                  <a:pt x="10334" y="3750"/>
                  <a:pt x="10050" y="4191"/>
                </a:cubicBezTo>
                <a:lnTo>
                  <a:pt x="8318" y="4191"/>
                </a:lnTo>
                <a:cubicBezTo>
                  <a:pt x="8822" y="3403"/>
                  <a:pt x="9641" y="2931"/>
                  <a:pt x="10555" y="2805"/>
                </a:cubicBezTo>
                <a:close/>
                <a:moveTo>
                  <a:pt x="10964" y="4853"/>
                </a:moveTo>
                <a:cubicBezTo>
                  <a:pt x="11153" y="4853"/>
                  <a:pt x="11311" y="5010"/>
                  <a:pt x="11311" y="5231"/>
                </a:cubicBezTo>
                <a:cubicBezTo>
                  <a:pt x="11279" y="5294"/>
                  <a:pt x="11279" y="5388"/>
                  <a:pt x="11185" y="5420"/>
                </a:cubicBezTo>
                <a:cubicBezTo>
                  <a:pt x="11122" y="5483"/>
                  <a:pt x="11027" y="5577"/>
                  <a:pt x="10933" y="5577"/>
                </a:cubicBezTo>
                <a:lnTo>
                  <a:pt x="1198" y="5577"/>
                </a:lnTo>
                <a:cubicBezTo>
                  <a:pt x="1072" y="5577"/>
                  <a:pt x="1009" y="5546"/>
                  <a:pt x="914" y="5420"/>
                </a:cubicBezTo>
                <a:cubicBezTo>
                  <a:pt x="882" y="5325"/>
                  <a:pt x="851" y="5294"/>
                  <a:pt x="851" y="5231"/>
                </a:cubicBezTo>
                <a:cubicBezTo>
                  <a:pt x="851" y="5010"/>
                  <a:pt x="1009" y="4853"/>
                  <a:pt x="1198" y="4853"/>
                </a:cubicBezTo>
                <a:close/>
                <a:moveTo>
                  <a:pt x="10555" y="6239"/>
                </a:moveTo>
                <a:cubicBezTo>
                  <a:pt x="10428" y="7058"/>
                  <a:pt x="10082" y="8098"/>
                  <a:pt x="8759" y="9043"/>
                </a:cubicBezTo>
                <a:lnTo>
                  <a:pt x="3340" y="9043"/>
                </a:lnTo>
                <a:cubicBezTo>
                  <a:pt x="2363" y="8381"/>
                  <a:pt x="1765" y="7657"/>
                  <a:pt x="1576" y="6270"/>
                </a:cubicBezTo>
                <a:lnTo>
                  <a:pt x="9137" y="6270"/>
                </a:lnTo>
                <a:cubicBezTo>
                  <a:pt x="9074" y="6711"/>
                  <a:pt x="8822" y="7216"/>
                  <a:pt x="8192" y="7751"/>
                </a:cubicBezTo>
                <a:cubicBezTo>
                  <a:pt x="8034" y="7846"/>
                  <a:pt x="8034" y="8098"/>
                  <a:pt x="8160" y="8224"/>
                </a:cubicBezTo>
                <a:cubicBezTo>
                  <a:pt x="8223" y="8287"/>
                  <a:pt x="8318" y="8318"/>
                  <a:pt x="8444" y="8318"/>
                </a:cubicBezTo>
                <a:cubicBezTo>
                  <a:pt x="8507" y="8318"/>
                  <a:pt x="8601" y="8287"/>
                  <a:pt x="8633" y="8255"/>
                </a:cubicBezTo>
                <a:cubicBezTo>
                  <a:pt x="9483" y="7531"/>
                  <a:pt x="9767" y="6838"/>
                  <a:pt x="9861" y="6239"/>
                </a:cubicBezTo>
                <a:close/>
                <a:moveTo>
                  <a:pt x="8475" y="9704"/>
                </a:moveTo>
                <a:lnTo>
                  <a:pt x="8475" y="10051"/>
                </a:lnTo>
                <a:cubicBezTo>
                  <a:pt x="8507" y="10272"/>
                  <a:pt x="8349" y="10429"/>
                  <a:pt x="8160" y="10429"/>
                </a:cubicBezTo>
                <a:lnTo>
                  <a:pt x="3938" y="10429"/>
                </a:lnTo>
                <a:cubicBezTo>
                  <a:pt x="3749" y="10429"/>
                  <a:pt x="3592" y="10272"/>
                  <a:pt x="3592" y="10051"/>
                </a:cubicBezTo>
                <a:lnTo>
                  <a:pt x="3592" y="9704"/>
                </a:lnTo>
                <a:close/>
                <a:moveTo>
                  <a:pt x="2143" y="1"/>
                </a:moveTo>
                <a:cubicBezTo>
                  <a:pt x="1859" y="1"/>
                  <a:pt x="1576" y="127"/>
                  <a:pt x="1387" y="348"/>
                </a:cubicBezTo>
                <a:lnTo>
                  <a:pt x="410" y="1324"/>
                </a:lnTo>
                <a:cubicBezTo>
                  <a:pt x="0" y="1702"/>
                  <a:pt x="0" y="2364"/>
                  <a:pt x="410" y="2773"/>
                </a:cubicBezTo>
                <a:cubicBezTo>
                  <a:pt x="599" y="2962"/>
                  <a:pt x="882" y="3088"/>
                  <a:pt x="1135" y="3088"/>
                </a:cubicBezTo>
                <a:cubicBezTo>
                  <a:pt x="1261" y="3088"/>
                  <a:pt x="1418" y="3057"/>
                  <a:pt x="1544" y="3025"/>
                </a:cubicBezTo>
                <a:lnTo>
                  <a:pt x="2332" y="4191"/>
                </a:lnTo>
                <a:lnTo>
                  <a:pt x="1198" y="4191"/>
                </a:lnTo>
                <a:cubicBezTo>
                  <a:pt x="599" y="4191"/>
                  <a:pt x="158" y="4664"/>
                  <a:pt x="158" y="5231"/>
                </a:cubicBezTo>
                <a:cubicBezTo>
                  <a:pt x="158" y="5451"/>
                  <a:pt x="252" y="5640"/>
                  <a:pt x="347" y="5861"/>
                </a:cubicBezTo>
                <a:cubicBezTo>
                  <a:pt x="473" y="6050"/>
                  <a:pt x="662" y="6176"/>
                  <a:pt x="914" y="6207"/>
                </a:cubicBezTo>
                <a:cubicBezTo>
                  <a:pt x="977" y="6995"/>
                  <a:pt x="1229" y="7625"/>
                  <a:pt x="1544" y="8161"/>
                </a:cubicBezTo>
                <a:cubicBezTo>
                  <a:pt x="1859" y="8696"/>
                  <a:pt x="2300" y="9106"/>
                  <a:pt x="2930" y="9547"/>
                </a:cubicBezTo>
                <a:lnTo>
                  <a:pt x="2930" y="10051"/>
                </a:lnTo>
                <a:cubicBezTo>
                  <a:pt x="2930" y="10650"/>
                  <a:pt x="3403" y="11091"/>
                  <a:pt x="3938" y="11091"/>
                </a:cubicBezTo>
                <a:lnTo>
                  <a:pt x="8160" y="11091"/>
                </a:lnTo>
                <a:cubicBezTo>
                  <a:pt x="8759" y="11091"/>
                  <a:pt x="9168" y="10618"/>
                  <a:pt x="9168" y="10051"/>
                </a:cubicBezTo>
                <a:lnTo>
                  <a:pt x="9168" y="9547"/>
                </a:lnTo>
                <a:cubicBezTo>
                  <a:pt x="10428" y="8696"/>
                  <a:pt x="11122" y="7594"/>
                  <a:pt x="11216" y="6207"/>
                </a:cubicBezTo>
                <a:cubicBezTo>
                  <a:pt x="11437" y="6113"/>
                  <a:pt x="11626" y="6018"/>
                  <a:pt x="11752" y="5861"/>
                </a:cubicBezTo>
                <a:cubicBezTo>
                  <a:pt x="11846" y="5640"/>
                  <a:pt x="11941" y="5451"/>
                  <a:pt x="11941" y="5231"/>
                </a:cubicBezTo>
                <a:cubicBezTo>
                  <a:pt x="11972" y="4632"/>
                  <a:pt x="11500" y="4191"/>
                  <a:pt x="10901" y="4191"/>
                </a:cubicBezTo>
                <a:lnTo>
                  <a:pt x="10838" y="4191"/>
                </a:lnTo>
                <a:cubicBezTo>
                  <a:pt x="11122" y="3656"/>
                  <a:pt x="11279" y="3057"/>
                  <a:pt x="11279" y="2458"/>
                </a:cubicBezTo>
                <a:cubicBezTo>
                  <a:pt x="11279" y="2269"/>
                  <a:pt x="11122" y="2112"/>
                  <a:pt x="10901" y="2112"/>
                </a:cubicBezTo>
                <a:cubicBezTo>
                  <a:pt x="9452" y="2112"/>
                  <a:pt x="8160" y="2931"/>
                  <a:pt x="7530" y="4191"/>
                </a:cubicBezTo>
                <a:lnTo>
                  <a:pt x="6427" y="4191"/>
                </a:lnTo>
                <a:lnTo>
                  <a:pt x="3088" y="1482"/>
                </a:lnTo>
                <a:cubicBezTo>
                  <a:pt x="3245" y="1072"/>
                  <a:pt x="3151" y="663"/>
                  <a:pt x="2867" y="348"/>
                </a:cubicBezTo>
                <a:cubicBezTo>
                  <a:pt x="2678" y="127"/>
                  <a:pt x="2395" y="1"/>
                  <a:pt x="214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1" name="Google Shape;10721;p135"/>
          <p:cNvSpPr/>
          <p:nvPr/>
        </p:nvSpPr>
        <p:spPr>
          <a:xfrm>
            <a:off x="6201949" y="4047139"/>
            <a:ext cx="356020" cy="354136"/>
          </a:xfrm>
          <a:custGeom>
            <a:rect b="b" l="l" r="r" t="t"/>
            <a:pathLst>
              <a:path extrusionOk="0" h="11847" w="11910">
                <a:moveTo>
                  <a:pt x="1104" y="693"/>
                </a:moveTo>
                <a:cubicBezTo>
                  <a:pt x="2521" y="693"/>
                  <a:pt x="3592" y="1702"/>
                  <a:pt x="3813" y="3371"/>
                </a:cubicBezTo>
                <a:lnTo>
                  <a:pt x="3939" y="4190"/>
                </a:lnTo>
                <a:lnTo>
                  <a:pt x="3781" y="4190"/>
                </a:lnTo>
                <a:cubicBezTo>
                  <a:pt x="3592" y="4190"/>
                  <a:pt x="3435" y="4190"/>
                  <a:pt x="3246" y="4222"/>
                </a:cubicBezTo>
                <a:lnTo>
                  <a:pt x="3151" y="3497"/>
                </a:lnTo>
                <a:cubicBezTo>
                  <a:pt x="2962" y="2143"/>
                  <a:pt x="2206" y="1418"/>
                  <a:pt x="1104" y="1418"/>
                </a:cubicBezTo>
                <a:cubicBezTo>
                  <a:pt x="915" y="1418"/>
                  <a:pt x="757" y="1260"/>
                  <a:pt x="757" y="1040"/>
                </a:cubicBezTo>
                <a:cubicBezTo>
                  <a:pt x="757" y="851"/>
                  <a:pt x="915" y="693"/>
                  <a:pt x="1104" y="693"/>
                </a:cubicBezTo>
                <a:close/>
                <a:moveTo>
                  <a:pt x="6617" y="3529"/>
                </a:moveTo>
                <a:cubicBezTo>
                  <a:pt x="7184" y="3529"/>
                  <a:pt x="7657" y="4001"/>
                  <a:pt x="7657" y="4568"/>
                </a:cubicBezTo>
                <a:lnTo>
                  <a:pt x="7657" y="5577"/>
                </a:lnTo>
                <a:lnTo>
                  <a:pt x="6774" y="5577"/>
                </a:lnTo>
                <a:lnTo>
                  <a:pt x="6554" y="5356"/>
                </a:lnTo>
                <a:lnTo>
                  <a:pt x="6522" y="5293"/>
                </a:lnTo>
                <a:cubicBezTo>
                  <a:pt x="6050" y="4820"/>
                  <a:pt x="5388" y="4474"/>
                  <a:pt x="4695" y="4316"/>
                </a:cubicBezTo>
                <a:lnTo>
                  <a:pt x="4569" y="3529"/>
                </a:lnTo>
                <a:close/>
                <a:moveTo>
                  <a:pt x="3466" y="4915"/>
                </a:moveTo>
                <a:lnTo>
                  <a:pt x="3466" y="5608"/>
                </a:lnTo>
                <a:cubicBezTo>
                  <a:pt x="3088" y="5671"/>
                  <a:pt x="2679" y="5860"/>
                  <a:pt x="2364" y="6081"/>
                </a:cubicBezTo>
                <a:lnTo>
                  <a:pt x="1860" y="5577"/>
                </a:lnTo>
                <a:cubicBezTo>
                  <a:pt x="2332" y="5230"/>
                  <a:pt x="2868" y="4978"/>
                  <a:pt x="3466" y="4915"/>
                </a:cubicBezTo>
                <a:close/>
                <a:moveTo>
                  <a:pt x="4191" y="4915"/>
                </a:moveTo>
                <a:cubicBezTo>
                  <a:pt x="4790" y="4978"/>
                  <a:pt x="5325" y="5230"/>
                  <a:pt x="5798" y="5577"/>
                </a:cubicBezTo>
                <a:lnTo>
                  <a:pt x="5294" y="6081"/>
                </a:lnTo>
                <a:cubicBezTo>
                  <a:pt x="4979" y="5860"/>
                  <a:pt x="4569" y="5703"/>
                  <a:pt x="4191" y="5608"/>
                </a:cubicBezTo>
                <a:lnTo>
                  <a:pt x="4191" y="4915"/>
                </a:lnTo>
                <a:close/>
                <a:moveTo>
                  <a:pt x="6270" y="6049"/>
                </a:moveTo>
                <a:cubicBezTo>
                  <a:pt x="6617" y="6522"/>
                  <a:pt x="6869" y="7057"/>
                  <a:pt x="6932" y="7656"/>
                </a:cubicBezTo>
                <a:lnTo>
                  <a:pt x="6239" y="7656"/>
                </a:lnTo>
                <a:cubicBezTo>
                  <a:pt x="6176" y="7278"/>
                  <a:pt x="5987" y="6868"/>
                  <a:pt x="5766" y="6553"/>
                </a:cubicBezTo>
                <a:lnTo>
                  <a:pt x="6270" y="6049"/>
                </a:lnTo>
                <a:close/>
                <a:moveTo>
                  <a:pt x="1387" y="6081"/>
                </a:moveTo>
                <a:lnTo>
                  <a:pt x="1891" y="6616"/>
                </a:lnTo>
                <a:cubicBezTo>
                  <a:pt x="1671" y="6931"/>
                  <a:pt x="1513" y="7309"/>
                  <a:pt x="1419" y="7719"/>
                </a:cubicBezTo>
                <a:lnTo>
                  <a:pt x="725" y="7719"/>
                </a:lnTo>
                <a:cubicBezTo>
                  <a:pt x="788" y="7057"/>
                  <a:pt x="1041" y="6522"/>
                  <a:pt x="1387" y="6081"/>
                </a:cubicBezTo>
                <a:close/>
                <a:moveTo>
                  <a:pt x="8792" y="6327"/>
                </a:moveTo>
                <a:cubicBezTo>
                  <a:pt x="9316" y="6327"/>
                  <a:pt x="9736" y="6806"/>
                  <a:pt x="9736" y="7341"/>
                </a:cubicBezTo>
                <a:lnTo>
                  <a:pt x="9736" y="7719"/>
                </a:lnTo>
                <a:lnTo>
                  <a:pt x="7657" y="7719"/>
                </a:lnTo>
                <a:cubicBezTo>
                  <a:pt x="7594" y="7183"/>
                  <a:pt x="7436" y="6774"/>
                  <a:pt x="7247" y="6333"/>
                </a:cubicBezTo>
                <a:lnTo>
                  <a:pt x="8696" y="6333"/>
                </a:lnTo>
                <a:cubicBezTo>
                  <a:pt x="8729" y="6329"/>
                  <a:pt x="8761" y="6327"/>
                  <a:pt x="8792" y="6327"/>
                </a:cubicBezTo>
                <a:close/>
                <a:moveTo>
                  <a:pt x="3813" y="6270"/>
                </a:moveTo>
                <a:cubicBezTo>
                  <a:pt x="4790" y="6270"/>
                  <a:pt x="5577" y="7057"/>
                  <a:pt x="5577" y="8034"/>
                </a:cubicBezTo>
                <a:cubicBezTo>
                  <a:pt x="5577" y="8979"/>
                  <a:pt x="4790" y="9767"/>
                  <a:pt x="3813" y="9767"/>
                </a:cubicBezTo>
                <a:cubicBezTo>
                  <a:pt x="2868" y="9767"/>
                  <a:pt x="2080" y="8979"/>
                  <a:pt x="2080" y="8034"/>
                </a:cubicBezTo>
                <a:cubicBezTo>
                  <a:pt x="2080" y="7057"/>
                  <a:pt x="2868" y="6270"/>
                  <a:pt x="3813" y="6270"/>
                </a:cubicBezTo>
                <a:close/>
                <a:moveTo>
                  <a:pt x="1419" y="8381"/>
                </a:moveTo>
                <a:cubicBezTo>
                  <a:pt x="1450" y="8759"/>
                  <a:pt x="1671" y="9168"/>
                  <a:pt x="1891" y="9483"/>
                </a:cubicBezTo>
                <a:lnTo>
                  <a:pt x="1387" y="9987"/>
                </a:lnTo>
                <a:cubicBezTo>
                  <a:pt x="1041" y="9515"/>
                  <a:pt x="788" y="8979"/>
                  <a:pt x="725" y="8381"/>
                </a:cubicBezTo>
                <a:close/>
                <a:moveTo>
                  <a:pt x="6932" y="8381"/>
                </a:moveTo>
                <a:cubicBezTo>
                  <a:pt x="6869" y="8979"/>
                  <a:pt x="6617" y="9515"/>
                  <a:pt x="6270" y="9987"/>
                </a:cubicBezTo>
                <a:lnTo>
                  <a:pt x="5766" y="9483"/>
                </a:lnTo>
                <a:cubicBezTo>
                  <a:pt x="5987" y="9168"/>
                  <a:pt x="6144" y="8759"/>
                  <a:pt x="6239" y="8381"/>
                </a:cubicBezTo>
                <a:close/>
                <a:moveTo>
                  <a:pt x="5294" y="9956"/>
                </a:moveTo>
                <a:lnTo>
                  <a:pt x="5798" y="10460"/>
                </a:lnTo>
                <a:cubicBezTo>
                  <a:pt x="5357" y="10806"/>
                  <a:pt x="4821" y="11058"/>
                  <a:pt x="4191" y="11121"/>
                </a:cubicBezTo>
                <a:lnTo>
                  <a:pt x="4191" y="10428"/>
                </a:lnTo>
                <a:cubicBezTo>
                  <a:pt x="4569" y="10397"/>
                  <a:pt x="4979" y="10176"/>
                  <a:pt x="5294" y="9956"/>
                </a:cubicBezTo>
                <a:close/>
                <a:moveTo>
                  <a:pt x="2364" y="9987"/>
                </a:moveTo>
                <a:cubicBezTo>
                  <a:pt x="2679" y="10208"/>
                  <a:pt x="3088" y="10397"/>
                  <a:pt x="3466" y="10460"/>
                </a:cubicBezTo>
                <a:lnTo>
                  <a:pt x="3466" y="11184"/>
                </a:lnTo>
                <a:cubicBezTo>
                  <a:pt x="2868" y="11090"/>
                  <a:pt x="2332" y="10838"/>
                  <a:pt x="1860" y="10491"/>
                </a:cubicBezTo>
                <a:lnTo>
                  <a:pt x="2364" y="9987"/>
                </a:lnTo>
                <a:close/>
                <a:moveTo>
                  <a:pt x="9389" y="10460"/>
                </a:moveTo>
                <a:cubicBezTo>
                  <a:pt x="9578" y="10460"/>
                  <a:pt x="9736" y="10617"/>
                  <a:pt x="9736" y="10806"/>
                </a:cubicBezTo>
                <a:cubicBezTo>
                  <a:pt x="9736" y="10995"/>
                  <a:pt x="9578" y="11184"/>
                  <a:pt x="9389" y="11184"/>
                </a:cubicBezTo>
                <a:cubicBezTo>
                  <a:pt x="9169" y="11184"/>
                  <a:pt x="9011" y="10995"/>
                  <a:pt x="9011" y="10806"/>
                </a:cubicBezTo>
                <a:cubicBezTo>
                  <a:pt x="9011" y="10617"/>
                  <a:pt x="9169" y="10460"/>
                  <a:pt x="9389" y="10460"/>
                </a:cubicBezTo>
                <a:close/>
                <a:moveTo>
                  <a:pt x="1104" y="0"/>
                </a:moveTo>
                <a:cubicBezTo>
                  <a:pt x="505" y="0"/>
                  <a:pt x="95" y="473"/>
                  <a:pt x="95" y="1008"/>
                </a:cubicBezTo>
                <a:cubicBezTo>
                  <a:pt x="95" y="1544"/>
                  <a:pt x="568" y="2048"/>
                  <a:pt x="1104" y="2048"/>
                </a:cubicBezTo>
                <a:cubicBezTo>
                  <a:pt x="2049" y="2048"/>
                  <a:pt x="2364" y="2867"/>
                  <a:pt x="2490" y="3529"/>
                </a:cubicBezTo>
                <a:lnTo>
                  <a:pt x="2616" y="4348"/>
                </a:lnTo>
                <a:cubicBezTo>
                  <a:pt x="2049" y="4537"/>
                  <a:pt x="1576" y="4852"/>
                  <a:pt x="1167" y="5262"/>
                </a:cubicBezTo>
                <a:lnTo>
                  <a:pt x="1104" y="5293"/>
                </a:lnTo>
                <a:cubicBezTo>
                  <a:pt x="442" y="5955"/>
                  <a:pt x="1" y="6900"/>
                  <a:pt x="1" y="7971"/>
                </a:cubicBezTo>
                <a:cubicBezTo>
                  <a:pt x="1" y="9011"/>
                  <a:pt x="442" y="9956"/>
                  <a:pt x="1104" y="10649"/>
                </a:cubicBezTo>
                <a:lnTo>
                  <a:pt x="1167" y="10680"/>
                </a:lnTo>
                <a:lnTo>
                  <a:pt x="1198" y="10743"/>
                </a:lnTo>
                <a:cubicBezTo>
                  <a:pt x="1860" y="11405"/>
                  <a:pt x="2805" y="11846"/>
                  <a:pt x="3876" y="11846"/>
                </a:cubicBezTo>
                <a:cubicBezTo>
                  <a:pt x="4884" y="11846"/>
                  <a:pt x="5829" y="11405"/>
                  <a:pt x="6554" y="10743"/>
                </a:cubicBezTo>
                <a:lnTo>
                  <a:pt x="6585" y="10680"/>
                </a:lnTo>
                <a:lnTo>
                  <a:pt x="6617" y="10649"/>
                </a:lnTo>
                <a:cubicBezTo>
                  <a:pt x="7216" y="10019"/>
                  <a:pt x="7625" y="9231"/>
                  <a:pt x="7688" y="8318"/>
                </a:cubicBezTo>
                <a:lnTo>
                  <a:pt x="9106" y="8318"/>
                </a:lnTo>
                <a:lnTo>
                  <a:pt x="9106" y="9798"/>
                </a:lnTo>
                <a:cubicBezTo>
                  <a:pt x="8728" y="9956"/>
                  <a:pt x="8381" y="10302"/>
                  <a:pt x="8381" y="10775"/>
                </a:cubicBezTo>
                <a:cubicBezTo>
                  <a:pt x="8381" y="11373"/>
                  <a:pt x="8854" y="11783"/>
                  <a:pt x="9421" y="11783"/>
                </a:cubicBezTo>
                <a:cubicBezTo>
                  <a:pt x="9862" y="11783"/>
                  <a:pt x="10240" y="11531"/>
                  <a:pt x="10398" y="11090"/>
                </a:cubicBezTo>
                <a:lnTo>
                  <a:pt x="11532" y="11090"/>
                </a:lnTo>
                <a:cubicBezTo>
                  <a:pt x="11752" y="11090"/>
                  <a:pt x="11910" y="10932"/>
                  <a:pt x="11910" y="10743"/>
                </a:cubicBezTo>
                <a:cubicBezTo>
                  <a:pt x="11910" y="10523"/>
                  <a:pt x="11689" y="10460"/>
                  <a:pt x="11500" y="10460"/>
                </a:cubicBezTo>
                <a:lnTo>
                  <a:pt x="10366" y="10460"/>
                </a:lnTo>
                <a:cubicBezTo>
                  <a:pt x="10240" y="10176"/>
                  <a:pt x="10019" y="9956"/>
                  <a:pt x="9736" y="9830"/>
                </a:cubicBezTo>
                <a:lnTo>
                  <a:pt x="9736" y="8381"/>
                </a:lnTo>
                <a:lnTo>
                  <a:pt x="10807" y="8381"/>
                </a:lnTo>
                <a:cubicBezTo>
                  <a:pt x="10996" y="8381"/>
                  <a:pt x="11154" y="8223"/>
                  <a:pt x="11154" y="8034"/>
                </a:cubicBezTo>
                <a:cubicBezTo>
                  <a:pt x="11154" y="7813"/>
                  <a:pt x="10996" y="7656"/>
                  <a:pt x="10807" y="7656"/>
                </a:cubicBezTo>
                <a:lnTo>
                  <a:pt x="10461" y="7656"/>
                </a:lnTo>
                <a:lnTo>
                  <a:pt x="10461" y="7309"/>
                </a:lnTo>
                <a:cubicBezTo>
                  <a:pt x="10461" y="6364"/>
                  <a:pt x="9673" y="5577"/>
                  <a:pt x="8728" y="5577"/>
                </a:cubicBezTo>
                <a:lnTo>
                  <a:pt x="8350" y="5577"/>
                </a:lnTo>
                <a:lnTo>
                  <a:pt x="8350" y="4568"/>
                </a:lnTo>
                <a:cubicBezTo>
                  <a:pt x="8350" y="3623"/>
                  <a:pt x="7562" y="2836"/>
                  <a:pt x="6617" y="2836"/>
                </a:cubicBezTo>
                <a:lnTo>
                  <a:pt x="4443" y="2836"/>
                </a:lnTo>
                <a:cubicBezTo>
                  <a:pt x="4254" y="2048"/>
                  <a:pt x="3907" y="1418"/>
                  <a:pt x="3403" y="882"/>
                </a:cubicBezTo>
                <a:cubicBezTo>
                  <a:pt x="2773" y="315"/>
                  <a:pt x="1986" y="0"/>
                  <a:pt x="110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22" name="Google Shape;10722;p135"/>
          <p:cNvGrpSpPr/>
          <p:nvPr/>
        </p:nvGrpSpPr>
        <p:grpSpPr>
          <a:xfrm>
            <a:off x="6644801" y="1335776"/>
            <a:ext cx="360713" cy="353897"/>
            <a:chOff x="-26993200" y="1961775"/>
            <a:chExt cx="301675" cy="295975"/>
          </a:xfrm>
        </p:grpSpPr>
        <p:sp>
          <p:nvSpPr>
            <p:cNvPr id="10723" name="Google Shape;10723;p135"/>
            <p:cNvSpPr/>
            <p:nvPr/>
          </p:nvSpPr>
          <p:spPr>
            <a:xfrm>
              <a:off x="-26993200" y="1961775"/>
              <a:ext cx="301675" cy="295975"/>
            </a:xfrm>
            <a:custGeom>
              <a:rect b="b" l="l" r="r" t="t"/>
              <a:pathLst>
                <a:path extrusionOk="0" h="11839" w="12067">
                  <a:moveTo>
                    <a:pt x="8601" y="685"/>
                  </a:moveTo>
                  <a:cubicBezTo>
                    <a:pt x="8664" y="685"/>
                    <a:pt x="8790" y="717"/>
                    <a:pt x="8822" y="811"/>
                  </a:cubicBezTo>
                  <a:lnTo>
                    <a:pt x="11279" y="3237"/>
                  </a:lnTo>
                  <a:cubicBezTo>
                    <a:pt x="11342" y="3332"/>
                    <a:pt x="11374" y="3395"/>
                    <a:pt x="11374" y="3489"/>
                  </a:cubicBezTo>
                  <a:cubicBezTo>
                    <a:pt x="11374" y="3552"/>
                    <a:pt x="11342" y="3647"/>
                    <a:pt x="11279" y="3710"/>
                  </a:cubicBezTo>
                  <a:cubicBezTo>
                    <a:pt x="11216" y="3773"/>
                    <a:pt x="11122" y="3804"/>
                    <a:pt x="11031" y="3804"/>
                  </a:cubicBezTo>
                  <a:cubicBezTo>
                    <a:pt x="10941" y="3804"/>
                    <a:pt x="10854" y="3773"/>
                    <a:pt x="10807" y="3710"/>
                  </a:cubicBezTo>
                  <a:lnTo>
                    <a:pt x="8349" y="1284"/>
                  </a:lnTo>
                  <a:cubicBezTo>
                    <a:pt x="8286" y="1189"/>
                    <a:pt x="8223" y="1126"/>
                    <a:pt x="8223" y="1032"/>
                  </a:cubicBezTo>
                  <a:cubicBezTo>
                    <a:pt x="8223" y="969"/>
                    <a:pt x="8286" y="843"/>
                    <a:pt x="8349" y="811"/>
                  </a:cubicBezTo>
                  <a:cubicBezTo>
                    <a:pt x="8444" y="717"/>
                    <a:pt x="8507" y="685"/>
                    <a:pt x="8601" y="685"/>
                  </a:cubicBezTo>
                  <a:close/>
                  <a:moveTo>
                    <a:pt x="7971" y="2103"/>
                  </a:moveTo>
                  <a:lnTo>
                    <a:pt x="8759" y="2891"/>
                  </a:lnTo>
                  <a:lnTo>
                    <a:pt x="9925" y="4056"/>
                  </a:lnTo>
                  <a:lnTo>
                    <a:pt x="7058" y="6955"/>
                  </a:lnTo>
                  <a:cubicBezTo>
                    <a:pt x="6617" y="6545"/>
                    <a:pt x="5986" y="6356"/>
                    <a:pt x="5325" y="6356"/>
                  </a:cubicBezTo>
                  <a:lnTo>
                    <a:pt x="5293" y="6356"/>
                  </a:lnTo>
                  <a:cubicBezTo>
                    <a:pt x="5256" y="6359"/>
                    <a:pt x="5219" y="6360"/>
                    <a:pt x="5182" y="6360"/>
                  </a:cubicBezTo>
                  <a:cubicBezTo>
                    <a:pt x="4779" y="6360"/>
                    <a:pt x="4385" y="6206"/>
                    <a:pt x="4096" y="5947"/>
                  </a:cubicBezTo>
                  <a:lnTo>
                    <a:pt x="5136" y="4939"/>
                  </a:lnTo>
                  <a:lnTo>
                    <a:pt x="5356" y="5159"/>
                  </a:lnTo>
                  <a:cubicBezTo>
                    <a:pt x="5451" y="5254"/>
                    <a:pt x="5514" y="5285"/>
                    <a:pt x="5608" y="5285"/>
                  </a:cubicBezTo>
                  <a:cubicBezTo>
                    <a:pt x="5671" y="5285"/>
                    <a:pt x="5797" y="5254"/>
                    <a:pt x="5829" y="5159"/>
                  </a:cubicBezTo>
                  <a:cubicBezTo>
                    <a:pt x="5955" y="5065"/>
                    <a:pt x="5955" y="4813"/>
                    <a:pt x="5829" y="4687"/>
                  </a:cubicBezTo>
                  <a:lnTo>
                    <a:pt x="5608" y="4466"/>
                  </a:lnTo>
                  <a:lnTo>
                    <a:pt x="6081" y="3993"/>
                  </a:lnTo>
                  <a:lnTo>
                    <a:pt x="6302" y="4214"/>
                  </a:lnTo>
                  <a:cubicBezTo>
                    <a:pt x="6396" y="4308"/>
                    <a:pt x="6459" y="4340"/>
                    <a:pt x="6554" y="4340"/>
                  </a:cubicBezTo>
                  <a:cubicBezTo>
                    <a:pt x="6617" y="4340"/>
                    <a:pt x="6743" y="4308"/>
                    <a:pt x="6774" y="4214"/>
                  </a:cubicBezTo>
                  <a:cubicBezTo>
                    <a:pt x="6900" y="4119"/>
                    <a:pt x="6900" y="3867"/>
                    <a:pt x="6774" y="3741"/>
                  </a:cubicBezTo>
                  <a:lnTo>
                    <a:pt x="6554" y="3521"/>
                  </a:lnTo>
                  <a:lnTo>
                    <a:pt x="7026" y="3048"/>
                  </a:lnTo>
                  <a:lnTo>
                    <a:pt x="7247" y="3269"/>
                  </a:lnTo>
                  <a:cubicBezTo>
                    <a:pt x="7341" y="3363"/>
                    <a:pt x="7404" y="3395"/>
                    <a:pt x="7499" y="3395"/>
                  </a:cubicBezTo>
                  <a:cubicBezTo>
                    <a:pt x="7562" y="3395"/>
                    <a:pt x="7688" y="3363"/>
                    <a:pt x="7719" y="3269"/>
                  </a:cubicBezTo>
                  <a:cubicBezTo>
                    <a:pt x="7845" y="3174"/>
                    <a:pt x="7845" y="2922"/>
                    <a:pt x="7719" y="2796"/>
                  </a:cubicBezTo>
                  <a:lnTo>
                    <a:pt x="7499" y="2576"/>
                  </a:lnTo>
                  <a:lnTo>
                    <a:pt x="7971" y="2103"/>
                  </a:lnTo>
                  <a:close/>
                  <a:moveTo>
                    <a:pt x="3592" y="6482"/>
                  </a:moveTo>
                  <a:cubicBezTo>
                    <a:pt x="4038" y="6839"/>
                    <a:pt x="4596" y="7084"/>
                    <a:pt x="5213" y="7084"/>
                  </a:cubicBezTo>
                  <a:cubicBezTo>
                    <a:pt x="5250" y="7084"/>
                    <a:pt x="5288" y="7083"/>
                    <a:pt x="5325" y="7081"/>
                  </a:cubicBezTo>
                  <a:cubicBezTo>
                    <a:pt x="5797" y="7081"/>
                    <a:pt x="6239" y="7175"/>
                    <a:pt x="6554" y="7459"/>
                  </a:cubicBezTo>
                  <a:lnTo>
                    <a:pt x="3277" y="10735"/>
                  </a:lnTo>
                  <a:cubicBezTo>
                    <a:pt x="2993" y="11003"/>
                    <a:pt x="2639" y="11137"/>
                    <a:pt x="2285" y="11137"/>
                  </a:cubicBezTo>
                  <a:cubicBezTo>
                    <a:pt x="1930" y="11137"/>
                    <a:pt x="1576" y="11003"/>
                    <a:pt x="1292" y="10735"/>
                  </a:cubicBezTo>
                  <a:cubicBezTo>
                    <a:pt x="757" y="10168"/>
                    <a:pt x="757" y="9318"/>
                    <a:pt x="1292" y="8751"/>
                  </a:cubicBezTo>
                  <a:lnTo>
                    <a:pt x="3592" y="6482"/>
                  </a:lnTo>
                  <a:close/>
                  <a:moveTo>
                    <a:pt x="8582" y="0"/>
                  </a:moveTo>
                  <a:cubicBezTo>
                    <a:pt x="8318" y="0"/>
                    <a:pt x="8050" y="103"/>
                    <a:pt x="7845" y="307"/>
                  </a:cubicBezTo>
                  <a:cubicBezTo>
                    <a:pt x="7656" y="496"/>
                    <a:pt x="7530" y="780"/>
                    <a:pt x="7530" y="1032"/>
                  </a:cubicBezTo>
                  <a:cubicBezTo>
                    <a:pt x="7530" y="1189"/>
                    <a:pt x="7562" y="1347"/>
                    <a:pt x="7656" y="1473"/>
                  </a:cubicBezTo>
                  <a:lnTo>
                    <a:pt x="6869" y="2261"/>
                  </a:lnTo>
                  <a:lnTo>
                    <a:pt x="4884" y="4245"/>
                  </a:lnTo>
                  <a:lnTo>
                    <a:pt x="820" y="8278"/>
                  </a:lnTo>
                  <a:cubicBezTo>
                    <a:pt x="1" y="9097"/>
                    <a:pt x="1" y="10420"/>
                    <a:pt x="820" y="11240"/>
                  </a:cubicBezTo>
                  <a:cubicBezTo>
                    <a:pt x="1229" y="11649"/>
                    <a:pt x="1796" y="11838"/>
                    <a:pt x="2300" y="11838"/>
                  </a:cubicBezTo>
                  <a:cubicBezTo>
                    <a:pt x="2836" y="11838"/>
                    <a:pt x="3340" y="11649"/>
                    <a:pt x="3750" y="11240"/>
                  </a:cubicBezTo>
                  <a:lnTo>
                    <a:pt x="10555" y="4434"/>
                  </a:lnTo>
                  <a:cubicBezTo>
                    <a:pt x="10712" y="4497"/>
                    <a:pt x="10838" y="4560"/>
                    <a:pt x="10996" y="4560"/>
                  </a:cubicBezTo>
                  <a:cubicBezTo>
                    <a:pt x="11279" y="4560"/>
                    <a:pt x="11531" y="4434"/>
                    <a:pt x="11752" y="4245"/>
                  </a:cubicBezTo>
                  <a:cubicBezTo>
                    <a:pt x="11941" y="4025"/>
                    <a:pt x="12067" y="3773"/>
                    <a:pt x="12067" y="3489"/>
                  </a:cubicBezTo>
                  <a:cubicBezTo>
                    <a:pt x="12067" y="3206"/>
                    <a:pt x="11941" y="2922"/>
                    <a:pt x="11752" y="2733"/>
                  </a:cubicBezTo>
                  <a:lnTo>
                    <a:pt x="9294" y="307"/>
                  </a:lnTo>
                  <a:cubicBezTo>
                    <a:pt x="9105" y="103"/>
                    <a:pt x="8846" y="0"/>
                    <a:pt x="858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4" name="Google Shape;10724;p135"/>
            <p:cNvSpPr/>
            <p:nvPr/>
          </p:nvSpPr>
          <p:spPr>
            <a:xfrm>
              <a:off x="-26900250" y="2164775"/>
              <a:ext cx="17350" cy="18150"/>
            </a:xfrm>
            <a:custGeom>
              <a:rect b="b" l="l" r="r" t="t"/>
              <a:pathLst>
                <a:path extrusionOk="0" h="726" w="694">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5" name="Google Shape;10725;p135"/>
            <p:cNvSpPr/>
            <p:nvPr/>
          </p:nvSpPr>
          <p:spPr>
            <a:xfrm>
              <a:off x="-26938075" y="2177375"/>
              <a:ext cx="18150" cy="16575"/>
            </a:xfrm>
            <a:custGeom>
              <a:rect b="b" l="l" r="r" t="t"/>
              <a:pathLst>
                <a:path extrusionOk="0" h="663" w="726">
                  <a:moveTo>
                    <a:pt x="375" y="1"/>
                  </a:moveTo>
                  <a:cubicBezTo>
                    <a:pt x="292" y="1"/>
                    <a:pt x="206" y="32"/>
                    <a:pt x="127" y="95"/>
                  </a:cubicBezTo>
                  <a:cubicBezTo>
                    <a:pt x="1" y="221"/>
                    <a:pt x="1" y="442"/>
                    <a:pt x="127" y="568"/>
                  </a:cubicBezTo>
                  <a:cubicBezTo>
                    <a:pt x="190" y="631"/>
                    <a:pt x="277" y="662"/>
                    <a:pt x="363" y="662"/>
                  </a:cubicBezTo>
                  <a:cubicBezTo>
                    <a:pt x="450" y="662"/>
                    <a:pt x="536" y="631"/>
                    <a:pt x="599" y="568"/>
                  </a:cubicBezTo>
                  <a:cubicBezTo>
                    <a:pt x="725" y="442"/>
                    <a:pt x="725" y="221"/>
                    <a:pt x="599" y="95"/>
                  </a:cubicBezTo>
                  <a:cubicBezTo>
                    <a:pt x="536" y="32"/>
                    <a:pt x="458" y="1"/>
                    <a:pt x="37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26" name="Google Shape;10726;p135"/>
          <p:cNvGrpSpPr/>
          <p:nvPr/>
        </p:nvGrpSpPr>
        <p:grpSpPr>
          <a:xfrm>
            <a:off x="6669761" y="1783461"/>
            <a:ext cx="310792" cy="353180"/>
            <a:chOff x="-26970350" y="2332550"/>
            <a:chExt cx="259925" cy="295375"/>
          </a:xfrm>
        </p:grpSpPr>
        <p:sp>
          <p:nvSpPr>
            <p:cNvPr id="10727" name="Google Shape;10727;p135"/>
            <p:cNvSpPr/>
            <p:nvPr/>
          </p:nvSpPr>
          <p:spPr>
            <a:xfrm>
              <a:off x="-26970350" y="2332550"/>
              <a:ext cx="259925" cy="295375"/>
            </a:xfrm>
            <a:custGeom>
              <a:rect b="b" l="l" r="r" t="t"/>
              <a:pathLst>
                <a:path extrusionOk="0" h="11815" w="10397">
                  <a:moveTo>
                    <a:pt x="6963" y="662"/>
                  </a:moveTo>
                  <a:cubicBezTo>
                    <a:pt x="7152" y="662"/>
                    <a:pt x="7404" y="693"/>
                    <a:pt x="7593" y="756"/>
                  </a:cubicBezTo>
                  <a:cubicBezTo>
                    <a:pt x="8538" y="977"/>
                    <a:pt x="9294" y="1733"/>
                    <a:pt x="9515" y="2646"/>
                  </a:cubicBezTo>
                  <a:cubicBezTo>
                    <a:pt x="9672" y="3466"/>
                    <a:pt x="9483" y="4285"/>
                    <a:pt x="8979" y="4946"/>
                  </a:cubicBezTo>
                  <a:cubicBezTo>
                    <a:pt x="8475" y="5639"/>
                    <a:pt x="8160" y="6522"/>
                    <a:pt x="8160" y="7467"/>
                  </a:cubicBezTo>
                  <a:lnTo>
                    <a:pt x="8160" y="10208"/>
                  </a:lnTo>
                  <a:cubicBezTo>
                    <a:pt x="8160" y="10712"/>
                    <a:pt x="7719" y="11090"/>
                    <a:pt x="7246" y="11090"/>
                  </a:cubicBezTo>
                  <a:cubicBezTo>
                    <a:pt x="6742" y="11090"/>
                    <a:pt x="6333" y="10680"/>
                    <a:pt x="6333" y="10208"/>
                  </a:cubicBezTo>
                  <a:lnTo>
                    <a:pt x="6333" y="8538"/>
                  </a:lnTo>
                  <a:cubicBezTo>
                    <a:pt x="6333" y="7908"/>
                    <a:pt x="5829" y="7404"/>
                    <a:pt x="5198" y="7404"/>
                  </a:cubicBezTo>
                  <a:cubicBezTo>
                    <a:pt x="4568" y="7404"/>
                    <a:pt x="4064" y="7908"/>
                    <a:pt x="4064" y="8538"/>
                  </a:cubicBezTo>
                  <a:lnTo>
                    <a:pt x="4064" y="10208"/>
                  </a:lnTo>
                  <a:cubicBezTo>
                    <a:pt x="4064" y="10712"/>
                    <a:pt x="3623" y="11090"/>
                    <a:pt x="3151" y="11090"/>
                  </a:cubicBezTo>
                  <a:cubicBezTo>
                    <a:pt x="2647" y="11090"/>
                    <a:pt x="2237" y="10680"/>
                    <a:pt x="2237" y="10208"/>
                  </a:cubicBezTo>
                  <a:lnTo>
                    <a:pt x="2237" y="7467"/>
                  </a:lnTo>
                  <a:cubicBezTo>
                    <a:pt x="2237" y="6522"/>
                    <a:pt x="1953" y="5639"/>
                    <a:pt x="1418" y="4946"/>
                  </a:cubicBezTo>
                  <a:cubicBezTo>
                    <a:pt x="914" y="4285"/>
                    <a:pt x="756" y="3466"/>
                    <a:pt x="945" y="2646"/>
                  </a:cubicBezTo>
                  <a:cubicBezTo>
                    <a:pt x="1166" y="1701"/>
                    <a:pt x="1922" y="945"/>
                    <a:pt x="2867" y="756"/>
                  </a:cubicBezTo>
                  <a:cubicBezTo>
                    <a:pt x="3056" y="693"/>
                    <a:pt x="3308" y="662"/>
                    <a:pt x="3497" y="662"/>
                  </a:cubicBezTo>
                  <a:cubicBezTo>
                    <a:pt x="4064" y="662"/>
                    <a:pt x="4600" y="819"/>
                    <a:pt x="5041" y="1134"/>
                  </a:cubicBezTo>
                  <a:cubicBezTo>
                    <a:pt x="5104" y="1166"/>
                    <a:pt x="5175" y="1181"/>
                    <a:pt x="5242" y="1181"/>
                  </a:cubicBezTo>
                  <a:cubicBezTo>
                    <a:pt x="5309" y="1181"/>
                    <a:pt x="5372" y="1166"/>
                    <a:pt x="5419" y="1134"/>
                  </a:cubicBezTo>
                  <a:cubicBezTo>
                    <a:pt x="5860" y="819"/>
                    <a:pt x="6427" y="662"/>
                    <a:pt x="6963" y="662"/>
                  </a:cubicBezTo>
                  <a:close/>
                  <a:moveTo>
                    <a:pt x="3466" y="0"/>
                  </a:moveTo>
                  <a:cubicBezTo>
                    <a:pt x="3182" y="0"/>
                    <a:pt x="2899" y="32"/>
                    <a:pt x="2678" y="63"/>
                  </a:cubicBezTo>
                  <a:cubicBezTo>
                    <a:pt x="1481" y="347"/>
                    <a:pt x="504" y="1292"/>
                    <a:pt x="221" y="2489"/>
                  </a:cubicBezTo>
                  <a:cubicBezTo>
                    <a:pt x="0" y="3497"/>
                    <a:pt x="189" y="4568"/>
                    <a:pt x="851" y="5387"/>
                  </a:cubicBezTo>
                  <a:cubicBezTo>
                    <a:pt x="1292" y="5954"/>
                    <a:pt x="1544" y="6679"/>
                    <a:pt x="1544" y="7467"/>
                  </a:cubicBezTo>
                  <a:lnTo>
                    <a:pt x="1544" y="10208"/>
                  </a:lnTo>
                  <a:cubicBezTo>
                    <a:pt x="1544" y="11090"/>
                    <a:pt x="2237" y="11814"/>
                    <a:pt x="3151" y="11814"/>
                  </a:cubicBezTo>
                  <a:cubicBezTo>
                    <a:pt x="4064" y="11814"/>
                    <a:pt x="4757" y="11090"/>
                    <a:pt x="4757" y="10208"/>
                  </a:cubicBezTo>
                  <a:lnTo>
                    <a:pt x="4757" y="8538"/>
                  </a:lnTo>
                  <a:cubicBezTo>
                    <a:pt x="4757" y="8317"/>
                    <a:pt x="4946" y="8065"/>
                    <a:pt x="5230" y="8065"/>
                  </a:cubicBezTo>
                  <a:cubicBezTo>
                    <a:pt x="5482" y="8065"/>
                    <a:pt x="5703" y="8254"/>
                    <a:pt x="5703" y="8538"/>
                  </a:cubicBezTo>
                  <a:lnTo>
                    <a:pt x="5703" y="10208"/>
                  </a:lnTo>
                  <a:cubicBezTo>
                    <a:pt x="5703" y="11090"/>
                    <a:pt x="6427" y="11814"/>
                    <a:pt x="7309" y="11814"/>
                  </a:cubicBezTo>
                  <a:cubicBezTo>
                    <a:pt x="8223" y="11814"/>
                    <a:pt x="8948" y="11090"/>
                    <a:pt x="8948" y="10208"/>
                  </a:cubicBezTo>
                  <a:lnTo>
                    <a:pt x="8948" y="7467"/>
                  </a:lnTo>
                  <a:cubicBezTo>
                    <a:pt x="8948" y="6679"/>
                    <a:pt x="9168" y="5954"/>
                    <a:pt x="9609" y="5387"/>
                  </a:cubicBezTo>
                  <a:cubicBezTo>
                    <a:pt x="10145" y="4568"/>
                    <a:pt x="10397" y="3497"/>
                    <a:pt x="10145" y="2489"/>
                  </a:cubicBezTo>
                  <a:cubicBezTo>
                    <a:pt x="9893" y="1292"/>
                    <a:pt x="8885" y="347"/>
                    <a:pt x="7719" y="63"/>
                  </a:cubicBezTo>
                  <a:cubicBezTo>
                    <a:pt x="7435" y="0"/>
                    <a:pt x="7152" y="0"/>
                    <a:pt x="6931" y="0"/>
                  </a:cubicBezTo>
                  <a:cubicBezTo>
                    <a:pt x="6333" y="0"/>
                    <a:pt x="5703" y="158"/>
                    <a:pt x="5198" y="473"/>
                  </a:cubicBezTo>
                  <a:cubicBezTo>
                    <a:pt x="4694" y="158"/>
                    <a:pt x="4064" y="0"/>
                    <a:pt x="346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8" name="Google Shape;10728;p135"/>
            <p:cNvSpPr/>
            <p:nvPr/>
          </p:nvSpPr>
          <p:spPr>
            <a:xfrm>
              <a:off x="-26831725" y="2365650"/>
              <a:ext cx="82700" cy="81900"/>
            </a:xfrm>
            <a:custGeom>
              <a:rect b="b" l="l" r="r" t="t"/>
              <a:pathLst>
                <a:path extrusionOk="0" h="3276" w="3308">
                  <a:moveTo>
                    <a:pt x="1335" y="0"/>
                  </a:moveTo>
                  <a:cubicBezTo>
                    <a:pt x="937" y="0"/>
                    <a:pt x="544" y="121"/>
                    <a:pt x="189" y="377"/>
                  </a:cubicBezTo>
                  <a:cubicBezTo>
                    <a:pt x="32" y="472"/>
                    <a:pt x="0" y="692"/>
                    <a:pt x="126" y="818"/>
                  </a:cubicBezTo>
                  <a:cubicBezTo>
                    <a:pt x="202" y="932"/>
                    <a:pt x="300" y="989"/>
                    <a:pt x="401" y="989"/>
                  </a:cubicBezTo>
                  <a:cubicBezTo>
                    <a:pt x="468" y="989"/>
                    <a:pt x="536" y="963"/>
                    <a:pt x="599" y="913"/>
                  </a:cubicBezTo>
                  <a:cubicBezTo>
                    <a:pt x="818" y="753"/>
                    <a:pt x="1075" y="669"/>
                    <a:pt x="1331" y="669"/>
                  </a:cubicBezTo>
                  <a:cubicBezTo>
                    <a:pt x="1479" y="669"/>
                    <a:pt x="1626" y="698"/>
                    <a:pt x="1764" y="755"/>
                  </a:cubicBezTo>
                  <a:cubicBezTo>
                    <a:pt x="2174" y="913"/>
                    <a:pt x="2457" y="1196"/>
                    <a:pt x="2520" y="1574"/>
                  </a:cubicBezTo>
                  <a:cubicBezTo>
                    <a:pt x="2646" y="1984"/>
                    <a:pt x="2520" y="2394"/>
                    <a:pt x="2300" y="2709"/>
                  </a:cubicBezTo>
                  <a:cubicBezTo>
                    <a:pt x="2174" y="2866"/>
                    <a:pt x="2205" y="3087"/>
                    <a:pt x="2331" y="3181"/>
                  </a:cubicBezTo>
                  <a:cubicBezTo>
                    <a:pt x="2394" y="3244"/>
                    <a:pt x="2489" y="3276"/>
                    <a:pt x="2520" y="3276"/>
                  </a:cubicBezTo>
                  <a:cubicBezTo>
                    <a:pt x="2646" y="3276"/>
                    <a:pt x="2709" y="3244"/>
                    <a:pt x="2804" y="3150"/>
                  </a:cubicBezTo>
                  <a:cubicBezTo>
                    <a:pt x="3182" y="2677"/>
                    <a:pt x="3308" y="2047"/>
                    <a:pt x="3151" y="1417"/>
                  </a:cubicBezTo>
                  <a:cubicBezTo>
                    <a:pt x="3119" y="818"/>
                    <a:pt x="2646" y="377"/>
                    <a:pt x="2048" y="125"/>
                  </a:cubicBezTo>
                  <a:cubicBezTo>
                    <a:pt x="1813" y="43"/>
                    <a:pt x="1573" y="0"/>
                    <a:pt x="133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29" name="Google Shape;10729;p135"/>
          <p:cNvGrpSpPr/>
          <p:nvPr/>
        </p:nvGrpSpPr>
        <p:grpSpPr>
          <a:xfrm>
            <a:off x="6649046" y="2256226"/>
            <a:ext cx="352223" cy="290077"/>
            <a:chOff x="-26986100" y="2735800"/>
            <a:chExt cx="294575" cy="242600"/>
          </a:xfrm>
        </p:grpSpPr>
        <p:sp>
          <p:nvSpPr>
            <p:cNvPr id="10730" name="Google Shape;10730;p135"/>
            <p:cNvSpPr/>
            <p:nvPr/>
          </p:nvSpPr>
          <p:spPr>
            <a:xfrm>
              <a:off x="-26986100" y="2735800"/>
              <a:ext cx="294575" cy="242600"/>
            </a:xfrm>
            <a:custGeom>
              <a:rect b="b" l="l" r="r" t="t"/>
              <a:pathLst>
                <a:path extrusionOk="0" h="9704" w="11783">
                  <a:moveTo>
                    <a:pt x="3781" y="757"/>
                  </a:moveTo>
                  <a:cubicBezTo>
                    <a:pt x="3970" y="757"/>
                    <a:pt x="4127" y="914"/>
                    <a:pt x="4127" y="1103"/>
                  </a:cubicBezTo>
                  <a:lnTo>
                    <a:pt x="4127" y="1481"/>
                  </a:lnTo>
                  <a:lnTo>
                    <a:pt x="3434" y="1481"/>
                  </a:lnTo>
                  <a:lnTo>
                    <a:pt x="3434" y="1103"/>
                  </a:lnTo>
                  <a:cubicBezTo>
                    <a:pt x="3434" y="914"/>
                    <a:pt x="3592" y="757"/>
                    <a:pt x="3781" y="757"/>
                  </a:cubicBezTo>
                  <a:close/>
                  <a:moveTo>
                    <a:pt x="9137" y="2804"/>
                  </a:moveTo>
                  <a:cubicBezTo>
                    <a:pt x="9515" y="2836"/>
                    <a:pt x="9924" y="3088"/>
                    <a:pt x="10082" y="3466"/>
                  </a:cubicBezTo>
                  <a:lnTo>
                    <a:pt x="10932" y="5608"/>
                  </a:lnTo>
                  <a:lnTo>
                    <a:pt x="9357" y="5608"/>
                  </a:lnTo>
                  <a:cubicBezTo>
                    <a:pt x="9168" y="5608"/>
                    <a:pt x="9010" y="5451"/>
                    <a:pt x="9010" y="5262"/>
                  </a:cubicBezTo>
                  <a:lnTo>
                    <a:pt x="9010" y="2804"/>
                  </a:lnTo>
                  <a:close/>
                  <a:moveTo>
                    <a:pt x="6522" y="2143"/>
                  </a:moveTo>
                  <a:cubicBezTo>
                    <a:pt x="6742" y="2143"/>
                    <a:pt x="6900" y="2300"/>
                    <a:pt x="6900" y="2489"/>
                  </a:cubicBezTo>
                  <a:lnTo>
                    <a:pt x="6900" y="6301"/>
                  </a:lnTo>
                  <a:lnTo>
                    <a:pt x="630" y="6301"/>
                  </a:lnTo>
                  <a:lnTo>
                    <a:pt x="630" y="2489"/>
                  </a:lnTo>
                  <a:cubicBezTo>
                    <a:pt x="630" y="2300"/>
                    <a:pt x="788" y="2143"/>
                    <a:pt x="977" y="2143"/>
                  </a:cubicBezTo>
                  <a:close/>
                  <a:moveTo>
                    <a:pt x="6900" y="7026"/>
                  </a:moveTo>
                  <a:lnTo>
                    <a:pt x="6900" y="8412"/>
                  </a:lnTo>
                  <a:lnTo>
                    <a:pt x="3340" y="8412"/>
                  </a:lnTo>
                  <a:cubicBezTo>
                    <a:pt x="3182" y="8003"/>
                    <a:pt x="2836" y="7688"/>
                    <a:pt x="2363" y="7688"/>
                  </a:cubicBezTo>
                  <a:cubicBezTo>
                    <a:pt x="1890" y="7688"/>
                    <a:pt x="1544" y="7971"/>
                    <a:pt x="1386" y="8412"/>
                  </a:cubicBezTo>
                  <a:lnTo>
                    <a:pt x="977" y="8412"/>
                  </a:lnTo>
                  <a:cubicBezTo>
                    <a:pt x="788" y="8412"/>
                    <a:pt x="630" y="8255"/>
                    <a:pt x="630" y="8034"/>
                  </a:cubicBezTo>
                  <a:lnTo>
                    <a:pt x="630" y="7026"/>
                  </a:lnTo>
                  <a:close/>
                  <a:moveTo>
                    <a:pt x="8349" y="2836"/>
                  </a:moveTo>
                  <a:lnTo>
                    <a:pt x="8349" y="5293"/>
                  </a:lnTo>
                  <a:cubicBezTo>
                    <a:pt x="8349" y="5892"/>
                    <a:pt x="8821" y="6301"/>
                    <a:pt x="9357" y="6301"/>
                  </a:cubicBezTo>
                  <a:lnTo>
                    <a:pt x="11090" y="6301"/>
                  </a:lnTo>
                  <a:lnTo>
                    <a:pt x="11090" y="7026"/>
                  </a:lnTo>
                  <a:lnTo>
                    <a:pt x="10743" y="7026"/>
                  </a:lnTo>
                  <a:cubicBezTo>
                    <a:pt x="10554" y="7026"/>
                    <a:pt x="10397" y="7184"/>
                    <a:pt x="10397" y="7373"/>
                  </a:cubicBezTo>
                  <a:cubicBezTo>
                    <a:pt x="10397" y="7562"/>
                    <a:pt x="10554" y="7719"/>
                    <a:pt x="10743" y="7719"/>
                  </a:cubicBezTo>
                  <a:lnTo>
                    <a:pt x="11090" y="7719"/>
                  </a:lnTo>
                  <a:lnTo>
                    <a:pt x="11090" y="8097"/>
                  </a:lnTo>
                  <a:cubicBezTo>
                    <a:pt x="11090" y="8255"/>
                    <a:pt x="10932" y="8412"/>
                    <a:pt x="10743" y="8412"/>
                  </a:cubicBezTo>
                  <a:lnTo>
                    <a:pt x="10365" y="8412"/>
                  </a:lnTo>
                  <a:cubicBezTo>
                    <a:pt x="10208" y="8003"/>
                    <a:pt x="9830" y="7688"/>
                    <a:pt x="9357" y="7688"/>
                  </a:cubicBezTo>
                  <a:cubicBezTo>
                    <a:pt x="8947" y="7688"/>
                    <a:pt x="8538" y="7971"/>
                    <a:pt x="8380" y="8412"/>
                  </a:cubicBezTo>
                  <a:lnTo>
                    <a:pt x="7593" y="8412"/>
                  </a:lnTo>
                  <a:lnTo>
                    <a:pt x="7593" y="2836"/>
                  </a:lnTo>
                  <a:close/>
                  <a:moveTo>
                    <a:pt x="2363" y="8349"/>
                  </a:moveTo>
                  <a:cubicBezTo>
                    <a:pt x="2552" y="8349"/>
                    <a:pt x="2709" y="8507"/>
                    <a:pt x="2709" y="8727"/>
                  </a:cubicBezTo>
                  <a:cubicBezTo>
                    <a:pt x="2709" y="8916"/>
                    <a:pt x="2552" y="9074"/>
                    <a:pt x="2363" y="9074"/>
                  </a:cubicBezTo>
                  <a:cubicBezTo>
                    <a:pt x="2174" y="9074"/>
                    <a:pt x="2016" y="8916"/>
                    <a:pt x="2016" y="8727"/>
                  </a:cubicBezTo>
                  <a:cubicBezTo>
                    <a:pt x="2016" y="8507"/>
                    <a:pt x="2174" y="8349"/>
                    <a:pt x="2363" y="8349"/>
                  </a:cubicBezTo>
                  <a:close/>
                  <a:moveTo>
                    <a:pt x="9326" y="8349"/>
                  </a:moveTo>
                  <a:cubicBezTo>
                    <a:pt x="9515" y="8349"/>
                    <a:pt x="9672" y="8507"/>
                    <a:pt x="9672" y="8727"/>
                  </a:cubicBezTo>
                  <a:cubicBezTo>
                    <a:pt x="9672" y="8916"/>
                    <a:pt x="9515" y="9074"/>
                    <a:pt x="9326" y="9074"/>
                  </a:cubicBezTo>
                  <a:cubicBezTo>
                    <a:pt x="9137" y="9074"/>
                    <a:pt x="8979" y="8916"/>
                    <a:pt x="8979" y="8727"/>
                  </a:cubicBezTo>
                  <a:cubicBezTo>
                    <a:pt x="8979" y="8507"/>
                    <a:pt x="9137" y="8349"/>
                    <a:pt x="9326" y="8349"/>
                  </a:cubicBezTo>
                  <a:close/>
                  <a:moveTo>
                    <a:pt x="3781" y="1"/>
                  </a:moveTo>
                  <a:cubicBezTo>
                    <a:pt x="3182" y="1"/>
                    <a:pt x="2741" y="473"/>
                    <a:pt x="2741" y="1040"/>
                  </a:cubicBezTo>
                  <a:lnTo>
                    <a:pt x="2741" y="1387"/>
                  </a:lnTo>
                  <a:lnTo>
                    <a:pt x="1008" y="1387"/>
                  </a:lnTo>
                  <a:cubicBezTo>
                    <a:pt x="441" y="1387"/>
                    <a:pt x="0" y="1859"/>
                    <a:pt x="0" y="2395"/>
                  </a:cubicBezTo>
                  <a:lnTo>
                    <a:pt x="0" y="7971"/>
                  </a:lnTo>
                  <a:cubicBezTo>
                    <a:pt x="0" y="8538"/>
                    <a:pt x="473" y="8979"/>
                    <a:pt x="1008" y="8979"/>
                  </a:cubicBezTo>
                  <a:lnTo>
                    <a:pt x="1418" y="8979"/>
                  </a:lnTo>
                  <a:cubicBezTo>
                    <a:pt x="1575" y="9389"/>
                    <a:pt x="1922" y="9704"/>
                    <a:pt x="2394" y="9704"/>
                  </a:cubicBezTo>
                  <a:cubicBezTo>
                    <a:pt x="2867" y="9704"/>
                    <a:pt x="3214" y="9420"/>
                    <a:pt x="3371" y="8979"/>
                  </a:cubicBezTo>
                  <a:lnTo>
                    <a:pt x="8380" y="8979"/>
                  </a:lnTo>
                  <a:cubicBezTo>
                    <a:pt x="8538" y="9389"/>
                    <a:pt x="8916" y="9704"/>
                    <a:pt x="9389" y="9704"/>
                  </a:cubicBezTo>
                  <a:cubicBezTo>
                    <a:pt x="9798" y="9704"/>
                    <a:pt x="10208" y="9420"/>
                    <a:pt x="10365" y="8979"/>
                  </a:cubicBezTo>
                  <a:lnTo>
                    <a:pt x="10743" y="8979"/>
                  </a:lnTo>
                  <a:cubicBezTo>
                    <a:pt x="11342" y="8979"/>
                    <a:pt x="11783" y="8507"/>
                    <a:pt x="11783" y="7971"/>
                  </a:cubicBezTo>
                  <a:lnTo>
                    <a:pt x="11783" y="6144"/>
                  </a:lnTo>
                  <a:cubicBezTo>
                    <a:pt x="11783" y="6112"/>
                    <a:pt x="11783" y="5986"/>
                    <a:pt x="11720" y="5892"/>
                  </a:cubicBezTo>
                  <a:cubicBezTo>
                    <a:pt x="11688" y="5766"/>
                    <a:pt x="11688" y="5671"/>
                    <a:pt x="11657" y="5577"/>
                  </a:cubicBezTo>
                  <a:lnTo>
                    <a:pt x="10712" y="3214"/>
                  </a:lnTo>
                  <a:cubicBezTo>
                    <a:pt x="10428" y="2521"/>
                    <a:pt x="9798" y="2080"/>
                    <a:pt x="9105" y="2080"/>
                  </a:cubicBezTo>
                  <a:lnTo>
                    <a:pt x="7530" y="2080"/>
                  </a:lnTo>
                  <a:cubicBezTo>
                    <a:pt x="7372" y="1702"/>
                    <a:pt x="6994" y="1387"/>
                    <a:pt x="6522" y="1387"/>
                  </a:cubicBezTo>
                  <a:lnTo>
                    <a:pt x="4789" y="1387"/>
                  </a:lnTo>
                  <a:lnTo>
                    <a:pt x="4789" y="1040"/>
                  </a:lnTo>
                  <a:cubicBezTo>
                    <a:pt x="4789" y="442"/>
                    <a:pt x="4316" y="1"/>
                    <a:pt x="378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1" name="Google Shape;10731;p135"/>
            <p:cNvSpPr/>
            <p:nvPr/>
          </p:nvSpPr>
          <p:spPr>
            <a:xfrm>
              <a:off x="-26927050" y="2805900"/>
              <a:ext cx="70925" cy="70900"/>
            </a:xfrm>
            <a:custGeom>
              <a:rect b="b" l="l" r="r" t="t"/>
              <a:pathLst>
                <a:path extrusionOk="0" h="2836" w="2837">
                  <a:moveTo>
                    <a:pt x="1419" y="0"/>
                  </a:moveTo>
                  <a:cubicBezTo>
                    <a:pt x="1230" y="0"/>
                    <a:pt x="1072" y="158"/>
                    <a:pt x="1072" y="347"/>
                  </a:cubicBezTo>
                  <a:lnTo>
                    <a:pt x="1072" y="1072"/>
                  </a:lnTo>
                  <a:lnTo>
                    <a:pt x="347" y="1072"/>
                  </a:lnTo>
                  <a:cubicBezTo>
                    <a:pt x="158" y="1072"/>
                    <a:pt x="1" y="1229"/>
                    <a:pt x="1" y="1418"/>
                  </a:cubicBezTo>
                  <a:cubicBezTo>
                    <a:pt x="1" y="1607"/>
                    <a:pt x="158" y="1765"/>
                    <a:pt x="347" y="1765"/>
                  </a:cubicBezTo>
                  <a:lnTo>
                    <a:pt x="1072" y="1765"/>
                  </a:lnTo>
                  <a:lnTo>
                    <a:pt x="1072" y="2489"/>
                  </a:lnTo>
                  <a:cubicBezTo>
                    <a:pt x="1072" y="2678"/>
                    <a:pt x="1230" y="2836"/>
                    <a:pt x="1419" y="2836"/>
                  </a:cubicBezTo>
                  <a:cubicBezTo>
                    <a:pt x="1608" y="2836"/>
                    <a:pt x="1765" y="2678"/>
                    <a:pt x="1765" y="2489"/>
                  </a:cubicBezTo>
                  <a:lnTo>
                    <a:pt x="1765" y="1765"/>
                  </a:lnTo>
                  <a:lnTo>
                    <a:pt x="2490" y="1765"/>
                  </a:lnTo>
                  <a:cubicBezTo>
                    <a:pt x="2679" y="1765"/>
                    <a:pt x="2836" y="1607"/>
                    <a:pt x="2836" y="1418"/>
                  </a:cubicBezTo>
                  <a:cubicBezTo>
                    <a:pt x="2836" y="1229"/>
                    <a:pt x="2679" y="1072"/>
                    <a:pt x="2490" y="1072"/>
                  </a:cubicBezTo>
                  <a:lnTo>
                    <a:pt x="1765" y="1072"/>
                  </a:lnTo>
                  <a:lnTo>
                    <a:pt x="1765" y="347"/>
                  </a:lnTo>
                  <a:cubicBezTo>
                    <a:pt x="1765" y="158"/>
                    <a:pt x="1608" y="0"/>
                    <a:pt x="14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32" name="Google Shape;10732;p135"/>
          <p:cNvGrpSpPr/>
          <p:nvPr/>
        </p:nvGrpSpPr>
        <p:grpSpPr>
          <a:xfrm>
            <a:off x="7548093" y="2665569"/>
            <a:ext cx="355063" cy="354136"/>
            <a:chOff x="-23229925" y="1970225"/>
            <a:chExt cx="296950" cy="296175"/>
          </a:xfrm>
        </p:grpSpPr>
        <p:sp>
          <p:nvSpPr>
            <p:cNvPr id="10733" name="Google Shape;10733;p135"/>
            <p:cNvSpPr/>
            <p:nvPr/>
          </p:nvSpPr>
          <p:spPr>
            <a:xfrm>
              <a:off x="-23229925" y="1970225"/>
              <a:ext cx="296950" cy="296175"/>
            </a:xfrm>
            <a:custGeom>
              <a:rect b="b" l="l" r="r" t="t"/>
              <a:pathLst>
                <a:path extrusionOk="0" h="11847" w="11878">
                  <a:moveTo>
                    <a:pt x="10145" y="694"/>
                  </a:moveTo>
                  <a:cubicBezTo>
                    <a:pt x="10743" y="694"/>
                    <a:pt x="11184" y="1167"/>
                    <a:pt x="11184" y="1734"/>
                  </a:cubicBezTo>
                  <a:lnTo>
                    <a:pt x="11184" y="10114"/>
                  </a:lnTo>
                  <a:cubicBezTo>
                    <a:pt x="11184" y="10712"/>
                    <a:pt x="10712" y="11122"/>
                    <a:pt x="10145" y="11122"/>
                  </a:cubicBezTo>
                  <a:lnTo>
                    <a:pt x="1764" y="11122"/>
                  </a:lnTo>
                  <a:cubicBezTo>
                    <a:pt x="1166" y="11122"/>
                    <a:pt x="725" y="10681"/>
                    <a:pt x="725" y="10114"/>
                  </a:cubicBezTo>
                  <a:lnTo>
                    <a:pt x="725" y="1734"/>
                  </a:lnTo>
                  <a:cubicBezTo>
                    <a:pt x="725" y="1135"/>
                    <a:pt x="1197" y="694"/>
                    <a:pt x="1764" y="694"/>
                  </a:cubicBezTo>
                  <a:close/>
                  <a:moveTo>
                    <a:pt x="1733" y="1"/>
                  </a:moveTo>
                  <a:cubicBezTo>
                    <a:pt x="788" y="1"/>
                    <a:pt x="0" y="788"/>
                    <a:pt x="0" y="1734"/>
                  </a:cubicBezTo>
                  <a:lnTo>
                    <a:pt x="0" y="10114"/>
                  </a:lnTo>
                  <a:cubicBezTo>
                    <a:pt x="0" y="11059"/>
                    <a:pt x="788" y="11847"/>
                    <a:pt x="1733" y="11847"/>
                  </a:cubicBezTo>
                  <a:lnTo>
                    <a:pt x="10113" y="11847"/>
                  </a:lnTo>
                  <a:cubicBezTo>
                    <a:pt x="11058" y="11847"/>
                    <a:pt x="11846" y="11059"/>
                    <a:pt x="11846" y="10114"/>
                  </a:cubicBezTo>
                  <a:lnTo>
                    <a:pt x="11846" y="1734"/>
                  </a:lnTo>
                  <a:cubicBezTo>
                    <a:pt x="11878" y="788"/>
                    <a:pt x="11090" y="1"/>
                    <a:pt x="1011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4" name="Google Shape;10734;p135"/>
            <p:cNvSpPr/>
            <p:nvPr/>
          </p:nvSpPr>
          <p:spPr>
            <a:xfrm>
              <a:off x="-23196075" y="2005675"/>
              <a:ext cx="227650" cy="192200"/>
            </a:xfrm>
            <a:custGeom>
              <a:rect b="b" l="l" r="r" t="t"/>
              <a:pathLst>
                <a:path extrusionOk="0" h="7688" w="9106">
                  <a:moveTo>
                    <a:pt x="8444" y="662"/>
                  </a:moveTo>
                  <a:lnTo>
                    <a:pt x="8444" y="3435"/>
                  </a:lnTo>
                  <a:lnTo>
                    <a:pt x="6144" y="3435"/>
                  </a:lnTo>
                  <a:cubicBezTo>
                    <a:pt x="5987" y="3435"/>
                    <a:pt x="5892" y="3498"/>
                    <a:pt x="5829" y="3624"/>
                  </a:cubicBezTo>
                  <a:lnTo>
                    <a:pt x="5357" y="4852"/>
                  </a:lnTo>
                  <a:lnTo>
                    <a:pt x="4317" y="1576"/>
                  </a:lnTo>
                  <a:cubicBezTo>
                    <a:pt x="4254" y="1450"/>
                    <a:pt x="4160" y="1324"/>
                    <a:pt x="4002" y="1324"/>
                  </a:cubicBezTo>
                  <a:cubicBezTo>
                    <a:pt x="3845" y="1324"/>
                    <a:pt x="3718" y="1418"/>
                    <a:pt x="3624" y="1544"/>
                  </a:cubicBezTo>
                  <a:lnTo>
                    <a:pt x="2805" y="3435"/>
                  </a:lnTo>
                  <a:lnTo>
                    <a:pt x="757" y="3435"/>
                  </a:lnTo>
                  <a:lnTo>
                    <a:pt x="757" y="662"/>
                  </a:lnTo>
                  <a:close/>
                  <a:moveTo>
                    <a:pt x="3876" y="2678"/>
                  </a:moveTo>
                  <a:lnTo>
                    <a:pt x="4947" y="5986"/>
                  </a:lnTo>
                  <a:cubicBezTo>
                    <a:pt x="4979" y="6144"/>
                    <a:pt x="5105" y="6207"/>
                    <a:pt x="5262" y="6207"/>
                  </a:cubicBezTo>
                  <a:cubicBezTo>
                    <a:pt x="5420" y="6207"/>
                    <a:pt x="5514" y="6144"/>
                    <a:pt x="5577" y="6018"/>
                  </a:cubicBezTo>
                  <a:lnTo>
                    <a:pt x="6333" y="4159"/>
                  </a:lnTo>
                  <a:lnTo>
                    <a:pt x="8413" y="4159"/>
                  </a:lnTo>
                  <a:lnTo>
                    <a:pt x="8413" y="6995"/>
                  </a:lnTo>
                  <a:lnTo>
                    <a:pt x="757" y="6995"/>
                  </a:lnTo>
                  <a:lnTo>
                    <a:pt x="757" y="6963"/>
                  </a:lnTo>
                  <a:lnTo>
                    <a:pt x="757" y="4128"/>
                  </a:lnTo>
                  <a:lnTo>
                    <a:pt x="2994" y="4128"/>
                  </a:lnTo>
                  <a:cubicBezTo>
                    <a:pt x="3120" y="4128"/>
                    <a:pt x="3277" y="4065"/>
                    <a:pt x="3309" y="3939"/>
                  </a:cubicBezTo>
                  <a:lnTo>
                    <a:pt x="3876" y="2678"/>
                  </a:lnTo>
                  <a:close/>
                  <a:moveTo>
                    <a:pt x="379" y="1"/>
                  </a:moveTo>
                  <a:cubicBezTo>
                    <a:pt x="158" y="1"/>
                    <a:pt x="1" y="158"/>
                    <a:pt x="1" y="347"/>
                  </a:cubicBezTo>
                  <a:lnTo>
                    <a:pt x="1" y="7310"/>
                  </a:lnTo>
                  <a:cubicBezTo>
                    <a:pt x="1" y="7530"/>
                    <a:pt x="158" y="7688"/>
                    <a:pt x="379" y="7688"/>
                  </a:cubicBezTo>
                  <a:lnTo>
                    <a:pt x="8759" y="7688"/>
                  </a:lnTo>
                  <a:cubicBezTo>
                    <a:pt x="8948" y="7688"/>
                    <a:pt x="9106" y="7530"/>
                    <a:pt x="9106" y="7310"/>
                  </a:cubicBezTo>
                  <a:lnTo>
                    <a:pt x="9106" y="347"/>
                  </a:lnTo>
                  <a:cubicBezTo>
                    <a:pt x="9106" y="158"/>
                    <a:pt x="8948" y="1"/>
                    <a:pt x="875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5" name="Google Shape;10735;p135"/>
            <p:cNvSpPr/>
            <p:nvPr/>
          </p:nvSpPr>
          <p:spPr>
            <a:xfrm>
              <a:off x="-23142500" y="2214400"/>
              <a:ext cx="17350" cy="17350"/>
            </a:xfrm>
            <a:custGeom>
              <a:rect b="b" l="l" r="r" t="t"/>
              <a:pathLst>
                <a:path extrusionOk="0" h="694" w="694">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6" name="Google Shape;10736;p135"/>
            <p:cNvSpPr/>
            <p:nvPr/>
          </p:nvSpPr>
          <p:spPr>
            <a:xfrm>
              <a:off x="-23177150" y="2214400"/>
              <a:ext cx="18125" cy="17350"/>
            </a:xfrm>
            <a:custGeom>
              <a:rect b="b" l="l" r="r" t="t"/>
              <a:pathLst>
                <a:path extrusionOk="0" h="694" w="725">
                  <a:moveTo>
                    <a:pt x="347" y="0"/>
                  </a:moveTo>
                  <a:cubicBezTo>
                    <a:pt x="158" y="0"/>
                    <a:pt x="0" y="158"/>
                    <a:pt x="0" y="347"/>
                  </a:cubicBezTo>
                  <a:cubicBezTo>
                    <a:pt x="0" y="536"/>
                    <a:pt x="158" y="693"/>
                    <a:pt x="347" y="693"/>
                  </a:cubicBezTo>
                  <a:cubicBezTo>
                    <a:pt x="567" y="693"/>
                    <a:pt x="725" y="536"/>
                    <a:pt x="725" y="347"/>
                  </a:cubicBezTo>
                  <a:cubicBezTo>
                    <a:pt x="662" y="158"/>
                    <a:pt x="504"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37" name="Google Shape;10737;p135"/>
          <p:cNvGrpSpPr/>
          <p:nvPr/>
        </p:nvGrpSpPr>
        <p:grpSpPr>
          <a:xfrm>
            <a:off x="7590466" y="3112432"/>
            <a:ext cx="270318" cy="355063"/>
            <a:chOff x="-23177950" y="2340425"/>
            <a:chExt cx="226075" cy="296950"/>
          </a:xfrm>
        </p:grpSpPr>
        <p:sp>
          <p:nvSpPr>
            <p:cNvPr id="10738" name="Google Shape;10738;p135"/>
            <p:cNvSpPr/>
            <p:nvPr/>
          </p:nvSpPr>
          <p:spPr>
            <a:xfrm>
              <a:off x="-23177950" y="2340425"/>
              <a:ext cx="226075" cy="296950"/>
            </a:xfrm>
            <a:custGeom>
              <a:rect b="b" l="l" r="r" t="t"/>
              <a:pathLst>
                <a:path extrusionOk="0" h="11878" w="9043">
                  <a:moveTo>
                    <a:pt x="1418" y="693"/>
                  </a:moveTo>
                  <a:lnTo>
                    <a:pt x="1418" y="1449"/>
                  </a:lnTo>
                  <a:cubicBezTo>
                    <a:pt x="1418" y="2048"/>
                    <a:pt x="1891" y="2457"/>
                    <a:pt x="2426" y="2457"/>
                  </a:cubicBezTo>
                  <a:lnTo>
                    <a:pt x="2804" y="2457"/>
                  </a:lnTo>
                  <a:cubicBezTo>
                    <a:pt x="2899" y="2457"/>
                    <a:pt x="2993" y="2426"/>
                    <a:pt x="3057" y="2300"/>
                  </a:cubicBezTo>
                  <a:cubicBezTo>
                    <a:pt x="3340" y="1953"/>
                    <a:pt x="3750" y="1764"/>
                    <a:pt x="4159" y="1764"/>
                  </a:cubicBezTo>
                  <a:cubicBezTo>
                    <a:pt x="6459" y="1764"/>
                    <a:pt x="8349" y="3623"/>
                    <a:pt x="8349" y="5923"/>
                  </a:cubicBezTo>
                  <a:cubicBezTo>
                    <a:pt x="8349" y="8254"/>
                    <a:pt x="6491" y="10113"/>
                    <a:pt x="4159" y="10113"/>
                  </a:cubicBezTo>
                  <a:cubicBezTo>
                    <a:pt x="3750" y="10113"/>
                    <a:pt x="3340" y="9924"/>
                    <a:pt x="3057" y="9578"/>
                  </a:cubicBezTo>
                  <a:cubicBezTo>
                    <a:pt x="2993" y="9483"/>
                    <a:pt x="2899" y="9389"/>
                    <a:pt x="2804" y="9389"/>
                  </a:cubicBezTo>
                  <a:lnTo>
                    <a:pt x="2426" y="9389"/>
                  </a:lnTo>
                  <a:cubicBezTo>
                    <a:pt x="1859" y="9389"/>
                    <a:pt x="1418" y="9861"/>
                    <a:pt x="1418" y="10428"/>
                  </a:cubicBezTo>
                  <a:lnTo>
                    <a:pt x="1418" y="11153"/>
                  </a:lnTo>
                  <a:lnTo>
                    <a:pt x="694" y="11153"/>
                  </a:lnTo>
                  <a:lnTo>
                    <a:pt x="694" y="10428"/>
                  </a:lnTo>
                  <a:cubicBezTo>
                    <a:pt x="694" y="9483"/>
                    <a:pt x="1481" y="8695"/>
                    <a:pt x="2426" y="8695"/>
                  </a:cubicBezTo>
                  <a:lnTo>
                    <a:pt x="2489" y="8695"/>
                  </a:lnTo>
                  <a:cubicBezTo>
                    <a:pt x="2647" y="8695"/>
                    <a:pt x="2804" y="8569"/>
                    <a:pt x="2836" y="8412"/>
                  </a:cubicBezTo>
                  <a:cubicBezTo>
                    <a:pt x="2962" y="7782"/>
                    <a:pt x="3529" y="7309"/>
                    <a:pt x="4222" y="7309"/>
                  </a:cubicBezTo>
                  <a:cubicBezTo>
                    <a:pt x="4947" y="7309"/>
                    <a:pt x="5577" y="6679"/>
                    <a:pt x="5577" y="5923"/>
                  </a:cubicBezTo>
                  <a:cubicBezTo>
                    <a:pt x="5577" y="5198"/>
                    <a:pt x="4947" y="4568"/>
                    <a:pt x="4222" y="4568"/>
                  </a:cubicBezTo>
                  <a:cubicBezTo>
                    <a:pt x="3529" y="4568"/>
                    <a:pt x="2993" y="4096"/>
                    <a:pt x="2836" y="3466"/>
                  </a:cubicBezTo>
                  <a:cubicBezTo>
                    <a:pt x="2804" y="3308"/>
                    <a:pt x="2678" y="3182"/>
                    <a:pt x="2489" y="3182"/>
                  </a:cubicBezTo>
                  <a:lnTo>
                    <a:pt x="2426" y="3182"/>
                  </a:lnTo>
                  <a:cubicBezTo>
                    <a:pt x="1481" y="3182"/>
                    <a:pt x="694" y="2394"/>
                    <a:pt x="694" y="1449"/>
                  </a:cubicBezTo>
                  <a:lnTo>
                    <a:pt x="694" y="693"/>
                  </a:lnTo>
                  <a:close/>
                  <a:moveTo>
                    <a:pt x="347" y="0"/>
                  </a:moveTo>
                  <a:cubicBezTo>
                    <a:pt x="158" y="0"/>
                    <a:pt x="1" y="158"/>
                    <a:pt x="1" y="347"/>
                  </a:cubicBezTo>
                  <a:lnTo>
                    <a:pt x="1" y="1449"/>
                  </a:lnTo>
                  <a:cubicBezTo>
                    <a:pt x="1" y="2710"/>
                    <a:pt x="977" y="3749"/>
                    <a:pt x="2206" y="3844"/>
                  </a:cubicBezTo>
                  <a:cubicBezTo>
                    <a:pt x="2489" y="4694"/>
                    <a:pt x="3277" y="5261"/>
                    <a:pt x="4159" y="5261"/>
                  </a:cubicBezTo>
                  <a:cubicBezTo>
                    <a:pt x="4569" y="5261"/>
                    <a:pt x="4884" y="5576"/>
                    <a:pt x="4884" y="5986"/>
                  </a:cubicBezTo>
                  <a:cubicBezTo>
                    <a:pt x="4884" y="6364"/>
                    <a:pt x="4569" y="6679"/>
                    <a:pt x="4159" y="6679"/>
                  </a:cubicBezTo>
                  <a:cubicBezTo>
                    <a:pt x="3277" y="6679"/>
                    <a:pt x="2489" y="7278"/>
                    <a:pt x="2206" y="8097"/>
                  </a:cubicBezTo>
                  <a:cubicBezTo>
                    <a:pt x="977" y="8223"/>
                    <a:pt x="1" y="9263"/>
                    <a:pt x="1" y="10523"/>
                  </a:cubicBezTo>
                  <a:lnTo>
                    <a:pt x="1" y="11531"/>
                  </a:lnTo>
                  <a:cubicBezTo>
                    <a:pt x="1" y="11720"/>
                    <a:pt x="158" y="11877"/>
                    <a:pt x="347" y="11877"/>
                  </a:cubicBezTo>
                  <a:lnTo>
                    <a:pt x="1733" y="11877"/>
                  </a:lnTo>
                  <a:cubicBezTo>
                    <a:pt x="1922" y="11877"/>
                    <a:pt x="2080" y="11720"/>
                    <a:pt x="2080" y="11531"/>
                  </a:cubicBezTo>
                  <a:lnTo>
                    <a:pt x="2080" y="10523"/>
                  </a:lnTo>
                  <a:cubicBezTo>
                    <a:pt x="2080" y="10302"/>
                    <a:pt x="2237" y="10145"/>
                    <a:pt x="2426" y="10145"/>
                  </a:cubicBezTo>
                  <a:lnTo>
                    <a:pt x="2647" y="10145"/>
                  </a:lnTo>
                  <a:cubicBezTo>
                    <a:pt x="3025" y="10586"/>
                    <a:pt x="3592" y="10869"/>
                    <a:pt x="4159" y="10869"/>
                  </a:cubicBezTo>
                  <a:cubicBezTo>
                    <a:pt x="6837" y="10869"/>
                    <a:pt x="9011" y="8695"/>
                    <a:pt x="9011" y="6018"/>
                  </a:cubicBezTo>
                  <a:cubicBezTo>
                    <a:pt x="9042" y="3277"/>
                    <a:pt x="6837" y="1103"/>
                    <a:pt x="4159" y="1103"/>
                  </a:cubicBezTo>
                  <a:cubicBezTo>
                    <a:pt x="3592" y="1103"/>
                    <a:pt x="3025" y="1323"/>
                    <a:pt x="2647" y="1796"/>
                  </a:cubicBezTo>
                  <a:lnTo>
                    <a:pt x="2426" y="1796"/>
                  </a:lnTo>
                  <a:cubicBezTo>
                    <a:pt x="2237" y="1796"/>
                    <a:pt x="2080" y="1638"/>
                    <a:pt x="2080" y="1449"/>
                  </a:cubicBezTo>
                  <a:lnTo>
                    <a:pt x="2080" y="347"/>
                  </a:lnTo>
                  <a:cubicBezTo>
                    <a:pt x="2080" y="158"/>
                    <a:pt x="1922" y="0"/>
                    <a:pt x="17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9" name="Google Shape;10739;p135"/>
            <p:cNvSpPr/>
            <p:nvPr/>
          </p:nvSpPr>
          <p:spPr>
            <a:xfrm>
              <a:off x="-23081850" y="2425475"/>
              <a:ext cx="96100" cy="151250"/>
            </a:xfrm>
            <a:custGeom>
              <a:rect b="b" l="l" r="r" t="t"/>
              <a:pathLst>
                <a:path extrusionOk="0" h="6050" w="3844">
                  <a:moveTo>
                    <a:pt x="2568" y="1"/>
                  </a:moveTo>
                  <a:cubicBezTo>
                    <a:pt x="2481" y="1"/>
                    <a:pt x="2395" y="32"/>
                    <a:pt x="2332" y="95"/>
                  </a:cubicBezTo>
                  <a:cubicBezTo>
                    <a:pt x="2205" y="221"/>
                    <a:pt x="2205" y="442"/>
                    <a:pt x="2332" y="568"/>
                  </a:cubicBezTo>
                  <a:cubicBezTo>
                    <a:pt x="2867" y="1072"/>
                    <a:pt x="3151" y="1796"/>
                    <a:pt x="3151" y="2553"/>
                  </a:cubicBezTo>
                  <a:cubicBezTo>
                    <a:pt x="3151" y="3277"/>
                    <a:pt x="2899" y="3970"/>
                    <a:pt x="2332" y="4506"/>
                  </a:cubicBezTo>
                  <a:cubicBezTo>
                    <a:pt x="1827" y="5010"/>
                    <a:pt x="1134" y="5325"/>
                    <a:pt x="378" y="5325"/>
                  </a:cubicBezTo>
                  <a:cubicBezTo>
                    <a:pt x="189" y="5325"/>
                    <a:pt x="0" y="5482"/>
                    <a:pt x="0" y="5703"/>
                  </a:cubicBezTo>
                  <a:cubicBezTo>
                    <a:pt x="0" y="5892"/>
                    <a:pt x="189" y="6050"/>
                    <a:pt x="378" y="6050"/>
                  </a:cubicBezTo>
                  <a:cubicBezTo>
                    <a:pt x="1292" y="6050"/>
                    <a:pt x="2174" y="5703"/>
                    <a:pt x="2804" y="5010"/>
                  </a:cubicBezTo>
                  <a:cubicBezTo>
                    <a:pt x="3466" y="4348"/>
                    <a:pt x="3844" y="3498"/>
                    <a:pt x="3844" y="2584"/>
                  </a:cubicBezTo>
                  <a:cubicBezTo>
                    <a:pt x="3844" y="1670"/>
                    <a:pt x="3434" y="757"/>
                    <a:pt x="2804" y="95"/>
                  </a:cubicBezTo>
                  <a:cubicBezTo>
                    <a:pt x="2741" y="32"/>
                    <a:pt x="2654" y="1"/>
                    <a:pt x="256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40" name="Google Shape;10740;p135"/>
          <p:cNvGrpSpPr/>
          <p:nvPr/>
        </p:nvGrpSpPr>
        <p:grpSpPr>
          <a:xfrm>
            <a:off x="7548556" y="3554109"/>
            <a:ext cx="354136" cy="354136"/>
            <a:chOff x="-23229150" y="2710600"/>
            <a:chExt cx="296175" cy="296175"/>
          </a:xfrm>
        </p:grpSpPr>
        <p:sp>
          <p:nvSpPr>
            <p:cNvPr id="10741" name="Google Shape;10741;p135"/>
            <p:cNvSpPr/>
            <p:nvPr/>
          </p:nvSpPr>
          <p:spPr>
            <a:xfrm>
              <a:off x="-23177150" y="2727925"/>
              <a:ext cx="191400" cy="258375"/>
            </a:xfrm>
            <a:custGeom>
              <a:rect b="b" l="l" r="r" t="t"/>
              <a:pathLst>
                <a:path extrusionOk="0" h="10335" w="7656">
                  <a:moveTo>
                    <a:pt x="3812" y="725"/>
                  </a:moveTo>
                  <a:cubicBezTo>
                    <a:pt x="4033" y="725"/>
                    <a:pt x="4190" y="883"/>
                    <a:pt x="4190" y="1072"/>
                  </a:cubicBezTo>
                  <a:lnTo>
                    <a:pt x="4190" y="1418"/>
                  </a:lnTo>
                  <a:lnTo>
                    <a:pt x="3466" y="1418"/>
                  </a:lnTo>
                  <a:lnTo>
                    <a:pt x="3466" y="1072"/>
                  </a:lnTo>
                  <a:cubicBezTo>
                    <a:pt x="3466" y="883"/>
                    <a:pt x="3623" y="725"/>
                    <a:pt x="3812" y="725"/>
                  </a:cubicBezTo>
                  <a:close/>
                  <a:moveTo>
                    <a:pt x="6238" y="1387"/>
                  </a:moveTo>
                  <a:cubicBezTo>
                    <a:pt x="6648" y="1418"/>
                    <a:pt x="6931" y="1702"/>
                    <a:pt x="6931" y="2111"/>
                  </a:cubicBezTo>
                  <a:cubicBezTo>
                    <a:pt x="6931" y="2206"/>
                    <a:pt x="6900" y="2363"/>
                    <a:pt x="6805" y="2458"/>
                  </a:cubicBezTo>
                  <a:cubicBezTo>
                    <a:pt x="6585" y="2206"/>
                    <a:pt x="6238" y="2111"/>
                    <a:pt x="5860" y="2111"/>
                  </a:cubicBezTo>
                  <a:lnTo>
                    <a:pt x="4852" y="2111"/>
                  </a:lnTo>
                  <a:lnTo>
                    <a:pt x="4852" y="1387"/>
                  </a:lnTo>
                  <a:close/>
                  <a:moveTo>
                    <a:pt x="2804" y="1418"/>
                  </a:moveTo>
                  <a:lnTo>
                    <a:pt x="2804" y="2143"/>
                  </a:lnTo>
                  <a:lnTo>
                    <a:pt x="1796" y="2143"/>
                  </a:lnTo>
                  <a:cubicBezTo>
                    <a:pt x="1418" y="2143"/>
                    <a:pt x="1071" y="2300"/>
                    <a:pt x="851" y="2489"/>
                  </a:cubicBezTo>
                  <a:cubicBezTo>
                    <a:pt x="756" y="2363"/>
                    <a:pt x="725" y="2269"/>
                    <a:pt x="725" y="2143"/>
                  </a:cubicBezTo>
                  <a:cubicBezTo>
                    <a:pt x="725" y="1702"/>
                    <a:pt x="1040" y="1418"/>
                    <a:pt x="1418" y="1418"/>
                  </a:cubicBezTo>
                  <a:close/>
                  <a:moveTo>
                    <a:pt x="4190" y="2111"/>
                  </a:moveTo>
                  <a:lnTo>
                    <a:pt x="4190" y="2804"/>
                  </a:lnTo>
                  <a:lnTo>
                    <a:pt x="3466" y="2804"/>
                  </a:lnTo>
                  <a:lnTo>
                    <a:pt x="3466" y="2111"/>
                  </a:lnTo>
                  <a:close/>
                  <a:moveTo>
                    <a:pt x="2772" y="2773"/>
                  </a:moveTo>
                  <a:lnTo>
                    <a:pt x="2772" y="3466"/>
                  </a:lnTo>
                  <a:lnTo>
                    <a:pt x="2079" y="3466"/>
                  </a:lnTo>
                  <a:cubicBezTo>
                    <a:pt x="1733" y="3466"/>
                    <a:pt x="1386" y="3624"/>
                    <a:pt x="1134" y="3844"/>
                  </a:cubicBezTo>
                  <a:cubicBezTo>
                    <a:pt x="1071" y="3718"/>
                    <a:pt x="1040" y="3592"/>
                    <a:pt x="1040" y="3466"/>
                  </a:cubicBezTo>
                  <a:cubicBezTo>
                    <a:pt x="1040" y="3088"/>
                    <a:pt x="1355" y="2773"/>
                    <a:pt x="1733" y="2773"/>
                  </a:cubicBezTo>
                  <a:close/>
                  <a:moveTo>
                    <a:pt x="5860" y="2804"/>
                  </a:moveTo>
                  <a:cubicBezTo>
                    <a:pt x="6270" y="2804"/>
                    <a:pt x="6585" y="3119"/>
                    <a:pt x="6585" y="3529"/>
                  </a:cubicBezTo>
                  <a:cubicBezTo>
                    <a:pt x="6585" y="3624"/>
                    <a:pt x="6553" y="3781"/>
                    <a:pt x="6459" y="3876"/>
                  </a:cubicBezTo>
                  <a:cubicBezTo>
                    <a:pt x="6270" y="3624"/>
                    <a:pt x="5923" y="3466"/>
                    <a:pt x="5576" y="3466"/>
                  </a:cubicBezTo>
                  <a:lnTo>
                    <a:pt x="4852" y="3466"/>
                  </a:lnTo>
                  <a:lnTo>
                    <a:pt x="4852" y="2804"/>
                  </a:lnTo>
                  <a:close/>
                  <a:moveTo>
                    <a:pt x="4190" y="3466"/>
                  </a:moveTo>
                  <a:lnTo>
                    <a:pt x="4190" y="4191"/>
                  </a:lnTo>
                  <a:lnTo>
                    <a:pt x="3466" y="4191"/>
                  </a:lnTo>
                  <a:lnTo>
                    <a:pt x="3466" y="3466"/>
                  </a:lnTo>
                  <a:close/>
                  <a:moveTo>
                    <a:pt x="4190" y="4884"/>
                  </a:moveTo>
                  <a:lnTo>
                    <a:pt x="4190" y="5608"/>
                  </a:lnTo>
                  <a:lnTo>
                    <a:pt x="3466" y="5608"/>
                  </a:lnTo>
                  <a:lnTo>
                    <a:pt x="3466" y="4884"/>
                  </a:lnTo>
                  <a:close/>
                  <a:moveTo>
                    <a:pt x="4190" y="6270"/>
                  </a:moveTo>
                  <a:lnTo>
                    <a:pt x="4190" y="7152"/>
                  </a:lnTo>
                  <a:lnTo>
                    <a:pt x="4190" y="7310"/>
                  </a:lnTo>
                  <a:cubicBezTo>
                    <a:pt x="4190" y="7499"/>
                    <a:pt x="4033" y="7656"/>
                    <a:pt x="3812" y="7656"/>
                  </a:cubicBezTo>
                  <a:cubicBezTo>
                    <a:pt x="3623" y="7656"/>
                    <a:pt x="3466" y="7499"/>
                    <a:pt x="3466" y="7310"/>
                  </a:cubicBezTo>
                  <a:lnTo>
                    <a:pt x="3466" y="7152"/>
                  </a:lnTo>
                  <a:lnTo>
                    <a:pt x="3466" y="6270"/>
                  </a:lnTo>
                  <a:close/>
                  <a:moveTo>
                    <a:pt x="5923" y="7656"/>
                  </a:moveTo>
                  <a:cubicBezTo>
                    <a:pt x="6112" y="7656"/>
                    <a:pt x="6270" y="7814"/>
                    <a:pt x="6270" y="8003"/>
                  </a:cubicBezTo>
                  <a:cubicBezTo>
                    <a:pt x="6270" y="8192"/>
                    <a:pt x="6144" y="8286"/>
                    <a:pt x="5986" y="8318"/>
                  </a:cubicBezTo>
                  <a:cubicBezTo>
                    <a:pt x="5734" y="8412"/>
                    <a:pt x="5450" y="8475"/>
                    <a:pt x="5198" y="8633"/>
                  </a:cubicBezTo>
                  <a:cubicBezTo>
                    <a:pt x="4789" y="8885"/>
                    <a:pt x="4411" y="9200"/>
                    <a:pt x="4096" y="9578"/>
                  </a:cubicBezTo>
                  <a:cubicBezTo>
                    <a:pt x="4064" y="9609"/>
                    <a:pt x="3938" y="9735"/>
                    <a:pt x="3812" y="9735"/>
                  </a:cubicBezTo>
                  <a:cubicBezTo>
                    <a:pt x="3655" y="9735"/>
                    <a:pt x="3592" y="9672"/>
                    <a:pt x="3560" y="9578"/>
                  </a:cubicBezTo>
                  <a:cubicBezTo>
                    <a:pt x="3088" y="8948"/>
                    <a:pt x="2426" y="8507"/>
                    <a:pt x="1670" y="8349"/>
                  </a:cubicBezTo>
                  <a:cubicBezTo>
                    <a:pt x="1544" y="8318"/>
                    <a:pt x="1386" y="8192"/>
                    <a:pt x="1386" y="8003"/>
                  </a:cubicBezTo>
                  <a:cubicBezTo>
                    <a:pt x="1386" y="7814"/>
                    <a:pt x="1544" y="7656"/>
                    <a:pt x="1733" y="7656"/>
                  </a:cubicBezTo>
                  <a:lnTo>
                    <a:pt x="2835" y="7656"/>
                  </a:lnTo>
                  <a:cubicBezTo>
                    <a:pt x="2993" y="8034"/>
                    <a:pt x="3371" y="8349"/>
                    <a:pt x="3844" y="8349"/>
                  </a:cubicBezTo>
                  <a:cubicBezTo>
                    <a:pt x="4316" y="8349"/>
                    <a:pt x="4663" y="8097"/>
                    <a:pt x="4820" y="7656"/>
                  </a:cubicBezTo>
                  <a:close/>
                  <a:moveTo>
                    <a:pt x="3812" y="0"/>
                  </a:moveTo>
                  <a:cubicBezTo>
                    <a:pt x="3371" y="0"/>
                    <a:pt x="2993" y="284"/>
                    <a:pt x="2835" y="725"/>
                  </a:cubicBezTo>
                  <a:lnTo>
                    <a:pt x="1386" y="725"/>
                  </a:lnTo>
                  <a:cubicBezTo>
                    <a:pt x="630" y="725"/>
                    <a:pt x="0" y="1355"/>
                    <a:pt x="0" y="2111"/>
                  </a:cubicBezTo>
                  <a:cubicBezTo>
                    <a:pt x="0" y="2489"/>
                    <a:pt x="158" y="2804"/>
                    <a:pt x="410" y="3088"/>
                  </a:cubicBezTo>
                  <a:cubicBezTo>
                    <a:pt x="378" y="3214"/>
                    <a:pt x="315" y="3340"/>
                    <a:pt x="315" y="3466"/>
                  </a:cubicBezTo>
                  <a:cubicBezTo>
                    <a:pt x="315" y="3876"/>
                    <a:pt x="473" y="4191"/>
                    <a:pt x="725" y="4474"/>
                  </a:cubicBezTo>
                  <a:cubicBezTo>
                    <a:pt x="693" y="4569"/>
                    <a:pt x="630" y="4726"/>
                    <a:pt x="630" y="4852"/>
                  </a:cubicBezTo>
                  <a:cubicBezTo>
                    <a:pt x="630" y="5608"/>
                    <a:pt x="1260" y="6238"/>
                    <a:pt x="2016" y="6238"/>
                  </a:cubicBezTo>
                  <a:cubicBezTo>
                    <a:pt x="2205" y="6238"/>
                    <a:pt x="2363" y="6081"/>
                    <a:pt x="2363" y="5892"/>
                  </a:cubicBezTo>
                  <a:cubicBezTo>
                    <a:pt x="2363" y="5671"/>
                    <a:pt x="2205" y="5514"/>
                    <a:pt x="2016" y="5514"/>
                  </a:cubicBezTo>
                  <a:cubicBezTo>
                    <a:pt x="1638" y="5514"/>
                    <a:pt x="1323" y="5199"/>
                    <a:pt x="1323" y="4821"/>
                  </a:cubicBezTo>
                  <a:cubicBezTo>
                    <a:pt x="1323" y="4411"/>
                    <a:pt x="1638" y="4096"/>
                    <a:pt x="2016" y="4096"/>
                  </a:cubicBezTo>
                  <a:lnTo>
                    <a:pt x="2741" y="4096"/>
                  </a:lnTo>
                  <a:lnTo>
                    <a:pt x="2741" y="6869"/>
                  </a:lnTo>
                  <a:lnTo>
                    <a:pt x="1701" y="6869"/>
                  </a:lnTo>
                  <a:cubicBezTo>
                    <a:pt x="1103" y="6869"/>
                    <a:pt x="693" y="7341"/>
                    <a:pt x="693" y="7877"/>
                  </a:cubicBezTo>
                  <a:cubicBezTo>
                    <a:pt x="693" y="8349"/>
                    <a:pt x="1008" y="8759"/>
                    <a:pt x="1481" y="8916"/>
                  </a:cubicBezTo>
                  <a:cubicBezTo>
                    <a:pt x="2048" y="9074"/>
                    <a:pt x="2615" y="9420"/>
                    <a:pt x="2961" y="9893"/>
                  </a:cubicBezTo>
                  <a:cubicBezTo>
                    <a:pt x="3151" y="10177"/>
                    <a:pt x="3466" y="10334"/>
                    <a:pt x="3781" y="10334"/>
                  </a:cubicBezTo>
                  <a:cubicBezTo>
                    <a:pt x="4096" y="10334"/>
                    <a:pt x="4411" y="10177"/>
                    <a:pt x="4631" y="9924"/>
                  </a:cubicBezTo>
                  <a:cubicBezTo>
                    <a:pt x="4852" y="9609"/>
                    <a:pt x="5135" y="9389"/>
                    <a:pt x="5482" y="9168"/>
                  </a:cubicBezTo>
                  <a:cubicBezTo>
                    <a:pt x="5671" y="9074"/>
                    <a:pt x="5891" y="8979"/>
                    <a:pt x="6112" y="8948"/>
                  </a:cubicBezTo>
                  <a:cubicBezTo>
                    <a:pt x="6585" y="8822"/>
                    <a:pt x="6900" y="8444"/>
                    <a:pt x="6900" y="7971"/>
                  </a:cubicBezTo>
                  <a:cubicBezTo>
                    <a:pt x="6900" y="7373"/>
                    <a:pt x="6427" y="6932"/>
                    <a:pt x="5891" y="6932"/>
                  </a:cubicBezTo>
                  <a:lnTo>
                    <a:pt x="4852" y="6932"/>
                  </a:lnTo>
                  <a:lnTo>
                    <a:pt x="4852" y="4191"/>
                  </a:lnTo>
                  <a:lnTo>
                    <a:pt x="5576" y="4191"/>
                  </a:lnTo>
                  <a:cubicBezTo>
                    <a:pt x="5954" y="4191"/>
                    <a:pt x="6270" y="4506"/>
                    <a:pt x="6270" y="4884"/>
                  </a:cubicBezTo>
                  <a:cubicBezTo>
                    <a:pt x="6270" y="5293"/>
                    <a:pt x="5954" y="5608"/>
                    <a:pt x="5576" y="5608"/>
                  </a:cubicBezTo>
                  <a:cubicBezTo>
                    <a:pt x="5356" y="5608"/>
                    <a:pt x="5198" y="5766"/>
                    <a:pt x="5198" y="5955"/>
                  </a:cubicBezTo>
                  <a:cubicBezTo>
                    <a:pt x="5198" y="6144"/>
                    <a:pt x="5356" y="6301"/>
                    <a:pt x="5576" y="6301"/>
                  </a:cubicBezTo>
                  <a:cubicBezTo>
                    <a:pt x="6301" y="6301"/>
                    <a:pt x="6931" y="5671"/>
                    <a:pt x="6931" y="4915"/>
                  </a:cubicBezTo>
                  <a:cubicBezTo>
                    <a:pt x="6931" y="4758"/>
                    <a:pt x="6900" y="4663"/>
                    <a:pt x="6868" y="4537"/>
                  </a:cubicBezTo>
                  <a:cubicBezTo>
                    <a:pt x="7152" y="4254"/>
                    <a:pt x="7246" y="3939"/>
                    <a:pt x="7246" y="3561"/>
                  </a:cubicBezTo>
                  <a:cubicBezTo>
                    <a:pt x="7246" y="3403"/>
                    <a:pt x="7215" y="3277"/>
                    <a:pt x="7183" y="3151"/>
                  </a:cubicBezTo>
                  <a:cubicBezTo>
                    <a:pt x="7498" y="2836"/>
                    <a:pt x="7656" y="2489"/>
                    <a:pt x="7656" y="2111"/>
                  </a:cubicBezTo>
                  <a:cubicBezTo>
                    <a:pt x="7656" y="1355"/>
                    <a:pt x="7026" y="725"/>
                    <a:pt x="6270" y="725"/>
                  </a:cubicBezTo>
                  <a:lnTo>
                    <a:pt x="4820" y="725"/>
                  </a:lnTo>
                  <a:cubicBezTo>
                    <a:pt x="4663" y="316"/>
                    <a:pt x="4285" y="0"/>
                    <a:pt x="381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2" name="Google Shape;10742;p135"/>
            <p:cNvSpPr/>
            <p:nvPr/>
          </p:nvSpPr>
          <p:spPr>
            <a:xfrm>
              <a:off x="-23229150" y="2710600"/>
              <a:ext cx="296175" cy="296175"/>
            </a:xfrm>
            <a:custGeom>
              <a:rect b="b" l="l" r="r" t="t"/>
              <a:pathLst>
                <a:path extrusionOk="0" h="11847" w="11847">
                  <a:moveTo>
                    <a:pt x="10775" y="693"/>
                  </a:moveTo>
                  <a:cubicBezTo>
                    <a:pt x="10996" y="693"/>
                    <a:pt x="11153" y="851"/>
                    <a:pt x="11153" y="1072"/>
                  </a:cubicBezTo>
                  <a:lnTo>
                    <a:pt x="11153" y="10775"/>
                  </a:lnTo>
                  <a:cubicBezTo>
                    <a:pt x="11153" y="10996"/>
                    <a:pt x="10996" y="11153"/>
                    <a:pt x="10775" y="11153"/>
                  </a:cubicBezTo>
                  <a:lnTo>
                    <a:pt x="1072" y="11153"/>
                  </a:lnTo>
                  <a:cubicBezTo>
                    <a:pt x="851" y="11153"/>
                    <a:pt x="694" y="10996"/>
                    <a:pt x="694" y="10775"/>
                  </a:cubicBezTo>
                  <a:lnTo>
                    <a:pt x="694" y="1072"/>
                  </a:lnTo>
                  <a:cubicBezTo>
                    <a:pt x="694" y="851"/>
                    <a:pt x="851" y="693"/>
                    <a:pt x="1072" y="693"/>
                  </a:cubicBezTo>
                  <a:close/>
                  <a:moveTo>
                    <a:pt x="1072" y="0"/>
                  </a:moveTo>
                  <a:cubicBezTo>
                    <a:pt x="473" y="0"/>
                    <a:pt x="1" y="473"/>
                    <a:pt x="1" y="1072"/>
                  </a:cubicBezTo>
                  <a:lnTo>
                    <a:pt x="1" y="10775"/>
                  </a:lnTo>
                  <a:cubicBezTo>
                    <a:pt x="1" y="11374"/>
                    <a:pt x="473" y="11846"/>
                    <a:pt x="1072" y="11846"/>
                  </a:cubicBezTo>
                  <a:lnTo>
                    <a:pt x="10807" y="11846"/>
                  </a:lnTo>
                  <a:cubicBezTo>
                    <a:pt x="11374" y="11846"/>
                    <a:pt x="11847" y="11374"/>
                    <a:pt x="11847" y="10775"/>
                  </a:cubicBezTo>
                  <a:lnTo>
                    <a:pt x="11847" y="1072"/>
                  </a:lnTo>
                  <a:cubicBezTo>
                    <a:pt x="11847" y="473"/>
                    <a:pt x="11342" y="0"/>
                    <a:pt x="1080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743" name="Google Shape;10743;p135"/>
          <p:cNvSpPr/>
          <p:nvPr/>
        </p:nvSpPr>
        <p:spPr>
          <a:xfrm>
            <a:off x="6650549" y="4047621"/>
            <a:ext cx="354136" cy="353180"/>
          </a:xfrm>
          <a:custGeom>
            <a:rect b="b" l="l" r="r" t="t"/>
            <a:pathLst>
              <a:path extrusionOk="0" h="11815" w="11847">
                <a:moveTo>
                  <a:pt x="5829" y="662"/>
                </a:moveTo>
                <a:cubicBezTo>
                  <a:pt x="6018" y="662"/>
                  <a:pt x="6176" y="820"/>
                  <a:pt x="6176" y="1009"/>
                </a:cubicBezTo>
                <a:cubicBezTo>
                  <a:pt x="6176" y="1229"/>
                  <a:pt x="6018" y="1387"/>
                  <a:pt x="5829" y="1387"/>
                </a:cubicBezTo>
                <a:cubicBezTo>
                  <a:pt x="5640" y="1387"/>
                  <a:pt x="5483" y="1229"/>
                  <a:pt x="5483" y="1009"/>
                </a:cubicBezTo>
                <a:cubicBezTo>
                  <a:pt x="5483" y="820"/>
                  <a:pt x="5640" y="662"/>
                  <a:pt x="5829" y="662"/>
                </a:cubicBezTo>
                <a:close/>
                <a:moveTo>
                  <a:pt x="3225" y="2798"/>
                </a:moveTo>
                <a:cubicBezTo>
                  <a:pt x="3766" y="2798"/>
                  <a:pt x="4911" y="3708"/>
                  <a:pt x="5483" y="4159"/>
                </a:cubicBezTo>
                <a:lnTo>
                  <a:pt x="5483" y="4884"/>
                </a:lnTo>
                <a:lnTo>
                  <a:pt x="4727" y="4884"/>
                </a:lnTo>
                <a:cubicBezTo>
                  <a:pt x="4758" y="4758"/>
                  <a:pt x="4790" y="4632"/>
                  <a:pt x="4790" y="4537"/>
                </a:cubicBezTo>
                <a:cubicBezTo>
                  <a:pt x="4790" y="4317"/>
                  <a:pt x="4632" y="4159"/>
                  <a:pt x="4443" y="4159"/>
                </a:cubicBezTo>
                <a:cubicBezTo>
                  <a:pt x="4254" y="4159"/>
                  <a:pt x="4097" y="4317"/>
                  <a:pt x="4097" y="4537"/>
                </a:cubicBezTo>
                <a:cubicBezTo>
                  <a:pt x="4097" y="4726"/>
                  <a:pt x="3939" y="4884"/>
                  <a:pt x="3750" y="4884"/>
                </a:cubicBezTo>
                <a:lnTo>
                  <a:pt x="3435" y="4884"/>
                </a:lnTo>
                <a:cubicBezTo>
                  <a:pt x="3655" y="4569"/>
                  <a:pt x="3813" y="4254"/>
                  <a:pt x="3908" y="3939"/>
                </a:cubicBezTo>
                <a:cubicBezTo>
                  <a:pt x="3971" y="3750"/>
                  <a:pt x="3844" y="3529"/>
                  <a:pt x="3655" y="3498"/>
                </a:cubicBezTo>
                <a:cubicBezTo>
                  <a:pt x="3617" y="3485"/>
                  <a:pt x="3578" y="3478"/>
                  <a:pt x="3541" y="3478"/>
                </a:cubicBezTo>
                <a:cubicBezTo>
                  <a:pt x="3395" y="3478"/>
                  <a:pt x="3265" y="3574"/>
                  <a:pt x="3214" y="3750"/>
                </a:cubicBezTo>
                <a:cubicBezTo>
                  <a:pt x="3025" y="4380"/>
                  <a:pt x="2710" y="4726"/>
                  <a:pt x="2269" y="4884"/>
                </a:cubicBezTo>
                <a:lnTo>
                  <a:pt x="1482" y="4884"/>
                </a:lnTo>
                <a:cubicBezTo>
                  <a:pt x="2049" y="4411"/>
                  <a:pt x="2364" y="3907"/>
                  <a:pt x="2584" y="3466"/>
                </a:cubicBezTo>
                <a:cubicBezTo>
                  <a:pt x="2836" y="3057"/>
                  <a:pt x="2962" y="2836"/>
                  <a:pt x="3151" y="2805"/>
                </a:cubicBezTo>
                <a:cubicBezTo>
                  <a:pt x="3174" y="2800"/>
                  <a:pt x="3199" y="2798"/>
                  <a:pt x="3225" y="2798"/>
                </a:cubicBezTo>
                <a:close/>
                <a:moveTo>
                  <a:pt x="8424" y="2770"/>
                </a:moveTo>
                <a:cubicBezTo>
                  <a:pt x="8442" y="2770"/>
                  <a:pt x="8459" y="2771"/>
                  <a:pt x="8476" y="2773"/>
                </a:cubicBezTo>
                <a:cubicBezTo>
                  <a:pt x="8665" y="2836"/>
                  <a:pt x="8791" y="3057"/>
                  <a:pt x="9011" y="3466"/>
                </a:cubicBezTo>
                <a:cubicBezTo>
                  <a:pt x="9263" y="3876"/>
                  <a:pt x="9578" y="4411"/>
                  <a:pt x="10082" y="4884"/>
                </a:cubicBezTo>
                <a:lnTo>
                  <a:pt x="9326" y="4884"/>
                </a:lnTo>
                <a:cubicBezTo>
                  <a:pt x="8885" y="4726"/>
                  <a:pt x="8570" y="4348"/>
                  <a:pt x="8381" y="3750"/>
                </a:cubicBezTo>
                <a:cubicBezTo>
                  <a:pt x="8328" y="3564"/>
                  <a:pt x="8164" y="3490"/>
                  <a:pt x="8019" y="3490"/>
                </a:cubicBezTo>
                <a:cubicBezTo>
                  <a:pt x="7992" y="3490"/>
                  <a:pt x="7965" y="3493"/>
                  <a:pt x="7940" y="3498"/>
                </a:cubicBezTo>
                <a:cubicBezTo>
                  <a:pt x="7783" y="3529"/>
                  <a:pt x="7688" y="3781"/>
                  <a:pt x="7720" y="3939"/>
                </a:cubicBezTo>
                <a:cubicBezTo>
                  <a:pt x="7783" y="4191"/>
                  <a:pt x="7940" y="4569"/>
                  <a:pt x="8192" y="4884"/>
                </a:cubicBezTo>
                <a:lnTo>
                  <a:pt x="7877" y="4884"/>
                </a:lnTo>
                <a:cubicBezTo>
                  <a:pt x="7688" y="4884"/>
                  <a:pt x="7531" y="4726"/>
                  <a:pt x="7531" y="4537"/>
                </a:cubicBezTo>
                <a:cubicBezTo>
                  <a:pt x="7531" y="4317"/>
                  <a:pt x="7373" y="4159"/>
                  <a:pt x="7153" y="4159"/>
                </a:cubicBezTo>
                <a:cubicBezTo>
                  <a:pt x="6963" y="4159"/>
                  <a:pt x="6806" y="4317"/>
                  <a:pt x="6806" y="4537"/>
                </a:cubicBezTo>
                <a:cubicBezTo>
                  <a:pt x="6806" y="4632"/>
                  <a:pt x="6837" y="4758"/>
                  <a:pt x="6900" y="4884"/>
                </a:cubicBezTo>
                <a:lnTo>
                  <a:pt x="6144" y="4884"/>
                </a:lnTo>
                <a:lnTo>
                  <a:pt x="6144" y="4159"/>
                </a:lnTo>
                <a:cubicBezTo>
                  <a:pt x="6663" y="3701"/>
                  <a:pt x="7863" y="2770"/>
                  <a:pt x="8424" y="2770"/>
                </a:cubicBezTo>
                <a:close/>
                <a:moveTo>
                  <a:pt x="7216" y="5545"/>
                </a:moveTo>
                <a:cubicBezTo>
                  <a:pt x="7405" y="5545"/>
                  <a:pt x="7562" y="5703"/>
                  <a:pt x="7562" y="5892"/>
                </a:cubicBezTo>
                <a:cubicBezTo>
                  <a:pt x="7562" y="6113"/>
                  <a:pt x="7405" y="6270"/>
                  <a:pt x="7216" y="6270"/>
                </a:cubicBezTo>
                <a:lnTo>
                  <a:pt x="6176" y="6270"/>
                </a:lnTo>
                <a:lnTo>
                  <a:pt x="6176" y="5545"/>
                </a:lnTo>
                <a:close/>
                <a:moveTo>
                  <a:pt x="5483" y="6963"/>
                </a:moveTo>
                <a:lnTo>
                  <a:pt x="5483" y="7688"/>
                </a:lnTo>
                <a:lnTo>
                  <a:pt x="4443" y="7688"/>
                </a:lnTo>
                <a:cubicBezTo>
                  <a:pt x="4254" y="7688"/>
                  <a:pt x="4097" y="7530"/>
                  <a:pt x="4097" y="7310"/>
                </a:cubicBezTo>
                <a:cubicBezTo>
                  <a:pt x="4097" y="7121"/>
                  <a:pt x="4254" y="6963"/>
                  <a:pt x="4443" y="6963"/>
                </a:cubicBezTo>
                <a:close/>
                <a:moveTo>
                  <a:pt x="6491" y="8349"/>
                </a:moveTo>
                <a:cubicBezTo>
                  <a:pt x="6680" y="8349"/>
                  <a:pt x="6837" y="8507"/>
                  <a:pt x="6837" y="8696"/>
                </a:cubicBezTo>
                <a:cubicBezTo>
                  <a:pt x="6837" y="8885"/>
                  <a:pt x="6680" y="9042"/>
                  <a:pt x="6491" y="9042"/>
                </a:cubicBezTo>
                <a:lnTo>
                  <a:pt x="6144" y="9042"/>
                </a:lnTo>
                <a:lnTo>
                  <a:pt x="6144" y="8349"/>
                </a:lnTo>
                <a:close/>
                <a:moveTo>
                  <a:pt x="5483" y="9736"/>
                </a:moveTo>
                <a:lnTo>
                  <a:pt x="5483" y="10429"/>
                </a:lnTo>
                <a:lnTo>
                  <a:pt x="5105" y="10429"/>
                </a:lnTo>
                <a:cubicBezTo>
                  <a:pt x="4916" y="10429"/>
                  <a:pt x="4758" y="10271"/>
                  <a:pt x="4758" y="10082"/>
                </a:cubicBezTo>
                <a:cubicBezTo>
                  <a:pt x="4758" y="9893"/>
                  <a:pt x="4916" y="9736"/>
                  <a:pt x="5105" y="9736"/>
                </a:cubicBezTo>
                <a:close/>
                <a:moveTo>
                  <a:pt x="5861" y="1"/>
                </a:moveTo>
                <a:cubicBezTo>
                  <a:pt x="5325" y="1"/>
                  <a:pt x="4853" y="473"/>
                  <a:pt x="4853" y="1009"/>
                </a:cubicBezTo>
                <a:cubicBezTo>
                  <a:pt x="4853" y="1450"/>
                  <a:pt x="5136" y="1828"/>
                  <a:pt x="5546" y="1985"/>
                </a:cubicBezTo>
                <a:lnTo>
                  <a:pt x="5546" y="3309"/>
                </a:lnTo>
                <a:cubicBezTo>
                  <a:pt x="4475" y="2440"/>
                  <a:pt x="3776" y="2104"/>
                  <a:pt x="3254" y="2104"/>
                </a:cubicBezTo>
                <a:cubicBezTo>
                  <a:pt x="3208" y="2104"/>
                  <a:pt x="3163" y="2106"/>
                  <a:pt x="3120" y="2111"/>
                </a:cubicBezTo>
                <a:cubicBezTo>
                  <a:pt x="2616" y="2206"/>
                  <a:pt x="2332" y="2678"/>
                  <a:pt x="2080" y="3151"/>
                </a:cubicBezTo>
                <a:cubicBezTo>
                  <a:pt x="1734" y="3750"/>
                  <a:pt x="1356" y="4474"/>
                  <a:pt x="253" y="4915"/>
                </a:cubicBezTo>
                <a:cubicBezTo>
                  <a:pt x="95" y="4978"/>
                  <a:pt x="1" y="5167"/>
                  <a:pt x="32" y="5325"/>
                </a:cubicBezTo>
                <a:cubicBezTo>
                  <a:pt x="95" y="5482"/>
                  <a:pt x="190" y="5577"/>
                  <a:pt x="410" y="5577"/>
                </a:cubicBezTo>
                <a:lnTo>
                  <a:pt x="5609" y="5577"/>
                </a:lnTo>
                <a:lnTo>
                  <a:pt x="5609" y="6302"/>
                </a:lnTo>
                <a:lnTo>
                  <a:pt x="4569" y="6302"/>
                </a:lnTo>
                <a:cubicBezTo>
                  <a:pt x="3971" y="6302"/>
                  <a:pt x="3561" y="6774"/>
                  <a:pt x="3561" y="7310"/>
                </a:cubicBezTo>
                <a:cubicBezTo>
                  <a:pt x="3561" y="7908"/>
                  <a:pt x="4034" y="8349"/>
                  <a:pt x="4569" y="8349"/>
                </a:cubicBezTo>
                <a:lnTo>
                  <a:pt x="5609" y="8349"/>
                </a:lnTo>
                <a:lnTo>
                  <a:pt x="5609" y="9042"/>
                </a:lnTo>
                <a:lnTo>
                  <a:pt x="5231" y="9042"/>
                </a:lnTo>
                <a:cubicBezTo>
                  <a:pt x="4664" y="9042"/>
                  <a:pt x="4223" y="9515"/>
                  <a:pt x="4223" y="10082"/>
                </a:cubicBezTo>
                <a:cubicBezTo>
                  <a:pt x="4223" y="10681"/>
                  <a:pt x="4695" y="11090"/>
                  <a:pt x="5231" y="11090"/>
                </a:cubicBezTo>
                <a:lnTo>
                  <a:pt x="5609" y="11090"/>
                </a:lnTo>
                <a:lnTo>
                  <a:pt x="5609" y="11468"/>
                </a:lnTo>
                <a:cubicBezTo>
                  <a:pt x="5609" y="11657"/>
                  <a:pt x="5766" y="11815"/>
                  <a:pt x="5955" y="11815"/>
                </a:cubicBezTo>
                <a:cubicBezTo>
                  <a:pt x="6144" y="11815"/>
                  <a:pt x="6302" y="11657"/>
                  <a:pt x="6302" y="11468"/>
                </a:cubicBezTo>
                <a:lnTo>
                  <a:pt x="6302" y="11090"/>
                </a:lnTo>
                <a:lnTo>
                  <a:pt x="6648" y="11090"/>
                </a:lnTo>
                <a:cubicBezTo>
                  <a:pt x="6869" y="11090"/>
                  <a:pt x="7027" y="10933"/>
                  <a:pt x="7027" y="10744"/>
                </a:cubicBezTo>
                <a:cubicBezTo>
                  <a:pt x="7027" y="10555"/>
                  <a:pt x="6869" y="10397"/>
                  <a:pt x="6648" y="10397"/>
                </a:cubicBezTo>
                <a:lnTo>
                  <a:pt x="6302" y="10397"/>
                </a:lnTo>
                <a:lnTo>
                  <a:pt x="6302" y="9673"/>
                </a:lnTo>
                <a:lnTo>
                  <a:pt x="6648" y="9673"/>
                </a:lnTo>
                <a:cubicBezTo>
                  <a:pt x="7247" y="9673"/>
                  <a:pt x="7688" y="9200"/>
                  <a:pt x="7688" y="8664"/>
                </a:cubicBezTo>
                <a:cubicBezTo>
                  <a:pt x="7688" y="8066"/>
                  <a:pt x="7216" y="7625"/>
                  <a:pt x="6648" y="7625"/>
                </a:cubicBezTo>
                <a:lnTo>
                  <a:pt x="6302" y="7625"/>
                </a:lnTo>
                <a:lnTo>
                  <a:pt x="6302" y="6932"/>
                </a:lnTo>
                <a:lnTo>
                  <a:pt x="7342" y="6932"/>
                </a:lnTo>
                <a:cubicBezTo>
                  <a:pt x="7909" y="6932"/>
                  <a:pt x="8350" y="6459"/>
                  <a:pt x="8350" y="5892"/>
                </a:cubicBezTo>
                <a:cubicBezTo>
                  <a:pt x="8350" y="5766"/>
                  <a:pt x="8318" y="5671"/>
                  <a:pt x="8287" y="5545"/>
                </a:cubicBezTo>
                <a:lnTo>
                  <a:pt x="11469" y="5545"/>
                </a:lnTo>
                <a:cubicBezTo>
                  <a:pt x="11626" y="5545"/>
                  <a:pt x="11784" y="5419"/>
                  <a:pt x="11815" y="5262"/>
                </a:cubicBezTo>
                <a:cubicBezTo>
                  <a:pt x="11847" y="5104"/>
                  <a:pt x="11658" y="4947"/>
                  <a:pt x="11500" y="4915"/>
                </a:cubicBezTo>
                <a:cubicBezTo>
                  <a:pt x="10398" y="4474"/>
                  <a:pt x="9988" y="3750"/>
                  <a:pt x="9641" y="3151"/>
                </a:cubicBezTo>
                <a:cubicBezTo>
                  <a:pt x="9389" y="2678"/>
                  <a:pt x="9137" y="2237"/>
                  <a:pt x="8633" y="2111"/>
                </a:cubicBezTo>
                <a:cubicBezTo>
                  <a:pt x="8563" y="2096"/>
                  <a:pt x="8491" y="2088"/>
                  <a:pt x="8417" y="2088"/>
                </a:cubicBezTo>
                <a:cubicBezTo>
                  <a:pt x="7893" y="2088"/>
                  <a:pt x="7252" y="2481"/>
                  <a:pt x="6176" y="3309"/>
                </a:cubicBezTo>
                <a:lnTo>
                  <a:pt x="6176" y="1985"/>
                </a:lnTo>
                <a:cubicBezTo>
                  <a:pt x="6585" y="1828"/>
                  <a:pt x="6900" y="1481"/>
                  <a:pt x="6900" y="1009"/>
                </a:cubicBezTo>
                <a:cubicBezTo>
                  <a:pt x="6900" y="410"/>
                  <a:pt x="6428" y="1"/>
                  <a:pt x="586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4" name="Google Shape;10744;p135"/>
          <p:cNvSpPr/>
          <p:nvPr/>
        </p:nvSpPr>
        <p:spPr>
          <a:xfrm>
            <a:off x="4883479" y="2666487"/>
            <a:ext cx="322122" cy="352253"/>
          </a:xfrm>
          <a:custGeom>
            <a:rect b="b" l="l" r="r" t="t"/>
            <a:pathLst>
              <a:path extrusionOk="0" h="11784" w="10776">
                <a:moveTo>
                  <a:pt x="5388" y="662"/>
                </a:moveTo>
                <a:cubicBezTo>
                  <a:pt x="6144" y="662"/>
                  <a:pt x="6774" y="1355"/>
                  <a:pt x="6774" y="2080"/>
                </a:cubicBezTo>
                <a:cubicBezTo>
                  <a:pt x="6774" y="2206"/>
                  <a:pt x="6711" y="2332"/>
                  <a:pt x="6680" y="2489"/>
                </a:cubicBezTo>
                <a:cubicBezTo>
                  <a:pt x="6333" y="2206"/>
                  <a:pt x="5861" y="2017"/>
                  <a:pt x="5388" y="2017"/>
                </a:cubicBezTo>
                <a:cubicBezTo>
                  <a:pt x="4915" y="2017"/>
                  <a:pt x="4443" y="2174"/>
                  <a:pt x="4096" y="2489"/>
                </a:cubicBezTo>
                <a:cubicBezTo>
                  <a:pt x="4033" y="2332"/>
                  <a:pt x="4002" y="2206"/>
                  <a:pt x="4002" y="2080"/>
                </a:cubicBezTo>
                <a:cubicBezTo>
                  <a:pt x="4002" y="1355"/>
                  <a:pt x="4632" y="662"/>
                  <a:pt x="5388" y="662"/>
                </a:cubicBezTo>
                <a:close/>
                <a:moveTo>
                  <a:pt x="5388" y="2710"/>
                </a:moveTo>
                <a:cubicBezTo>
                  <a:pt x="5766" y="2710"/>
                  <a:pt x="6144" y="2867"/>
                  <a:pt x="6365" y="3151"/>
                </a:cubicBezTo>
                <a:cubicBezTo>
                  <a:pt x="6176" y="3592"/>
                  <a:pt x="5829" y="4096"/>
                  <a:pt x="5419" y="4663"/>
                </a:cubicBezTo>
                <a:cubicBezTo>
                  <a:pt x="5293" y="4506"/>
                  <a:pt x="5230" y="4380"/>
                  <a:pt x="5104" y="4253"/>
                </a:cubicBezTo>
                <a:cubicBezTo>
                  <a:pt x="4852" y="3812"/>
                  <a:pt x="4600" y="3466"/>
                  <a:pt x="4411" y="3151"/>
                </a:cubicBezTo>
                <a:cubicBezTo>
                  <a:pt x="4663" y="2867"/>
                  <a:pt x="5041" y="2710"/>
                  <a:pt x="5388" y="2710"/>
                </a:cubicBezTo>
                <a:close/>
                <a:moveTo>
                  <a:pt x="7404" y="1576"/>
                </a:moveTo>
                <a:lnTo>
                  <a:pt x="7404" y="1576"/>
                </a:lnTo>
                <a:cubicBezTo>
                  <a:pt x="7908" y="2048"/>
                  <a:pt x="8192" y="2773"/>
                  <a:pt x="8192" y="3497"/>
                </a:cubicBezTo>
                <a:cubicBezTo>
                  <a:pt x="8192" y="4222"/>
                  <a:pt x="7719" y="5230"/>
                  <a:pt x="6806" y="6490"/>
                </a:cubicBezTo>
                <a:cubicBezTo>
                  <a:pt x="6459" y="6081"/>
                  <a:pt x="6144" y="5640"/>
                  <a:pt x="5829" y="5230"/>
                </a:cubicBezTo>
                <a:cubicBezTo>
                  <a:pt x="6050" y="4915"/>
                  <a:pt x="6428" y="4443"/>
                  <a:pt x="6743" y="3938"/>
                </a:cubicBezTo>
                <a:cubicBezTo>
                  <a:pt x="7215" y="3151"/>
                  <a:pt x="7467" y="2552"/>
                  <a:pt x="7467" y="2143"/>
                </a:cubicBezTo>
                <a:cubicBezTo>
                  <a:pt x="7467" y="1922"/>
                  <a:pt x="7436" y="1733"/>
                  <a:pt x="7404" y="1576"/>
                </a:cubicBezTo>
                <a:close/>
                <a:moveTo>
                  <a:pt x="3970" y="7593"/>
                </a:moveTo>
                <a:cubicBezTo>
                  <a:pt x="4002" y="7656"/>
                  <a:pt x="4033" y="7688"/>
                  <a:pt x="4033" y="7719"/>
                </a:cubicBezTo>
                <a:lnTo>
                  <a:pt x="4947" y="8853"/>
                </a:lnTo>
                <a:lnTo>
                  <a:pt x="3151" y="11153"/>
                </a:lnTo>
                <a:lnTo>
                  <a:pt x="1135" y="11153"/>
                </a:lnTo>
                <a:cubicBezTo>
                  <a:pt x="2300" y="9641"/>
                  <a:pt x="3214" y="8538"/>
                  <a:pt x="3876" y="7719"/>
                </a:cubicBezTo>
                <a:lnTo>
                  <a:pt x="3970" y="7593"/>
                </a:lnTo>
                <a:close/>
                <a:moveTo>
                  <a:pt x="3435" y="1576"/>
                </a:moveTo>
                <a:lnTo>
                  <a:pt x="3435" y="1576"/>
                </a:lnTo>
                <a:cubicBezTo>
                  <a:pt x="3372" y="1765"/>
                  <a:pt x="3340" y="1922"/>
                  <a:pt x="3340" y="2143"/>
                </a:cubicBezTo>
                <a:cubicBezTo>
                  <a:pt x="3340" y="2710"/>
                  <a:pt x="3687" y="3466"/>
                  <a:pt x="4569" y="4663"/>
                </a:cubicBezTo>
                <a:cubicBezTo>
                  <a:pt x="4726" y="4884"/>
                  <a:pt x="5167" y="5482"/>
                  <a:pt x="5199" y="5482"/>
                </a:cubicBezTo>
                <a:cubicBezTo>
                  <a:pt x="5892" y="6396"/>
                  <a:pt x="6774" y="7498"/>
                  <a:pt x="7782" y="8759"/>
                </a:cubicBezTo>
                <a:cubicBezTo>
                  <a:pt x="8381" y="9452"/>
                  <a:pt x="9011" y="10239"/>
                  <a:pt x="9673" y="11122"/>
                </a:cubicBezTo>
                <a:lnTo>
                  <a:pt x="7656" y="11122"/>
                </a:lnTo>
                <a:lnTo>
                  <a:pt x="7656" y="11153"/>
                </a:lnTo>
                <a:lnTo>
                  <a:pt x="5672" y="8633"/>
                </a:lnTo>
                <a:lnTo>
                  <a:pt x="4600" y="7278"/>
                </a:lnTo>
                <a:cubicBezTo>
                  <a:pt x="4474" y="7120"/>
                  <a:pt x="4380" y="7026"/>
                  <a:pt x="4254" y="6868"/>
                </a:cubicBezTo>
                <a:lnTo>
                  <a:pt x="4254" y="6805"/>
                </a:lnTo>
                <a:cubicBezTo>
                  <a:pt x="3214" y="5451"/>
                  <a:pt x="2647" y="4253"/>
                  <a:pt x="2647" y="3497"/>
                </a:cubicBezTo>
                <a:cubicBezTo>
                  <a:pt x="2647" y="2773"/>
                  <a:pt x="2899" y="2048"/>
                  <a:pt x="3435" y="1576"/>
                </a:cubicBezTo>
                <a:close/>
                <a:moveTo>
                  <a:pt x="5388" y="0"/>
                </a:moveTo>
                <a:cubicBezTo>
                  <a:pt x="4474" y="0"/>
                  <a:pt x="3592" y="347"/>
                  <a:pt x="2962" y="1009"/>
                </a:cubicBezTo>
                <a:cubicBezTo>
                  <a:pt x="2269" y="1702"/>
                  <a:pt x="1922" y="2552"/>
                  <a:pt x="1922" y="3497"/>
                </a:cubicBezTo>
                <a:cubicBezTo>
                  <a:pt x="1922" y="4569"/>
                  <a:pt x="2710" y="5892"/>
                  <a:pt x="3498" y="6994"/>
                </a:cubicBezTo>
                <a:lnTo>
                  <a:pt x="3309" y="7246"/>
                </a:lnTo>
                <a:cubicBezTo>
                  <a:pt x="2553" y="8192"/>
                  <a:pt x="1544" y="9452"/>
                  <a:pt x="127" y="11216"/>
                </a:cubicBezTo>
                <a:cubicBezTo>
                  <a:pt x="32" y="11342"/>
                  <a:pt x="1" y="11468"/>
                  <a:pt x="64" y="11563"/>
                </a:cubicBezTo>
                <a:cubicBezTo>
                  <a:pt x="127" y="11689"/>
                  <a:pt x="284" y="11783"/>
                  <a:pt x="379" y="11783"/>
                </a:cubicBezTo>
                <a:lnTo>
                  <a:pt x="3277" y="11783"/>
                </a:lnTo>
                <a:cubicBezTo>
                  <a:pt x="3372" y="11783"/>
                  <a:pt x="3466" y="11720"/>
                  <a:pt x="3529" y="11657"/>
                </a:cubicBezTo>
                <a:lnTo>
                  <a:pt x="5388" y="9357"/>
                </a:lnTo>
                <a:lnTo>
                  <a:pt x="7247" y="11657"/>
                </a:lnTo>
                <a:cubicBezTo>
                  <a:pt x="7310" y="11720"/>
                  <a:pt x="7404" y="11783"/>
                  <a:pt x="7530" y="11783"/>
                </a:cubicBezTo>
                <a:lnTo>
                  <a:pt x="10397" y="11783"/>
                </a:lnTo>
                <a:cubicBezTo>
                  <a:pt x="10523" y="11783"/>
                  <a:pt x="10618" y="11689"/>
                  <a:pt x="10712" y="11563"/>
                </a:cubicBezTo>
                <a:cubicBezTo>
                  <a:pt x="10775" y="11500"/>
                  <a:pt x="10775" y="11374"/>
                  <a:pt x="10649" y="11279"/>
                </a:cubicBezTo>
                <a:cubicBezTo>
                  <a:pt x="9799" y="10208"/>
                  <a:pt x="9011" y="9231"/>
                  <a:pt x="8286" y="8349"/>
                </a:cubicBezTo>
                <a:cubicBezTo>
                  <a:pt x="7940" y="7877"/>
                  <a:pt x="7593" y="7435"/>
                  <a:pt x="7247" y="7057"/>
                </a:cubicBezTo>
                <a:cubicBezTo>
                  <a:pt x="8003" y="5986"/>
                  <a:pt x="8854" y="4600"/>
                  <a:pt x="8854" y="3497"/>
                </a:cubicBezTo>
                <a:cubicBezTo>
                  <a:pt x="8854" y="2552"/>
                  <a:pt x="8507" y="1702"/>
                  <a:pt x="7814" y="1009"/>
                </a:cubicBezTo>
                <a:cubicBezTo>
                  <a:pt x="7152" y="347"/>
                  <a:pt x="6302" y="0"/>
                  <a:pt x="538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45" name="Google Shape;10745;p135"/>
          <p:cNvGrpSpPr/>
          <p:nvPr/>
        </p:nvGrpSpPr>
        <p:grpSpPr>
          <a:xfrm>
            <a:off x="4865631" y="3123732"/>
            <a:ext cx="356946" cy="332464"/>
            <a:chOff x="-25477800" y="2357750"/>
            <a:chExt cx="298525" cy="278050"/>
          </a:xfrm>
        </p:grpSpPr>
        <p:sp>
          <p:nvSpPr>
            <p:cNvPr id="10746" name="Google Shape;10746;p135"/>
            <p:cNvSpPr/>
            <p:nvPr/>
          </p:nvSpPr>
          <p:spPr>
            <a:xfrm>
              <a:off x="-25477800" y="2357750"/>
              <a:ext cx="298525" cy="278050"/>
            </a:xfrm>
            <a:custGeom>
              <a:rect b="b" l="l" r="r" t="t"/>
              <a:pathLst>
                <a:path extrusionOk="0" h="11122" w="11941">
                  <a:moveTo>
                    <a:pt x="7057" y="1229"/>
                  </a:moveTo>
                  <a:lnTo>
                    <a:pt x="7971" y="2143"/>
                  </a:lnTo>
                  <a:lnTo>
                    <a:pt x="7057" y="2143"/>
                  </a:lnTo>
                  <a:lnTo>
                    <a:pt x="7057" y="1229"/>
                  </a:lnTo>
                  <a:close/>
                  <a:moveTo>
                    <a:pt x="6333" y="756"/>
                  </a:moveTo>
                  <a:lnTo>
                    <a:pt x="6333" y="2489"/>
                  </a:lnTo>
                  <a:cubicBezTo>
                    <a:pt x="6333" y="2678"/>
                    <a:pt x="6490" y="2836"/>
                    <a:pt x="6679" y="2836"/>
                  </a:cubicBezTo>
                  <a:lnTo>
                    <a:pt x="8412" y="2836"/>
                  </a:lnTo>
                  <a:lnTo>
                    <a:pt x="8412" y="4946"/>
                  </a:lnTo>
                  <a:lnTo>
                    <a:pt x="7593" y="4946"/>
                  </a:lnTo>
                  <a:lnTo>
                    <a:pt x="7215" y="4096"/>
                  </a:lnTo>
                  <a:cubicBezTo>
                    <a:pt x="7026" y="3749"/>
                    <a:pt x="6648" y="3529"/>
                    <a:pt x="6270" y="3529"/>
                  </a:cubicBezTo>
                  <a:lnTo>
                    <a:pt x="3245" y="3529"/>
                  </a:lnTo>
                  <a:cubicBezTo>
                    <a:pt x="3119" y="3529"/>
                    <a:pt x="2993" y="3560"/>
                    <a:pt x="2867" y="3592"/>
                  </a:cubicBezTo>
                  <a:lnTo>
                    <a:pt x="2867" y="756"/>
                  </a:lnTo>
                  <a:close/>
                  <a:moveTo>
                    <a:pt x="10901" y="6994"/>
                  </a:moveTo>
                  <a:cubicBezTo>
                    <a:pt x="11027" y="6994"/>
                    <a:pt x="11090" y="7026"/>
                    <a:pt x="11184" y="7089"/>
                  </a:cubicBezTo>
                  <a:cubicBezTo>
                    <a:pt x="11247" y="7183"/>
                    <a:pt x="11247" y="7246"/>
                    <a:pt x="11247" y="7372"/>
                  </a:cubicBezTo>
                  <a:lnTo>
                    <a:pt x="10995" y="9105"/>
                  </a:lnTo>
                  <a:lnTo>
                    <a:pt x="10428" y="6994"/>
                  </a:lnTo>
                  <a:close/>
                  <a:moveTo>
                    <a:pt x="6270" y="4190"/>
                  </a:moveTo>
                  <a:cubicBezTo>
                    <a:pt x="6364" y="4190"/>
                    <a:pt x="6490" y="4253"/>
                    <a:pt x="6585" y="4379"/>
                  </a:cubicBezTo>
                  <a:lnTo>
                    <a:pt x="7089" y="5356"/>
                  </a:lnTo>
                  <a:cubicBezTo>
                    <a:pt x="7120" y="5482"/>
                    <a:pt x="7278" y="5577"/>
                    <a:pt x="7404" y="5577"/>
                  </a:cubicBezTo>
                  <a:lnTo>
                    <a:pt x="9105" y="5577"/>
                  </a:lnTo>
                  <a:cubicBezTo>
                    <a:pt x="9262" y="5577"/>
                    <a:pt x="9420" y="5671"/>
                    <a:pt x="9452" y="5829"/>
                  </a:cubicBezTo>
                  <a:lnTo>
                    <a:pt x="10586" y="10397"/>
                  </a:lnTo>
                  <a:lnTo>
                    <a:pt x="2205" y="10397"/>
                  </a:lnTo>
                  <a:lnTo>
                    <a:pt x="2205" y="10460"/>
                  </a:lnTo>
                  <a:cubicBezTo>
                    <a:pt x="2048" y="10460"/>
                    <a:pt x="1890" y="10334"/>
                    <a:pt x="1859" y="10176"/>
                  </a:cubicBezTo>
                  <a:lnTo>
                    <a:pt x="788" y="5986"/>
                  </a:lnTo>
                  <a:cubicBezTo>
                    <a:pt x="756" y="5892"/>
                    <a:pt x="788" y="5797"/>
                    <a:pt x="851" y="5734"/>
                  </a:cubicBezTo>
                  <a:cubicBezTo>
                    <a:pt x="945" y="5640"/>
                    <a:pt x="1008" y="5608"/>
                    <a:pt x="1134" y="5608"/>
                  </a:cubicBezTo>
                  <a:lnTo>
                    <a:pt x="2520" y="5608"/>
                  </a:lnTo>
                  <a:cubicBezTo>
                    <a:pt x="2709" y="5608"/>
                    <a:pt x="2867" y="5451"/>
                    <a:pt x="2867" y="5262"/>
                  </a:cubicBezTo>
                  <a:lnTo>
                    <a:pt x="2867" y="4537"/>
                  </a:lnTo>
                  <a:cubicBezTo>
                    <a:pt x="2867" y="4348"/>
                    <a:pt x="3025" y="4190"/>
                    <a:pt x="3214" y="4190"/>
                  </a:cubicBezTo>
                  <a:close/>
                  <a:moveTo>
                    <a:pt x="2489" y="0"/>
                  </a:moveTo>
                  <a:cubicBezTo>
                    <a:pt x="2268" y="0"/>
                    <a:pt x="2111" y="158"/>
                    <a:pt x="2111" y="378"/>
                  </a:cubicBezTo>
                  <a:lnTo>
                    <a:pt x="2111" y="4537"/>
                  </a:lnTo>
                  <a:lnTo>
                    <a:pt x="2111" y="4883"/>
                  </a:lnTo>
                  <a:lnTo>
                    <a:pt x="1103" y="4883"/>
                  </a:lnTo>
                  <a:cubicBezTo>
                    <a:pt x="788" y="4883"/>
                    <a:pt x="473" y="5041"/>
                    <a:pt x="284" y="5293"/>
                  </a:cubicBezTo>
                  <a:cubicBezTo>
                    <a:pt x="63" y="5514"/>
                    <a:pt x="0" y="5829"/>
                    <a:pt x="63" y="6144"/>
                  </a:cubicBezTo>
                  <a:lnTo>
                    <a:pt x="1134" y="10334"/>
                  </a:lnTo>
                  <a:cubicBezTo>
                    <a:pt x="1260" y="10806"/>
                    <a:pt x="1701" y="11121"/>
                    <a:pt x="2174" y="11121"/>
                  </a:cubicBezTo>
                  <a:lnTo>
                    <a:pt x="10995" y="11121"/>
                  </a:lnTo>
                  <a:cubicBezTo>
                    <a:pt x="11153" y="11121"/>
                    <a:pt x="11310" y="10995"/>
                    <a:pt x="11342" y="10838"/>
                  </a:cubicBezTo>
                  <a:lnTo>
                    <a:pt x="11877" y="7467"/>
                  </a:lnTo>
                  <a:cubicBezTo>
                    <a:pt x="11940" y="7152"/>
                    <a:pt x="11846" y="6868"/>
                    <a:pt x="11657" y="6616"/>
                  </a:cubicBezTo>
                  <a:cubicBezTo>
                    <a:pt x="11499" y="6427"/>
                    <a:pt x="11216" y="6301"/>
                    <a:pt x="10901" y="6301"/>
                  </a:cubicBezTo>
                  <a:lnTo>
                    <a:pt x="10239" y="6301"/>
                  </a:lnTo>
                  <a:lnTo>
                    <a:pt x="10082" y="5734"/>
                  </a:lnTo>
                  <a:cubicBezTo>
                    <a:pt x="9956" y="5262"/>
                    <a:pt x="9578" y="4946"/>
                    <a:pt x="9105" y="4883"/>
                  </a:cubicBezTo>
                  <a:lnTo>
                    <a:pt x="9105" y="2458"/>
                  </a:lnTo>
                  <a:cubicBezTo>
                    <a:pt x="9105" y="2363"/>
                    <a:pt x="9042" y="2269"/>
                    <a:pt x="8979" y="2206"/>
                  </a:cubicBezTo>
                  <a:lnTo>
                    <a:pt x="6900" y="126"/>
                  </a:lnTo>
                  <a:cubicBezTo>
                    <a:pt x="6805" y="63"/>
                    <a:pt x="6742" y="0"/>
                    <a:pt x="664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7" name="Google Shape;10747;p135"/>
            <p:cNvSpPr/>
            <p:nvPr/>
          </p:nvSpPr>
          <p:spPr>
            <a:xfrm>
              <a:off x="-25388025" y="2514850"/>
              <a:ext cx="104000" cy="88650"/>
            </a:xfrm>
            <a:custGeom>
              <a:rect b="b" l="l" r="r" t="t"/>
              <a:pathLst>
                <a:path extrusionOk="0" h="3546" w="4160">
                  <a:moveTo>
                    <a:pt x="1752" y="1"/>
                  </a:moveTo>
                  <a:cubicBezTo>
                    <a:pt x="1716" y="1"/>
                    <a:pt x="1678" y="6"/>
                    <a:pt x="1639" y="17"/>
                  </a:cubicBezTo>
                  <a:cubicBezTo>
                    <a:pt x="1450" y="80"/>
                    <a:pt x="1324" y="269"/>
                    <a:pt x="1418" y="458"/>
                  </a:cubicBezTo>
                  <a:lnTo>
                    <a:pt x="1639" y="1403"/>
                  </a:lnTo>
                  <a:lnTo>
                    <a:pt x="347" y="1403"/>
                  </a:lnTo>
                  <a:cubicBezTo>
                    <a:pt x="158" y="1403"/>
                    <a:pt x="1" y="1561"/>
                    <a:pt x="1" y="1750"/>
                  </a:cubicBezTo>
                  <a:cubicBezTo>
                    <a:pt x="1" y="1970"/>
                    <a:pt x="158" y="2128"/>
                    <a:pt x="347" y="2128"/>
                  </a:cubicBezTo>
                  <a:lnTo>
                    <a:pt x="1796" y="2128"/>
                  </a:lnTo>
                  <a:lnTo>
                    <a:pt x="2080" y="3262"/>
                  </a:lnTo>
                  <a:cubicBezTo>
                    <a:pt x="2111" y="3420"/>
                    <a:pt x="2269" y="3546"/>
                    <a:pt x="2426" y="3546"/>
                  </a:cubicBezTo>
                  <a:lnTo>
                    <a:pt x="2521" y="3546"/>
                  </a:lnTo>
                  <a:cubicBezTo>
                    <a:pt x="2710" y="3483"/>
                    <a:pt x="2836" y="3294"/>
                    <a:pt x="2742" y="3105"/>
                  </a:cubicBezTo>
                  <a:lnTo>
                    <a:pt x="2521" y="2159"/>
                  </a:lnTo>
                  <a:lnTo>
                    <a:pt x="3813" y="2159"/>
                  </a:lnTo>
                  <a:cubicBezTo>
                    <a:pt x="4002" y="2159"/>
                    <a:pt x="4159" y="2002"/>
                    <a:pt x="4159" y="1813"/>
                  </a:cubicBezTo>
                  <a:cubicBezTo>
                    <a:pt x="4159" y="1561"/>
                    <a:pt x="4002" y="1403"/>
                    <a:pt x="3813" y="1403"/>
                  </a:cubicBezTo>
                  <a:lnTo>
                    <a:pt x="2363" y="1403"/>
                  </a:lnTo>
                  <a:lnTo>
                    <a:pt x="2080" y="269"/>
                  </a:lnTo>
                  <a:cubicBezTo>
                    <a:pt x="2054" y="114"/>
                    <a:pt x="1921" y="1"/>
                    <a:pt x="175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748" name="Google Shape;10748;p135"/>
          <p:cNvSpPr/>
          <p:nvPr/>
        </p:nvSpPr>
        <p:spPr>
          <a:xfrm>
            <a:off x="4867009" y="3554480"/>
            <a:ext cx="355063" cy="353329"/>
          </a:xfrm>
          <a:custGeom>
            <a:rect b="b" l="l" r="r" t="t"/>
            <a:pathLst>
              <a:path extrusionOk="0" h="11820" w="11878">
                <a:moveTo>
                  <a:pt x="9704" y="729"/>
                </a:moveTo>
                <a:cubicBezTo>
                  <a:pt x="10019" y="729"/>
                  <a:pt x="10303" y="792"/>
                  <a:pt x="10523" y="982"/>
                </a:cubicBezTo>
                <a:cubicBezTo>
                  <a:pt x="10838" y="1234"/>
                  <a:pt x="10996" y="1612"/>
                  <a:pt x="11059" y="2021"/>
                </a:cubicBezTo>
                <a:cubicBezTo>
                  <a:pt x="11153" y="2368"/>
                  <a:pt x="11059" y="2714"/>
                  <a:pt x="10744" y="2998"/>
                </a:cubicBezTo>
                <a:lnTo>
                  <a:pt x="8255" y="5487"/>
                </a:lnTo>
                <a:lnTo>
                  <a:pt x="6270" y="3502"/>
                </a:lnTo>
                <a:lnTo>
                  <a:pt x="6743" y="3029"/>
                </a:lnTo>
                <a:lnTo>
                  <a:pt x="7499" y="3785"/>
                </a:lnTo>
                <a:cubicBezTo>
                  <a:pt x="7593" y="3880"/>
                  <a:pt x="7656" y="3911"/>
                  <a:pt x="7751" y="3911"/>
                </a:cubicBezTo>
                <a:cubicBezTo>
                  <a:pt x="7814" y="3911"/>
                  <a:pt x="7940" y="3880"/>
                  <a:pt x="7971" y="3785"/>
                </a:cubicBezTo>
                <a:cubicBezTo>
                  <a:pt x="8097" y="3659"/>
                  <a:pt x="8097" y="3439"/>
                  <a:pt x="7971" y="3313"/>
                </a:cubicBezTo>
                <a:lnTo>
                  <a:pt x="7215" y="2557"/>
                </a:lnTo>
                <a:lnTo>
                  <a:pt x="7688" y="2084"/>
                </a:lnTo>
                <a:lnTo>
                  <a:pt x="8444" y="2840"/>
                </a:lnTo>
                <a:cubicBezTo>
                  <a:pt x="8538" y="2935"/>
                  <a:pt x="8601" y="2966"/>
                  <a:pt x="8696" y="2966"/>
                </a:cubicBezTo>
                <a:cubicBezTo>
                  <a:pt x="8759" y="2966"/>
                  <a:pt x="8885" y="2935"/>
                  <a:pt x="8916" y="2840"/>
                </a:cubicBezTo>
                <a:cubicBezTo>
                  <a:pt x="9042" y="2714"/>
                  <a:pt x="9042" y="2494"/>
                  <a:pt x="8916" y="2368"/>
                </a:cubicBezTo>
                <a:lnTo>
                  <a:pt x="8160" y="1612"/>
                </a:lnTo>
                <a:lnTo>
                  <a:pt x="8601" y="1202"/>
                </a:lnTo>
                <a:cubicBezTo>
                  <a:pt x="8916" y="887"/>
                  <a:pt x="9326" y="729"/>
                  <a:pt x="9704" y="729"/>
                </a:cubicBezTo>
                <a:close/>
                <a:moveTo>
                  <a:pt x="5766" y="4132"/>
                </a:moveTo>
                <a:lnTo>
                  <a:pt x="7751" y="6117"/>
                </a:lnTo>
                <a:lnTo>
                  <a:pt x="5577" y="8196"/>
                </a:lnTo>
                <a:cubicBezTo>
                  <a:pt x="5230" y="8543"/>
                  <a:pt x="4789" y="8763"/>
                  <a:pt x="4317" y="8826"/>
                </a:cubicBezTo>
                <a:cubicBezTo>
                  <a:pt x="3687" y="8921"/>
                  <a:pt x="3088" y="9236"/>
                  <a:pt x="2678" y="9645"/>
                </a:cubicBezTo>
                <a:lnTo>
                  <a:pt x="1324" y="11000"/>
                </a:lnTo>
                <a:cubicBezTo>
                  <a:pt x="1261" y="11063"/>
                  <a:pt x="1174" y="11095"/>
                  <a:pt x="1087" y="11095"/>
                </a:cubicBezTo>
                <a:cubicBezTo>
                  <a:pt x="1001" y="11095"/>
                  <a:pt x="914" y="11063"/>
                  <a:pt x="851" y="11000"/>
                </a:cubicBezTo>
                <a:cubicBezTo>
                  <a:pt x="725" y="10874"/>
                  <a:pt x="725" y="10653"/>
                  <a:pt x="851" y="10527"/>
                </a:cubicBezTo>
                <a:lnTo>
                  <a:pt x="2206" y="9173"/>
                </a:lnTo>
                <a:cubicBezTo>
                  <a:pt x="2615" y="8763"/>
                  <a:pt x="2931" y="8165"/>
                  <a:pt x="3025" y="7535"/>
                </a:cubicBezTo>
                <a:cubicBezTo>
                  <a:pt x="3088" y="7062"/>
                  <a:pt x="3309" y="6589"/>
                  <a:pt x="3655" y="6274"/>
                </a:cubicBezTo>
                <a:lnTo>
                  <a:pt x="3876" y="6022"/>
                </a:lnTo>
                <a:lnTo>
                  <a:pt x="4632" y="6778"/>
                </a:lnTo>
                <a:cubicBezTo>
                  <a:pt x="4726" y="6873"/>
                  <a:pt x="4789" y="6904"/>
                  <a:pt x="4884" y="6904"/>
                </a:cubicBezTo>
                <a:cubicBezTo>
                  <a:pt x="4947" y="6904"/>
                  <a:pt x="5073" y="6873"/>
                  <a:pt x="5104" y="6778"/>
                </a:cubicBezTo>
                <a:cubicBezTo>
                  <a:pt x="5230" y="6652"/>
                  <a:pt x="5230" y="6432"/>
                  <a:pt x="5104" y="6306"/>
                </a:cubicBezTo>
                <a:lnTo>
                  <a:pt x="4348" y="5550"/>
                </a:lnTo>
                <a:lnTo>
                  <a:pt x="4821" y="5077"/>
                </a:lnTo>
                <a:lnTo>
                  <a:pt x="5577" y="5833"/>
                </a:lnTo>
                <a:cubicBezTo>
                  <a:pt x="5640" y="5928"/>
                  <a:pt x="5734" y="5959"/>
                  <a:pt x="5797" y="5959"/>
                </a:cubicBezTo>
                <a:cubicBezTo>
                  <a:pt x="5892" y="5959"/>
                  <a:pt x="6018" y="5928"/>
                  <a:pt x="6050" y="5833"/>
                </a:cubicBezTo>
                <a:cubicBezTo>
                  <a:pt x="6176" y="5707"/>
                  <a:pt x="6176" y="5487"/>
                  <a:pt x="6050" y="5361"/>
                </a:cubicBezTo>
                <a:lnTo>
                  <a:pt x="5293" y="4605"/>
                </a:lnTo>
                <a:lnTo>
                  <a:pt x="5766" y="4132"/>
                </a:lnTo>
                <a:close/>
                <a:moveTo>
                  <a:pt x="9769" y="1"/>
                </a:moveTo>
                <a:cubicBezTo>
                  <a:pt x="9726" y="1"/>
                  <a:pt x="9683" y="2"/>
                  <a:pt x="9641" y="5"/>
                </a:cubicBezTo>
                <a:cubicBezTo>
                  <a:pt x="9105" y="36"/>
                  <a:pt x="8601" y="288"/>
                  <a:pt x="8255" y="666"/>
                </a:cubicBezTo>
                <a:lnTo>
                  <a:pt x="3183" y="5802"/>
                </a:lnTo>
                <a:cubicBezTo>
                  <a:pt x="2741" y="6211"/>
                  <a:pt x="2426" y="6810"/>
                  <a:pt x="2363" y="7440"/>
                </a:cubicBezTo>
                <a:cubicBezTo>
                  <a:pt x="2269" y="7913"/>
                  <a:pt x="2080" y="8385"/>
                  <a:pt x="1733" y="8700"/>
                </a:cubicBezTo>
                <a:lnTo>
                  <a:pt x="379" y="10055"/>
                </a:lnTo>
                <a:cubicBezTo>
                  <a:pt x="1" y="10433"/>
                  <a:pt x="1" y="11095"/>
                  <a:pt x="379" y="11504"/>
                </a:cubicBezTo>
                <a:cubicBezTo>
                  <a:pt x="568" y="11693"/>
                  <a:pt x="851" y="11819"/>
                  <a:pt x="1135" y="11819"/>
                </a:cubicBezTo>
                <a:cubicBezTo>
                  <a:pt x="1418" y="11819"/>
                  <a:pt x="1670" y="11693"/>
                  <a:pt x="1891" y="11504"/>
                </a:cubicBezTo>
                <a:lnTo>
                  <a:pt x="3214" y="10149"/>
                </a:lnTo>
                <a:cubicBezTo>
                  <a:pt x="3561" y="9803"/>
                  <a:pt x="4002" y="9614"/>
                  <a:pt x="4474" y="9519"/>
                </a:cubicBezTo>
                <a:cubicBezTo>
                  <a:pt x="5104" y="9456"/>
                  <a:pt x="5703" y="9141"/>
                  <a:pt x="6144" y="8700"/>
                </a:cubicBezTo>
                <a:lnTo>
                  <a:pt x="11279" y="3502"/>
                </a:lnTo>
                <a:cubicBezTo>
                  <a:pt x="11657" y="3092"/>
                  <a:pt x="11878" y="2525"/>
                  <a:pt x="11846" y="1927"/>
                </a:cubicBezTo>
                <a:cubicBezTo>
                  <a:pt x="11815" y="1360"/>
                  <a:pt x="11531" y="792"/>
                  <a:pt x="11090" y="446"/>
                </a:cubicBezTo>
                <a:cubicBezTo>
                  <a:pt x="10715" y="157"/>
                  <a:pt x="10234" y="1"/>
                  <a:pt x="976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9" name="Google Shape;10749;p135"/>
          <p:cNvSpPr/>
          <p:nvPr/>
        </p:nvSpPr>
        <p:spPr>
          <a:xfrm>
            <a:off x="5308694" y="2666024"/>
            <a:ext cx="353180" cy="353180"/>
          </a:xfrm>
          <a:custGeom>
            <a:rect b="b" l="l" r="r" t="t"/>
            <a:pathLst>
              <a:path extrusionOk="0" h="11815" w="11815">
                <a:moveTo>
                  <a:pt x="6270" y="662"/>
                </a:moveTo>
                <a:lnTo>
                  <a:pt x="6270" y="2048"/>
                </a:lnTo>
                <a:cubicBezTo>
                  <a:pt x="6270" y="2678"/>
                  <a:pt x="6616" y="3245"/>
                  <a:pt x="7247" y="3497"/>
                </a:cubicBezTo>
                <a:cubicBezTo>
                  <a:pt x="7467" y="3623"/>
                  <a:pt x="7625" y="3875"/>
                  <a:pt x="7625" y="4127"/>
                </a:cubicBezTo>
                <a:cubicBezTo>
                  <a:pt x="7625" y="4537"/>
                  <a:pt x="7310" y="4852"/>
                  <a:pt x="6931" y="4852"/>
                </a:cubicBezTo>
                <a:cubicBezTo>
                  <a:pt x="6711" y="4852"/>
                  <a:pt x="6522" y="4758"/>
                  <a:pt x="6396" y="4600"/>
                </a:cubicBezTo>
                <a:cubicBezTo>
                  <a:pt x="6301" y="4443"/>
                  <a:pt x="6081" y="4380"/>
                  <a:pt x="5892" y="4380"/>
                </a:cubicBezTo>
                <a:cubicBezTo>
                  <a:pt x="5703" y="4380"/>
                  <a:pt x="5514" y="4443"/>
                  <a:pt x="5388" y="4600"/>
                </a:cubicBezTo>
                <a:cubicBezTo>
                  <a:pt x="5262" y="4758"/>
                  <a:pt x="5073" y="4852"/>
                  <a:pt x="4884" y="4852"/>
                </a:cubicBezTo>
                <a:cubicBezTo>
                  <a:pt x="4663" y="4852"/>
                  <a:pt x="4474" y="4758"/>
                  <a:pt x="4348" y="4600"/>
                </a:cubicBezTo>
                <a:cubicBezTo>
                  <a:pt x="4254" y="4443"/>
                  <a:pt x="4159" y="4285"/>
                  <a:pt x="4159" y="4096"/>
                </a:cubicBezTo>
                <a:cubicBezTo>
                  <a:pt x="4159" y="3875"/>
                  <a:pt x="4348" y="3623"/>
                  <a:pt x="4600" y="3497"/>
                </a:cubicBezTo>
                <a:cubicBezTo>
                  <a:pt x="5136" y="3277"/>
                  <a:pt x="5545" y="2647"/>
                  <a:pt x="5545" y="1922"/>
                </a:cubicBezTo>
                <a:lnTo>
                  <a:pt x="5545" y="662"/>
                </a:lnTo>
                <a:close/>
                <a:moveTo>
                  <a:pt x="6963" y="788"/>
                </a:moveTo>
                <a:cubicBezTo>
                  <a:pt x="7940" y="977"/>
                  <a:pt x="8885" y="1513"/>
                  <a:pt x="9609" y="2206"/>
                </a:cubicBezTo>
                <a:cubicBezTo>
                  <a:pt x="10586" y="3182"/>
                  <a:pt x="11153" y="4506"/>
                  <a:pt x="11153" y="5923"/>
                </a:cubicBezTo>
                <a:cubicBezTo>
                  <a:pt x="11122" y="7278"/>
                  <a:pt x="10586" y="8633"/>
                  <a:pt x="9609" y="9609"/>
                </a:cubicBezTo>
                <a:cubicBezTo>
                  <a:pt x="8853" y="10365"/>
                  <a:pt x="7940" y="10838"/>
                  <a:pt x="6963" y="11027"/>
                </a:cubicBezTo>
                <a:lnTo>
                  <a:pt x="6963" y="9735"/>
                </a:lnTo>
                <a:cubicBezTo>
                  <a:pt x="6963" y="9357"/>
                  <a:pt x="7215" y="9074"/>
                  <a:pt x="7562" y="8916"/>
                </a:cubicBezTo>
                <a:cubicBezTo>
                  <a:pt x="8034" y="8664"/>
                  <a:pt x="8349" y="8192"/>
                  <a:pt x="8349" y="7656"/>
                </a:cubicBezTo>
                <a:cubicBezTo>
                  <a:pt x="8349" y="6900"/>
                  <a:pt x="7719" y="6270"/>
                  <a:pt x="6963" y="6270"/>
                </a:cubicBezTo>
                <a:cubicBezTo>
                  <a:pt x="6585" y="6270"/>
                  <a:pt x="6175" y="6427"/>
                  <a:pt x="5955" y="6742"/>
                </a:cubicBezTo>
                <a:cubicBezTo>
                  <a:pt x="5671" y="6427"/>
                  <a:pt x="5325" y="6270"/>
                  <a:pt x="4915" y="6270"/>
                </a:cubicBezTo>
                <a:cubicBezTo>
                  <a:pt x="4537" y="6270"/>
                  <a:pt x="4159" y="6427"/>
                  <a:pt x="3907" y="6711"/>
                </a:cubicBezTo>
                <a:cubicBezTo>
                  <a:pt x="3623" y="6963"/>
                  <a:pt x="3497" y="7372"/>
                  <a:pt x="3529" y="7751"/>
                </a:cubicBezTo>
                <a:cubicBezTo>
                  <a:pt x="3592" y="8286"/>
                  <a:pt x="3907" y="8696"/>
                  <a:pt x="4380" y="8948"/>
                </a:cubicBezTo>
                <a:cubicBezTo>
                  <a:pt x="4695" y="9105"/>
                  <a:pt x="4915" y="9483"/>
                  <a:pt x="4915" y="9924"/>
                </a:cubicBezTo>
                <a:lnTo>
                  <a:pt x="4915" y="11059"/>
                </a:lnTo>
                <a:cubicBezTo>
                  <a:pt x="3939" y="10870"/>
                  <a:pt x="2993" y="10365"/>
                  <a:pt x="2269" y="9641"/>
                </a:cubicBezTo>
                <a:cubicBezTo>
                  <a:pt x="1292" y="8664"/>
                  <a:pt x="757" y="7372"/>
                  <a:pt x="757" y="5955"/>
                </a:cubicBezTo>
                <a:cubicBezTo>
                  <a:pt x="757" y="4569"/>
                  <a:pt x="1292" y="3214"/>
                  <a:pt x="2269" y="2237"/>
                </a:cubicBezTo>
                <a:cubicBezTo>
                  <a:pt x="3025" y="1481"/>
                  <a:pt x="3939" y="1040"/>
                  <a:pt x="4915" y="819"/>
                </a:cubicBezTo>
                <a:lnTo>
                  <a:pt x="4915" y="1985"/>
                </a:lnTo>
                <a:cubicBezTo>
                  <a:pt x="4915" y="2395"/>
                  <a:pt x="4695" y="2804"/>
                  <a:pt x="4380" y="2962"/>
                </a:cubicBezTo>
                <a:cubicBezTo>
                  <a:pt x="3907" y="3151"/>
                  <a:pt x="3592" y="3623"/>
                  <a:pt x="3529" y="4127"/>
                </a:cubicBezTo>
                <a:cubicBezTo>
                  <a:pt x="3497" y="4537"/>
                  <a:pt x="3655" y="4884"/>
                  <a:pt x="3907" y="5199"/>
                </a:cubicBezTo>
                <a:cubicBezTo>
                  <a:pt x="4159" y="5482"/>
                  <a:pt x="4537" y="5640"/>
                  <a:pt x="4915" y="5640"/>
                </a:cubicBezTo>
                <a:cubicBezTo>
                  <a:pt x="5325" y="5640"/>
                  <a:pt x="5703" y="5482"/>
                  <a:pt x="5955" y="5167"/>
                </a:cubicBezTo>
                <a:cubicBezTo>
                  <a:pt x="6207" y="5482"/>
                  <a:pt x="6585" y="5640"/>
                  <a:pt x="6963" y="5640"/>
                </a:cubicBezTo>
                <a:cubicBezTo>
                  <a:pt x="7719" y="5640"/>
                  <a:pt x="8349" y="5010"/>
                  <a:pt x="8349" y="4253"/>
                </a:cubicBezTo>
                <a:cubicBezTo>
                  <a:pt x="8349" y="3749"/>
                  <a:pt x="8034" y="3245"/>
                  <a:pt x="7562" y="2993"/>
                </a:cubicBezTo>
                <a:cubicBezTo>
                  <a:pt x="7152" y="2804"/>
                  <a:pt x="6963" y="2489"/>
                  <a:pt x="6963" y="2174"/>
                </a:cubicBezTo>
                <a:lnTo>
                  <a:pt x="6963" y="788"/>
                </a:lnTo>
                <a:close/>
                <a:moveTo>
                  <a:pt x="6931" y="6900"/>
                </a:moveTo>
                <a:cubicBezTo>
                  <a:pt x="7310" y="6900"/>
                  <a:pt x="7625" y="7215"/>
                  <a:pt x="7625" y="7593"/>
                </a:cubicBezTo>
                <a:cubicBezTo>
                  <a:pt x="7625" y="7877"/>
                  <a:pt x="7467" y="8129"/>
                  <a:pt x="7247" y="8223"/>
                </a:cubicBezTo>
                <a:cubicBezTo>
                  <a:pt x="6616" y="8538"/>
                  <a:pt x="6270" y="9105"/>
                  <a:pt x="6270" y="9735"/>
                </a:cubicBezTo>
                <a:lnTo>
                  <a:pt x="6270" y="11090"/>
                </a:lnTo>
                <a:lnTo>
                  <a:pt x="5545" y="11090"/>
                </a:lnTo>
                <a:lnTo>
                  <a:pt x="5545" y="9861"/>
                </a:lnTo>
                <a:cubicBezTo>
                  <a:pt x="5545" y="9137"/>
                  <a:pt x="5136" y="8507"/>
                  <a:pt x="4600" y="8223"/>
                </a:cubicBezTo>
                <a:cubicBezTo>
                  <a:pt x="4348" y="8129"/>
                  <a:pt x="4191" y="7877"/>
                  <a:pt x="4159" y="7656"/>
                </a:cubicBezTo>
                <a:cubicBezTo>
                  <a:pt x="4159" y="7435"/>
                  <a:pt x="4191" y="7246"/>
                  <a:pt x="4348" y="7120"/>
                </a:cubicBezTo>
                <a:cubicBezTo>
                  <a:pt x="4474" y="6963"/>
                  <a:pt x="4695" y="6900"/>
                  <a:pt x="4884" y="6900"/>
                </a:cubicBezTo>
                <a:cubicBezTo>
                  <a:pt x="5073" y="6900"/>
                  <a:pt x="5262" y="6963"/>
                  <a:pt x="5388" y="7120"/>
                </a:cubicBezTo>
                <a:cubicBezTo>
                  <a:pt x="5514" y="7278"/>
                  <a:pt x="5703" y="7372"/>
                  <a:pt x="5892" y="7372"/>
                </a:cubicBezTo>
                <a:cubicBezTo>
                  <a:pt x="6112" y="7372"/>
                  <a:pt x="6301" y="7278"/>
                  <a:pt x="6427" y="7120"/>
                </a:cubicBezTo>
                <a:cubicBezTo>
                  <a:pt x="6522" y="6963"/>
                  <a:pt x="6742" y="6900"/>
                  <a:pt x="6931" y="6900"/>
                </a:cubicBezTo>
                <a:close/>
                <a:moveTo>
                  <a:pt x="5892" y="0"/>
                </a:moveTo>
                <a:cubicBezTo>
                  <a:pt x="4317" y="0"/>
                  <a:pt x="2836" y="630"/>
                  <a:pt x="1733" y="1733"/>
                </a:cubicBezTo>
                <a:cubicBezTo>
                  <a:pt x="630" y="2836"/>
                  <a:pt x="0" y="4348"/>
                  <a:pt x="0" y="5923"/>
                </a:cubicBezTo>
                <a:cubicBezTo>
                  <a:pt x="0" y="7498"/>
                  <a:pt x="630" y="8979"/>
                  <a:pt x="1733" y="10082"/>
                </a:cubicBezTo>
                <a:cubicBezTo>
                  <a:pt x="2836" y="11185"/>
                  <a:pt x="4317" y="11815"/>
                  <a:pt x="5892" y="11815"/>
                </a:cubicBezTo>
                <a:cubicBezTo>
                  <a:pt x="7467" y="11815"/>
                  <a:pt x="8979" y="11185"/>
                  <a:pt x="10082" y="10082"/>
                </a:cubicBezTo>
                <a:cubicBezTo>
                  <a:pt x="11185" y="8979"/>
                  <a:pt x="11815" y="7498"/>
                  <a:pt x="11815" y="5923"/>
                </a:cubicBezTo>
                <a:cubicBezTo>
                  <a:pt x="11815" y="4348"/>
                  <a:pt x="11216" y="2836"/>
                  <a:pt x="10082" y="1733"/>
                </a:cubicBezTo>
                <a:cubicBezTo>
                  <a:pt x="8979" y="630"/>
                  <a:pt x="7467" y="0"/>
                  <a:pt x="58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50" name="Google Shape;10750;p135"/>
          <p:cNvGrpSpPr/>
          <p:nvPr/>
        </p:nvGrpSpPr>
        <p:grpSpPr>
          <a:xfrm>
            <a:off x="5308265" y="3112911"/>
            <a:ext cx="353180" cy="354107"/>
            <a:chOff x="-25104475" y="2340425"/>
            <a:chExt cx="295375" cy="296150"/>
          </a:xfrm>
        </p:grpSpPr>
        <p:sp>
          <p:nvSpPr>
            <p:cNvPr id="10751" name="Google Shape;10751;p135"/>
            <p:cNvSpPr/>
            <p:nvPr/>
          </p:nvSpPr>
          <p:spPr>
            <a:xfrm>
              <a:off x="-25104475" y="2340425"/>
              <a:ext cx="225275" cy="296150"/>
            </a:xfrm>
            <a:custGeom>
              <a:rect b="b" l="l" r="r" t="t"/>
              <a:pathLst>
                <a:path extrusionOk="0" h="11846" w="9011">
                  <a:moveTo>
                    <a:pt x="4474" y="693"/>
                  </a:moveTo>
                  <a:cubicBezTo>
                    <a:pt x="5041" y="693"/>
                    <a:pt x="5514" y="1166"/>
                    <a:pt x="5514" y="1733"/>
                  </a:cubicBezTo>
                  <a:cubicBezTo>
                    <a:pt x="5514" y="1922"/>
                    <a:pt x="5671" y="2079"/>
                    <a:pt x="5860" y="2079"/>
                  </a:cubicBezTo>
                  <a:lnTo>
                    <a:pt x="6585" y="2079"/>
                  </a:lnTo>
                  <a:cubicBezTo>
                    <a:pt x="6774" y="2079"/>
                    <a:pt x="6931" y="2237"/>
                    <a:pt x="6931" y="2426"/>
                  </a:cubicBezTo>
                  <a:lnTo>
                    <a:pt x="6931" y="2804"/>
                  </a:lnTo>
                  <a:lnTo>
                    <a:pt x="2080" y="2804"/>
                  </a:lnTo>
                  <a:lnTo>
                    <a:pt x="2080" y="2426"/>
                  </a:lnTo>
                  <a:cubicBezTo>
                    <a:pt x="2048" y="2237"/>
                    <a:pt x="2206" y="2079"/>
                    <a:pt x="2395" y="2079"/>
                  </a:cubicBezTo>
                  <a:lnTo>
                    <a:pt x="3119" y="2079"/>
                  </a:lnTo>
                  <a:cubicBezTo>
                    <a:pt x="3308" y="2079"/>
                    <a:pt x="3466" y="1922"/>
                    <a:pt x="3466" y="1733"/>
                  </a:cubicBezTo>
                  <a:cubicBezTo>
                    <a:pt x="3466" y="1134"/>
                    <a:pt x="3939" y="693"/>
                    <a:pt x="4474" y="693"/>
                  </a:cubicBezTo>
                  <a:close/>
                  <a:moveTo>
                    <a:pt x="8003" y="2804"/>
                  </a:moveTo>
                  <a:cubicBezTo>
                    <a:pt x="8192" y="2804"/>
                    <a:pt x="8349" y="2962"/>
                    <a:pt x="8349" y="3151"/>
                  </a:cubicBezTo>
                  <a:lnTo>
                    <a:pt x="8349" y="10838"/>
                  </a:lnTo>
                  <a:lnTo>
                    <a:pt x="8286" y="10838"/>
                  </a:lnTo>
                  <a:cubicBezTo>
                    <a:pt x="8286" y="11027"/>
                    <a:pt x="8129" y="11184"/>
                    <a:pt x="7940" y="11184"/>
                  </a:cubicBezTo>
                  <a:lnTo>
                    <a:pt x="1009" y="11184"/>
                  </a:lnTo>
                  <a:cubicBezTo>
                    <a:pt x="820" y="11184"/>
                    <a:pt x="662" y="11027"/>
                    <a:pt x="662" y="10838"/>
                  </a:cubicBezTo>
                  <a:lnTo>
                    <a:pt x="662" y="3151"/>
                  </a:lnTo>
                  <a:cubicBezTo>
                    <a:pt x="662" y="2962"/>
                    <a:pt x="820" y="2804"/>
                    <a:pt x="1009" y="2804"/>
                  </a:cubicBezTo>
                  <a:lnTo>
                    <a:pt x="1355" y="2804"/>
                  </a:lnTo>
                  <a:lnTo>
                    <a:pt x="1355" y="3151"/>
                  </a:lnTo>
                  <a:cubicBezTo>
                    <a:pt x="1355" y="3340"/>
                    <a:pt x="1544" y="3497"/>
                    <a:pt x="1733" y="3497"/>
                  </a:cubicBezTo>
                  <a:lnTo>
                    <a:pt x="7278" y="3497"/>
                  </a:lnTo>
                  <a:cubicBezTo>
                    <a:pt x="7467" y="3497"/>
                    <a:pt x="7625" y="3340"/>
                    <a:pt x="7625" y="3151"/>
                  </a:cubicBezTo>
                  <a:lnTo>
                    <a:pt x="7625" y="2804"/>
                  </a:lnTo>
                  <a:close/>
                  <a:moveTo>
                    <a:pt x="4474" y="0"/>
                  </a:moveTo>
                  <a:cubicBezTo>
                    <a:pt x="3655" y="0"/>
                    <a:pt x="2930" y="599"/>
                    <a:pt x="2773" y="1386"/>
                  </a:cubicBezTo>
                  <a:lnTo>
                    <a:pt x="2395" y="1386"/>
                  </a:lnTo>
                  <a:cubicBezTo>
                    <a:pt x="1954" y="1386"/>
                    <a:pt x="1576" y="1638"/>
                    <a:pt x="1418" y="2079"/>
                  </a:cubicBezTo>
                  <a:lnTo>
                    <a:pt x="1009" y="2079"/>
                  </a:lnTo>
                  <a:cubicBezTo>
                    <a:pt x="410" y="2079"/>
                    <a:pt x="0" y="2552"/>
                    <a:pt x="0" y="3119"/>
                  </a:cubicBezTo>
                  <a:lnTo>
                    <a:pt x="0" y="10838"/>
                  </a:lnTo>
                  <a:cubicBezTo>
                    <a:pt x="0" y="11405"/>
                    <a:pt x="473" y="11846"/>
                    <a:pt x="1009" y="11846"/>
                  </a:cubicBezTo>
                  <a:lnTo>
                    <a:pt x="7940" y="11846"/>
                  </a:lnTo>
                  <a:cubicBezTo>
                    <a:pt x="8538" y="11846"/>
                    <a:pt x="8979" y="11373"/>
                    <a:pt x="8979" y="10838"/>
                  </a:cubicBezTo>
                  <a:lnTo>
                    <a:pt x="8979" y="3151"/>
                  </a:lnTo>
                  <a:cubicBezTo>
                    <a:pt x="9011" y="2552"/>
                    <a:pt x="8538" y="2079"/>
                    <a:pt x="7940" y="2079"/>
                  </a:cubicBezTo>
                  <a:lnTo>
                    <a:pt x="7562" y="2079"/>
                  </a:lnTo>
                  <a:cubicBezTo>
                    <a:pt x="7404" y="1701"/>
                    <a:pt x="7026" y="1386"/>
                    <a:pt x="6553" y="1386"/>
                  </a:cubicBezTo>
                  <a:lnTo>
                    <a:pt x="6175" y="1386"/>
                  </a:lnTo>
                  <a:cubicBezTo>
                    <a:pt x="6018" y="599"/>
                    <a:pt x="5293" y="0"/>
                    <a:pt x="447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2" name="Google Shape;10752;p135"/>
            <p:cNvSpPr/>
            <p:nvPr/>
          </p:nvSpPr>
          <p:spPr>
            <a:xfrm>
              <a:off x="-25001300" y="2375075"/>
              <a:ext cx="18150" cy="17350"/>
            </a:xfrm>
            <a:custGeom>
              <a:rect b="b" l="l" r="r" t="t"/>
              <a:pathLst>
                <a:path extrusionOk="0" h="694" w="726">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3" name="Google Shape;10753;p135"/>
            <p:cNvSpPr/>
            <p:nvPr/>
          </p:nvSpPr>
          <p:spPr>
            <a:xfrm>
              <a:off x="-25070600" y="2444375"/>
              <a:ext cx="87450" cy="86675"/>
            </a:xfrm>
            <a:custGeom>
              <a:rect b="b" l="l" r="r" t="t"/>
              <a:pathLst>
                <a:path extrusionOk="0" h="3467" w="3498">
                  <a:moveTo>
                    <a:pt x="2773" y="725"/>
                  </a:moveTo>
                  <a:lnTo>
                    <a:pt x="2773" y="2805"/>
                  </a:lnTo>
                  <a:lnTo>
                    <a:pt x="693" y="2805"/>
                  </a:lnTo>
                  <a:lnTo>
                    <a:pt x="693" y="725"/>
                  </a:lnTo>
                  <a:close/>
                  <a:moveTo>
                    <a:pt x="378" y="1"/>
                  </a:moveTo>
                  <a:cubicBezTo>
                    <a:pt x="189" y="1"/>
                    <a:pt x="0" y="158"/>
                    <a:pt x="0" y="379"/>
                  </a:cubicBezTo>
                  <a:lnTo>
                    <a:pt x="0" y="3120"/>
                  </a:lnTo>
                  <a:cubicBezTo>
                    <a:pt x="0" y="3309"/>
                    <a:pt x="189" y="3466"/>
                    <a:pt x="378" y="3466"/>
                  </a:cubicBezTo>
                  <a:lnTo>
                    <a:pt x="3119" y="3466"/>
                  </a:lnTo>
                  <a:cubicBezTo>
                    <a:pt x="3340" y="3466"/>
                    <a:pt x="3497" y="3309"/>
                    <a:pt x="3497" y="3120"/>
                  </a:cubicBezTo>
                  <a:lnTo>
                    <a:pt x="3497" y="379"/>
                  </a:lnTo>
                  <a:cubicBezTo>
                    <a:pt x="3497" y="158"/>
                    <a:pt x="3340" y="1"/>
                    <a:pt x="311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4" name="Google Shape;10754;p135"/>
            <p:cNvSpPr/>
            <p:nvPr/>
          </p:nvSpPr>
          <p:spPr>
            <a:xfrm>
              <a:off x="-24966650" y="2479025"/>
              <a:ext cx="52025" cy="18150"/>
            </a:xfrm>
            <a:custGeom>
              <a:rect b="b" l="l" r="r" t="t"/>
              <a:pathLst>
                <a:path extrusionOk="0" h="726" w="2081">
                  <a:moveTo>
                    <a:pt x="347" y="1"/>
                  </a:moveTo>
                  <a:cubicBezTo>
                    <a:pt x="158" y="1"/>
                    <a:pt x="1" y="158"/>
                    <a:pt x="1" y="347"/>
                  </a:cubicBezTo>
                  <a:cubicBezTo>
                    <a:pt x="1" y="568"/>
                    <a:pt x="158" y="726"/>
                    <a:pt x="347" y="726"/>
                  </a:cubicBezTo>
                  <a:lnTo>
                    <a:pt x="1734" y="726"/>
                  </a:lnTo>
                  <a:cubicBezTo>
                    <a:pt x="1923" y="726"/>
                    <a:pt x="2080" y="568"/>
                    <a:pt x="2080" y="347"/>
                  </a:cubicBezTo>
                  <a:cubicBezTo>
                    <a:pt x="2080" y="158"/>
                    <a:pt x="1923" y="1"/>
                    <a:pt x="173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5" name="Google Shape;10755;p135"/>
            <p:cNvSpPr/>
            <p:nvPr/>
          </p:nvSpPr>
          <p:spPr>
            <a:xfrm>
              <a:off x="-24966650" y="2444375"/>
              <a:ext cx="52025" cy="18150"/>
            </a:xfrm>
            <a:custGeom>
              <a:rect b="b" l="l" r="r" t="t"/>
              <a:pathLst>
                <a:path extrusionOk="0" h="726" w="2081">
                  <a:moveTo>
                    <a:pt x="347" y="1"/>
                  </a:moveTo>
                  <a:cubicBezTo>
                    <a:pt x="158" y="1"/>
                    <a:pt x="1" y="158"/>
                    <a:pt x="1" y="379"/>
                  </a:cubicBezTo>
                  <a:cubicBezTo>
                    <a:pt x="1" y="568"/>
                    <a:pt x="158" y="725"/>
                    <a:pt x="347" y="725"/>
                  </a:cubicBezTo>
                  <a:lnTo>
                    <a:pt x="1734" y="725"/>
                  </a:lnTo>
                  <a:cubicBezTo>
                    <a:pt x="1923" y="725"/>
                    <a:pt x="2080" y="568"/>
                    <a:pt x="2080" y="379"/>
                  </a:cubicBezTo>
                  <a:cubicBezTo>
                    <a:pt x="2080" y="158"/>
                    <a:pt x="1923" y="1"/>
                    <a:pt x="173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6" name="Google Shape;10756;p135"/>
            <p:cNvSpPr/>
            <p:nvPr/>
          </p:nvSpPr>
          <p:spPr>
            <a:xfrm>
              <a:off x="-24966650" y="2513700"/>
              <a:ext cx="52025" cy="17350"/>
            </a:xfrm>
            <a:custGeom>
              <a:rect b="b" l="l" r="r" t="t"/>
              <a:pathLst>
                <a:path extrusionOk="0" h="694" w="2081">
                  <a:moveTo>
                    <a:pt x="347" y="0"/>
                  </a:moveTo>
                  <a:cubicBezTo>
                    <a:pt x="158" y="0"/>
                    <a:pt x="1" y="158"/>
                    <a:pt x="1" y="347"/>
                  </a:cubicBezTo>
                  <a:cubicBezTo>
                    <a:pt x="1" y="536"/>
                    <a:pt x="158" y="693"/>
                    <a:pt x="347" y="693"/>
                  </a:cubicBezTo>
                  <a:lnTo>
                    <a:pt x="1734" y="693"/>
                  </a:lnTo>
                  <a:cubicBezTo>
                    <a:pt x="1923" y="693"/>
                    <a:pt x="2080" y="536"/>
                    <a:pt x="2080" y="347"/>
                  </a:cubicBezTo>
                  <a:cubicBezTo>
                    <a:pt x="2080" y="158"/>
                    <a:pt x="1923" y="0"/>
                    <a:pt x="173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7" name="Google Shape;10757;p135"/>
            <p:cNvSpPr/>
            <p:nvPr/>
          </p:nvSpPr>
          <p:spPr>
            <a:xfrm>
              <a:off x="-25071400" y="2549125"/>
              <a:ext cx="156775" cy="17350"/>
            </a:xfrm>
            <a:custGeom>
              <a:rect b="b" l="l" r="r" t="t"/>
              <a:pathLst>
                <a:path extrusionOk="0" h="694" w="6271">
                  <a:moveTo>
                    <a:pt x="379" y="1"/>
                  </a:moveTo>
                  <a:cubicBezTo>
                    <a:pt x="158" y="1"/>
                    <a:pt x="1" y="158"/>
                    <a:pt x="1" y="347"/>
                  </a:cubicBezTo>
                  <a:cubicBezTo>
                    <a:pt x="1" y="536"/>
                    <a:pt x="158" y="694"/>
                    <a:pt x="379" y="694"/>
                  </a:cubicBezTo>
                  <a:lnTo>
                    <a:pt x="5924" y="694"/>
                  </a:lnTo>
                  <a:cubicBezTo>
                    <a:pt x="6113" y="694"/>
                    <a:pt x="6270" y="536"/>
                    <a:pt x="6270" y="347"/>
                  </a:cubicBezTo>
                  <a:cubicBezTo>
                    <a:pt x="6270" y="158"/>
                    <a:pt x="6113" y="1"/>
                    <a:pt x="592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8" name="Google Shape;10758;p135"/>
            <p:cNvSpPr/>
            <p:nvPr/>
          </p:nvSpPr>
          <p:spPr>
            <a:xfrm>
              <a:off x="-25071400" y="2583800"/>
              <a:ext cx="156775" cy="17350"/>
            </a:xfrm>
            <a:custGeom>
              <a:rect b="b" l="l" r="r" t="t"/>
              <a:pathLst>
                <a:path extrusionOk="0" h="694" w="6271">
                  <a:moveTo>
                    <a:pt x="379" y="0"/>
                  </a:moveTo>
                  <a:cubicBezTo>
                    <a:pt x="158" y="0"/>
                    <a:pt x="1" y="158"/>
                    <a:pt x="1" y="347"/>
                  </a:cubicBezTo>
                  <a:cubicBezTo>
                    <a:pt x="1" y="536"/>
                    <a:pt x="158" y="693"/>
                    <a:pt x="379" y="693"/>
                  </a:cubicBezTo>
                  <a:lnTo>
                    <a:pt x="5924" y="693"/>
                  </a:lnTo>
                  <a:cubicBezTo>
                    <a:pt x="6113" y="693"/>
                    <a:pt x="6270" y="536"/>
                    <a:pt x="6270" y="347"/>
                  </a:cubicBezTo>
                  <a:cubicBezTo>
                    <a:pt x="6270" y="158"/>
                    <a:pt x="6113" y="0"/>
                    <a:pt x="592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9" name="Google Shape;10759;p135"/>
            <p:cNvSpPr/>
            <p:nvPr/>
          </p:nvSpPr>
          <p:spPr>
            <a:xfrm>
              <a:off x="-24862675" y="2375850"/>
              <a:ext cx="53575" cy="260725"/>
            </a:xfrm>
            <a:custGeom>
              <a:rect b="b" l="l" r="r" t="t"/>
              <a:pathLst>
                <a:path extrusionOk="0" h="10429" w="2143">
                  <a:moveTo>
                    <a:pt x="1103" y="1103"/>
                  </a:moveTo>
                  <a:lnTo>
                    <a:pt x="1481" y="1797"/>
                  </a:lnTo>
                  <a:lnTo>
                    <a:pt x="1481" y="7625"/>
                  </a:lnTo>
                  <a:lnTo>
                    <a:pt x="757" y="7625"/>
                  </a:lnTo>
                  <a:lnTo>
                    <a:pt x="757" y="1797"/>
                  </a:lnTo>
                  <a:lnTo>
                    <a:pt x="1103" y="1103"/>
                  </a:lnTo>
                  <a:close/>
                  <a:moveTo>
                    <a:pt x="1481" y="8255"/>
                  </a:moveTo>
                  <a:lnTo>
                    <a:pt x="1481" y="9358"/>
                  </a:lnTo>
                  <a:cubicBezTo>
                    <a:pt x="1450" y="9578"/>
                    <a:pt x="1324" y="9736"/>
                    <a:pt x="1103" y="9736"/>
                  </a:cubicBezTo>
                  <a:cubicBezTo>
                    <a:pt x="914" y="9736"/>
                    <a:pt x="757" y="9578"/>
                    <a:pt x="757" y="9358"/>
                  </a:cubicBezTo>
                  <a:lnTo>
                    <a:pt x="757" y="8255"/>
                  </a:lnTo>
                  <a:close/>
                  <a:moveTo>
                    <a:pt x="1072" y="1"/>
                  </a:moveTo>
                  <a:cubicBezTo>
                    <a:pt x="946" y="1"/>
                    <a:pt x="820" y="64"/>
                    <a:pt x="757" y="190"/>
                  </a:cubicBezTo>
                  <a:lnTo>
                    <a:pt x="32" y="1576"/>
                  </a:lnTo>
                  <a:cubicBezTo>
                    <a:pt x="0" y="1608"/>
                    <a:pt x="0" y="1702"/>
                    <a:pt x="0" y="1734"/>
                  </a:cubicBezTo>
                  <a:lnTo>
                    <a:pt x="0" y="9421"/>
                  </a:lnTo>
                  <a:cubicBezTo>
                    <a:pt x="0" y="9988"/>
                    <a:pt x="473" y="10429"/>
                    <a:pt x="1040" y="10429"/>
                  </a:cubicBezTo>
                  <a:cubicBezTo>
                    <a:pt x="1607" y="10429"/>
                    <a:pt x="2048" y="9956"/>
                    <a:pt x="2048" y="9421"/>
                  </a:cubicBezTo>
                  <a:lnTo>
                    <a:pt x="2048" y="1734"/>
                  </a:lnTo>
                  <a:cubicBezTo>
                    <a:pt x="2143" y="1639"/>
                    <a:pt x="2143" y="1608"/>
                    <a:pt x="2111" y="1576"/>
                  </a:cubicBezTo>
                  <a:lnTo>
                    <a:pt x="1387" y="190"/>
                  </a:lnTo>
                  <a:cubicBezTo>
                    <a:pt x="1355" y="64"/>
                    <a:pt x="1198" y="1"/>
                    <a:pt x="107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760" name="Google Shape;10760;p135"/>
          <p:cNvSpPr/>
          <p:nvPr/>
        </p:nvSpPr>
        <p:spPr>
          <a:xfrm>
            <a:off x="5306811" y="3599288"/>
            <a:ext cx="356946" cy="263712"/>
          </a:xfrm>
          <a:custGeom>
            <a:rect b="b" l="l" r="r" t="t"/>
            <a:pathLst>
              <a:path extrusionOk="0" h="8822" w="11941">
                <a:moveTo>
                  <a:pt x="7184" y="1229"/>
                </a:moveTo>
                <a:lnTo>
                  <a:pt x="7184" y="1922"/>
                </a:lnTo>
                <a:lnTo>
                  <a:pt x="6459" y="1922"/>
                </a:lnTo>
                <a:lnTo>
                  <a:pt x="6459" y="1229"/>
                </a:lnTo>
                <a:close/>
                <a:moveTo>
                  <a:pt x="5797" y="1261"/>
                </a:moveTo>
                <a:lnTo>
                  <a:pt x="5797" y="1954"/>
                </a:lnTo>
                <a:lnTo>
                  <a:pt x="5073" y="1954"/>
                </a:lnTo>
                <a:lnTo>
                  <a:pt x="5073" y="1607"/>
                </a:lnTo>
                <a:cubicBezTo>
                  <a:pt x="5073" y="1418"/>
                  <a:pt x="5230" y="1261"/>
                  <a:pt x="5419" y="1261"/>
                </a:cubicBezTo>
                <a:close/>
                <a:moveTo>
                  <a:pt x="8192" y="1261"/>
                </a:moveTo>
                <a:cubicBezTo>
                  <a:pt x="8381" y="1261"/>
                  <a:pt x="8538" y="1418"/>
                  <a:pt x="8538" y="1607"/>
                </a:cubicBezTo>
                <a:lnTo>
                  <a:pt x="8538" y="1954"/>
                </a:lnTo>
                <a:lnTo>
                  <a:pt x="7845" y="1954"/>
                </a:lnTo>
                <a:lnTo>
                  <a:pt x="7845" y="1261"/>
                </a:lnTo>
                <a:close/>
                <a:moveTo>
                  <a:pt x="1450" y="694"/>
                </a:moveTo>
                <a:cubicBezTo>
                  <a:pt x="1607" y="694"/>
                  <a:pt x="1796" y="788"/>
                  <a:pt x="1922" y="914"/>
                </a:cubicBezTo>
                <a:lnTo>
                  <a:pt x="3182" y="2174"/>
                </a:lnTo>
                <a:cubicBezTo>
                  <a:pt x="3497" y="2489"/>
                  <a:pt x="3938" y="2679"/>
                  <a:pt x="4411" y="2679"/>
                </a:cubicBezTo>
                <a:lnTo>
                  <a:pt x="10523" y="2679"/>
                </a:lnTo>
                <a:cubicBezTo>
                  <a:pt x="10901" y="2679"/>
                  <a:pt x="11216" y="2994"/>
                  <a:pt x="11216" y="3372"/>
                </a:cubicBezTo>
                <a:cubicBezTo>
                  <a:pt x="11216" y="3781"/>
                  <a:pt x="10901" y="4096"/>
                  <a:pt x="10523" y="4096"/>
                </a:cubicBezTo>
                <a:lnTo>
                  <a:pt x="3812" y="4096"/>
                </a:lnTo>
                <a:cubicBezTo>
                  <a:pt x="3340" y="4096"/>
                  <a:pt x="2899" y="3907"/>
                  <a:pt x="2584" y="3592"/>
                </a:cubicBezTo>
                <a:lnTo>
                  <a:pt x="977" y="1891"/>
                </a:lnTo>
                <a:cubicBezTo>
                  <a:pt x="693" y="1607"/>
                  <a:pt x="693" y="1166"/>
                  <a:pt x="977" y="914"/>
                </a:cubicBezTo>
                <a:cubicBezTo>
                  <a:pt x="1103" y="788"/>
                  <a:pt x="1292" y="694"/>
                  <a:pt x="1450" y="694"/>
                </a:cubicBezTo>
                <a:close/>
                <a:moveTo>
                  <a:pt x="8255" y="4726"/>
                </a:moveTo>
                <a:lnTo>
                  <a:pt x="6805" y="5545"/>
                </a:lnTo>
                <a:lnTo>
                  <a:pt x="5356" y="4726"/>
                </a:lnTo>
                <a:close/>
                <a:moveTo>
                  <a:pt x="6805" y="6333"/>
                </a:moveTo>
                <a:lnTo>
                  <a:pt x="8822" y="7467"/>
                </a:lnTo>
                <a:lnTo>
                  <a:pt x="4821" y="7467"/>
                </a:lnTo>
                <a:lnTo>
                  <a:pt x="6805" y="6333"/>
                </a:lnTo>
                <a:close/>
                <a:moveTo>
                  <a:pt x="3340" y="7467"/>
                </a:moveTo>
                <a:cubicBezTo>
                  <a:pt x="3529" y="7467"/>
                  <a:pt x="3686" y="7625"/>
                  <a:pt x="3686" y="7845"/>
                </a:cubicBezTo>
                <a:cubicBezTo>
                  <a:pt x="3686" y="8034"/>
                  <a:pt x="3529" y="8192"/>
                  <a:pt x="3340" y="8192"/>
                </a:cubicBezTo>
                <a:cubicBezTo>
                  <a:pt x="3151" y="8192"/>
                  <a:pt x="2993" y="8034"/>
                  <a:pt x="2993" y="7845"/>
                </a:cubicBezTo>
                <a:cubicBezTo>
                  <a:pt x="2993" y="7625"/>
                  <a:pt x="3151" y="7467"/>
                  <a:pt x="3340" y="7467"/>
                </a:cubicBezTo>
                <a:close/>
                <a:moveTo>
                  <a:pt x="10271" y="7467"/>
                </a:moveTo>
                <a:cubicBezTo>
                  <a:pt x="10460" y="7467"/>
                  <a:pt x="10618" y="7625"/>
                  <a:pt x="10618" y="7845"/>
                </a:cubicBezTo>
                <a:cubicBezTo>
                  <a:pt x="10618" y="8034"/>
                  <a:pt x="10460" y="8192"/>
                  <a:pt x="10271" y="8192"/>
                </a:cubicBezTo>
                <a:cubicBezTo>
                  <a:pt x="10082" y="8192"/>
                  <a:pt x="9924" y="8034"/>
                  <a:pt x="9924" y="7845"/>
                </a:cubicBezTo>
                <a:cubicBezTo>
                  <a:pt x="9924" y="7625"/>
                  <a:pt x="10082" y="7467"/>
                  <a:pt x="10271" y="7467"/>
                </a:cubicBezTo>
                <a:close/>
                <a:moveTo>
                  <a:pt x="1544" y="1"/>
                </a:moveTo>
                <a:cubicBezTo>
                  <a:pt x="1166" y="1"/>
                  <a:pt x="820" y="158"/>
                  <a:pt x="536" y="379"/>
                </a:cubicBezTo>
                <a:cubicBezTo>
                  <a:pt x="0" y="946"/>
                  <a:pt x="0" y="1796"/>
                  <a:pt x="536" y="2363"/>
                </a:cubicBezTo>
                <a:lnTo>
                  <a:pt x="2206" y="4002"/>
                </a:lnTo>
                <a:cubicBezTo>
                  <a:pt x="2678" y="4474"/>
                  <a:pt x="3277" y="4726"/>
                  <a:pt x="3938" y="4726"/>
                </a:cubicBezTo>
                <a:lnTo>
                  <a:pt x="4002" y="4726"/>
                </a:lnTo>
                <a:lnTo>
                  <a:pt x="6175" y="5955"/>
                </a:lnTo>
                <a:lnTo>
                  <a:pt x="4128" y="7089"/>
                </a:lnTo>
                <a:cubicBezTo>
                  <a:pt x="3938" y="6900"/>
                  <a:pt x="3686" y="6774"/>
                  <a:pt x="3371" y="6774"/>
                </a:cubicBezTo>
                <a:cubicBezTo>
                  <a:pt x="2804" y="6774"/>
                  <a:pt x="2363" y="7247"/>
                  <a:pt x="2363" y="7782"/>
                </a:cubicBezTo>
                <a:cubicBezTo>
                  <a:pt x="2363" y="8381"/>
                  <a:pt x="2836" y="8822"/>
                  <a:pt x="3371" y="8822"/>
                </a:cubicBezTo>
                <a:cubicBezTo>
                  <a:pt x="3812" y="8822"/>
                  <a:pt x="4222" y="8538"/>
                  <a:pt x="4380" y="8097"/>
                </a:cubicBezTo>
                <a:lnTo>
                  <a:pt x="9326" y="8097"/>
                </a:lnTo>
                <a:cubicBezTo>
                  <a:pt x="9483" y="8507"/>
                  <a:pt x="9830" y="8822"/>
                  <a:pt x="10302" y="8822"/>
                </a:cubicBezTo>
                <a:cubicBezTo>
                  <a:pt x="10901" y="8822"/>
                  <a:pt x="11342" y="8349"/>
                  <a:pt x="11342" y="7782"/>
                </a:cubicBezTo>
                <a:cubicBezTo>
                  <a:pt x="11342" y="7184"/>
                  <a:pt x="10870" y="6774"/>
                  <a:pt x="10302" y="6774"/>
                </a:cubicBezTo>
                <a:cubicBezTo>
                  <a:pt x="10050" y="6774"/>
                  <a:pt x="9767" y="6900"/>
                  <a:pt x="9578" y="7089"/>
                </a:cubicBezTo>
                <a:lnTo>
                  <a:pt x="7530" y="5955"/>
                </a:lnTo>
                <a:lnTo>
                  <a:pt x="9672" y="4726"/>
                </a:lnTo>
                <a:lnTo>
                  <a:pt x="10555" y="4726"/>
                </a:lnTo>
                <a:cubicBezTo>
                  <a:pt x="11311" y="4726"/>
                  <a:pt x="11941" y="4096"/>
                  <a:pt x="11941" y="3340"/>
                </a:cubicBezTo>
                <a:cubicBezTo>
                  <a:pt x="11941" y="2584"/>
                  <a:pt x="11311" y="1954"/>
                  <a:pt x="10555" y="1954"/>
                </a:cubicBezTo>
                <a:lnTo>
                  <a:pt x="9263" y="1954"/>
                </a:lnTo>
                <a:lnTo>
                  <a:pt x="9263" y="1607"/>
                </a:lnTo>
                <a:cubicBezTo>
                  <a:pt x="9263" y="1009"/>
                  <a:pt x="8790" y="599"/>
                  <a:pt x="8223" y="599"/>
                </a:cubicBezTo>
                <a:lnTo>
                  <a:pt x="5482" y="599"/>
                </a:lnTo>
                <a:cubicBezTo>
                  <a:pt x="4884" y="599"/>
                  <a:pt x="4443" y="1072"/>
                  <a:pt x="4443" y="1607"/>
                </a:cubicBezTo>
                <a:lnTo>
                  <a:pt x="4443" y="1954"/>
                </a:lnTo>
                <a:cubicBezTo>
                  <a:pt x="4222" y="1954"/>
                  <a:pt x="3970" y="1859"/>
                  <a:pt x="3781" y="1639"/>
                </a:cubicBezTo>
                <a:lnTo>
                  <a:pt x="2521" y="379"/>
                </a:lnTo>
                <a:cubicBezTo>
                  <a:pt x="2237" y="127"/>
                  <a:pt x="1891" y="1"/>
                  <a:pt x="154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0764" name="Shape 10764"/>
        <p:cNvGrpSpPr/>
        <p:nvPr/>
      </p:nvGrpSpPr>
      <p:grpSpPr>
        <a:xfrm>
          <a:off x="0" y="0"/>
          <a:ext cx="0" cy="0"/>
          <a:chOff x="0" y="0"/>
          <a:chExt cx="0" cy="0"/>
        </a:xfrm>
      </p:grpSpPr>
      <p:sp>
        <p:nvSpPr>
          <p:cNvPr id="10765" name="Google Shape;10765;p136"/>
          <p:cNvSpPr txBox="1"/>
          <p:nvPr>
            <p:ph idx="4294967295" type="title"/>
          </p:nvPr>
        </p:nvSpPr>
        <p:spPr>
          <a:xfrm>
            <a:off x="849675" y="715975"/>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0766" name="Google Shape;10766;p136"/>
          <p:cNvSpPr txBox="1"/>
          <p:nvPr>
            <p:ph idx="4294967295" type="title"/>
          </p:nvPr>
        </p:nvSpPr>
        <p:spPr>
          <a:xfrm>
            <a:off x="4858400" y="715975"/>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grpSp>
        <p:nvGrpSpPr>
          <p:cNvPr id="10767" name="Google Shape;10767;p136"/>
          <p:cNvGrpSpPr/>
          <p:nvPr/>
        </p:nvGrpSpPr>
        <p:grpSpPr>
          <a:xfrm>
            <a:off x="854368" y="1313920"/>
            <a:ext cx="366269" cy="366240"/>
            <a:chOff x="-65131525" y="1914325"/>
            <a:chExt cx="316650" cy="316625"/>
          </a:xfrm>
        </p:grpSpPr>
        <p:sp>
          <p:nvSpPr>
            <p:cNvPr id="10768" name="Google Shape;10768;p136"/>
            <p:cNvSpPr/>
            <p:nvPr/>
          </p:nvSpPr>
          <p:spPr>
            <a:xfrm>
              <a:off x="-65024400" y="1949750"/>
              <a:ext cx="103175" cy="247350"/>
            </a:xfrm>
            <a:custGeom>
              <a:rect b="b" l="l" r="r" t="t"/>
              <a:pathLst>
                <a:path extrusionOk="0" h="9894" w="4127">
                  <a:moveTo>
                    <a:pt x="2048" y="1"/>
                  </a:moveTo>
                  <a:cubicBezTo>
                    <a:pt x="1859" y="1"/>
                    <a:pt x="1638" y="190"/>
                    <a:pt x="1638" y="379"/>
                  </a:cubicBezTo>
                  <a:lnTo>
                    <a:pt x="1638" y="851"/>
                  </a:lnTo>
                  <a:cubicBezTo>
                    <a:pt x="725" y="1040"/>
                    <a:pt x="0" y="1891"/>
                    <a:pt x="0" y="2868"/>
                  </a:cubicBezTo>
                  <a:cubicBezTo>
                    <a:pt x="0" y="3970"/>
                    <a:pt x="977" y="4632"/>
                    <a:pt x="1827" y="5262"/>
                  </a:cubicBezTo>
                  <a:cubicBezTo>
                    <a:pt x="2552" y="5829"/>
                    <a:pt x="3308" y="6333"/>
                    <a:pt x="3308" y="6995"/>
                  </a:cubicBezTo>
                  <a:cubicBezTo>
                    <a:pt x="3308" y="7656"/>
                    <a:pt x="2772" y="8255"/>
                    <a:pt x="2079" y="8255"/>
                  </a:cubicBezTo>
                  <a:cubicBezTo>
                    <a:pt x="1418" y="8255"/>
                    <a:pt x="851" y="7688"/>
                    <a:pt x="851" y="6995"/>
                  </a:cubicBezTo>
                  <a:cubicBezTo>
                    <a:pt x="851" y="6774"/>
                    <a:pt x="662" y="6617"/>
                    <a:pt x="441" y="6617"/>
                  </a:cubicBezTo>
                  <a:cubicBezTo>
                    <a:pt x="189" y="6617"/>
                    <a:pt x="32" y="6806"/>
                    <a:pt x="32" y="6995"/>
                  </a:cubicBezTo>
                  <a:cubicBezTo>
                    <a:pt x="32" y="7971"/>
                    <a:pt x="756" y="8854"/>
                    <a:pt x="1701" y="9011"/>
                  </a:cubicBezTo>
                  <a:lnTo>
                    <a:pt x="1701" y="9484"/>
                  </a:lnTo>
                  <a:cubicBezTo>
                    <a:pt x="1701" y="9704"/>
                    <a:pt x="1890" y="9893"/>
                    <a:pt x="2079" y="9893"/>
                  </a:cubicBezTo>
                  <a:cubicBezTo>
                    <a:pt x="2268" y="9893"/>
                    <a:pt x="2489" y="9704"/>
                    <a:pt x="2489" y="9484"/>
                  </a:cubicBezTo>
                  <a:lnTo>
                    <a:pt x="2489" y="9011"/>
                  </a:lnTo>
                  <a:cubicBezTo>
                    <a:pt x="3434" y="8791"/>
                    <a:pt x="4127" y="7971"/>
                    <a:pt x="4127" y="6995"/>
                  </a:cubicBezTo>
                  <a:cubicBezTo>
                    <a:pt x="4127" y="5892"/>
                    <a:pt x="3151" y="5231"/>
                    <a:pt x="2331" y="4600"/>
                  </a:cubicBezTo>
                  <a:cubicBezTo>
                    <a:pt x="1575" y="4033"/>
                    <a:pt x="819" y="3529"/>
                    <a:pt x="819" y="2868"/>
                  </a:cubicBezTo>
                  <a:cubicBezTo>
                    <a:pt x="788" y="2143"/>
                    <a:pt x="1386" y="1607"/>
                    <a:pt x="2048" y="1607"/>
                  </a:cubicBezTo>
                  <a:cubicBezTo>
                    <a:pt x="2709" y="1607"/>
                    <a:pt x="3277" y="2143"/>
                    <a:pt x="3277" y="2868"/>
                  </a:cubicBezTo>
                  <a:cubicBezTo>
                    <a:pt x="3277" y="3088"/>
                    <a:pt x="3466" y="3246"/>
                    <a:pt x="3686" y="3246"/>
                  </a:cubicBezTo>
                  <a:cubicBezTo>
                    <a:pt x="3938" y="3246"/>
                    <a:pt x="4096" y="3057"/>
                    <a:pt x="4096" y="2868"/>
                  </a:cubicBezTo>
                  <a:cubicBezTo>
                    <a:pt x="4096" y="1891"/>
                    <a:pt x="3371" y="1009"/>
                    <a:pt x="2426" y="851"/>
                  </a:cubicBezTo>
                  <a:lnTo>
                    <a:pt x="2426" y="379"/>
                  </a:lnTo>
                  <a:cubicBezTo>
                    <a:pt x="2426" y="158"/>
                    <a:pt x="2237" y="1"/>
                    <a:pt x="20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9" name="Google Shape;10769;p136"/>
            <p:cNvSpPr/>
            <p:nvPr/>
          </p:nvSpPr>
          <p:spPr>
            <a:xfrm>
              <a:off x="-65131525" y="1914325"/>
              <a:ext cx="316650" cy="316625"/>
            </a:xfrm>
            <a:custGeom>
              <a:rect b="b" l="l" r="r" t="t"/>
              <a:pathLst>
                <a:path extrusionOk="0" h="12665" w="12666">
                  <a:moveTo>
                    <a:pt x="6333" y="819"/>
                  </a:moveTo>
                  <a:cubicBezTo>
                    <a:pt x="9357" y="819"/>
                    <a:pt x="11846" y="3308"/>
                    <a:pt x="11846" y="6332"/>
                  </a:cubicBezTo>
                  <a:cubicBezTo>
                    <a:pt x="11846" y="9357"/>
                    <a:pt x="9357" y="11846"/>
                    <a:pt x="6333" y="11846"/>
                  </a:cubicBezTo>
                  <a:cubicBezTo>
                    <a:pt x="3308" y="11846"/>
                    <a:pt x="819" y="9357"/>
                    <a:pt x="819" y="6332"/>
                  </a:cubicBezTo>
                  <a:cubicBezTo>
                    <a:pt x="819" y="3308"/>
                    <a:pt x="3308" y="819"/>
                    <a:pt x="6333" y="819"/>
                  </a:cubicBezTo>
                  <a:close/>
                  <a:moveTo>
                    <a:pt x="6333" y="0"/>
                  </a:moveTo>
                  <a:cubicBezTo>
                    <a:pt x="2836" y="0"/>
                    <a:pt x="0" y="2835"/>
                    <a:pt x="0" y="6332"/>
                  </a:cubicBezTo>
                  <a:cubicBezTo>
                    <a:pt x="0" y="9830"/>
                    <a:pt x="2836" y="12665"/>
                    <a:pt x="6333" y="12665"/>
                  </a:cubicBezTo>
                  <a:cubicBezTo>
                    <a:pt x="9830" y="12665"/>
                    <a:pt x="12665" y="9830"/>
                    <a:pt x="12665" y="6332"/>
                  </a:cubicBezTo>
                  <a:cubicBezTo>
                    <a:pt x="12665" y="2835"/>
                    <a:pt x="9830" y="0"/>
                    <a:pt x="63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70" name="Google Shape;10770;p136"/>
          <p:cNvGrpSpPr/>
          <p:nvPr/>
        </p:nvGrpSpPr>
        <p:grpSpPr>
          <a:xfrm>
            <a:off x="854368" y="1794207"/>
            <a:ext cx="366269" cy="366269"/>
            <a:chOff x="-65131525" y="2281350"/>
            <a:chExt cx="316650" cy="316650"/>
          </a:xfrm>
        </p:grpSpPr>
        <p:sp>
          <p:nvSpPr>
            <p:cNvPr id="10771" name="Google Shape;10771;p136"/>
            <p:cNvSpPr/>
            <p:nvPr/>
          </p:nvSpPr>
          <p:spPr>
            <a:xfrm>
              <a:off x="-65131525" y="2322300"/>
              <a:ext cx="275675" cy="275700"/>
            </a:xfrm>
            <a:custGeom>
              <a:rect b="b" l="l" r="r" t="t"/>
              <a:pathLst>
                <a:path extrusionOk="0" h="11028" w="11027">
                  <a:moveTo>
                    <a:pt x="5073" y="820"/>
                  </a:moveTo>
                  <a:lnTo>
                    <a:pt x="5073" y="5514"/>
                  </a:lnTo>
                  <a:cubicBezTo>
                    <a:pt x="5073" y="5766"/>
                    <a:pt x="5262" y="5923"/>
                    <a:pt x="5482" y="5923"/>
                  </a:cubicBezTo>
                  <a:lnTo>
                    <a:pt x="10145" y="5923"/>
                  </a:lnTo>
                  <a:cubicBezTo>
                    <a:pt x="9956" y="8318"/>
                    <a:pt x="7940" y="10208"/>
                    <a:pt x="5482" y="10208"/>
                  </a:cubicBezTo>
                  <a:cubicBezTo>
                    <a:pt x="2867" y="10208"/>
                    <a:pt x="788" y="8129"/>
                    <a:pt x="788" y="5514"/>
                  </a:cubicBezTo>
                  <a:cubicBezTo>
                    <a:pt x="788" y="3088"/>
                    <a:pt x="2678" y="1072"/>
                    <a:pt x="5073" y="820"/>
                  </a:cubicBezTo>
                  <a:close/>
                  <a:moveTo>
                    <a:pt x="5514" y="0"/>
                  </a:moveTo>
                  <a:cubicBezTo>
                    <a:pt x="2458" y="0"/>
                    <a:pt x="0" y="2489"/>
                    <a:pt x="0" y="5514"/>
                  </a:cubicBezTo>
                  <a:cubicBezTo>
                    <a:pt x="0" y="8538"/>
                    <a:pt x="2458" y="11027"/>
                    <a:pt x="5514" y="11027"/>
                  </a:cubicBezTo>
                  <a:cubicBezTo>
                    <a:pt x="8538" y="11027"/>
                    <a:pt x="11027" y="8538"/>
                    <a:pt x="11027" y="5514"/>
                  </a:cubicBezTo>
                  <a:cubicBezTo>
                    <a:pt x="11027" y="5293"/>
                    <a:pt x="10807" y="5104"/>
                    <a:pt x="10618" y="5104"/>
                  </a:cubicBezTo>
                  <a:lnTo>
                    <a:pt x="5923" y="5104"/>
                  </a:lnTo>
                  <a:lnTo>
                    <a:pt x="5923" y="410"/>
                  </a:lnTo>
                  <a:cubicBezTo>
                    <a:pt x="5892" y="158"/>
                    <a:pt x="5734" y="0"/>
                    <a:pt x="551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2" name="Google Shape;10772;p136"/>
            <p:cNvSpPr/>
            <p:nvPr/>
          </p:nvSpPr>
          <p:spPr>
            <a:xfrm>
              <a:off x="-64963775" y="2281350"/>
              <a:ext cx="148900" cy="148875"/>
            </a:xfrm>
            <a:custGeom>
              <a:rect b="b" l="l" r="r" t="t"/>
              <a:pathLst>
                <a:path extrusionOk="0" h="5955" w="5956">
                  <a:moveTo>
                    <a:pt x="852" y="819"/>
                  </a:moveTo>
                  <a:cubicBezTo>
                    <a:pt x="3088" y="1008"/>
                    <a:pt x="4884" y="2836"/>
                    <a:pt x="5105" y="5073"/>
                  </a:cubicBezTo>
                  <a:lnTo>
                    <a:pt x="852" y="5073"/>
                  </a:lnTo>
                  <a:lnTo>
                    <a:pt x="852" y="819"/>
                  </a:lnTo>
                  <a:close/>
                  <a:moveTo>
                    <a:pt x="442" y="0"/>
                  </a:moveTo>
                  <a:cubicBezTo>
                    <a:pt x="221" y="0"/>
                    <a:pt x="1" y="189"/>
                    <a:pt x="1" y="441"/>
                  </a:cubicBezTo>
                  <a:lnTo>
                    <a:pt x="1" y="5514"/>
                  </a:lnTo>
                  <a:cubicBezTo>
                    <a:pt x="1" y="5734"/>
                    <a:pt x="221" y="5955"/>
                    <a:pt x="442" y="5955"/>
                  </a:cubicBezTo>
                  <a:lnTo>
                    <a:pt x="5514" y="5955"/>
                  </a:lnTo>
                  <a:cubicBezTo>
                    <a:pt x="5766" y="5955"/>
                    <a:pt x="5955" y="5734"/>
                    <a:pt x="5955" y="5514"/>
                  </a:cubicBezTo>
                  <a:cubicBezTo>
                    <a:pt x="5955" y="2426"/>
                    <a:pt x="3466" y="0"/>
                    <a:pt x="44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73" name="Google Shape;10773;p136"/>
          <p:cNvGrpSpPr/>
          <p:nvPr/>
        </p:nvGrpSpPr>
        <p:grpSpPr>
          <a:xfrm>
            <a:off x="857564" y="2259206"/>
            <a:ext cx="359878" cy="367165"/>
            <a:chOff x="-65129950" y="2646800"/>
            <a:chExt cx="311125" cy="317425"/>
          </a:xfrm>
        </p:grpSpPr>
        <p:sp>
          <p:nvSpPr>
            <p:cNvPr id="10774" name="Google Shape;10774;p136"/>
            <p:cNvSpPr/>
            <p:nvPr/>
          </p:nvSpPr>
          <p:spPr>
            <a:xfrm>
              <a:off x="-65129950" y="2646800"/>
              <a:ext cx="311125" cy="317425"/>
            </a:xfrm>
            <a:custGeom>
              <a:rect b="b" l="l" r="r" t="t"/>
              <a:pathLst>
                <a:path extrusionOk="0" h="12697" w="12445">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5" name="Google Shape;10775;p136"/>
            <p:cNvSpPr/>
            <p:nvPr/>
          </p:nvSpPr>
          <p:spPr>
            <a:xfrm>
              <a:off x="-65066950" y="2738175"/>
              <a:ext cx="187475" cy="185100"/>
            </a:xfrm>
            <a:custGeom>
              <a:rect b="b" l="l" r="r" t="t"/>
              <a:pathLst>
                <a:path extrusionOk="0" h="7404" w="7499">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76" name="Google Shape;10776;p136"/>
          <p:cNvGrpSpPr/>
          <p:nvPr/>
        </p:nvGrpSpPr>
        <p:grpSpPr>
          <a:xfrm>
            <a:off x="3060897" y="1312532"/>
            <a:ext cx="368987" cy="369016"/>
            <a:chOff x="-63252250" y="1930850"/>
            <a:chExt cx="319000" cy="319025"/>
          </a:xfrm>
        </p:grpSpPr>
        <p:sp>
          <p:nvSpPr>
            <p:cNvPr id="10777" name="Google Shape;10777;p136"/>
            <p:cNvSpPr/>
            <p:nvPr/>
          </p:nvSpPr>
          <p:spPr>
            <a:xfrm>
              <a:off x="-63252250" y="1930850"/>
              <a:ext cx="319000" cy="319025"/>
            </a:xfrm>
            <a:custGeom>
              <a:rect b="b" l="l" r="r" t="t"/>
              <a:pathLst>
                <a:path extrusionOk="0" h="12761" w="12760">
                  <a:moveTo>
                    <a:pt x="7026" y="914"/>
                  </a:moveTo>
                  <a:lnTo>
                    <a:pt x="7026" y="1954"/>
                  </a:lnTo>
                  <a:cubicBezTo>
                    <a:pt x="7026" y="2174"/>
                    <a:pt x="7120" y="2332"/>
                    <a:pt x="7341" y="2363"/>
                  </a:cubicBezTo>
                  <a:cubicBezTo>
                    <a:pt x="7813" y="2489"/>
                    <a:pt x="8286" y="2647"/>
                    <a:pt x="8664" y="2899"/>
                  </a:cubicBezTo>
                  <a:cubicBezTo>
                    <a:pt x="8733" y="2954"/>
                    <a:pt x="8820" y="2979"/>
                    <a:pt x="8905" y="2979"/>
                  </a:cubicBezTo>
                  <a:cubicBezTo>
                    <a:pt x="9012" y="2979"/>
                    <a:pt x="9115" y="2938"/>
                    <a:pt x="9168" y="2868"/>
                  </a:cubicBezTo>
                  <a:lnTo>
                    <a:pt x="9924" y="2111"/>
                  </a:lnTo>
                  <a:lnTo>
                    <a:pt x="10712" y="2899"/>
                  </a:lnTo>
                  <a:lnTo>
                    <a:pt x="9956" y="3655"/>
                  </a:lnTo>
                  <a:cubicBezTo>
                    <a:pt x="9861" y="3781"/>
                    <a:pt x="9798" y="4002"/>
                    <a:pt x="9924" y="4159"/>
                  </a:cubicBezTo>
                  <a:cubicBezTo>
                    <a:pt x="10208" y="4600"/>
                    <a:pt x="10397" y="5041"/>
                    <a:pt x="10460" y="5514"/>
                  </a:cubicBezTo>
                  <a:cubicBezTo>
                    <a:pt x="10523" y="5703"/>
                    <a:pt x="10680" y="5829"/>
                    <a:pt x="10869" y="5829"/>
                  </a:cubicBezTo>
                  <a:lnTo>
                    <a:pt x="11941" y="5829"/>
                  </a:lnTo>
                  <a:lnTo>
                    <a:pt x="11941" y="6932"/>
                  </a:lnTo>
                  <a:lnTo>
                    <a:pt x="10869" y="6932"/>
                  </a:lnTo>
                  <a:cubicBezTo>
                    <a:pt x="10680" y="6932"/>
                    <a:pt x="10523" y="7058"/>
                    <a:pt x="10460" y="7247"/>
                  </a:cubicBezTo>
                  <a:cubicBezTo>
                    <a:pt x="10365" y="7719"/>
                    <a:pt x="10208" y="8192"/>
                    <a:pt x="9924" y="8570"/>
                  </a:cubicBezTo>
                  <a:cubicBezTo>
                    <a:pt x="9798" y="8727"/>
                    <a:pt x="9861" y="8979"/>
                    <a:pt x="9956" y="9105"/>
                  </a:cubicBezTo>
                  <a:lnTo>
                    <a:pt x="10712" y="9830"/>
                  </a:lnTo>
                  <a:lnTo>
                    <a:pt x="9924" y="10618"/>
                  </a:lnTo>
                  <a:lnTo>
                    <a:pt x="9168" y="9893"/>
                  </a:lnTo>
                  <a:cubicBezTo>
                    <a:pt x="9111" y="9817"/>
                    <a:pt x="8996" y="9775"/>
                    <a:pt x="8879" y="9775"/>
                  </a:cubicBezTo>
                  <a:cubicBezTo>
                    <a:pt x="8803" y="9775"/>
                    <a:pt x="8726" y="9793"/>
                    <a:pt x="8664" y="9830"/>
                  </a:cubicBezTo>
                  <a:cubicBezTo>
                    <a:pt x="8223" y="10114"/>
                    <a:pt x="7813" y="10303"/>
                    <a:pt x="7341" y="10397"/>
                  </a:cubicBezTo>
                  <a:cubicBezTo>
                    <a:pt x="7120" y="10429"/>
                    <a:pt x="7026" y="10586"/>
                    <a:pt x="7026" y="10775"/>
                  </a:cubicBezTo>
                  <a:lnTo>
                    <a:pt x="7026" y="11846"/>
                  </a:lnTo>
                  <a:lnTo>
                    <a:pt x="5923" y="11846"/>
                  </a:lnTo>
                  <a:lnTo>
                    <a:pt x="5923" y="10775"/>
                  </a:lnTo>
                  <a:cubicBezTo>
                    <a:pt x="5923" y="10586"/>
                    <a:pt x="5797" y="10429"/>
                    <a:pt x="5577" y="10397"/>
                  </a:cubicBezTo>
                  <a:cubicBezTo>
                    <a:pt x="5135" y="10271"/>
                    <a:pt x="4663" y="10114"/>
                    <a:pt x="4253" y="9830"/>
                  </a:cubicBezTo>
                  <a:cubicBezTo>
                    <a:pt x="4191" y="9793"/>
                    <a:pt x="4119" y="9775"/>
                    <a:pt x="4047" y="9775"/>
                  </a:cubicBezTo>
                  <a:cubicBezTo>
                    <a:pt x="3937" y="9775"/>
                    <a:pt x="3826" y="9817"/>
                    <a:pt x="3749" y="9893"/>
                  </a:cubicBezTo>
                  <a:lnTo>
                    <a:pt x="2993" y="10618"/>
                  </a:lnTo>
                  <a:lnTo>
                    <a:pt x="2206" y="9830"/>
                  </a:lnTo>
                  <a:lnTo>
                    <a:pt x="2962" y="9105"/>
                  </a:lnTo>
                  <a:cubicBezTo>
                    <a:pt x="3088" y="8979"/>
                    <a:pt x="3119" y="8727"/>
                    <a:pt x="2993" y="8570"/>
                  </a:cubicBezTo>
                  <a:cubicBezTo>
                    <a:pt x="2710" y="8160"/>
                    <a:pt x="2521" y="7719"/>
                    <a:pt x="2458" y="7247"/>
                  </a:cubicBezTo>
                  <a:cubicBezTo>
                    <a:pt x="2395" y="7058"/>
                    <a:pt x="2237" y="6932"/>
                    <a:pt x="2048" y="6932"/>
                  </a:cubicBezTo>
                  <a:lnTo>
                    <a:pt x="977" y="6932"/>
                  </a:lnTo>
                  <a:lnTo>
                    <a:pt x="977" y="5829"/>
                  </a:lnTo>
                  <a:lnTo>
                    <a:pt x="2048" y="5829"/>
                  </a:lnTo>
                  <a:cubicBezTo>
                    <a:pt x="2237" y="5829"/>
                    <a:pt x="2395" y="5703"/>
                    <a:pt x="2458" y="5514"/>
                  </a:cubicBezTo>
                  <a:cubicBezTo>
                    <a:pt x="2552" y="5041"/>
                    <a:pt x="2710" y="4569"/>
                    <a:pt x="2993" y="4159"/>
                  </a:cubicBezTo>
                  <a:cubicBezTo>
                    <a:pt x="3119" y="4002"/>
                    <a:pt x="3088" y="3781"/>
                    <a:pt x="2962" y="3655"/>
                  </a:cubicBezTo>
                  <a:lnTo>
                    <a:pt x="2206" y="2899"/>
                  </a:lnTo>
                  <a:lnTo>
                    <a:pt x="2993" y="2111"/>
                  </a:lnTo>
                  <a:lnTo>
                    <a:pt x="3749" y="2868"/>
                  </a:lnTo>
                  <a:cubicBezTo>
                    <a:pt x="3820" y="2938"/>
                    <a:pt x="3921" y="2979"/>
                    <a:pt x="4023" y="2979"/>
                  </a:cubicBezTo>
                  <a:cubicBezTo>
                    <a:pt x="4103" y="2979"/>
                    <a:pt x="4184" y="2954"/>
                    <a:pt x="4253" y="2899"/>
                  </a:cubicBezTo>
                  <a:cubicBezTo>
                    <a:pt x="4694" y="2647"/>
                    <a:pt x="5135" y="2426"/>
                    <a:pt x="5577" y="2363"/>
                  </a:cubicBezTo>
                  <a:cubicBezTo>
                    <a:pt x="5797" y="2332"/>
                    <a:pt x="5923" y="2174"/>
                    <a:pt x="5923" y="1954"/>
                  </a:cubicBezTo>
                  <a:lnTo>
                    <a:pt x="5923" y="914"/>
                  </a:lnTo>
                  <a:close/>
                  <a:moveTo>
                    <a:pt x="5829" y="1"/>
                  </a:moveTo>
                  <a:cubicBezTo>
                    <a:pt x="5356" y="1"/>
                    <a:pt x="5009" y="347"/>
                    <a:pt x="5009" y="820"/>
                  </a:cubicBezTo>
                  <a:lnTo>
                    <a:pt x="5009" y="1576"/>
                  </a:lnTo>
                  <a:cubicBezTo>
                    <a:pt x="4631" y="1702"/>
                    <a:pt x="4285" y="1796"/>
                    <a:pt x="3970" y="2017"/>
                  </a:cubicBezTo>
                  <a:lnTo>
                    <a:pt x="3466" y="1481"/>
                  </a:lnTo>
                  <a:cubicBezTo>
                    <a:pt x="3308" y="1324"/>
                    <a:pt x="3103" y="1245"/>
                    <a:pt x="2891" y="1245"/>
                  </a:cubicBezTo>
                  <a:cubicBezTo>
                    <a:pt x="2678" y="1245"/>
                    <a:pt x="2458" y="1324"/>
                    <a:pt x="2269" y="1481"/>
                  </a:cubicBezTo>
                  <a:lnTo>
                    <a:pt x="1481" y="2269"/>
                  </a:lnTo>
                  <a:cubicBezTo>
                    <a:pt x="1166" y="2584"/>
                    <a:pt x="1166" y="3120"/>
                    <a:pt x="1481" y="3466"/>
                  </a:cubicBezTo>
                  <a:lnTo>
                    <a:pt x="2017" y="3970"/>
                  </a:lnTo>
                  <a:cubicBezTo>
                    <a:pt x="1796" y="4285"/>
                    <a:pt x="1701" y="4632"/>
                    <a:pt x="1575" y="5010"/>
                  </a:cubicBezTo>
                  <a:lnTo>
                    <a:pt x="819" y="5010"/>
                  </a:lnTo>
                  <a:cubicBezTo>
                    <a:pt x="347" y="5010"/>
                    <a:pt x="0" y="5356"/>
                    <a:pt x="0" y="5829"/>
                  </a:cubicBezTo>
                  <a:lnTo>
                    <a:pt x="0" y="6932"/>
                  </a:lnTo>
                  <a:cubicBezTo>
                    <a:pt x="0" y="7404"/>
                    <a:pt x="347" y="7751"/>
                    <a:pt x="819" y="7751"/>
                  </a:cubicBezTo>
                  <a:lnTo>
                    <a:pt x="1575" y="7751"/>
                  </a:lnTo>
                  <a:cubicBezTo>
                    <a:pt x="1701" y="8097"/>
                    <a:pt x="1796" y="8475"/>
                    <a:pt x="2017" y="8759"/>
                  </a:cubicBezTo>
                  <a:lnTo>
                    <a:pt x="1481" y="9295"/>
                  </a:lnTo>
                  <a:cubicBezTo>
                    <a:pt x="1166" y="9610"/>
                    <a:pt x="1166" y="10114"/>
                    <a:pt x="1481" y="10460"/>
                  </a:cubicBezTo>
                  <a:lnTo>
                    <a:pt x="2269" y="11248"/>
                  </a:lnTo>
                  <a:cubicBezTo>
                    <a:pt x="2426" y="11405"/>
                    <a:pt x="2639" y="11484"/>
                    <a:pt x="2855" y="11484"/>
                  </a:cubicBezTo>
                  <a:cubicBezTo>
                    <a:pt x="3072" y="11484"/>
                    <a:pt x="3292" y="11405"/>
                    <a:pt x="3466" y="11248"/>
                  </a:cubicBezTo>
                  <a:lnTo>
                    <a:pt x="3970" y="10744"/>
                  </a:lnTo>
                  <a:cubicBezTo>
                    <a:pt x="4285" y="10933"/>
                    <a:pt x="4631" y="11059"/>
                    <a:pt x="5009" y="11185"/>
                  </a:cubicBezTo>
                  <a:lnTo>
                    <a:pt x="5009" y="11909"/>
                  </a:lnTo>
                  <a:cubicBezTo>
                    <a:pt x="5009" y="12382"/>
                    <a:pt x="5356" y="12760"/>
                    <a:pt x="5829" y="12760"/>
                  </a:cubicBezTo>
                  <a:lnTo>
                    <a:pt x="6931" y="12760"/>
                  </a:lnTo>
                  <a:cubicBezTo>
                    <a:pt x="7404" y="12760"/>
                    <a:pt x="7750" y="12382"/>
                    <a:pt x="7750" y="11909"/>
                  </a:cubicBezTo>
                  <a:lnTo>
                    <a:pt x="7750" y="11185"/>
                  </a:lnTo>
                  <a:cubicBezTo>
                    <a:pt x="8097" y="11059"/>
                    <a:pt x="8475" y="10933"/>
                    <a:pt x="8790" y="10744"/>
                  </a:cubicBezTo>
                  <a:lnTo>
                    <a:pt x="9294" y="11248"/>
                  </a:lnTo>
                  <a:cubicBezTo>
                    <a:pt x="9452" y="11405"/>
                    <a:pt x="9656" y="11484"/>
                    <a:pt x="9865" y="11484"/>
                  </a:cubicBezTo>
                  <a:cubicBezTo>
                    <a:pt x="10074" y="11484"/>
                    <a:pt x="10287" y="11405"/>
                    <a:pt x="10460" y="11248"/>
                  </a:cubicBezTo>
                  <a:lnTo>
                    <a:pt x="11247" y="10460"/>
                  </a:lnTo>
                  <a:cubicBezTo>
                    <a:pt x="11563" y="10145"/>
                    <a:pt x="11563" y="9641"/>
                    <a:pt x="11247" y="9295"/>
                  </a:cubicBezTo>
                  <a:lnTo>
                    <a:pt x="10743" y="8759"/>
                  </a:lnTo>
                  <a:cubicBezTo>
                    <a:pt x="10932" y="8444"/>
                    <a:pt x="11058" y="8097"/>
                    <a:pt x="11184" y="7751"/>
                  </a:cubicBezTo>
                  <a:lnTo>
                    <a:pt x="11941" y="7751"/>
                  </a:lnTo>
                  <a:cubicBezTo>
                    <a:pt x="12413" y="7751"/>
                    <a:pt x="12760" y="7404"/>
                    <a:pt x="12760" y="6932"/>
                  </a:cubicBezTo>
                  <a:lnTo>
                    <a:pt x="12760" y="5829"/>
                  </a:lnTo>
                  <a:cubicBezTo>
                    <a:pt x="12760" y="5356"/>
                    <a:pt x="12350" y="5010"/>
                    <a:pt x="11941" y="5010"/>
                  </a:cubicBezTo>
                  <a:lnTo>
                    <a:pt x="11184" y="5010"/>
                  </a:lnTo>
                  <a:cubicBezTo>
                    <a:pt x="11058" y="4632"/>
                    <a:pt x="10932" y="4285"/>
                    <a:pt x="10743" y="3970"/>
                  </a:cubicBezTo>
                  <a:lnTo>
                    <a:pt x="11247" y="3466"/>
                  </a:lnTo>
                  <a:cubicBezTo>
                    <a:pt x="11563" y="3151"/>
                    <a:pt x="11563" y="2647"/>
                    <a:pt x="11247" y="2269"/>
                  </a:cubicBezTo>
                  <a:lnTo>
                    <a:pt x="10460" y="1481"/>
                  </a:lnTo>
                  <a:cubicBezTo>
                    <a:pt x="10302" y="1324"/>
                    <a:pt x="10098" y="1245"/>
                    <a:pt x="9889" y="1245"/>
                  </a:cubicBezTo>
                  <a:cubicBezTo>
                    <a:pt x="9680" y="1245"/>
                    <a:pt x="9467" y="1324"/>
                    <a:pt x="9294" y="1481"/>
                  </a:cubicBezTo>
                  <a:lnTo>
                    <a:pt x="8790" y="2017"/>
                  </a:lnTo>
                  <a:cubicBezTo>
                    <a:pt x="8475" y="1796"/>
                    <a:pt x="8097" y="1702"/>
                    <a:pt x="7750" y="1576"/>
                  </a:cubicBezTo>
                  <a:lnTo>
                    <a:pt x="7750" y="820"/>
                  </a:lnTo>
                  <a:cubicBezTo>
                    <a:pt x="7750" y="347"/>
                    <a:pt x="7404" y="1"/>
                    <a:pt x="693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8" name="Google Shape;10778;p136"/>
            <p:cNvSpPr/>
            <p:nvPr/>
          </p:nvSpPr>
          <p:spPr>
            <a:xfrm>
              <a:off x="-63160900" y="2021425"/>
              <a:ext cx="137850" cy="137850"/>
            </a:xfrm>
            <a:custGeom>
              <a:rect b="b" l="l" r="r" t="t"/>
              <a:pathLst>
                <a:path extrusionOk="0" h="5514" w="5514">
                  <a:moveTo>
                    <a:pt x="2773" y="820"/>
                  </a:moveTo>
                  <a:cubicBezTo>
                    <a:pt x="3813" y="820"/>
                    <a:pt x="4695" y="1702"/>
                    <a:pt x="4695" y="2742"/>
                  </a:cubicBezTo>
                  <a:cubicBezTo>
                    <a:pt x="4695" y="3813"/>
                    <a:pt x="3813" y="4695"/>
                    <a:pt x="2773" y="4695"/>
                  </a:cubicBezTo>
                  <a:cubicBezTo>
                    <a:pt x="1702" y="4695"/>
                    <a:pt x="820" y="3813"/>
                    <a:pt x="820" y="2742"/>
                  </a:cubicBezTo>
                  <a:cubicBezTo>
                    <a:pt x="820" y="1702"/>
                    <a:pt x="1702" y="820"/>
                    <a:pt x="2773" y="820"/>
                  </a:cubicBezTo>
                  <a:close/>
                  <a:moveTo>
                    <a:pt x="2773" y="1"/>
                  </a:moveTo>
                  <a:cubicBezTo>
                    <a:pt x="1229" y="1"/>
                    <a:pt x="1" y="1198"/>
                    <a:pt x="1" y="2742"/>
                  </a:cubicBezTo>
                  <a:cubicBezTo>
                    <a:pt x="1" y="4285"/>
                    <a:pt x="1229" y="5514"/>
                    <a:pt x="2773" y="5514"/>
                  </a:cubicBezTo>
                  <a:cubicBezTo>
                    <a:pt x="4285" y="5514"/>
                    <a:pt x="5514" y="4285"/>
                    <a:pt x="5514" y="2742"/>
                  </a:cubicBezTo>
                  <a:cubicBezTo>
                    <a:pt x="5514" y="1229"/>
                    <a:pt x="4254" y="1"/>
                    <a:pt x="277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779" name="Google Shape;10779;p136"/>
          <p:cNvSpPr/>
          <p:nvPr/>
        </p:nvSpPr>
        <p:spPr>
          <a:xfrm>
            <a:off x="3052893" y="1793369"/>
            <a:ext cx="372371" cy="367946"/>
          </a:xfrm>
          <a:custGeom>
            <a:rect b="b" l="l" r="r" t="t"/>
            <a:pathLst>
              <a:path extrusionOk="0" h="12724" w="12877">
                <a:moveTo>
                  <a:pt x="10492" y="1603"/>
                </a:moveTo>
                <a:lnTo>
                  <a:pt x="10429" y="1855"/>
                </a:lnTo>
                <a:cubicBezTo>
                  <a:pt x="10429" y="1981"/>
                  <a:pt x="10492" y="2138"/>
                  <a:pt x="10555" y="2201"/>
                </a:cubicBezTo>
                <a:cubicBezTo>
                  <a:pt x="10649" y="2296"/>
                  <a:pt x="10807" y="2327"/>
                  <a:pt x="10901" y="2327"/>
                </a:cubicBezTo>
                <a:lnTo>
                  <a:pt x="11153" y="2296"/>
                </a:lnTo>
                <a:lnTo>
                  <a:pt x="10492" y="2957"/>
                </a:lnTo>
                <a:lnTo>
                  <a:pt x="9736" y="3083"/>
                </a:lnTo>
                <a:lnTo>
                  <a:pt x="9799" y="2296"/>
                </a:lnTo>
                <a:lnTo>
                  <a:pt x="10492" y="1603"/>
                </a:lnTo>
                <a:close/>
                <a:moveTo>
                  <a:pt x="6270" y="6108"/>
                </a:moveTo>
                <a:cubicBezTo>
                  <a:pt x="6396" y="6108"/>
                  <a:pt x="6459" y="6139"/>
                  <a:pt x="6554" y="6234"/>
                </a:cubicBezTo>
                <a:cubicBezTo>
                  <a:pt x="6617" y="6265"/>
                  <a:pt x="6648" y="6391"/>
                  <a:pt x="6648" y="6486"/>
                </a:cubicBezTo>
                <a:cubicBezTo>
                  <a:pt x="6648" y="6738"/>
                  <a:pt x="6459" y="6927"/>
                  <a:pt x="6270" y="6927"/>
                </a:cubicBezTo>
                <a:cubicBezTo>
                  <a:pt x="6081" y="6927"/>
                  <a:pt x="5861" y="6738"/>
                  <a:pt x="5861" y="6486"/>
                </a:cubicBezTo>
                <a:cubicBezTo>
                  <a:pt x="5861" y="6265"/>
                  <a:pt x="6081" y="6108"/>
                  <a:pt x="6270" y="6108"/>
                </a:cubicBezTo>
                <a:close/>
                <a:moveTo>
                  <a:pt x="6176" y="4375"/>
                </a:moveTo>
                <a:cubicBezTo>
                  <a:pt x="6617" y="4375"/>
                  <a:pt x="7026" y="4501"/>
                  <a:pt x="7341" y="4722"/>
                </a:cubicBezTo>
                <a:lnTo>
                  <a:pt x="6743" y="5320"/>
                </a:lnTo>
                <a:cubicBezTo>
                  <a:pt x="6617" y="5289"/>
                  <a:pt x="6428" y="5226"/>
                  <a:pt x="6239" y="5226"/>
                </a:cubicBezTo>
                <a:cubicBezTo>
                  <a:pt x="5546" y="5226"/>
                  <a:pt x="5010" y="5793"/>
                  <a:pt x="5010" y="6454"/>
                </a:cubicBezTo>
                <a:cubicBezTo>
                  <a:pt x="5010" y="7116"/>
                  <a:pt x="5546" y="7715"/>
                  <a:pt x="6239" y="7715"/>
                </a:cubicBezTo>
                <a:cubicBezTo>
                  <a:pt x="6900" y="7715"/>
                  <a:pt x="7467" y="7147"/>
                  <a:pt x="7467" y="6454"/>
                </a:cubicBezTo>
                <a:cubicBezTo>
                  <a:pt x="7467" y="6265"/>
                  <a:pt x="7404" y="6108"/>
                  <a:pt x="7341" y="5887"/>
                </a:cubicBezTo>
                <a:lnTo>
                  <a:pt x="7908" y="5320"/>
                </a:lnTo>
                <a:cubicBezTo>
                  <a:pt x="8160" y="5635"/>
                  <a:pt x="8286" y="6013"/>
                  <a:pt x="8286" y="6454"/>
                </a:cubicBezTo>
                <a:cubicBezTo>
                  <a:pt x="8286" y="7588"/>
                  <a:pt x="7341" y="8534"/>
                  <a:pt x="6176" y="8534"/>
                </a:cubicBezTo>
                <a:cubicBezTo>
                  <a:pt x="5041" y="8534"/>
                  <a:pt x="4096" y="7588"/>
                  <a:pt x="4096" y="6454"/>
                </a:cubicBezTo>
                <a:cubicBezTo>
                  <a:pt x="4096" y="5320"/>
                  <a:pt x="5041" y="4375"/>
                  <a:pt x="6176" y="4375"/>
                </a:cubicBezTo>
                <a:close/>
                <a:moveTo>
                  <a:pt x="6239" y="2800"/>
                </a:moveTo>
                <a:cubicBezTo>
                  <a:pt x="7089" y="2800"/>
                  <a:pt x="7908" y="3115"/>
                  <a:pt x="8539" y="3619"/>
                </a:cubicBezTo>
                <a:lnTo>
                  <a:pt x="7971" y="4217"/>
                </a:lnTo>
                <a:cubicBezTo>
                  <a:pt x="7499" y="3839"/>
                  <a:pt x="6869" y="3619"/>
                  <a:pt x="6239" y="3619"/>
                </a:cubicBezTo>
                <a:cubicBezTo>
                  <a:pt x="4600" y="3619"/>
                  <a:pt x="3309" y="4911"/>
                  <a:pt x="3309" y="6486"/>
                </a:cubicBezTo>
                <a:cubicBezTo>
                  <a:pt x="3309" y="8124"/>
                  <a:pt x="4632" y="9416"/>
                  <a:pt x="6239" y="9416"/>
                </a:cubicBezTo>
                <a:cubicBezTo>
                  <a:pt x="7845" y="9416"/>
                  <a:pt x="9137" y="8124"/>
                  <a:pt x="9137" y="6486"/>
                </a:cubicBezTo>
                <a:cubicBezTo>
                  <a:pt x="9137" y="5856"/>
                  <a:pt x="8948" y="5226"/>
                  <a:pt x="8539" y="4753"/>
                </a:cubicBezTo>
                <a:lnTo>
                  <a:pt x="9137" y="4154"/>
                </a:lnTo>
                <a:cubicBezTo>
                  <a:pt x="9641" y="4816"/>
                  <a:pt x="9956" y="5604"/>
                  <a:pt x="9956" y="6486"/>
                </a:cubicBezTo>
                <a:cubicBezTo>
                  <a:pt x="9956" y="8534"/>
                  <a:pt x="8318" y="10235"/>
                  <a:pt x="6239" y="10235"/>
                </a:cubicBezTo>
                <a:cubicBezTo>
                  <a:pt x="4191" y="10235"/>
                  <a:pt x="2490" y="8597"/>
                  <a:pt x="2490" y="6486"/>
                </a:cubicBezTo>
                <a:cubicBezTo>
                  <a:pt x="2490" y="4438"/>
                  <a:pt x="4128" y="2800"/>
                  <a:pt x="6239" y="2800"/>
                </a:cubicBezTo>
                <a:close/>
                <a:moveTo>
                  <a:pt x="6270" y="1130"/>
                </a:moveTo>
                <a:cubicBezTo>
                  <a:pt x="7247" y="1130"/>
                  <a:pt x="8223" y="1414"/>
                  <a:pt x="9074" y="1918"/>
                </a:cubicBezTo>
                <a:cubicBezTo>
                  <a:pt x="9074" y="1949"/>
                  <a:pt x="9011" y="2012"/>
                  <a:pt x="9011" y="2044"/>
                </a:cubicBezTo>
                <a:lnTo>
                  <a:pt x="8917" y="2831"/>
                </a:lnTo>
                <a:cubicBezTo>
                  <a:pt x="8160" y="2296"/>
                  <a:pt x="7247" y="1981"/>
                  <a:pt x="6270" y="1981"/>
                </a:cubicBezTo>
                <a:cubicBezTo>
                  <a:pt x="3750" y="1981"/>
                  <a:pt x="1733" y="4028"/>
                  <a:pt x="1733" y="6486"/>
                </a:cubicBezTo>
                <a:cubicBezTo>
                  <a:pt x="1733" y="9006"/>
                  <a:pt x="3781" y="11054"/>
                  <a:pt x="6270" y="11054"/>
                </a:cubicBezTo>
                <a:cubicBezTo>
                  <a:pt x="8759" y="11054"/>
                  <a:pt x="10807" y="9006"/>
                  <a:pt x="10807" y="6486"/>
                </a:cubicBezTo>
                <a:cubicBezTo>
                  <a:pt x="10807" y="5509"/>
                  <a:pt x="10492" y="4596"/>
                  <a:pt x="9925" y="3871"/>
                </a:cubicBezTo>
                <a:lnTo>
                  <a:pt x="10712" y="3745"/>
                </a:lnTo>
                <a:cubicBezTo>
                  <a:pt x="10744" y="3745"/>
                  <a:pt x="10807" y="3745"/>
                  <a:pt x="10838" y="3713"/>
                </a:cubicBezTo>
                <a:cubicBezTo>
                  <a:pt x="11342" y="4533"/>
                  <a:pt x="11626" y="5478"/>
                  <a:pt x="11626" y="6486"/>
                </a:cubicBezTo>
                <a:cubicBezTo>
                  <a:pt x="11626" y="9447"/>
                  <a:pt x="9232" y="11873"/>
                  <a:pt x="6270" y="11873"/>
                </a:cubicBezTo>
                <a:cubicBezTo>
                  <a:pt x="3309" y="11873"/>
                  <a:pt x="914" y="9479"/>
                  <a:pt x="914" y="6486"/>
                </a:cubicBezTo>
                <a:cubicBezTo>
                  <a:pt x="914" y="3524"/>
                  <a:pt x="3309" y="1130"/>
                  <a:pt x="6270" y="1130"/>
                </a:cubicBezTo>
                <a:close/>
                <a:moveTo>
                  <a:pt x="11030" y="0"/>
                </a:moveTo>
                <a:cubicBezTo>
                  <a:pt x="10930" y="0"/>
                  <a:pt x="10829" y="37"/>
                  <a:pt x="10744" y="122"/>
                </a:cubicBezTo>
                <a:lnTo>
                  <a:pt x="9610" y="1256"/>
                </a:lnTo>
                <a:cubicBezTo>
                  <a:pt x="8602" y="594"/>
                  <a:pt x="7467" y="279"/>
                  <a:pt x="6239" y="279"/>
                </a:cubicBezTo>
                <a:cubicBezTo>
                  <a:pt x="2805" y="279"/>
                  <a:pt x="1" y="3020"/>
                  <a:pt x="1" y="6486"/>
                </a:cubicBezTo>
                <a:cubicBezTo>
                  <a:pt x="1" y="9920"/>
                  <a:pt x="2773" y="12724"/>
                  <a:pt x="6239" y="12724"/>
                </a:cubicBezTo>
                <a:cubicBezTo>
                  <a:pt x="9641" y="12724"/>
                  <a:pt x="12445" y="9951"/>
                  <a:pt x="12445" y="6486"/>
                </a:cubicBezTo>
                <a:cubicBezTo>
                  <a:pt x="12445" y="5289"/>
                  <a:pt x="12099" y="4123"/>
                  <a:pt x="11468" y="3115"/>
                </a:cubicBezTo>
                <a:lnTo>
                  <a:pt x="12603" y="1981"/>
                </a:lnTo>
                <a:cubicBezTo>
                  <a:pt x="12877" y="1706"/>
                  <a:pt x="12650" y="1255"/>
                  <a:pt x="12292" y="1255"/>
                </a:cubicBezTo>
                <a:cubicBezTo>
                  <a:pt x="12280" y="1255"/>
                  <a:pt x="12268" y="1255"/>
                  <a:pt x="12256" y="1256"/>
                </a:cubicBezTo>
                <a:lnTo>
                  <a:pt x="11342" y="1382"/>
                </a:lnTo>
                <a:lnTo>
                  <a:pt x="11468" y="468"/>
                </a:lnTo>
                <a:cubicBezTo>
                  <a:pt x="11491" y="203"/>
                  <a:pt x="11265" y="0"/>
                  <a:pt x="1103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80" name="Google Shape;10780;p136"/>
          <p:cNvGrpSpPr/>
          <p:nvPr/>
        </p:nvGrpSpPr>
        <p:grpSpPr>
          <a:xfrm>
            <a:off x="3061808" y="2258743"/>
            <a:ext cx="367165" cy="368091"/>
            <a:chOff x="-63250675" y="2664125"/>
            <a:chExt cx="317425" cy="318225"/>
          </a:xfrm>
        </p:grpSpPr>
        <p:sp>
          <p:nvSpPr>
            <p:cNvPr id="10781" name="Google Shape;10781;p136"/>
            <p:cNvSpPr/>
            <p:nvPr/>
          </p:nvSpPr>
          <p:spPr>
            <a:xfrm>
              <a:off x="-63250675" y="2664125"/>
              <a:ext cx="317425" cy="318225"/>
            </a:xfrm>
            <a:custGeom>
              <a:rect b="b" l="l" r="r" t="t"/>
              <a:pathLst>
                <a:path extrusionOk="0" h="12729" w="12697">
                  <a:moveTo>
                    <a:pt x="6364" y="2521"/>
                  </a:moveTo>
                  <a:cubicBezTo>
                    <a:pt x="8475" y="2521"/>
                    <a:pt x="10208" y="4254"/>
                    <a:pt x="10208" y="6396"/>
                  </a:cubicBezTo>
                  <a:cubicBezTo>
                    <a:pt x="10208" y="8507"/>
                    <a:pt x="8475" y="10240"/>
                    <a:pt x="6364" y="10240"/>
                  </a:cubicBezTo>
                  <a:cubicBezTo>
                    <a:pt x="4222" y="10240"/>
                    <a:pt x="2489" y="8507"/>
                    <a:pt x="2489" y="6396"/>
                  </a:cubicBezTo>
                  <a:cubicBezTo>
                    <a:pt x="2489" y="4254"/>
                    <a:pt x="4222" y="2521"/>
                    <a:pt x="6364" y="2521"/>
                  </a:cubicBezTo>
                  <a:close/>
                  <a:moveTo>
                    <a:pt x="6364" y="1"/>
                  </a:moveTo>
                  <a:cubicBezTo>
                    <a:pt x="6112" y="1"/>
                    <a:pt x="5923" y="190"/>
                    <a:pt x="5923" y="442"/>
                  </a:cubicBezTo>
                  <a:lnTo>
                    <a:pt x="5923" y="1702"/>
                  </a:lnTo>
                  <a:cubicBezTo>
                    <a:pt x="4946" y="1765"/>
                    <a:pt x="4033" y="2174"/>
                    <a:pt x="3308" y="2773"/>
                  </a:cubicBezTo>
                  <a:lnTo>
                    <a:pt x="2426" y="1859"/>
                  </a:lnTo>
                  <a:cubicBezTo>
                    <a:pt x="2347" y="1781"/>
                    <a:pt x="2237" y="1741"/>
                    <a:pt x="2127" y="1741"/>
                  </a:cubicBezTo>
                  <a:cubicBezTo>
                    <a:pt x="2017" y="1741"/>
                    <a:pt x="1906" y="1781"/>
                    <a:pt x="1827" y="1859"/>
                  </a:cubicBezTo>
                  <a:cubicBezTo>
                    <a:pt x="1670" y="2017"/>
                    <a:pt x="1670" y="2300"/>
                    <a:pt x="1827" y="2458"/>
                  </a:cubicBezTo>
                  <a:lnTo>
                    <a:pt x="2741" y="3340"/>
                  </a:lnTo>
                  <a:cubicBezTo>
                    <a:pt x="2143" y="4065"/>
                    <a:pt x="1733" y="4978"/>
                    <a:pt x="1670" y="5955"/>
                  </a:cubicBezTo>
                  <a:lnTo>
                    <a:pt x="410" y="5955"/>
                  </a:lnTo>
                  <a:cubicBezTo>
                    <a:pt x="158" y="5955"/>
                    <a:pt x="0" y="6144"/>
                    <a:pt x="0" y="6333"/>
                  </a:cubicBezTo>
                  <a:cubicBezTo>
                    <a:pt x="0" y="6585"/>
                    <a:pt x="221" y="6774"/>
                    <a:pt x="410" y="6774"/>
                  </a:cubicBezTo>
                  <a:lnTo>
                    <a:pt x="1670" y="6774"/>
                  </a:lnTo>
                  <a:cubicBezTo>
                    <a:pt x="1733" y="7751"/>
                    <a:pt x="2143" y="8664"/>
                    <a:pt x="2741" y="9389"/>
                  </a:cubicBezTo>
                  <a:lnTo>
                    <a:pt x="1827" y="10271"/>
                  </a:lnTo>
                  <a:cubicBezTo>
                    <a:pt x="1670" y="10429"/>
                    <a:pt x="1670" y="10712"/>
                    <a:pt x="1827" y="10870"/>
                  </a:cubicBezTo>
                  <a:cubicBezTo>
                    <a:pt x="1890" y="10964"/>
                    <a:pt x="2017" y="10996"/>
                    <a:pt x="2111" y="10996"/>
                  </a:cubicBezTo>
                  <a:cubicBezTo>
                    <a:pt x="2174" y="10996"/>
                    <a:pt x="2300" y="10964"/>
                    <a:pt x="2363" y="10870"/>
                  </a:cubicBezTo>
                  <a:lnTo>
                    <a:pt x="3277" y="9956"/>
                  </a:lnTo>
                  <a:cubicBezTo>
                    <a:pt x="4001" y="10555"/>
                    <a:pt x="4883" y="10964"/>
                    <a:pt x="5892" y="11027"/>
                  </a:cubicBezTo>
                  <a:lnTo>
                    <a:pt x="5892" y="12287"/>
                  </a:lnTo>
                  <a:cubicBezTo>
                    <a:pt x="5892" y="12508"/>
                    <a:pt x="6081" y="12729"/>
                    <a:pt x="6301" y="12729"/>
                  </a:cubicBezTo>
                  <a:cubicBezTo>
                    <a:pt x="6553" y="12729"/>
                    <a:pt x="6711" y="12508"/>
                    <a:pt x="6711" y="12287"/>
                  </a:cubicBezTo>
                  <a:lnTo>
                    <a:pt x="6711" y="11027"/>
                  </a:lnTo>
                  <a:cubicBezTo>
                    <a:pt x="7687" y="10964"/>
                    <a:pt x="8601" y="10555"/>
                    <a:pt x="9294" y="9956"/>
                  </a:cubicBezTo>
                  <a:lnTo>
                    <a:pt x="10208" y="10870"/>
                  </a:lnTo>
                  <a:cubicBezTo>
                    <a:pt x="10302" y="10964"/>
                    <a:pt x="10397" y="10996"/>
                    <a:pt x="10491" y="10996"/>
                  </a:cubicBezTo>
                  <a:cubicBezTo>
                    <a:pt x="10617" y="10996"/>
                    <a:pt x="10680" y="10964"/>
                    <a:pt x="10775" y="10870"/>
                  </a:cubicBezTo>
                  <a:cubicBezTo>
                    <a:pt x="10932" y="10712"/>
                    <a:pt x="10932" y="10429"/>
                    <a:pt x="10775" y="10271"/>
                  </a:cubicBezTo>
                  <a:lnTo>
                    <a:pt x="9861" y="9389"/>
                  </a:lnTo>
                  <a:cubicBezTo>
                    <a:pt x="10460" y="8664"/>
                    <a:pt x="10838" y="7751"/>
                    <a:pt x="10932" y="6774"/>
                  </a:cubicBezTo>
                  <a:lnTo>
                    <a:pt x="12193" y="6774"/>
                  </a:lnTo>
                  <a:cubicBezTo>
                    <a:pt x="12413" y="6774"/>
                    <a:pt x="12602" y="6585"/>
                    <a:pt x="12602" y="6333"/>
                  </a:cubicBezTo>
                  <a:cubicBezTo>
                    <a:pt x="12697" y="6144"/>
                    <a:pt x="12508" y="5955"/>
                    <a:pt x="12256" y="5955"/>
                  </a:cubicBezTo>
                  <a:lnTo>
                    <a:pt x="10995" y="5955"/>
                  </a:lnTo>
                  <a:cubicBezTo>
                    <a:pt x="10932" y="4978"/>
                    <a:pt x="10523" y="4065"/>
                    <a:pt x="9924" y="3340"/>
                  </a:cubicBezTo>
                  <a:lnTo>
                    <a:pt x="10838" y="2458"/>
                  </a:lnTo>
                  <a:cubicBezTo>
                    <a:pt x="10995" y="2300"/>
                    <a:pt x="10995" y="2017"/>
                    <a:pt x="10838" y="1859"/>
                  </a:cubicBezTo>
                  <a:cubicBezTo>
                    <a:pt x="10759" y="1781"/>
                    <a:pt x="10649" y="1741"/>
                    <a:pt x="10539" y="1741"/>
                  </a:cubicBezTo>
                  <a:cubicBezTo>
                    <a:pt x="10428" y="1741"/>
                    <a:pt x="10318" y="1781"/>
                    <a:pt x="10239" y="1859"/>
                  </a:cubicBezTo>
                  <a:lnTo>
                    <a:pt x="9357" y="2773"/>
                  </a:lnTo>
                  <a:cubicBezTo>
                    <a:pt x="8633" y="2174"/>
                    <a:pt x="7719" y="1765"/>
                    <a:pt x="6742" y="1702"/>
                  </a:cubicBezTo>
                  <a:lnTo>
                    <a:pt x="6742" y="442"/>
                  </a:lnTo>
                  <a:cubicBezTo>
                    <a:pt x="6742" y="190"/>
                    <a:pt x="6553" y="1"/>
                    <a:pt x="636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2" name="Google Shape;10782;p136"/>
            <p:cNvSpPr/>
            <p:nvPr/>
          </p:nvSpPr>
          <p:spPr>
            <a:xfrm>
              <a:off x="-63167975" y="2747625"/>
              <a:ext cx="152025" cy="152025"/>
            </a:xfrm>
            <a:custGeom>
              <a:rect b="b" l="l" r="r" t="t"/>
              <a:pathLst>
                <a:path extrusionOk="0" h="6081" w="6081">
                  <a:moveTo>
                    <a:pt x="2615" y="819"/>
                  </a:moveTo>
                  <a:lnTo>
                    <a:pt x="2615" y="1701"/>
                  </a:lnTo>
                  <a:cubicBezTo>
                    <a:pt x="2521" y="1733"/>
                    <a:pt x="2458" y="1733"/>
                    <a:pt x="2363" y="1764"/>
                  </a:cubicBezTo>
                  <a:lnTo>
                    <a:pt x="1796" y="1197"/>
                  </a:lnTo>
                  <a:cubicBezTo>
                    <a:pt x="2017" y="1040"/>
                    <a:pt x="2300" y="914"/>
                    <a:pt x="2615" y="819"/>
                  </a:cubicBezTo>
                  <a:close/>
                  <a:moveTo>
                    <a:pt x="3434" y="882"/>
                  </a:moveTo>
                  <a:cubicBezTo>
                    <a:pt x="3749" y="914"/>
                    <a:pt x="4033" y="1040"/>
                    <a:pt x="4253" y="1229"/>
                  </a:cubicBezTo>
                  <a:lnTo>
                    <a:pt x="3686" y="1827"/>
                  </a:lnTo>
                  <a:cubicBezTo>
                    <a:pt x="3592" y="1796"/>
                    <a:pt x="3529" y="1733"/>
                    <a:pt x="3434" y="1733"/>
                  </a:cubicBezTo>
                  <a:lnTo>
                    <a:pt x="3434" y="882"/>
                  </a:lnTo>
                  <a:close/>
                  <a:moveTo>
                    <a:pt x="1197" y="1796"/>
                  </a:moveTo>
                  <a:lnTo>
                    <a:pt x="1796" y="2363"/>
                  </a:lnTo>
                  <a:cubicBezTo>
                    <a:pt x="1733" y="2457"/>
                    <a:pt x="1701" y="2520"/>
                    <a:pt x="1701" y="2615"/>
                  </a:cubicBezTo>
                  <a:lnTo>
                    <a:pt x="851" y="2615"/>
                  </a:lnTo>
                  <a:cubicBezTo>
                    <a:pt x="914" y="2300"/>
                    <a:pt x="1040" y="2016"/>
                    <a:pt x="1197" y="1796"/>
                  </a:cubicBezTo>
                  <a:close/>
                  <a:moveTo>
                    <a:pt x="4852" y="1796"/>
                  </a:moveTo>
                  <a:cubicBezTo>
                    <a:pt x="5010" y="2016"/>
                    <a:pt x="5136" y="2300"/>
                    <a:pt x="5199" y="2615"/>
                  </a:cubicBezTo>
                  <a:lnTo>
                    <a:pt x="4348" y="2615"/>
                  </a:lnTo>
                  <a:cubicBezTo>
                    <a:pt x="4316" y="2520"/>
                    <a:pt x="4316" y="2457"/>
                    <a:pt x="4253" y="2363"/>
                  </a:cubicBezTo>
                  <a:lnTo>
                    <a:pt x="4852" y="1796"/>
                  </a:lnTo>
                  <a:close/>
                  <a:moveTo>
                    <a:pt x="3056" y="2457"/>
                  </a:moveTo>
                  <a:cubicBezTo>
                    <a:pt x="3214" y="2457"/>
                    <a:pt x="3308" y="2520"/>
                    <a:pt x="3434" y="2615"/>
                  </a:cubicBezTo>
                  <a:cubicBezTo>
                    <a:pt x="3560" y="2741"/>
                    <a:pt x="3592" y="2836"/>
                    <a:pt x="3592" y="2993"/>
                  </a:cubicBezTo>
                  <a:cubicBezTo>
                    <a:pt x="3592" y="3151"/>
                    <a:pt x="3529" y="3308"/>
                    <a:pt x="3434" y="3403"/>
                  </a:cubicBezTo>
                  <a:cubicBezTo>
                    <a:pt x="3308" y="3529"/>
                    <a:pt x="3214" y="3560"/>
                    <a:pt x="3056" y="3560"/>
                  </a:cubicBezTo>
                  <a:cubicBezTo>
                    <a:pt x="2899" y="3560"/>
                    <a:pt x="2773" y="3466"/>
                    <a:pt x="2647" y="3403"/>
                  </a:cubicBezTo>
                  <a:cubicBezTo>
                    <a:pt x="2521" y="3277"/>
                    <a:pt x="2489" y="3151"/>
                    <a:pt x="2489" y="2993"/>
                  </a:cubicBezTo>
                  <a:cubicBezTo>
                    <a:pt x="2489" y="2836"/>
                    <a:pt x="2584" y="2741"/>
                    <a:pt x="2647" y="2615"/>
                  </a:cubicBezTo>
                  <a:cubicBezTo>
                    <a:pt x="2773" y="2489"/>
                    <a:pt x="2899" y="2457"/>
                    <a:pt x="3056" y="2457"/>
                  </a:cubicBezTo>
                  <a:close/>
                  <a:moveTo>
                    <a:pt x="1733" y="3434"/>
                  </a:moveTo>
                  <a:cubicBezTo>
                    <a:pt x="1796" y="3529"/>
                    <a:pt x="1796" y="3592"/>
                    <a:pt x="1828" y="3686"/>
                  </a:cubicBezTo>
                  <a:lnTo>
                    <a:pt x="1229" y="4253"/>
                  </a:lnTo>
                  <a:cubicBezTo>
                    <a:pt x="1040" y="4033"/>
                    <a:pt x="914" y="3749"/>
                    <a:pt x="882" y="3434"/>
                  </a:cubicBezTo>
                  <a:close/>
                  <a:moveTo>
                    <a:pt x="5199" y="3434"/>
                  </a:moveTo>
                  <a:cubicBezTo>
                    <a:pt x="5136" y="3749"/>
                    <a:pt x="5010" y="4033"/>
                    <a:pt x="4852" y="4253"/>
                  </a:cubicBezTo>
                  <a:lnTo>
                    <a:pt x="4253" y="3686"/>
                  </a:lnTo>
                  <a:cubicBezTo>
                    <a:pt x="4316" y="3592"/>
                    <a:pt x="4348" y="3529"/>
                    <a:pt x="4348" y="3434"/>
                  </a:cubicBezTo>
                  <a:close/>
                  <a:moveTo>
                    <a:pt x="2363" y="4253"/>
                  </a:moveTo>
                  <a:cubicBezTo>
                    <a:pt x="2458" y="4316"/>
                    <a:pt x="2521" y="4348"/>
                    <a:pt x="2615" y="4348"/>
                  </a:cubicBezTo>
                  <a:lnTo>
                    <a:pt x="2615" y="5198"/>
                  </a:lnTo>
                  <a:cubicBezTo>
                    <a:pt x="2300" y="5167"/>
                    <a:pt x="2017" y="5041"/>
                    <a:pt x="1796" y="4852"/>
                  </a:cubicBezTo>
                  <a:lnTo>
                    <a:pt x="2363" y="4253"/>
                  </a:lnTo>
                  <a:close/>
                  <a:moveTo>
                    <a:pt x="3686" y="4253"/>
                  </a:moveTo>
                  <a:lnTo>
                    <a:pt x="4253" y="4852"/>
                  </a:lnTo>
                  <a:cubicBezTo>
                    <a:pt x="4033" y="5009"/>
                    <a:pt x="3749" y="5135"/>
                    <a:pt x="3434" y="5198"/>
                  </a:cubicBezTo>
                  <a:lnTo>
                    <a:pt x="3434" y="4348"/>
                  </a:lnTo>
                  <a:cubicBezTo>
                    <a:pt x="3529" y="4316"/>
                    <a:pt x="3592" y="4316"/>
                    <a:pt x="3686" y="4253"/>
                  </a:cubicBezTo>
                  <a:close/>
                  <a:moveTo>
                    <a:pt x="3056" y="0"/>
                  </a:moveTo>
                  <a:cubicBezTo>
                    <a:pt x="1355" y="0"/>
                    <a:pt x="0" y="1386"/>
                    <a:pt x="0" y="3056"/>
                  </a:cubicBezTo>
                  <a:cubicBezTo>
                    <a:pt x="0" y="3875"/>
                    <a:pt x="315" y="4631"/>
                    <a:pt x="882" y="5167"/>
                  </a:cubicBezTo>
                  <a:cubicBezTo>
                    <a:pt x="1229" y="5608"/>
                    <a:pt x="2111" y="6081"/>
                    <a:pt x="3056" y="6081"/>
                  </a:cubicBezTo>
                  <a:cubicBezTo>
                    <a:pt x="4694" y="6081"/>
                    <a:pt x="6081" y="4726"/>
                    <a:pt x="6081" y="3056"/>
                  </a:cubicBezTo>
                  <a:cubicBezTo>
                    <a:pt x="6081" y="1355"/>
                    <a:pt x="4694" y="0"/>
                    <a:pt x="305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83" name="Google Shape;10783;p136"/>
          <p:cNvGrpSpPr/>
          <p:nvPr/>
        </p:nvGrpSpPr>
        <p:grpSpPr>
          <a:xfrm>
            <a:off x="1738471" y="2735150"/>
            <a:ext cx="363522" cy="361266"/>
            <a:chOff x="-61354075" y="1940500"/>
            <a:chExt cx="314275" cy="312325"/>
          </a:xfrm>
        </p:grpSpPr>
        <p:sp>
          <p:nvSpPr>
            <p:cNvPr id="10784" name="Google Shape;10784;p136"/>
            <p:cNvSpPr/>
            <p:nvPr/>
          </p:nvSpPr>
          <p:spPr>
            <a:xfrm>
              <a:off x="-61354075" y="1940500"/>
              <a:ext cx="314275" cy="312325"/>
            </a:xfrm>
            <a:custGeom>
              <a:rect b="b" l="l" r="r" t="t"/>
              <a:pathLst>
                <a:path extrusionOk="0" h="12493" w="12571">
                  <a:moveTo>
                    <a:pt x="6270" y="1001"/>
                  </a:moveTo>
                  <a:lnTo>
                    <a:pt x="7687" y="2419"/>
                  </a:lnTo>
                  <a:cubicBezTo>
                    <a:pt x="7750" y="2482"/>
                    <a:pt x="7876" y="2513"/>
                    <a:pt x="7971" y="2513"/>
                  </a:cubicBezTo>
                  <a:lnTo>
                    <a:pt x="9956" y="2513"/>
                  </a:lnTo>
                  <a:lnTo>
                    <a:pt x="9956" y="4529"/>
                  </a:lnTo>
                  <a:cubicBezTo>
                    <a:pt x="9956" y="4655"/>
                    <a:pt x="10019" y="4718"/>
                    <a:pt x="10082" y="4813"/>
                  </a:cubicBezTo>
                  <a:lnTo>
                    <a:pt x="11499" y="6231"/>
                  </a:lnTo>
                  <a:lnTo>
                    <a:pt x="10082" y="7648"/>
                  </a:lnTo>
                  <a:cubicBezTo>
                    <a:pt x="10019" y="7711"/>
                    <a:pt x="9956" y="7837"/>
                    <a:pt x="9956" y="7900"/>
                  </a:cubicBezTo>
                  <a:lnTo>
                    <a:pt x="9956" y="9917"/>
                  </a:lnTo>
                  <a:lnTo>
                    <a:pt x="7971" y="9917"/>
                  </a:lnTo>
                  <a:cubicBezTo>
                    <a:pt x="7845" y="9917"/>
                    <a:pt x="7750" y="9948"/>
                    <a:pt x="7687" y="10043"/>
                  </a:cubicBezTo>
                  <a:lnTo>
                    <a:pt x="6270" y="11460"/>
                  </a:lnTo>
                  <a:lnTo>
                    <a:pt x="4852" y="10043"/>
                  </a:lnTo>
                  <a:cubicBezTo>
                    <a:pt x="4757" y="9948"/>
                    <a:pt x="4631" y="9917"/>
                    <a:pt x="4568" y="9917"/>
                  </a:cubicBezTo>
                  <a:lnTo>
                    <a:pt x="2552" y="9917"/>
                  </a:lnTo>
                  <a:lnTo>
                    <a:pt x="2552" y="7900"/>
                  </a:lnTo>
                  <a:cubicBezTo>
                    <a:pt x="2552" y="7806"/>
                    <a:pt x="2521" y="7711"/>
                    <a:pt x="2426" y="7648"/>
                  </a:cubicBezTo>
                  <a:lnTo>
                    <a:pt x="1008" y="6231"/>
                  </a:lnTo>
                  <a:lnTo>
                    <a:pt x="2426" y="4813"/>
                  </a:lnTo>
                  <a:cubicBezTo>
                    <a:pt x="2521" y="4718"/>
                    <a:pt x="2552" y="4624"/>
                    <a:pt x="2552" y="4529"/>
                  </a:cubicBezTo>
                  <a:lnTo>
                    <a:pt x="2552" y="2513"/>
                  </a:lnTo>
                  <a:lnTo>
                    <a:pt x="4568" y="2513"/>
                  </a:lnTo>
                  <a:cubicBezTo>
                    <a:pt x="4694" y="2513"/>
                    <a:pt x="4757" y="2482"/>
                    <a:pt x="4852" y="2419"/>
                  </a:cubicBezTo>
                  <a:lnTo>
                    <a:pt x="6270" y="1001"/>
                  </a:lnTo>
                  <a:close/>
                  <a:moveTo>
                    <a:pt x="6285" y="1"/>
                  </a:moveTo>
                  <a:cubicBezTo>
                    <a:pt x="6175" y="1"/>
                    <a:pt x="6065" y="40"/>
                    <a:pt x="5986" y="119"/>
                  </a:cubicBezTo>
                  <a:lnTo>
                    <a:pt x="4411" y="1694"/>
                  </a:lnTo>
                  <a:lnTo>
                    <a:pt x="2174" y="1694"/>
                  </a:lnTo>
                  <a:cubicBezTo>
                    <a:pt x="1922" y="1694"/>
                    <a:pt x="1733" y="1883"/>
                    <a:pt x="1733" y="2135"/>
                  </a:cubicBezTo>
                  <a:lnTo>
                    <a:pt x="1733" y="4372"/>
                  </a:lnTo>
                  <a:lnTo>
                    <a:pt x="158" y="5947"/>
                  </a:lnTo>
                  <a:cubicBezTo>
                    <a:pt x="0" y="6105"/>
                    <a:pt x="0" y="6388"/>
                    <a:pt x="158" y="6546"/>
                  </a:cubicBezTo>
                  <a:lnTo>
                    <a:pt x="1733" y="8121"/>
                  </a:lnTo>
                  <a:lnTo>
                    <a:pt x="1733" y="10358"/>
                  </a:lnTo>
                  <a:cubicBezTo>
                    <a:pt x="1733" y="10578"/>
                    <a:pt x="1922" y="10736"/>
                    <a:pt x="2174" y="10736"/>
                  </a:cubicBezTo>
                  <a:lnTo>
                    <a:pt x="4411" y="10736"/>
                  </a:lnTo>
                  <a:lnTo>
                    <a:pt x="5986" y="12374"/>
                  </a:lnTo>
                  <a:cubicBezTo>
                    <a:pt x="6065" y="12453"/>
                    <a:pt x="6175" y="12492"/>
                    <a:pt x="6285" y="12492"/>
                  </a:cubicBezTo>
                  <a:cubicBezTo>
                    <a:pt x="6396" y="12492"/>
                    <a:pt x="6506" y="12453"/>
                    <a:pt x="6585" y="12374"/>
                  </a:cubicBezTo>
                  <a:lnTo>
                    <a:pt x="8160" y="10736"/>
                  </a:lnTo>
                  <a:lnTo>
                    <a:pt x="10397" y="10736"/>
                  </a:lnTo>
                  <a:cubicBezTo>
                    <a:pt x="10617" y="10736"/>
                    <a:pt x="10775" y="10547"/>
                    <a:pt x="10775" y="10358"/>
                  </a:cubicBezTo>
                  <a:lnTo>
                    <a:pt x="10775" y="8121"/>
                  </a:lnTo>
                  <a:lnTo>
                    <a:pt x="12413" y="6546"/>
                  </a:lnTo>
                  <a:cubicBezTo>
                    <a:pt x="12571" y="6388"/>
                    <a:pt x="12571" y="6105"/>
                    <a:pt x="12413" y="5947"/>
                  </a:cubicBezTo>
                  <a:lnTo>
                    <a:pt x="10775" y="4372"/>
                  </a:lnTo>
                  <a:lnTo>
                    <a:pt x="10775" y="2135"/>
                  </a:lnTo>
                  <a:cubicBezTo>
                    <a:pt x="10775" y="1883"/>
                    <a:pt x="10586" y="1694"/>
                    <a:pt x="10397" y="1694"/>
                  </a:cubicBezTo>
                  <a:lnTo>
                    <a:pt x="8160" y="1694"/>
                  </a:lnTo>
                  <a:lnTo>
                    <a:pt x="6585" y="119"/>
                  </a:lnTo>
                  <a:cubicBezTo>
                    <a:pt x="6506" y="40"/>
                    <a:pt x="6396" y="1"/>
                    <a:pt x="628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5" name="Google Shape;10785;p136"/>
            <p:cNvSpPr/>
            <p:nvPr/>
          </p:nvSpPr>
          <p:spPr>
            <a:xfrm>
              <a:off x="-61268225" y="2024575"/>
              <a:ext cx="60650" cy="61475"/>
            </a:xfrm>
            <a:custGeom>
              <a:rect b="b" l="l" r="r" t="t"/>
              <a:pathLst>
                <a:path extrusionOk="0" h="2459" w="2426">
                  <a:moveTo>
                    <a:pt x="1197" y="820"/>
                  </a:moveTo>
                  <a:cubicBezTo>
                    <a:pt x="1449" y="820"/>
                    <a:pt x="1607" y="1009"/>
                    <a:pt x="1607" y="1261"/>
                  </a:cubicBezTo>
                  <a:cubicBezTo>
                    <a:pt x="1607" y="1481"/>
                    <a:pt x="1418" y="1639"/>
                    <a:pt x="1197" y="1639"/>
                  </a:cubicBezTo>
                  <a:cubicBezTo>
                    <a:pt x="1008" y="1639"/>
                    <a:pt x="819" y="1450"/>
                    <a:pt x="819" y="1261"/>
                  </a:cubicBezTo>
                  <a:cubicBezTo>
                    <a:pt x="788" y="977"/>
                    <a:pt x="977" y="820"/>
                    <a:pt x="1197" y="820"/>
                  </a:cubicBezTo>
                  <a:close/>
                  <a:moveTo>
                    <a:pt x="1197" y="1"/>
                  </a:moveTo>
                  <a:cubicBezTo>
                    <a:pt x="536" y="1"/>
                    <a:pt x="0" y="536"/>
                    <a:pt x="0" y="1261"/>
                  </a:cubicBezTo>
                  <a:cubicBezTo>
                    <a:pt x="0" y="1954"/>
                    <a:pt x="504" y="2458"/>
                    <a:pt x="1197" y="2458"/>
                  </a:cubicBezTo>
                  <a:cubicBezTo>
                    <a:pt x="1890" y="2458"/>
                    <a:pt x="2426" y="1922"/>
                    <a:pt x="2426" y="1261"/>
                  </a:cubicBezTo>
                  <a:cubicBezTo>
                    <a:pt x="2426" y="568"/>
                    <a:pt x="1890" y="1"/>
                    <a:pt x="119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6" name="Google Shape;10786;p136"/>
            <p:cNvSpPr/>
            <p:nvPr/>
          </p:nvSpPr>
          <p:spPr>
            <a:xfrm>
              <a:off x="-61187100" y="2107275"/>
              <a:ext cx="61450" cy="61475"/>
            </a:xfrm>
            <a:custGeom>
              <a:rect b="b" l="l" r="r" t="t"/>
              <a:pathLst>
                <a:path extrusionOk="0" h="2459" w="2458">
                  <a:moveTo>
                    <a:pt x="1229" y="788"/>
                  </a:moveTo>
                  <a:cubicBezTo>
                    <a:pt x="1512" y="820"/>
                    <a:pt x="1670" y="977"/>
                    <a:pt x="1670" y="1198"/>
                  </a:cubicBezTo>
                  <a:cubicBezTo>
                    <a:pt x="1670" y="1450"/>
                    <a:pt x="1481" y="1639"/>
                    <a:pt x="1229" y="1639"/>
                  </a:cubicBezTo>
                  <a:cubicBezTo>
                    <a:pt x="1008" y="1639"/>
                    <a:pt x="851" y="1450"/>
                    <a:pt x="851" y="1198"/>
                  </a:cubicBezTo>
                  <a:cubicBezTo>
                    <a:pt x="851" y="977"/>
                    <a:pt x="1040" y="788"/>
                    <a:pt x="1229" y="788"/>
                  </a:cubicBezTo>
                  <a:close/>
                  <a:moveTo>
                    <a:pt x="1229" y="1"/>
                  </a:moveTo>
                  <a:cubicBezTo>
                    <a:pt x="567" y="1"/>
                    <a:pt x="0" y="536"/>
                    <a:pt x="0" y="1198"/>
                  </a:cubicBezTo>
                  <a:cubicBezTo>
                    <a:pt x="0" y="1891"/>
                    <a:pt x="567" y="2458"/>
                    <a:pt x="1229" y="2458"/>
                  </a:cubicBezTo>
                  <a:cubicBezTo>
                    <a:pt x="1922" y="2458"/>
                    <a:pt x="2458" y="1922"/>
                    <a:pt x="2458" y="1198"/>
                  </a:cubicBezTo>
                  <a:cubicBezTo>
                    <a:pt x="2458" y="536"/>
                    <a:pt x="1922" y="1"/>
                    <a:pt x="122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7" name="Google Shape;10787;p136"/>
            <p:cNvSpPr/>
            <p:nvPr/>
          </p:nvSpPr>
          <p:spPr>
            <a:xfrm>
              <a:off x="-61250125" y="2044475"/>
              <a:ext cx="105575" cy="103600"/>
            </a:xfrm>
            <a:custGeom>
              <a:rect b="b" l="l" r="r" t="t"/>
              <a:pathLst>
                <a:path extrusionOk="0" h="4144" w="4223">
                  <a:moveTo>
                    <a:pt x="3766" y="0"/>
                  </a:moveTo>
                  <a:cubicBezTo>
                    <a:pt x="3655" y="0"/>
                    <a:pt x="3545" y="40"/>
                    <a:pt x="3466" y="118"/>
                  </a:cubicBezTo>
                  <a:lnTo>
                    <a:pt x="158" y="3426"/>
                  </a:lnTo>
                  <a:cubicBezTo>
                    <a:pt x="1" y="3615"/>
                    <a:pt x="1" y="3836"/>
                    <a:pt x="158" y="4025"/>
                  </a:cubicBezTo>
                  <a:cubicBezTo>
                    <a:pt x="237" y="4104"/>
                    <a:pt x="347" y="4143"/>
                    <a:pt x="458" y="4143"/>
                  </a:cubicBezTo>
                  <a:cubicBezTo>
                    <a:pt x="568" y="4143"/>
                    <a:pt x="678" y="4104"/>
                    <a:pt x="757" y="4025"/>
                  </a:cubicBezTo>
                  <a:lnTo>
                    <a:pt x="4065" y="717"/>
                  </a:lnTo>
                  <a:cubicBezTo>
                    <a:pt x="4222" y="559"/>
                    <a:pt x="4222" y="276"/>
                    <a:pt x="4065" y="118"/>
                  </a:cubicBezTo>
                  <a:cubicBezTo>
                    <a:pt x="3986" y="40"/>
                    <a:pt x="3876" y="0"/>
                    <a:pt x="376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88" name="Google Shape;10788;p136"/>
          <p:cNvGrpSpPr/>
          <p:nvPr/>
        </p:nvGrpSpPr>
        <p:grpSpPr>
          <a:xfrm>
            <a:off x="1737098" y="3183702"/>
            <a:ext cx="366269" cy="336195"/>
            <a:chOff x="-61354875" y="2322300"/>
            <a:chExt cx="316650" cy="290650"/>
          </a:xfrm>
        </p:grpSpPr>
        <p:sp>
          <p:nvSpPr>
            <p:cNvPr id="10789" name="Google Shape;10789;p136"/>
            <p:cNvSpPr/>
            <p:nvPr/>
          </p:nvSpPr>
          <p:spPr>
            <a:xfrm>
              <a:off x="-61354875" y="2322300"/>
              <a:ext cx="316650" cy="290650"/>
            </a:xfrm>
            <a:custGeom>
              <a:rect b="b" l="l" r="r" t="t"/>
              <a:pathLst>
                <a:path extrusionOk="0" h="11626" w="12666">
                  <a:moveTo>
                    <a:pt x="11405" y="788"/>
                  </a:moveTo>
                  <a:cubicBezTo>
                    <a:pt x="11657" y="788"/>
                    <a:pt x="11847" y="1009"/>
                    <a:pt x="11847" y="1229"/>
                  </a:cubicBezTo>
                  <a:lnTo>
                    <a:pt x="11847" y="10334"/>
                  </a:lnTo>
                  <a:cubicBezTo>
                    <a:pt x="11847" y="10555"/>
                    <a:pt x="11657" y="10775"/>
                    <a:pt x="11405" y="10775"/>
                  </a:cubicBezTo>
                  <a:lnTo>
                    <a:pt x="1198" y="10775"/>
                  </a:lnTo>
                  <a:cubicBezTo>
                    <a:pt x="977" y="10775"/>
                    <a:pt x="820" y="10555"/>
                    <a:pt x="820" y="10334"/>
                  </a:cubicBezTo>
                  <a:lnTo>
                    <a:pt x="820" y="1229"/>
                  </a:lnTo>
                  <a:cubicBezTo>
                    <a:pt x="820" y="1009"/>
                    <a:pt x="1009" y="788"/>
                    <a:pt x="1198" y="788"/>
                  </a:cubicBezTo>
                  <a:close/>
                  <a:moveTo>
                    <a:pt x="1198" y="0"/>
                  </a:moveTo>
                  <a:cubicBezTo>
                    <a:pt x="536" y="0"/>
                    <a:pt x="1" y="568"/>
                    <a:pt x="1" y="1261"/>
                  </a:cubicBezTo>
                  <a:lnTo>
                    <a:pt x="1" y="10366"/>
                  </a:lnTo>
                  <a:cubicBezTo>
                    <a:pt x="1" y="11027"/>
                    <a:pt x="536" y="11626"/>
                    <a:pt x="1198" y="11626"/>
                  </a:cubicBezTo>
                  <a:lnTo>
                    <a:pt x="11405" y="11626"/>
                  </a:lnTo>
                  <a:cubicBezTo>
                    <a:pt x="12067" y="11626"/>
                    <a:pt x="12666" y="11059"/>
                    <a:pt x="12666" y="10366"/>
                  </a:cubicBezTo>
                  <a:lnTo>
                    <a:pt x="12666" y="1261"/>
                  </a:lnTo>
                  <a:cubicBezTo>
                    <a:pt x="12666" y="568"/>
                    <a:pt x="12130" y="0"/>
                    <a:pt x="1140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0" name="Google Shape;10790;p136"/>
            <p:cNvSpPr/>
            <p:nvPr/>
          </p:nvSpPr>
          <p:spPr>
            <a:xfrm>
              <a:off x="-61313925" y="2364050"/>
              <a:ext cx="234750" cy="206375"/>
            </a:xfrm>
            <a:custGeom>
              <a:rect b="b" l="l" r="r" t="t"/>
              <a:pathLst>
                <a:path extrusionOk="0" h="8255" w="9390">
                  <a:moveTo>
                    <a:pt x="8539" y="819"/>
                  </a:moveTo>
                  <a:lnTo>
                    <a:pt x="8539" y="7435"/>
                  </a:lnTo>
                  <a:lnTo>
                    <a:pt x="820" y="7435"/>
                  </a:lnTo>
                  <a:lnTo>
                    <a:pt x="820" y="6207"/>
                  </a:lnTo>
                  <a:lnTo>
                    <a:pt x="1671" y="6207"/>
                  </a:lnTo>
                  <a:cubicBezTo>
                    <a:pt x="1891" y="6207"/>
                    <a:pt x="2080" y="6018"/>
                    <a:pt x="2080" y="5797"/>
                  </a:cubicBezTo>
                  <a:cubicBezTo>
                    <a:pt x="2080" y="5545"/>
                    <a:pt x="1891" y="5356"/>
                    <a:pt x="1671" y="5356"/>
                  </a:cubicBezTo>
                  <a:lnTo>
                    <a:pt x="820" y="5356"/>
                  </a:lnTo>
                  <a:lnTo>
                    <a:pt x="820" y="2867"/>
                  </a:lnTo>
                  <a:lnTo>
                    <a:pt x="1671" y="2867"/>
                  </a:lnTo>
                  <a:cubicBezTo>
                    <a:pt x="1891" y="2867"/>
                    <a:pt x="2080" y="2678"/>
                    <a:pt x="2080" y="2426"/>
                  </a:cubicBezTo>
                  <a:cubicBezTo>
                    <a:pt x="2080" y="2206"/>
                    <a:pt x="1891" y="2048"/>
                    <a:pt x="1671" y="2048"/>
                  </a:cubicBezTo>
                  <a:lnTo>
                    <a:pt x="820" y="2048"/>
                  </a:lnTo>
                  <a:lnTo>
                    <a:pt x="820" y="819"/>
                  </a:lnTo>
                  <a:close/>
                  <a:moveTo>
                    <a:pt x="410" y="0"/>
                  </a:moveTo>
                  <a:cubicBezTo>
                    <a:pt x="158" y="0"/>
                    <a:pt x="1" y="189"/>
                    <a:pt x="1" y="378"/>
                  </a:cubicBezTo>
                  <a:lnTo>
                    <a:pt x="1" y="7845"/>
                  </a:lnTo>
                  <a:cubicBezTo>
                    <a:pt x="1" y="8065"/>
                    <a:pt x="190" y="8255"/>
                    <a:pt x="410" y="8255"/>
                  </a:cubicBezTo>
                  <a:lnTo>
                    <a:pt x="8948" y="8255"/>
                  </a:lnTo>
                  <a:cubicBezTo>
                    <a:pt x="9169" y="8255"/>
                    <a:pt x="9326" y="8065"/>
                    <a:pt x="9326" y="7845"/>
                  </a:cubicBezTo>
                  <a:lnTo>
                    <a:pt x="9326" y="378"/>
                  </a:lnTo>
                  <a:cubicBezTo>
                    <a:pt x="9389" y="158"/>
                    <a:pt x="9169" y="0"/>
                    <a:pt x="894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1" name="Google Shape;10791;p136"/>
            <p:cNvSpPr/>
            <p:nvPr/>
          </p:nvSpPr>
          <p:spPr>
            <a:xfrm>
              <a:off x="-61234375" y="2416225"/>
              <a:ext cx="104775" cy="102225"/>
            </a:xfrm>
            <a:custGeom>
              <a:rect b="b" l="l" r="r" t="t"/>
              <a:pathLst>
                <a:path extrusionOk="0" h="4089" w="4191">
                  <a:moveTo>
                    <a:pt x="2175" y="1221"/>
                  </a:moveTo>
                  <a:cubicBezTo>
                    <a:pt x="2647" y="1221"/>
                    <a:pt x="2994" y="1568"/>
                    <a:pt x="2994" y="2040"/>
                  </a:cubicBezTo>
                  <a:cubicBezTo>
                    <a:pt x="2994" y="2513"/>
                    <a:pt x="2647" y="2859"/>
                    <a:pt x="2175" y="2859"/>
                  </a:cubicBezTo>
                  <a:cubicBezTo>
                    <a:pt x="1702" y="2859"/>
                    <a:pt x="1356" y="2513"/>
                    <a:pt x="1356" y="2040"/>
                  </a:cubicBezTo>
                  <a:cubicBezTo>
                    <a:pt x="1356" y="1568"/>
                    <a:pt x="1702" y="1221"/>
                    <a:pt x="2175" y="1221"/>
                  </a:cubicBezTo>
                  <a:close/>
                  <a:moveTo>
                    <a:pt x="458" y="0"/>
                  </a:moveTo>
                  <a:cubicBezTo>
                    <a:pt x="347" y="0"/>
                    <a:pt x="237" y="40"/>
                    <a:pt x="158" y="119"/>
                  </a:cubicBezTo>
                  <a:cubicBezTo>
                    <a:pt x="1" y="276"/>
                    <a:pt x="1" y="560"/>
                    <a:pt x="158" y="717"/>
                  </a:cubicBezTo>
                  <a:lnTo>
                    <a:pt x="694" y="1221"/>
                  </a:lnTo>
                  <a:cubicBezTo>
                    <a:pt x="536" y="1442"/>
                    <a:pt x="442" y="1757"/>
                    <a:pt x="442" y="2040"/>
                  </a:cubicBezTo>
                  <a:cubicBezTo>
                    <a:pt x="442" y="2324"/>
                    <a:pt x="536" y="2639"/>
                    <a:pt x="694" y="2859"/>
                  </a:cubicBezTo>
                  <a:lnTo>
                    <a:pt x="158" y="3395"/>
                  </a:lnTo>
                  <a:cubicBezTo>
                    <a:pt x="95" y="3553"/>
                    <a:pt x="95" y="3805"/>
                    <a:pt x="253" y="3962"/>
                  </a:cubicBezTo>
                  <a:cubicBezTo>
                    <a:pt x="316" y="4057"/>
                    <a:pt x="442" y="4088"/>
                    <a:pt x="536" y="4088"/>
                  </a:cubicBezTo>
                  <a:cubicBezTo>
                    <a:pt x="631" y="4088"/>
                    <a:pt x="726" y="4057"/>
                    <a:pt x="789" y="3962"/>
                  </a:cubicBezTo>
                  <a:lnTo>
                    <a:pt x="1324" y="3458"/>
                  </a:lnTo>
                  <a:cubicBezTo>
                    <a:pt x="1545" y="3616"/>
                    <a:pt x="1860" y="3710"/>
                    <a:pt x="2143" y="3710"/>
                  </a:cubicBezTo>
                  <a:cubicBezTo>
                    <a:pt x="2427" y="3710"/>
                    <a:pt x="2742" y="3616"/>
                    <a:pt x="2962" y="3458"/>
                  </a:cubicBezTo>
                  <a:lnTo>
                    <a:pt x="3498" y="3962"/>
                  </a:lnTo>
                  <a:cubicBezTo>
                    <a:pt x="3561" y="4057"/>
                    <a:pt x="3687" y="4088"/>
                    <a:pt x="3750" y="4088"/>
                  </a:cubicBezTo>
                  <a:cubicBezTo>
                    <a:pt x="3876" y="4088"/>
                    <a:pt x="3971" y="4057"/>
                    <a:pt x="4034" y="3962"/>
                  </a:cubicBezTo>
                  <a:cubicBezTo>
                    <a:pt x="4191" y="3805"/>
                    <a:pt x="4191" y="3553"/>
                    <a:pt x="4034" y="3395"/>
                  </a:cubicBezTo>
                  <a:lnTo>
                    <a:pt x="3529" y="2859"/>
                  </a:lnTo>
                  <a:cubicBezTo>
                    <a:pt x="3687" y="2639"/>
                    <a:pt x="3750" y="2324"/>
                    <a:pt x="3750" y="2040"/>
                  </a:cubicBezTo>
                  <a:cubicBezTo>
                    <a:pt x="3750" y="1757"/>
                    <a:pt x="3687" y="1442"/>
                    <a:pt x="3529" y="1221"/>
                  </a:cubicBezTo>
                  <a:lnTo>
                    <a:pt x="4034" y="717"/>
                  </a:lnTo>
                  <a:cubicBezTo>
                    <a:pt x="4191" y="560"/>
                    <a:pt x="4191" y="276"/>
                    <a:pt x="4034" y="119"/>
                  </a:cubicBezTo>
                  <a:cubicBezTo>
                    <a:pt x="3955" y="40"/>
                    <a:pt x="3845" y="0"/>
                    <a:pt x="3734" y="0"/>
                  </a:cubicBezTo>
                  <a:cubicBezTo>
                    <a:pt x="3624" y="0"/>
                    <a:pt x="3514" y="40"/>
                    <a:pt x="3435" y="119"/>
                  </a:cubicBezTo>
                  <a:lnTo>
                    <a:pt x="2931" y="623"/>
                  </a:lnTo>
                  <a:cubicBezTo>
                    <a:pt x="2679" y="465"/>
                    <a:pt x="2395" y="402"/>
                    <a:pt x="2112" y="402"/>
                  </a:cubicBezTo>
                  <a:cubicBezTo>
                    <a:pt x="1828" y="402"/>
                    <a:pt x="1513" y="465"/>
                    <a:pt x="1261" y="623"/>
                  </a:cubicBezTo>
                  <a:lnTo>
                    <a:pt x="757" y="119"/>
                  </a:lnTo>
                  <a:cubicBezTo>
                    <a:pt x="678" y="40"/>
                    <a:pt x="568" y="0"/>
                    <a:pt x="45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92" name="Google Shape;10792;p136"/>
          <p:cNvGrpSpPr/>
          <p:nvPr/>
        </p:nvGrpSpPr>
        <p:grpSpPr>
          <a:xfrm>
            <a:off x="1737098" y="3611266"/>
            <a:ext cx="366269" cy="366269"/>
            <a:chOff x="-61354875" y="2671225"/>
            <a:chExt cx="316650" cy="316650"/>
          </a:xfrm>
        </p:grpSpPr>
        <p:sp>
          <p:nvSpPr>
            <p:cNvPr id="10793" name="Google Shape;10793;p136"/>
            <p:cNvSpPr/>
            <p:nvPr/>
          </p:nvSpPr>
          <p:spPr>
            <a:xfrm>
              <a:off x="-61354875" y="2671225"/>
              <a:ext cx="316650" cy="316650"/>
            </a:xfrm>
            <a:custGeom>
              <a:rect b="b" l="l" r="r" t="t"/>
              <a:pathLst>
                <a:path extrusionOk="0" h="12666" w="12666">
                  <a:moveTo>
                    <a:pt x="11405" y="1701"/>
                  </a:moveTo>
                  <a:cubicBezTo>
                    <a:pt x="11657" y="1701"/>
                    <a:pt x="11847" y="1890"/>
                    <a:pt x="11847" y="2111"/>
                  </a:cubicBezTo>
                  <a:lnTo>
                    <a:pt x="11847" y="3340"/>
                  </a:lnTo>
                  <a:lnTo>
                    <a:pt x="820" y="3340"/>
                  </a:lnTo>
                  <a:lnTo>
                    <a:pt x="820" y="2111"/>
                  </a:lnTo>
                  <a:cubicBezTo>
                    <a:pt x="820" y="1890"/>
                    <a:pt x="1009" y="1701"/>
                    <a:pt x="1198" y="1701"/>
                  </a:cubicBezTo>
                  <a:lnTo>
                    <a:pt x="1639" y="1701"/>
                  </a:lnTo>
                  <a:lnTo>
                    <a:pt x="1639" y="2111"/>
                  </a:lnTo>
                  <a:cubicBezTo>
                    <a:pt x="1639" y="2363"/>
                    <a:pt x="1828" y="2552"/>
                    <a:pt x="2048" y="2552"/>
                  </a:cubicBezTo>
                  <a:cubicBezTo>
                    <a:pt x="2237" y="2552"/>
                    <a:pt x="2427" y="2363"/>
                    <a:pt x="2427" y="2111"/>
                  </a:cubicBezTo>
                  <a:lnTo>
                    <a:pt x="2427" y="1701"/>
                  </a:lnTo>
                  <a:lnTo>
                    <a:pt x="5892" y="1701"/>
                  </a:lnTo>
                  <a:lnTo>
                    <a:pt x="5892" y="2111"/>
                  </a:lnTo>
                  <a:cubicBezTo>
                    <a:pt x="5892" y="2363"/>
                    <a:pt x="6081" y="2552"/>
                    <a:pt x="6333" y="2552"/>
                  </a:cubicBezTo>
                  <a:cubicBezTo>
                    <a:pt x="6585" y="2552"/>
                    <a:pt x="6743" y="2363"/>
                    <a:pt x="6743" y="2111"/>
                  </a:cubicBezTo>
                  <a:lnTo>
                    <a:pt x="6743" y="1701"/>
                  </a:lnTo>
                  <a:lnTo>
                    <a:pt x="10208" y="1701"/>
                  </a:lnTo>
                  <a:lnTo>
                    <a:pt x="10208" y="2111"/>
                  </a:lnTo>
                  <a:cubicBezTo>
                    <a:pt x="10208" y="2363"/>
                    <a:pt x="10397" y="2552"/>
                    <a:pt x="10618" y="2552"/>
                  </a:cubicBezTo>
                  <a:cubicBezTo>
                    <a:pt x="10870" y="2552"/>
                    <a:pt x="11027" y="2363"/>
                    <a:pt x="11027" y="2111"/>
                  </a:cubicBezTo>
                  <a:lnTo>
                    <a:pt x="11027" y="1701"/>
                  </a:lnTo>
                  <a:close/>
                  <a:moveTo>
                    <a:pt x="11878" y="4159"/>
                  </a:moveTo>
                  <a:lnTo>
                    <a:pt x="11878" y="6112"/>
                  </a:lnTo>
                  <a:lnTo>
                    <a:pt x="11847" y="6112"/>
                  </a:lnTo>
                  <a:cubicBezTo>
                    <a:pt x="11090" y="5072"/>
                    <a:pt x="9862" y="4442"/>
                    <a:pt x="8538" y="4442"/>
                  </a:cubicBezTo>
                  <a:cubicBezTo>
                    <a:pt x="6239" y="4442"/>
                    <a:pt x="4411" y="6301"/>
                    <a:pt x="4411" y="8569"/>
                  </a:cubicBezTo>
                  <a:cubicBezTo>
                    <a:pt x="4411" y="9168"/>
                    <a:pt x="4506" y="9735"/>
                    <a:pt x="4758" y="10239"/>
                  </a:cubicBezTo>
                  <a:lnTo>
                    <a:pt x="1261" y="10239"/>
                  </a:lnTo>
                  <a:cubicBezTo>
                    <a:pt x="1009" y="10239"/>
                    <a:pt x="851" y="10050"/>
                    <a:pt x="851" y="9830"/>
                  </a:cubicBezTo>
                  <a:lnTo>
                    <a:pt x="851" y="4159"/>
                  </a:lnTo>
                  <a:close/>
                  <a:moveTo>
                    <a:pt x="8538" y="5261"/>
                  </a:moveTo>
                  <a:cubicBezTo>
                    <a:pt x="10334" y="5261"/>
                    <a:pt x="11847" y="6774"/>
                    <a:pt x="11847" y="8569"/>
                  </a:cubicBezTo>
                  <a:cubicBezTo>
                    <a:pt x="11847" y="10397"/>
                    <a:pt x="10334" y="11877"/>
                    <a:pt x="8538" y="11877"/>
                  </a:cubicBezTo>
                  <a:cubicBezTo>
                    <a:pt x="6711" y="11877"/>
                    <a:pt x="5230" y="10397"/>
                    <a:pt x="5230" y="8569"/>
                  </a:cubicBezTo>
                  <a:cubicBezTo>
                    <a:pt x="5230" y="6774"/>
                    <a:pt x="6743" y="5261"/>
                    <a:pt x="8538" y="5261"/>
                  </a:cubicBezTo>
                  <a:close/>
                  <a:moveTo>
                    <a:pt x="2048" y="0"/>
                  </a:moveTo>
                  <a:cubicBezTo>
                    <a:pt x="1828" y="0"/>
                    <a:pt x="1639" y="189"/>
                    <a:pt x="1639" y="441"/>
                  </a:cubicBezTo>
                  <a:lnTo>
                    <a:pt x="1639" y="851"/>
                  </a:lnTo>
                  <a:lnTo>
                    <a:pt x="1198" y="851"/>
                  </a:lnTo>
                  <a:cubicBezTo>
                    <a:pt x="536" y="851"/>
                    <a:pt x="1" y="1418"/>
                    <a:pt x="1" y="2079"/>
                  </a:cubicBezTo>
                  <a:lnTo>
                    <a:pt x="1" y="9798"/>
                  </a:lnTo>
                  <a:cubicBezTo>
                    <a:pt x="1" y="10460"/>
                    <a:pt x="536" y="11027"/>
                    <a:pt x="1198" y="11027"/>
                  </a:cubicBezTo>
                  <a:lnTo>
                    <a:pt x="5230" y="11027"/>
                  </a:lnTo>
                  <a:cubicBezTo>
                    <a:pt x="5987" y="12003"/>
                    <a:pt x="7184" y="12665"/>
                    <a:pt x="8538" y="12665"/>
                  </a:cubicBezTo>
                  <a:cubicBezTo>
                    <a:pt x="10807" y="12665"/>
                    <a:pt x="12666" y="10838"/>
                    <a:pt x="12666" y="8538"/>
                  </a:cubicBezTo>
                  <a:lnTo>
                    <a:pt x="12666" y="2079"/>
                  </a:lnTo>
                  <a:cubicBezTo>
                    <a:pt x="12666" y="1418"/>
                    <a:pt x="12130" y="851"/>
                    <a:pt x="11405" y="851"/>
                  </a:cubicBezTo>
                  <a:lnTo>
                    <a:pt x="11027" y="851"/>
                  </a:lnTo>
                  <a:lnTo>
                    <a:pt x="11027" y="441"/>
                  </a:lnTo>
                  <a:cubicBezTo>
                    <a:pt x="11027" y="189"/>
                    <a:pt x="10807" y="0"/>
                    <a:pt x="10618" y="0"/>
                  </a:cubicBezTo>
                  <a:cubicBezTo>
                    <a:pt x="10397" y="0"/>
                    <a:pt x="10177" y="189"/>
                    <a:pt x="10177" y="441"/>
                  </a:cubicBezTo>
                  <a:lnTo>
                    <a:pt x="10177" y="851"/>
                  </a:lnTo>
                  <a:lnTo>
                    <a:pt x="6711" y="851"/>
                  </a:lnTo>
                  <a:lnTo>
                    <a:pt x="6711" y="441"/>
                  </a:lnTo>
                  <a:cubicBezTo>
                    <a:pt x="6711" y="189"/>
                    <a:pt x="6522" y="0"/>
                    <a:pt x="6333" y="0"/>
                  </a:cubicBezTo>
                  <a:cubicBezTo>
                    <a:pt x="6081" y="0"/>
                    <a:pt x="5892" y="189"/>
                    <a:pt x="5892" y="441"/>
                  </a:cubicBezTo>
                  <a:lnTo>
                    <a:pt x="5892" y="851"/>
                  </a:lnTo>
                  <a:lnTo>
                    <a:pt x="2427" y="851"/>
                  </a:lnTo>
                  <a:lnTo>
                    <a:pt x="2427" y="441"/>
                  </a:lnTo>
                  <a:cubicBezTo>
                    <a:pt x="2427" y="189"/>
                    <a:pt x="2237" y="0"/>
                    <a:pt x="204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4" name="Google Shape;10794;p136"/>
            <p:cNvSpPr/>
            <p:nvPr/>
          </p:nvSpPr>
          <p:spPr>
            <a:xfrm>
              <a:off x="-61172925" y="2813775"/>
              <a:ext cx="62225" cy="145725"/>
            </a:xfrm>
            <a:custGeom>
              <a:rect b="b" l="l" r="r" t="t"/>
              <a:pathLst>
                <a:path extrusionOk="0" h="5829" w="2489">
                  <a:moveTo>
                    <a:pt x="1260" y="0"/>
                  </a:moveTo>
                  <a:cubicBezTo>
                    <a:pt x="1008" y="0"/>
                    <a:pt x="819" y="190"/>
                    <a:pt x="819" y="410"/>
                  </a:cubicBezTo>
                  <a:lnTo>
                    <a:pt x="819" y="662"/>
                  </a:lnTo>
                  <a:cubicBezTo>
                    <a:pt x="347" y="820"/>
                    <a:pt x="0" y="1292"/>
                    <a:pt x="0" y="1859"/>
                  </a:cubicBezTo>
                  <a:cubicBezTo>
                    <a:pt x="0" y="2521"/>
                    <a:pt x="536" y="2899"/>
                    <a:pt x="977" y="3245"/>
                  </a:cubicBezTo>
                  <a:cubicBezTo>
                    <a:pt x="1292" y="3466"/>
                    <a:pt x="1639" y="3687"/>
                    <a:pt x="1639" y="3939"/>
                  </a:cubicBezTo>
                  <a:cubicBezTo>
                    <a:pt x="1639" y="4191"/>
                    <a:pt x="1450" y="4380"/>
                    <a:pt x="1260" y="4380"/>
                  </a:cubicBezTo>
                  <a:cubicBezTo>
                    <a:pt x="1008" y="4380"/>
                    <a:pt x="819" y="4191"/>
                    <a:pt x="819" y="3939"/>
                  </a:cubicBezTo>
                  <a:cubicBezTo>
                    <a:pt x="819" y="3718"/>
                    <a:pt x="630" y="3498"/>
                    <a:pt x="441" y="3498"/>
                  </a:cubicBezTo>
                  <a:cubicBezTo>
                    <a:pt x="189" y="3498"/>
                    <a:pt x="0" y="3718"/>
                    <a:pt x="0" y="3939"/>
                  </a:cubicBezTo>
                  <a:cubicBezTo>
                    <a:pt x="0" y="4506"/>
                    <a:pt x="347" y="4915"/>
                    <a:pt x="819" y="5136"/>
                  </a:cubicBezTo>
                  <a:lnTo>
                    <a:pt x="819" y="5388"/>
                  </a:lnTo>
                  <a:cubicBezTo>
                    <a:pt x="819" y="5640"/>
                    <a:pt x="1008" y="5829"/>
                    <a:pt x="1260" y="5829"/>
                  </a:cubicBezTo>
                  <a:cubicBezTo>
                    <a:pt x="1481" y="5829"/>
                    <a:pt x="1639" y="5640"/>
                    <a:pt x="1639" y="5388"/>
                  </a:cubicBezTo>
                  <a:lnTo>
                    <a:pt x="1639" y="5136"/>
                  </a:lnTo>
                  <a:cubicBezTo>
                    <a:pt x="2111" y="4978"/>
                    <a:pt x="2489" y="4506"/>
                    <a:pt x="2489" y="3939"/>
                  </a:cubicBezTo>
                  <a:cubicBezTo>
                    <a:pt x="2489" y="3277"/>
                    <a:pt x="1922" y="2867"/>
                    <a:pt x="1481" y="2552"/>
                  </a:cubicBezTo>
                  <a:cubicBezTo>
                    <a:pt x="1166" y="2332"/>
                    <a:pt x="819" y="2080"/>
                    <a:pt x="819" y="1859"/>
                  </a:cubicBezTo>
                  <a:cubicBezTo>
                    <a:pt x="819" y="1607"/>
                    <a:pt x="1008" y="1418"/>
                    <a:pt x="1260" y="1418"/>
                  </a:cubicBezTo>
                  <a:cubicBezTo>
                    <a:pt x="1513" y="1418"/>
                    <a:pt x="1639" y="1607"/>
                    <a:pt x="1639" y="1859"/>
                  </a:cubicBezTo>
                  <a:cubicBezTo>
                    <a:pt x="1639" y="2080"/>
                    <a:pt x="1859" y="2269"/>
                    <a:pt x="2048" y="2269"/>
                  </a:cubicBezTo>
                  <a:cubicBezTo>
                    <a:pt x="2300" y="2269"/>
                    <a:pt x="2489" y="2080"/>
                    <a:pt x="2489" y="1859"/>
                  </a:cubicBezTo>
                  <a:cubicBezTo>
                    <a:pt x="2489" y="1292"/>
                    <a:pt x="2143" y="883"/>
                    <a:pt x="1639" y="662"/>
                  </a:cubicBezTo>
                  <a:lnTo>
                    <a:pt x="1639" y="410"/>
                  </a:lnTo>
                  <a:cubicBezTo>
                    <a:pt x="1639" y="158"/>
                    <a:pt x="1450" y="0"/>
                    <a:pt x="126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5" name="Google Shape;10795;p136"/>
            <p:cNvSpPr/>
            <p:nvPr/>
          </p:nvSpPr>
          <p:spPr>
            <a:xfrm>
              <a:off x="-61313925" y="2796450"/>
              <a:ext cx="40975" cy="20500"/>
            </a:xfrm>
            <a:custGeom>
              <a:rect b="b" l="l" r="r" t="t"/>
              <a:pathLst>
                <a:path extrusionOk="0" h="820" w="1639">
                  <a:moveTo>
                    <a:pt x="410" y="0"/>
                  </a:moveTo>
                  <a:cubicBezTo>
                    <a:pt x="158" y="0"/>
                    <a:pt x="1" y="189"/>
                    <a:pt x="1" y="378"/>
                  </a:cubicBezTo>
                  <a:cubicBezTo>
                    <a:pt x="1" y="630"/>
                    <a:pt x="158" y="820"/>
                    <a:pt x="410" y="820"/>
                  </a:cubicBezTo>
                  <a:lnTo>
                    <a:pt x="1230" y="820"/>
                  </a:lnTo>
                  <a:cubicBezTo>
                    <a:pt x="1482" y="820"/>
                    <a:pt x="1639" y="630"/>
                    <a:pt x="1639" y="378"/>
                  </a:cubicBezTo>
                  <a:cubicBezTo>
                    <a:pt x="1639" y="158"/>
                    <a:pt x="1419" y="0"/>
                    <a:pt x="123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6" name="Google Shape;10796;p136"/>
            <p:cNvSpPr/>
            <p:nvPr/>
          </p:nvSpPr>
          <p:spPr>
            <a:xfrm>
              <a:off x="-61313925" y="2837400"/>
              <a:ext cx="40975" cy="20500"/>
            </a:xfrm>
            <a:custGeom>
              <a:rect b="b" l="l" r="r" t="t"/>
              <a:pathLst>
                <a:path extrusionOk="0" h="820" w="1639">
                  <a:moveTo>
                    <a:pt x="410" y="1"/>
                  </a:moveTo>
                  <a:cubicBezTo>
                    <a:pt x="158" y="1"/>
                    <a:pt x="1" y="190"/>
                    <a:pt x="1" y="442"/>
                  </a:cubicBezTo>
                  <a:cubicBezTo>
                    <a:pt x="1" y="631"/>
                    <a:pt x="158" y="820"/>
                    <a:pt x="410" y="820"/>
                  </a:cubicBezTo>
                  <a:lnTo>
                    <a:pt x="1230" y="820"/>
                  </a:lnTo>
                  <a:cubicBezTo>
                    <a:pt x="1482" y="820"/>
                    <a:pt x="1639" y="631"/>
                    <a:pt x="1639" y="442"/>
                  </a:cubicBezTo>
                  <a:cubicBezTo>
                    <a:pt x="1639" y="190"/>
                    <a:pt x="1419" y="1"/>
                    <a:pt x="12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7" name="Google Shape;10797;p136"/>
            <p:cNvSpPr/>
            <p:nvPr/>
          </p:nvSpPr>
          <p:spPr>
            <a:xfrm>
              <a:off x="-61313925" y="2877575"/>
              <a:ext cx="40975" cy="22075"/>
            </a:xfrm>
            <a:custGeom>
              <a:rect b="b" l="l" r="r" t="t"/>
              <a:pathLst>
                <a:path extrusionOk="0" h="883" w="1639">
                  <a:moveTo>
                    <a:pt x="410" y="0"/>
                  </a:moveTo>
                  <a:cubicBezTo>
                    <a:pt x="158" y="0"/>
                    <a:pt x="1" y="221"/>
                    <a:pt x="1" y="441"/>
                  </a:cubicBezTo>
                  <a:cubicBezTo>
                    <a:pt x="1" y="693"/>
                    <a:pt x="158" y="883"/>
                    <a:pt x="410" y="883"/>
                  </a:cubicBezTo>
                  <a:lnTo>
                    <a:pt x="1230" y="883"/>
                  </a:lnTo>
                  <a:cubicBezTo>
                    <a:pt x="1482" y="883"/>
                    <a:pt x="1639" y="693"/>
                    <a:pt x="1639" y="441"/>
                  </a:cubicBezTo>
                  <a:cubicBezTo>
                    <a:pt x="1639" y="221"/>
                    <a:pt x="1419" y="0"/>
                    <a:pt x="123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98" name="Google Shape;10798;p136"/>
          <p:cNvGrpSpPr/>
          <p:nvPr/>
        </p:nvGrpSpPr>
        <p:grpSpPr>
          <a:xfrm>
            <a:off x="3952502" y="2731001"/>
            <a:ext cx="368987" cy="369566"/>
            <a:chOff x="-59502375" y="1904375"/>
            <a:chExt cx="319000" cy="319500"/>
          </a:xfrm>
        </p:grpSpPr>
        <p:sp>
          <p:nvSpPr>
            <p:cNvPr id="10799" name="Google Shape;10799;p136"/>
            <p:cNvSpPr/>
            <p:nvPr/>
          </p:nvSpPr>
          <p:spPr>
            <a:xfrm>
              <a:off x="-59455125" y="2097050"/>
              <a:ext cx="227650" cy="62225"/>
            </a:xfrm>
            <a:custGeom>
              <a:rect b="b" l="l" r="r" t="t"/>
              <a:pathLst>
                <a:path extrusionOk="0" h="2489" w="9106">
                  <a:moveTo>
                    <a:pt x="1670" y="819"/>
                  </a:moveTo>
                  <a:lnTo>
                    <a:pt x="1670" y="1670"/>
                  </a:lnTo>
                  <a:lnTo>
                    <a:pt x="820" y="1670"/>
                  </a:lnTo>
                  <a:lnTo>
                    <a:pt x="820" y="819"/>
                  </a:lnTo>
                  <a:close/>
                  <a:moveTo>
                    <a:pt x="3309" y="819"/>
                  </a:moveTo>
                  <a:lnTo>
                    <a:pt x="3309" y="1670"/>
                  </a:lnTo>
                  <a:lnTo>
                    <a:pt x="2489" y="1670"/>
                  </a:lnTo>
                  <a:lnTo>
                    <a:pt x="2489" y="819"/>
                  </a:lnTo>
                  <a:close/>
                  <a:moveTo>
                    <a:pt x="4978" y="819"/>
                  </a:moveTo>
                  <a:lnTo>
                    <a:pt x="4978" y="1670"/>
                  </a:lnTo>
                  <a:lnTo>
                    <a:pt x="4128" y="1670"/>
                  </a:lnTo>
                  <a:lnTo>
                    <a:pt x="4128" y="819"/>
                  </a:lnTo>
                  <a:close/>
                  <a:moveTo>
                    <a:pt x="6617" y="819"/>
                  </a:moveTo>
                  <a:lnTo>
                    <a:pt x="6617" y="1670"/>
                  </a:lnTo>
                  <a:lnTo>
                    <a:pt x="5798" y="1670"/>
                  </a:lnTo>
                  <a:lnTo>
                    <a:pt x="5798" y="819"/>
                  </a:lnTo>
                  <a:close/>
                  <a:moveTo>
                    <a:pt x="8286" y="819"/>
                  </a:moveTo>
                  <a:lnTo>
                    <a:pt x="8286" y="1670"/>
                  </a:lnTo>
                  <a:lnTo>
                    <a:pt x="7436" y="1670"/>
                  </a:lnTo>
                  <a:lnTo>
                    <a:pt x="7436" y="819"/>
                  </a:lnTo>
                  <a:close/>
                  <a:moveTo>
                    <a:pt x="410" y="0"/>
                  </a:moveTo>
                  <a:cubicBezTo>
                    <a:pt x="158" y="0"/>
                    <a:pt x="1" y="189"/>
                    <a:pt x="1" y="410"/>
                  </a:cubicBezTo>
                  <a:lnTo>
                    <a:pt x="1" y="2048"/>
                  </a:lnTo>
                  <a:cubicBezTo>
                    <a:pt x="1" y="2300"/>
                    <a:pt x="190" y="2489"/>
                    <a:pt x="410" y="2489"/>
                  </a:cubicBezTo>
                  <a:lnTo>
                    <a:pt x="8664" y="2489"/>
                  </a:lnTo>
                  <a:cubicBezTo>
                    <a:pt x="8917" y="2489"/>
                    <a:pt x="9106" y="2300"/>
                    <a:pt x="9106" y="2048"/>
                  </a:cubicBezTo>
                  <a:lnTo>
                    <a:pt x="9106" y="410"/>
                  </a:lnTo>
                  <a:cubicBezTo>
                    <a:pt x="9106" y="158"/>
                    <a:pt x="8917" y="0"/>
                    <a:pt x="866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0" name="Google Shape;10800;p136"/>
            <p:cNvSpPr/>
            <p:nvPr/>
          </p:nvSpPr>
          <p:spPr>
            <a:xfrm>
              <a:off x="-59502375" y="1966300"/>
              <a:ext cx="319000" cy="257575"/>
            </a:xfrm>
            <a:custGeom>
              <a:rect b="b" l="l" r="r" t="t"/>
              <a:pathLst>
                <a:path extrusionOk="0" h="10303" w="12760">
                  <a:moveTo>
                    <a:pt x="8633" y="1639"/>
                  </a:moveTo>
                  <a:lnTo>
                    <a:pt x="8633" y="3592"/>
                  </a:lnTo>
                  <a:lnTo>
                    <a:pt x="7814" y="3592"/>
                  </a:lnTo>
                  <a:lnTo>
                    <a:pt x="7814" y="1639"/>
                  </a:lnTo>
                  <a:close/>
                  <a:moveTo>
                    <a:pt x="11941" y="819"/>
                  </a:moveTo>
                  <a:lnTo>
                    <a:pt x="11941" y="3592"/>
                  </a:lnTo>
                  <a:lnTo>
                    <a:pt x="11122" y="3592"/>
                  </a:lnTo>
                  <a:lnTo>
                    <a:pt x="11122" y="819"/>
                  </a:lnTo>
                  <a:close/>
                  <a:moveTo>
                    <a:pt x="5041" y="3119"/>
                  </a:moveTo>
                  <a:lnTo>
                    <a:pt x="5041" y="3970"/>
                  </a:lnTo>
                  <a:cubicBezTo>
                    <a:pt x="5041" y="4222"/>
                    <a:pt x="5230" y="4411"/>
                    <a:pt x="5482" y="4411"/>
                  </a:cubicBezTo>
                  <a:lnTo>
                    <a:pt x="11941" y="4411"/>
                  </a:lnTo>
                  <a:lnTo>
                    <a:pt x="11941" y="9357"/>
                  </a:lnTo>
                  <a:lnTo>
                    <a:pt x="914" y="9357"/>
                  </a:lnTo>
                  <a:lnTo>
                    <a:pt x="914" y="4222"/>
                  </a:lnTo>
                  <a:lnTo>
                    <a:pt x="2552" y="3119"/>
                  </a:lnTo>
                  <a:lnTo>
                    <a:pt x="2552" y="3970"/>
                  </a:lnTo>
                  <a:cubicBezTo>
                    <a:pt x="2552" y="4207"/>
                    <a:pt x="2767" y="4373"/>
                    <a:pt x="2980" y="4373"/>
                  </a:cubicBezTo>
                  <a:cubicBezTo>
                    <a:pt x="3050" y="4373"/>
                    <a:pt x="3120" y="4355"/>
                    <a:pt x="3182" y="4316"/>
                  </a:cubicBezTo>
                  <a:lnTo>
                    <a:pt x="5041" y="3119"/>
                  </a:lnTo>
                  <a:close/>
                  <a:moveTo>
                    <a:pt x="10712" y="0"/>
                  </a:moveTo>
                  <a:cubicBezTo>
                    <a:pt x="10491" y="0"/>
                    <a:pt x="10334" y="189"/>
                    <a:pt x="10334" y="441"/>
                  </a:cubicBezTo>
                  <a:lnTo>
                    <a:pt x="10334" y="3592"/>
                  </a:lnTo>
                  <a:lnTo>
                    <a:pt x="9483" y="3592"/>
                  </a:lnTo>
                  <a:lnTo>
                    <a:pt x="9483" y="1261"/>
                  </a:lnTo>
                  <a:cubicBezTo>
                    <a:pt x="9483" y="1008"/>
                    <a:pt x="9294" y="819"/>
                    <a:pt x="9074" y="819"/>
                  </a:cubicBezTo>
                  <a:lnTo>
                    <a:pt x="7404" y="819"/>
                  </a:lnTo>
                  <a:cubicBezTo>
                    <a:pt x="7183" y="819"/>
                    <a:pt x="6963" y="1008"/>
                    <a:pt x="6963" y="1261"/>
                  </a:cubicBezTo>
                  <a:lnTo>
                    <a:pt x="6963" y="3592"/>
                  </a:lnTo>
                  <a:lnTo>
                    <a:pt x="5860" y="3592"/>
                  </a:lnTo>
                  <a:lnTo>
                    <a:pt x="5860" y="2363"/>
                  </a:lnTo>
                  <a:cubicBezTo>
                    <a:pt x="5860" y="2206"/>
                    <a:pt x="5797" y="2080"/>
                    <a:pt x="5640" y="2017"/>
                  </a:cubicBezTo>
                  <a:cubicBezTo>
                    <a:pt x="5581" y="1973"/>
                    <a:pt x="5509" y="1949"/>
                    <a:pt x="5436" y="1949"/>
                  </a:cubicBezTo>
                  <a:cubicBezTo>
                    <a:pt x="5352" y="1949"/>
                    <a:pt x="5266" y="1981"/>
                    <a:pt x="5199" y="2048"/>
                  </a:cubicBezTo>
                  <a:lnTo>
                    <a:pt x="3340" y="3245"/>
                  </a:lnTo>
                  <a:lnTo>
                    <a:pt x="3340" y="2395"/>
                  </a:lnTo>
                  <a:cubicBezTo>
                    <a:pt x="3340" y="2237"/>
                    <a:pt x="3277" y="2111"/>
                    <a:pt x="3119" y="2048"/>
                  </a:cubicBezTo>
                  <a:cubicBezTo>
                    <a:pt x="3061" y="2004"/>
                    <a:pt x="2989" y="1981"/>
                    <a:pt x="2916" y="1981"/>
                  </a:cubicBezTo>
                  <a:cubicBezTo>
                    <a:pt x="2831" y="1981"/>
                    <a:pt x="2746" y="2012"/>
                    <a:pt x="2678" y="2080"/>
                  </a:cubicBezTo>
                  <a:lnTo>
                    <a:pt x="189" y="3718"/>
                  </a:lnTo>
                  <a:cubicBezTo>
                    <a:pt x="95" y="3812"/>
                    <a:pt x="0" y="3938"/>
                    <a:pt x="0" y="4096"/>
                  </a:cubicBezTo>
                  <a:lnTo>
                    <a:pt x="0" y="9861"/>
                  </a:lnTo>
                  <a:cubicBezTo>
                    <a:pt x="0" y="10113"/>
                    <a:pt x="189" y="10302"/>
                    <a:pt x="441" y="10302"/>
                  </a:cubicBezTo>
                  <a:lnTo>
                    <a:pt x="12287" y="10302"/>
                  </a:lnTo>
                  <a:cubicBezTo>
                    <a:pt x="12539" y="10302"/>
                    <a:pt x="12697" y="10113"/>
                    <a:pt x="12697" y="9861"/>
                  </a:cubicBezTo>
                  <a:lnTo>
                    <a:pt x="12697" y="504"/>
                  </a:lnTo>
                  <a:cubicBezTo>
                    <a:pt x="12760" y="158"/>
                    <a:pt x="12602" y="0"/>
                    <a:pt x="1238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1" name="Google Shape;10801;p136"/>
            <p:cNvSpPr/>
            <p:nvPr/>
          </p:nvSpPr>
          <p:spPr>
            <a:xfrm>
              <a:off x="-59322800" y="1904375"/>
              <a:ext cx="106350" cy="41175"/>
            </a:xfrm>
            <a:custGeom>
              <a:rect b="b" l="l" r="r" t="t"/>
              <a:pathLst>
                <a:path extrusionOk="0" h="1647" w="4254">
                  <a:moveTo>
                    <a:pt x="1291" y="0"/>
                  </a:moveTo>
                  <a:cubicBezTo>
                    <a:pt x="890" y="0"/>
                    <a:pt x="485" y="181"/>
                    <a:pt x="158" y="556"/>
                  </a:cubicBezTo>
                  <a:cubicBezTo>
                    <a:pt x="0" y="713"/>
                    <a:pt x="32" y="965"/>
                    <a:pt x="189" y="1123"/>
                  </a:cubicBezTo>
                  <a:cubicBezTo>
                    <a:pt x="265" y="1198"/>
                    <a:pt x="369" y="1237"/>
                    <a:pt x="474" y="1237"/>
                  </a:cubicBezTo>
                  <a:cubicBezTo>
                    <a:pt x="589" y="1237"/>
                    <a:pt x="706" y="1190"/>
                    <a:pt x="788" y="1091"/>
                  </a:cubicBezTo>
                  <a:cubicBezTo>
                    <a:pt x="946" y="918"/>
                    <a:pt x="1119" y="831"/>
                    <a:pt x="1292" y="831"/>
                  </a:cubicBezTo>
                  <a:cubicBezTo>
                    <a:pt x="1465" y="831"/>
                    <a:pt x="1639" y="918"/>
                    <a:pt x="1796" y="1091"/>
                  </a:cubicBezTo>
                  <a:cubicBezTo>
                    <a:pt x="2115" y="1457"/>
                    <a:pt x="2530" y="1646"/>
                    <a:pt x="2948" y="1646"/>
                  </a:cubicBezTo>
                  <a:cubicBezTo>
                    <a:pt x="3357" y="1646"/>
                    <a:pt x="3769" y="1465"/>
                    <a:pt x="4096" y="1091"/>
                  </a:cubicBezTo>
                  <a:cubicBezTo>
                    <a:pt x="4254" y="902"/>
                    <a:pt x="4191" y="650"/>
                    <a:pt x="4033" y="493"/>
                  </a:cubicBezTo>
                  <a:cubicBezTo>
                    <a:pt x="3975" y="420"/>
                    <a:pt x="3885" y="381"/>
                    <a:pt x="3788" y="381"/>
                  </a:cubicBezTo>
                  <a:cubicBezTo>
                    <a:pt x="3674" y="381"/>
                    <a:pt x="3551" y="436"/>
                    <a:pt x="3466" y="556"/>
                  </a:cubicBezTo>
                  <a:cubicBezTo>
                    <a:pt x="3308" y="729"/>
                    <a:pt x="3127" y="815"/>
                    <a:pt x="2946" y="815"/>
                  </a:cubicBezTo>
                  <a:cubicBezTo>
                    <a:pt x="2765" y="815"/>
                    <a:pt x="2584" y="729"/>
                    <a:pt x="2426" y="556"/>
                  </a:cubicBezTo>
                  <a:cubicBezTo>
                    <a:pt x="2108" y="189"/>
                    <a:pt x="1701" y="0"/>
                    <a:pt x="129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02" name="Google Shape;10802;p136"/>
          <p:cNvGrpSpPr/>
          <p:nvPr/>
        </p:nvGrpSpPr>
        <p:grpSpPr>
          <a:xfrm>
            <a:off x="1298621" y="1315207"/>
            <a:ext cx="368987" cy="363666"/>
            <a:chOff x="-64774725" y="1916550"/>
            <a:chExt cx="319000" cy="314400"/>
          </a:xfrm>
        </p:grpSpPr>
        <p:sp>
          <p:nvSpPr>
            <p:cNvPr id="10803" name="Google Shape;10803;p136"/>
            <p:cNvSpPr/>
            <p:nvPr/>
          </p:nvSpPr>
          <p:spPr>
            <a:xfrm>
              <a:off x="-64774725" y="1916550"/>
              <a:ext cx="319000" cy="314400"/>
            </a:xfrm>
            <a:custGeom>
              <a:rect b="b" l="l" r="r" t="t"/>
              <a:pathLst>
                <a:path extrusionOk="0" h="12576" w="12760">
                  <a:moveTo>
                    <a:pt x="11436" y="856"/>
                  </a:moveTo>
                  <a:cubicBezTo>
                    <a:pt x="11562" y="856"/>
                    <a:pt x="11657" y="888"/>
                    <a:pt x="11783" y="951"/>
                  </a:cubicBezTo>
                  <a:cubicBezTo>
                    <a:pt x="11877" y="1077"/>
                    <a:pt x="11940" y="1203"/>
                    <a:pt x="11909" y="1329"/>
                  </a:cubicBezTo>
                  <a:cubicBezTo>
                    <a:pt x="11814" y="2431"/>
                    <a:pt x="11562" y="3440"/>
                    <a:pt x="11090" y="4416"/>
                  </a:cubicBezTo>
                  <a:lnTo>
                    <a:pt x="8317" y="1675"/>
                  </a:lnTo>
                  <a:cubicBezTo>
                    <a:pt x="9263" y="1234"/>
                    <a:pt x="10334" y="951"/>
                    <a:pt x="11436" y="856"/>
                  </a:cubicBezTo>
                  <a:close/>
                  <a:moveTo>
                    <a:pt x="3781" y="4542"/>
                  </a:moveTo>
                  <a:lnTo>
                    <a:pt x="3781" y="4542"/>
                  </a:lnTo>
                  <a:cubicBezTo>
                    <a:pt x="3529" y="4983"/>
                    <a:pt x="3245" y="5456"/>
                    <a:pt x="3056" y="5960"/>
                  </a:cubicBezTo>
                  <a:cubicBezTo>
                    <a:pt x="2878" y="5949"/>
                    <a:pt x="2699" y="5942"/>
                    <a:pt x="2522" y="5942"/>
                  </a:cubicBezTo>
                  <a:cubicBezTo>
                    <a:pt x="2167" y="5942"/>
                    <a:pt x="1817" y="5970"/>
                    <a:pt x="1481" y="6054"/>
                  </a:cubicBezTo>
                  <a:cubicBezTo>
                    <a:pt x="1544" y="5928"/>
                    <a:pt x="1670" y="5802"/>
                    <a:pt x="1733" y="5739"/>
                  </a:cubicBezTo>
                  <a:cubicBezTo>
                    <a:pt x="2331" y="5141"/>
                    <a:pt x="2993" y="4731"/>
                    <a:pt x="3781" y="4542"/>
                  </a:cubicBezTo>
                  <a:close/>
                  <a:moveTo>
                    <a:pt x="7561" y="2022"/>
                  </a:moveTo>
                  <a:lnTo>
                    <a:pt x="10680" y="5141"/>
                  </a:lnTo>
                  <a:cubicBezTo>
                    <a:pt x="9546" y="7157"/>
                    <a:pt x="7687" y="8669"/>
                    <a:pt x="5419" y="9331"/>
                  </a:cubicBezTo>
                  <a:lnTo>
                    <a:pt x="3403" y="7346"/>
                  </a:lnTo>
                  <a:cubicBezTo>
                    <a:pt x="4064" y="5109"/>
                    <a:pt x="5576" y="3219"/>
                    <a:pt x="7561" y="2022"/>
                  </a:cubicBezTo>
                  <a:close/>
                  <a:moveTo>
                    <a:pt x="2899" y="8008"/>
                  </a:moveTo>
                  <a:lnTo>
                    <a:pt x="4789" y="9898"/>
                  </a:lnTo>
                  <a:lnTo>
                    <a:pt x="4316" y="10623"/>
                  </a:lnTo>
                  <a:lnTo>
                    <a:pt x="2142" y="8449"/>
                  </a:lnTo>
                  <a:lnTo>
                    <a:pt x="2899" y="8008"/>
                  </a:lnTo>
                  <a:close/>
                  <a:moveTo>
                    <a:pt x="2363" y="9867"/>
                  </a:moveTo>
                  <a:lnTo>
                    <a:pt x="2899" y="10371"/>
                  </a:lnTo>
                  <a:cubicBezTo>
                    <a:pt x="2741" y="10497"/>
                    <a:pt x="2520" y="10654"/>
                    <a:pt x="2300" y="10780"/>
                  </a:cubicBezTo>
                  <a:cubicBezTo>
                    <a:pt x="1985" y="10969"/>
                    <a:pt x="1733" y="11095"/>
                    <a:pt x="1638" y="11127"/>
                  </a:cubicBezTo>
                  <a:cubicBezTo>
                    <a:pt x="1701" y="10969"/>
                    <a:pt x="1796" y="10780"/>
                    <a:pt x="1985" y="10465"/>
                  </a:cubicBezTo>
                  <a:cubicBezTo>
                    <a:pt x="2142" y="10213"/>
                    <a:pt x="2268" y="10024"/>
                    <a:pt x="2363" y="9867"/>
                  </a:cubicBezTo>
                  <a:close/>
                  <a:moveTo>
                    <a:pt x="8191" y="8984"/>
                  </a:moveTo>
                  <a:lnTo>
                    <a:pt x="8191" y="8984"/>
                  </a:lnTo>
                  <a:cubicBezTo>
                    <a:pt x="7971" y="9867"/>
                    <a:pt x="7467" y="10686"/>
                    <a:pt x="6711" y="11284"/>
                  </a:cubicBezTo>
                  <a:cubicBezTo>
                    <a:pt x="6837" y="10749"/>
                    <a:pt x="6837" y="10245"/>
                    <a:pt x="6774" y="9741"/>
                  </a:cubicBezTo>
                  <a:cubicBezTo>
                    <a:pt x="7309" y="9551"/>
                    <a:pt x="7782" y="9268"/>
                    <a:pt x="8191" y="8984"/>
                  </a:cubicBezTo>
                  <a:close/>
                  <a:moveTo>
                    <a:pt x="11509" y="1"/>
                  </a:moveTo>
                  <a:cubicBezTo>
                    <a:pt x="11474" y="1"/>
                    <a:pt x="11440" y="2"/>
                    <a:pt x="11405" y="6"/>
                  </a:cubicBezTo>
                  <a:cubicBezTo>
                    <a:pt x="10365" y="100"/>
                    <a:pt x="9389" y="321"/>
                    <a:pt x="8412" y="730"/>
                  </a:cubicBezTo>
                  <a:cubicBezTo>
                    <a:pt x="7498" y="1077"/>
                    <a:pt x="6616" y="1644"/>
                    <a:pt x="5797" y="2274"/>
                  </a:cubicBezTo>
                  <a:cubicBezTo>
                    <a:pt x="5324" y="2652"/>
                    <a:pt x="4852" y="3093"/>
                    <a:pt x="4474" y="3566"/>
                  </a:cubicBezTo>
                  <a:cubicBezTo>
                    <a:pt x="3245" y="3629"/>
                    <a:pt x="2048" y="4196"/>
                    <a:pt x="1166" y="5109"/>
                  </a:cubicBezTo>
                  <a:cubicBezTo>
                    <a:pt x="725" y="5519"/>
                    <a:pt x="378" y="6054"/>
                    <a:pt x="95" y="6590"/>
                  </a:cubicBezTo>
                  <a:cubicBezTo>
                    <a:pt x="0" y="6748"/>
                    <a:pt x="63" y="6937"/>
                    <a:pt x="158" y="7063"/>
                  </a:cubicBezTo>
                  <a:cubicBezTo>
                    <a:pt x="252" y="7157"/>
                    <a:pt x="378" y="7189"/>
                    <a:pt x="441" y="7189"/>
                  </a:cubicBezTo>
                  <a:cubicBezTo>
                    <a:pt x="536" y="7189"/>
                    <a:pt x="567" y="7189"/>
                    <a:pt x="630" y="7157"/>
                  </a:cubicBezTo>
                  <a:cubicBezTo>
                    <a:pt x="1198" y="6873"/>
                    <a:pt x="1842" y="6743"/>
                    <a:pt x="2471" y="6743"/>
                  </a:cubicBezTo>
                  <a:cubicBezTo>
                    <a:pt x="2540" y="6743"/>
                    <a:pt x="2609" y="6744"/>
                    <a:pt x="2678" y="6748"/>
                  </a:cubicBezTo>
                  <a:cubicBezTo>
                    <a:pt x="2647" y="6905"/>
                    <a:pt x="2615" y="7031"/>
                    <a:pt x="2584" y="7189"/>
                  </a:cubicBezTo>
                  <a:lnTo>
                    <a:pt x="1229" y="7976"/>
                  </a:lnTo>
                  <a:cubicBezTo>
                    <a:pt x="1008" y="8134"/>
                    <a:pt x="945" y="8449"/>
                    <a:pt x="1166" y="8606"/>
                  </a:cubicBezTo>
                  <a:lnTo>
                    <a:pt x="1733" y="9173"/>
                  </a:lnTo>
                  <a:cubicBezTo>
                    <a:pt x="1544" y="9425"/>
                    <a:pt x="1323" y="9772"/>
                    <a:pt x="1103" y="10119"/>
                  </a:cubicBezTo>
                  <a:cubicBezTo>
                    <a:pt x="945" y="10465"/>
                    <a:pt x="788" y="10717"/>
                    <a:pt x="725" y="10906"/>
                  </a:cubicBezTo>
                  <a:cubicBezTo>
                    <a:pt x="599" y="11316"/>
                    <a:pt x="630" y="11599"/>
                    <a:pt x="851" y="11788"/>
                  </a:cubicBezTo>
                  <a:cubicBezTo>
                    <a:pt x="981" y="11918"/>
                    <a:pt x="1144" y="11961"/>
                    <a:pt x="1320" y="11961"/>
                  </a:cubicBezTo>
                  <a:cubicBezTo>
                    <a:pt x="1443" y="11961"/>
                    <a:pt x="1572" y="11940"/>
                    <a:pt x="1701" y="11914"/>
                  </a:cubicBezTo>
                  <a:cubicBezTo>
                    <a:pt x="1953" y="11820"/>
                    <a:pt x="2174" y="11694"/>
                    <a:pt x="2489" y="11505"/>
                  </a:cubicBezTo>
                  <a:cubicBezTo>
                    <a:pt x="2836" y="11316"/>
                    <a:pt x="3151" y="11095"/>
                    <a:pt x="3434" y="10875"/>
                  </a:cubicBezTo>
                  <a:lnTo>
                    <a:pt x="4033" y="11473"/>
                  </a:lnTo>
                  <a:cubicBezTo>
                    <a:pt x="4116" y="11557"/>
                    <a:pt x="4225" y="11597"/>
                    <a:pt x="4330" y="11597"/>
                  </a:cubicBezTo>
                  <a:cubicBezTo>
                    <a:pt x="4464" y="11597"/>
                    <a:pt x="4593" y="11533"/>
                    <a:pt x="4663" y="11410"/>
                  </a:cubicBezTo>
                  <a:lnTo>
                    <a:pt x="5450" y="10056"/>
                  </a:lnTo>
                  <a:cubicBezTo>
                    <a:pt x="5608" y="10024"/>
                    <a:pt x="5734" y="9993"/>
                    <a:pt x="5892" y="9930"/>
                  </a:cubicBezTo>
                  <a:lnTo>
                    <a:pt x="5892" y="9930"/>
                  </a:lnTo>
                  <a:cubicBezTo>
                    <a:pt x="5923" y="10591"/>
                    <a:pt x="5797" y="11316"/>
                    <a:pt x="5482" y="11977"/>
                  </a:cubicBezTo>
                  <a:cubicBezTo>
                    <a:pt x="5419" y="12135"/>
                    <a:pt x="5450" y="12324"/>
                    <a:pt x="5576" y="12450"/>
                  </a:cubicBezTo>
                  <a:cubicBezTo>
                    <a:pt x="5639" y="12534"/>
                    <a:pt x="5759" y="12576"/>
                    <a:pt x="5878" y="12576"/>
                  </a:cubicBezTo>
                  <a:cubicBezTo>
                    <a:pt x="5937" y="12576"/>
                    <a:pt x="5997" y="12565"/>
                    <a:pt x="6049" y="12544"/>
                  </a:cubicBezTo>
                  <a:cubicBezTo>
                    <a:pt x="6585" y="12261"/>
                    <a:pt x="7089" y="11914"/>
                    <a:pt x="7530" y="11473"/>
                  </a:cubicBezTo>
                  <a:cubicBezTo>
                    <a:pt x="8443" y="10560"/>
                    <a:pt x="8979" y="9394"/>
                    <a:pt x="9074" y="8165"/>
                  </a:cubicBezTo>
                  <a:cubicBezTo>
                    <a:pt x="9546" y="7756"/>
                    <a:pt x="9987" y="7346"/>
                    <a:pt x="10365" y="6811"/>
                  </a:cubicBezTo>
                  <a:cubicBezTo>
                    <a:pt x="11027" y="5991"/>
                    <a:pt x="11562" y="5141"/>
                    <a:pt x="11940" y="4227"/>
                  </a:cubicBezTo>
                  <a:cubicBezTo>
                    <a:pt x="12350" y="3282"/>
                    <a:pt x="12571" y="2242"/>
                    <a:pt x="12665" y="1234"/>
                  </a:cubicBezTo>
                  <a:cubicBezTo>
                    <a:pt x="12760" y="1014"/>
                    <a:pt x="12665" y="636"/>
                    <a:pt x="12382" y="384"/>
                  </a:cubicBezTo>
                  <a:cubicBezTo>
                    <a:pt x="12126" y="128"/>
                    <a:pt x="11820" y="1"/>
                    <a:pt x="1150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4" name="Google Shape;10804;p136"/>
            <p:cNvSpPr/>
            <p:nvPr/>
          </p:nvSpPr>
          <p:spPr>
            <a:xfrm>
              <a:off x="-64636900" y="2010600"/>
              <a:ext cx="89800" cy="82525"/>
            </a:xfrm>
            <a:custGeom>
              <a:rect b="b" l="l" r="r" t="t"/>
              <a:pathLst>
                <a:path extrusionOk="0" h="3301" w="3592">
                  <a:moveTo>
                    <a:pt x="1828" y="827"/>
                  </a:moveTo>
                  <a:cubicBezTo>
                    <a:pt x="2048" y="827"/>
                    <a:pt x="2269" y="906"/>
                    <a:pt x="2426" y="1064"/>
                  </a:cubicBezTo>
                  <a:cubicBezTo>
                    <a:pt x="2741" y="1410"/>
                    <a:pt x="2741" y="1914"/>
                    <a:pt x="2426" y="2229"/>
                  </a:cubicBezTo>
                  <a:cubicBezTo>
                    <a:pt x="2269" y="2387"/>
                    <a:pt x="2048" y="2466"/>
                    <a:pt x="1828" y="2466"/>
                  </a:cubicBezTo>
                  <a:cubicBezTo>
                    <a:pt x="1607" y="2466"/>
                    <a:pt x="1387" y="2387"/>
                    <a:pt x="1229" y="2229"/>
                  </a:cubicBezTo>
                  <a:cubicBezTo>
                    <a:pt x="914" y="1914"/>
                    <a:pt x="914" y="1379"/>
                    <a:pt x="1229" y="1064"/>
                  </a:cubicBezTo>
                  <a:cubicBezTo>
                    <a:pt x="1387" y="906"/>
                    <a:pt x="1607" y="827"/>
                    <a:pt x="1828" y="827"/>
                  </a:cubicBezTo>
                  <a:close/>
                  <a:moveTo>
                    <a:pt x="1820" y="0"/>
                  </a:moveTo>
                  <a:cubicBezTo>
                    <a:pt x="1402" y="0"/>
                    <a:pt x="977" y="166"/>
                    <a:pt x="631" y="497"/>
                  </a:cubicBezTo>
                  <a:cubicBezTo>
                    <a:pt x="0" y="1127"/>
                    <a:pt x="0" y="2198"/>
                    <a:pt x="631" y="2828"/>
                  </a:cubicBezTo>
                  <a:cubicBezTo>
                    <a:pt x="946" y="3143"/>
                    <a:pt x="1371" y="3301"/>
                    <a:pt x="1796" y="3301"/>
                  </a:cubicBezTo>
                  <a:cubicBezTo>
                    <a:pt x="2222" y="3301"/>
                    <a:pt x="2647" y="3143"/>
                    <a:pt x="2962" y="2828"/>
                  </a:cubicBezTo>
                  <a:cubicBezTo>
                    <a:pt x="3592" y="2198"/>
                    <a:pt x="3592" y="1127"/>
                    <a:pt x="2962" y="497"/>
                  </a:cubicBezTo>
                  <a:cubicBezTo>
                    <a:pt x="2647" y="166"/>
                    <a:pt x="2237" y="0"/>
                    <a:pt x="182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05" name="Google Shape;10805;p136"/>
          <p:cNvGrpSpPr/>
          <p:nvPr/>
        </p:nvGrpSpPr>
        <p:grpSpPr>
          <a:xfrm>
            <a:off x="1299979" y="1792386"/>
            <a:ext cx="366269" cy="369913"/>
            <a:chOff x="-64764500" y="2280550"/>
            <a:chExt cx="316650" cy="319800"/>
          </a:xfrm>
        </p:grpSpPr>
        <p:sp>
          <p:nvSpPr>
            <p:cNvPr id="10806" name="Google Shape;10806;p136"/>
            <p:cNvSpPr/>
            <p:nvPr/>
          </p:nvSpPr>
          <p:spPr>
            <a:xfrm>
              <a:off x="-64764500" y="2280550"/>
              <a:ext cx="316650" cy="319800"/>
            </a:xfrm>
            <a:custGeom>
              <a:rect b="b" l="l" r="r" t="t"/>
              <a:pathLst>
                <a:path extrusionOk="0" h="12792" w="12666">
                  <a:moveTo>
                    <a:pt x="11405" y="820"/>
                  </a:moveTo>
                  <a:cubicBezTo>
                    <a:pt x="11657" y="820"/>
                    <a:pt x="11815" y="1009"/>
                    <a:pt x="11815" y="1261"/>
                  </a:cubicBezTo>
                  <a:cubicBezTo>
                    <a:pt x="11815" y="1481"/>
                    <a:pt x="11657" y="1670"/>
                    <a:pt x="11405" y="1670"/>
                  </a:cubicBezTo>
                  <a:lnTo>
                    <a:pt x="1229" y="1670"/>
                  </a:lnTo>
                  <a:cubicBezTo>
                    <a:pt x="977" y="1670"/>
                    <a:pt x="788" y="1481"/>
                    <a:pt x="788" y="1261"/>
                  </a:cubicBezTo>
                  <a:cubicBezTo>
                    <a:pt x="788" y="1009"/>
                    <a:pt x="977" y="820"/>
                    <a:pt x="1229" y="820"/>
                  </a:cubicBezTo>
                  <a:close/>
                  <a:moveTo>
                    <a:pt x="10996" y="2521"/>
                  </a:moveTo>
                  <a:lnTo>
                    <a:pt x="10996" y="8286"/>
                  </a:lnTo>
                  <a:lnTo>
                    <a:pt x="1607" y="8286"/>
                  </a:lnTo>
                  <a:lnTo>
                    <a:pt x="1607" y="2521"/>
                  </a:lnTo>
                  <a:close/>
                  <a:moveTo>
                    <a:pt x="6302" y="11027"/>
                  </a:moveTo>
                  <a:cubicBezTo>
                    <a:pt x="6554" y="11027"/>
                    <a:pt x="6743" y="11216"/>
                    <a:pt x="6743" y="11437"/>
                  </a:cubicBezTo>
                  <a:cubicBezTo>
                    <a:pt x="6743" y="11689"/>
                    <a:pt x="6522" y="11878"/>
                    <a:pt x="6302" y="11878"/>
                  </a:cubicBezTo>
                  <a:cubicBezTo>
                    <a:pt x="6050" y="11878"/>
                    <a:pt x="5892" y="11689"/>
                    <a:pt x="5892" y="11437"/>
                  </a:cubicBezTo>
                  <a:cubicBezTo>
                    <a:pt x="5892" y="11216"/>
                    <a:pt x="6113" y="11027"/>
                    <a:pt x="6302" y="11027"/>
                  </a:cubicBezTo>
                  <a:close/>
                  <a:moveTo>
                    <a:pt x="1229" y="1"/>
                  </a:moveTo>
                  <a:cubicBezTo>
                    <a:pt x="536" y="1"/>
                    <a:pt x="1" y="536"/>
                    <a:pt x="1" y="1261"/>
                  </a:cubicBezTo>
                  <a:cubicBezTo>
                    <a:pt x="1" y="1797"/>
                    <a:pt x="347" y="2238"/>
                    <a:pt x="820" y="2427"/>
                  </a:cubicBezTo>
                  <a:lnTo>
                    <a:pt x="820" y="8286"/>
                  </a:lnTo>
                  <a:lnTo>
                    <a:pt x="442" y="8286"/>
                  </a:lnTo>
                  <a:cubicBezTo>
                    <a:pt x="190" y="8286"/>
                    <a:pt x="32" y="8507"/>
                    <a:pt x="32" y="8728"/>
                  </a:cubicBezTo>
                  <a:cubicBezTo>
                    <a:pt x="32" y="8980"/>
                    <a:pt x="221" y="9169"/>
                    <a:pt x="442" y="9169"/>
                  </a:cubicBezTo>
                  <a:lnTo>
                    <a:pt x="5955" y="9169"/>
                  </a:lnTo>
                  <a:lnTo>
                    <a:pt x="5955" y="10334"/>
                  </a:lnTo>
                  <a:cubicBezTo>
                    <a:pt x="5483" y="10492"/>
                    <a:pt x="5104" y="10964"/>
                    <a:pt x="5104" y="11531"/>
                  </a:cubicBezTo>
                  <a:cubicBezTo>
                    <a:pt x="5104" y="12193"/>
                    <a:pt x="5672" y="12792"/>
                    <a:pt x="6333" y="12792"/>
                  </a:cubicBezTo>
                  <a:cubicBezTo>
                    <a:pt x="6995" y="12792"/>
                    <a:pt x="7593" y="12225"/>
                    <a:pt x="7593" y="11531"/>
                  </a:cubicBezTo>
                  <a:cubicBezTo>
                    <a:pt x="7593" y="10964"/>
                    <a:pt x="7247" y="10555"/>
                    <a:pt x="6774" y="10334"/>
                  </a:cubicBezTo>
                  <a:lnTo>
                    <a:pt x="6774" y="9169"/>
                  </a:lnTo>
                  <a:lnTo>
                    <a:pt x="12288" y="9169"/>
                  </a:lnTo>
                  <a:cubicBezTo>
                    <a:pt x="12508" y="9169"/>
                    <a:pt x="12666" y="8980"/>
                    <a:pt x="12666" y="8728"/>
                  </a:cubicBezTo>
                  <a:cubicBezTo>
                    <a:pt x="12666" y="8507"/>
                    <a:pt x="12477" y="8286"/>
                    <a:pt x="12288" y="8286"/>
                  </a:cubicBezTo>
                  <a:lnTo>
                    <a:pt x="11847" y="8286"/>
                  </a:lnTo>
                  <a:lnTo>
                    <a:pt x="11847" y="2427"/>
                  </a:lnTo>
                  <a:cubicBezTo>
                    <a:pt x="12319" y="2238"/>
                    <a:pt x="12634" y="1797"/>
                    <a:pt x="12634" y="1261"/>
                  </a:cubicBezTo>
                  <a:cubicBezTo>
                    <a:pt x="12634" y="568"/>
                    <a:pt x="12099" y="1"/>
                    <a:pt x="1140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7" name="Google Shape;10807;p136"/>
            <p:cNvSpPr/>
            <p:nvPr/>
          </p:nvSpPr>
          <p:spPr>
            <a:xfrm>
              <a:off x="-64679425" y="2364825"/>
              <a:ext cx="146500" cy="102450"/>
            </a:xfrm>
            <a:custGeom>
              <a:rect b="b" l="l" r="r" t="t"/>
              <a:pathLst>
                <a:path extrusionOk="0" h="4098" w="5860">
                  <a:moveTo>
                    <a:pt x="3749" y="1"/>
                  </a:moveTo>
                  <a:cubicBezTo>
                    <a:pt x="3529" y="1"/>
                    <a:pt x="3371" y="190"/>
                    <a:pt x="3371" y="442"/>
                  </a:cubicBezTo>
                  <a:cubicBezTo>
                    <a:pt x="3371" y="662"/>
                    <a:pt x="3560" y="820"/>
                    <a:pt x="3749" y="820"/>
                  </a:cubicBezTo>
                  <a:lnTo>
                    <a:pt x="4442" y="820"/>
                  </a:lnTo>
                  <a:lnTo>
                    <a:pt x="2930" y="2332"/>
                  </a:lnTo>
                  <a:lnTo>
                    <a:pt x="2395" y="1765"/>
                  </a:lnTo>
                  <a:cubicBezTo>
                    <a:pt x="2316" y="1686"/>
                    <a:pt x="2206" y="1647"/>
                    <a:pt x="2095" y="1647"/>
                  </a:cubicBezTo>
                  <a:cubicBezTo>
                    <a:pt x="1985" y="1647"/>
                    <a:pt x="1875" y="1686"/>
                    <a:pt x="1796" y="1765"/>
                  </a:cubicBezTo>
                  <a:lnTo>
                    <a:pt x="126" y="3435"/>
                  </a:lnTo>
                  <a:cubicBezTo>
                    <a:pt x="0" y="3592"/>
                    <a:pt x="0" y="3844"/>
                    <a:pt x="126" y="4033"/>
                  </a:cubicBezTo>
                  <a:cubicBezTo>
                    <a:pt x="195" y="4075"/>
                    <a:pt x="288" y="4098"/>
                    <a:pt x="384" y="4098"/>
                  </a:cubicBezTo>
                  <a:cubicBezTo>
                    <a:pt x="507" y="4098"/>
                    <a:pt x="636" y="4059"/>
                    <a:pt x="725" y="3970"/>
                  </a:cubicBezTo>
                  <a:lnTo>
                    <a:pt x="2111" y="2616"/>
                  </a:lnTo>
                  <a:lnTo>
                    <a:pt x="2647" y="3151"/>
                  </a:lnTo>
                  <a:cubicBezTo>
                    <a:pt x="2725" y="3230"/>
                    <a:pt x="2836" y="3269"/>
                    <a:pt x="2946" y="3269"/>
                  </a:cubicBezTo>
                  <a:cubicBezTo>
                    <a:pt x="3056" y="3269"/>
                    <a:pt x="3166" y="3230"/>
                    <a:pt x="3245" y="3151"/>
                  </a:cubicBezTo>
                  <a:lnTo>
                    <a:pt x="5009" y="1387"/>
                  </a:lnTo>
                  <a:lnTo>
                    <a:pt x="5009" y="2049"/>
                  </a:lnTo>
                  <a:cubicBezTo>
                    <a:pt x="5009" y="2269"/>
                    <a:pt x="5230" y="2490"/>
                    <a:pt x="5451" y="2490"/>
                  </a:cubicBezTo>
                  <a:cubicBezTo>
                    <a:pt x="5703" y="2490"/>
                    <a:pt x="5860" y="2269"/>
                    <a:pt x="5860" y="2049"/>
                  </a:cubicBezTo>
                  <a:lnTo>
                    <a:pt x="5860" y="410"/>
                  </a:lnTo>
                  <a:cubicBezTo>
                    <a:pt x="5860" y="158"/>
                    <a:pt x="5640" y="1"/>
                    <a:pt x="541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808" name="Google Shape;10808;p136"/>
          <p:cNvSpPr/>
          <p:nvPr/>
        </p:nvSpPr>
        <p:spPr>
          <a:xfrm>
            <a:off x="1316753" y="2259654"/>
            <a:ext cx="319799" cy="366269"/>
          </a:xfrm>
          <a:custGeom>
            <a:rect b="b" l="l" r="r" t="t"/>
            <a:pathLst>
              <a:path extrusionOk="0" h="12666" w="11059">
                <a:moveTo>
                  <a:pt x="4285" y="789"/>
                </a:moveTo>
                <a:cubicBezTo>
                  <a:pt x="4758" y="789"/>
                  <a:pt x="5136" y="1135"/>
                  <a:pt x="5136" y="1608"/>
                </a:cubicBezTo>
                <a:lnTo>
                  <a:pt x="5136" y="4128"/>
                </a:lnTo>
                <a:cubicBezTo>
                  <a:pt x="4190" y="4317"/>
                  <a:pt x="3466" y="5168"/>
                  <a:pt x="3466" y="6144"/>
                </a:cubicBezTo>
                <a:cubicBezTo>
                  <a:pt x="3466" y="6365"/>
                  <a:pt x="3655" y="6585"/>
                  <a:pt x="3907" y="6585"/>
                </a:cubicBezTo>
                <a:cubicBezTo>
                  <a:pt x="4127" y="6585"/>
                  <a:pt x="4285" y="6365"/>
                  <a:pt x="4285" y="6144"/>
                </a:cubicBezTo>
                <a:cubicBezTo>
                  <a:pt x="4285" y="5577"/>
                  <a:pt x="4663" y="5168"/>
                  <a:pt x="5136" y="4947"/>
                </a:cubicBezTo>
                <a:lnTo>
                  <a:pt x="5136" y="8192"/>
                </a:lnTo>
                <a:cubicBezTo>
                  <a:pt x="5136" y="8665"/>
                  <a:pt x="4758" y="9011"/>
                  <a:pt x="4285" y="9011"/>
                </a:cubicBezTo>
                <a:cubicBezTo>
                  <a:pt x="3938" y="9011"/>
                  <a:pt x="3592" y="8791"/>
                  <a:pt x="3497" y="8381"/>
                </a:cubicBezTo>
                <a:cubicBezTo>
                  <a:pt x="3434" y="8318"/>
                  <a:pt x="3277" y="8192"/>
                  <a:pt x="3119" y="8192"/>
                </a:cubicBezTo>
                <a:cubicBezTo>
                  <a:pt x="2962" y="8192"/>
                  <a:pt x="2899" y="8255"/>
                  <a:pt x="2647" y="8255"/>
                </a:cubicBezTo>
                <a:cubicBezTo>
                  <a:pt x="1544" y="8255"/>
                  <a:pt x="1544" y="6617"/>
                  <a:pt x="2647" y="6617"/>
                </a:cubicBezTo>
                <a:cubicBezTo>
                  <a:pt x="2867" y="6617"/>
                  <a:pt x="3025" y="6428"/>
                  <a:pt x="3025" y="6176"/>
                </a:cubicBezTo>
                <a:cubicBezTo>
                  <a:pt x="3025" y="5955"/>
                  <a:pt x="2836" y="5735"/>
                  <a:pt x="2647" y="5735"/>
                </a:cubicBezTo>
                <a:cubicBezTo>
                  <a:pt x="2080" y="5735"/>
                  <a:pt x="1607" y="6018"/>
                  <a:pt x="1292" y="6428"/>
                </a:cubicBezTo>
                <a:cubicBezTo>
                  <a:pt x="1103" y="6270"/>
                  <a:pt x="977" y="6018"/>
                  <a:pt x="977" y="5735"/>
                </a:cubicBezTo>
                <a:cubicBezTo>
                  <a:pt x="977" y="5483"/>
                  <a:pt x="1103" y="5325"/>
                  <a:pt x="1166" y="5199"/>
                </a:cubicBezTo>
                <a:cubicBezTo>
                  <a:pt x="1323" y="5042"/>
                  <a:pt x="1323" y="4790"/>
                  <a:pt x="1166" y="4632"/>
                </a:cubicBezTo>
                <a:cubicBezTo>
                  <a:pt x="662" y="4097"/>
                  <a:pt x="1103" y="3277"/>
                  <a:pt x="1828" y="3277"/>
                </a:cubicBezTo>
                <a:cubicBezTo>
                  <a:pt x="2048" y="3277"/>
                  <a:pt x="2237" y="3340"/>
                  <a:pt x="2395" y="3498"/>
                </a:cubicBezTo>
                <a:cubicBezTo>
                  <a:pt x="2473" y="3577"/>
                  <a:pt x="2584" y="3616"/>
                  <a:pt x="2694" y="3616"/>
                </a:cubicBezTo>
                <a:cubicBezTo>
                  <a:pt x="2804" y="3616"/>
                  <a:pt x="2914" y="3577"/>
                  <a:pt x="2993" y="3498"/>
                </a:cubicBezTo>
                <a:cubicBezTo>
                  <a:pt x="3151" y="3340"/>
                  <a:pt x="3151" y="3057"/>
                  <a:pt x="2993" y="2899"/>
                </a:cubicBezTo>
                <a:cubicBezTo>
                  <a:pt x="2678" y="2584"/>
                  <a:pt x="2269" y="2427"/>
                  <a:pt x="1828" y="2427"/>
                </a:cubicBezTo>
                <a:cubicBezTo>
                  <a:pt x="1828" y="1954"/>
                  <a:pt x="2174" y="1608"/>
                  <a:pt x="2647" y="1608"/>
                </a:cubicBezTo>
                <a:cubicBezTo>
                  <a:pt x="2773" y="1608"/>
                  <a:pt x="2836" y="1639"/>
                  <a:pt x="2962" y="1702"/>
                </a:cubicBezTo>
                <a:cubicBezTo>
                  <a:pt x="3000" y="1713"/>
                  <a:pt x="3040" y="1718"/>
                  <a:pt x="3079" y="1718"/>
                </a:cubicBezTo>
                <a:cubicBezTo>
                  <a:pt x="3264" y="1718"/>
                  <a:pt x="3445" y="1601"/>
                  <a:pt x="3497" y="1419"/>
                </a:cubicBezTo>
                <a:cubicBezTo>
                  <a:pt x="3592" y="1072"/>
                  <a:pt x="3938" y="789"/>
                  <a:pt x="4285" y="789"/>
                </a:cubicBezTo>
                <a:close/>
                <a:moveTo>
                  <a:pt x="6711" y="915"/>
                </a:moveTo>
                <a:cubicBezTo>
                  <a:pt x="7057" y="915"/>
                  <a:pt x="7404" y="1135"/>
                  <a:pt x="7498" y="1545"/>
                </a:cubicBezTo>
                <a:cubicBezTo>
                  <a:pt x="7547" y="1715"/>
                  <a:pt x="7708" y="1828"/>
                  <a:pt x="7880" y="1828"/>
                </a:cubicBezTo>
                <a:cubicBezTo>
                  <a:pt x="7931" y="1828"/>
                  <a:pt x="7983" y="1818"/>
                  <a:pt x="8034" y="1797"/>
                </a:cubicBezTo>
                <a:cubicBezTo>
                  <a:pt x="8160" y="1765"/>
                  <a:pt x="8223" y="1734"/>
                  <a:pt x="8349" y="1734"/>
                </a:cubicBezTo>
                <a:cubicBezTo>
                  <a:pt x="8822" y="1734"/>
                  <a:pt x="9168" y="2080"/>
                  <a:pt x="9168" y="2553"/>
                </a:cubicBezTo>
                <a:cubicBezTo>
                  <a:pt x="8759" y="2553"/>
                  <a:pt x="8318" y="2710"/>
                  <a:pt x="8003" y="3025"/>
                </a:cubicBezTo>
                <a:cubicBezTo>
                  <a:pt x="7845" y="3183"/>
                  <a:pt x="7845" y="3467"/>
                  <a:pt x="8003" y="3624"/>
                </a:cubicBezTo>
                <a:cubicBezTo>
                  <a:pt x="8081" y="3703"/>
                  <a:pt x="8192" y="3742"/>
                  <a:pt x="8302" y="3742"/>
                </a:cubicBezTo>
                <a:cubicBezTo>
                  <a:pt x="8412" y="3742"/>
                  <a:pt x="8522" y="3703"/>
                  <a:pt x="8601" y="3624"/>
                </a:cubicBezTo>
                <a:cubicBezTo>
                  <a:pt x="8759" y="3467"/>
                  <a:pt x="8948" y="3372"/>
                  <a:pt x="9168" y="3372"/>
                </a:cubicBezTo>
                <a:cubicBezTo>
                  <a:pt x="9893" y="3372"/>
                  <a:pt x="10271" y="4191"/>
                  <a:pt x="9798" y="4758"/>
                </a:cubicBezTo>
                <a:cubicBezTo>
                  <a:pt x="9735" y="4853"/>
                  <a:pt x="9735" y="5073"/>
                  <a:pt x="9830" y="5231"/>
                </a:cubicBezTo>
                <a:cubicBezTo>
                  <a:pt x="9956" y="5357"/>
                  <a:pt x="10050" y="5514"/>
                  <a:pt x="10050" y="5798"/>
                </a:cubicBezTo>
                <a:cubicBezTo>
                  <a:pt x="10050" y="6050"/>
                  <a:pt x="9924" y="6302"/>
                  <a:pt x="9735" y="6459"/>
                </a:cubicBezTo>
                <a:cubicBezTo>
                  <a:pt x="9420" y="6050"/>
                  <a:pt x="8948" y="5798"/>
                  <a:pt x="8381" y="5798"/>
                </a:cubicBezTo>
                <a:cubicBezTo>
                  <a:pt x="8160" y="5798"/>
                  <a:pt x="8003" y="5987"/>
                  <a:pt x="8003" y="6207"/>
                </a:cubicBezTo>
                <a:cubicBezTo>
                  <a:pt x="8003" y="6459"/>
                  <a:pt x="8192" y="6648"/>
                  <a:pt x="8381" y="6648"/>
                </a:cubicBezTo>
                <a:cubicBezTo>
                  <a:pt x="9483" y="6648"/>
                  <a:pt x="9483" y="8318"/>
                  <a:pt x="8381" y="8318"/>
                </a:cubicBezTo>
                <a:cubicBezTo>
                  <a:pt x="8255" y="8318"/>
                  <a:pt x="8192" y="8255"/>
                  <a:pt x="8066" y="8224"/>
                </a:cubicBezTo>
                <a:cubicBezTo>
                  <a:pt x="8021" y="8211"/>
                  <a:pt x="7976" y="8205"/>
                  <a:pt x="7931" y="8205"/>
                </a:cubicBezTo>
                <a:cubicBezTo>
                  <a:pt x="7752" y="8205"/>
                  <a:pt x="7580" y="8306"/>
                  <a:pt x="7530" y="8507"/>
                </a:cubicBezTo>
                <a:cubicBezTo>
                  <a:pt x="7435" y="8854"/>
                  <a:pt x="7089" y="9137"/>
                  <a:pt x="6742" y="9137"/>
                </a:cubicBezTo>
                <a:cubicBezTo>
                  <a:pt x="6270" y="9137"/>
                  <a:pt x="5892" y="8759"/>
                  <a:pt x="5892" y="8318"/>
                </a:cubicBezTo>
                <a:lnTo>
                  <a:pt x="5892" y="5073"/>
                </a:lnTo>
                <a:cubicBezTo>
                  <a:pt x="6364" y="5231"/>
                  <a:pt x="6742" y="5703"/>
                  <a:pt x="6742" y="6270"/>
                </a:cubicBezTo>
                <a:cubicBezTo>
                  <a:pt x="6742" y="6491"/>
                  <a:pt x="6931" y="6680"/>
                  <a:pt x="7120" y="6680"/>
                </a:cubicBezTo>
                <a:cubicBezTo>
                  <a:pt x="7341" y="6680"/>
                  <a:pt x="7530" y="6491"/>
                  <a:pt x="7530" y="6270"/>
                </a:cubicBezTo>
                <a:cubicBezTo>
                  <a:pt x="7530" y="5262"/>
                  <a:pt x="6805" y="4412"/>
                  <a:pt x="5860" y="4254"/>
                </a:cubicBezTo>
                <a:lnTo>
                  <a:pt x="5860" y="1734"/>
                </a:lnTo>
                <a:cubicBezTo>
                  <a:pt x="5860" y="1261"/>
                  <a:pt x="6207" y="915"/>
                  <a:pt x="6711" y="915"/>
                </a:cubicBezTo>
                <a:close/>
                <a:moveTo>
                  <a:pt x="5514" y="9358"/>
                </a:moveTo>
                <a:cubicBezTo>
                  <a:pt x="5829" y="9736"/>
                  <a:pt x="6270" y="9925"/>
                  <a:pt x="6774" y="9925"/>
                </a:cubicBezTo>
                <a:lnTo>
                  <a:pt x="6774" y="10209"/>
                </a:lnTo>
                <a:lnTo>
                  <a:pt x="4285" y="10209"/>
                </a:lnTo>
                <a:lnTo>
                  <a:pt x="4285" y="9925"/>
                </a:lnTo>
                <a:cubicBezTo>
                  <a:pt x="4789" y="9925"/>
                  <a:pt x="5230" y="9673"/>
                  <a:pt x="5514" y="9358"/>
                </a:cubicBezTo>
                <a:close/>
                <a:moveTo>
                  <a:pt x="6648" y="11028"/>
                </a:moveTo>
                <a:cubicBezTo>
                  <a:pt x="6522" y="11500"/>
                  <a:pt x="6049" y="11847"/>
                  <a:pt x="5514" y="11847"/>
                </a:cubicBezTo>
                <a:cubicBezTo>
                  <a:pt x="4978" y="11847"/>
                  <a:pt x="4537" y="11500"/>
                  <a:pt x="4316" y="11028"/>
                </a:cubicBezTo>
                <a:close/>
                <a:moveTo>
                  <a:pt x="4285" y="1"/>
                </a:moveTo>
                <a:cubicBezTo>
                  <a:pt x="3686" y="1"/>
                  <a:pt x="3151" y="316"/>
                  <a:pt x="2867" y="820"/>
                </a:cubicBezTo>
                <a:cubicBezTo>
                  <a:pt x="2796" y="811"/>
                  <a:pt x="2724" y="806"/>
                  <a:pt x="2654" y="806"/>
                </a:cubicBezTo>
                <a:cubicBezTo>
                  <a:pt x="1762" y="806"/>
                  <a:pt x="977" y="1526"/>
                  <a:pt x="977" y="2490"/>
                </a:cubicBezTo>
                <a:lnTo>
                  <a:pt x="977" y="2679"/>
                </a:lnTo>
                <a:cubicBezTo>
                  <a:pt x="851" y="2742"/>
                  <a:pt x="756" y="2836"/>
                  <a:pt x="630" y="2962"/>
                </a:cubicBezTo>
                <a:cubicBezTo>
                  <a:pt x="63" y="3498"/>
                  <a:pt x="0" y="4286"/>
                  <a:pt x="347" y="4947"/>
                </a:cubicBezTo>
                <a:cubicBezTo>
                  <a:pt x="189" y="5199"/>
                  <a:pt x="126" y="5514"/>
                  <a:pt x="126" y="5766"/>
                </a:cubicBezTo>
                <a:cubicBezTo>
                  <a:pt x="126" y="6365"/>
                  <a:pt x="441" y="6932"/>
                  <a:pt x="945" y="7184"/>
                </a:cubicBezTo>
                <a:cubicBezTo>
                  <a:pt x="819" y="8192"/>
                  <a:pt x="1576" y="9043"/>
                  <a:pt x="2584" y="9043"/>
                </a:cubicBezTo>
                <a:lnTo>
                  <a:pt x="2836" y="9043"/>
                </a:lnTo>
                <a:cubicBezTo>
                  <a:pt x="2993" y="9326"/>
                  <a:pt x="3182" y="9515"/>
                  <a:pt x="3434" y="9673"/>
                </a:cubicBezTo>
                <a:lnTo>
                  <a:pt x="3434" y="10587"/>
                </a:lnTo>
                <a:cubicBezTo>
                  <a:pt x="3434" y="11721"/>
                  <a:pt x="4379" y="12666"/>
                  <a:pt x="5514" y="12666"/>
                </a:cubicBezTo>
                <a:cubicBezTo>
                  <a:pt x="6648" y="12666"/>
                  <a:pt x="7593" y="11721"/>
                  <a:pt x="7593" y="10587"/>
                </a:cubicBezTo>
                <a:lnTo>
                  <a:pt x="7593" y="9673"/>
                </a:lnTo>
                <a:cubicBezTo>
                  <a:pt x="7845" y="9515"/>
                  <a:pt x="8066" y="9326"/>
                  <a:pt x="8192" y="9043"/>
                </a:cubicBezTo>
                <a:lnTo>
                  <a:pt x="8444" y="9043"/>
                </a:lnTo>
                <a:cubicBezTo>
                  <a:pt x="9420" y="9043"/>
                  <a:pt x="10208" y="8129"/>
                  <a:pt x="10082" y="7153"/>
                </a:cubicBezTo>
                <a:cubicBezTo>
                  <a:pt x="10586" y="6869"/>
                  <a:pt x="10901" y="6333"/>
                  <a:pt x="10901" y="5735"/>
                </a:cubicBezTo>
                <a:cubicBezTo>
                  <a:pt x="10901" y="5451"/>
                  <a:pt x="10838" y="5136"/>
                  <a:pt x="10680" y="4916"/>
                </a:cubicBezTo>
                <a:cubicBezTo>
                  <a:pt x="11059" y="4317"/>
                  <a:pt x="10933" y="3498"/>
                  <a:pt x="10428" y="2962"/>
                </a:cubicBezTo>
                <a:cubicBezTo>
                  <a:pt x="10302" y="2836"/>
                  <a:pt x="10208" y="2742"/>
                  <a:pt x="10082" y="2679"/>
                </a:cubicBezTo>
                <a:lnTo>
                  <a:pt x="10082" y="2490"/>
                </a:lnTo>
                <a:cubicBezTo>
                  <a:pt x="10082" y="1576"/>
                  <a:pt x="9326" y="820"/>
                  <a:pt x="8444" y="820"/>
                </a:cubicBezTo>
                <a:lnTo>
                  <a:pt x="8192" y="820"/>
                </a:lnTo>
                <a:cubicBezTo>
                  <a:pt x="7908" y="316"/>
                  <a:pt x="7372" y="1"/>
                  <a:pt x="6774" y="1"/>
                </a:cubicBezTo>
                <a:cubicBezTo>
                  <a:pt x="6270" y="1"/>
                  <a:pt x="5829" y="222"/>
                  <a:pt x="5514" y="537"/>
                </a:cubicBezTo>
                <a:cubicBezTo>
                  <a:pt x="5199" y="190"/>
                  <a:pt x="4758" y="1"/>
                  <a:pt x="428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809" name="Google Shape;10809;p136"/>
          <p:cNvGrpSpPr/>
          <p:nvPr/>
        </p:nvGrpSpPr>
        <p:grpSpPr>
          <a:xfrm>
            <a:off x="3512023" y="1352163"/>
            <a:ext cx="365344" cy="289753"/>
            <a:chOff x="-62882850" y="1999375"/>
            <a:chExt cx="315850" cy="250500"/>
          </a:xfrm>
        </p:grpSpPr>
        <p:sp>
          <p:nvSpPr>
            <p:cNvPr id="10810" name="Google Shape;10810;p136"/>
            <p:cNvSpPr/>
            <p:nvPr/>
          </p:nvSpPr>
          <p:spPr>
            <a:xfrm>
              <a:off x="-62882850" y="1999375"/>
              <a:ext cx="315850" cy="250500"/>
            </a:xfrm>
            <a:custGeom>
              <a:rect b="b" l="l" r="r" t="t"/>
              <a:pathLst>
                <a:path extrusionOk="0" h="10020" w="12634">
                  <a:moveTo>
                    <a:pt x="10586" y="851"/>
                  </a:moveTo>
                  <a:cubicBezTo>
                    <a:pt x="10838" y="851"/>
                    <a:pt x="11027" y="1040"/>
                    <a:pt x="11027" y="1261"/>
                  </a:cubicBezTo>
                  <a:lnTo>
                    <a:pt x="11027" y="7499"/>
                  </a:lnTo>
                  <a:lnTo>
                    <a:pt x="1638" y="7499"/>
                  </a:lnTo>
                  <a:lnTo>
                    <a:pt x="1638" y="1261"/>
                  </a:lnTo>
                  <a:lnTo>
                    <a:pt x="1607" y="1261"/>
                  </a:lnTo>
                  <a:cubicBezTo>
                    <a:pt x="1607" y="1040"/>
                    <a:pt x="1796" y="851"/>
                    <a:pt x="2048" y="851"/>
                  </a:cubicBezTo>
                  <a:close/>
                  <a:moveTo>
                    <a:pt x="11814" y="8318"/>
                  </a:moveTo>
                  <a:lnTo>
                    <a:pt x="11814" y="8727"/>
                  </a:lnTo>
                  <a:cubicBezTo>
                    <a:pt x="11814" y="8948"/>
                    <a:pt x="11594" y="9137"/>
                    <a:pt x="11405" y="9137"/>
                  </a:cubicBezTo>
                  <a:lnTo>
                    <a:pt x="1197" y="9137"/>
                  </a:lnTo>
                  <a:cubicBezTo>
                    <a:pt x="977" y="9137"/>
                    <a:pt x="788" y="8948"/>
                    <a:pt x="788" y="8727"/>
                  </a:cubicBezTo>
                  <a:lnTo>
                    <a:pt x="788" y="8318"/>
                  </a:lnTo>
                  <a:close/>
                  <a:moveTo>
                    <a:pt x="2048" y="1"/>
                  </a:moveTo>
                  <a:cubicBezTo>
                    <a:pt x="1355" y="1"/>
                    <a:pt x="788" y="568"/>
                    <a:pt x="788" y="1261"/>
                  </a:cubicBezTo>
                  <a:lnTo>
                    <a:pt x="788" y="7499"/>
                  </a:lnTo>
                  <a:lnTo>
                    <a:pt x="378" y="7499"/>
                  </a:lnTo>
                  <a:cubicBezTo>
                    <a:pt x="158" y="7499"/>
                    <a:pt x="0" y="7688"/>
                    <a:pt x="0" y="7940"/>
                  </a:cubicBezTo>
                  <a:lnTo>
                    <a:pt x="0" y="8759"/>
                  </a:lnTo>
                  <a:cubicBezTo>
                    <a:pt x="0" y="9420"/>
                    <a:pt x="536" y="10019"/>
                    <a:pt x="1197" y="10019"/>
                  </a:cubicBezTo>
                  <a:lnTo>
                    <a:pt x="11405" y="10019"/>
                  </a:lnTo>
                  <a:cubicBezTo>
                    <a:pt x="12066" y="10019"/>
                    <a:pt x="12634" y="9452"/>
                    <a:pt x="12634" y="8759"/>
                  </a:cubicBezTo>
                  <a:lnTo>
                    <a:pt x="12634" y="7940"/>
                  </a:lnTo>
                  <a:cubicBezTo>
                    <a:pt x="12634" y="7656"/>
                    <a:pt x="12444" y="7499"/>
                    <a:pt x="12224" y="7499"/>
                  </a:cubicBezTo>
                  <a:lnTo>
                    <a:pt x="11814" y="7499"/>
                  </a:lnTo>
                  <a:lnTo>
                    <a:pt x="11814" y="1261"/>
                  </a:lnTo>
                  <a:cubicBezTo>
                    <a:pt x="11814" y="599"/>
                    <a:pt x="11247" y="1"/>
                    <a:pt x="105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1" name="Google Shape;10811;p136"/>
            <p:cNvSpPr/>
            <p:nvPr/>
          </p:nvSpPr>
          <p:spPr>
            <a:xfrm>
              <a:off x="-62806475" y="2062375"/>
              <a:ext cx="146525" cy="103800"/>
            </a:xfrm>
            <a:custGeom>
              <a:rect b="b" l="l" r="r" t="t"/>
              <a:pathLst>
                <a:path extrusionOk="0" h="4152" w="5861">
                  <a:moveTo>
                    <a:pt x="3782" y="1"/>
                  </a:moveTo>
                  <a:cubicBezTo>
                    <a:pt x="3561" y="1"/>
                    <a:pt x="3341" y="221"/>
                    <a:pt x="3341" y="410"/>
                  </a:cubicBezTo>
                  <a:cubicBezTo>
                    <a:pt x="3341" y="631"/>
                    <a:pt x="3561" y="852"/>
                    <a:pt x="3782" y="852"/>
                  </a:cubicBezTo>
                  <a:lnTo>
                    <a:pt x="4443" y="852"/>
                  </a:lnTo>
                  <a:lnTo>
                    <a:pt x="2962" y="2332"/>
                  </a:lnTo>
                  <a:lnTo>
                    <a:pt x="2395" y="1765"/>
                  </a:lnTo>
                  <a:cubicBezTo>
                    <a:pt x="2332" y="1686"/>
                    <a:pt x="2230" y="1647"/>
                    <a:pt x="2124" y="1647"/>
                  </a:cubicBezTo>
                  <a:cubicBezTo>
                    <a:pt x="2017" y="1647"/>
                    <a:pt x="1907" y="1686"/>
                    <a:pt x="1828" y="1765"/>
                  </a:cubicBezTo>
                  <a:lnTo>
                    <a:pt x="159" y="3435"/>
                  </a:lnTo>
                  <a:cubicBezTo>
                    <a:pt x="1" y="3592"/>
                    <a:pt x="1" y="3876"/>
                    <a:pt x="159" y="4034"/>
                  </a:cubicBezTo>
                  <a:cubicBezTo>
                    <a:pt x="237" y="4112"/>
                    <a:pt x="348" y="4152"/>
                    <a:pt x="458" y="4152"/>
                  </a:cubicBezTo>
                  <a:cubicBezTo>
                    <a:pt x="568" y="4152"/>
                    <a:pt x="678" y="4112"/>
                    <a:pt x="757" y="4034"/>
                  </a:cubicBezTo>
                  <a:lnTo>
                    <a:pt x="2143" y="2647"/>
                  </a:lnTo>
                  <a:lnTo>
                    <a:pt x="2679" y="3183"/>
                  </a:lnTo>
                  <a:cubicBezTo>
                    <a:pt x="2758" y="3262"/>
                    <a:pt x="2868" y="3301"/>
                    <a:pt x="2978" y="3301"/>
                  </a:cubicBezTo>
                  <a:cubicBezTo>
                    <a:pt x="3088" y="3301"/>
                    <a:pt x="3199" y="3262"/>
                    <a:pt x="3278" y="3183"/>
                  </a:cubicBezTo>
                  <a:lnTo>
                    <a:pt x="5042" y="1419"/>
                  </a:lnTo>
                  <a:lnTo>
                    <a:pt x="5042" y="2080"/>
                  </a:lnTo>
                  <a:cubicBezTo>
                    <a:pt x="5042" y="2332"/>
                    <a:pt x="5231" y="2521"/>
                    <a:pt x="5451" y="2521"/>
                  </a:cubicBezTo>
                  <a:cubicBezTo>
                    <a:pt x="5640" y="2521"/>
                    <a:pt x="5861" y="2332"/>
                    <a:pt x="5861" y="2080"/>
                  </a:cubicBezTo>
                  <a:lnTo>
                    <a:pt x="5861" y="442"/>
                  </a:lnTo>
                  <a:cubicBezTo>
                    <a:pt x="5861" y="158"/>
                    <a:pt x="5672" y="1"/>
                    <a:pt x="545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12" name="Google Shape;10812;p136"/>
          <p:cNvGrpSpPr/>
          <p:nvPr/>
        </p:nvGrpSpPr>
        <p:grpSpPr>
          <a:xfrm>
            <a:off x="3503362" y="1793745"/>
            <a:ext cx="382665" cy="367194"/>
            <a:chOff x="-62890750" y="2296300"/>
            <a:chExt cx="330825" cy="317450"/>
          </a:xfrm>
        </p:grpSpPr>
        <p:sp>
          <p:nvSpPr>
            <p:cNvPr id="10813" name="Google Shape;10813;p136"/>
            <p:cNvSpPr/>
            <p:nvPr/>
          </p:nvSpPr>
          <p:spPr>
            <a:xfrm>
              <a:off x="-62890750" y="2296300"/>
              <a:ext cx="313500" cy="195375"/>
            </a:xfrm>
            <a:custGeom>
              <a:rect b="b" l="l" r="r" t="t"/>
              <a:pathLst>
                <a:path extrusionOk="0" h="7815" w="12540">
                  <a:moveTo>
                    <a:pt x="11437" y="2080"/>
                  </a:moveTo>
                  <a:lnTo>
                    <a:pt x="11658" y="2931"/>
                  </a:lnTo>
                  <a:lnTo>
                    <a:pt x="10776" y="2742"/>
                  </a:lnTo>
                  <a:lnTo>
                    <a:pt x="11437" y="2080"/>
                  </a:lnTo>
                  <a:close/>
                  <a:moveTo>
                    <a:pt x="6617" y="1"/>
                  </a:moveTo>
                  <a:cubicBezTo>
                    <a:pt x="4916" y="1"/>
                    <a:pt x="3340" y="662"/>
                    <a:pt x="2112" y="1828"/>
                  </a:cubicBezTo>
                  <a:cubicBezTo>
                    <a:pt x="663" y="3277"/>
                    <a:pt x="1" y="5420"/>
                    <a:pt x="379" y="7467"/>
                  </a:cubicBezTo>
                  <a:cubicBezTo>
                    <a:pt x="442" y="7656"/>
                    <a:pt x="568" y="7814"/>
                    <a:pt x="789" y="7814"/>
                  </a:cubicBezTo>
                  <a:lnTo>
                    <a:pt x="852" y="7814"/>
                  </a:lnTo>
                  <a:cubicBezTo>
                    <a:pt x="1104" y="7783"/>
                    <a:pt x="1198" y="7562"/>
                    <a:pt x="1167" y="7341"/>
                  </a:cubicBezTo>
                  <a:cubicBezTo>
                    <a:pt x="852" y="5577"/>
                    <a:pt x="1419" y="3718"/>
                    <a:pt x="2710" y="2458"/>
                  </a:cubicBezTo>
                  <a:cubicBezTo>
                    <a:pt x="3719" y="1450"/>
                    <a:pt x="5136" y="851"/>
                    <a:pt x="6617" y="851"/>
                  </a:cubicBezTo>
                  <a:cubicBezTo>
                    <a:pt x="7940" y="851"/>
                    <a:pt x="9200" y="1324"/>
                    <a:pt x="10177" y="2206"/>
                  </a:cubicBezTo>
                  <a:lnTo>
                    <a:pt x="9610" y="2773"/>
                  </a:lnTo>
                  <a:cubicBezTo>
                    <a:pt x="9484" y="2899"/>
                    <a:pt x="9452" y="3057"/>
                    <a:pt x="9484" y="3183"/>
                  </a:cubicBezTo>
                  <a:cubicBezTo>
                    <a:pt x="9515" y="3340"/>
                    <a:pt x="9641" y="3403"/>
                    <a:pt x="9799" y="3466"/>
                  </a:cubicBezTo>
                  <a:lnTo>
                    <a:pt x="12036" y="3939"/>
                  </a:lnTo>
                  <a:lnTo>
                    <a:pt x="12130" y="3939"/>
                  </a:lnTo>
                  <a:cubicBezTo>
                    <a:pt x="12225" y="3939"/>
                    <a:pt x="12319" y="3876"/>
                    <a:pt x="12382" y="3813"/>
                  </a:cubicBezTo>
                  <a:cubicBezTo>
                    <a:pt x="12508" y="3687"/>
                    <a:pt x="12540" y="3561"/>
                    <a:pt x="12508" y="3403"/>
                  </a:cubicBezTo>
                  <a:lnTo>
                    <a:pt x="12036" y="1167"/>
                  </a:lnTo>
                  <a:cubicBezTo>
                    <a:pt x="12004" y="1009"/>
                    <a:pt x="11878" y="883"/>
                    <a:pt x="11752" y="851"/>
                  </a:cubicBezTo>
                  <a:cubicBezTo>
                    <a:pt x="11715" y="844"/>
                    <a:pt x="11678" y="840"/>
                    <a:pt x="11642" y="840"/>
                  </a:cubicBezTo>
                  <a:cubicBezTo>
                    <a:pt x="11526" y="840"/>
                    <a:pt x="11422" y="881"/>
                    <a:pt x="11374" y="977"/>
                  </a:cubicBezTo>
                  <a:lnTo>
                    <a:pt x="10776" y="1576"/>
                  </a:lnTo>
                  <a:cubicBezTo>
                    <a:pt x="9641" y="536"/>
                    <a:pt x="8129" y="1"/>
                    <a:pt x="661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4" name="Google Shape;10814;p136"/>
            <p:cNvSpPr/>
            <p:nvPr/>
          </p:nvSpPr>
          <p:spPr>
            <a:xfrm>
              <a:off x="-62874975" y="2417475"/>
              <a:ext cx="315050" cy="196275"/>
            </a:xfrm>
            <a:custGeom>
              <a:rect b="b" l="l" r="r" t="t"/>
              <a:pathLst>
                <a:path extrusionOk="0" h="7851" w="12602">
                  <a:moveTo>
                    <a:pt x="977" y="4857"/>
                  </a:moveTo>
                  <a:lnTo>
                    <a:pt x="1827" y="5078"/>
                  </a:lnTo>
                  <a:lnTo>
                    <a:pt x="1166" y="5739"/>
                  </a:lnTo>
                  <a:lnTo>
                    <a:pt x="977" y="4857"/>
                  </a:lnTo>
                  <a:close/>
                  <a:moveTo>
                    <a:pt x="11779" y="1"/>
                  </a:moveTo>
                  <a:cubicBezTo>
                    <a:pt x="11759" y="1"/>
                    <a:pt x="11739" y="2"/>
                    <a:pt x="11720" y="6"/>
                  </a:cubicBezTo>
                  <a:cubicBezTo>
                    <a:pt x="11499" y="69"/>
                    <a:pt x="11373" y="289"/>
                    <a:pt x="11405" y="478"/>
                  </a:cubicBezTo>
                  <a:cubicBezTo>
                    <a:pt x="11720" y="2274"/>
                    <a:pt x="11184" y="4101"/>
                    <a:pt x="9861" y="5361"/>
                  </a:cubicBezTo>
                  <a:cubicBezTo>
                    <a:pt x="8853" y="6401"/>
                    <a:pt x="7435" y="7000"/>
                    <a:pt x="5986" y="7000"/>
                  </a:cubicBezTo>
                  <a:cubicBezTo>
                    <a:pt x="4631" y="7000"/>
                    <a:pt x="3371" y="6527"/>
                    <a:pt x="2394" y="5645"/>
                  </a:cubicBezTo>
                  <a:lnTo>
                    <a:pt x="2993" y="5046"/>
                  </a:lnTo>
                  <a:cubicBezTo>
                    <a:pt x="3088" y="4952"/>
                    <a:pt x="3151" y="4794"/>
                    <a:pt x="3088" y="4668"/>
                  </a:cubicBezTo>
                  <a:cubicBezTo>
                    <a:pt x="3056" y="4511"/>
                    <a:pt x="2962" y="4416"/>
                    <a:pt x="2772" y="4385"/>
                  </a:cubicBezTo>
                  <a:lnTo>
                    <a:pt x="536" y="3912"/>
                  </a:lnTo>
                  <a:cubicBezTo>
                    <a:pt x="506" y="3905"/>
                    <a:pt x="476" y="3901"/>
                    <a:pt x="446" y="3901"/>
                  </a:cubicBezTo>
                  <a:cubicBezTo>
                    <a:pt x="350" y="3901"/>
                    <a:pt x="254" y="3942"/>
                    <a:pt x="158" y="4038"/>
                  </a:cubicBezTo>
                  <a:cubicBezTo>
                    <a:pt x="32" y="4164"/>
                    <a:pt x="0" y="4290"/>
                    <a:pt x="32" y="4448"/>
                  </a:cubicBezTo>
                  <a:lnTo>
                    <a:pt x="504" y="6685"/>
                  </a:lnTo>
                  <a:cubicBezTo>
                    <a:pt x="536" y="6842"/>
                    <a:pt x="662" y="6937"/>
                    <a:pt x="788" y="7000"/>
                  </a:cubicBezTo>
                  <a:lnTo>
                    <a:pt x="882" y="7000"/>
                  </a:lnTo>
                  <a:cubicBezTo>
                    <a:pt x="1008" y="7000"/>
                    <a:pt x="1103" y="6968"/>
                    <a:pt x="1166" y="6874"/>
                  </a:cubicBezTo>
                  <a:lnTo>
                    <a:pt x="1764" y="6275"/>
                  </a:lnTo>
                  <a:cubicBezTo>
                    <a:pt x="2899" y="7315"/>
                    <a:pt x="4411" y="7850"/>
                    <a:pt x="5923" y="7850"/>
                  </a:cubicBezTo>
                  <a:cubicBezTo>
                    <a:pt x="7624" y="7850"/>
                    <a:pt x="9200" y="7189"/>
                    <a:pt x="10428" y="6023"/>
                  </a:cubicBezTo>
                  <a:cubicBezTo>
                    <a:pt x="11909" y="4511"/>
                    <a:pt x="12602" y="2400"/>
                    <a:pt x="12192" y="321"/>
                  </a:cubicBezTo>
                  <a:cubicBezTo>
                    <a:pt x="12164" y="123"/>
                    <a:pt x="11958" y="1"/>
                    <a:pt x="117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5" name="Google Shape;10815;p136"/>
            <p:cNvSpPr/>
            <p:nvPr/>
          </p:nvSpPr>
          <p:spPr>
            <a:xfrm>
              <a:off x="-62822225" y="2357750"/>
              <a:ext cx="193000" cy="192975"/>
            </a:xfrm>
            <a:custGeom>
              <a:rect b="b" l="l" r="r" t="t"/>
              <a:pathLst>
                <a:path extrusionOk="0" h="7719" w="7720">
                  <a:moveTo>
                    <a:pt x="2238" y="1323"/>
                  </a:moveTo>
                  <a:lnTo>
                    <a:pt x="2238" y="1323"/>
                  </a:lnTo>
                  <a:cubicBezTo>
                    <a:pt x="2143" y="1544"/>
                    <a:pt x="2049" y="1827"/>
                    <a:pt x="1986" y="2111"/>
                  </a:cubicBezTo>
                  <a:lnTo>
                    <a:pt x="1419" y="2111"/>
                  </a:lnTo>
                  <a:cubicBezTo>
                    <a:pt x="1671" y="1796"/>
                    <a:pt x="1923" y="1512"/>
                    <a:pt x="2238" y="1323"/>
                  </a:cubicBezTo>
                  <a:close/>
                  <a:moveTo>
                    <a:pt x="3466" y="1040"/>
                  </a:moveTo>
                  <a:lnTo>
                    <a:pt x="3466" y="2111"/>
                  </a:lnTo>
                  <a:lnTo>
                    <a:pt x="2836" y="2111"/>
                  </a:lnTo>
                  <a:cubicBezTo>
                    <a:pt x="2994" y="1575"/>
                    <a:pt x="3246" y="1229"/>
                    <a:pt x="3466" y="1040"/>
                  </a:cubicBezTo>
                  <a:close/>
                  <a:moveTo>
                    <a:pt x="4254" y="1040"/>
                  </a:moveTo>
                  <a:cubicBezTo>
                    <a:pt x="4538" y="1229"/>
                    <a:pt x="4727" y="1575"/>
                    <a:pt x="4884" y="2111"/>
                  </a:cubicBezTo>
                  <a:lnTo>
                    <a:pt x="4254" y="2111"/>
                  </a:lnTo>
                  <a:lnTo>
                    <a:pt x="4254" y="1040"/>
                  </a:lnTo>
                  <a:close/>
                  <a:moveTo>
                    <a:pt x="5483" y="1323"/>
                  </a:moveTo>
                  <a:lnTo>
                    <a:pt x="5483" y="1323"/>
                  </a:lnTo>
                  <a:cubicBezTo>
                    <a:pt x="5798" y="1512"/>
                    <a:pt x="6081" y="1796"/>
                    <a:pt x="6302" y="2111"/>
                  </a:cubicBezTo>
                  <a:lnTo>
                    <a:pt x="5766" y="2111"/>
                  </a:lnTo>
                  <a:cubicBezTo>
                    <a:pt x="5672" y="1827"/>
                    <a:pt x="5609" y="1544"/>
                    <a:pt x="5483" y="1323"/>
                  </a:cubicBezTo>
                  <a:close/>
                  <a:moveTo>
                    <a:pt x="1765" y="2930"/>
                  </a:moveTo>
                  <a:cubicBezTo>
                    <a:pt x="1734" y="3245"/>
                    <a:pt x="1702" y="3560"/>
                    <a:pt x="1702" y="3875"/>
                  </a:cubicBezTo>
                  <a:cubicBezTo>
                    <a:pt x="1702" y="4190"/>
                    <a:pt x="1734" y="4537"/>
                    <a:pt x="1765" y="4820"/>
                  </a:cubicBezTo>
                  <a:lnTo>
                    <a:pt x="978" y="4820"/>
                  </a:lnTo>
                  <a:cubicBezTo>
                    <a:pt x="883" y="4537"/>
                    <a:pt x="820" y="4222"/>
                    <a:pt x="820" y="3875"/>
                  </a:cubicBezTo>
                  <a:cubicBezTo>
                    <a:pt x="820" y="3497"/>
                    <a:pt x="883" y="3214"/>
                    <a:pt x="978" y="2930"/>
                  </a:cubicBezTo>
                  <a:close/>
                  <a:moveTo>
                    <a:pt x="5136" y="2930"/>
                  </a:moveTo>
                  <a:cubicBezTo>
                    <a:pt x="5168" y="3245"/>
                    <a:pt x="5199" y="3560"/>
                    <a:pt x="5199" y="3875"/>
                  </a:cubicBezTo>
                  <a:cubicBezTo>
                    <a:pt x="5199" y="4222"/>
                    <a:pt x="5168" y="4537"/>
                    <a:pt x="5136" y="4820"/>
                  </a:cubicBezTo>
                  <a:lnTo>
                    <a:pt x="4286" y="4820"/>
                  </a:lnTo>
                  <a:lnTo>
                    <a:pt x="4286" y="2930"/>
                  </a:lnTo>
                  <a:close/>
                  <a:moveTo>
                    <a:pt x="6743" y="2930"/>
                  </a:moveTo>
                  <a:cubicBezTo>
                    <a:pt x="6869" y="3245"/>
                    <a:pt x="6900" y="3560"/>
                    <a:pt x="6900" y="3875"/>
                  </a:cubicBezTo>
                  <a:cubicBezTo>
                    <a:pt x="6900" y="4222"/>
                    <a:pt x="6869" y="4537"/>
                    <a:pt x="6743" y="4820"/>
                  </a:cubicBezTo>
                  <a:lnTo>
                    <a:pt x="5955" y="4820"/>
                  </a:lnTo>
                  <a:cubicBezTo>
                    <a:pt x="5987" y="4505"/>
                    <a:pt x="6018" y="4190"/>
                    <a:pt x="6018" y="3875"/>
                  </a:cubicBezTo>
                  <a:cubicBezTo>
                    <a:pt x="6018" y="3560"/>
                    <a:pt x="5987" y="3214"/>
                    <a:pt x="5955" y="2930"/>
                  </a:cubicBezTo>
                  <a:close/>
                  <a:moveTo>
                    <a:pt x="3466" y="2930"/>
                  </a:moveTo>
                  <a:lnTo>
                    <a:pt x="3466" y="4852"/>
                  </a:lnTo>
                  <a:lnTo>
                    <a:pt x="2647" y="4852"/>
                  </a:lnTo>
                  <a:cubicBezTo>
                    <a:pt x="2553" y="4537"/>
                    <a:pt x="2553" y="4222"/>
                    <a:pt x="2553" y="3875"/>
                  </a:cubicBezTo>
                  <a:cubicBezTo>
                    <a:pt x="2553" y="3497"/>
                    <a:pt x="2616" y="3214"/>
                    <a:pt x="2647" y="2930"/>
                  </a:cubicBezTo>
                  <a:close/>
                  <a:moveTo>
                    <a:pt x="6302" y="5640"/>
                  </a:moveTo>
                  <a:cubicBezTo>
                    <a:pt x="6081" y="5955"/>
                    <a:pt x="5798" y="6238"/>
                    <a:pt x="5483" y="6427"/>
                  </a:cubicBezTo>
                  <a:cubicBezTo>
                    <a:pt x="5609" y="6207"/>
                    <a:pt x="5672" y="5923"/>
                    <a:pt x="5766" y="5640"/>
                  </a:cubicBezTo>
                  <a:close/>
                  <a:moveTo>
                    <a:pt x="1986" y="5671"/>
                  </a:moveTo>
                  <a:cubicBezTo>
                    <a:pt x="2049" y="5955"/>
                    <a:pt x="2143" y="6238"/>
                    <a:pt x="2238" y="6459"/>
                  </a:cubicBezTo>
                  <a:cubicBezTo>
                    <a:pt x="1923" y="6238"/>
                    <a:pt x="1671" y="5955"/>
                    <a:pt x="1419" y="5671"/>
                  </a:cubicBezTo>
                  <a:close/>
                  <a:moveTo>
                    <a:pt x="4916" y="5640"/>
                  </a:moveTo>
                  <a:cubicBezTo>
                    <a:pt x="4727" y="6144"/>
                    <a:pt x="4538" y="6522"/>
                    <a:pt x="4286" y="6711"/>
                  </a:cubicBezTo>
                  <a:lnTo>
                    <a:pt x="4286" y="5640"/>
                  </a:lnTo>
                  <a:close/>
                  <a:moveTo>
                    <a:pt x="3466" y="5671"/>
                  </a:moveTo>
                  <a:lnTo>
                    <a:pt x="3466" y="6742"/>
                  </a:lnTo>
                  <a:cubicBezTo>
                    <a:pt x="3246" y="6553"/>
                    <a:pt x="2994" y="6144"/>
                    <a:pt x="2836" y="5671"/>
                  </a:cubicBezTo>
                  <a:close/>
                  <a:moveTo>
                    <a:pt x="3876" y="0"/>
                  </a:moveTo>
                  <a:cubicBezTo>
                    <a:pt x="2301" y="0"/>
                    <a:pt x="915" y="945"/>
                    <a:pt x="316" y="2332"/>
                  </a:cubicBezTo>
                  <a:cubicBezTo>
                    <a:pt x="127" y="2804"/>
                    <a:pt x="1" y="3308"/>
                    <a:pt x="1" y="3875"/>
                  </a:cubicBezTo>
                  <a:cubicBezTo>
                    <a:pt x="1" y="4411"/>
                    <a:pt x="127" y="4946"/>
                    <a:pt x="316" y="5419"/>
                  </a:cubicBezTo>
                  <a:cubicBezTo>
                    <a:pt x="915" y="6774"/>
                    <a:pt x="2301" y="7719"/>
                    <a:pt x="3876" y="7719"/>
                  </a:cubicBezTo>
                  <a:cubicBezTo>
                    <a:pt x="5451" y="7719"/>
                    <a:pt x="6806" y="6774"/>
                    <a:pt x="7405" y="5419"/>
                  </a:cubicBezTo>
                  <a:cubicBezTo>
                    <a:pt x="7594" y="4946"/>
                    <a:pt x="7720" y="4411"/>
                    <a:pt x="7720" y="3875"/>
                  </a:cubicBezTo>
                  <a:cubicBezTo>
                    <a:pt x="7720" y="3308"/>
                    <a:pt x="7594" y="2804"/>
                    <a:pt x="7405" y="2332"/>
                  </a:cubicBezTo>
                  <a:cubicBezTo>
                    <a:pt x="6806" y="945"/>
                    <a:pt x="5451" y="0"/>
                    <a:pt x="387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16" name="Google Shape;10816;p136"/>
          <p:cNvGrpSpPr/>
          <p:nvPr/>
        </p:nvGrpSpPr>
        <p:grpSpPr>
          <a:xfrm>
            <a:off x="3512023" y="2259206"/>
            <a:ext cx="365344" cy="367165"/>
            <a:chOff x="-62882850" y="2664925"/>
            <a:chExt cx="315850" cy="317425"/>
          </a:xfrm>
        </p:grpSpPr>
        <p:sp>
          <p:nvSpPr>
            <p:cNvPr id="10817" name="Google Shape;10817;p136"/>
            <p:cNvSpPr/>
            <p:nvPr/>
          </p:nvSpPr>
          <p:spPr>
            <a:xfrm>
              <a:off x="-62882850" y="2664925"/>
              <a:ext cx="315850" cy="317425"/>
            </a:xfrm>
            <a:custGeom>
              <a:rect b="b" l="l" r="r" t="t"/>
              <a:pathLst>
                <a:path extrusionOk="0" h="12697" w="12634">
                  <a:moveTo>
                    <a:pt x="11405" y="851"/>
                  </a:moveTo>
                  <a:cubicBezTo>
                    <a:pt x="11657" y="851"/>
                    <a:pt x="11814" y="1040"/>
                    <a:pt x="11814" y="1260"/>
                  </a:cubicBezTo>
                  <a:lnTo>
                    <a:pt x="11814" y="7719"/>
                  </a:lnTo>
                  <a:lnTo>
                    <a:pt x="788" y="7719"/>
                  </a:lnTo>
                  <a:lnTo>
                    <a:pt x="788" y="1260"/>
                  </a:lnTo>
                  <a:cubicBezTo>
                    <a:pt x="788" y="1040"/>
                    <a:pt x="977" y="851"/>
                    <a:pt x="1197" y="851"/>
                  </a:cubicBezTo>
                  <a:close/>
                  <a:moveTo>
                    <a:pt x="11814" y="8506"/>
                  </a:moveTo>
                  <a:lnTo>
                    <a:pt x="11814" y="8947"/>
                  </a:lnTo>
                  <a:cubicBezTo>
                    <a:pt x="11814" y="9199"/>
                    <a:pt x="11594" y="9389"/>
                    <a:pt x="11405" y="9389"/>
                  </a:cubicBezTo>
                  <a:lnTo>
                    <a:pt x="1197" y="9389"/>
                  </a:lnTo>
                  <a:cubicBezTo>
                    <a:pt x="977" y="9389"/>
                    <a:pt x="788" y="9199"/>
                    <a:pt x="788" y="8947"/>
                  </a:cubicBezTo>
                  <a:lnTo>
                    <a:pt x="788" y="8506"/>
                  </a:lnTo>
                  <a:close/>
                  <a:moveTo>
                    <a:pt x="7782" y="10208"/>
                  </a:moveTo>
                  <a:lnTo>
                    <a:pt x="8349" y="11877"/>
                  </a:lnTo>
                  <a:lnTo>
                    <a:pt x="4253" y="11877"/>
                  </a:lnTo>
                  <a:lnTo>
                    <a:pt x="4789" y="10208"/>
                  </a:lnTo>
                  <a:close/>
                  <a:moveTo>
                    <a:pt x="1197" y="0"/>
                  </a:moveTo>
                  <a:cubicBezTo>
                    <a:pt x="536" y="0"/>
                    <a:pt x="0" y="567"/>
                    <a:pt x="0" y="1229"/>
                  </a:cubicBezTo>
                  <a:lnTo>
                    <a:pt x="0" y="8947"/>
                  </a:lnTo>
                  <a:cubicBezTo>
                    <a:pt x="0" y="9609"/>
                    <a:pt x="536" y="10176"/>
                    <a:pt x="1197" y="10176"/>
                  </a:cubicBezTo>
                  <a:lnTo>
                    <a:pt x="3938" y="10176"/>
                  </a:lnTo>
                  <a:lnTo>
                    <a:pt x="3371" y="11814"/>
                  </a:lnTo>
                  <a:lnTo>
                    <a:pt x="2867" y="11814"/>
                  </a:lnTo>
                  <a:cubicBezTo>
                    <a:pt x="2615" y="11814"/>
                    <a:pt x="2457" y="12003"/>
                    <a:pt x="2457" y="12255"/>
                  </a:cubicBezTo>
                  <a:cubicBezTo>
                    <a:pt x="2457" y="12476"/>
                    <a:pt x="2678" y="12697"/>
                    <a:pt x="2867" y="12697"/>
                  </a:cubicBezTo>
                  <a:lnTo>
                    <a:pt x="9767" y="12697"/>
                  </a:lnTo>
                  <a:cubicBezTo>
                    <a:pt x="9987" y="12697"/>
                    <a:pt x="10176" y="12476"/>
                    <a:pt x="10176" y="12255"/>
                  </a:cubicBezTo>
                  <a:cubicBezTo>
                    <a:pt x="10176" y="12003"/>
                    <a:pt x="9987" y="11814"/>
                    <a:pt x="9767" y="11814"/>
                  </a:cubicBezTo>
                  <a:lnTo>
                    <a:pt x="9231" y="11814"/>
                  </a:lnTo>
                  <a:lnTo>
                    <a:pt x="8695" y="10176"/>
                  </a:lnTo>
                  <a:lnTo>
                    <a:pt x="11405" y="10176"/>
                  </a:lnTo>
                  <a:cubicBezTo>
                    <a:pt x="12066" y="10176"/>
                    <a:pt x="12634" y="9609"/>
                    <a:pt x="12634" y="8947"/>
                  </a:cubicBezTo>
                  <a:lnTo>
                    <a:pt x="12634" y="1229"/>
                  </a:lnTo>
                  <a:cubicBezTo>
                    <a:pt x="12634" y="567"/>
                    <a:pt x="12066" y="0"/>
                    <a:pt x="1140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8" name="Google Shape;10818;p136"/>
            <p:cNvSpPr/>
            <p:nvPr/>
          </p:nvSpPr>
          <p:spPr>
            <a:xfrm>
              <a:off x="-62756050" y="2702725"/>
              <a:ext cx="62225" cy="146525"/>
            </a:xfrm>
            <a:custGeom>
              <a:rect b="b" l="l" r="r" t="t"/>
              <a:pathLst>
                <a:path extrusionOk="0" h="5861" w="2489">
                  <a:moveTo>
                    <a:pt x="1229" y="0"/>
                  </a:moveTo>
                  <a:cubicBezTo>
                    <a:pt x="977" y="0"/>
                    <a:pt x="819" y="189"/>
                    <a:pt x="819" y="441"/>
                  </a:cubicBezTo>
                  <a:lnTo>
                    <a:pt x="819" y="693"/>
                  </a:lnTo>
                  <a:cubicBezTo>
                    <a:pt x="347" y="851"/>
                    <a:pt x="0" y="1324"/>
                    <a:pt x="0" y="1891"/>
                  </a:cubicBezTo>
                  <a:cubicBezTo>
                    <a:pt x="0" y="2552"/>
                    <a:pt x="536" y="2962"/>
                    <a:pt x="977" y="3277"/>
                  </a:cubicBezTo>
                  <a:cubicBezTo>
                    <a:pt x="1292" y="3497"/>
                    <a:pt x="1639" y="3749"/>
                    <a:pt x="1639" y="3970"/>
                  </a:cubicBezTo>
                  <a:cubicBezTo>
                    <a:pt x="1639" y="4222"/>
                    <a:pt x="1450" y="4411"/>
                    <a:pt x="1229" y="4411"/>
                  </a:cubicBezTo>
                  <a:cubicBezTo>
                    <a:pt x="977" y="4411"/>
                    <a:pt x="819" y="4222"/>
                    <a:pt x="819" y="3970"/>
                  </a:cubicBezTo>
                  <a:cubicBezTo>
                    <a:pt x="819" y="3749"/>
                    <a:pt x="630" y="3529"/>
                    <a:pt x="441" y="3529"/>
                  </a:cubicBezTo>
                  <a:cubicBezTo>
                    <a:pt x="189" y="3529"/>
                    <a:pt x="0" y="3749"/>
                    <a:pt x="0" y="3970"/>
                  </a:cubicBezTo>
                  <a:cubicBezTo>
                    <a:pt x="0" y="4537"/>
                    <a:pt x="347" y="4947"/>
                    <a:pt x="819" y="5167"/>
                  </a:cubicBezTo>
                  <a:lnTo>
                    <a:pt x="819" y="5419"/>
                  </a:lnTo>
                  <a:cubicBezTo>
                    <a:pt x="819" y="5671"/>
                    <a:pt x="1008" y="5860"/>
                    <a:pt x="1229" y="5860"/>
                  </a:cubicBezTo>
                  <a:cubicBezTo>
                    <a:pt x="1450" y="5860"/>
                    <a:pt x="1639" y="5671"/>
                    <a:pt x="1639" y="5419"/>
                  </a:cubicBezTo>
                  <a:lnTo>
                    <a:pt x="1639" y="5167"/>
                  </a:lnTo>
                  <a:cubicBezTo>
                    <a:pt x="2111" y="5010"/>
                    <a:pt x="2489" y="4537"/>
                    <a:pt x="2489" y="3970"/>
                  </a:cubicBezTo>
                  <a:cubicBezTo>
                    <a:pt x="2489" y="3308"/>
                    <a:pt x="1922" y="2899"/>
                    <a:pt x="1481" y="2584"/>
                  </a:cubicBezTo>
                  <a:cubicBezTo>
                    <a:pt x="1166" y="2363"/>
                    <a:pt x="819" y="2111"/>
                    <a:pt x="819" y="1891"/>
                  </a:cubicBezTo>
                  <a:cubicBezTo>
                    <a:pt x="819" y="1639"/>
                    <a:pt x="977" y="1450"/>
                    <a:pt x="1229" y="1450"/>
                  </a:cubicBezTo>
                  <a:cubicBezTo>
                    <a:pt x="1450" y="1450"/>
                    <a:pt x="1639" y="1639"/>
                    <a:pt x="1639" y="1891"/>
                  </a:cubicBezTo>
                  <a:cubicBezTo>
                    <a:pt x="1639" y="2111"/>
                    <a:pt x="1859" y="2332"/>
                    <a:pt x="2048" y="2332"/>
                  </a:cubicBezTo>
                  <a:cubicBezTo>
                    <a:pt x="2237" y="2332"/>
                    <a:pt x="2489" y="2111"/>
                    <a:pt x="2489" y="1891"/>
                  </a:cubicBezTo>
                  <a:cubicBezTo>
                    <a:pt x="2489" y="1324"/>
                    <a:pt x="2143" y="914"/>
                    <a:pt x="1639" y="693"/>
                  </a:cubicBezTo>
                  <a:lnTo>
                    <a:pt x="1639" y="441"/>
                  </a:lnTo>
                  <a:cubicBezTo>
                    <a:pt x="1639" y="189"/>
                    <a:pt x="1450" y="0"/>
                    <a:pt x="12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819" name="Google Shape;10819;p136"/>
          <p:cNvSpPr/>
          <p:nvPr/>
        </p:nvSpPr>
        <p:spPr>
          <a:xfrm>
            <a:off x="2175712" y="2733502"/>
            <a:ext cx="369016" cy="364563"/>
          </a:xfrm>
          <a:custGeom>
            <a:rect b="b" l="l" r="r" t="t"/>
            <a:pathLst>
              <a:path extrusionOk="0" h="12607" w="12761">
                <a:moveTo>
                  <a:pt x="1860" y="2084"/>
                </a:moveTo>
                <a:lnTo>
                  <a:pt x="7373" y="2997"/>
                </a:lnTo>
                <a:lnTo>
                  <a:pt x="5861" y="4509"/>
                </a:lnTo>
                <a:lnTo>
                  <a:pt x="1261" y="2682"/>
                </a:lnTo>
                <a:lnTo>
                  <a:pt x="1860" y="2084"/>
                </a:lnTo>
                <a:close/>
                <a:moveTo>
                  <a:pt x="11229" y="836"/>
                </a:moveTo>
                <a:cubicBezTo>
                  <a:pt x="11412" y="836"/>
                  <a:pt x="11578" y="881"/>
                  <a:pt x="11689" y="981"/>
                </a:cubicBezTo>
                <a:cubicBezTo>
                  <a:pt x="11847" y="1107"/>
                  <a:pt x="11878" y="1359"/>
                  <a:pt x="11847" y="1611"/>
                </a:cubicBezTo>
                <a:cubicBezTo>
                  <a:pt x="11815" y="1894"/>
                  <a:pt x="11658" y="2210"/>
                  <a:pt x="11500" y="2367"/>
                </a:cubicBezTo>
                <a:lnTo>
                  <a:pt x="7405" y="6463"/>
                </a:lnTo>
                <a:lnTo>
                  <a:pt x="5168" y="8700"/>
                </a:lnTo>
                <a:cubicBezTo>
                  <a:pt x="5073" y="8794"/>
                  <a:pt x="5010" y="8952"/>
                  <a:pt x="5042" y="9078"/>
                </a:cubicBezTo>
                <a:lnTo>
                  <a:pt x="5262" y="10306"/>
                </a:lnTo>
                <a:lnTo>
                  <a:pt x="4223" y="11377"/>
                </a:lnTo>
                <a:lnTo>
                  <a:pt x="3782" y="9204"/>
                </a:lnTo>
                <a:cubicBezTo>
                  <a:pt x="3750" y="9046"/>
                  <a:pt x="3624" y="8952"/>
                  <a:pt x="3466" y="8889"/>
                </a:cubicBezTo>
                <a:lnTo>
                  <a:pt x="1293" y="8479"/>
                </a:lnTo>
                <a:lnTo>
                  <a:pt x="2364" y="7408"/>
                </a:lnTo>
                <a:lnTo>
                  <a:pt x="3624" y="7628"/>
                </a:lnTo>
                <a:cubicBezTo>
                  <a:pt x="3659" y="7646"/>
                  <a:pt x="3697" y="7654"/>
                  <a:pt x="3734" y="7654"/>
                </a:cubicBezTo>
                <a:cubicBezTo>
                  <a:pt x="3831" y="7654"/>
                  <a:pt x="3925" y="7602"/>
                  <a:pt x="3971" y="7534"/>
                </a:cubicBezTo>
                <a:lnTo>
                  <a:pt x="6207" y="5266"/>
                </a:lnTo>
                <a:lnTo>
                  <a:pt x="10272" y="1233"/>
                </a:lnTo>
                <a:cubicBezTo>
                  <a:pt x="10496" y="988"/>
                  <a:pt x="10892" y="836"/>
                  <a:pt x="11229" y="836"/>
                </a:cubicBezTo>
                <a:close/>
                <a:moveTo>
                  <a:pt x="9641" y="5360"/>
                </a:moveTo>
                <a:lnTo>
                  <a:pt x="10587" y="10873"/>
                </a:lnTo>
                <a:lnTo>
                  <a:pt x="9988" y="11472"/>
                </a:lnTo>
                <a:lnTo>
                  <a:pt x="8161" y="6872"/>
                </a:lnTo>
                <a:lnTo>
                  <a:pt x="9641" y="5360"/>
                </a:lnTo>
                <a:close/>
                <a:moveTo>
                  <a:pt x="11241" y="1"/>
                </a:moveTo>
                <a:cubicBezTo>
                  <a:pt x="10688" y="1"/>
                  <a:pt x="10104" y="248"/>
                  <a:pt x="9736" y="634"/>
                </a:cubicBezTo>
                <a:lnTo>
                  <a:pt x="8066" y="2304"/>
                </a:lnTo>
                <a:lnTo>
                  <a:pt x="1765" y="1233"/>
                </a:lnTo>
                <a:cubicBezTo>
                  <a:pt x="1742" y="1227"/>
                  <a:pt x="1718" y="1225"/>
                  <a:pt x="1693" y="1225"/>
                </a:cubicBezTo>
                <a:cubicBezTo>
                  <a:pt x="1585" y="1225"/>
                  <a:pt x="1470" y="1276"/>
                  <a:pt x="1419" y="1327"/>
                </a:cubicBezTo>
                <a:lnTo>
                  <a:pt x="221" y="2525"/>
                </a:lnTo>
                <a:cubicBezTo>
                  <a:pt x="158" y="2588"/>
                  <a:pt x="64" y="2745"/>
                  <a:pt x="127" y="2903"/>
                </a:cubicBezTo>
                <a:cubicBezTo>
                  <a:pt x="158" y="3029"/>
                  <a:pt x="221" y="3155"/>
                  <a:pt x="348" y="3218"/>
                </a:cubicBezTo>
                <a:lnTo>
                  <a:pt x="5199" y="5171"/>
                </a:lnTo>
                <a:lnTo>
                  <a:pt x="3561" y="6809"/>
                </a:lnTo>
                <a:lnTo>
                  <a:pt x="2301" y="6589"/>
                </a:lnTo>
                <a:cubicBezTo>
                  <a:pt x="2267" y="6572"/>
                  <a:pt x="2231" y="6564"/>
                  <a:pt x="2195" y="6564"/>
                </a:cubicBezTo>
                <a:cubicBezTo>
                  <a:pt x="2095" y="6564"/>
                  <a:pt x="1992" y="6622"/>
                  <a:pt x="1923" y="6715"/>
                </a:cubicBezTo>
                <a:lnTo>
                  <a:pt x="158" y="8479"/>
                </a:lnTo>
                <a:cubicBezTo>
                  <a:pt x="32" y="8605"/>
                  <a:pt x="1" y="8731"/>
                  <a:pt x="32" y="8857"/>
                </a:cubicBezTo>
                <a:cubicBezTo>
                  <a:pt x="95" y="9015"/>
                  <a:pt x="190" y="9109"/>
                  <a:pt x="348" y="9141"/>
                </a:cubicBezTo>
                <a:lnTo>
                  <a:pt x="2994" y="9645"/>
                </a:lnTo>
                <a:lnTo>
                  <a:pt x="3498" y="12291"/>
                </a:lnTo>
                <a:cubicBezTo>
                  <a:pt x="3561" y="12449"/>
                  <a:pt x="3656" y="12575"/>
                  <a:pt x="3782" y="12606"/>
                </a:cubicBezTo>
                <a:lnTo>
                  <a:pt x="3908" y="12606"/>
                </a:lnTo>
                <a:cubicBezTo>
                  <a:pt x="4034" y="12606"/>
                  <a:pt x="4097" y="12575"/>
                  <a:pt x="4191" y="12480"/>
                </a:cubicBezTo>
                <a:lnTo>
                  <a:pt x="5955" y="10716"/>
                </a:lnTo>
                <a:cubicBezTo>
                  <a:pt x="6018" y="10653"/>
                  <a:pt x="6113" y="10464"/>
                  <a:pt x="6081" y="10369"/>
                </a:cubicBezTo>
                <a:lnTo>
                  <a:pt x="5829" y="9109"/>
                </a:lnTo>
                <a:lnTo>
                  <a:pt x="7499" y="7439"/>
                </a:lnTo>
                <a:lnTo>
                  <a:pt x="9421" y="12291"/>
                </a:lnTo>
                <a:cubicBezTo>
                  <a:pt x="9452" y="12417"/>
                  <a:pt x="9578" y="12543"/>
                  <a:pt x="9736" y="12543"/>
                </a:cubicBezTo>
                <a:lnTo>
                  <a:pt x="9799" y="12543"/>
                </a:lnTo>
                <a:cubicBezTo>
                  <a:pt x="9925" y="12543"/>
                  <a:pt x="9988" y="12480"/>
                  <a:pt x="10083" y="12417"/>
                </a:cubicBezTo>
                <a:lnTo>
                  <a:pt x="11248" y="11220"/>
                </a:lnTo>
                <a:cubicBezTo>
                  <a:pt x="11343" y="11157"/>
                  <a:pt x="11374" y="10999"/>
                  <a:pt x="11374" y="10873"/>
                </a:cubicBezTo>
                <a:lnTo>
                  <a:pt x="10303" y="4572"/>
                </a:lnTo>
                <a:lnTo>
                  <a:pt x="11973" y="2903"/>
                </a:lnTo>
                <a:cubicBezTo>
                  <a:pt x="12288" y="2588"/>
                  <a:pt x="12477" y="2178"/>
                  <a:pt x="12571" y="1705"/>
                </a:cubicBezTo>
                <a:cubicBezTo>
                  <a:pt x="12760" y="1201"/>
                  <a:pt x="12603" y="729"/>
                  <a:pt x="12288" y="414"/>
                </a:cubicBezTo>
                <a:cubicBezTo>
                  <a:pt x="12013" y="126"/>
                  <a:pt x="11635" y="1"/>
                  <a:pt x="1124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820" name="Google Shape;10820;p136"/>
          <p:cNvGrpSpPr/>
          <p:nvPr/>
        </p:nvGrpSpPr>
        <p:grpSpPr>
          <a:xfrm>
            <a:off x="2183172" y="3171846"/>
            <a:ext cx="366269" cy="359907"/>
            <a:chOff x="-60988625" y="2310475"/>
            <a:chExt cx="316650" cy="311150"/>
          </a:xfrm>
        </p:grpSpPr>
        <p:sp>
          <p:nvSpPr>
            <p:cNvPr id="10821" name="Google Shape;10821;p136"/>
            <p:cNvSpPr/>
            <p:nvPr/>
          </p:nvSpPr>
          <p:spPr>
            <a:xfrm>
              <a:off x="-60988625" y="2310475"/>
              <a:ext cx="311125" cy="311150"/>
            </a:xfrm>
            <a:custGeom>
              <a:rect b="b" l="l" r="r" t="t"/>
              <a:pathLst>
                <a:path extrusionOk="0" h="12446" w="12445">
                  <a:moveTo>
                    <a:pt x="7877" y="883"/>
                  </a:moveTo>
                  <a:cubicBezTo>
                    <a:pt x="8097" y="883"/>
                    <a:pt x="8318" y="1072"/>
                    <a:pt x="8318" y="1324"/>
                  </a:cubicBezTo>
                  <a:lnTo>
                    <a:pt x="8318" y="10398"/>
                  </a:lnTo>
                  <a:cubicBezTo>
                    <a:pt x="8318" y="10870"/>
                    <a:pt x="8444" y="11311"/>
                    <a:pt x="8727" y="11626"/>
                  </a:cubicBezTo>
                  <a:lnTo>
                    <a:pt x="2111" y="11626"/>
                  </a:lnTo>
                  <a:cubicBezTo>
                    <a:pt x="1450" y="11626"/>
                    <a:pt x="851" y="11091"/>
                    <a:pt x="851" y="10398"/>
                  </a:cubicBezTo>
                  <a:lnTo>
                    <a:pt x="851" y="1324"/>
                  </a:lnTo>
                  <a:lnTo>
                    <a:pt x="820" y="1324"/>
                  </a:lnTo>
                  <a:cubicBezTo>
                    <a:pt x="820" y="1072"/>
                    <a:pt x="1009" y="883"/>
                    <a:pt x="1261" y="883"/>
                  </a:cubicBezTo>
                  <a:close/>
                  <a:moveTo>
                    <a:pt x="11500" y="10807"/>
                  </a:moveTo>
                  <a:cubicBezTo>
                    <a:pt x="11342" y="11280"/>
                    <a:pt x="10870" y="11626"/>
                    <a:pt x="10303" y="11626"/>
                  </a:cubicBezTo>
                  <a:cubicBezTo>
                    <a:pt x="9767" y="11626"/>
                    <a:pt x="9326" y="11280"/>
                    <a:pt x="9137" y="10807"/>
                  </a:cubicBezTo>
                  <a:close/>
                  <a:moveTo>
                    <a:pt x="1261" y="1"/>
                  </a:moveTo>
                  <a:cubicBezTo>
                    <a:pt x="568" y="1"/>
                    <a:pt x="32" y="568"/>
                    <a:pt x="32" y="1230"/>
                  </a:cubicBezTo>
                  <a:lnTo>
                    <a:pt x="32" y="10334"/>
                  </a:lnTo>
                  <a:cubicBezTo>
                    <a:pt x="0" y="11563"/>
                    <a:pt x="946" y="12445"/>
                    <a:pt x="2080" y="12445"/>
                  </a:cubicBezTo>
                  <a:lnTo>
                    <a:pt x="10334" y="12445"/>
                  </a:lnTo>
                  <a:cubicBezTo>
                    <a:pt x="11500" y="12445"/>
                    <a:pt x="12445" y="11500"/>
                    <a:pt x="12445" y="10366"/>
                  </a:cubicBezTo>
                  <a:cubicBezTo>
                    <a:pt x="12445" y="10145"/>
                    <a:pt x="12224" y="9925"/>
                    <a:pt x="12004" y="9925"/>
                  </a:cubicBezTo>
                  <a:lnTo>
                    <a:pt x="9074" y="9925"/>
                  </a:lnTo>
                  <a:lnTo>
                    <a:pt x="9074" y="1230"/>
                  </a:lnTo>
                  <a:cubicBezTo>
                    <a:pt x="9074" y="568"/>
                    <a:pt x="8538" y="1"/>
                    <a:pt x="787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2" name="Google Shape;10822;p136"/>
            <p:cNvSpPr/>
            <p:nvPr/>
          </p:nvSpPr>
          <p:spPr>
            <a:xfrm>
              <a:off x="-60947675" y="2353025"/>
              <a:ext cx="145725" cy="20500"/>
            </a:xfrm>
            <a:custGeom>
              <a:rect b="b" l="l" r="r" t="t"/>
              <a:pathLst>
                <a:path extrusionOk="0" h="820" w="5829">
                  <a:moveTo>
                    <a:pt x="442" y="0"/>
                  </a:moveTo>
                  <a:cubicBezTo>
                    <a:pt x="190" y="0"/>
                    <a:pt x="1" y="189"/>
                    <a:pt x="1" y="441"/>
                  </a:cubicBezTo>
                  <a:cubicBezTo>
                    <a:pt x="1" y="630"/>
                    <a:pt x="190" y="819"/>
                    <a:pt x="442" y="819"/>
                  </a:cubicBezTo>
                  <a:lnTo>
                    <a:pt x="5388" y="819"/>
                  </a:lnTo>
                  <a:cubicBezTo>
                    <a:pt x="5640" y="819"/>
                    <a:pt x="5829" y="630"/>
                    <a:pt x="5829" y="441"/>
                  </a:cubicBezTo>
                  <a:cubicBezTo>
                    <a:pt x="5829" y="189"/>
                    <a:pt x="5640" y="0"/>
                    <a:pt x="538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3" name="Google Shape;10823;p136"/>
            <p:cNvSpPr/>
            <p:nvPr/>
          </p:nvSpPr>
          <p:spPr>
            <a:xfrm>
              <a:off x="-60947675" y="2415250"/>
              <a:ext cx="145725" cy="20500"/>
            </a:xfrm>
            <a:custGeom>
              <a:rect b="b" l="l" r="r" t="t"/>
              <a:pathLst>
                <a:path extrusionOk="0" h="820" w="5829">
                  <a:moveTo>
                    <a:pt x="442" y="0"/>
                  </a:moveTo>
                  <a:cubicBezTo>
                    <a:pt x="190" y="0"/>
                    <a:pt x="1" y="189"/>
                    <a:pt x="1" y="378"/>
                  </a:cubicBezTo>
                  <a:cubicBezTo>
                    <a:pt x="1" y="630"/>
                    <a:pt x="190" y="819"/>
                    <a:pt x="442" y="819"/>
                  </a:cubicBezTo>
                  <a:lnTo>
                    <a:pt x="5388" y="819"/>
                  </a:lnTo>
                  <a:cubicBezTo>
                    <a:pt x="5640" y="819"/>
                    <a:pt x="5829" y="630"/>
                    <a:pt x="5829" y="378"/>
                  </a:cubicBezTo>
                  <a:cubicBezTo>
                    <a:pt x="5829" y="158"/>
                    <a:pt x="5640" y="0"/>
                    <a:pt x="538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4" name="Google Shape;10824;p136"/>
            <p:cNvSpPr/>
            <p:nvPr/>
          </p:nvSpPr>
          <p:spPr>
            <a:xfrm>
              <a:off x="-60947675" y="2475875"/>
              <a:ext cx="145725" cy="22100"/>
            </a:xfrm>
            <a:custGeom>
              <a:rect b="b" l="l" r="r" t="t"/>
              <a:pathLst>
                <a:path extrusionOk="0" h="884" w="5829">
                  <a:moveTo>
                    <a:pt x="442" y="1"/>
                  </a:moveTo>
                  <a:cubicBezTo>
                    <a:pt x="190" y="1"/>
                    <a:pt x="1" y="221"/>
                    <a:pt x="1" y="442"/>
                  </a:cubicBezTo>
                  <a:cubicBezTo>
                    <a:pt x="1" y="694"/>
                    <a:pt x="190" y="883"/>
                    <a:pt x="442" y="883"/>
                  </a:cubicBezTo>
                  <a:lnTo>
                    <a:pt x="5388" y="883"/>
                  </a:lnTo>
                  <a:cubicBezTo>
                    <a:pt x="5640" y="883"/>
                    <a:pt x="5829" y="694"/>
                    <a:pt x="5829" y="442"/>
                  </a:cubicBezTo>
                  <a:cubicBezTo>
                    <a:pt x="5829" y="221"/>
                    <a:pt x="5640" y="1"/>
                    <a:pt x="538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5" name="Google Shape;10825;p136"/>
            <p:cNvSpPr/>
            <p:nvPr/>
          </p:nvSpPr>
          <p:spPr>
            <a:xfrm>
              <a:off x="-60947675" y="2538100"/>
              <a:ext cx="145725" cy="22075"/>
            </a:xfrm>
            <a:custGeom>
              <a:rect b="b" l="l" r="r" t="t"/>
              <a:pathLst>
                <a:path extrusionOk="0" h="883" w="5829">
                  <a:moveTo>
                    <a:pt x="442" y="1"/>
                  </a:moveTo>
                  <a:cubicBezTo>
                    <a:pt x="190" y="1"/>
                    <a:pt x="1" y="190"/>
                    <a:pt x="1" y="442"/>
                  </a:cubicBezTo>
                  <a:cubicBezTo>
                    <a:pt x="1" y="662"/>
                    <a:pt x="190" y="883"/>
                    <a:pt x="442" y="883"/>
                  </a:cubicBezTo>
                  <a:lnTo>
                    <a:pt x="5388" y="883"/>
                  </a:lnTo>
                  <a:cubicBezTo>
                    <a:pt x="5640" y="883"/>
                    <a:pt x="5829" y="662"/>
                    <a:pt x="5829" y="442"/>
                  </a:cubicBezTo>
                  <a:cubicBezTo>
                    <a:pt x="5829" y="190"/>
                    <a:pt x="5640" y="1"/>
                    <a:pt x="538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6" name="Google Shape;10826;p136"/>
            <p:cNvSpPr/>
            <p:nvPr/>
          </p:nvSpPr>
          <p:spPr>
            <a:xfrm>
              <a:off x="-60740525" y="2312050"/>
              <a:ext cx="68550" cy="233950"/>
            </a:xfrm>
            <a:custGeom>
              <a:rect b="b" l="l" r="r" t="t"/>
              <a:pathLst>
                <a:path extrusionOk="0" h="9358" w="2742">
                  <a:moveTo>
                    <a:pt x="1796" y="789"/>
                  </a:moveTo>
                  <a:cubicBezTo>
                    <a:pt x="1891" y="789"/>
                    <a:pt x="1922" y="852"/>
                    <a:pt x="1922" y="946"/>
                  </a:cubicBezTo>
                  <a:lnTo>
                    <a:pt x="1922" y="1639"/>
                  </a:lnTo>
                  <a:lnTo>
                    <a:pt x="820" y="1639"/>
                  </a:lnTo>
                  <a:lnTo>
                    <a:pt x="820" y="946"/>
                  </a:lnTo>
                  <a:cubicBezTo>
                    <a:pt x="820" y="852"/>
                    <a:pt x="883" y="789"/>
                    <a:pt x="977" y="789"/>
                  </a:cubicBezTo>
                  <a:close/>
                  <a:moveTo>
                    <a:pt x="1922" y="2458"/>
                  </a:moveTo>
                  <a:lnTo>
                    <a:pt x="1922" y="6617"/>
                  </a:lnTo>
                  <a:lnTo>
                    <a:pt x="820" y="6617"/>
                  </a:lnTo>
                  <a:lnTo>
                    <a:pt x="820" y="2458"/>
                  </a:lnTo>
                  <a:close/>
                  <a:moveTo>
                    <a:pt x="1639" y="7436"/>
                  </a:moveTo>
                  <a:lnTo>
                    <a:pt x="1355" y="8035"/>
                  </a:lnTo>
                  <a:lnTo>
                    <a:pt x="1040" y="7436"/>
                  </a:lnTo>
                  <a:close/>
                  <a:moveTo>
                    <a:pt x="977" y="1"/>
                  </a:moveTo>
                  <a:cubicBezTo>
                    <a:pt x="410" y="1"/>
                    <a:pt x="1" y="410"/>
                    <a:pt x="1" y="946"/>
                  </a:cubicBezTo>
                  <a:lnTo>
                    <a:pt x="1" y="6995"/>
                  </a:lnTo>
                  <a:cubicBezTo>
                    <a:pt x="1" y="7090"/>
                    <a:pt x="1" y="7121"/>
                    <a:pt x="32" y="7184"/>
                  </a:cubicBezTo>
                  <a:lnTo>
                    <a:pt x="1009" y="9137"/>
                  </a:lnTo>
                  <a:cubicBezTo>
                    <a:pt x="1103" y="9295"/>
                    <a:pt x="1198" y="9358"/>
                    <a:pt x="1355" y="9358"/>
                  </a:cubicBezTo>
                  <a:cubicBezTo>
                    <a:pt x="1513" y="9358"/>
                    <a:pt x="1670" y="9295"/>
                    <a:pt x="1733" y="9137"/>
                  </a:cubicBezTo>
                  <a:lnTo>
                    <a:pt x="2678" y="7184"/>
                  </a:lnTo>
                  <a:cubicBezTo>
                    <a:pt x="2710" y="7153"/>
                    <a:pt x="2710" y="7090"/>
                    <a:pt x="2710" y="6995"/>
                  </a:cubicBezTo>
                  <a:lnTo>
                    <a:pt x="2710" y="946"/>
                  </a:lnTo>
                  <a:cubicBezTo>
                    <a:pt x="2741" y="410"/>
                    <a:pt x="2300" y="1"/>
                    <a:pt x="179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27" name="Google Shape;10827;p136"/>
          <p:cNvGrpSpPr/>
          <p:nvPr/>
        </p:nvGrpSpPr>
        <p:grpSpPr>
          <a:xfrm>
            <a:off x="2183634" y="3610009"/>
            <a:ext cx="365344" cy="368785"/>
            <a:chOff x="-60987050" y="2671400"/>
            <a:chExt cx="315850" cy="318825"/>
          </a:xfrm>
        </p:grpSpPr>
        <p:sp>
          <p:nvSpPr>
            <p:cNvPr id="10828" name="Google Shape;10828;p136"/>
            <p:cNvSpPr/>
            <p:nvPr/>
          </p:nvSpPr>
          <p:spPr>
            <a:xfrm>
              <a:off x="-60987050" y="2671400"/>
              <a:ext cx="315850" cy="318825"/>
            </a:xfrm>
            <a:custGeom>
              <a:rect b="b" l="l" r="r" t="t"/>
              <a:pathLst>
                <a:path extrusionOk="0" h="12753" w="12634">
                  <a:moveTo>
                    <a:pt x="6270" y="844"/>
                  </a:moveTo>
                  <a:lnTo>
                    <a:pt x="11783" y="3175"/>
                  </a:lnTo>
                  <a:lnTo>
                    <a:pt x="11783" y="4152"/>
                  </a:lnTo>
                  <a:lnTo>
                    <a:pt x="757" y="4152"/>
                  </a:lnTo>
                  <a:lnTo>
                    <a:pt x="757" y="3175"/>
                  </a:lnTo>
                  <a:lnTo>
                    <a:pt x="6270" y="844"/>
                  </a:lnTo>
                  <a:close/>
                  <a:moveTo>
                    <a:pt x="2552" y="5002"/>
                  </a:moveTo>
                  <a:lnTo>
                    <a:pt x="2552" y="10232"/>
                  </a:lnTo>
                  <a:lnTo>
                    <a:pt x="1733" y="10232"/>
                  </a:lnTo>
                  <a:lnTo>
                    <a:pt x="1733" y="5002"/>
                  </a:lnTo>
                  <a:close/>
                  <a:moveTo>
                    <a:pt x="5041" y="5002"/>
                  </a:moveTo>
                  <a:lnTo>
                    <a:pt x="5041" y="10232"/>
                  </a:lnTo>
                  <a:lnTo>
                    <a:pt x="3403" y="10232"/>
                  </a:lnTo>
                  <a:lnTo>
                    <a:pt x="3403" y="5002"/>
                  </a:lnTo>
                  <a:close/>
                  <a:moveTo>
                    <a:pt x="6711" y="5002"/>
                  </a:moveTo>
                  <a:lnTo>
                    <a:pt x="6711" y="10232"/>
                  </a:lnTo>
                  <a:lnTo>
                    <a:pt x="5860" y="10232"/>
                  </a:lnTo>
                  <a:lnTo>
                    <a:pt x="5860" y="5002"/>
                  </a:lnTo>
                  <a:close/>
                  <a:moveTo>
                    <a:pt x="9168" y="5002"/>
                  </a:moveTo>
                  <a:lnTo>
                    <a:pt x="9168" y="10232"/>
                  </a:lnTo>
                  <a:lnTo>
                    <a:pt x="7530" y="10232"/>
                  </a:lnTo>
                  <a:lnTo>
                    <a:pt x="7530" y="5002"/>
                  </a:lnTo>
                  <a:close/>
                  <a:moveTo>
                    <a:pt x="10838" y="5002"/>
                  </a:moveTo>
                  <a:lnTo>
                    <a:pt x="10838" y="10232"/>
                  </a:lnTo>
                  <a:lnTo>
                    <a:pt x="10019" y="10232"/>
                  </a:lnTo>
                  <a:lnTo>
                    <a:pt x="10019" y="5002"/>
                  </a:lnTo>
                  <a:close/>
                  <a:moveTo>
                    <a:pt x="11374" y="11020"/>
                  </a:moveTo>
                  <a:cubicBezTo>
                    <a:pt x="11594" y="11051"/>
                    <a:pt x="11783" y="11209"/>
                    <a:pt x="11783" y="11461"/>
                  </a:cubicBezTo>
                  <a:lnTo>
                    <a:pt x="11783" y="11870"/>
                  </a:lnTo>
                  <a:lnTo>
                    <a:pt x="757" y="11870"/>
                  </a:lnTo>
                  <a:lnTo>
                    <a:pt x="757" y="11461"/>
                  </a:lnTo>
                  <a:cubicBezTo>
                    <a:pt x="757" y="11209"/>
                    <a:pt x="946" y="11020"/>
                    <a:pt x="1198" y="11020"/>
                  </a:cubicBezTo>
                  <a:close/>
                  <a:moveTo>
                    <a:pt x="6290" y="1"/>
                  </a:moveTo>
                  <a:cubicBezTo>
                    <a:pt x="6238" y="1"/>
                    <a:pt x="6191" y="9"/>
                    <a:pt x="6144" y="25"/>
                  </a:cubicBezTo>
                  <a:lnTo>
                    <a:pt x="252" y="2514"/>
                  </a:lnTo>
                  <a:cubicBezTo>
                    <a:pt x="95" y="2577"/>
                    <a:pt x="0" y="2703"/>
                    <a:pt x="0" y="2892"/>
                  </a:cubicBezTo>
                  <a:lnTo>
                    <a:pt x="0" y="4561"/>
                  </a:lnTo>
                  <a:cubicBezTo>
                    <a:pt x="0" y="4782"/>
                    <a:pt x="189" y="5002"/>
                    <a:pt x="410" y="5002"/>
                  </a:cubicBezTo>
                  <a:lnTo>
                    <a:pt x="946" y="5002"/>
                  </a:lnTo>
                  <a:lnTo>
                    <a:pt x="946" y="10264"/>
                  </a:lnTo>
                  <a:cubicBezTo>
                    <a:pt x="410" y="10390"/>
                    <a:pt x="0" y="10894"/>
                    <a:pt x="0" y="11492"/>
                  </a:cubicBezTo>
                  <a:lnTo>
                    <a:pt x="0" y="12311"/>
                  </a:lnTo>
                  <a:cubicBezTo>
                    <a:pt x="0" y="12532"/>
                    <a:pt x="189" y="12753"/>
                    <a:pt x="410" y="12753"/>
                  </a:cubicBezTo>
                  <a:lnTo>
                    <a:pt x="12256" y="12753"/>
                  </a:lnTo>
                  <a:cubicBezTo>
                    <a:pt x="12476" y="12753"/>
                    <a:pt x="12634" y="12532"/>
                    <a:pt x="12634" y="12311"/>
                  </a:cubicBezTo>
                  <a:lnTo>
                    <a:pt x="12634" y="11492"/>
                  </a:lnTo>
                  <a:cubicBezTo>
                    <a:pt x="12634" y="10894"/>
                    <a:pt x="12256" y="10390"/>
                    <a:pt x="11689" y="10264"/>
                  </a:cubicBezTo>
                  <a:lnTo>
                    <a:pt x="11689" y="5002"/>
                  </a:lnTo>
                  <a:lnTo>
                    <a:pt x="12256" y="5002"/>
                  </a:lnTo>
                  <a:cubicBezTo>
                    <a:pt x="12476" y="5002"/>
                    <a:pt x="12634" y="4782"/>
                    <a:pt x="12634" y="4561"/>
                  </a:cubicBezTo>
                  <a:lnTo>
                    <a:pt x="12634" y="2892"/>
                  </a:lnTo>
                  <a:cubicBezTo>
                    <a:pt x="12602" y="2734"/>
                    <a:pt x="12539" y="2577"/>
                    <a:pt x="12382" y="2514"/>
                  </a:cubicBezTo>
                  <a:lnTo>
                    <a:pt x="6459" y="25"/>
                  </a:lnTo>
                  <a:cubicBezTo>
                    <a:pt x="6396" y="9"/>
                    <a:pt x="6341" y="1"/>
                    <a:pt x="629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9" name="Google Shape;10829;p136"/>
            <p:cNvSpPr/>
            <p:nvPr/>
          </p:nvSpPr>
          <p:spPr>
            <a:xfrm>
              <a:off x="-60839775" y="2731075"/>
              <a:ext cx="19725" cy="19725"/>
            </a:xfrm>
            <a:custGeom>
              <a:rect b="b" l="l" r="r" t="t"/>
              <a:pathLst>
                <a:path extrusionOk="0" h="789" w="789">
                  <a:moveTo>
                    <a:pt x="379" y="0"/>
                  </a:moveTo>
                  <a:cubicBezTo>
                    <a:pt x="158" y="0"/>
                    <a:pt x="1" y="190"/>
                    <a:pt x="1" y="379"/>
                  </a:cubicBezTo>
                  <a:cubicBezTo>
                    <a:pt x="1" y="599"/>
                    <a:pt x="158" y="788"/>
                    <a:pt x="379" y="788"/>
                  </a:cubicBezTo>
                  <a:cubicBezTo>
                    <a:pt x="599" y="788"/>
                    <a:pt x="789" y="599"/>
                    <a:pt x="789" y="379"/>
                  </a:cubicBezTo>
                  <a:cubicBezTo>
                    <a:pt x="789" y="190"/>
                    <a:pt x="599"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30" name="Google Shape;10830;p136"/>
          <p:cNvGrpSpPr/>
          <p:nvPr/>
        </p:nvGrpSpPr>
        <p:grpSpPr>
          <a:xfrm>
            <a:off x="3952500" y="3172771"/>
            <a:ext cx="368987" cy="358056"/>
            <a:chOff x="-59481900" y="2290800"/>
            <a:chExt cx="319000" cy="309550"/>
          </a:xfrm>
        </p:grpSpPr>
        <p:sp>
          <p:nvSpPr>
            <p:cNvPr id="10831" name="Google Shape;10831;p136"/>
            <p:cNvSpPr/>
            <p:nvPr/>
          </p:nvSpPr>
          <p:spPr>
            <a:xfrm>
              <a:off x="-59481900" y="2290800"/>
              <a:ext cx="319000" cy="309550"/>
            </a:xfrm>
            <a:custGeom>
              <a:rect b="b" l="l" r="r" t="t"/>
              <a:pathLst>
                <a:path extrusionOk="0" h="12382" w="12760">
                  <a:moveTo>
                    <a:pt x="6427" y="851"/>
                  </a:moveTo>
                  <a:cubicBezTo>
                    <a:pt x="6900" y="851"/>
                    <a:pt x="7247" y="1197"/>
                    <a:pt x="7247" y="1670"/>
                  </a:cubicBezTo>
                  <a:lnTo>
                    <a:pt x="7247" y="4159"/>
                  </a:lnTo>
                  <a:lnTo>
                    <a:pt x="5608" y="4159"/>
                  </a:lnTo>
                  <a:lnTo>
                    <a:pt x="5608" y="1670"/>
                  </a:lnTo>
                  <a:cubicBezTo>
                    <a:pt x="5608" y="1197"/>
                    <a:pt x="5955" y="851"/>
                    <a:pt x="6427" y="851"/>
                  </a:cubicBezTo>
                  <a:close/>
                  <a:moveTo>
                    <a:pt x="11594" y="3308"/>
                  </a:moveTo>
                  <a:cubicBezTo>
                    <a:pt x="11846" y="3308"/>
                    <a:pt x="12004" y="3529"/>
                    <a:pt x="12004" y="3749"/>
                  </a:cubicBezTo>
                  <a:lnTo>
                    <a:pt x="12004" y="11185"/>
                  </a:lnTo>
                  <a:lnTo>
                    <a:pt x="11941" y="11185"/>
                  </a:lnTo>
                  <a:cubicBezTo>
                    <a:pt x="11941" y="11437"/>
                    <a:pt x="11752" y="11594"/>
                    <a:pt x="11563" y="11594"/>
                  </a:cubicBezTo>
                  <a:lnTo>
                    <a:pt x="1355" y="11594"/>
                  </a:lnTo>
                  <a:cubicBezTo>
                    <a:pt x="1103" y="11594"/>
                    <a:pt x="914" y="11405"/>
                    <a:pt x="914" y="11185"/>
                  </a:cubicBezTo>
                  <a:lnTo>
                    <a:pt x="914" y="3749"/>
                  </a:lnTo>
                  <a:cubicBezTo>
                    <a:pt x="914" y="3529"/>
                    <a:pt x="1103" y="3308"/>
                    <a:pt x="1355" y="3308"/>
                  </a:cubicBezTo>
                  <a:lnTo>
                    <a:pt x="4821" y="3308"/>
                  </a:lnTo>
                  <a:lnTo>
                    <a:pt x="4821" y="4568"/>
                  </a:lnTo>
                  <a:cubicBezTo>
                    <a:pt x="4821" y="4821"/>
                    <a:pt x="5010" y="5010"/>
                    <a:pt x="5199" y="5010"/>
                  </a:cubicBezTo>
                  <a:lnTo>
                    <a:pt x="7688" y="5010"/>
                  </a:lnTo>
                  <a:cubicBezTo>
                    <a:pt x="7940" y="5010"/>
                    <a:pt x="8129" y="4821"/>
                    <a:pt x="8129" y="4568"/>
                  </a:cubicBezTo>
                  <a:lnTo>
                    <a:pt x="8129" y="3308"/>
                  </a:lnTo>
                  <a:close/>
                  <a:moveTo>
                    <a:pt x="6396" y="0"/>
                  </a:moveTo>
                  <a:cubicBezTo>
                    <a:pt x="5482" y="0"/>
                    <a:pt x="4726" y="756"/>
                    <a:pt x="4726" y="1670"/>
                  </a:cubicBezTo>
                  <a:lnTo>
                    <a:pt x="4726" y="2489"/>
                  </a:lnTo>
                  <a:lnTo>
                    <a:pt x="1261" y="2489"/>
                  </a:lnTo>
                  <a:cubicBezTo>
                    <a:pt x="599" y="2489"/>
                    <a:pt x="0" y="3056"/>
                    <a:pt x="0" y="3718"/>
                  </a:cubicBezTo>
                  <a:lnTo>
                    <a:pt x="0" y="11153"/>
                  </a:lnTo>
                  <a:cubicBezTo>
                    <a:pt x="0" y="11815"/>
                    <a:pt x="568" y="12382"/>
                    <a:pt x="1261" y="12382"/>
                  </a:cubicBezTo>
                  <a:lnTo>
                    <a:pt x="11468" y="12382"/>
                  </a:lnTo>
                  <a:cubicBezTo>
                    <a:pt x="12130" y="12382"/>
                    <a:pt x="12697" y="11815"/>
                    <a:pt x="12697" y="11153"/>
                  </a:cubicBezTo>
                  <a:lnTo>
                    <a:pt x="12697" y="3749"/>
                  </a:lnTo>
                  <a:cubicBezTo>
                    <a:pt x="12760" y="3025"/>
                    <a:pt x="12193" y="2489"/>
                    <a:pt x="11500" y="2489"/>
                  </a:cubicBezTo>
                  <a:lnTo>
                    <a:pt x="8034" y="2489"/>
                  </a:lnTo>
                  <a:lnTo>
                    <a:pt x="8034" y="1670"/>
                  </a:lnTo>
                  <a:cubicBezTo>
                    <a:pt x="8034" y="756"/>
                    <a:pt x="7310" y="0"/>
                    <a:pt x="639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2" name="Google Shape;10832;p136"/>
            <p:cNvSpPr/>
            <p:nvPr/>
          </p:nvSpPr>
          <p:spPr>
            <a:xfrm>
              <a:off x="-59287350" y="2456200"/>
              <a:ext cx="83500" cy="21275"/>
            </a:xfrm>
            <a:custGeom>
              <a:rect b="b" l="l" r="r" t="t"/>
              <a:pathLst>
                <a:path extrusionOk="0" h="851" w="3340">
                  <a:moveTo>
                    <a:pt x="410" y="0"/>
                  </a:moveTo>
                  <a:cubicBezTo>
                    <a:pt x="189" y="0"/>
                    <a:pt x="0" y="221"/>
                    <a:pt x="0" y="441"/>
                  </a:cubicBezTo>
                  <a:cubicBezTo>
                    <a:pt x="0" y="693"/>
                    <a:pt x="189" y="851"/>
                    <a:pt x="410" y="851"/>
                  </a:cubicBezTo>
                  <a:lnTo>
                    <a:pt x="2899" y="851"/>
                  </a:lnTo>
                  <a:cubicBezTo>
                    <a:pt x="3151" y="851"/>
                    <a:pt x="3308" y="630"/>
                    <a:pt x="3308" y="441"/>
                  </a:cubicBezTo>
                  <a:cubicBezTo>
                    <a:pt x="3340" y="221"/>
                    <a:pt x="3151" y="0"/>
                    <a:pt x="289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3" name="Google Shape;10833;p136"/>
            <p:cNvSpPr/>
            <p:nvPr/>
          </p:nvSpPr>
          <p:spPr>
            <a:xfrm>
              <a:off x="-59287350" y="2497950"/>
              <a:ext cx="83500" cy="21275"/>
            </a:xfrm>
            <a:custGeom>
              <a:rect b="b" l="l" r="r" t="t"/>
              <a:pathLst>
                <a:path extrusionOk="0" h="851" w="3340">
                  <a:moveTo>
                    <a:pt x="410" y="0"/>
                  </a:moveTo>
                  <a:cubicBezTo>
                    <a:pt x="189" y="0"/>
                    <a:pt x="0" y="189"/>
                    <a:pt x="0" y="441"/>
                  </a:cubicBezTo>
                  <a:cubicBezTo>
                    <a:pt x="0" y="662"/>
                    <a:pt x="189" y="851"/>
                    <a:pt x="410" y="851"/>
                  </a:cubicBezTo>
                  <a:lnTo>
                    <a:pt x="2899" y="851"/>
                  </a:lnTo>
                  <a:cubicBezTo>
                    <a:pt x="3151" y="851"/>
                    <a:pt x="3308" y="662"/>
                    <a:pt x="3308" y="441"/>
                  </a:cubicBezTo>
                  <a:cubicBezTo>
                    <a:pt x="3340" y="189"/>
                    <a:pt x="3151" y="0"/>
                    <a:pt x="289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4" name="Google Shape;10834;p136"/>
            <p:cNvSpPr/>
            <p:nvPr/>
          </p:nvSpPr>
          <p:spPr>
            <a:xfrm>
              <a:off x="-59287350" y="2538900"/>
              <a:ext cx="82700" cy="22075"/>
            </a:xfrm>
            <a:custGeom>
              <a:rect b="b" l="l" r="r" t="t"/>
              <a:pathLst>
                <a:path extrusionOk="0" h="883" w="3308">
                  <a:moveTo>
                    <a:pt x="410" y="0"/>
                  </a:moveTo>
                  <a:cubicBezTo>
                    <a:pt x="189" y="0"/>
                    <a:pt x="0" y="221"/>
                    <a:pt x="0" y="441"/>
                  </a:cubicBezTo>
                  <a:cubicBezTo>
                    <a:pt x="0" y="662"/>
                    <a:pt x="189" y="882"/>
                    <a:pt x="410" y="882"/>
                  </a:cubicBezTo>
                  <a:lnTo>
                    <a:pt x="2899" y="882"/>
                  </a:lnTo>
                  <a:cubicBezTo>
                    <a:pt x="3151" y="882"/>
                    <a:pt x="3308" y="662"/>
                    <a:pt x="3308" y="441"/>
                  </a:cubicBezTo>
                  <a:cubicBezTo>
                    <a:pt x="3308" y="221"/>
                    <a:pt x="3151" y="0"/>
                    <a:pt x="289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5" name="Google Shape;10835;p136"/>
            <p:cNvSpPr/>
            <p:nvPr/>
          </p:nvSpPr>
          <p:spPr>
            <a:xfrm>
              <a:off x="-59439375" y="2425425"/>
              <a:ext cx="125250" cy="134750"/>
            </a:xfrm>
            <a:custGeom>
              <a:rect b="b" l="l" r="r" t="t"/>
              <a:pathLst>
                <a:path extrusionOk="0" h="5390" w="5010">
                  <a:moveTo>
                    <a:pt x="2518" y="855"/>
                  </a:moveTo>
                  <a:cubicBezTo>
                    <a:pt x="2722" y="855"/>
                    <a:pt x="2928" y="925"/>
                    <a:pt x="3088" y="1074"/>
                  </a:cubicBezTo>
                  <a:cubicBezTo>
                    <a:pt x="3277" y="1294"/>
                    <a:pt x="3340" y="1609"/>
                    <a:pt x="3277" y="1924"/>
                  </a:cubicBezTo>
                  <a:cubicBezTo>
                    <a:pt x="3183" y="2176"/>
                    <a:pt x="2994" y="2428"/>
                    <a:pt x="2710" y="2460"/>
                  </a:cubicBezTo>
                  <a:cubicBezTo>
                    <a:pt x="2626" y="2485"/>
                    <a:pt x="2546" y="2497"/>
                    <a:pt x="2469" y="2497"/>
                  </a:cubicBezTo>
                  <a:cubicBezTo>
                    <a:pt x="2260" y="2497"/>
                    <a:pt x="2076" y="2409"/>
                    <a:pt x="1891" y="2271"/>
                  </a:cubicBezTo>
                  <a:cubicBezTo>
                    <a:pt x="1702" y="2019"/>
                    <a:pt x="1607" y="1704"/>
                    <a:pt x="1702" y="1452"/>
                  </a:cubicBezTo>
                  <a:cubicBezTo>
                    <a:pt x="1802" y="1070"/>
                    <a:pt x="2158" y="855"/>
                    <a:pt x="2518" y="855"/>
                  </a:cubicBezTo>
                  <a:close/>
                  <a:moveTo>
                    <a:pt x="2521" y="3342"/>
                  </a:moveTo>
                  <a:cubicBezTo>
                    <a:pt x="3309" y="3342"/>
                    <a:pt x="3939" y="3846"/>
                    <a:pt x="4159" y="4539"/>
                  </a:cubicBezTo>
                  <a:lnTo>
                    <a:pt x="914" y="4539"/>
                  </a:lnTo>
                  <a:cubicBezTo>
                    <a:pt x="1103" y="3846"/>
                    <a:pt x="1733" y="3342"/>
                    <a:pt x="2521" y="3342"/>
                  </a:cubicBezTo>
                  <a:close/>
                  <a:moveTo>
                    <a:pt x="2473" y="0"/>
                  </a:moveTo>
                  <a:cubicBezTo>
                    <a:pt x="1781" y="0"/>
                    <a:pt x="1110" y="436"/>
                    <a:pt x="914" y="1200"/>
                  </a:cubicBezTo>
                  <a:cubicBezTo>
                    <a:pt x="757" y="1798"/>
                    <a:pt x="914" y="2334"/>
                    <a:pt x="1292" y="2775"/>
                  </a:cubicBezTo>
                  <a:cubicBezTo>
                    <a:pt x="568" y="3216"/>
                    <a:pt x="1" y="4004"/>
                    <a:pt x="1" y="4949"/>
                  </a:cubicBezTo>
                  <a:cubicBezTo>
                    <a:pt x="1" y="5169"/>
                    <a:pt x="190" y="5390"/>
                    <a:pt x="410" y="5390"/>
                  </a:cubicBezTo>
                  <a:lnTo>
                    <a:pt x="4537" y="5390"/>
                  </a:lnTo>
                  <a:cubicBezTo>
                    <a:pt x="4758" y="5390"/>
                    <a:pt x="4978" y="5169"/>
                    <a:pt x="4978" y="4949"/>
                  </a:cubicBezTo>
                  <a:cubicBezTo>
                    <a:pt x="5010" y="4035"/>
                    <a:pt x="4506" y="3216"/>
                    <a:pt x="3718" y="2807"/>
                  </a:cubicBezTo>
                  <a:cubicBezTo>
                    <a:pt x="3907" y="2618"/>
                    <a:pt x="4033" y="2397"/>
                    <a:pt x="4096" y="2113"/>
                  </a:cubicBezTo>
                  <a:cubicBezTo>
                    <a:pt x="4254" y="1515"/>
                    <a:pt x="4096" y="916"/>
                    <a:pt x="3655" y="507"/>
                  </a:cubicBezTo>
                  <a:cubicBezTo>
                    <a:pt x="3322" y="161"/>
                    <a:pt x="2894" y="0"/>
                    <a:pt x="247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6" name="Google Shape;10836;p136"/>
            <p:cNvSpPr/>
            <p:nvPr/>
          </p:nvSpPr>
          <p:spPr>
            <a:xfrm>
              <a:off x="-59327525" y="2325450"/>
              <a:ext cx="13400" cy="13425"/>
            </a:xfrm>
            <a:custGeom>
              <a:rect b="b" l="l" r="r" t="t"/>
              <a:pathLst>
                <a:path extrusionOk="0" h="537" w="536">
                  <a:moveTo>
                    <a:pt x="252" y="1"/>
                  </a:moveTo>
                  <a:cubicBezTo>
                    <a:pt x="95" y="1"/>
                    <a:pt x="0" y="127"/>
                    <a:pt x="0" y="284"/>
                  </a:cubicBezTo>
                  <a:cubicBezTo>
                    <a:pt x="0" y="442"/>
                    <a:pt x="95" y="536"/>
                    <a:pt x="252" y="536"/>
                  </a:cubicBezTo>
                  <a:cubicBezTo>
                    <a:pt x="410" y="536"/>
                    <a:pt x="536" y="442"/>
                    <a:pt x="536" y="284"/>
                  </a:cubicBezTo>
                  <a:cubicBezTo>
                    <a:pt x="536" y="127"/>
                    <a:pt x="410" y="1"/>
                    <a:pt x="25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37" name="Google Shape;10837;p136"/>
          <p:cNvGrpSpPr/>
          <p:nvPr/>
        </p:nvGrpSpPr>
        <p:grpSpPr>
          <a:xfrm>
            <a:off x="1741805" y="1313544"/>
            <a:ext cx="368987" cy="366992"/>
            <a:chOff x="-64401400" y="1914475"/>
            <a:chExt cx="319000" cy="317275"/>
          </a:xfrm>
        </p:grpSpPr>
        <p:sp>
          <p:nvSpPr>
            <p:cNvPr id="10838" name="Google Shape;10838;p136"/>
            <p:cNvSpPr/>
            <p:nvPr/>
          </p:nvSpPr>
          <p:spPr>
            <a:xfrm>
              <a:off x="-64401400" y="1914475"/>
              <a:ext cx="319000" cy="317275"/>
            </a:xfrm>
            <a:custGeom>
              <a:rect b="b" l="l" r="r" t="t"/>
              <a:pathLst>
                <a:path extrusionOk="0" h="12691" w="12760">
                  <a:moveTo>
                    <a:pt x="4726" y="1317"/>
                  </a:moveTo>
                  <a:lnTo>
                    <a:pt x="4726" y="2703"/>
                  </a:lnTo>
                  <a:cubicBezTo>
                    <a:pt x="4663" y="2735"/>
                    <a:pt x="4600" y="2829"/>
                    <a:pt x="4569" y="2861"/>
                  </a:cubicBezTo>
                  <a:lnTo>
                    <a:pt x="4065" y="3554"/>
                  </a:lnTo>
                  <a:cubicBezTo>
                    <a:pt x="3970" y="3176"/>
                    <a:pt x="3907" y="2703"/>
                    <a:pt x="3907" y="2388"/>
                  </a:cubicBezTo>
                  <a:cubicBezTo>
                    <a:pt x="3876" y="1947"/>
                    <a:pt x="3970" y="1632"/>
                    <a:pt x="4222" y="1475"/>
                  </a:cubicBezTo>
                  <a:cubicBezTo>
                    <a:pt x="4348" y="1349"/>
                    <a:pt x="4537" y="1317"/>
                    <a:pt x="4726" y="1317"/>
                  </a:cubicBezTo>
                  <a:close/>
                  <a:moveTo>
                    <a:pt x="7046" y="813"/>
                  </a:moveTo>
                  <a:cubicBezTo>
                    <a:pt x="7507" y="813"/>
                    <a:pt x="7937" y="916"/>
                    <a:pt x="8286" y="1128"/>
                  </a:cubicBezTo>
                  <a:cubicBezTo>
                    <a:pt x="8759" y="1412"/>
                    <a:pt x="8979" y="1821"/>
                    <a:pt x="8948" y="2420"/>
                  </a:cubicBezTo>
                  <a:cubicBezTo>
                    <a:pt x="8948" y="2703"/>
                    <a:pt x="8853" y="3113"/>
                    <a:pt x="8790" y="3554"/>
                  </a:cubicBezTo>
                  <a:lnTo>
                    <a:pt x="8286" y="2861"/>
                  </a:lnTo>
                  <a:cubicBezTo>
                    <a:pt x="8066" y="2609"/>
                    <a:pt x="7814" y="2451"/>
                    <a:pt x="7499" y="2451"/>
                  </a:cubicBezTo>
                  <a:lnTo>
                    <a:pt x="5514" y="2451"/>
                  </a:lnTo>
                  <a:lnTo>
                    <a:pt x="5514" y="1160"/>
                  </a:lnTo>
                  <a:cubicBezTo>
                    <a:pt x="6020" y="931"/>
                    <a:pt x="6551" y="813"/>
                    <a:pt x="7046" y="813"/>
                  </a:cubicBezTo>
                  <a:close/>
                  <a:moveTo>
                    <a:pt x="7530" y="3334"/>
                  </a:moveTo>
                  <a:cubicBezTo>
                    <a:pt x="7562" y="3334"/>
                    <a:pt x="7593" y="3365"/>
                    <a:pt x="7656" y="3365"/>
                  </a:cubicBezTo>
                  <a:lnTo>
                    <a:pt x="8601" y="4657"/>
                  </a:lnTo>
                  <a:cubicBezTo>
                    <a:pt x="8444" y="5917"/>
                    <a:pt x="7688" y="7177"/>
                    <a:pt x="6427" y="7177"/>
                  </a:cubicBezTo>
                  <a:cubicBezTo>
                    <a:pt x="5167" y="7177"/>
                    <a:pt x="4411" y="5980"/>
                    <a:pt x="4254" y="4657"/>
                  </a:cubicBezTo>
                  <a:lnTo>
                    <a:pt x="5199" y="3365"/>
                  </a:lnTo>
                  <a:cubicBezTo>
                    <a:pt x="5230" y="3334"/>
                    <a:pt x="5293" y="3334"/>
                    <a:pt x="5325" y="3334"/>
                  </a:cubicBezTo>
                  <a:close/>
                  <a:moveTo>
                    <a:pt x="5199" y="7681"/>
                  </a:moveTo>
                  <a:cubicBezTo>
                    <a:pt x="5608" y="7902"/>
                    <a:pt x="5986" y="8028"/>
                    <a:pt x="6427" y="8028"/>
                  </a:cubicBezTo>
                  <a:cubicBezTo>
                    <a:pt x="6869" y="8028"/>
                    <a:pt x="7310" y="7902"/>
                    <a:pt x="7688" y="7713"/>
                  </a:cubicBezTo>
                  <a:lnTo>
                    <a:pt x="7688" y="7807"/>
                  </a:lnTo>
                  <a:cubicBezTo>
                    <a:pt x="7688" y="8028"/>
                    <a:pt x="7719" y="8185"/>
                    <a:pt x="7814" y="8343"/>
                  </a:cubicBezTo>
                  <a:lnTo>
                    <a:pt x="6427" y="9634"/>
                  </a:lnTo>
                  <a:lnTo>
                    <a:pt x="5073" y="8280"/>
                  </a:lnTo>
                  <a:cubicBezTo>
                    <a:pt x="5167" y="8122"/>
                    <a:pt x="5199" y="7965"/>
                    <a:pt x="5199" y="7776"/>
                  </a:cubicBezTo>
                  <a:lnTo>
                    <a:pt x="5199" y="7681"/>
                  </a:lnTo>
                  <a:close/>
                  <a:moveTo>
                    <a:pt x="4537" y="8878"/>
                  </a:moveTo>
                  <a:lnTo>
                    <a:pt x="5829" y="10170"/>
                  </a:lnTo>
                  <a:lnTo>
                    <a:pt x="5230" y="10769"/>
                  </a:lnTo>
                  <a:lnTo>
                    <a:pt x="4065" y="9036"/>
                  </a:lnTo>
                  <a:cubicBezTo>
                    <a:pt x="4222" y="9036"/>
                    <a:pt x="4380" y="9004"/>
                    <a:pt x="4537" y="8878"/>
                  </a:cubicBezTo>
                  <a:close/>
                  <a:moveTo>
                    <a:pt x="8318" y="8878"/>
                  </a:moveTo>
                  <a:cubicBezTo>
                    <a:pt x="8475" y="8973"/>
                    <a:pt x="8633" y="9036"/>
                    <a:pt x="8790" y="9036"/>
                  </a:cubicBezTo>
                  <a:lnTo>
                    <a:pt x="7593" y="10769"/>
                  </a:lnTo>
                  <a:lnTo>
                    <a:pt x="7026" y="10170"/>
                  </a:lnTo>
                  <a:lnTo>
                    <a:pt x="8318" y="8878"/>
                  </a:lnTo>
                  <a:close/>
                  <a:moveTo>
                    <a:pt x="10460" y="9067"/>
                  </a:moveTo>
                  <a:cubicBezTo>
                    <a:pt x="11279" y="9067"/>
                    <a:pt x="11941" y="9760"/>
                    <a:pt x="11941" y="10580"/>
                  </a:cubicBezTo>
                  <a:lnTo>
                    <a:pt x="11941" y="11840"/>
                  </a:lnTo>
                  <a:lnTo>
                    <a:pt x="7814" y="11840"/>
                  </a:lnTo>
                  <a:cubicBezTo>
                    <a:pt x="7908" y="11808"/>
                    <a:pt x="8003" y="11745"/>
                    <a:pt x="8034" y="11682"/>
                  </a:cubicBezTo>
                  <a:lnTo>
                    <a:pt x="9798" y="9067"/>
                  </a:lnTo>
                  <a:close/>
                  <a:moveTo>
                    <a:pt x="3088" y="9067"/>
                  </a:moveTo>
                  <a:lnTo>
                    <a:pt x="4852" y="11651"/>
                  </a:lnTo>
                  <a:cubicBezTo>
                    <a:pt x="4915" y="11745"/>
                    <a:pt x="5041" y="11808"/>
                    <a:pt x="5167" y="11840"/>
                  </a:cubicBezTo>
                  <a:lnTo>
                    <a:pt x="5199" y="11840"/>
                  </a:lnTo>
                  <a:cubicBezTo>
                    <a:pt x="5325" y="11840"/>
                    <a:pt x="5419" y="11808"/>
                    <a:pt x="5482" y="11714"/>
                  </a:cubicBezTo>
                  <a:lnTo>
                    <a:pt x="6427" y="10769"/>
                  </a:lnTo>
                  <a:lnTo>
                    <a:pt x="7404" y="11745"/>
                  </a:lnTo>
                  <a:cubicBezTo>
                    <a:pt x="7436" y="11777"/>
                    <a:pt x="7530" y="11840"/>
                    <a:pt x="7593" y="11871"/>
                  </a:cubicBezTo>
                  <a:lnTo>
                    <a:pt x="914" y="11871"/>
                  </a:lnTo>
                  <a:lnTo>
                    <a:pt x="914" y="11840"/>
                  </a:lnTo>
                  <a:lnTo>
                    <a:pt x="914" y="10580"/>
                  </a:lnTo>
                  <a:cubicBezTo>
                    <a:pt x="914" y="9760"/>
                    <a:pt x="1576" y="9067"/>
                    <a:pt x="2395" y="9067"/>
                  </a:cubicBezTo>
                  <a:close/>
                  <a:moveTo>
                    <a:pt x="7043" y="1"/>
                  </a:moveTo>
                  <a:cubicBezTo>
                    <a:pt x="6380" y="1"/>
                    <a:pt x="5673" y="166"/>
                    <a:pt x="5010" y="498"/>
                  </a:cubicBezTo>
                  <a:cubicBezTo>
                    <a:pt x="4898" y="477"/>
                    <a:pt x="4788" y="467"/>
                    <a:pt x="4680" y="467"/>
                  </a:cubicBezTo>
                  <a:cubicBezTo>
                    <a:pt x="4300" y="467"/>
                    <a:pt x="3942" y="592"/>
                    <a:pt x="3624" y="813"/>
                  </a:cubicBezTo>
                  <a:cubicBezTo>
                    <a:pt x="3308" y="1034"/>
                    <a:pt x="2962" y="1506"/>
                    <a:pt x="2962" y="2388"/>
                  </a:cubicBezTo>
                  <a:cubicBezTo>
                    <a:pt x="2962" y="3144"/>
                    <a:pt x="3277" y="4405"/>
                    <a:pt x="3340" y="4625"/>
                  </a:cubicBezTo>
                  <a:cubicBezTo>
                    <a:pt x="3466" y="5570"/>
                    <a:pt x="3781" y="6389"/>
                    <a:pt x="4285" y="6988"/>
                  </a:cubicBezTo>
                  <a:lnTo>
                    <a:pt x="4285" y="7744"/>
                  </a:lnTo>
                  <a:cubicBezTo>
                    <a:pt x="4285" y="8028"/>
                    <a:pt x="4065" y="8248"/>
                    <a:pt x="3781" y="8248"/>
                  </a:cubicBezTo>
                  <a:lnTo>
                    <a:pt x="2332" y="8248"/>
                  </a:lnTo>
                  <a:cubicBezTo>
                    <a:pt x="1072" y="8248"/>
                    <a:pt x="0" y="9288"/>
                    <a:pt x="0" y="10580"/>
                  </a:cubicBezTo>
                  <a:lnTo>
                    <a:pt x="0" y="12281"/>
                  </a:lnTo>
                  <a:cubicBezTo>
                    <a:pt x="0" y="12501"/>
                    <a:pt x="189" y="12690"/>
                    <a:pt x="410" y="12690"/>
                  </a:cubicBezTo>
                  <a:lnTo>
                    <a:pt x="12256" y="12690"/>
                  </a:lnTo>
                  <a:cubicBezTo>
                    <a:pt x="12508" y="12690"/>
                    <a:pt x="12697" y="12501"/>
                    <a:pt x="12697" y="12281"/>
                  </a:cubicBezTo>
                  <a:lnTo>
                    <a:pt x="12697" y="10580"/>
                  </a:lnTo>
                  <a:cubicBezTo>
                    <a:pt x="12760" y="9319"/>
                    <a:pt x="11689" y="8248"/>
                    <a:pt x="10429" y="8248"/>
                  </a:cubicBezTo>
                  <a:lnTo>
                    <a:pt x="8979" y="8248"/>
                  </a:lnTo>
                  <a:cubicBezTo>
                    <a:pt x="8696" y="8248"/>
                    <a:pt x="8475" y="8028"/>
                    <a:pt x="8475" y="7744"/>
                  </a:cubicBezTo>
                  <a:lnTo>
                    <a:pt x="8475" y="6957"/>
                  </a:lnTo>
                  <a:cubicBezTo>
                    <a:pt x="8979" y="6358"/>
                    <a:pt x="9294" y="5539"/>
                    <a:pt x="9389" y="4625"/>
                  </a:cubicBezTo>
                  <a:cubicBezTo>
                    <a:pt x="9546" y="4121"/>
                    <a:pt x="9735" y="3050"/>
                    <a:pt x="9767" y="2420"/>
                  </a:cubicBezTo>
                  <a:cubicBezTo>
                    <a:pt x="9767" y="1538"/>
                    <a:pt x="9420" y="845"/>
                    <a:pt x="8664" y="404"/>
                  </a:cubicBezTo>
                  <a:cubicBezTo>
                    <a:pt x="8202" y="135"/>
                    <a:pt x="7640" y="1"/>
                    <a:pt x="704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9" name="Google Shape;10839;p136"/>
            <p:cNvSpPr/>
            <p:nvPr/>
          </p:nvSpPr>
          <p:spPr>
            <a:xfrm>
              <a:off x="-64172200" y="2175800"/>
              <a:ext cx="48850" cy="22075"/>
            </a:xfrm>
            <a:custGeom>
              <a:rect b="b" l="l" r="r" t="t"/>
              <a:pathLst>
                <a:path extrusionOk="0" h="883" w="1954">
                  <a:moveTo>
                    <a:pt x="410" y="1"/>
                  </a:moveTo>
                  <a:cubicBezTo>
                    <a:pt x="158" y="1"/>
                    <a:pt x="0" y="190"/>
                    <a:pt x="0" y="442"/>
                  </a:cubicBezTo>
                  <a:cubicBezTo>
                    <a:pt x="0" y="662"/>
                    <a:pt x="221" y="883"/>
                    <a:pt x="410" y="883"/>
                  </a:cubicBezTo>
                  <a:lnTo>
                    <a:pt x="1513" y="883"/>
                  </a:lnTo>
                  <a:cubicBezTo>
                    <a:pt x="1765" y="883"/>
                    <a:pt x="1891" y="662"/>
                    <a:pt x="1891" y="442"/>
                  </a:cubicBezTo>
                  <a:cubicBezTo>
                    <a:pt x="1954" y="190"/>
                    <a:pt x="1733" y="1"/>
                    <a:pt x="151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0" name="Google Shape;10840;p136"/>
            <p:cNvSpPr/>
            <p:nvPr/>
          </p:nvSpPr>
          <p:spPr>
            <a:xfrm>
              <a:off x="-64212375" y="2210450"/>
              <a:ext cx="5525" cy="25"/>
            </a:xfrm>
            <a:custGeom>
              <a:rect b="b" l="l" r="r" t="t"/>
              <a:pathLst>
                <a:path extrusionOk="0" h="1" w="221">
                  <a:moveTo>
                    <a:pt x="1" y="1"/>
                  </a:moveTo>
                  <a:lnTo>
                    <a:pt x="221" y="1"/>
                  </a:lnTo>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41" name="Google Shape;10841;p136"/>
          <p:cNvGrpSpPr/>
          <p:nvPr/>
        </p:nvGrpSpPr>
        <p:grpSpPr>
          <a:xfrm>
            <a:off x="1806493" y="1794583"/>
            <a:ext cx="239610" cy="365517"/>
            <a:chOff x="-64343900" y="2282125"/>
            <a:chExt cx="207150" cy="316000"/>
          </a:xfrm>
        </p:grpSpPr>
        <p:sp>
          <p:nvSpPr>
            <p:cNvPr id="10842" name="Google Shape;10842;p136"/>
            <p:cNvSpPr/>
            <p:nvPr/>
          </p:nvSpPr>
          <p:spPr>
            <a:xfrm>
              <a:off x="-64270650" y="2310475"/>
              <a:ext cx="61450" cy="147325"/>
            </a:xfrm>
            <a:custGeom>
              <a:rect b="b" l="l" r="r" t="t"/>
              <a:pathLst>
                <a:path extrusionOk="0" h="5893" w="2458">
                  <a:moveTo>
                    <a:pt x="1229" y="1"/>
                  </a:moveTo>
                  <a:cubicBezTo>
                    <a:pt x="1008" y="1"/>
                    <a:pt x="851" y="221"/>
                    <a:pt x="851" y="442"/>
                  </a:cubicBezTo>
                  <a:lnTo>
                    <a:pt x="851" y="726"/>
                  </a:lnTo>
                  <a:cubicBezTo>
                    <a:pt x="378" y="883"/>
                    <a:pt x="0" y="1356"/>
                    <a:pt x="0" y="1891"/>
                  </a:cubicBezTo>
                  <a:cubicBezTo>
                    <a:pt x="0" y="2584"/>
                    <a:pt x="567" y="2962"/>
                    <a:pt x="1008" y="3277"/>
                  </a:cubicBezTo>
                  <a:cubicBezTo>
                    <a:pt x="1323" y="3529"/>
                    <a:pt x="1670" y="3750"/>
                    <a:pt x="1670" y="4002"/>
                  </a:cubicBezTo>
                  <a:cubicBezTo>
                    <a:pt x="1670" y="4223"/>
                    <a:pt x="1481" y="4412"/>
                    <a:pt x="1229" y="4412"/>
                  </a:cubicBezTo>
                  <a:cubicBezTo>
                    <a:pt x="1008" y="4412"/>
                    <a:pt x="851" y="4223"/>
                    <a:pt x="851" y="4002"/>
                  </a:cubicBezTo>
                  <a:cubicBezTo>
                    <a:pt x="851" y="3750"/>
                    <a:pt x="630" y="3592"/>
                    <a:pt x="441" y="3592"/>
                  </a:cubicBezTo>
                  <a:cubicBezTo>
                    <a:pt x="221" y="3592"/>
                    <a:pt x="0" y="3781"/>
                    <a:pt x="0" y="4002"/>
                  </a:cubicBezTo>
                  <a:cubicBezTo>
                    <a:pt x="0" y="4538"/>
                    <a:pt x="378" y="4979"/>
                    <a:pt x="851" y="5168"/>
                  </a:cubicBezTo>
                  <a:lnTo>
                    <a:pt x="851" y="5451"/>
                  </a:lnTo>
                  <a:cubicBezTo>
                    <a:pt x="851" y="5672"/>
                    <a:pt x="1040" y="5892"/>
                    <a:pt x="1229" y="5892"/>
                  </a:cubicBezTo>
                  <a:cubicBezTo>
                    <a:pt x="1481" y="5829"/>
                    <a:pt x="1639" y="5640"/>
                    <a:pt x="1639" y="5451"/>
                  </a:cubicBezTo>
                  <a:lnTo>
                    <a:pt x="1639" y="5168"/>
                  </a:lnTo>
                  <a:cubicBezTo>
                    <a:pt x="2111" y="5010"/>
                    <a:pt x="2458" y="4538"/>
                    <a:pt x="2458" y="4002"/>
                  </a:cubicBezTo>
                  <a:cubicBezTo>
                    <a:pt x="2458" y="3309"/>
                    <a:pt x="1891" y="2931"/>
                    <a:pt x="1481" y="2616"/>
                  </a:cubicBezTo>
                  <a:cubicBezTo>
                    <a:pt x="1166" y="2364"/>
                    <a:pt x="788" y="2143"/>
                    <a:pt x="788" y="1891"/>
                  </a:cubicBezTo>
                  <a:cubicBezTo>
                    <a:pt x="788" y="1671"/>
                    <a:pt x="1008" y="1513"/>
                    <a:pt x="1197" y="1513"/>
                  </a:cubicBezTo>
                  <a:cubicBezTo>
                    <a:pt x="1418" y="1513"/>
                    <a:pt x="1639" y="1702"/>
                    <a:pt x="1639" y="1891"/>
                  </a:cubicBezTo>
                  <a:cubicBezTo>
                    <a:pt x="1639" y="2143"/>
                    <a:pt x="1828" y="2332"/>
                    <a:pt x="2017" y="2332"/>
                  </a:cubicBezTo>
                  <a:cubicBezTo>
                    <a:pt x="2269" y="2332"/>
                    <a:pt x="2458" y="2143"/>
                    <a:pt x="2458" y="1891"/>
                  </a:cubicBezTo>
                  <a:cubicBezTo>
                    <a:pt x="2458" y="1356"/>
                    <a:pt x="2111" y="915"/>
                    <a:pt x="1639" y="726"/>
                  </a:cubicBezTo>
                  <a:lnTo>
                    <a:pt x="1639" y="442"/>
                  </a:lnTo>
                  <a:cubicBezTo>
                    <a:pt x="1639" y="221"/>
                    <a:pt x="1418" y="1"/>
                    <a:pt x="122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3" name="Google Shape;10843;p136"/>
            <p:cNvSpPr/>
            <p:nvPr/>
          </p:nvSpPr>
          <p:spPr>
            <a:xfrm>
              <a:off x="-64343900" y="2282125"/>
              <a:ext cx="207150" cy="316000"/>
            </a:xfrm>
            <a:custGeom>
              <a:rect b="b" l="l" r="r" t="t"/>
              <a:pathLst>
                <a:path extrusionOk="0" h="12640" w="8286">
                  <a:moveTo>
                    <a:pt x="4159" y="788"/>
                  </a:moveTo>
                  <a:cubicBezTo>
                    <a:pt x="5986" y="788"/>
                    <a:pt x="7467" y="2301"/>
                    <a:pt x="7467" y="4096"/>
                  </a:cubicBezTo>
                  <a:cubicBezTo>
                    <a:pt x="7467" y="5924"/>
                    <a:pt x="5986" y="7404"/>
                    <a:pt x="4159" y="7404"/>
                  </a:cubicBezTo>
                  <a:cubicBezTo>
                    <a:pt x="2300" y="7404"/>
                    <a:pt x="851" y="5924"/>
                    <a:pt x="851" y="4096"/>
                  </a:cubicBezTo>
                  <a:cubicBezTo>
                    <a:pt x="851" y="2301"/>
                    <a:pt x="2363" y="788"/>
                    <a:pt x="4159" y="788"/>
                  </a:cubicBezTo>
                  <a:close/>
                  <a:moveTo>
                    <a:pt x="851" y="8917"/>
                  </a:moveTo>
                  <a:cubicBezTo>
                    <a:pt x="1513" y="8980"/>
                    <a:pt x="2206" y="9295"/>
                    <a:pt x="2773" y="9862"/>
                  </a:cubicBezTo>
                  <a:cubicBezTo>
                    <a:pt x="3340" y="10429"/>
                    <a:pt x="3655" y="11122"/>
                    <a:pt x="3718" y="11784"/>
                  </a:cubicBezTo>
                  <a:cubicBezTo>
                    <a:pt x="3056" y="11689"/>
                    <a:pt x="2395" y="11374"/>
                    <a:pt x="1796" y="10838"/>
                  </a:cubicBezTo>
                  <a:cubicBezTo>
                    <a:pt x="1261" y="10271"/>
                    <a:pt x="945" y="9578"/>
                    <a:pt x="851" y="8917"/>
                  </a:cubicBezTo>
                  <a:close/>
                  <a:moveTo>
                    <a:pt x="7467" y="8917"/>
                  </a:moveTo>
                  <a:lnTo>
                    <a:pt x="7467" y="8917"/>
                  </a:lnTo>
                  <a:cubicBezTo>
                    <a:pt x="7404" y="9578"/>
                    <a:pt x="7089" y="10240"/>
                    <a:pt x="6522" y="10838"/>
                  </a:cubicBezTo>
                  <a:cubicBezTo>
                    <a:pt x="5923" y="11374"/>
                    <a:pt x="5262" y="11689"/>
                    <a:pt x="4600" y="11784"/>
                  </a:cubicBezTo>
                  <a:cubicBezTo>
                    <a:pt x="4663" y="11122"/>
                    <a:pt x="4947" y="10429"/>
                    <a:pt x="5545" y="9862"/>
                  </a:cubicBezTo>
                  <a:cubicBezTo>
                    <a:pt x="6081" y="9295"/>
                    <a:pt x="6805" y="8980"/>
                    <a:pt x="7467" y="8917"/>
                  </a:cubicBezTo>
                  <a:close/>
                  <a:moveTo>
                    <a:pt x="4159" y="1"/>
                  </a:moveTo>
                  <a:cubicBezTo>
                    <a:pt x="1891" y="1"/>
                    <a:pt x="32" y="1860"/>
                    <a:pt x="32" y="4128"/>
                  </a:cubicBezTo>
                  <a:cubicBezTo>
                    <a:pt x="32" y="6270"/>
                    <a:pt x="1670" y="8034"/>
                    <a:pt x="3781" y="8223"/>
                  </a:cubicBezTo>
                  <a:lnTo>
                    <a:pt x="3781" y="9736"/>
                  </a:lnTo>
                  <a:cubicBezTo>
                    <a:pt x="3623" y="9578"/>
                    <a:pt x="3497" y="9421"/>
                    <a:pt x="3371" y="9295"/>
                  </a:cubicBezTo>
                  <a:cubicBezTo>
                    <a:pt x="2584" y="8507"/>
                    <a:pt x="1576" y="8066"/>
                    <a:pt x="410" y="8066"/>
                  </a:cubicBezTo>
                  <a:cubicBezTo>
                    <a:pt x="189" y="8066"/>
                    <a:pt x="32" y="8287"/>
                    <a:pt x="32" y="8476"/>
                  </a:cubicBezTo>
                  <a:cubicBezTo>
                    <a:pt x="0" y="9578"/>
                    <a:pt x="410" y="10649"/>
                    <a:pt x="1261" y="11437"/>
                  </a:cubicBezTo>
                  <a:cubicBezTo>
                    <a:pt x="2048" y="12225"/>
                    <a:pt x="3056" y="12634"/>
                    <a:pt x="4096" y="12634"/>
                  </a:cubicBezTo>
                  <a:lnTo>
                    <a:pt x="4159" y="12634"/>
                  </a:lnTo>
                  <a:cubicBezTo>
                    <a:pt x="4225" y="12638"/>
                    <a:pt x="4290" y="12640"/>
                    <a:pt x="4355" y="12640"/>
                  </a:cubicBezTo>
                  <a:cubicBezTo>
                    <a:pt x="5385" y="12640"/>
                    <a:pt x="6348" y="12178"/>
                    <a:pt x="7089" y="11437"/>
                  </a:cubicBezTo>
                  <a:cubicBezTo>
                    <a:pt x="7877" y="10649"/>
                    <a:pt x="8286" y="9610"/>
                    <a:pt x="8286" y="8476"/>
                  </a:cubicBezTo>
                  <a:cubicBezTo>
                    <a:pt x="8286" y="8223"/>
                    <a:pt x="8097" y="8066"/>
                    <a:pt x="7908" y="8066"/>
                  </a:cubicBezTo>
                  <a:cubicBezTo>
                    <a:pt x="7872" y="8065"/>
                    <a:pt x="7837" y="8064"/>
                    <a:pt x="7801" y="8064"/>
                  </a:cubicBezTo>
                  <a:cubicBezTo>
                    <a:pt x="6709" y="8064"/>
                    <a:pt x="5709" y="8532"/>
                    <a:pt x="4947" y="9295"/>
                  </a:cubicBezTo>
                  <a:cubicBezTo>
                    <a:pt x="4821" y="9452"/>
                    <a:pt x="4663" y="9578"/>
                    <a:pt x="4569" y="9736"/>
                  </a:cubicBezTo>
                  <a:lnTo>
                    <a:pt x="4569" y="8223"/>
                  </a:lnTo>
                  <a:cubicBezTo>
                    <a:pt x="6648" y="8034"/>
                    <a:pt x="8286" y="6270"/>
                    <a:pt x="8286" y="4128"/>
                  </a:cubicBezTo>
                  <a:cubicBezTo>
                    <a:pt x="8286" y="1860"/>
                    <a:pt x="6459" y="1"/>
                    <a:pt x="415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844" name="Google Shape;10844;p136"/>
          <p:cNvSpPr/>
          <p:nvPr/>
        </p:nvSpPr>
        <p:spPr>
          <a:xfrm>
            <a:off x="1736288" y="2257833"/>
            <a:ext cx="367165" cy="369913"/>
          </a:xfrm>
          <a:custGeom>
            <a:rect b="b" l="l" r="r" t="t"/>
            <a:pathLst>
              <a:path extrusionOk="0" h="12792" w="12697">
                <a:moveTo>
                  <a:pt x="7310" y="3435"/>
                </a:moveTo>
                <a:cubicBezTo>
                  <a:pt x="7404" y="3435"/>
                  <a:pt x="7467" y="3498"/>
                  <a:pt x="7436" y="3624"/>
                </a:cubicBezTo>
                <a:cubicBezTo>
                  <a:pt x="7310" y="3939"/>
                  <a:pt x="7247" y="4223"/>
                  <a:pt x="7215" y="4538"/>
                </a:cubicBezTo>
                <a:lnTo>
                  <a:pt x="5419" y="4538"/>
                </a:lnTo>
                <a:cubicBezTo>
                  <a:pt x="5388" y="4223"/>
                  <a:pt x="5293" y="3908"/>
                  <a:pt x="5199" y="3624"/>
                </a:cubicBezTo>
                <a:cubicBezTo>
                  <a:pt x="5167" y="3498"/>
                  <a:pt x="5230" y="3435"/>
                  <a:pt x="5325" y="3435"/>
                </a:cubicBezTo>
                <a:close/>
                <a:moveTo>
                  <a:pt x="7121" y="5357"/>
                </a:moveTo>
                <a:cubicBezTo>
                  <a:pt x="7089" y="6428"/>
                  <a:pt x="7310" y="7436"/>
                  <a:pt x="7845" y="8381"/>
                </a:cubicBezTo>
                <a:lnTo>
                  <a:pt x="8003" y="8665"/>
                </a:lnTo>
                <a:lnTo>
                  <a:pt x="4726" y="8665"/>
                </a:lnTo>
                <a:lnTo>
                  <a:pt x="4852" y="8381"/>
                </a:lnTo>
                <a:cubicBezTo>
                  <a:pt x="5356" y="7436"/>
                  <a:pt x="5577" y="6396"/>
                  <a:pt x="5545" y="5357"/>
                </a:cubicBezTo>
                <a:close/>
                <a:moveTo>
                  <a:pt x="8381" y="9484"/>
                </a:moveTo>
                <a:cubicBezTo>
                  <a:pt x="8633" y="9484"/>
                  <a:pt x="8790" y="9704"/>
                  <a:pt x="8790" y="9925"/>
                </a:cubicBezTo>
                <a:lnTo>
                  <a:pt x="8790" y="10335"/>
                </a:lnTo>
                <a:lnTo>
                  <a:pt x="3813" y="10335"/>
                </a:lnTo>
                <a:lnTo>
                  <a:pt x="3813" y="9925"/>
                </a:lnTo>
                <a:lnTo>
                  <a:pt x="3844" y="9925"/>
                </a:lnTo>
                <a:cubicBezTo>
                  <a:pt x="3844" y="9704"/>
                  <a:pt x="4065" y="9484"/>
                  <a:pt x="4254" y="9484"/>
                </a:cubicBezTo>
                <a:close/>
                <a:moveTo>
                  <a:pt x="9200" y="11154"/>
                </a:moveTo>
                <a:cubicBezTo>
                  <a:pt x="9452" y="11154"/>
                  <a:pt x="9609" y="11343"/>
                  <a:pt x="9609" y="11595"/>
                </a:cubicBezTo>
                <a:lnTo>
                  <a:pt x="9609" y="12004"/>
                </a:lnTo>
                <a:lnTo>
                  <a:pt x="2993" y="12004"/>
                </a:lnTo>
                <a:lnTo>
                  <a:pt x="2993" y="11595"/>
                </a:lnTo>
                <a:lnTo>
                  <a:pt x="3025" y="11595"/>
                </a:lnTo>
                <a:cubicBezTo>
                  <a:pt x="3025" y="11343"/>
                  <a:pt x="3214" y="11154"/>
                  <a:pt x="3435" y="11154"/>
                </a:cubicBezTo>
                <a:close/>
                <a:moveTo>
                  <a:pt x="6333" y="1"/>
                </a:moveTo>
                <a:cubicBezTo>
                  <a:pt x="6144" y="1"/>
                  <a:pt x="5955" y="190"/>
                  <a:pt x="5955" y="442"/>
                </a:cubicBezTo>
                <a:lnTo>
                  <a:pt x="5955" y="883"/>
                </a:lnTo>
                <a:lnTo>
                  <a:pt x="5514" y="883"/>
                </a:lnTo>
                <a:cubicBezTo>
                  <a:pt x="5262" y="883"/>
                  <a:pt x="5104" y="1072"/>
                  <a:pt x="5104" y="1261"/>
                </a:cubicBezTo>
                <a:cubicBezTo>
                  <a:pt x="5104" y="1513"/>
                  <a:pt x="5325" y="1702"/>
                  <a:pt x="5514" y="1702"/>
                </a:cubicBezTo>
                <a:lnTo>
                  <a:pt x="5955" y="1702"/>
                </a:lnTo>
                <a:lnTo>
                  <a:pt x="5955" y="2521"/>
                </a:lnTo>
                <a:lnTo>
                  <a:pt x="5356" y="2521"/>
                </a:lnTo>
                <a:cubicBezTo>
                  <a:pt x="4695" y="2521"/>
                  <a:pt x="4222" y="3183"/>
                  <a:pt x="4443" y="3813"/>
                </a:cubicBezTo>
                <a:cubicBezTo>
                  <a:pt x="4537" y="4034"/>
                  <a:pt x="4569" y="4254"/>
                  <a:pt x="4632" y="4443"/>
                </a:cubicBezTo>
                <a:lnTo>
                  <a:pt x="4285" y="4443"/>
                </a:lnTo>
                <a:cubicBezTo>
                  <a:pt x="4065" y="4443"/>
                  <a:pt x="3907" y="4664"/>
                  <a:pt x="3907" y="4884"/>
                </a:cubicBezTo>
                <a:cubicBezTo>
                  <a:pt x="3907" y="5136"/>
                  <a:pt x="4096" y="5325"/>
                  <a:pt x="4285" y="5325"/>
                </a:cubicBezTo>
                <a:lnTo>
                  <a:pt x="4726" y="5325"/>
                </a:lnTo>
                <a:cubicBezTo>
                  <a:pt x="4821" y="6901"/>
                  <a:pt x="4191" y="7846"/>
                  <a:pt x="3718" y="8791"/>
                </a:cubicBezTo>
                <a:cubicBezTo>
                  <a:pt x="3308" y="8980"/>
                  <a:pt x="3025" y="9421"/>
                  <a:pt x="3025" y="9893"/>
                </a:cubicBezTo>
                <a:lnTo>
                  <a:pt x="3025" y="10366"/>
                </a:lnTo>
                <a:cubicBezTo>
                  <a:pt x="2552" y="10524"/>
                  <a:pt x="2206" y="10996"/>
                  <a:pt x="2206" y="11532"/>
                </a:cubicBezTo>
                <a:lnTo>
                  <a:pt x="2206" y="11973"/>
                </a:lnTo>
                <a:lnTo>
                  <a:pt x="442" y="11973"/>
                </a:lnTo>
                <a:cubicBezTo>
                  <a:pt x="189" y="11973"/>
                  <a:pt x="0" y="12162"/>
                  <a:pt x="0" y="12382"/>
                </a:cubicBezTo>
                <a:cubicBezTo>
                  <a:pt x="0" y="12603"/>
                  <a:pt x="158" y="12792"/>
                  <a:pt x="379" y="12792"/>
                </a:cubicBezTo>
                <a:lnTo>
                  <a:pt x="12256" y="12792"/>
                </a:lnTo>
                <a:cubicBezTo>
                  <a:pt x="12476" y="12792"/>
                  <a:pt x="12697" y="12603"/>
                  <a:pt x="12697" y="12382"/>
                </a:cubicBezTo>
                <a:cubicBezTo>
                  <a:pt x="12697" y="12130"/>
                  <a:pt x="12476" y="11973"/>
                  <a:pt x="12256" y="11973"/>
                </a:cubicBezTo>
                <a:lnTo>
                  <a:pt x="10460" y="11973"/>
                </a:lnTo>
                <a:lnTo>
                  <a:pt x="10460" y="11532"/>
                </a:lnTo>
                <a:cubicBezTo>
                  <a:pt x="10460" y="10996"/>
                  <a:pt x="10114" y="10555"/>
                  <a:pt x="9641" y="10366"/>
                </a:cubicBezTo>
                <a:lnTo>
                  <a:pt x="9641" y="9893"/>
                </a:lnTo>
                <a:cubicBezTo>
                  <a:pt x="9641" y="9421"/>
                  <a:pt x="9357" y="8980"/>
                  <a:pt x="8979" y="8791"/>
                </a:cubicBezTo>
                <a:cubicBezTo>
                  <a:pt x="8507" y="7877"/>
                  <a:pt x="7877" y="6932"/>
                  <a:pt x="7940" y="5325"/>
                </a:cubicBezTo>
                <a:lnTo>
                  <a:pt x="8381" y="5325"/>
                </a:lnTo>
                <a:cubicBezTo>
                  <a:pt x="8633" y="5325"/>
                  <a:pt x="8790" y="5136"/>
                  <a:pt x="8790" y="4884"/>
                </a:cubicBezTo>
                <a:cubicBezTo>
                  <a:pt x="8790" y="4664"/>
                  <a:pt x="8570" y="4443"/>
                  <a:pt x="8381" y="4443"/>
                </a:cubicBezTo>
                <a:lnTo>
                  <a:pt x="8034" y="4443"/>
                </a:lnTo>
                <a:cubicBezTo>
                  <a:pt x="8066" y="4254"/>
                  <a:pt x="8160" y="4034"/>
                  <a:pt x="8223" y="3813"/>
                </a:cubicBezTo>
                <a:cubicBezTo>
                  <a:pt x="8475" y="3183"/>
                  <a:pt x="8003" y="2521"/>
                  <a:pt x="7310" y="2521"/>
                </a:cubicBezTo>
                <a:lnTo>
                  <a:pt x="6743" y="2521"/>
                </a:lnTo>
                <a:lnTo>
                  <a:pt x="6743" y="1702"/>
                </a:lnTo>
                <a:lnTo>
                  <a:pt x="7184" y="1702"/>
                </a:lnTo>
                <a:cubicBezTo>
                  <a:pt x="7404" y="1702"/>
                  <a:pt x="7562" y="1513"/>
                  <a:pt x="7562" y="1261"/>
                </a:cubicBezTo>
                <a:cubicBezTo>
                  <a:pt x="7562" y="1041"/>
                  <a:pt x="7373" y="883"/>
                  <a:pt x="7184" y="883"/>
                </a:cubicBezTo>
                <a:lnTo>
                  <a:pt x="6743" y="883"/>
                </a:lnTo>
                <a:lnTo>
                  <a:pt x="6743" y="442"/>
                </a:lnTo>
                <a:cubicBezTo>
                  <a:pt x="6743" y="190"/>
                  <a:pt x="6522" y="1"/>
                  <a:pt x="633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845" name="Google Shape;10845;p136"/>
          <p:cNvGrpSpPr/>
          <p:nvPr/>
        </p:nvGrpSpPr>
        <p:grpSpPr>
          <a:xfrm>
            <a:off x="3986941" y="1313804"/>
            <a:ext cx="318873" cy="366471"/>
            <a:chOff x="-62496925" y="1931475"/>
            <a:chExt cx="275675" cy="316825"/>
          </a:xfrm>
        </p:grpSpPr>
        <p:sp>
          <p:nvSpPr>
            <p:cNvPr id="10846" name="Google Shape;10846;p136"/>
            <p:cNvSpPr/>
            <p:nvPr/>
          </p:nvSpPr>
          <p:spPr>
            <a:xfrm>
              <a:off x="-62496925" y="1931475"/>
              <a:ext cx="275675" cy="316825"/>
            </a:xfrm>
            <a:custGeom>
              <a:rect b="b" l="l" r="r" t="t"/>
              <a:pathLst>
                <a:path extrusionOk="0" h="12673" w="11027">
                  <a:moveTo>
                    <a:pt x="5514" y="1047"/>
                  </a:moveTo>
                  <a:cubicBezTo>
                    <a:pt x="6238" y="1519"/>
                    <a:pt x="7215" y="1834"/>
                    <a:pt x="8003" y="1834"/>
                  </a:cubicBezTo>
                  <a:cubicBezTo>
                    <a:pt x="8538" y="1834"/>
                    <a:pt x="9294" y="1708"/>
                    <a:pt x="10208" y="1204"/>
                  </a:cubicBezTo>
                  <a:lnTo>
                    <a:pt x="10208" y="5237"/>
                  </a:lnTo>
                  <a:cubicBezTo>
                    <a:pt x="10177" y="8198"/>
                    <a:pt x="8349" y="10845"/>
                    <a:pt x="5514" y="11821"/>
                  </a:cubicBezTo>
                  <a:cubicBezTo>
                    <a:pt x="2710" y="10845"/>
                    <a:pt x="820" y="8198"/>
                    <a:pt x="820" y="5237"/>
                  </a:cubicBezTo>
                  <a:lnTo>
                    <a:pt x="820" y="1204"/>
                  </a:lnTo>
                  <a:cubicBezTo>
                    <a:pt x="1513" y="1582"/>
                    <a:pt x="2269" y="1834"/>
                    <a:pt x="3025" y="1834"/>
                  </a:cubicBezTo>
                  <a:cubicBezTo>
                    <a:pt x="3844" y="1834"/>
                    <a:pt x="4758" y="1551"/>
                    <a:pt x="5514" y="1047"/>
                  </a:cubicBezTo>
                  <a:close/>
                  <a:moveTo>
                    <a:pt x="10654" y="1"/>
                  </a:moveTo>
                  <a:cubicBezTo>
                    <a:pt x="10567" y="1"/>
                    <a:pt x="10476" y="33"/>
                    <a:pt x="10397" y="102"/>
                  </a:cubicBezTo>
                  <a:cubicBezTo>
                    <a:pt x="9389" y="826"/>
                    <a:pt x="8538" y="952"/>
                    <a:pt x="8034" y="952"/>
                  </a:cubicBezTo>
                  <a:cubicBezTo>
                    <a:pt x="7310" y="952"/>
                    <a:pt x="6396" y="637"/>
                    <a:pt x="5766" y="165"/>
                  </a:cubicBezTo>
                  <a:cubicBezTo>
                    <a:pt x="5703" y="102"/>
                    <a:pt x="5616" y="70"/>
                    <a:pt x="5526" y="70"/>
                  </a:cubicBezTo>
                  <a:cubicBezTo>
                    <a:pt x="5435" y="70"/>
                    <a:pt x="5341" y="102"/>
                    <a:pt x="5262" y="165"/>
                  </a:cubicBezTo>
                  <a:cubicBezTo>
                    <a:pt x="4632" y="637"/>
                    <a:pt x="3781" y="952"/>
                    <a:pt x="3025" y="952"/>
                  </a:cubicBezTo>
                  <a:cubicBezTo>
                    <a:pt x="2237" y="952"/>
                    <a:pt x="1450" y="637"/>
                    <a:pt x="662" y="102"/>
                  </a:cubicBezTo>
                  <a:cubicBezTo>
                    <a:pt x="582" y="40"/>
                    <a:pt x="495" y="13"/>
                    <a:pt x="411" y="13"/>
                  </a:cubicBezTo>
                  <a:cubicBezTo>
                    <a:pt x="196" y="13"/>
                    <a:pt x="0" y="190"/>
                    <a:pt x="0" y="417"/>
                  </a:cubicBezTo>
                  <a:lnTo>
                    <a:pt x="0" y="5237"/>
                  </a:lnTo>
                  <a:cubicBezTo>
                    <a:pt x="0" y="8608"/>
                    <a:pt x="2080" y="11601"/>
                    <a:pt x="5388" y="12641"/>
                  </a:cubicBezTo>
                  <a:cubicBezTo>
                    <a:pt x="5419" y="12641"/>
                    <a:pt x="5451" y="12672"/>
                    <a:pt x="5514" y="12672"/>
                  </a:cubicBezTo>
                  <a:cubicBezTo>
                    <a:pt x="5545" y="12672"/>
                    <a:pt x="5577" y="12672"/>
                    <a:pt x="5640" y="12641"/>
                  </a:cubicBezTo>
                  <a:cubicBezTo>
                    <a:pt x="8979" y="11538"/>
                    <a:pt x="11027" y="8513"/>
                    <a:pt x="11027" y="5237"/>
                  </a:cubicBezTo>
                  <a:lnTo>
                    <a:pt x="11027" y="417"/>
                  </a:lnTo>
                  <a:cubicBezTo>
                    <a:pt x="11027" y="157"/>
                    <a:pt x="10848" y="1"/>
                    <a:pt x="1065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7" name="Google Shape;10847;p136"/>
            <p:cNvSpPr/>
            <p:nvPr/>
          </p:nvSpPr>
          <p:spPr>
            <a:xfrm>
              <a:off x="-62390600" y="2016700"/>
              <a:ext cx="63025" cy="146525"/>
            </a:xfrm>
            <a:custGeom>
              <a:rect b="b" l="l" r="r" t="t"/>
              <a:pathLst>
                <a:path extrusionOk="0" h="5861" w="2521">
                  <a:moveTo>
                    <a:pt x="1261" y="1"/>
                  </a:moveTo>
                  <a:cubicBezTo>
                    <a:pt x="1009" y="1"/>
                    <a:pt x="820" y="190"/>
                    <a:pt x="820" y="410"/>
                  </a:cubicBezTo>
                  <a:lnTo>
                    <a:pt x="820" y="694"/>
                  </a:lnTo>
                  <a:cubicBezTo>
                    <a:pt x="347" y="851"/>
                    <a:pt x="1" y="1324"/>
                    <a:pt x="1" y="1891"/>
                  </a:cubicBezTo>
                  <a:cubicBezTo>
                    <a:pt x="1" y="2553"/>
                    <a:pt x="536" y="2931"/>
                    <a:pt x="977" y="3246"/>
                  </a:cubicBezTo>
                  <a:cubicBezTo>
                    <a:pt x="1292" y="3498"/>
                    <a:pt x="1639" y="3718"/>
                    <a:pt x="1639" y="3970"/>
                  </a:cubicBezTo>
                  <a:cubicBezTo>
                    <a:pt x="1639" y="4191"/>
                    <a:pt x="1450" y="4411"/>
                    <a:pt x="1261" y="4411"/>
                  </a:cubicBezTo>
                  <a:cubicBezTo>
                    <a:pt x="1040" y="4411"/>
                    <a:pt x="820" y="4191"/>
                    <a:pt x="820" y="3970"/>
                  </a:cubicBezTo>
                  <a:cubicBezTo>
                    <a:pt x="820" y="3718"/>
                    <a:pt x="631" y="3561"/>
                    <a:pt x="410" y="3561"/>
                  </a:cubicBezTo>
                  <a:cubicBezTo>
                    <a:pt x="221" y="3561"/>
                    <a:pt x="32" y="3781"/>
                    <a:pt x="32" y="3970"/>
                  </a:cubicBezTo>
                  <a:cubicBezTo>
                    <a:pt x="32" y="4506"/>
                    <a:pt x="379" y="4947"/>
                    <a:pt x="851" y="5136"/>
                  </a:cubicBezTo>
                  <a:lnTo>
                    <a:pt x="851" y="5419"/>
                  </a:lnTo>
                  <a:cubicBezTo>
                    <a:pt x="851" y="5671"/>
                    <a:pt x="1040" y="5861"/>
                    <a:pt x="1292" y="5861"/>
                  </a:cubicBezTo>
                  <a:cubicBezTo>
                    <a:pt x="1513" y="5861"/>
                    <a:pt x="1670" y="5671"/>
                    <a:pt x="1670" y="5419"/>
                  </a:cubicBezTo>
                  <a:lnTo>
                    <a:pt x="1670" y="5136"/>
                  </a:lnTo>
                  <a:cubicBezTo>
                    <a:pt x="2143" y="4978"/>
                    <a:pt x="2521" y="4506"/>
                    <a:pt x="2521" y="3970"/>
                  </a:cubicBezTo>
                  <a:cubicBezTo>
                    <a:pt x="2521" y="3309"/>
                    <a:pt x="1954" y="2899"/>
                    <a:pt x="1513" y="2584"/>
                  </a:cubicBezTo>
                  <a:cubicBezTo>
                    <a:pt x="1198" y="2363"/>
                    <a:pt x="851" y="2111"/>
                    <a:pt x="851" y="1891"/>
                  </a:cubicBezTo>
                  <a:cubicBezTo>
                    <a:pt x="851" y="1670"/>
                    <a:pt x="1040" y="1481"/>
                    <a:pt x="1261" y="1481"/>
                  </a:cubicBezTo>
                  <a:cubicBezTo>
                    <a:pt x="1481" y="1481"/>
                    <a:pt x="1639" y="1670"/>
                    <a:pt x="1639" y="1891"/>
                  </a:cubicBezTo>
                  <a:cubicBezTo>
                    <a:pt x="1639" y="2111"/>
                    <a:pt x="1828" y="2300"/>
                    <a:pt x="2080" y="2300"/>
                  </a:cubicBezTo>
                  <a:cubicBezTo>
                    <a:pt x="2300" y="2300"/>
                    <a:pt x="2458" y="2111"/>
                    <a:pt x="2458" y="1891"/>
                  </a:cubicBezTo>
                  <a:cubicBezTo>
                    <a:pt x="2458" y="1324"/>
                    <a:pt x="2111" y="883"/>
                    <a:pt x="1639" y="694"/>
                  </a:cubicBezTo>
                  <a:lnTo>
                    <a:pt x="1639" y="410"/>
                  </a:lnTo>
                  <a:cubicBezTo>
                    <a:pt x="1639" y="190"/>
                    <a:pt x="1450" y="1"/>
                    <a:pt x="126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48" name="Google Shape;10848;p136"/>
          <p:cNvGrpSpPr/>
          <p:nvPr/>
        </p:nvGrpSpPr>
        <p:grpSpPr>
          <a:xfrm>
            <a:off x="3963691" y="1793629"/>
            <a:ext cx="365373" cy="367426"/>
            <a:chOff x="-62516625" y="2297875"/>
            <a:chExt cx="315875" cy="317650"/>
          </a:xfrm>
        </p:grpSpPr>
        <p:sp>
          <p:nvSpPr>
            <p:cNvPr id="10849" name="Google Shape;10849;p136"/>
            <p:cNvSpPr/>
            <p:nvPr/>
          </p:nvSpPr>
          <p:spPr>
            <a:xfrm>
              <a:off x="-62516625" y="2297875"/>
              <a:ext cx="315875" cy="317650"/>
            </a:xfrm>
            <a:custGeom>
              <a:rect b="b" l="l" r="r" t="t"/>
              <a:pathLst>
                <a:path extrusionOk="0" h="12706" w="12635">
                  <a:moveTo>
                    <a:pt x="4632" y="3309"/>
                  </a:moveTo>
                  <a:cubicBezTo>
                    <a:pt x="5388" y="3309"/>
                    <a:pt x="6018" y="3939"/>
                    <a:pt x="6018" y="4695"/>
                  </a:cubicBezTo>
                  <a:cubicBezTo>
                    <a:pt x="6018" y="4916"/>
                    <a:pt x="5924" y="5168"/>
                    <a:pt x="5829" y="5388"/>
                  </a:cubicBezTo>
                  <a:lnTo>
                    <a:pt x="5357" y="5861"/>
                  </a:lnTo>
                  <a:cubicBezTo>
                    <a:pt x="5136" y="5987"/>
                    <a:pt x="4916" y="6081"/>
                    <a:pt x="4632" y="6081"/>
                  </a:cubicBezTo>
                  <a:cubicBezTo>
                    <a:pt x="3876" y="6081"/>
                    <a:pt x="3246" y="5451"/>
                    <a:pt x="3246" y="4695"/>
                  </a:cubicBezTo>
                  <a:cubicBezTo>
                    <a:pt x="3246" y="3939"/>
                    <a:pt x="3876" y="3309"/>
                    <a:pt x="4632" y="3309"/>
                  </a:cubicBezTo>
                  <a:close/>
                  <a:moveTo>
                    <a:pt x="4632" y="820"/>
                  </a:moveTo>
                  <a:cubicBezTo>
                    <a:pt x="6617" y="820"/>
                    <a:pt x="8287" y="2364"/>
                    <a:pt x="8444" y="4285"/>
                  </a:cubicBezTo>
                  <a:lnTo>
                    <a:pt x="8444" y="4412"/>
                  </a:lnTo>
                  <a:cubicBezTo>
                    <a:pt x="7877" y="4412"/>
                    <a:pt x="7310" y="4538"/>
                    <a:pt x="6806" y="4758"/>
                  </a:cubicBezTo>
                  <a:lnTo>
                    <a:pt x="6806" y="4695"/>
                  </a:lnTo>
                  <a:cubicBezTo>
                    <a:pt x="6806" y="3466"/>
                    <a:pt x="5829" y="2490"/>
                    <a:pt x="4601" y="2490"/>
                  </a:cubicBezTo>
                  <a:cubicBezTo>
                    <a:pt x="3372" y="2490"/>
                    <a:pt x="2395" y="3466"/>
                    <a:pt x="2395" y="4695"/>
                  </a:cubicBezTo>
                  <a:cubicBezTo>
                    <a:pt x="2395" y="5924"/>
                    <a:pt x="3372" y="6900"/>
                    <a:pt x="4601" y="6900"/>
                  </a:cubicBezTo>
                  <a:lnTo>
                    <a:pt x="4664" y="6900"/>
                  </a:lnTo>
                  <a:cubicBezTo>
                    <a:pt x="4443" y="7404"/>
                    <a:pt x="4317" y="7972"/>
                    <a:pt x="4317" y="8539"/>
                  </a:cubicBezTo>
                  <a:cubicBezTo>
                    <a:pt x="4317" y="9421"/>
                    <a:pt x="4601" y="10240"/>
                    <a:pt x="5073" y="10902"/>
                  </a:cubicBezTo>
                  <a:lnTo>
                    <a:pt x="4601" y="11532"/>
                  </a:lnTo>
                  <a:lnTo>
                    <a:pt x="1513" y="7026"/>
                  </a:lnTo>
                  <a:cubicBezTo>
                    <a:pt x="1009" y="6333"/>
                    <a:pt x="725" y="5546"/>
                    <a:pt x="725" y="4695"/>
                  </a:cubicBezTo>
                  <a:cubicBezTo>
                    <a:pt x="788" y="2553"/>
                    <a:pt x="2521" y="820"/>
                    <a:pt x="4632" y="820"/>
                  </a:cubicBezTo>
                  <a:close/>
                  <a:moveTo>
                    <a:pt x="8507" y="5231"/>
                  </a:moveTo>
                  <a:cubicBezTo>
                    <a:pt x="10334" y="5231"/>
                    <a:pt x="11815" y="6743"/>
                    <a:pt x="11815" y="8539"/>
                  </a:cubicBezTo>
                  <a:cubicBezTo>
                    <a:pt x="11815" y="10366"/>
                    <a:pt x="10303" y="11847"/>
                    <a:pt x="8507" y="11847"/>
                  </a:cubicBezTo>
                  <a:cubicBezTo>
                    <a:pt x="6680" y="11847"/>
                    <a:pt x="5199" y="10366"/>
                    <a:pt x="5199" y="8539"/>
                  </a:cubicBezTo>
                  <a:cubicBezTo>
                    <a:pt x="5199" y="6743"/>
                    <a:pt x="6680" y="5231"/>
                    <a:pt x="8507" y="5231"/>
                  </a:cubicBezTo>
                  <a:close/>
                  <a:moveTo>
                    <a:pt x="4664" y="1"/>
                  </a:moveTo>
                  <a:cubicBezTo>
                    <a:pt x="2080" y="1"/>
                    <a:pt x="1" y="2080"/>
                    <a:pt x="1" y="4695"/>
                  </a:cubicBezTo>
                  <a:cubicBezTo>
                    <a:pt x="1" y="5703"/>
                    <a:pt x="316" y="6711"/>
                    <a:pt x="946" y="7499"/>
                  </a:cubicBezTo>
                  <a:lnTo>
                    <a:pt x="4317" y="12540"/>
                  </a:lnTo>
                  <a:cubicBezTo>
                    <a:pt x="4396" y="12650"/>
                    <a:pt x="4522" y="12705"/>
                    <a:pt x="4648" y="12705"/>
                  </a:cubicBezTo>
                  <a:cubicBezTo>
                    <a:pt x="4774" y="12705"/>
                    <a:pt x="4900" y="12650"/>
                    <a:pt x="4979" y="12540"/>
                  </a:cubicBezTo>
                  <a:lnTo>
                    <a:pt x="5672" y="11532"/>
                  </a:lnTo>
                  <a:cubicBezTo>
                    <a:pt x="6396" y="12256"/>
                    <a:pt x="7404" y="12697"/>
                    <a:pt x="8507" y="12697"/>
                  </a:cubicBezTo>
                  <a:cubicBezTo>
                    <a:pt x="10776" y="12697"/>
                    <a:pt x="12634" y="10838"/>
                    <a:pt x="12634" y="8539"/>
                  </a:cubicBezTo>
                  <a:cubicBezTo>
                    <a:pt x="12634" y="6554"/>
                    <a:pt x="11217" y="4884"/>
                    <a:pt x="9326" y="4506"/>
                  </a:cubicBezTo>
                  <a:lnTo>
                    <a:pt x="9326" y="4222"/>
                  </a:lnTo>
                  <a:cubicBezTo>
                    <a:pt x="9074" y="1891"/>
                    <a:pt x="7121" y="1"/>
                    <a:pt x="466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0" name="Google Shape;10850;p136"/>
            <p:cNvSpPr/>
            <p:nvPr/>
          </p:nvSpPr>
          <p:spPr>
            <a:xfrm>
              <a:off x="-62335475" y="2438075"/>
              <a:ext cx="62250" cy="145750"/>
            </a:xfrm>
            <a:custGeom>
              <a:rect b="b" l="l" r="r" t="t"/>
              <a:pathLst>
                <a:path extrusionOk="0" h="5830" w="2490">
                  <a:moveTo>
                    <a:pt x="1261" y="1"/>
                  </a:moveTo>
                  <a:cubicBezTo>
                    <a:pt x="1009" y="1"/>
                    <a:pt x="820" y="190"/>
                    <a:pt x="820" y="410"/>
                  </a:cubicBezTo>
                  <a:lnTo>
                    <a:pt x="820" y="694"/>
                  </a:lnTo>
                  <a:cubicBezTo>
                    <a:pt x="348" y="851"/>
                    <a:pt x="1" y="1324"/>
                    <a:pt x="1" y="1891"/>
                  </a:cubicBezTo>
                  <a:cubicBezTo>
                    <a:pt x="1" y="2553"/>
                    <a:pt x="537" y="2931"/>
                    <a:pt x="978" y="3246"/>
                  </a:cubicBezTo>
                  <a:cubicBezTo>
                    <a:pt x="1293" y="3498"/>
                    <a:pt x="1639" y="3718"/>
                    <a:pt x="1639" y="3970"/>
                  </a:cubicBezTo>
                  <a:cubicBezTo>
                    <a:pt x="1671" y="4191"/>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20"/>
                  </a:lnTo>
                  <a:cubicBezTo>
                    <a:pt x="820" y="5672"/>
                    <a:pt x="1009" y="5829"/>
                    <a:pt x="1261" y="5829"/>
                  </a:cubicBezTo>
                  <a:cubicBezTo>
                    <a:pt x="1482" y="5829"/>
                    <a:pt x="1639" y="5609"/>
                    <a:pt x="1639" y="5420"/>
                  </a:cubicBezTo>
                  <a:lnTo>
                    <a:pt x="1639" y="5136"/>
                  </a:lnTo>
                  <a:cubicBezTo>
                    <a:pt x="2112" y="4978"/>
                    <a:pt x="2458" y="4506"/>
                    <a:pt x="2458" y="3970"/>
                  </a:cubicBezTo>
                  <a:cubicBezTo>
                    <a:pt x="2458" y="3309"/>
                    <a:pt x="1923" y="2899"/>
                    <a:pt x="1482" y="2584"/>
                  </a:cubicBezTo>
                  <a:cubicBezTo>
                    <a:pt x="1167" y="2364"/>
                    <a:pt x="820" y="2112"/>
                    <a:pt x="820" y="1891"/>
                  </a:cubicBezTo>
                  <a:cubicBezTo>
                    <a:pt x="820" y="1639"/>
                    <a:pt x="1009" y="1450"/>
                    <a:pt x="1261" y="1450"/>
                  </a:cubicBezTo>
                  <a:cubicBezTo>
                    <a:pt x="1482" y="1450"/>
                    <a:pt x="1639" y="1639"/>
                    <a:pt x="1639" y="1891"/>
                  </a:cubicBezTo>
                  <a:cubicBezTo>
                    <a:pt x="1639" y="2112"/>
                    <a:pt x="1860" y="2301"/>
                    <a:pt x="2049" y="2301"/>
                  </a:cubicBezTo>
                  <a:cubicBezTo>
                    <a:pt x="2269" y="2301"/>
                    <a:pt x="2490" y="2112"/>
                    <a:pt x="2490" y="1891"/>
                  </a:cubicBezTo>
                  <a:cubicBezTo>
                    <a:pt x="2490" y="1324"/>
                    <a:pt x="2112" y="883"/>
                    <a:pt x="1639" y="694"/>
                  </a:cubicBezTo>
                  <a:lnTo>
                    <a:pt x="1639" y="410"/>
                  </a:lnTo>
                  <a:cubicBezTo>
                    <a:pt x="1639" y="190"/>
                    <a:pt x="1450" y="1"/>
                    <a:pt x="126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51" name="Google Shape;10851;p136"/>
          <p:cNvGrpSpPr/>
          <p:nvPr/>
        </p:nvGrpSpPr>
        <p:grpSpPr>
          <a:xfrm>
            <a:off x="3962332" y="2275588"/>
            <a:ext cx="368091" cy="334402"/>
            <a:chOff x="-62518200" y="2692475"/>
            <a:chExt cx="318225" cy="289100"/>
          </a:xfrm>
        </p:grpSpPr>
        <p:sp>
          <p:nvSpPr>
            <p:cNvPr id="10852" name="Google Shape;10852;p136"/>
            <p:cNvSpPr/>
            <p:nvPr/>
          </p:nvSpPr>
          <p:spPr>
            <a:xfrm>
              <a:off x="-62518200" y="2692475"/>
              <a:ext cx="318225" cy="289100"/>
            </a:xfrm>
            <a:custGeom>
              <a:rect b="b" l="l" r="r" t="t"/>
              <a:pathLst>
                <a:path extrusionOk="0" h="11564" w="12729">
                  <a:moveTo>
                    <a:pt x="3750" y="851"/>
                  </a:moveTo>
                  <a:cubicBezTo>
                    <a:pt x="5420" y="851"/>
                    <a:pt x="6617" y="1513"/>
                    <a:pt x="6617" y="2112"/>
                  </a:cubicBezTo>
                  <a:cubicBezTo>
                    <a:pt x="6617" y="2679"/>
                    <a:pt x="5420" y="3309"/>
                    <a:pt x="3750" y="3309"/>
                  </a:cubicBezTo>
                  <a:cubicBezTo>
                    <a:pt x="2206" y="3309"/>
                    <a:pt x="851" y="2679"/>
                    <a:pt x="851" y="2112"/>
                  </a:cubicBezTo>
                  <a:cubicBezTo>
                    <a:pt x="851" y="1481"/>
                    <a:pt x="2112" y="851"/>
                    <a:pt x="3750" y="851"/>
                  </a:cubicBezTo>
                  <a:close/>
                  <a:moveTo>
                    <a:pt x="6617" y="3403"/>
                  </a:moveTo>
                  <a:lnTo>
                    <a:pt x="6617" y="3781"/>
                  </a:lnTo>
                  <a:cubicBezTo>
                    <a:pt x="5829" y="4222"/>
                    <a:pt x="5199" y="4884"/>
                    <a:pt x="4821" y="5672"/>
                  </a:cubicBezTo>
                  <a:cubicBezTo>
                    <a:pt x="4475" y="5766"/>
                    <a:pt x="4096" y="5766"/>
                    <a:pt x="3750" y="5766"/>
                  </a:cubicBezTo>
                  <a:cubicBezTo>
                    <a:pt x="2206" y="5766"/>
                    <a:pt x="851" y="5136"/>
                    <a:pt x="851" y="4506"/>
                  </a:cubicBezTo>
                  <a:lnTo>
                    <a:pt x="851" y="3403"/>
                  </a:lnTo>
                  <a:cubicBezTo>
                    <a:pt x="1639" y="3939"/>
                    <a:pt x="2742" y="4159"/>
                    <a:pt x="3750" y="4159"/>
                  </a:cubicBezTo>
                  <a:cubicBezTo>
                    <a:pt x="4727" y="4159"/>
                    <a:pt x="5829" y="3939"/>
                    <a:pt x="6617" y="3403"/>
                  </a:cubicBezTo>
                  <a:close/>
                  <a:moveTo>
                    <a:pt x="883" y="5913"/>
                  </a:moveTo>
                  <a:cubicBezTo>
                    <a:pt x="1396" y="6254"/>
                    <a:pt x="2361" y="6617"/>
                    <a:pt x="3750" y="6617"/>
                  </a:cubicBezTo>
                  <a:cubicBezTo>
                    <a:pt x="4033" y="6617"/>
                    <a:pt x="4254" y="6617"/>
                    <a:pt x="4538" y="6585"/>
                  </a:cubicBezTo>
                  <a:lnTo>
                    <a:pt x="4538" y="6585"/>
                  </a:lnTo>
                  <a:cubicBezTo>
                    <a:pt x="4475" y="6869"/>
                    <a:pt x="4475" y="7184"/>
                    <a:pt x="4475" y="7467"/>
                  </a:cubicBezTo>
                  <a:cubicBezTo>
                    <a:pt x="4475" y="7719"/>
                    <a:pt x="4506" y="7971"/>
                    <a:pt x="4538" y="8255"/>
                  </a:cubicBezTo>
                  <a:cubicBezTo>
                    <a:pt x="4317" y="8287"/>
                    <a:pt x="4033" y="8287"/>
                    <a:pt x="3781" y="8287"/>
                  </a:cubicBezTo>
                  <a:cubicBezTo>
                    <a:pt x="2269" y="8287"/>
                    <a:pt x="883" y="7656"/>
                    <a:pt x="883" y="7026"/>
                  </a:cubicBezTo>
                  <a:lnTo>
                    <a:pt x="883" y="5913"/>
                  </a:lnTo>
                  <a:close/>
                  <a:moveTo>
                    <a:pt x="851" y="8350"/>
                  </a:moveTo>
                  <a:cubicBezTo>
                    <a:pt x="1639" y="8917"/>
                    <a:pt x="2773" y="9106"/>
                    <a:pt x="3750" y="9106"/>
                  </a:cubicBezTo>
                  <a:cubicBezTo>
                    <a:pt x="4096" y="9106"/>
                    <a:pt x="4412" y="9074"/>
                    <a:pt x="4727" y="9043"/>
                  </a:cubicBezTo>
                  <a:cubicBezTo>
                    <a:pt x="4979" y="9547"/>
                    <a:pt x="5294" y="10019"/>
                    <a:pt x="5672" y="10397"/>
                  </a:cubicBezTo>
                  <a:cubicBezTo>
                    <a:pt x="5136" y="10649"/>
                    <a:pt x="4475" y="10775"/>
                    <a:pt x="3750" y="10775"/>
                  </a:cubicBezTo>
                  <a:cubicBezTo>
                    <a:pt x="2112" y="10775"/>
                    <a:pt x="851" y="10082"/>
                    <a:pt x="851" y="9547"/>
                  </a:cubicBezTo>
                  <a:lnTo>
                    <a:pt x="851" y="8350"/>
                  </a:lnTo>
                  <a:close/>
                  <a:moveTo>
                    <a:pt x="8570" y="4159"/>
                  </a:moveTo>
                  <a:cubicBezTo>
                    <a:pt x="10366" y="4159"/>
                    <a:pt x="11878" y="5640"/>
                    <a:pt x="11878" y="7467"/>
                  </a:cubicBezTo>
                  <a:cubicBezTo>
                    <a:pt x="11878" y="9263"/>
                    <a:pt x="10366" y="10775"/>
                    <a:pt x="8570" y="10775"/>
                  </a:cubicBezTo>
                  <a:cubicBezTo>
                    <a:pt x="6743" y="10775"/>
                    <a:pt x="5262" y="9263"/>
                    <a:pt x="5262" y="7467"/>
                  </a:cubicBezTo>
                  <a:cubicBezTo>
                    <a:pt x="5262" y="5609"/>
                    <a:pt x="6743" y="4159"/>
                    <a:pt x="8570" y="4159"/>
                  </a:cubicBezTo>
                  <a:close/>
                  <a:moveTo>
                    <a:pt x="3781" y="1"/>
                  </a:moveTo>
                  <a:cubicBezTo>
                    <a:pt x="1797" y="1"/>
                    <a:pt x="64" y="851"/>
                    <a:pt x="64" y="2112"/>
                  </a:cubicBezTo>
                  <a:lnTo>
                    <a:pt x="64" y="9547"/>
                  </a:lnTo>
                  <a:cubicBezTo>
                    <a:pt x="1" y="10082"/>
                    <a:pt x="442" y="10649"/>
                    <a:pt x="1230" y="11027"/>
                  </a:cubicBezTo>
                  <a:cubicBezTo>
                    <a:pt x="1891" y="11405"/>
                    <a:pt x="2805" y="11563"/>
                    <a:pt x="3750" y="11563"/>
                  </a:cubicBezTo>
                  <a:cubicBezTo>
                    <a:pt x="4790" y="11563"/>
                    <a:pt x="5735" y="11311"/>
                    <a:pt x="6428" y="10964"/>
                  </a:cubicBezTo>
                  <a:cubicBezTo>
                    <a:pt x="7058" y="11342"/>
                    <a:pt x="7814" y="11563"/>
                    <a:pt x="8602" y="11563"/>
                  </a:cubicBezTo>
                  <a:cubicBezTo>
                    <a:pt x="10870" y="11563"/>
                    <a:pt x="12729" y="9704"/>
                    <a:pt x="12729" y="7404"/>
                  </a:cubicBezTo>
                  <a:cubicBezTo>
                    <a:pt x="12729" y="5136"/>
                    <a:pt x="10870" y="3277"/>
                    <a:pt x="8602" y="3277"/>
                  </a:cubicBezTo>
                  <a:cubicBezTo>
                    <a:pt x="8192" y="3277"/>
                    <a:pt x="7846" y="3309"/>
                    <a:pt x="7499" y="3435"/>
                  </a:cubicBezTo>
                  <a:lnTo>
                    <a:pt x="7499" y="2049"/>
                  </a:lnTo>
                  <a:cubicBezTo>
                    <a:pt x="7499" y="1481"/>
                    <a:pt x="7058" y="914"/>
                    <a:pt x="6302" y="536"/>
                  </a:cubicBezTo>
                  <a:cubicBezTo>
                    <a:pt x="5640" y="158"/>
                    <a:pt x="4727" y="1"/>
                    <a:pt x="378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3" name="Google Shape;10853;p136"/>
            <p:cNvSpPr/>
            <p:nvPr/>
          </p:nvSpPr>
          <p:spPr>
            <a:xfrm>
              <a:off x="-62335475" y="2804325"/>
              <a:ext cx="62250" cy="146525"/>
            </a:xfrm>
            <a:custGeom>
              <a:rect b="b" l="l" r="r" t="t"/>
              <a:pathLst>
                <a:path extrusionOk="0" h="5861" w="2490">
                  <a:moveTo>
                    <a:pt x="1261" y="0"/>
                  </a:moveTo>
                  <a:cubicBezTo>
                    <a:pt x="1009" y="0"/>
                    <a:pt x="820" y="189"/>
                    <a:pt x="820" y="410"/>
                  </a:cubicBezTo>
                  <a:lnTo>
                    <a:pt x="820" y="694"/>
                  </a:lnTo>
                  <a:cubicBezTo>
                    <a:pt x="348" y="851"/>
                    <a:pt x="1" y="1324"/>
                    <a:pt x="1" y="1891"/>
                  </a:cubicBezTo>
                  <a:cubicBezTo>
                    <a:pt x="1" y="2552"/>
                    <a:pt x="537" y="2930"/>
                    <a:pt x="978" y="3245"/>
                  </a:cubicBezTo>
                  <a:cubicBezTo>
                    <a:pt x="1293" y="3497"/>
                    <a:pt x="1639" y="3718"/>
                    <a:pt x="1639" y="3970"/>
                  </a:cubicBezTo>
                  <a:cubicBezTo>
                    <a:pt x="1671" y="4254"/>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19"/>
                  </a:lnTo>
                  <a:cubicBezTo>
                    <a:pt x="820" y="5671"/>
                    <a:pt x="1009" y="5860"/>
                    <a:pt x="1261" y="5860"/>
                  </a:cubicBezTo>
                  <a:cubicBezTo>
                    <a:pt x="1482" y="5860"/>
                    <a:pt x="1639" y="5671"/>
                    <a:pt x="1639" y="5419"/>
                  </a:cubicBezTo>
                  <a:lnTo>
                    <a:pt x="1639" y="5136"/>
                  </a:lnTo>
                  <a:cubicBezTo>
                    <a:pt x="2112" y="4978"/>
                    <a:pt x="2458" y="4506"/>
                    <a:pt x="2458" y="3970"/>
                  </a:cubicBezTo>
                  <a:cubicBezTo>
                    <a:pt x="2458" y="3308"/>
                    <a:pt x="1923" y="2899"/>
                    <a:pt x="1482" y="2584"/>
                  </a:cubicBezTo>
                  <a:cubicBezTo>
                    <a:pt x="1167" y="2363"/>
                    <a:pt x="820" y="2111"/>
                    <a:pt x="820" y="1891"/>
                  </a:cubicBezTo>
                  <a:cubicBezTo>
                    <a:pt x="820" y="1639"/>
                    <a:pt x="1009" y="1450"/>
                    <a:pt x="1261" y="1450"/>
                  </a:cubicBezTo>
                  <a:cubicBezTo>
                    <a:pt x="1482" y="1450"/>
                    <a:pt x="1639" y="1639"/>
                    <a:pt x="1639" y="1891"/>
                  </a:cubicBezTo>
                  <a:cubicBezTo>
                    <a:pt x="1639" y="2111"/>
                    <a:pt x="1860" y="2300"/>
                    <a:pt x="2049" y="2300"/>
                  </a:cubicBezTo>
                  <a:cubicBezTo>
                    <a:pt x="2269" y="2300"/>
                    <a:pt x="2490" y="2111"/>
                    <a:pt x="2490" y="1891"/>
                  </a:cubicBezTo>
                  <a:cubicBezTo>
                    <a:pt x="2490" y="1324"/>
                    <a:pt x="2112" y="883"/>
                    <a:pt x="1639" y="694"/>
                  </a:cubicBezTo>
                  <a:lnTo>
                    <a:pt x="1639" y="410"/>
                  </a:lnTo>
                  <a:cubicBezTo>
                    <a:pt x="1639" y="189"/>
                    <a:pt x="1450" y="0"/>
                    <a:pt x="126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54" name="Google Shape;10854;p136"/>
          <p:cNvGrpSpPr/>
          <p:nvPr/>
        </p:nvGrpSpPr>
        <p:grpSpPr>
          <a:xfrm>
            <a:off x="2648986" y="2733112"/>
            <a:ext cx="309793" cy="365344"/>
            <a:chOff x="-60597975" y="1939525"/>
            <a:chExt cx="267825" cy="315850"/>
          </a:xfrm>
        </p:grpSpPr>
        <p:sp>
          <p:nvSpPr>
            <p:cNvPr id="10855" name="Google Shape;10855;p136"/>
            <p:cNvSpPr/>
            <p:nvPr/>
          </p:nvSpPr>
          <p:spPr>
            <a:xfrm>
              <a:off x="-60597975" y="1939525"/>
              <a:ext cx="267825" cy="315850"/>
            </a:xfrm>
            <a:custGeom>
              <a:rect b="b" l="l" r="r" t="t"/>
              <a:pathLst>
                <a:path extrusionOk="0" h="12634" w="10713">
                  <a:moveTo>
                    <a:pt x="7436" y="788"/>
                  </a:moveTo>
                  <a:lnTo>
                    <a:pt x="7436" y="1859"/>
                  </a:lnTo>
                  <a:cubicBezTo>
                    <a:pt x="7310" y="1733"/>
                    <a:pt x="7247" y="1607"/>
                    <a:pt x="6995" y="1607"/>
                  </a:cubicBezTo>
                  <a:cubicBezTo>
                    <a:pt x="6806" y="1607"/>
                    <a:pt x="6743" y="1733"/>
                    <a:pt x="6617" y="1859"/>
                  </a:cubicBezTo>
                  <a:lnTo>
                    <a:pt x="6617" y="788"/>
                  </a:lnTo>
                  <a:close/>
                  <a:moveTo>
                    <a:pt x="9515" y="788"/>
                  </a:moveTo>
                  <a:cubicBezTo>
                    <a:pt x="9767" y="788"/>
                    <a:pt x="9925" y="977"/>
                    <a:pt x="9925" y="1197"/>
                  </a:cubicBezTo>
                  <a:lnTo>
                    <a:pt x="9925" y="4222"/>
                  </a:lnTo>
                  <a:lnTo>
                    <a:pt x="2490" y="4222"/>
                  </a:lnTo>
                  <a:lnTo>
                    <a:pt x="2490" y="788"/>
                  </a:lnTo>
                  <a:lnTo>
                    <a:pt x="5798" y="788"/>
                  </a:lnTo>
                  <a:lnTo>
                    <a:pt x="5798" y="2867"/>
                  </a:lnTo>
                  <a:cubicBezTo>
                    <a:pt x="5798" y="3119"/>
                    <a:pt x="5980" y="3287"/>
                    <a:pt x="6185" y="3287"/>
                  </a:cubicBezTo>
                  <a:cubicBezTo>
                    <a:pt x="6288" y="3287"/>
                    <a:pt x="6396" y="3245"/>
                    <a:pt x="6491" y="3151"/>
                  </a:cubicBezTo>
                  <a:lnTo>
                    <a:pt x="7058" y="2615"/>
                  </a:lnTo>
                  <a:lnTo>
                    <a:pt x="7594" y="3151"/>
                  </a:lnTo>
                  <a:cubicBezTo>
                    <a:pt x="7688" y="3245"/>
                    <a:pt x="7800" y="3287"/>
                    <a:pt x="7907" y="3287"/>
                  </a:cubicBezTo>
                  <a:cubicBezTo>
                    <a:pt x="8122" y="3287"/>
                    <a:pt x="8318" y="3119"/>
                    <a:pt x="8318" y="2867"/>
                  </a:cubicBezTo>
                  <a:lnTo>
                    <a:pt x="8318" y="788"/>
                  </a:lnTo>
                  <a:close/>
                  <a:moveTo>
                    <a:pt x="9925" y="5041"/>
                  </a:moveTo>
                  <a:lnTo>
                    <a:pt x="9925" y="8349"/>
                  </a:lnTo>
                  <a:lnTo>
                    <a:pt x="2490" y="8349"/>
                  </a:lnTo>
                  <a:lnTo>
                    <a:pt x="2490" y="5041"/>
                  </a:lnTo>
                  <a:close/>
                  <a:moveTo>
                    <a:pt x="9925" y="9168"/>
                  </a:moveTo>
                  <a:lnTo>
                    <a:pt x="9925" y="11373"/>
                  </a:lnTo>
                  <a:cubicBezTo>
                    <a:pt x="9925" y="11625"/>
                    <a:pt x="9736" y="11783"/>
                    <a:pt x="9515" y="11783"/>
                  </a:cubicBezTo>
                  <a:lnTo>
                    <a:pt x="2490" y="11783"/>
                  </a:lnTo>
                  <a:lnTo>
                    <a:pt x="2490" y="9168"/>
                  </a:lnTo>
                  <a:close/>
                  <a:moveTo>
                    <a:pt x="1639" y="788"/>
                  </a:moveTo>
                  <a:lnTo>
                    <a:pt x="1639" y="11814"/>
                  </a:lnTo>
                  <a:lnTo>
                    <a:pt x="820" y="11814"/>
                  </a:lnTo>
                  <a:lnTo>
                    <a:pt x="820" y="788"/>
                  </a:lnTo>
                  <a:close/>
                  <a:moveTo>
                    <a:pt x="379" y="0"/>
                  </a:moveTo>
                  <a:cubicBezTo>
                    <a:pt x="158" y="0"/>
                    <a:pt x="1" y="189"/>
                    <a:pt x="1" y="410"/>
                  </a:cubicBezTo>
                  <a:lnTo>
                    <a:pt x="1" y="12256"/>
                  </a:lnTo>
                  <a:cubicBezTo>
                    <a:pt x="1" y="12445"/>
                    <a:pt x="190" y="12634"/>
                    <a:pt x="379" y="12634"/>
                  </a:cubicBezTo>
                  <a:lnTo>
                    <a:pt x="9484" y="12634"/>
                  </a:lnTo>
                  <a:cubicBezTo>
                    <a:pt x="10146" y="12634"/>
                    <a:pt x="10713" y="12098"/>
                    <a:pt x="10713" y="11436"/>
                  </a:cubicBezTo>
                  <a:lnTo>
                    <a:pt x="10713" y="1229"/>
                  </a:lnTo>
                  <a:cubicBezTo>
                    <a:pt x="10713" y="567"/>
                    <a:pt x="10177" y="0"/>
                    <a:pt x="948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6" name="Google Shape;10856;p136"/>
            <p:cNvSpPr/>
            <p:nvPr/>
          </p:nvSpPr>
          <p:spPr>
            <a:xfrm>
              <a:off x="-60494775" y="2097050"/>
              <a:ext cx="103175" cy="20500"/>
            </a:xfrm>
            <a:custGeom>
              <a:rect b="b" l="l" r="r" t="t"/>
              <a:pathLst>
                <a:path extrusionOk="0" h="820" w="4127">
                  <a:moveTo>
                    <a:pt x="410" y="0"/>
                  </a:moveTo>
                  <a:cubicBezTo>
                    <a:pt x="158" y="0"/>
                    <a:pt x="0" y="189"/>
                    <a:pt x="0" y="410"/>
                  </a:cubicBezTo>
                  <a:cubicBezTo>
                    <a:pt x="0" y="630"/>
                    <a:pt x="189" y="819"/>
                    <a:pt x="410" y="819"/>
                  </a:cubicBezTo>
                  <a:lnTo>
                    <a:pt x="3718" y="819"/>
                  </a:lnTo>
                  <a:cubicBezTo>
                    <a:pt x="3938" y="819"/>
                    <a:pt x="4127" y="630"/>
                    <a:pt x="4127" y="410"/>
                  </a:cubicBezTo>
                  <a:cubicBezTo>
                    <a:pt x="4127" y="158"/>
                    <a:pt x="3938" y="0"/>
                    <a:pt x="371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57" name="Google Shape;10857;p136"/>
          <p:cNvGrpSpPr/>
          <p:nvPr/>
        </p:nvGrpSpPr>
        <p:grpSpPr>
          <a:xfrm>
            <a:off x="2619389" y="3167537"/>
            <a:ext cx="368987" cy="368525"/>
            <a:chOff x="-60620800" y="2304600"/>
            <a:chExt cx="319000" cy="318600"/>
          </a:xfrm>
        </p:grpSpPr>
        <p:sp>
          <p:nvSpPr>
            <p:cNvPr id="10858" name="Google Shape;10858;p136"/>
            <p:cNvSpPr/>
            <p:nvPr/>
          </p:nvSpPr>
          <p:spPr>
            <a:xfrm>
              <a:off x="-60620800" y="2304600"/>
              <a:ext cx="319000" cy="318600"/>
            </a:xfrm>
            <a:custGeom>
              <a:rect b="b" l="l" r="r" t="t"/>
              <a:pathLst>
                <a:path extrusionOk="0" h="12744" w="12760">
                  <a:moveTo>
                    <a:pt x="10939" y="845"/>
                  </a:moveTo>
                  <a:cubicBezTo>
                    <a:pt x="10969" y="845"/>
                    <a:pt x="11001" y="853"/>
                    <a:pt x="11027" y="866"/>
                  </a:cubicBezTo>
                  <a:lnTo>
                    <a:pt x="11752" y="1276"/>
                  </a:lnTo>
                  <a:cubicBezTo>
                    <a:pt x="11783" y="1339"/>
                    <a:pt x="11815" y="1433"/>
                    <a:pt x="11783" y="1465"/>
                  </a:cubicBezTo>
                  <a:lnTo>
                    <a:pt x="11437" y="2063"/>
                  </a:lnTo>
                  <a:lnTo>
                    <a:pt x="10491" y="1496"/>
                  </a:lnTo>
                  <a:lnTo>
                    <a:pt x="10838" y="898"/>
                  </a:lnTo>
                  <a:cubicBezTo>
                    <a:pt x="10856" y="861"/>
                    <a:pt x="10897" y="845"/>
                    <a:pt x="10939" y="845"/>
                  </a:cubicBezTo>
                  <a:close/>
                  <a:moveTo>
                    <a:pt x="10050" y="2252"/>
                  </a:moveTo>
                  <a:lnTo>
                    <a:pt x="10995" y="2819"/>
                  </a:lnTo>
                  <a:lnTo>
                    <a:pt x="8916" y="6379"/>
                  </a:lnTo>
                  <a:lnTo>
                    <a:pt x="7971" y="5844"/>
                  </a:lnTo>
                  <a:lnTo>
                    <a:pt x="10050" y="2252"/>
                  </a:lnTo>
                  <a:close/>
                  <a:moveTo>
                    <a:pt x="7813" y="6663"/>
                  </a:moveTo>
                  <a:lnTo>
                    <a:pt x="8318" y="6978"/>
                  </a:lnTo>
                  <a:lnTo>
                    <a:pt x="7782" y="7324"/>
                  </a:lnTo>
                  <a:lnTo>
                    <a:pt x="7813" y="6663"/>
                  </a:lnTo>
                  <a:close/>
                  <a:moveTo>
                    <a:pt x="11342" y="5245"/>
                  </a:moveTo>
                  <a:cubicBezTo>
                    <a:pt x="11594" y="5245"/>
                    <a:pt x="11752" y="5434"/>
                    <a:pt x="11752" y="5686"/>
                  </a:cubicBezTo>
                  <a:lnTo>
                    <a:pt x="11752" y="11483"/>
                  </a:lnTo>
                  <a:cubicBezTo>
                    <a:pt x="11752" y="11704"/>
                    <a:pt x="11531" y="11893"/>
                    <a:pt x="11342" y="11893"/>
                  </a:cubicBezTo>
                  <a:lnTo>
                    <a:pt x="1197" y="11893"/>
                  </a:lnTo>
                  <a:cubicBezTo>
                    <a:pt x="945" y="11893"/>
                    <a:pt x="788" y="11704"/>
                    <a:pt x="788" y="11483"/>
                  </a:cubicBezTo>
                  <a:lnTo>
                    <a:pt x="788" y="5686"/>
                  </a:lnTo>
                  <a:cubicBezTo>
                    <a:pt x="788" y="5434"/>
                    <a:pt x="977" y="5245"/>
                    <a:pt x="1197" y="5245"/>
                  </a:cubicBezTo>
                  <a:lnTo>
                    <a:pt x="7372" y="5245"/>
                  </a:lnTo>
                  <a:lnTo>
                    <a:pt x="7057" y="5749"/>
                  </a:lnTo>
                  <a:cubicBezTo>
                    <a:pt x="7026" y="5812"/>
                    <a:pt x="7026" y="5875"/>
                    <a:pt x="7026" y="5970"/>
                  </a:cubicBezTo>
                  <a:lnTo>
                    <a:pt x="6900" y="7734"/>
                  </a:lnTo>
                  <a:lnTo>
                    <a:pt x="5545" y="7734"/>
                  </a:lnTo>
                  <a:cubicBezTo>
                    <a:pt x="5325" y="7734"/>
                    <a:pt x="5167" y="7923"/>
                    <a:pt x="5167" y="8175"/>
                  </a:cubicBezTo>
                  <a:cubicBezTo>
                    <a:pt x="5167" y="8396"/>
                    <a:pt x="5356" y="8585"/>
                    <a:pt x="5545" y="8585"/>
                  </a:cubicBezTo>
                  <a:lnTo>
                    <a:pt x="10523" y="8585"/>
                  </a:lnTo>
                  <a:cubicBezTo>
                    <a:pt x="10743" y="8585"/>
                    <a:pt x="10964" y="8396"/>
                    <a:pt x="10964" y="8175"/>
                  </a:cubicBezTo>
                  <a:cubicBezTo>
                    <a:pt x="10964" y="7923"/>
                    <a:pt x="10743" y="7734"/>
                    <a:pt x="10523" y="7734"/>
                  </a:cubicBezTo>
                  <a:lnTo>
                    <a:pt x="8633" y="7734"/>
                  </a:lnTo>
                  <a:lnTo>
                    <a:pt x="9294" y="7293"/>
                  </a:lnTo>
                  <a:cubicBezTo>
                    <a:pt x="9326" y="7261"/>
                    <a:pt x="9420" y="7230"/>
                    <a:pt x="9420" y="7135"/>
                  </a:cubicBezTo>
                  <a:lnTo>
                    <a:pt x="10523" y="5245"/>
                  </a:lnTo>
                  <a:close/>
                  <a:moveTo>
                    <a:pt x="10933" y="0"/>
                  </a:moveTo>
                  <a:cubicBezTo>
                    <a:pt x="10599" y="0"/>
                    <a:pt x="10280" y="175"/>
                    <a:pt x="10113" y="488"/>
                  </a:cubicBezTo>
                  <a:lnTo>
                    <a:pt x="9578" y="1433"/>
                  </a:lnTo>
                  <a:lnTo>
                    <a:pt x="7877" y="4395"/>
                  </a:lnTo>
                  <a:lnTo>
                    <a:pt x="1229" y="4395"/>
                  </a:lnTo>
                  <a:cubicBezTo>
                    <a:pt x="567" y="4395"/>
                    <a:pt x="0" y="4930"/>
                    <a:pt x="0" y="5592"/>
                  </a:cubicBezTo>
                  <a:lnTo>
                    <a:pt x="0" y="11483"/>
                  </a:lnTo>
                  <a:cubicBezTo>
                    <a:pt x="0" y="12145"/>
                    <a:pt x="567" y="12743"/>
                    <a:pt x="1229" y="12743"/>
                  </a:cubicBezTo>
                  <a:lnTo>
                    <a:pt x="11374" y="12743"/>
                  </a:lnTo>
                  <a:cubicBezTo>
                    <a:pt x="12067" y="12743"/>
                    <a:pt x="12602" y="12176"/>
                    <a:pt x="12602" y="11483"/>
                  </a:cubicBezTo>
                  <a:lnTo>
                    <a:pt x="12602" y="5686"/>
                  </a:lnTo>
                  <a:cubicBezTo>
                    <a:pt x="12602" y="5025"/>
                    <a:pt x="12067" y="4458"/>
                    <a:pt x="11374" y="4458"/>
                  </a:cubicBezTo>
                  <a:lnTo>
                    <a:pt x="11027" y="4458"/>
                  </a:lnTo>
                  <a:lnTo>
                    <a:pt x="12508" y="1937"/>
                  </a:lnTo>
                  <a:cubicBezTo>
                    <a:pt x="12760" y="1433"/>
                    <a:pt x="12602" y="835"/>
                    <a:pt x="12130" y="551"/>
                  </a:cubicBezTo>
                  <a:lnTo>
                    <a:pt x="11437" y="141"/>
                  </a:lnTo>
                  <a:cubicBezTo>
                    <a:pt x="11277" y="46"/>
                    <a:pt x="11103" y="0"/>
                    <a:pt x="109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9" name="Google Shape;10859;p136"/>
            <p:cNvSpPr/>
            <p:nvPr/>
          </p:nvSpPr>
          <p:spPr>
            <a:xfrm>
              <a:off x="-60491625" y="2560150"/>
              <a:ext cx="144925" cy="20525"/>
            </a:xfrm>
            <a:custGeom>
              <a:rect b="b" l="l" r="r" t="t"/>
              <a:pathLst>
                <a:path extrusionOk="0" h="821" w="5797">
                  <a:moveTo>
                    <a:pt x="378" y="1"/>
                  </a:moveTo>
                  <a:cubicBezTo>
                    <a:pt x="158" y="1"/>
                    <a:pt x="0" y="190"/>
                    <a:pt x="0" y="411"/>
                  </a:cubicBezTo>
                  <a:cubicBezTo>
                    <a:pt x="0" y="663"/>
                    <a:pt x="189" y="820"/>
                    <a:pt x="378" y="820"/>
                  </a:cubicBezTo>
                  <a:lnTo>
                    <a:pt x="5356" y="820"/>
                  </a:lnTo>
                  <a:cubicBezTo>
                    <a:pt x="5576" y="820"/>
                    <a:pt x="5797" y="631"/>
                    <a:pt x="5797" y="411"/>
                  </a:cubicBezTo>
                  <a:cubicBezTo>
                    <a:pt x="5797" y="190"/>
                    <a:pt x="5576" y="1"/>
                    <a:pt x="535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0" name="Google Shape;10860;p136"/>
            <p:cNvSpPr/>
            <p:nvPr/>
          </p:nvSpPr>
          <p:spPr>
            <a:xfrm>
              <a:off x="-60573550" y="2445950"/>
              <a:ext cx="62250" cy="146525"/>
            </a:xfrm>
            <a:custGeom>
              <a:rect b="b" l="l" r="r" t="t"/>
              <a:pathLst>
                <a:path extrusionOk="0" h="5861" w="2490">
                  <a:moveTo>
                    <a:pt x="1229" y="1"/>
                  </a:moveTo>
                  <a:cubicBezTo>
                    <a:pt x="977" y="1"/>
                    <a:pt x="820" y="190"/>
                    <a:pt x="820" y="410"/>
                  </a:cubicBezTo>
                  <a:lnTo>
                    <a:pt x="820" y="694"/>
                  </a:lnTo>
                  <a:cubicBezTo>
                    <a:pt x="347" y="851"/>
                    <a:pt x="1" y="1324"/>
                    <a:pt x="1" y="1891"/>
                  </a:cubicBezTo>
                  <a:cubicBezTo>
                    <a:pt x="1" y="2553"/>
                    <a:pt x="568" y="2931"/>
                    <a:pt x="977" y="3246"/>
                  </a:cubicBezTo>
                  <a:cubicBezTo>
                    <a:pt x="1292" y="3498"/>
                    <a:pt x="1670" y="3718"/>
                    <a:pt x="1670" y="3970"/>
                  </a:cubicBezTo>
                  <a:cubicBezTo>
                    <a:pt x="1670" y="4191"/>
                    <a:pt x="1450" y="4348"/>
                    <a:pt x="1229" y="4348"/>
                  </a:cubicBezTo>
                  <a:cubicBezTo>
                    <a:pt x="977" y="4348"/>
                    <a:pt x="820" y="4159"/>
                    <a:pt x="820" y="3970"/>
                  </a:cubicBezTo>
                  <a:cubicBezTo>
                    <a:pt x="820" y="3718"/>
                    <a:pt x="631" y="3529"/>
                    <a:pt x="442" y="3529"/>
                  </a:cubicBezTo>
                  <a:cubicBezTo>
                    <a:pt x="190" y="3529"/>
                    <a:pt x="1" y="3718"/>
                    <a:pt x="1" y="3970"/>
                  </a:cubicBezTo>
                  <a:cubicBezTo>
                    <a:pt x="1" y="4506"/>
                    <a:pt x="347" y="4947"/>
                    <a:pt x="820" y="5136"/>
                  </a:cubicBezTo>
                  <a:lnTo>
                    <a:pt x="820" y="5420"/>
                  </a:lnTo>
                  <a:cubicBezTo>
                    <a:pt x="820" y="5672"/>
                    <a:pt x="1040" y="5861"/>
                    <a:pt x="1229" y="5861"/>
                  </a:cubicBezTo>
                  <a:cubicBezTo>
                    <a:pt x="1450" y="5861"/>
                    <a:pt x="1670" y="5672"/>
                    <a:pt x="1670" y="5420"/>
                  </a:cubicBezTo>
                  <a:lnTo>
                    <a:pt x="1670" y="5136"/>
                  </a:lnTo>
                  <a:cubicBezTo>
                    <a:pt x="2143" y="4979"/>
                    <a:pt x="2489" y="4506"/>
                    <a:pt x="2489" y="3970"/>
                  </a:cubicBezTo>
                  <a:cubicBezTo>
                    <a:pt x="2489" y="3309"/>
                    <a:pt x="1922" y="2899"/>
                    <a:pt x="1513" y="2584"/>
                  </a:cubicBezTo>
                  <a:cubicBezTo>
                    <a:pt x="1198" y="2364"/>
                    <a:pt x="820" y="2112"/>
                    <a:pt x="820" y="1891"/>
                  </a:cubicBezTo>
                  <a:cubicBezTo>
                    <a:pt x="788" y="1639"/>
                    <a:pt x="977" y="1450"/>
                    <a:pt x="1229" y="1450"/>
                  </a:cubicBezTo>
                  <a:cubicBezTo>
                    <a:pt x="1450" y="1450"/>
                    <a:pt x="1670" y="1639"/>
                    <a:pt x="1670" y="1891"/>
                  </a:cubicBezTo>
                  <a:cubicBezTo>
                    <a:pt x="1670" y="2112"/>
                    <a:pt x="1859" y="2269"/>
                    <a:pt x="2048" y="2269"/>
                  </a:cubicBezTo>
                  <a:cubicBezTo>
                    <a:pt x="2300" y="2269"/>
                    <a:pt x="2489" y="2080"/>
                    <a:pt x="2489" y="1891"/>
                  </a:cubicBezTo>
                  <a:cubicBezTo>
                    <a:pt x="2489" y="1324"/>
                    <a:pt x="2143" y="883"/>
                    <a:pt x="1670" y="694"/>
                  </a:cubicBezTo>
                  <a:lnTo>
                    <a:pt x="1670" y="410"/>
                  </a:lnTo>
                  <a:cubicBezTo>
                    <a:pt x="1670" y="190"/>
                    <a:pt x="1450" y="1"/>
                    <a:pt x="122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61" name="Google Shape;10861;p136"/>
          <p:cNvGrpSpPr/>
          <p:nvPr/>
        </p:nvGrpSpPr>
        <p:grpSpPr>
          <a:xfrm>
            <a:off x="2620748" y="3663188"/>
            <a:ext cx="366269" cy="262426"/>
            <a:chOff x="-60621600" y="2716100"/>
            <a:chExt cx="316650" cy="226875"/>
          </a:xfrm>
        </p:grpSpPr>
        <p:sp>
          <p:nvSpPr>
            <p:cNvPr id="10862" name="Google Shape;10862;p136"/>
            <p:cNvSpPr/>
            <p:nvPr/>
          </p:nvSpPr>
          <p:spPr>
            <a:xfrm>
              <a:off x="-60621600" y="2716100"/>
              <a:ext cx="316650" cy="226875"/>
            </a:xfrm>
            <a:custGeom>
              <a:rect b="b" l="l" r="r" t="t"/>
              <a:pathLst>
                <a:path extrusionOk="0" h="9075" w="12666">
                  <a:moveTo>
                    <a:pt x="11374" y="789"/>
                  </a:moveTo>
                  <a:cubicBezTo>
                    <a:pt x="11626" y="789"/>
                    <a:pt x="11815" y="1009"/>
                    <a:pt x="11815" y="1230"/>
                  </a:cubicBezTo>
                  <a:lnTo>
                    <a:pt x="11815" y="1671"/>
                  </a:lnTo>
                  <a:lnTo>
                    <a:pt x="788" y="1671"/>
                  </a:lnTo>
                  <a:lnTo>
                    <a:pt x="788" y="1230"/>
                  </a:lnTo>
                  <a:cubicBezTo>
                    <a:pt x="788" y="1009"/>
                    <a:pt x="977" y="789"/>
                    <a:pt x="1166" y="789"/>
                  </a:cubicBezTo>
                  <a:close/>
                  <a:moveTo>
                    <a:pt x="11815" y="2490"/>
                  </a:moveTo>
                  <a:lnTo>
                    <a:pt x="11815" y="7877"/>
                  </a:lnTo>
                  <a:cubicBezTo>
                    <a:pt x="11815" y="8129"/>
                    <a:pt x="11626" y="8318"/>
                    <a:pt x="11374" y="8318"/>
                  </a:cubicBezTo>
                  <a:lnTo>
                    <a:pt x="1166" y="8318"/>
                  </a:lnTo>
                  <a:cubicBezTo>
                    <a:pt x="946" y="8318"/>
                    <a:pt x="788" y="8129"/>
                    <a:pt x="788" y="7877"/>
                  </a:cubicBezTo>
                  <a:lnTo>
                    <a:pt x="788" y="2490"/>
                  </a:lnTo>
                  <a:close/>
                  <a:moveTo>
                    <a:pt x="1229" y="1"/>
                  </a:moveTo>
                  <a:cubicBezTo>
                    <a:pt x="536" y="1"/>
                    <a:pt x="1" y="568"/>
                    <a:pt x="1" y="1230"/>
                  </a:cubicBezTo>
                  <a:lnTo>
                    <a:pt x="1" y="7846"/>
                  </a:lnTo>
                  <a:cubicBezTo>
                    <a:pt x="1" y="8507"/>
                    <a:pt x="536" y="9074"/>
                    <a:pt x="1229" y="9074"/>
                  </a:cubicBezTo>
                  <a:lnTo>
                    <a:pt x="11406" y="9074"/>
                  </a:lnTo>
                  <a:cubicBezTo>
                    <a:pt x="12099" y="9074"/>
                    <a:pt x="12666" y="8507"/>
                    <a:pt x="12666" y="7846"/>
                  </a:cubicBezTo>
                  <a:lnTo>
                    <a:pt x="12666" y="1230"/>
                  </a:lnTo>
                  <a:cubicBezTo>
                    <a:pt x="12634" y="568"/>
                    <a:pt x="12099" y="1"/>
                    <a:pt x="1140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3" name="Google Shape;10863;p136"/>
            <p:cNvSpPr/>
            <p:nvPr/>
          </p:nvSpPr>
          <p:spPr>
            <a:xfrm>
              <a:off x="-60546775" y="2798025"/>
              <a:ext cx="166225" cy="104775"/>
            </a:xfrm>
            <a:custGeom>
              <a:rect b="b" l="l" r="r" t="t"/>
              <a:pathLst>
                <a:path extrusionOk="0" h="4191" w="6649">
                  <a:moveTo>
                    <a:pt x="2080" y="883"/>
                  </a:moveTo>
                  <a:cubicBezTo>
                    <a:pt x="2332" y="883"/>
                    <a:pt x="2553" y="946"/>
                    <a:pt x="2805" y="1072"/>
                  </a:cubicBezTo>
                  <a:cubicBezTo>
                    <a:pt x="2647" y="1387"/>
                    <a:pt x="2521" y="1733"/>
                    <a:pt x="2521" y="2080"/>
                  </a:cubicBezTo>
                  <a:cubicBezTo>
                    <a:pt x="2521" y="2489"/>
                    <a:pt x="2647" y="2804"/>
                    <a:pt x="2805" y="3119"/>
                  </a:cubicBezTo>
                  <a:cubicBezTo>
                    <a:pt x="2584" y="3245"/>
                    <a:pt x="2364" y="3308"/>
                    <a:pt x="2080" y="3308"/>
                  </a:cubicBezTo>
                  <a:cubicBezTo>
                    <a:pt x="1418" y="3308"/>
                    <a:pt x="820" y="2741"/>
                    <a:pt x="820" y="2048"/>
                  </a:cubicBezTo>
                  <a:cubicBezTo>
                    <a:pt x="820" y="1418"/>
                    <a:pt x="1418" y="883"/>
                    <a:pt x="2080" y="883"/>
                  </a:cubicBezTo>
                  <a:close/>
                  <a:moveTo>
                    <a:pt x="4569" y="883"/>
                  </a:moveTo>
                  <a:cubicBezTo>
                    <a:pt x="5231" y="883"/>
                    <a:pt x="5798" y="1418"/>
                    <a:pt x="5798" y="2080"/>
                  </a:cubicBezTo>
                  <a:cubicBezTo>
                    <a:pt x="5798" y="2741"/>
                    <a:pt x="5231" y="3340"/>
                    <a:pt x="4569" y="3340"/>
                  </a:cubicBezTo>
                  <a:cubicBezTo>
                    <a:pt x="3907" y="3340"/>
                    <a:pt x="3340" y="2804"/>
                    <a:pt x="3340" y="2080"/>
                  </a:cubicBezTo>
                  <a:cubicBezTo>
                    <a:pt x="3309" y="1418"/>
                    <a:pt x="3907" y="883"/>
                    <a:pt x="4569" y="883"/>
                  </a:cubicBezTo>
                  <a:close/>
                  <a:moveTo>
                    <a:pt x="2080" y="0"/>
                  </a:moveTo>
                  <a:cubicBezTo>
                    <a:pt x="946" y="0"/>
                    <a:pt x="1" y="946"/>
                    <a:pt x="1" y="2080"/>
                  </a:cubicBezTo>
                  <a:cubicBezTo>
                    <a:pt x="1" y="3245"/>
                    <a:pt x="946" y="4191"/>
                    <a:pt x="2080" y="4191"/>
                  </a:cubicBezTo>
                  <a:cubicBezTo>
                    <a:pt x="2521" y="4191"/>
                    <a:pt x="2962" y="4033"/>
                    <a:pt x="3340" y="3749"/>
                  </a:cubicBezTo>
                  <a:cubicBezTo>
                    <a:pt x="3687" y="4033"/>
                    <a:pt x="4128" y="4191"/>
                    <a:pt x="4569" y="4191"/>
                  </a:cubicBezTo>
                  <a:cubicBezTo>
                    <a:pt x="5703" y="4191"/>
                    <a:pt x="6648" y="3245"/>
                    <a:pt x="6648" y="2080"/>
                  </a:cubicBezTo>
                  <a:cubicBezTo>
                    <a:pt x="6648" y="946"/>
                    <a:pt x="5703" y="0"/>
                    <a:pt x="4569" y="0"/>
                  </a:cubicBezTo>
                  <a:cubicBezTo>
                    <a:pt x="4096" y="0"/>
                    <a:pt x="3655" y="158"/>
                    <a:pt x="3340" y="441"/>
                  </a:cubicBezTo>
                  <a:cubicBezTo>
                    <a:pt x="2994" y="158"/>
                    <a:pt x="2553" y="0"/>
                    <a:pt x="208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64" name="Google Shape;10864;p136"/>
          <p:cNvGrpSpPr/>
          <p:nvPr/>
        </p:nvGrpSpPr>
        <p:grpSpPr>
          <a:xfrm>
            <a:off x="3957965" y="3611281"/>
            <a:ext cx="358056" cy="366240"/>
            <a:chOff x="-59475600" y="2658625"/>
            <a:chExt cx="309550" cy="316625"/>
          </a:xfrm>
        </p:grpSpPr>
        <p:sp>
          <p:nvSpPr>
            <p:cNvPr id="10865" name="Google Shape;10865;p136"/>
            <p:cNvSpPr/>
            <p:nvPr/>
          </p:nvSpPr>
          <p:spPr>
            <a:xfrm>
              <a:off x="-59427550" y="2913025"/>
              <a:ext cx="19700" cy="19700"/>
            </a:xfrm>
            <a:custGeom>
              <a:rect b="b" l="l" r="r" t="t"/>
              <a:pathLst>
                <a:path extrusionOk="0" h="788" w="788">
                  <a:moveTo>
                    <a:pt x="410" y="0"/>
                  </a:moveTo>
                  <a:cubicBezTo>
                    <a:pt x="189" y="0"/>
                    <a:pt x="0" y="189"/>
                    <a:pt x="0" y="410"/>
                  </a:cubicBezTo>
                  <a:cubicBezTo>
                    <a:pt x="0" y="630"/>
                    <a:pt x="189" y="788"/>
                    <a:pt x="410" y="788"/>
                  </a:cubicBezTo>
                  <a:cubicBezTo>
                    <a:pt x="630" y="788"/>
                    <a:pt x="788" y="630"/>
                    <a:pt x="788" y="410"/>
                  </a:cubicBezTo>
                  <a:cubicBezTo>
                    <a:pt x="788" y="189"/>
                    <a:pt x="630" y="0"/>
                    <a:pt x="41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6" name="Google Shape;10866;p136"/>
            <p:cNvSpPr/>
            <p:nvPr/>
          </p:nvSpPr>
          <p:spPr>
            <a:xfrm>
              <a:off x="-59428350" y="2699575"/>
              <a:ext cx="20500" cy="152825"/>
            </a:xfrm>
            <a:custGeom>
              <a:rect b="b" l="l" r="r" t="t"/>
              <a:pathLst>
                <a:path extrusionOk="0" h="6113" w="820">
                  <a:moveTo>
                    <a:pt x="442" y="0"/>
                  </a:moveTo>
                  <a:cubicBezTo>
                    <a:pt x="190" y="0"/>
                    <a:pt x="1" y="189"/>
                    <a:pt x="1" y="441"/>
                  </a:cubicBezTo>
                  <a:lnTo>
                    <a:pt x="1" y="5671"/>
                  </a:lnTo>
                  <a:cubicBezTo>
                    <a:pt x="1"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7" name="Google Shape;10867;p136"/>
            <p:cNvSpPr/>
            <p:nvPr/>
          </p:nvSpPr>
          <p:spPr>
            <a:xfrm>
              <a:off x="-59330675" y="2913025"/>
              <a:ext cx="19700" cy="19700"/>
            </a:xfrm>
            <a:custGeom>
              <a:rect b="b" l="l" r="r" t="t"/>
              <a:pathLst>
                <a:path extrusionOk="0" h="788" w="788">
                  <a:moveTo>
                    <a:pt x="378" y="0"/>
                  </a:moveTo>
                  <a:cubicBezTo>
                    <a:pt x="158" y="0"/>
                    <a:pt x="0" y="189"/>
                    <a:pt x="0" y="410"/>
                  </a:cubicBezTo>
                  <a:cubicBezTo>
                    <a:pt x="0" y="630"/>
                    <a:pt x="158" y="788"/>
                    <a:pt x="378" y="788"/>
                  </a:cubicBezTo>
                  <a:cubicBezTo>
                    <a:pt x="599" y="788"/>
                    <a:pt x="788" y="630"/>
                    <a:pt x="788" y="410"/>
                  </a:cubicBezTo>
                  <a:cubicBezTo>
                    <a:pt x="788" y="189"/>
                    <a:pt x="599" y="0"/>
                    <a:pt x="37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8" name="Google Shape;10868;p136"/>
            <p:cNvSpPr/>
            <p:nvPr/>
          </p:nvSpPr>
          <p:spPr>
            <a:xfrm>
              <a:off x="-59330675" y="2699575"/>
              <a:ext cx="20500" cy="152825"/>
            </a:xfrm>
            <a:custGeom>
              <a:rect b="b" l="l" r="r" t="t"/>
              <a:pathLst>
                <a:path extrusionOk="0" h="6113" w="820">
                  <a:moveTo>
                    <a:pt x="378" y="0"/>
                  </a:moveTo>
                  <a:cubicBezTo>
                    <a:pt x="158" y="0"/>
                    <a:pt x="0" y="189"/>
                    <a:pt x="0" y="441"/>
                  </a:cubicBezTo>
                  <a:lnTo>
                    <a:pt x="0" y="5671"/>
                  </a:lnTo>
                  <a:cubicBezTo>
                    <a:pt x="0" y="5923"/>
                    <a:pt x="189" y="6112"/>
                    <a:pt x="378" y="6112"/>
                  </a:cubicBezTo>
                  <a:cubicBezTo>
                    <a:pt x="630" y="6112"/>
                    <a:pt x="820" y="5923"/>
                    <a:pt x="820" y="5671"/>
                  </a:cubicBezTo>
                  <a:lnTo>
                    <a:pt x="820" y="410"/>
                  </a:lnTo>
                  <a:cubicBezTo>
                    <a:pt x="788" y="158"/>
                    <a:pt x="567" y="0"/>
                    <a:pt x="37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9" name="Google Shape;10869;p136"/>
            <p:cNvSpPr/>
            <p:nvPr/>
          </p:nvSpPr>
          <p:spPr>
            <a:xfrm>
              <a:off x="-59475600" y="2658625"/>
              <a:ext cx="309550" cy="316625"/>
            </a:xfrm>
            <a:custGeom>
              <a:rect b="b" l="l" r="r" t="t"/>
              <a:pathLst>
                <a:path extrusionOk="0" h="12665" w="12382">
                  <a:moveTo>
                    <a:pt x="3372" y="788"/>
                  </a:moveTo>
                  <a:cubicBezTo>
                    <a:pt x="3624" y="788"/>
                    <a:pt x="3813" y="977"/>
                    <a:pt x="3813" y="1197"/>
                  </a:cubicBezTo>
                  <a:lnTo>
                    <a:pt x="3813" y="8538"/>
                  </a:lnTo>
                  <a:lnTo>
                    <a:pt x="788" y="8538"/>
                  </a:lnTo>
                  <a:lnTo>
                    <a:pt x="788" y="1197"/>
                  </a:lnTo>
                  <a:cubicBezTo>
                    <a:pt x="788" y="977"/>
                    <a:pt x="977" y="788"/>
                    <a:pt x="1166" y="788"/>
                  </a:cubicBezTo>
                  <a:close/>
                  <a:moveTo>
                    <a:pt x="7278" y="788"/>
                  </a:moveTo>
                  <a:cubicBezTo>
                    <a:pt x="7530" y="788"/>
                    <a:pt x="7688" y="977"/>
                    <a:pt x="7688" y="1197"/>
                  </a:cubicBezTo>
                  <a:lnTo>
                    <a:pt x="7688" y="8538"/>
                  </a:lnTo>
                  <a:lnTo>
                    <a:pt x="4632" y="8538"/>
                  </a:lnTo>
                  <a:lnTo>
                    <a:pt x="4632" y="1197"/>
                  </a:lnTo>
                  <a:cubicBezTo>
                    <a:pt x="4632" y="977"/>
                    <a:pt x="4852" y="788"/>
                    <a:pt x="5073" y="788"/>
                  </a:cubicBezTo>
                  <a:close/>
                  <a:moveTo>
                    <a:pt x="11122" y="788"/>
                  </a:moveTo>
                  <a:cubicBezTo>
                    <a:pt x="11342" y="788"/>
                    <a:pt x="11500" y="977"/>
                    <a:pt x="11500" y="1197"/>
                  </a:cubicBezTo>
                  <a:lnTo>
                    <a:pt x="11500" y="8538"/>
                  </a:lnTo>
                  <a:lnTo>
                    <a:pt x="8507" y="8538"/>
                  </a:lnTo>
                  <a:lnTo>
                    <a:pt x="8507" y="1197"/>
                  </a:lnTo>
                  <a:cubicBezTo>
                    <a:pt x="8507" y="977"/>
                    <a:pt x="8696" y="788"/>
                    <a:pt x="8885" y="788"/>
                  </a:cubicBezTo>
                  <a:close/>
                  <a:moveTo>
                    <a:pt x="3813" y="9325"/>
                  </a:moveTo>
                  <a:lnTo>
                    <a:pt x="3813" y="11405"/>
                  </a:lnTo>
                  <a:cubicBezTo>
                    <a:pt x="3813" y="11657"/>
                    <a:pt x="3624" y="11846"/>
                    <a:pt x="3372" y="11846"/>
                  </a:cubicBezTo>
                  <a:lnTo>
                    <a:pt x="1166" y="11846"/>
                  </a:lnTo>
                  <a:cubicBezTo>
                    <a:pt x="946" y="11846"/>
                    <a:pt x="788" y="11657"/>
                    <a:pt x="788" y="11405"/>
                  </a:cubicBezTo>
                  <a:lnTo>
                    <a:pt x="788" y="9325"/>
                  </a:lnTo>
                  <a:close/>
                  <a:moveTo>
                    <a:pt x="7688" y="9325"/>
                  </a:moveTo>
                  <a:lnTo>
                    <a:pt x="7688" y="11405"/>
                  </a:lnTo>
                  <a:cubicBezTo>
                    <a:pt x="7688" y="11657"/>
                    <a:pt x="7467" y="11846"/>
                    <a:pt x="7278" y="11846"/>
                  </a:cubicBezTo>
                  <a:lnTo>
                    <a:pt x="5073" y="11846"/>
                  </a:lnTo>
                  <a:cubicBezTo>
                    <a:pt x="4852" y="11846"/>
                    <a:pt x="4632" y="11657"/>
                    <a:pt x="4632" y="11405"/>
                  </a:cubicBezTo>
                  <a:lnTo>
                    <a:pt x="4632" y="9325"/>
                  </a:lnTo>
                  <a:close/>
                  <a:moveTo>
                    <a:pt x="11563" y="9325"/>
                  </a:moveTo>
                  <a:lnTo>
                    <a:pt x="11563" y="11405"/>
                  </a:lnTo>
                  <a:lnTo>
                    <a:pt x="11531" y="11405"/>
                  </a:lnTo>
                  <a:cubicBezTo>
                    <a:pt x="11531" y="11657"/>
                    <a:pt x="11342" y="11846"/>
                    <a:pt x="11153" y="11846"/>
                  </a:cubicBezTo>
                  <a:lnTo>
                    <a:pt x="8948" y="11846"/>
                  </a:lnTo>
                  <a:cubicBezTo>
                    <a:pt x="8696" y="11846"/>
                    <a:pt x="8538" y="11657"/>
                    <a:pt x="8538" y="11405"/>
                  </a:cubicBezTo>
                  <a:lnTo>
                    <a:pt x="8538" y="9325"/>
                  </a:lnTo>
                  <a:close/>
                  <a:moveTo>
                    <a:pt x="1229" y="0"/>
                  </a:moveTo>
                  <a:cubicBezTo>
                    <a:pt x="536" y="0"/>
                    <a:pt x="0" y="536"/>
                    <a:pt x="0" y="1197"/>
                  </a:cubicBezTo>
                  <a:lnTo>
                    <a:pt x="0" y="11405"/>
                  </a:lnTo>
                  <a:cubicBezTo>
                    <a:pt x="0" y="12066"/>
                    <a:pt x="536" y="12665"/>
                    <a:pt x="1229" y="12665"/>
                  </a:cubicBezTo>
                  <a:lnTo>
                    <a:pt x="3435" y="12665"/>
                  </a:lnTo>
                  <a:cubicBezTo>
                    <a:pt x="3750" y="12665"/>
                    <a:pt x="4002" y="12539"/>
                    <a:pt x="4254" y="12350"/>
                  </a:cubicBezTo>
                  <a:cubicBezTo>
                    <a:pt x="4474" y="12539"/>
                    <a:pt x="4758" y="12665"/>
                    <a:pt x="5073" y="12665"/>
                  </a:cubicBezTo>
                  <a:lnTo>
                    <a:pt x="7278" y="12665"/>
                  </a:lnTo>
                  <a:cubicBezTo>
                    <a:pt x="7593" y="12665"/>
                    <a:pt x="7877" y="12539"/>
                    <a:pt x="8097" y="12350"/>
                  </a:cubicBezTo>
                  <a:cubicBezTo>
                    <a:pt x="8349" y="12539"/>
                    <a:pt x="8633" y="12665"/>
                    <a:pt x="8948" y="12665"/>
                  </a:cubicBezTo>
                  <a:lnTo>
                    <a:pt x="11153" y="12665"/>
                  </a:lnTo>
                  <a:cubicBezTo>
                    <a:pt x="11815" y="12665"/>
                    <a:pt x="12382" y="12129"/>
                    <a:pt x="12382" y="11405"/>
                  </a:cubicBezTo>
                  <a:lnTo>
                    <a:pt x="12382" y="1197"/>
                  </a:lnTo>
                  <a:cubicBezTo>
                    <a:pt x="12350" y="536"/>
                    <a:pt x="11815" y="0"/>
                    <a:pt x="11153" y="0"/>
                  </a:cubicBezTo>
                  <a:lnTo>
                    <a:pt x="8948" y="0"/>
                  </a:lnTo>
                  <a:cubicBezTo>
                    <a:pt x="8633" y="0"/>
                    <a:pt x="8349" y="95"/>
                    <a:pt x="8097" y="315"/>
                  </a:cubicBezTo>
                  <a:cubicBezTo>
                    <a:pt x="7877" y="95"/>
                    <a:pt x="7593" y="0"/>
                    <a:pt x="7278" y="0"/>
                  </a:cubicBezTo>
                  <a:lnTo>
                    <a:pt x="5073" y="0"/>
                  </a:lnTo>
                  <a:cubicBezTo>
                    <a:pt x="4758" y="0"/>
                    <a:pt x="4474" y="95"/>
                    <a:pt x="4254" y="315"/>
                  </a:cubicBezTo>
                  <a:cubicBezTo>
                    <a:pt x="4002" y="95"/>
                    <a:pt x="3750" y="0"/>
                    <a:pt x="343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0" name="Google Shape;10870;p136"/>
            <p:cNvSpPr/>
            <p:nvPr/>
          </p:nvSpPr>
          <p:spPr>
            <a:xfrm>
              <a:off x="-59234600" y="2913025"/>
              <a:ext cx="19725" cy="19700"/>
            </a:xfrm>
            <a:custGeom>
              <a:rect b="b" l="l" r="r" t="t"/>
              <a:pathLst>
                <a:path extrusionOk="0" h="788" w="789">
                  <a:moveTo>
                    <a:pt x="411" y="0"/>
                  </a:moveTo>
                  <a:cubicBezTo>
                    <a:pt x="190" y="0"/>
                    <a:pt x="1" y="189"/>
                    <a:pt x="1" y="410"/>
                  </a:cubicBezTo>
                  <a:cubicBezTo>
                    <a:pt x="1" y="630"/>
                    <a:pt x="190" y="788"/>
                    <a:pt x="411" y="788"/>
                  </a:cubicBezTo>
                  <a:cubicBezTo>
                    <a:pt x="631" y="788"/>
                    <a:pt x="789" y="630"/>
                    <a:pt x="789" y="410"/>
                  </a:cubicBezTo>
                  <a:cubicBezTo>
                    <a:pt x="789" y="189"/>
                    <a:pt x="631" y="0"/>
                    <a:pt x="41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1" name="Google Shape;10871;p136"/>
            <p:cNvSpPr/>
            <p:nvPr/>
          </p:nvSpPr>
          <p:spPr>
            <a:xfrm>
              <a:off x="-59235375" y="2699575"/>
              <a:ext cx="20500" cy="152825"/>
            </a:xfrm>
            <a:custGeom>
              <a:rect b="b" l="l" r="r" t="t"/>
              <a:pathLst>
                <a:path extrusionOk="0" h="6113" w="820">
                  <a:moveTo>
                    <a:pt x="442" y="0"/>
                  </a:moveTo>
                  <a:cubicBezTo>
                    <a:pt x="190" y="0"/>
                    <a:pt x="0" y="189"/>
                    <a:pt x="0" y="441"/>
                  </a:cubicBezTo>
                  <a:lnTo>
                    <a:pt x="0" y="5671"/>
                  </a:lnTo>
                  <a:cubicBezTo>
                    <a:pt x="0"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872" name="Google Shape;10872;p136"/>
          <p:cNvSpPr/>
          <p:nvPr/>
        </p:nvSpPr>
        <p:spPr>
          <a:xfrm>
            <a:off x="2175657" y="1314368"/>
            <a:ext cx="365373" cy="365344"/>
          </a:xfrm>
          <a:custGeom>
            <a:rect b="b" l="l" r="r" t="t"/>
            <a:pathLst>
              <a:path extrusionOk="0" h="12634" w="12635">
                <a:moveTo>
                  <a:pt x="6302" y="2741"/>
                </a:moveTo>
                <a:cubicBezTo>
                  <a:pt x="6774" y="2741"/>
                  <a:pt x="7152" y="3087"/>
                  <a:pt x="7152" y="3560"/>
                </a:cubicBezTo>
                <a:cubicBezTo>
                  <a:pt x="7152" y="4033"/>
                  <a:pt x="6774" y="4411"/>
                  <a:pt x="6302" y="4411"/>
                </a:cubicBezTo>
                <a:cubicBezTo>
                  <a:pt x="5861" y="4411"/>
                  <a:pt x="5483" y="4033"/>
                  <a:pt x="5483" y="3560"/>
                </a:cubicBezTo>
                <a:cubicBezTo>
                  <a:pt x="5483" y="3087"/>
                  <a:pt x="5829" y="2741"/>
                  <a:pt x="6302" y="2741"/>
                </a:cubicBezTo>
                <a:close/>
                <a:moveTo>
                  <a:pt x="11910" y="819"/>
                </a:moveTo>
                <a:lnTo>
                  <a:pt x="11910" y="5230"/>
                </a:lnTo>
                <a:lnTo>
                  <a:pt x="8161" y="5230"/>
                </a:lnTo>
                <a:cubicBezTo>
                  <a:pt x="7972" y="5041"/>
                  <a:pt x="7751" y="4820"/>
                  <a:pt x="7530" y="4726"/>
                </a:cubicBezTo>
                <a:cubicBezTo>
                  <a:pt x="7814" y="4411"/>
                  <a:pt x="8003" y="4001"/>
                  <a:pt x="8003" y="3560"/>
                </a:cubicBezTo>
                <a:cubicBezTo>
                  <a:pt x="8003" y="2678"/>
                  <a:pt x="7247" y="1922"/>
                  <a:pt x="6333" y="1922"/>
                </a:cubicBezTo>
                <a:cubicBezTo>
                  <a:pt x="5451" y="1922"/>
                  <a:pt x="4695" y="2678"/>
                  <a:pt x="4695" y="3560"/>
                </a:cubicBezTo>
                <a:cubicBezTo>
                  <a:pt x="4695" y="4001"/>
                  <a:pt x="4853" y="4411"/>
                  <a:pt x="5168" y="4726"/>
                </a:cubicBezTo>
                <a:cubicBezTo>
                  <a:pt x="4916" y="4820"/>
                  <a:pt x="4695" y="5041"/>
                  <a:pt x="4537" y="5230"/>
                </a:cubicBezTo>
                <a:lnTo>
                  <a:pt x="883" y="5230"/>
                </a:lnTo>
                <a:lnTo>
                  <a:pt x="883" y="819"/>
                </a:lnTo>
                <a:close/>
                <a:moveTo>
                  <a:pt x="6302" y="5230"/>
                </a:moveTo>
                <a:cubicBezTo>
                  <a:pt x="7215" y="5230"/>
                  <a:pt x="7972" y="5986"/>
                  <a:pt x="7972" y="6868"/>
                </a:cubicBezTo>
                <a:lnTo>
                  <a:pt x="4664" y="6868"/>
                </a:lnTo>
                <a:cubicBezTo>
                  <a:pt x="4664" y="5986"/>
                  <a:pt x="5388" y="5230"/>
                  <a:pt x="6302" y="5230"/>
                </a:cubicBezTo>
                <a:close/>
                <a:moveTo>
                  <a:pt x="8287" y="7719"/>
                </a:moveTo>
                <a:lnTo>
                  <a:pt x="7593" y="11846"/>
                </a:lnTo>
                <a:lnTo>
                  <a:pt x="5010" y="11846"/>
                </a:lnTo>
                <a:lnTo>
                  <a:pt x="4285" y="7719"/>
                </a:lnTo>
                <a:close/>
                <a:moveTo>
                  <a:pt x="410" y="0"/>
                </a:moveTo>
                <a:cubicBezTo>
                  <a:pt x="158" y="0"/>
                  <a:pt x="1" y="189"/>
                  <a:pt x="1" y="378"/>
                </a:cubicBezTo>
                <a:lnTo>
                  <a:pt x="1" y="5608"/>
                </a:lnTo>
                <a:cubicBezTo>
                  <a:pt x="1" y="5860"/>
                  <a:pt x="190" y="6017"/>
                  <a:pt x="410" y="6017"/>
                </a:cubicBezTo>
                <a:lnTo>
                  <a:pt x="3970" y="6017"/>
                </a:lnTo>
                <a:cubicBezTo>
                  <a:pt x="3907" y="6301"/>
                  <a:pt x="3813" y="6553"/>
                  <a:pt x="3813" y="6837"/>
                </a:cubicBezTo>
                <a:lnTo>
                  <a:pt x="2994" y="6837"/>
                </a:lnTo>
                <a:cubicBezTo>
                  <a:pt x="2773" y="6837"/>
                  <a:pt x="2616" y="7026"/>
                  <a:pt x="2616" y="7246"/>
                </a:cubicBezTo>
                <a:cubicBezTo>
                  <a:pt x="2616" y="7467"/>
                  <a:pt x="2805" y="7656"/>
                  <a:pt x="2994" y="7656"/>
                </a:cubicBezTo>
                <a:lnTo>
                  <a:pt x="3466" y="7656"/>
                </a:lnTo>
                <a:lnTo>
                  <a:pt x="4254" y="12255"/>
                </a:lnTo>
                <a:cubicBezTo>
                  <a:pt x="4285" y="12476"/>
                  <a:pt x="4443" y="12633"/>
                  <a:pt x="4664" y="12633"/>
                </a:cubicBezTo>
                <a:lnTo>
                  <a:pt x="7972" y="12633"/>
                </a:lnTo>
                <a:cubicBezTo>
                  <a:pt x="8161" y="12633"/>
                  <a:pt x="8350" y="12476"/>
                  <a:pt x="8350" y="12255"/>
                </a:cubicBezTo>
                <a:lnTo>
                  <a:pt x="9137" y="7656"/>
                </a:lnTo>
                <a:lnTo>
                  <a:pt x="9610" y="7656"/>
                </a:lnTo>
                <a:cubicBezTo>
                  <a:pt x="9862" y="7656"/>
                  <a:pt x="10019" y="7467"/>
                  <a:pt x="10019" y="7215"/>
                </a:cubicBezTo>
                <a:cubicBezTo>
                  <a:pt x="10019" y="6994"/>
                  <a:pt x="9799" y="6837"/>
                  <a:pt x="9610" y="6837"/>
                </a:cubicBezTo>
                <a:lnTo>
                  <a:pt x="8791" y="6837"/>
                </a:lnTo>
                <a:cubicBezTo>
                  <a:pt x="8791" y="6553"/>
                  <a:pt x="8759" y="6269"/>
                  <a:pt x="8633" y="6017"/>
                </a:cubicBezTo>
                <a:lnTo>
                  <a:pt x="12225" y="6017"/>
                </a:lnTo>
                <a:cubicBezTo>
                  <a:pt x="12445" y="6017"/>
                  <a:pt x="12603" y="5797"/>
                  <a:pt x="12603" y="5608"/>
                </a:cubicBezTo>
                <a:lnTo>
                  <a:pt x="12603" y="378"/>
                </a:lnTo>
                <a:cubicBezTo>
                  <a:pt x="12634" y="189"/>
                  <a:pt x="12445" y="0"/>
                  <a:pt x="1225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3" name="Google Shape;10873;p136"/>
          <p:cNvSpPr/>
          <p:nvPr/>
        </p:nvSpPr>
        <p:spPr>
          <a:xfrm>
            <a:off x="2203001" y="1792834"/>
            <a:ext cx="310690" cy="369016"/>
          </a:xfrm>
          <a:custGeom>
            <a:rect b="b" l="l" r="r" t="t"/>
            <a:pathLst>
              <a:path extrusionOk="0" h="12761" w="10744">
                <a:moveTo>
                  <a:pt x="5419" y="820"/>
                </a:moveTo>
                <a:cubicBezTo>
                  <a:pt x="6585" y="820"/>
                  <a:pt x="7530" y="1765"/>
                  <a:pt x="7530" y="2899"/>
                </a:cubicBezTo>
                <a:cubicBezTo>
                  <a:pt x="7530" y="3655"/>
                  <a:pt x="7121" y="4317"/>
                  <a:pt x="6490" y="4663"/>
                </a:cubicBezTo>
                <a:cubicBezTo>
                  <a:pt x="6364" y="4758"/>
                  <a:pt x="6301" y="4884"/>
                  <a:pt x="6301" y="5042"/>
                </a:cubicBezTo>
                <a:lnTo>
                  <a:pt x="6301" y="7436"/>
                </a:lnTo>
                <a:lnTo>
                  <a:pt x="4632" y="7436"/>
                </a:lnTo>
                <a:lnTo>
                  <a:pt x="4632" y="5042"/>
                </a:lnTo>
                <a:cubicBezTo>
                  <a:pt x="4632" y="4884"/>
                  <a:pt x="4569" y="4758"/>
                  <a:pt x="4443" y="4663"/>
                </a:cubicBezTo>
                <a:cubicBezTo>
                  <a:pt x="3687" y="4317"/>
                  <a:pt x="3340" y="3655"/>
                  <a:pt x="3340" y="2899"/>
                </a:cubicBezTo>
                <a:cubicBezTo>
                  <a:pt x="3340" y="1765"/>
                  <a:pt x="4285" y="820"/>
                  <a:pt x="5419" y="820"/>
                </a:cubicBezTo>
                <a:close/>
                <a:moveTo>
                  <a:pt x="8696" y="8286"/>
                </a:moveTo>
                <a:cubicBezTo>
                  <a:pt x="9357" y="8286"/>
                  <a:pt x="9924" y="8854"/>
                  <a:pt x="9924" y="9547"/>
                </a:cubicBezTo>
                <a:lnTo>
                  <a:pt x="9924" y="10271"/>
                </a:lnTo>
                <a:lnTo>
                  <a:pt x="820" y="10271"/>
                </a:lnTo>
                <a:lnTo>
                  <a:pt x="820" y="9547"/>
                </a:lnTo>
                <a:cubicBezTo>
                  <a:pt x="820" y="8885"/>
                  <a:pt x="1387" y="8286"/>
                  <a:pt x="2048" y="8286"/>
                </a:cubicBezTo>
                <a:close/>
                <a:moveTo>
                  <a:pt x="9137" y="11059"/>
                </a:moveTo>
                <a:lnTo>
                  <a:pt x="9137" y="11878"/>
                </a:lnTo>
                <a:lnTo>
                  <a:pt x="1702" y="11878"/>
                </a:lnTo>
                <a:lnTo>
                  <a:pt x="1702" y="11059"/>
                </a:lnTo>
                <a:close/>
                <a:moveTo>
                  <a:pt x="5325" y="1"/>
                </a:moveTo>
                <a:cubicBezTo>
                  <a:pt x="3718" y="1"/>
                  <a:pt x="2458" y="1292"/>
                  <a:pt x="2458" y="2899"/>
                </a:cubicBezTo>
                <a:cubicBezTo>
                  <a:pt x="2458" y="3403"/>
                  <a:pt x="2615" y="3939"/>
                  <a:pt x="2836" y="4348"/>
                </a:cubicBezTo>
                <a:cubicBezTo>
                  <a:pt x="3025" y="4726"/>
                  <a:pt x="3340" y="5010"/>
                  <a:pt x="3655" y="5262"/>
                </a:cubicBezTo>
                <a:lnTo>
                  <a:pt x="3655" y="7467"/>
                </a:lnTo>
                <a:lnTo>
                  <a:pt x="2080" y="7467"/>
                </a:lnTo>
                <a:cubicBezTo>
                  <a:pt x="946" y="7467"/>
                  <a:pt x="0" y="8413"/>
                  <a:pt x="0" y="9547"/>
                </a:cubicBezTo>
                <a:lnTo>
                  <a:pt x="0" y="10649"/>
                </a:lnTo>
                <a:cubicBezTo>
                  <a:pt x="0" y="10901"/>
                  <a:pt x="189" y="11059"/>
                  <a:pt x="441" y="11059"/>
                </a:cubicBezTo>
                <a:lnTo>
                  <a:pt x="820" y="11059"/>
                </a:lnTo>
                <a:lnTo>
                  <a:pt x="820" y="12319"/>
                </a:lnTo>
                <a:cubicBezTo>
                  <a:pt x="820" y="12540"/>
                  <a:pt x="1009" y="12760"/>
                  <a:pt x="1229" y="12760"/>
                </a:cubicBezTo>
                <a:lnTo>
                  <a:pt x="9483" y="12760"/>
                </a:lnTo>
                <a:cubicBezTo>
                  <a:pt x="9735" y="12760"/>
                  <a:pt x="9924" y="12540"/>
                  <a:pt x="9924" y="12319"/>
                </a:cubicBezTo>
                <a:lnTo>
                  <a:pt x="9924" y="11059"/>
                </a:lnTo>
                <a:lnTo>
                  <a:pt x="10303" y="11059"/>
                </a:lnTo>
                <a:cubicBezTo>
                  <a:pt x="10555" y="11059"/>
                  <a:pt x="10744" y="10870"/>
                  <a:pt x="10744" y="10649"/>
                </a:cubicBezTo>
                <a:lnTo>
                  <a:pt x="10744" y="9547"/>
                </a:lnTo>
                <a:cubicBezTo>
                  <a:pt x="10744" y="8413"/>
                  <a:pt x="9798" y="7467"/>
                  <a:pt x="8664" y="7467"/>
                </a:cubicBezTo>
                <a:lnTo>
                  <a:pt x="7026" y="7467"/>
                </a:lnTo>
                <a:lnTo>
                  <a:pt x="7026" y="5262"/>
                </a:lnTo>
                <a:cubicBezTo>
                  <a:pt x="7373" y="5042"/>
                  <a:pt x="7656" y="4726"/>
                  <a:pt x="7845" y="4348"/>
                </a:cubicBezTo>
                <a:cubicBezTo>
                  <a:pt x="8129" y="3939"/>
                  <a:pt x="8223" y="3403"/>
                  <a:pt x="8223" y="2899"/>
                </a:cubicBezTo>
                <a:cubicBezTo>
                  <a:pt x="8223" y="1292"/>
                  <a:pt x="6932" y="1"/>
                  <a:pt x="532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874" name="Google Shape;10874;p136"/>
          <p:cNvGrpSpPr/>
          <p:nvPr/>
        </p:nvGrpSpPr>
        <p:grpSpPr>
          <a:xfrm>
            <a:off x="2233086" y="2259206"/>
            <a:ext cx="263294" cy="367165"/>
            <a:chOff x="-63987100" y="2646800"/>
            <a:chExt cx="227625" cy="317425"/>
          </a:xfrm>
        </p:grpSpPr>
        <p:sp>
          <p:nvSpPr>
            <p:cNvPr id="10875" name="Google Shape;10875;p136"/>
            <p:cNvSpPr/>
            <p:nvPr/>
          </p:nvSpPr>
          <p:spPr>
            <a:xfrm>
              <a:off x="-63987100" y="2646800"/>
              <a:ext cx="227625" cy="317425"/>
            </a:xfrm>
            <a:custGeom>
              <a:rect b="b" l="l" r="r" t="t"/>
              <a:pathLst>
                <a:path extrusionOk="0" h="12697" w="9105">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6" name="Google Shape;10876;p136"/>
            <p:cNvSpPr/>
            <p:nvPr/>
          </p:nvSpPr>
          <p:spPr>
            <a:xfrm>
              <a:off x="-63883150" y="2826375"/>
              <a:ext cx="20500" cy="41775"/>
            </a:xfrm>
            <a:custGeom>
              <a:rect b="b" l="l" r="r" t="t"/>
              <a:pathLst>
                <a:path extrusionOk="0" h="1671" w="82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77" name="Google Shape;10877;p136"/>
          <p:cNvGrpSpPr/>
          <p:nvPr/>
        </p:nvGrpSpPr>
        <p:grpSpPr>
          <a:xfrm>
            <a:off x="852428" y="2730827"/>
            <a:ext cx="358056" cy="369913"/>
            <a:chOff x="-62148000" y="1930075"/>
            <a:chExt cx="309550" cy="319800"/>
          </a:xfrm>
        </p:grpSpPr>
        <p:sp>
          <p:nvSpPr>
            <p:cNvPr id="10878" name="Google Shape;10878;p136"/>
            <p:cNvSpPr/>
            <p:nvPr/>
          </p:nvSpPr>
          <p:spPr>
            <a:xfrm>
              <a:off x="-62148000" y="1930075"/>
              <a:ext cx="309550" cy="319800"/>
            </a:xfrm>
            <a:custGeom>
              <a:rect b="b" l="l" r="r" t="t"/>
              <a:pathLst>
                <a:path extrusionOk="0" h="12792" w="12382">
                  <a:moveTo>
                    <a:pt x="11594" y="1670"/>
                  </a:moveTo>
                  <a:lnTo>
                    <a:pt x="11594" y="2899"/>
                  </a:lnTo>
                  <a:cubicBezTo>
                    <a:pt x="11594" y="3970"/>
                    <a:pt x="10775" y="4883"/>
                    <a:pt x="9735" y="4946"/>
                  </a:cubicBezTo>
                  <a:cubicBezTo>
                    <a:pt x="9861" y="4631"/>
                    <a:pt x="9924" y="4190"/>
                    <a:pt x="9924" y="3781"/>
                  </a:cubicBezTo>
                  <a:lnTo>
                    <a:pt x="9924" y="1670"/>
                  </a:lnTo>
                  <a:close/>
                  <a:moveTo>
                    <a:pt x="2489" y="1733"/>
                  </a:moveTo>
                  <a:lnTo>
                    <a:pt x="2489" y="3812"/>
                  </a:lnTo>
                  <a:cubicBezTo>
                    <a:pt x="2489" y="4253"/>
                    <a:pt x="2584" y="4631"/>
                    <a:pt x="2678" y="5041"/>
                  </a:cubicBezTo>
                  <a:cubicBezTo>
                    <a:pt x="1638" y="4915"/>
                    <a:pt x="851" y="4033"/>
                    <a:pt x="851" y="2993"/>
                  </a:cubicBezTo>
                  <a:lnTo>
                    <a:pt x="851" y="1733"/>
                  </a:lnTo>
                  <a:close/>
                  <a:moveTo>
                    <a:pt x="9105" y="882"/>
                  </a:moveTo>
                  <a:lnTo>
                    <a:pt x="9105" y="3812"/>
                  </a:lnTo>
                  <a:cubicBezTo>
                    <a:pt x="9105" y="5419"/>
                    <a:pt x="7813" y="6679"/>
                    <a:pt x="6207" y="6679"/>
                  </a:cubicBezTo>
                  <a:cubicBezTo>
                    <a:pt x="4600" y="6679"/>
                    <a:pt x="3308" y="5387"/>
                    <a:pt x="3308" y="3812"/>
                  </a:cubicBezTo>
                  <a:lnTo>
                    <a:pt x="3308" y="882"/>
                  </a:lnTo>
                  <a:close/>
                  <a:moveTo>
                    <a:pt x="6648" y="7467"/>
                  </a:moveTo>
                  <a:lnTo>
                    <a:pt x="6648" y="8601"/>
                  </a:lnTo>
                  <a:lnTo>
                    <a:pt x="5797" y="8601"/>
                  </a:lnTo>
                  <a:lnTo>
                    <a:pt x="5797" y="7467"/>
                  </a:lnTo>
                  <a:cubicBezTo>
                    <a:pt x="5923" y="7467"/>
                    <a:pt x="6081" y="7498"/>
                    <a:pt x="6207" y="7498"/>
                  </a:cubicBezTo>
                  <a:cubicBezTo>
                    <a:pt x="6301" y="7498"/>
                    <a:pt x="6459" y="7498"/>
                    <a:pt x="6648" y="7467"/>
                  </a:cubicBezTo>
                  <a:close/>
                  <a:moveTo>
                    <a:pt x="7057" y="9389"/>
                  </a:moveTo>
                  <a:cubicBezTo>
                    <a:pt x="7309" y="9389"/>
                    <a:pt x="7498" y="9609"/>
                    <a:pt x="7498" y="9830"/>
                  </a:cubicBezTo>
                  <a:lnTo>
                    <a:pt x="7498" y="10271"/>
                  </a:lnTo>
                  <a:lnTo>
                    <a:pt x="5009" y="10271"/>
                  </a:lnTo>
                  <a:lnTo>
                    <a:pt x="5009" y="9830"/>
                  </a:lnTo>
                  <a:lnTo>
                    <a:pt x="4978" y="9830"/>
                  </a:lnTo>
                  <a:cubicBezTo>
                    <a:pt x="4978" y="9609"/>
                    <a:pt x="5167" y="9389"/>
                    <a:pt x="5419" y="9389"/>
                  </a:cubicBezTo>
                  <a:close/>
                  <a:moveTo>
                    <a:pt x="8727" y="11090"/>
                  </a:moveTo>
                  <a:cubicBezTo>
                    <a:pt x="8948" y="11090"/>
                    <a:pt x="9105" y="11279"/>
                    <a:pt x="9105" y="11499"/>
                  </a:cubicBezTo>
                  <a:lnTo>
                    <a:pt x="9105" y="11909"/>
                  </a:lnTo>
                  <a:lnTo>
                    <a:pt x="3308" y="11909"/>
                  </a:lnTo>
                  <a:lnTo>
                    <a:pt x="3308" y="11499"/>
                  </a:lnTo>
                  <a:cubicBezTo>
                    <a:pt x="3308" y="11247"/>
                    <a:pt x="3529" y="11090"/>
                    <a:pt x="3718" y="11090"/>
                  </a:cubicBezTo>
                  <a:close/>
                  <a:moveTo>
                    <a:pt x="2899" y="0"/>
                  </a:moveTo>
                  <a:cubicBezTo>
                    <a:pt x="2647" y="0"/>
                    <a:pt x="2489" y="189"/>
                    <a:pt x="2489" y="410"/>
                  </a:cubicBezTo>
                  <a:lnTo>
                    <a:pt x="2489" y="819"/>
                  </a:lnTo>
                  <a:lnTo>
                    <a:pt x="410" y="819"/>
                  </a:lnTo>
                  <a:cubicBezTo>
                    <a:pt x="221" y="882"/>
                    <a:pt x="0" y="1040"/>
                    <a:pt x="0" y="1292"/>
                  </a:cubicBezTo>
                  <a:lnTo>
                    <a:pt x="0" y="2930"/>
                  </a:lnTo>
                  <a:cubicBezTo>
                    <a:pt x="0" y="4568"/>
                    <a:pt x="1323" y="5860"/>
                    <a:pt x="2930" y="5860"/>
                  </a:cubicBezTo>
                  <a:lnTo>
                    <a:pt x="3119" y="5860"/>
                  </a:lnTo>
                  <a:cubicBezTo>
                    <a:pt x="3560" y="6522"/>
                    <a:pt x="4222" y="7026"/>
                    <a:pt x="4978" y="7309"/>
                  </a:cubicBezTo>
                  <a:lnTo>
                    <a:pt x="4978" y="8695"/>
                  </a:lnTo>
                  <a:cubicBezTo>
                    <a:pt x="4505" y="8853"/>
                    <a:pt x="4159" y="9326"/>
                    <a:pt x="4159" y="9861"/>
                  </a:cubicBezTo>
                  <a:lnTo>
                    <a:pt x="4159" y="10302"/>
                  </a:lnTo>
                  <a:lnTo>
                    <a:pt x="3749" y="10302"/>
                  </a:lnTo>
                  <a:cubicBezTo>
                    <a:pt x="3088" y="10302"/>
                    <a:pt x="2521" y="10869"/>
                    <a:pt x="2521" y="11531"/>
                  </a:cubicBezTo>
                  <a:lnTo>
                    <a:pt x="2521" y="12350"/>
                  </a:lnTo>
                  <a:cubicBezTo>
                    <a:pt x="2521" y="12571"/>
                    <a:pt x="2741" y="12791"/>
                    <a:pt x="2930" y="12791"/>
                  </a:cubicBezTo>
                  <a:lnTo>
                    <a:pt x="9546" y="12791"/>
                  </a:lnTo>
                  <a:cubicBezTo>
                    <a:pt x="9767" y="12791"/>
                    <a:pt x="9924" y="12571"/>
                    <a:pt x="9924" y="12350"/>
                  </a:cubicBezTo>
                  <a:lnTo>
                    <a:pt x="9924" y="11499"/>
                  </a:lnTo>
                  <a:cubicBezTo>
                    <a:pt x="9924" y="10806"/>
                    <a:pt x="9389" y="10271"/>
                    <a:pt x="8727" y="10271"/>
                  </a:cubicBezTo>
                  <a:lnTo>
                    <a:pt x="8286" y="10271"/>
                  </a:lnTo>
                  <a:lnTo>
                    <a:pt x="8286" y="9830"/>
                  </a:lnTo>
                  <a:cubicBezTo>
                    <a:pt x="8286" y="9294"/>
                    <a:pt x="7939" y="8853"/>
                    <a:pt x="7467" y="8664"/>
                  </a:cubicBezTo>
                  <a:lnTo>
                    <a:pt x="7467" y="7278"/>
                  </a:lnTo>
                  <a:cubicBezTo>
                    <a:pt x="8191" y="6994"/>
                    <a:pt x="8885" y="6490"/>
                    <a:pt x="9294" y="5828"/>
                  </a:cubicBezTo>
                  <a:lnTo>
                    <a:pt x="9515" y="5828"/>
                  </a:lnTo>
                  <a:cubicBezTo>
                    <a:pt x="11121" y="5828"/>
                    <a:pt x="12382" y="4505"/>
                    <a:pt x="12382" y="2899"/>
                  </a:cubicBezTo>
                  <a:lnTo>
                    <a:pt x="12382" y="1260"/>
                  </a:lnTo>
                  <a:cubicBezTo>
                    <a:pt x="12382" y="1008"/>
                    <a:pt x="12193" y="819"/>
                    <a:pt x="11972" y="819"/>
                  </a:cubicBezTo>
                  <a:lnTo>
                    <a:pt x="9893" y="819"/>
                  </a:lnTo>
                  <a:lnTo>
                    <a:pt x="9893" y="410"/>
                  </a:lnTo>
                  <a:cubicBezTo>
                    <a:pt x="9893" y="189"/>
                    <a:pt x="9704" y="0"/>
                    <a:pt x="951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9" name="Google Shape;10879;p136"/>
            <p:cNvSpPr/>
            <p:nvPr/>
          </p:nvSpPr>
          <p:spPr>
            <a:xfrm>
              <a:off x="-62044825" y="1972200"/>
              <a:ext cx="107125" cy="97700"/>
            </a:xfrm>
            <a:custGeom>
              <a:rect b="b" l="l" r="r" t="t"/>
              <a:pathLst>
                <a:path extrusionOk="0" h="3908" w="4285">
                  <a:moveTo>
                    <a:pt x="2111" y="1308"/>
                  </a:moveTo>
                  <a:lnTo>
                    <a:pt x="2237" y="1560"/>
                  </a:lnTo>
                  <a:cubicBezTo>
                    <a:pt x="2300" y="1686"/>
                    <a:pt x="2395" y="1781"/>
                    <a:pt x="2552" y="1812"/>
                  </a:cubicBezTo>
                  <a:lnTo>
                    <a:pt x="2867" y="1844"/>
                  </a:lnTo>
                  <a:lnTo>
                    <a:pt x="2615" y="2033"/>
                  </a:lnTo>
                  <a:cubicBezTo>
                    <a:pt x="2552" y="2127"/>
                    <a:pt x="2458" y="2285"/>
                    <a:pt x="2521" y="2411"/>
                  </a:cubicBezTo>
                  <a:lnTo>
                    <a:pt x="2552" y="2726"/>
                  </a:lnTo>
                  <a:lnTo>
                    <a:pt x="2269" y="2568"/>
                  </a:lnTo>
                  <a:cubicBezTo>
                    <a:pt x="2206" y="2505"/>
                    <a:pt x="2143" y="2505"/>
                    <a:pt x="2080" y="2505"/>
                  </a:cubicBezTo>
                  <a:cubicBezTo>
                    <a:pt x="1985" y="2505"/>
                    <a:pt x="1954" y="2505"/>
                    <a:pt x="1891" y="2568"/>
                  </a:cubicBezTo>
                  <a:lnTo>
                    <a:pt x="1607" y="2726"/>
                  </a:lnTo>
                  <a:lnTo>
                    <a:pt x="1639" y="2411"/>
                  </a:lnTo>
                  <a:cubicBezTo>
                    <a:pt x="1670" y="2285"/>
                    <a:pt x="1607" y="2127"/>
                    <a:pt x="1513" y="2033"/>
                  </a:cubicBezTo>
                  <a:lnTo>
                    <a:pt x="1292" y="1844"/>
                  </a:lnTo>
                  <a:lnTo>
                    <a:pt x="1670" y="1812"/>
                  </a:lnTo>
                  <a:cubicBezTo>
                    <a:pt x="1796" y="1812"/>
                    <a:pt x="1922" y="1686"/>
                    <a:pt x="1985" y="1560"/>
                  </a:cubicBezTo>
                  <a:lnTo>
                    <a:pt x="2111" y="1308"/>
                  </a:lnTo>
                  <a:close/>
                  <a:moveTo>
                    <a:pt x="2143" y="1"/>
                  </a:moveTo>
                  <a:cubicBezTo>
                    <a:pt x="1993" y="1"/>
                    <a:pt x="1843" y="79"/>
                    <a:pt x="1765" y="237"/>
                  </a:cubicBezTo>
                  <a:lnTo>
                    <a:pt x="1355" y="1056"/>
                  </a:lnTo>
                  <a:lnTo>
                    <a:pt x="473" y="1182"/>
                  </a:lnTo>
                  <a:cubicBezTo>
                    <a:pt x="95" y="1214"/>
                    <a:pt x="0" y="1655"/>
                    <a:pt x="221" y="1875"/>
                  </a:cubicBezTo>
                  <a:lnTo>
                    <a:pt x="851" y="2505"/>
                  </a:lnTo>
                  <a:lnTo>
                    <a:pt x="693" y="3419"/>
                  </a:lnTo>
                  <a:cubicBezTo>
                    <a:pt x="668" y="3693"/>
                    <a:pt x="880" y="3908"/>
                    <a:pt x="1110" y="3908"/>
                  </a:cubicBezTo>
                  <a:cubicBezTo>
                    <a:pt x="1171" y="3908"/>
                    <a:pt x="1233" y="3893"/>
                    <a:pt x="1292" y="3860"/>
                  </a:cubicBezTo>
                  <a:lnTo>
                    <a:pt x="2111" y="3419"/>
                  </a:lnTo>
                  <a:lnTo>
                    <a:pt x="2930" y="3860"/>
                  </a:lnTo>
                  <a:cubicBezTo>
                    <a:pt x="2992" y="3891"/>
                    <a:pt x="3056" y="3905"/>
                    <a:pt x="3119" y="3905"/>
                  </a:cubicBezTo>
                  <a:cubicBezTo>
                    <a:pt x="3376" y="3905"/>
                    <a:pt x="3605" y="3672"/>
                    <a:pt x="3529" y="3419"/>
                  </a:cubicBezTo>
                  <a:lnTo>
                    <a:pt x="3371" y="2505"/>
                  </a:lnTo>
                  <a:lnTo>
                    <a:pt x="4033" y="1875"/>
                  </a:lnTo>
                  <a:cubicBezTo>
                    <a:pt x="4285" y="1655"/>
                    <a:pt x="4159" y="1214"/>
                    <a:pt x="3812" y="1182"/>
                  </a:cubicBezTo>
                  <a:lnTo>
                    <a:pt x="2899" y="1056"/>
                  </a:lnTo>
                  <a:lnTo>
                    <a:pt x="2521" y="237"/>
                  </a:lnTo>
                  <a:cubicBezTo>
                    <a:pt x="2442" y="79"/>
                    <a:pt x="2292" y="1"/>
                    <a:pt x="214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80" name="Google Shape;10880;p136"/>
          <p:cNvGrpSpPr/>
          <p:nvPr/>
        </p:nvGrpSpPr>
        <p:grpSpPr>
          <a:xfrm>
            <a:off x="849695" y="3169113"/>
            <a:ext cx="363522" cy="365373"/>
            <a:chOff x="-62150375" y="2297875"/>
            <a:chExt cx="314275" cy="315875"/>
          </a:xfrm>
        </p:grpSpPr>
        <p:sp>
          <p:nvSpPr>
            <p:cNvPr id="10881" name="Google Shape;10881;p136"/>
            <p:cNvSpPr/>
            <p:nvPr/>
          </p:nvSpPr>
          <p:spPr>
            <a:xfrm>
              <a:off x="-61994425" y="2297875"/>
              <a:ext cx="64600" cy="69925"/>
            </a:xfrm>
            <a:custGeom>
              <a:rect b="b" l="l" r="r" t="t"/>
              <a:pathLst>
                <a:path extrusionOk="0" h="2797" w="2584">
                  <a:moveTo>
                    <a:pt x="1324" y="1"/>
                  </a:moveTo>
                  <a:cubicBezTo>
                    <a:pt x="1072" y="1"/>
                    <a:pt x="883" y="190"/>
                    <a:pt x="883" y="442"/>
                  </a:cubicBezTo>
                  <a:lnTo>
                    <a:pt x="883" y="1387"/>
                  </a:lnTo>
                  <a:lnTo>
                    <a:pt x="757" y="1261"/>
                  </a:lnTo>
                  <a:cubicBezTo>
                    <a:pt x="678" y="1182"/>
                    <a:pt x="568" y="1143"/>
                    <a:pt x="457" y="1143"/>
                  </a:cubicBezTo>
                  <a:cubicBezTo>
                    <a:pt x="347" y="1143"/>
                    <a:pt x="237" y="1182"/>
                    <a:pt x="158" y="1261"/>
                  </a:cubicBezTo>
                  <a:cubicBezTo>
                    <a:pt x="1" y="1419"/>
                    <a:pt x="1" y="1702"/>
                    <a:pt x="158" y="1860"/>
                  </a:cubicBezTo>
                  <a:lnTo>
                    <a:pt x="1009" y="2679"/>
                  </a:lnTo>
                  <a:cubicBezTo>
                    <a:pt x="1088" y="2758"/>
                    <a:pt x="1190" y="2797"/>
                    <a:pt x="1292" y="2797"/>
                  </a:cubicBezTo>
                  <a:cubicBezTo>
                    <a:pt x="1395" y="2797"/>
                    <a:pt x="1497" y="2758"/>
                    <a:pt x="1576" y="2679"/>
                  </a:cubicBezTo>
                  <a:lnTo>
                    <a:pt x="2426" y="1860"/>
                  </a:lnTo>
                  <a:cubicBezTo>
                    <a:pt x="2584" y="1702"/>
                    <a:pt x="2584" y="1419"/>
                    <a:pt x="2426" y="1261"/>
                  </a:cubicBezTo>
                  <a:cubicBezTo>
                    <a:pt x="2348" y="1182"/>
                    <a:pt x="2237" y="1143"/>
                    <a:pt x="2127" y="1143"/>
                  </a:cubicBezTo>
                  <a:cubicBezTo>
                    <a:pt x="2017" y="1143"/>
                    <a:pt x="1907" y="1182"/>
                    <a:pt x="1828" y="1261"/>
                  </a:cubicBezTo>
                  <a:lnTo>
                    <a:pt x="1702" y="1387"/>
                  </a:lnTo>
                  <a:lnTo>
                    <a:pt x="1702" y="442"/>
                  </a:lnTo>
                  <a:cubicBezTo>
                    <a:pt x="1733" y="190"/>
                    <a:pt x="1544" y="1"/>
                    <a:pt x="132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2" name="Google Shape;10882;p136"/>
            <p:cNvSpPr/>
            <p:nvPr/>
          </p:nvSpPr>
          <p:spPr>
            <a:xfrm>
              <a:off x="-62150375" y="2338050"/>
              <a:ext cx="314275" cy="275700"/>
            </a:xfrm>
            <a:custGeom>
              <a:rect b="b" l="l" r="r" t="t"/>
              <a:pathLst>
                <a:path extrusionOk="0" h="11028" w="12571">
                  <a:moveTo>
                    <a:pt x="11752" y="2805"/>
                  </a:moveTo>
                  <a:lnTo>
                    <a:pt x="11059" y="6932"/>
                  </a:lnTo>
                  <a:lnTo>
                    <a:pt x="3970" y="6932"/>
                  </a:lnTo>
                  <a:lnTo>
                    <a:pt x="3183" y="2805"/>
                  </a:lnTo>
                  <a:close/>
                  <a:moveTo>
                    <a:pt x="5199" y="9421"/>
                  </a:moveTo>
                  <a:cubicBezTo>
                    <a:pt x="5388" y="9452"/>
                    <a:pt x="5514" y="9610"/>
                    <a:pt x="5514" y="9830"/>
                  </a:cubicBezTo>
                  <a:cubicBezTo>
                    <a:pt x="5514" y="10051"/>
                    <a:pt x="5293" y="10240"/>
                    <a:pt x="5073" y="10240"/>
                  </a:cubicBezTo>
                  <a:cubicBezTo>
                    <a:pt x="4821" y="10240"/>
                    <a:pt x="4663" y="10051"/>
                    <a:pt x="4663" y="9830"/>
                  </a:cubicBezTo>
                  <a:cubicBezTo>
                    <a:pt x="4663" y="9610"/>
                    <a:pt x="4789" y="9452"/>
                    <a:pt x="4978" y="9421"/>
                  </a:cubicBezTo>
                  <a:close/>
                  <a:moveTo>
                    <a:pt x="9830" y="9421"/>
                  </a:moveTo>
                  <a:cubicBezTo>
                    <a:pt x="10019" y="9452"/>
                    <a:pt x="10145" y="9610"/>
                    <a:pt x="10145" y="9830"/>
                  </a:cubicBezTo>
                  <a:cubicBezTo>
                    <a:pt x="10145" y="10051"/>
                    <a:pt x="9956" y="10240"/>
                    <a:pt x="9704" y="10240"/>
                  </a:cubicBezTo>
                  <a:cubicBezTo>
                    <a:pt x="9484" y="10240"/>
                    <a:pt x="9326" y="10051"/>
                    <a:pt x="9326" y="9830"/>
                  </a:cubicBezTo>
                  <a:cubicBezTo>
                    <a:pt x="9358" y="9610"/>
                    <a:pt x="9484" y="9452"/>
                    <a:pt x="9673" y="9421"/>
                  </a:cubicBezTo>
                  <a:close/>
                  <a:moveTo>
                    <a:pt x="284" y="1"/>
                  </a:moveTo>
                  <a:cubicBezTo>
                    <a:pt x="190" y="64"/>
                    <a:pt x="1" y="253"/>
                    <a:pt x="1" y="473"/>
                  </a:cubicBezTo>
                  <a:cubicBezTo>
                    <a:pt x="1" y="725"/>
                    <a:pt x="190" y="883"/>
                    <a:pt x="379" y="883"/>
                  </a:cubicBezTo>
                  <a:lnTo>
                    <a:pt x="1954" y="883"/>
                  </a:lnTo>
                  <a:lnTo>
                    <a:pt x="3151" y="7058"/>
                  </a:lnTo>
                  <a:cubicBezTo>
                    <a:pt x="2710" y="7247"/>
                    <a:pt x="2427" y="7688"/>
                    <a:pt x="2427" y="8192"/>
                  </a:cubicBezTo>
                  <a:cubicBezTo>
                    <a:pt x="2427" y="8885"/>
                    <a:pt x="2994" y="9421"/>
                    <a:pt x="3655" y="9421"/>
                  </a:cubicBezTo>
                  <a:lnTo>
                    <a:pt x="3844" y="9421"/>
                  </a:lnTo>
                  <a:cubicBezTo>
                    <a:pt x="3813" y="9547"/>
                    <a:pt x="3781" y="9704"/>
                    <a:pt x="3781" y="9830"/>
                  </a:cubicBezTo>
                  <a:cubicBezTo>
                    <a:pt x="3781" y="10492"/>
                    <a:pt x="4317" y="11027"/>
                    <a:pt x="5010" y="11027"/>
                  </a:cubicBezTo>
                  <a:cubicBezTo>
                    <a:pt x="5672" y="11027"/>
                    <a:pt x="6207" y="10492"/>
                    <a:pt x="6207" y="9830"/>
                  </a:cubicBezTo>
                  <a:cubicBezTo>
                    <a:pt x="6207" y="9673"/>
                    <a:pt x="6176" y="9547"/>
                    <a:pt x="6144" y="9421"/>
                  </a:cubicBezTo>
                  <a:lnTo>
                    <a:pt x="8475" y="9421"/>
                  </a:lnTo>
                  <a:cubicBezTo>
                    <a:pt x="8412" y="9547"/>
                    <a:pt x="8381" y="9704"/>
                    <a:pt x="8381" y="9830"/>
                  </a:cubicBezTo>
                  <a:cubicBezTo>
                    <a:pt x="8381" y="10492"/>
                    <a:pt x="8948" y="11027"/>
                    <a:pt x="9610" y="11027"/>
                  </a:cubicBezTo>
                  <a:cubicBezTo>
                    <a:pt x="10271" y="11027"/>
                    <a:pt x="10870" y="10492"/>
                    <a:pt x="10870" y="9830"/>
                  </a:cubicBezTo>
                  <a:cubicBezTo>
                    <a:pt x="10870" y="9673"/>
                    <a:pt x="10838" y="9547"/>
                    <a:pt x="10775" y="9421"/>
                  </a:cubicBezTo>
                  <a:lnTo>
                    <a:pt x="11405" y="9421"/>
                  </a:lnTo>
                  <a:cubicBezTo>
                    <a:pt x="11657" y="9421"/>
                    <a:pt x="11815" y="9231"/>
                    <a:pt x="11815" y="9042"/>
                  </a:cubicBezTo>
                  <a:cubicBezTo>
                    <a:pt x="11815" y="8822"/>
                    <a:pt x="11626" y="8601"/>
                    <a:pt x="11405" y="8601"/>
                  </a:cubicBezTo>
                  <a:lnTo>
                    <a:pt x="3529" y="8601"/>
                  </a:lnTo>
                  <a:cubicBezTo>
                    <a:pt x="3309" y="8601"/>
                    <a:pt x="3151" y="8412"/>
                    <a:pt x="3151" y="8160"/>
                  </a:cubicBezTo>
                  <a:cubicBezTo>
                    <a:pt x="3151" y="7940"/>
                    <a:pt x="3340" y="7719"/>
                    <a:pt x="3529" y="7719"/>
                  </a:cubicBezTo>
                  <a:lnTo>
                    <a:pt x="11311" y="7719"/>
                  </a:lnTo>
                  <a:cubicBezTo>
                    <a:pt x="11500" y="7719"/>
                    <a:pt x="11689" y="7562"/>
                    <a:pt x="11689" y="7373"/>
                  </a:cubicBezTo>
                  <a:lnTo>
                    <a:pt x="12508" y="2426"/>
                  </a:lnTo>
                  <a:cubicBezTo>
                    <a:pt x="12571" y="2174"/>
                    <a:pt x="12351" y="1954"/>
                    <a:pt x="12130" y="1954"/>
                  </a:cubicBezTo>
                  <a:lnTo>
                    <a:pt x="2899" y="1954"/>
                  </a:lnTo>
                  <a:lnTo>
                    <a:pt x="2584" y="379"/>
                  </a:lnTo>
                  <a:cubicBezTo>
                    <a:pt x="2553" y="158"/>
                    <a:pt x="2395" y="1"/>
                    <a:pt x="220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3" name="Google Shape;10883;p136"/>
            <p:cNvSpPr/>
            <p:nvPr/>
          </p:nvSpPr>
          <p:spPr>
            <a:xfrm>
              <a:off x="-61972375" y="2430200"/>
              <a:ext cx="20500" cy="60675"/>
            </a:xfrm>
            <a:custGeom>
              <a:rect b="b" l="l" r="r" t="t"/>
              <a:pathLst>
                <a:path extrusionOk="0" h="2427" w="820">
                  <a:moveTo>
                    <a:pt x="442" y="1"/>
                  </a:moveTo>
                  <a:cubicBezTo>
                    <a:pt x="190" y="1"/>
                    <a:pt x="1" y="190"/>
                    <a:pt x="1" y="379"/>
                  </a:cubicBezTo>
                  <a:lnTo>
                    <a:pt x="1" y="2048"/>
                  </a:lnTo>
                  <a:cubicBezTo>
                    <a:pt x="32" y="2269"/>
                    <a:pt x="221" y="2427"/>
                    <a:pt x="442" y="2427"/>
                  </a:cubicBezTo>
                  <a:cubicBezTo>
                    <a:pt x="662" y="2427"/>
                    <a:pt x="820" y="2237"/>
                    <a:pt x="820" y="2048"/>
                  </a:cubicBezTo>
                  <a:lnTo>
                    <a:pt x="820" y="379"/>
                  </a:lnTo>
                  <a:cubicBezTo>
                    <a:pt x="820" y="158"/>
                    <a:pt x="631" y="1"/>
                    <a:pt x="44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4" name="Google Shape;10884;p136"/>
            <p:cNvSpPr/>
            <p:nvPr/>
          </p:nvSpPr>
          <p:spPr>
            <a:xfrm>
              <a:off x="-61909350" y="2430200"/>
              <a:ext cx="19700" cy="60675"/>
            </a:xfrm>
            <a:custGeom>
              <a:rect b="b" l="l" r="r" t="t"/>
              <a:pathLst>
                <a:path extrusionOk="0" h="2427" w="788">
                  <a:moveTo>
                    <a:pt x="378" y="1"/>
                  </a:moveTo>
                  <a:cubicBezTo>
                    <a:pt x="189" y="1"/>
                    <a:pt x="0" y="190"/>
                    <a:pt x="0" y="379"/>
                  </a:cubicBezTo>
                  <a:lnTo>
                    <a:pt x="0" y="2048"/>
                  </a:lnTo>
                  <a:cubicBezTo>
                    <a:pt x="0" y="2269"/>
                    <a:pt x="189" y="2427"/>
                    <a:pt x="378" y="2427"/>
                  </a:cubicBezTo>
                  <a:cubicBezTo>
                    <a:pt x="630" y="2427"/>
                    <a:pt x="788" y="2237"/>
                    <a:pt x="788" y="2048"/>
                  </a:cubicBezTo>
                  <a:lnTo>
                    <a:pt x="788" y="379"/>
                  </a:lnTo>
                  <a:cubicBezTo>
                    <a:pt x="788" y="158"/>
                    <a:pt x="599"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5" name="Google Shape;10885;p136"/>
            <p:cNvSpPr/>
            <p:nvPr/>
          </p:nvSpPr>
          <p:spPr>
            <a:xfrm>
              <a:off x="-62033800" y="2430200"/>
              <a:ext cx="21275" cy="60675"/>
            </a:xfrm>
            <a:custGeom>
              <a:rect b="b" l="l" r="r" t="t"/>
              <a:pathLst>
                <a:path extrusionOk="0" h="2427" w="851">
                  <a:moveTo>
                    <a:pt x="410" y="1"/>
                  </a:moveTo>
                  <a:cubicBezTo>
                    <a:pt x="158" y="1"/>
                    <a:pt x="0" y="190"/>
                    <a:pt x="0" y="379"/>
                  </a:cubicBezTo>
                  <a:lnTo>
                    <a:pt x="0" y="2048"/>
                  </a:lnTo>
                  <a:cubicBezTo>
                    <a:pt x="0" y="2269"/>
                    <a:pt x="221" y="2427"/>
                    <a:pt x="410" y="2427"/>
                  </a:cubicBezTo>
                  <a:cubicBezTo>
                    <a:pt x="630" y="2427"/>
                    <a:pt x="851" y="2237"/>
                    <a:pt x="851" y="2048"/>
                  </a:cubicBezTo>
                  <a:lnTo>
                    <a:pt x="851" y="379"/>
                  </a:lnTo>
                  <a:cubicBezTo>
                    <a:pt x="851" y="158"/>
                    <a:pt x="630" y="1"/>
                    <a:pt x="41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86" name="Google Shape;10886;p136"/>
          <p:cNvGrpSpPr/>
          <p:nvPr/>
        </p:nvGrpSpPr>
        <p:grpSpPr>
          <a:xfrm>
            <a:off x="848322" y="3610356"/>
            <a:ext cx="366269" cy="368091"/>
            <a:chOff x="-62150375" y="2664925"/>
            <a:chExt cx="316650" cy="318225"/>
          </a:xfrm>
        </p:grpSpPr>
        <p:sp>
          <p:nvSpPr>
            <p:cNvPr id="10887" name="Google Shape;10887;p136"/>
            <p:cNvSpPr/>
            <p:nvPr/>
          </p:nvSpPr>
          <p:spPr>
            <a:xfrm>
              <a:off x="-62150375" y="2961850"/>
              <a:ext cx="316650" cy="21300"/>
            </a:xfrm>
            <a:custGeom>
              <a:rect b="b" l="l" r="r" t="t"/>
              <a:pathLst>
                <a:path extrusionOk="0" h="852" w="12666">
                  <a:moveTo>
                    <a:pt x="379" y="0"/>
                  </a:moveTo>
                  <a:cubicBezTo>
                    <a:pt x="158" y="0"/>
                    <a:pt x="1" y="189"/>
                    <a:pt x="1" y="410"/>
                  </a:cubicBezTo>
                  <a:cubicBezTo>
                    <a:pt x="1" y="662"/>
                    <a:pt x="190" y="851"/>
                    <a:pt x="379" y="851"/>
                  </a:cubicBezTo>
                  <a:lnTo>
                    <a:pt x="12225" y="851"/>
                  </a:lnTo>
                  <a:cubicBezTo>
                    <a:pt x="12477" y="851"/>
                    <a:pt x="12634" y="662"/>
                    <a:pt x="12634" y="410"/>
                  </a:cubicBezTo>
                  <a:cubicBezTo>
                    <a:pt x="12666" y="158"/>
                    <a:pt x="12477" y="0"/>
                    <a:pt x="1222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8" name="Google Shape;10888;p136"/>
            <p:cNvSpPr/>
            <p:nvPr/>
          </p:nvSpPr>
          <p:spPr>
            <a:xfrm>
              <a:off x="-62150375" y="2838200"/>
              <a:ext cx="82725" cy="102400"/>
            </a:xfrm>
            <a:custGeom>
              <a:rect b="b" l="l" r="r" t="t"/>
              <a:pathLst>
                <a:path extrusionOk="0" h="4096" w="3309">
                  <a:moveTo>
                    <a:pt x="2363" y="756"/>
                  </a:moveTo>
                  <a:cubicBezTo>
                    <a:pt x="2427" y="756"/>
                    <a:pt x="2521" y="851"/>
                    <a:pt x="2521" y="914"/>
                  </a:cubicBezTo>
                  <a:lnTo>
                    <a:pt x="2521" y="3119"/>
                  </a:lnTo>
                  <a:cubicBezTo>
                    <a:pt x="2521" y="3214"/>
                    <a:pt x="2427" y="3245"/>
                    <a:pt x="2363" y="3245"/>
                  </a:cubicBezTo>
                  <a:lnTo>
                    <a:pt x="977" y="3245"/>
                  </a:lnTo>
                  <a:cubicBezTo>
                    <a:pt x="883" y="3245"/>
                    <a:pt x="820" y="3151"/>
                    <a:pt x="820" y="3119"/>
                  </a:cubicBezTo>
                  <a:lnTo>
                    <a:pt x="820" y="914"/>
                  </a:lnTo>
                  <a:cubicBezTo>
                    <a:pt x="820" y="851"/>
                    <a:pt x="883" y="756"/>
                    <a:pt x="977" y="756"/>
                  </a:cubicBezTo>
                  <a:close/>
                  <a:moveTo>
                    <a:pt x="946" y="0"/>
                  </a:moveTo>
                  <a:cubicBezTo>
                    <a:pt x="379" y="0"/>
                    <a:pt x="1" y="441"/>
                    <a:pt x="1" y="945"/>
                  </a:cubicBezTo>
                  <a:lnTo>
                    <a:pt x="1" y="3151"/>
                  </a:lnTo>
                  <a:cubicBezTo>
                    <a:pt x="1" y="3686"/>
                    <a:pt x="410" y="4096"/>
                    <a:pt x="946" y="4096"/>
                  </a:cubicBezTo>
                  <a:lnTo>
                    <a:pt x="2300" y="4096"/>
                  </a:lnTo>
                  <a:cubicBezTo>
                    <a:pt x="2868" y="4096"/>
                    <a:pt x="3309" y="3686"/>
                    <a:pt x="3309" y="3151"/>
                  </a:cubicBezTo>
                  <a:lnTo>
                    <a:pt x="3309" y="945"/>
                  </a:lnTo>
                  <a:cubicBezTo>
                    <a:pt x="3309" y="410"/>
                    <a:pt x="2868" y="0"/>
                    <a:pt x="230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9" name="Google Shape;10889;p136"/>
            <p:cNvSpPr/>
            <p:nvPr/>
          </p:nvSpPr>
          <p:spPr>
            <a:xfrm>
              <a:off x="-62033800" y="2664925"/>
              <a:ext cx="82725" cy="274900"/>
            </a:xfrm>
            <a:custGeom>
              <a:rect b="b" l="l" r="r" t="t"/>
              <a:pathLst>
                <a:path extrusionOk="0" h="10996" w="3309">
                  <a:moveTo>
                    <a:pt x="2332" y="788"/>
                  </a:moveTo>
                  <a:cubicBezTo>
                    <a:pt x="2426" y="851"/>
                    <a:pt x="2489" y="882"/>
                    <a:pt x="2489" y="945"/>
                  </a:cubicBezTo>
                  <a:lnTo>
                    <a:pt x="2489" y="10050"/>
                  </a:lnTo>
                  <a:cubicBezTo>
                    <a:pt x="2489" y="10145"/>
                    <a:pt x="2426" y="10176"/>
                    <a:pt x="2332" y="10176"/>
                  </a:cubicBezTo>
                  <a:lnTo>
                    <a:pt x="946" y="10176"/>
                  </a:lnTo>
                  <a:cubicBezTo>
                    <a:pt x="882" y="10176"/>
                    <a:pt x="851" y="10082"/>
                    <a:pt x="851" y="10050"/>
                  </a:cubicBezTo>
                  <a:lnTo>
                    <a:pt x="851" y="945"/>
                  </a:lnTo>
                  <a:cubicBezTo>
                    <a:pt x="851" y="882"/>
                    <a:pt x="914" y="788"/>
                    <a:pt x="946" y="788"/>
                  </a:cubicBezTo>
                  <a:close/>
                  <a:moveTo>
                    <a:pt x="946" y="0"/>
                  </a:moveTo>
                  <a:cubicBezTo>
                    <a:pt x="410" y="0"/>
                    <a:pt x="0" y="441"/>
                    <a:pt x="0" y="945"/>
                  </a:cubicBezTo>
                  <a:lnTo>
                    <a:pt x="0" y="10050"/>
                  </a:lnTo>
                  <a:cubicBezTo>
                    <a:pt x="0" y="10617"/>
                    <a:pt x="441" y="10995"/>
                    <a:pt x="946" y="10995"/>
                  </a:cubicBezTo>
                  <a:lnTo>
                    <a:pt x="2332" y="10995"/>
                  </a:lnTo>
                  <a:cubicBezTo>
                    <a:pt x="2899" y="10995"/>
                    <a:pt x="3308" y="10554"/>
                    <a:pt x="3308" y="10050"/>
                  </a:cubicBezTo>
                  <a:lnTo>
                    <a:pt x="3308" y="945"/>
                  </a:lnTo>
                  <a:cubicBezTo>
                    <a:pt x="3308" y="410"/>
                    <a:pt x="2899" y="0"/>
                    <a:pt x="233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0" name="Google Shape;10890;p136"/>
            <p:cNvSpPr/>
            <p:nvPr/>
          </p:nvSpPr>
          <p:spPr>
            <a:xfrm>
              <a:off x="-61917225" y="2754700"/>
              <a:ext cx="83500" cy="185900"/>
            </a:xfrm>
            <a:custGeom>
              <a:rect b="b" l="l" r="r" t="t"/>
              <a:pathLst>
                <a:path extrusionOk="0" h="7436" w="3340">
                  <a:moveTo>
                    <a:pt x="2394" y="788"/>
                  </a:moveTo>
                  <a:cubicBezTo>
                    <a:pt x="2489" y="788"/>
                    <a:pt x="2520" y="883"/>
                    <a:pt x="2520" y="946"/>
                  </a:cubicBezTo>
                  <a:lnTo>
                    <a:pt x="2520" y="6459"/>
                  </a:lnTo>
                  <a:cubicBezTo>
                    <a:pt x="2520" y="6554"/>
                    <a:pt x="2426" y="6585"/>
                    <a:pt x="2394" y="6585"/>
                  </a:cubicBezTo>
                  <a:lnTo>
                    <a:pt x="1008" y="6585"/>
                  </a:lnTo>
                  <a:cubicBezTo>
                    <a:pt x="945" y="6585"/>
                    <a:pt x="851" y="6491"/>
                    <a:pt x="851" y="6459"/>
                  </a:cubicBezTo>
                  <a:lnTo>
                    <a:pt x="851" y="946"/>
                  </a:lnTo>
                  <a:cubicBezTo>
                    <a:pt x="851" y="883"/>
                    <a:pt x="945" y="788"/>
                    <a:pt x="1008" y="788"/>
                  </a:cubicBezTo>
                  <a:close/>
                  <a:moveTo>
                    <a:pt x="977" y="1"/>
                  </a:moveTo>
                  <a:cubicBezTo>
                    <a:pt x="441" y="1"/>
                    <a:pt x="0" y="442"/>
                    <a:pt x="0" y="977"/>
                  </a:cubicBezTo>
                  <a:lnTo>
                    <a:pt x="0" y="6491"/>
                  </a:lnTo>
                  <a:cubicBezTo>
                    <a:pt x="0" y="7058"/>
                    <a:pt x="441" y="7436"/>
                    <a:pt x="977" y="7436"/>
                  </a:cubicBezTo>
                  <a:lnTo>
                    <a:pt x="2363" y="7436"/>
                  </a:lnTo>
                  <a:cubicBezTo>
                    <a:pt x="2899" y="7436"/>
                    <a:pt x="3308" y="7026"/>
                    <a:pt x="3308" y="6491"/>
                  </a:cubicBezTo>
                  <a:lnTo>
                    <a:pt x="3308" y="977"/>
                  </a:lnTo>
                  <a:cubicBezTo>
                    <a:pt x="3340" y="442"/>
                    <a:pt x="2899" y="1"/>
                    <a:pt x="236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91" name="Google Shape;10891;p136"/>
          <p:cNvGrpSpPr/>
          <p:nvPr/>
        </p:nvGrpSpPr>
        <p:grpSpPr>
          <a:xfrm>
            <a:off x="3065911" y="2731333"/>
            <a:ext cx="367165" cy="368901"/>
            <a:chOff x="-60254550" y="1938025"/>
            <a:chExt cx="317425" cy="318925"/>
          </a:xfrm>
        </p:grpSpPr>
        <p:sp>
          <p:nvSpPr>
            <p:cNvPr id="10892" name="Google Shape;10892;p136"/>
            <p:cNvSpPr/>
            <p:nvPr/>
          </p:nvSpPr>
          <p:spPr>
            <a:xfrm>
              <a:off x="-60254550" y="2049000"/>
              <a:ext cx="317425" cy="207950"/>
            </a:xfrm>
            <a:custGeom>
              <a:rect b="b" l="l" r="r" t="t"/>
              <a:pathLst>
                <a:path extrusionOk="0" h="8318" w="12697">
                  <a:moveTo>
                    <a:pt x="10428" y="1639"/>
                  </a:moveTo>
                  <a:cubicBezTo>
                    <a:pt x="11184" y="1639"/>
                    <a:pt x="11814" y="2269"/>
                    <a:pt x="11814" y="3025"/>
                  </a:cubicBezTo>
                  <a:cubicBezTo>
                    <a:pt x="11814" y="3781"/>
                    <a:pt x="11184" y="4411"/>
                    <a:pt x="10428" y="4411"/>
                  </a:cubicBezTo>
                  <a:lnTo>
                    <a:pt x="9767" y="4411"/>
                  </a:lnTo>
                  <a:cubicBezTo>
                    <a:pt x="9861" y="4033"/>
                    <a:pt x="9893" y="3686"/>
                    <a:pt x="9893" y="3308"/>
                  </a:cubicBezTo>
                  <a:lnTo>
                    <a:pt x="9893" y="1639"/>
                  </a:lnTo>
                  <a:close/>
                  <a:moveTo>
                    <a:pt x="9073" y="819"/>
                  </a:moveTo>
                  <a:lnTo>
                    <a:pt x="9073" y="3308"/>
                  </a:lnTo>
                  <a:cubicBezTo>
                    <a:pt x="9073" y="5577"/>
                    <a:pt x="7215" y="7435"/>
                    <a:pt x="4915" y="7435"/>
                  </a:cubicBezTo>
                  <a:cubicBezTo>
                    <a:pt x="2646" y="7435"/>
                    <a:pt x="788" y="5577"/>
                    <a:pt x="788" y="3308"/>
                  </a:cubicBezTo>
                  <a:lnTo>
                    <a:pt x="788" y="819"/>
                  </a:lnTo>
                  <a:close/>
                  <a:moveTo>
                    <a:pt x="410" y="0"/>
                  </a:moveTo>
                  <a:cubicBezTo>
                    <a:pt x="158" y="0"/>
                    <a:pt x="0" y="189"/>
                    <a:pt x="0" y="441"/>
                  </a:cubicBezTo>
                  <a:lnTo>
                    <a:pt x="0" y="3308"/>
                  </a:lnTo>
                  <a:cubicBezTo>
                    <a:pt x="0" y="5041"/>
                    <a:pt x="882" y="6522"/>
                    <a:pt x="2205" y="7435"/>
                  </a:cubicBezTo>
                  <a:lnTo>
                    <a:pt x="410" y="7435"/>
                  </a:lnTo>
                  <a:cubicBezTo>
                    <a:pt x="158" y="7435"/>
                    <a:pt x="0" y="7624"/>
                    <a:pt x="0" y="7877"/>
                  </a:cubicBezTo>
                  <a:cubicBezTo>
                    <a:pt x="0" y="8097"/>
                    <a:pt x="189" y="8318"/>
                    <a:pt x="410" y="8318"/>
                  </a:cubicBezTo>
                  <a:lnTo>
                    <a:pt x="9483" y="8318"/>
                  </a:lnTo>
                  <a:cubicBezTo>
                    <a:pt x="9735" y="8318"/>
                    <a:pt x="9893" y="8097"/>
                    <a:pt x="9893" y="7877"/>
                  </a:cubicBezTo>
                  <a:cubicBezTo>
                    <a:pt x="9893" y="7624"/>
                    <a:pt x="9704" y="7435"/>
                    <a:pt x="9483" y="7435"/>
                  </a:cubicBezTo>
                  <a:lnTo>
                    <a:pt x="7687" y="7435"/>
                  </a:lnTo>
                  <a:cubicBezTo>
                    <a:pt x="8506" y="6900"/>
                    <a:pt x="9137" y="6144"/>
                    <a:pt x="9546" y="5230"/>
                  </a:cubicBezTo>
                  <a:lnTo>
                    <a:pt x="10491" y="5230"/>
                  </a:lnTo>
                  <a:cubicBezTo>
                    <a:pt x="11688" y="5230"/>
                    <a:pt x="12697" y="4253"/>
                    <a:pt x="12697" y="3025"/>
                  </a:cubicBezTo>
                  <a:cubicBezTo>
                    <a:pt x="12697" y="1796"/>
                    <a:pt x="11657" y="819"/>
                    <a:pt x="10428" y="819"/>
                  </a:cubicBezTo>
                  <a:lnTo>
                    <a:pt x="9893" y="819"/>
                  </a:lnTo>
                  <a:lnTo>
                    <a:pt x="9893" y="441"/>
                  </a:lnTo>
                  <a:cubicBezTo>
                    <a:pt x="9893" y="189"/>
                    <a:pt x="9704" y="0"/>
                    <a:pt x="948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3" name="Google Shape;10893;p136"/>
            <p:cNvSpPr/>
            <p:nvPr/>
          </p:nvSpPr>
          <p:spPr>
            <a:xfrm>
              <a:off x="-60219125" y="1938025"/>
              <a:ext cx="51225" cy="103625"/>
            </a:xfrm>
            <a:custGeom>
              <a:rect b="b" l="l" r="r" t="t"/>
              <a:pathLst>
                <a:path extrusionOk="0" h="4145" w="2049">
                  <a:moveTo>
                    <a:pt x="1068" y="0"/>
                  </a:moveTo>
                  <a:cubicBezTo>
                    <a:pt x="947" y="0"/>
                    <a:pt x="819" y="61"/>
                    <a:pt x="725" y="155"/>
                  </a:cubicBezTo>
                  <a:cubicBezTo>
                    <a:pt x="568" y="312"/>
                    <a:pt x="568" y="564"/>
                    <a:pt x="757" y="722"/>
                  </a:cubicBezTo>
                  <a:cubicBezTo>
                    <a:pt x="1103" y="1100"/>
                    <a:pt x="1103" y="1446"/>
                    <a:pt x="757" y="1761"/>
                  </a:cubicBezTo>
                  <a:cubicBezTo>
                    <a:pt x="32" y="2392"/>
                    <a:pt x="1" y="3368"/>
                    <a:pt x="757" y="4030"/>
                  </a:cubicBezTo>
                  <a:cubicBezTo>
                    <a:pt x="832" y="4105"/>
                    <a:pt x="936" y="4144"/>
                    <a:pt x="1041" y="4144"/>
                  </a:cubicBezTo>
                  <a:cubicBezTo>
                    <a:pt x="1156" y="4144"/>
                    <a:pt x="1273" y="4097"/>
                    <a:pt x="1356" y="3998"/>
                  </a:cubicBezTo>
                  <a:cubicBezTo>
                    <a:pt x="1513" y="3841"/>
                    <a:pt x="1513" y="3557"/>
                    <a:pt x="1292" y="3400"/>
                  </a:cubicBezTo>
                  <a:cubicBezTo>
                    <a:pt x="946" y="3085"/>
                    <a:pt x="946" y="2707"/>
                    <a:pt x="1292" y="2392"/>
                  </a:cubicBezTo>
                  <a:cubicBezTo>
                    <a:pt x="2017" y="1761"/>
                    <a:pt x="2049" y="785"/>
                    <a:pt x="1292" y="92"/>
                  </a:cubicBezTo>
                  <a:cubicBezTo>
                    <a:pt x="1229" y="28"/>
                    <a:pt x="1150" y="0"/>
                    <a:pt x="106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4" name="Google Shape;10894;p136"/>
            <p:cNvSpPr/>
            <p:nvPr/>
          </p:nvSpPr>
          <p:spPr>
            <a:xfrm>
              <a:off x="-60156900" y="1938025"/>
              <a:ext cx="51225" cy="103625"/>
            </a:xfrm>
            <a:custGeom>
              <a:rect b="b" l="l" r="r" t="t"/>
              <a:pathLst>
                <a:path extrusionOk="0" h="4145" w="2049">
                  <a:moveTo>
                    <a:pt x="1057" y="0"/>
                  </a:moveTo>
                  <a:cubicBezTo>
                    <a:pt x="926" y="0"/>
                    <a:pt x="788" y="61"/>
                    <a:pt x="694" y="155"/>
                  </a:cubicBezTo>
                  <a:cubicBezTo>
                    <a:pt x="536" y="312"/>
                    <a:pt x="536" y="564"/>
                    <a:pt x="757" y="722"/>
                  </a:cubicBezTo>
                  <a:cubicBezTo>
                    <a:pt x="1103" y="1100"/>
                    <a:pt x="1103" y="1446"/>
                    <a:pt x="757" y="1761"/>
                  </a:cubicBezTo>
                  <a:cubicBezTo>
                    <a:pt x="32" y="2392"/>
                    <a:pt x="1" y="3368"/>
                    <a:pt x="757" y="4030"/>
                  </a:cubicBezTo>
                  <a:cubicBezTo>
                    <a:pt x="832" y="4105"/>
                    <a:pt x="929" y="4144"/>
                    <a:pt x="1026" y="4144"/>
                  </a:cubicBezTo>
                  <a:cubicBezTo>
                    <a:pt x="1133" y="4144"/>
                    <a:pt x="1242" y="4097"/>
                    <a:pt x="1324" y="3998"/>
                  </a:cubicBezTo>
                  <a:cubicBezTo>
                    <a:pt x="1859" y="3463"/>
                    <a:pt x="473" y="3179"/>
                    <a:pt x="1292" y="2392"/>
                  </a:cubicBezTo>
                  <a:cubicBezTo>
                    <a:pt x="2017" y="1761"/>
                    <a:pt x="2049" y="785"/>
                    <a:pt x="1292" y="92"/>
                  </a:cubicBezTo>
                  <a:cubicBezTo>
                    <a:pt x="1229" y="28"/>
                    <a:pt x="1145" y="0"/>
                    <a:pt x="105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5" name="Google Shape;10895;p136"/>
            <p:cNvSpPr/>
            <p:nvPr/>
          </p:nvSpPr>
          <p:spPr>
            <a:xfrm>
              <a:off x="-60094675" y="1938025"/>
              <a:ext cx="51225" cy="103625"/>
            </a:xfrm>
            <a:custGeom>
              <a:rect b="b" l="l" r="r" t="t"/>
              <a:pathLst>
                <a:path extrusionOk="0" h="4145" w="2049">
                  <a:moveTo>
                    <a:pt x="1056" y="0"/>
                  </a:moveTo>
                  <a:cubicBezTo>
                    <a:pt x="926" y="0"/>
                    <a:pt x="788" y="61"/>
                    <a:pt x="694" y="155"/>
                  </a:cubicBezTo>
                  <a:cubicBezTo>
                    <a:pt x="536" y="312"/>
                    <a:pt x="536" y="564"/>
                    <a:pt x="725" y="722"/>
                  </a:cubicBezTo>
                  <a:cubicBezTo>
                    <a:pt x="1103" y="1100"/>
                    <a:pt x="1103" y="1446"/>
                    <a:pt x="725" y="1761"/>
                  </a:cubicBezTo>
                  <a:cubicBezTo>
                    <a:pt x="32" y="2392"/>
                    <a:pt x="1" y="3368"/>
                    <a:pt x="725" y="4030"/>
                  </a:cubicBezTo>
                  <a:cubicBezTo>
                    <a:pt x="800" y="4105"/>
                    <a:pt x="904" y="4144"/>
                    <a:pt x="1009" y="4144"/>
                  </a:cubicBezTo>
                  <a:cubicBezTo>
                    <a:pt x="1125" y="4144"/>
                    <a:pt x="1241" y="4097"/>
                    <a:pt x="1324" y="3998"/>
                  </a:cubicBezTo>
                  <a:cubicBezTo>
                    <a:pt x="1481" y="3841"/>
                    <a:pt x="1481" y="3557"/>
                    <a:pt x="1292" y="3400"/>
                  </a:cubicBezTo>
                  <a:cubicBezTo>
                    <a:pt x="946" y="3085"/>
                    <a:pt x="946" y="2707"/>
                    <a:pt x="1292" y="2392"/>
                  </a:cubicBezTo>
                  <a:cubicBezTo>
                    <a:pt x="1985" y="1761"/>
                    <a:pt x="2048" y="785"/>
                    <a:pt x="1292" y="92"/>
                  </a:cubicBezTo>
                  <a:cubicBezTo>
                    <a:pt x="1229" y="28"/>
                    <a:pt x="1145" y="0"/>
                    <a:pt x="105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96" name="Google Shape;10896;p136"/>
          <p:cNvGrpSpPr/>
          <p:nvPr/>
        </p:nvGrpSpPr>
        <p:grpSpPr>
          <a:xfrm>
            <a:off x="3094149" y="3609907"/>
            <a:ext cx="310690" cy="368987"/>
            <a:chOff x="-60232500" y="2671225"/>
            <a:chExt cx="268600" cy="319000"/>
          </a:xfrm>
        </p:grpSpPr>
        <p:sp>
          <p:nvSpPr>
            <p:cNvPr id="10897" name="Google Shape;10897;p136"/>
            <p:cNvSpPr/>
            <p:nvPr/>
          </p:nvSpPr>
          <p:spPr>
            <a:xfrm>
              <a:off x="-60222275" y="2843700"/>
              <a:ext cx="63025" cy="146525"/>
            </a:xfrm>
            <a:custGeom>
              <a:rect b="b" l="l" r="r" t="t"/>
              <a:pathLst>
                <a:path extrusionOk="0" h="5861" w="2521">
                  <a:moveTo>
                    <a:pt x="1261" y="1"/>
                  </a:moveTo>
                  <a:cubicBezTo>
                    <a:pt x="1040" y="1"/>
                    <a:pt x="851" y="190"/>
                    <a:pt x="851" y="410"/>
                  </a:cubicBezTo>
                  <a:lnTo>
                    <a:pt x="851" y="694"/>
                  </a:lnTo>
                  <a:cubicBezTo>
                    <a:pt x="379" y="851"/>
                    <a:pt x="1" y="1324"/>
                    <a:pt x="1" y="1891"/>
                  </a:cubicBezTo>
                  <a:cubicBezTo>
                    <a:pt x="1" y="2553"/>
                    <a:pt x="568" y="2931"/>
                    <a:pt x="1009" y="3246"/>
                  </a:cubicBezTo>
                  <a:cubicBezTo>
                    <a:pt x="1324" y="3498"/>
                    <a:pt x="1671" y="3718"/>
                    <a:pt x="1671" y="3970"/>
                  </a:cubicBezTo>
                  <a:cubicBezTo>
                    <a:pt x="1671" y="4191"/>
                    <a:pt x="1482" y="4348"/>
                    <a:pt x="1261" y="4348"/>
                  </a:cubicBezTo>
                  <a:cubicBezTo>
                    <a:pt x="1072" y="4348"/>
                    <a:pt x="851" y="4159"/>
                    <a:pt x="851" y="3970"/>
                  </a:cubicBezTo>
                  <a:cubicBezTo>
                    <a:pt x="851" y="3718"/>
                    <a:pt x="631" y="3529"/>
                    <a:pt x="442" y="3529"/>
                  </a:cubicBezTo>
                  <a:cubicBezTo>
                    <a:pt x="253" y="3529"/>
                    <a:pt x="64" y="3718"/>
                    <a:pt x="64" y="3970"/>
                  </a:cubicBezTo>
                  <a:cubicBezTo>
                    <a:pt x="64" y="4506"/>
                    <a:pt x="410" y="4947"/>
                    <a:pt x="883" y="5136"/>
                  </a:cubicBezTo>
                  <a:lnTo>
                    <a:pt x="883" y="5419"/>
                  </a:lnTo>
                  <a:cubicBezTo>
                    <a:pt x="883" y="5672"/>
                    <a:pt x="1072" y="5861"/>
                    <a:pt x="1324" y="5861"/>
                  </a:cubicBezTo>
                  <a:cubicBezTo>
                    <a:pt x="1545" y="5861"/>
                    <a:pt x="1702" y="5672"/>
                    <a:pt x="1702" y="5419"/>
                  </a:cubicBezTo>
                  <a:lnTo>
                    <a:pt x="1702" y="5136"/>
                  </a:lnTo>
                  <a:cubicBezTo>
                    <a:pt x="2175" y="4978"/>
                    <a:pt x="2521" y="4506"/>
                    <a:pt x="2521" y="3970"/>
                  </a:cubicBezTo>
                  <a:cubicBezTo>
                    <a:pt x="2521" y="3309"/>
                    <a:pt x="1986" y="2899"/>
                    <a:pt x="1545" y="2584"/>
                  </a:cubicBezTo>
                  <a:cubicBezTo>
                    <a:pt x="1229" y="2364"/>
                    <a:pt x="883" y="2111"/>
                    <a:pt x="883" y="1891"/>
                  </a:cubicBezTo>
                  <a:cubicBezTo>
                    <a:pt x="883" y="1639"/>
                    <a:pt x="1072" y="1450"/>
                    <a:pt x="1261" y="1450"/>
                  </a:cubicBezTo>
                  <a:cubicBezTo>
                    <a:pt x="1513" y="1450"/>
                    <a:pt x="1671" y="1639"/>
                    <a:pt x="1671" y="1891"/>
                  </a:cubicBezTo>
                  <a:cubicBezTo>
                    <a:pt x="1671" y="2111"/>
                    <a:pt x="1860" y="2269"/>
                    <a:pt x="2112" y="2269"/>
                  </a:cubicBezTo>
                  <a:cubicBezTo>
                    <a:pt x="2332" y="2269"/>
                    <a:pt x="2490" y="2080"/>
                    <a:pt x="2490" y="1891"/>
                  </a:cubicBezTo>
                  <a:cubicBezTo>
                    <a:pt x="2490" y="1324"/>
                    <a:pt x="2143" y="883"/>
                    <a:pt x="1671" y="694"/>
                  </a:cubicBezTo>
                  <a:lnTo>
                    <a:pt x="1671" y="410"/>
                  </a:lnTo>
                  <a:cubicBezTo>
                    <a:pt x="1671" y="190"/>
                    <a:pt x="1482" y="1"/>
                    <a:pt x="126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8" name="Google Shape;10898;p136"/>
            <p:cNvSpPr/>
            <p:nvPr/>
          </p:nvSpPr>
          <p:spPr>
            <a:xfrm>
              <a:off x="-60232500" y="2671225"/>
              <a:ext cx="268600" cy="318225"/>
            </a:xfrm>
            <a:custGeom>
              <a:rect b="b" l="l" r="r" t="t"/>
              <a:pathLst>
                <a:path extrusionOk="0" h="12729" w="10744">
                  <a:moveTo>
                    <a:pt x="5419" y="1701"/>
                  </a:moveTo>
                  <a:cubicBezTo>
                    <a:pt x="7561" y="1701"/>
                    <a:pt x="9357" y="3151"/>
                    <a:pt x="9830" y="5167"/>
                  </a:cubicBezTo>
                  <a:cubicBezTo>
                    <a:pt x="9641" y="5041"/>
                    <a:pt x="9389" y="5009"/>
                    <a:pt x="9137" y="5009"/>
                  </a:cubicBezTo>
                  <a:cubicBezTo>
                    <a:pt x="8601" y="5009"/>
                    <a:pt x="8191" y="5230"/>
                    <a:pt x="7908" y="5545"/>
                  </a:cubicBezTo>
                  <a:cubicBezTo>
                    <a:pt x="7593" y="5198"/>
                    <a:pt x="7152" y="5009"/>
                    <a:pt x="6679" y="5009"/>
                  </a:cubicBezTo>
                  <a:cubicBezTo>
                    <a:pt x="6175" y="5009"/>
                    <a:pt x="5734" y="5230"/>
                    <a:pt x="5419" y="5545"/>
                  </a:cubicBezTo>
                  <a:cubicBezTo>
                    <a:pt x="5104" y="5198"/>
                    <a:pt x="4663" y="5009"/>
                    <a:pt x="4190" y="5009"/>
                  </a:cubicBezTo>
                  <a:cubicBezTo>
                    <a:pt x="3686" y="5009"/>
                    <a:pt x="3245" y="5230"/>
                    <a:pt x="2993" y="5545"/>
                  </a:cubicBezTo>
                  <a:cubicBezTo>
                    <a:pt x="2678" y="5198"/>
                    <a:pt x="2237" y="5009"/>
                    <a:pt x="1764" y="5009"/>
                  </a:cubicBezTo>
                  <a:cubicBezTo>
                    <a:pt x="1512" y="5009"/>
                    <a:pt x="1292" y="5041"/>
                    <a:pt x="1040" y="5167"/>
                  </a:cubicBezTo>
                  <a:cubicBezTo>
                    <a:pt x="1481" y="3151"/>
                    <a:pt x="3308" y="1701"/>
                    <a:pt x="5419" y="1701"/>
                  </a:cubicBezTo>
                  <a:close/>
                  <a:moveTo>
                    <a:pt x="5356" y="0"/>
                  </a:moveTo>
                  <a:cubicBezTo>
                    <a:pt x="5104" y="0"/>
                    <a:pt x="4946" y="189"/>
                    <a:pt x="4946" y="441"/>
                  </a:cubicBezTo>
                  <a:lnTo>
                    <a:pt x="4946" y="851"/>
                  </a:lnTo>
                  <a:cubicBezTo>
                    <a:pt x="2206" y="1071"/>
                    <a:pt x="0" y="3371"/>
                    <a:pt x="0" y="6207"/>
                  </a:cubicBezTo>
                  <a:lnTo>
                    <a:pt x="0" y="6648"/>
                  </a:lnTo>
                  <a:lnTo>
                    <a:pt x="32" y="6648"/>
                  </a:lnTo>
                  <a:cubicBezTo>
                    <a:pt x="32" y="6900"/>
                    <a:pt x="221" y="7089"/>
                    <a:pt x="473" y="7089"/>
                  </a:cubicBezTo>
                  <a:cubicBezTo>
                    <a:pt x="693" y="7089"/>
                    <a:pt x="851" y="6900"/>
                    <a:pt x="851" y="6648"/>
                  </a:cubicBezTo>
                  <a:cubicBezTo>
                    <a:pt x="851" y="6175"/>
                    <a:pt x="1197" y="5829"/>
                    <a:pt x="1701" y="5829"/>
                  </a:cubicBezTo>
                  <a:cubicBezTo>
                    <a:pt x="2143" y="5829"/>
                    <a:pt x="2521" y="6175"/>
                    <a:pt x="2521" y="6648"/>
                  </a:cubicBezTo>
                  <a:cubicBezTo>
                    <a:pt x="2521" y="6900"/>
                    <a:pt x="2710" y="7089"/>
                    <a:pt x="2899" y="7089"/>
                  </a:cubicBezTo>
                  <a:cubicBezTo>
                    <a:pt x="3119" y="7089"/>
                    <a:pt x="3308" y="6900"/>
                    <a:pt x="3308" y="6648"/>
                  </a:cubicBezTo>
                  <a:cubicBezTo>
                    <a:pt x="3308" y="6175"/>
                    <a:pt x="3655" y="5829"/>
                    <a:pt x="4127" y="5829"/>
                  </a:cubicBezTo>
                  <a:cubicBezTo>
                    <a:pt x="4600" y="5829"/>
                    <a:pt x="4946" y="6175"/>
                    <a:pt x="4946" y="6648"/>
                  </a:cubicBezTo>
                  <a:lnTo>
                    <a:pt x="4946" y="11499"/>
                  </a:lnTo>
                  <a:cubicBezTo>
                    <a:pt x="4946" y="12161"/>
                    <a:pt x="5514" y="12728"/>
                    <a:pt x="6175" y="12728"/>
                  </a:cubicBezTo>
                  <a:cubicBezTo>
                    <a:pt x="6837" y="12728"/>
                    <a:pt x="7404" y="12161"/>
                    <a:pt x="7404" y="11499"/>
                  </a:cubicBezTo>
                  <a:lnTo>
                    <a:pt x="7404" y="10680"/>
                  </a:lnTo>
                  <a:cubicBezTo>
                    <a:pt x="7404" y="10428"/>
                    <a:pt x="7215" y="10239"/>
                    <a:pt x="6994" y="10239"/>
                  </a:cubicBezTo>
                  <a:cubicBezTo>
                    <a:pt x="6805" y="10239"/>
                    <a:pt x="6616" y="10428"/>
                    <a:pt x="6616" y="10680"/>
                  </a:cubicBezTo>
                  <a:lnTo>
                    <a:pt x="6616" y="11499"/>
                  </a:lnTo>
                  <a:cubicBezTo>
                    <a:pt x="6616" y="11720"/>
                    <a:pt x="6427" y="11940"/>
                    <a:pt x="6175" y="11940"/>
                  </a:cubicBezTo>
                  <a:cubicBezTo>
                    <a:pt x="5955" y="11940"/>
                    <a:pt x="5797" y="11720"/>
                    <a:pt x="5797" y="11499"/>
                  </a:cubicBezTo>
                  <a:lnTo>
                    <a:pt x="5797" y="6648"/>
                  </a:lnTo>
                  <a:cubicBezTo>
                    <a:pt x="5797" y="6175"/>
                    <a:pt x="6144" y="5829"/>
                    <a:pt x="6616" y="5829"/>
                  </a:cubicBezTo>
                  <a:cubicBezTo>
                    <a:pt x="7089" y="5829"/>
                    <a:pt x="7435" y="6175"/>
                    <a:pt x="7435" y="6648"/>
                  </a:cubicBezTo>
                  <a:cubicBezTo>
                    <a:pt x="7435" y="6900"/>
                    <a:pt x="7624" y="7089"/>
                    <a:pt x="7876" y="7089"/>
                  </a:cubicBezTo>
                  <a:cubicBezTo>
                    <a:pt x="8097" y="7089"/>
                    <a:pt x="8255" y="6900"/>
                    <a:pt x="8255" y="6648"/>
                  </a:cubicBezTo>
                  <a:cubicBezTo>
                    <a:pt x="8255" y="6175"/>
                    <a:pt x="8633" y="5829"/>
                    <a:pt x="9105" y="5829"/>
                  </a:cubicBezTo>
                  <a:cubicBezTo>
                    <a:pt x="9578" y="5829"/>
                    <a:pt x="9924" y="6175"/>
                    <a:pt x="9924" y="6648"/>
                  </a:cubicBezTo>
                  <a:cubicBezTo>
                    <a:pt x="9924" y="6900"/>
                    <a:pt x="10113" y="7089"/>
                    <a:pt x="10302" y="7089"/>
                  </a:cubicBezTo>
                  <a:cubicBezTo>
                    <a:pt x="10554" y="7089"/>
                    <a:pt x="10743" y="6900"/>
                    <a:pt x="10743" y="6648"/>
                  </a:cubicBezTo>
                  <a:lnTo>
                    <a:pt x="10743" y="6207"/>
                  </a:lnTo>
                  <a:cubicBezTo>
                    <a:pt x="10743" y="3371"/>
                    <a:pt x="8538" y="1071"/>
                    <a:pt x="5797" y="851"/>
                  </a:cubicBezTo>
                  <a:lnTo>
                    <a:pt x="5797" y="441"/>
                  </a:lnTo>
                  <a:cubicBezTo>
                    <a:pt x="5797" y="189"/>
                    <a:pt x="5577" y="0"/>
                    <a:pt x="535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99" name="Google Shape;10899;p136"/>
          <p:cNvGrpSpPr/>
          <p:nvPr/>
        </p:nvGrpSpPr>
        <p:grpSpPr>
          <a:xfrm>
            <a:off x="2179643" y="4058541"/>
            <a:ext cx="365373" cy="368987"/>
            <a:chOff x="-59100700" y="1911950"/>
            <a:chExt cx="315875" cy="319000"/>
          </a:xfrm>
        </p:grpSpPr>
        <p:sp>
          <p:nvSpPr>
            <p:cNvPr id="10900" name="Google Shape;10900;p136"/>
            <p:cNvSpPr/>
            <p:nvPr/>
          </p:nvSpPr>
          <p:spPr>
            <a:xfrm>
              <a:off x="-59015625" y="1993850"/>
              <a:ext cx="20500" cy="20525"/>
            </a:xfrm>
            <a:custGeom>
              <a:rect b="b" l="l" r="r" t="t"/>
              <a:pathLst>
                <a:path extrusionOk="0" h="821" w="82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1" name="Google Shape;10901;p136"/>
            <p:cNvSpPr/>
            <p:nvPr/>
          </p:nvSpPr>
          <p:spPr>
            <a:xfrm>
              <a:off x="-58954200" y="1993850"/>
              <a:ext cx="21300" cy="20525"/>
            </a:xfrm>
            <a:custGeom>
              <a:rect b="b" l="l" r="r" t="t"/>
              <a:pathLst>
                <a:path extrusionOk="0" h="821" w="852">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2" name="Google Shape;10902;p136"/>
            <p:cNvSpPr/>
            <p:nvPr/>
          </p:nvSpPr>
          <p:spPr>
            <a:xfrm>
              <a:off x="-58891975" y="1993850"/>
              <a:ext cx="21300" cy="20525"/>
            </a:xfrm>
            <a:custGeom>
              <a:rect b="b" l="l" r="r" t="t"/>
              <a:pathLst>
                <a:path extrusionOk="0" h="821" w="852">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3" name="Google Shape;10903;p136"/>
            <p:cNvSpPr/>
            <p:nvPr/>
          </p:nvSpPr>
          <p:spPr>
            <a:xfrm>
              <a:off x="-59015625" y="2034825"/>
              <a:ext cx="20500" cy="21275"/>
            </a:xfrm>
            <a:custGeom>
              <a:rect b="b" l="l" r="r" t="t"/>
              <a:pathLst>
                <a:path extrusionOk="0" h="851" w="820">
                  <a:moveTo>
                    <a:pt x="189" y="0"/>
                  </a:moveTo>
                  <a:cubicBezTo>
                    <a:pt x="63" y="0"/>
                    <a:pt x="0" y="95"/>
                    <a:pt x="0" y="221"/>
                  </a:cubicBezTo>
                  <a:lnTo>
                    <a:pt x="0" y="630"/>
                  </a:lnTo>
                  <a:cubicBezTo>
                    <a:pt x="0" y="756"/>
                    <a:pt x="95" y="851"/>
                    <a:pt x="189" y="851"/>
                  </a:cubicBezTo>
                  <a:lnTo>
                    <a:pt x="630" y="851"/>
                  </a:lnTo>
                  <a:cubicBezTo>
                    <a:pt x="725" y="851"/>
                    <a:pt x="820" y="756"/>
                    <a:pt x="820" y="630"/>
                  </a:cubicBezTo>
                  <a:lnTo>
                    <a:pt x="820" y="221"/>
                  </a:lnTo>
                  <a:cubicBezTo>
                    <a:pt x="820" y="95"/>
                    <a:pt x="725" y="0"/>
                    <a:pt x="63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4" name="Google Shape;10904;p136"/>
            <p:cNvSpPr/>
            <p:nvPr/>
          </p:nvSpPr>
          <p:spPr>
            <a:xfrm>
              <a:off x="-58954200" y="2034825"/>
              <a:ext cx="21300" cy="21275"/>
            </a:xfrm>
            <a:custGeom>
              <a:rect b="b" l="l" r="r" t="t"/>
              <a:pathLst>
                <a:path extrusionOk="0" h="851" w="852">
                  <a:moveTo>
                    <a:pt x="221" y="0"/>
                  </a:moveTo>
                  <a:cubicBezTo>
                    <a:pt x="95" y="0"/>
                    <a:pt x="1" y="95"/>
                    <a:pt x="1" y="221"/>
                  </a:cubicBezTo>
                  <a:lnTo>
                    <a:pt x="1" y="630"/>
                  </a:lnTo>
                  <a:cubicBezTo>
                    <a:pt x="1" y="756"/>
                    <a:pt x="127" y="851"/>
                    <a:pt x="221"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5" name="Google Shape;10905;p136"/>
            <p:cNvSpPr/>
            <p:nvPr/>
          </p:nvSpPr>
          <p:spPr>
            <a:xfrm>
              <a:off x="-58891975" y="2034825"/>
              <a:ext cx="21300" cy="21275"/>
            </a:xfrm>
            <a:custGeom>
              <a:rect b="b" l="l" r="r" t="t"/>
              <a:pathLst>
                <a:path extrusionOk="0" h="851" w="852">
                  <a:moveTo>
                    <a:pt x="190" y="0"/>
                  </a:moveTo>
                  <a:cubicBezTo>
                    <a:pt x="95" y="0"/>
                    <a:pt x="1" y="95"/>
                    <a:pt x="1" y="221"/>
                  </a:cubicBezTo>
                  <a:lnTo>
                    <a:pt x="1" y="630"/>
                  </a:lnTo>
                  <a:cubicBezTo>
                    <a:pt x="1" y="756"/>
                    <a:pt x="127" y="851"/>
                    <a:pt x="190"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6" name="Google Shape;10906;p136"/>
            <p:cNvSpPr/>
            <p:nvPr/>
          </p:nvSpPr>
          <p:spPr>
            <a:xfrm>
              <a:off x="-59015625" y="2076550"/>
              <a:ext cx="20500" cy="20525"/>
            </a:xfrm>
            <a:custGeom>
              <a:rect b="b" l="l" r="r" t="t"/>
              <a:pathLst>
                <a:path extrusionOk="0" h="821" w="82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7" name="Google Shape;10907;p136"/>
            <p:cNvSpPr/>
            <p:nvPr/>
          </p:nvSpPr>
          <p:spPr>
            <a:xfrm>
              <a:off x="-58954200" y="2076550"/>
              <a:ext cx="21300" cy="20525"/>
            </a:xfrm>
            <a:custGeom>
              <a:rect b="b" l="l" r="r" t="t"/>
              <a:pathLst>
                <a:path extrusionOk="0" h="821" w="852">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8" name="Google Shape;10908;p136"/>
            <p:cNvSpPr/>
            <p:nvPr/>
          </p:nvSpPr>
          <p:spPr>
            <a:xfrm>
              <a:off x="-58891975" y="2076550"/>
              <a:ext cx="21300" cy="20525"/>
            </a:xfrm>
            <a:custGeom>
              <a:rect b="b" l="l" r="r" t="t"/>
              <a:pathLst>
                <a:path extrusionOk="0" h="821" w="852">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9" name="Google Shape;10909;p136"/>
            <p:cNvSpPr/>
            <p:nvPr/>
          </p:nvSpPr>
          <p:spPr>
            <a:xfrm>
              <a:off x="-59100700" y="1911950"/>
              <a:ext cx="315875" cy="319000"/>
            </a:xfrm>
            <a:custGeom>
              <a:rect b="b" l="l" r="r" t="t"/>
              <a:pathLst>
                <a:path extrusionOk="0" h="12760" w="12635">
                  <a:moveTo>
                    <a:pt x="9169" y="788"/>
                  </a:moveTo>
                  <a:lnTo>
                    <a:pt x="9169" y="1607"/>
                  </a:lnTo>
                  <a:lnTo>
                    <a:pt x="3403" y="1607"/>
                  </a:lnTo>
                  <a:lnTo>
                    <a:pt x="3403" y="788"/>
                  </a:lnTo>
                  <a:close/>
                  <a:moveTo>
                    <a:pt x="1734" y="9074"/>
                  </a:moveTo>
                  <a:lnTo>
                    <a:pt x="1734" y="11815"/>
                  </a:lnTo>
                  <a:lnTo>
                    <a:pt x="788" y="11815"/>
                  </a:lnTo>
                  <a:lnTo>
                    <a:pt x="788" y="9074"/>
                  </a:lnTo>
                  <a:close/>
                  <a:moveTo>
                    <a:pt x="5861" y="9074"/>
                  </a:moveTo>
                  <a:lnTo>
                    <a:pt x="5861" y="11815"/>
                  </a:lnTo>
                  <a:lnTo>
                    <a:pt x="4223" y="11815"/>
                  </a:lnTo>
                  <a:lnTo>
                    <a:pt x="4223" y="9074"/>
                  </a:lnTo>
                  <a:close/>
                  <a:moveTo>
                    <a:pt x="8350" y="9074"/>
                  </a:moveTo>
                  <a:lnTo>
                    <a:pt x="8350" y="11815"/>
                  </a:lnTo>
                  <a:lnTo>
                    <a:pt x="6711" y="11815"/>
                  </a:lnTo>
                  <a:lnTo>
                    <a:pt x="6711" y="9074"/>
                  </a:lnTo>
                  <a:close/>
                  <a:moveTo>
                    <a:pt x="10051" y="2458"/>
                  </a:moveTo>
                  <a:lnTo>
                    <a:pt x="10051" y="11815"/>
                  </a:lnTo>
                  <a:lnTo>
                    <a:pt x="9169" y="11815"/>
                  </a:lnTo>
                  <a:lnTo>
                    <a:pt x="9169" y="8664"/>
                  </a:lnTo>
                  <a:cubicBezTo>
                    <a:pt x="9169" y="8444"/>
                    <a:pt x="8980" y="8223"/>
                    <a:pt x="8791" y="8223"/>
                  </a:cubicBezTo>
                  <a:lnTo>
                    <a:pt x="3813" y="8223"/>
                  </a:lnTo>
                  <a:cubicBezTo>
                    <a:pt x="3592" y="8223"/>
                    <a:pt x="3435" y="8444"/>
                    <a:pt x="3435" y="8664"/>
                  </a:cubicBezTo>
                  <a:lnTo>
                    <a:pt x="3435" y="11815"/>
                  </a:lnTo>
                  <a:lnTo>
                    <a:pt x="2616" y="11815"/>
                  </a:lnTo>
                  <a:lnTo>
                    <a:pt x="2616" y="2458"/>
                  </a:lnTo>
                  <a:close/>
                  <a:moveTo>
                    <a:pt x="11815" y="9074"/>
                  </a:moveTo>
                  <a:lnTo>
                    <a:pt x="11815" y="11815"/>
                  </a:lnTo>
                  <a:lnTo>
                    <a:pt x="10839" y="11815"/>
                  </a:lnTo>
                  <a:lnTo>
                    <a:pt x="10839" y="9074"/>
                  </a:lnTo>
                  <a:close/>
                  <a:moveTo>
                    <a:pt x="2994" y="0"/>
                  </a:moveTo>
                  <a:cubicBezTo>
                    <a:pt x="2773" y="0"/>
                    <a:pt x="2616" y="190"/>
                    <a:pt x="2616" y="410"/>
                  </a:cubicBezTo>
                  <a:lnTo>
                    <a:pt x="2616" y="1670"/>
                  </a:lnTo>
                  <a:lnTo>
                    <a:pt x="2206" y="1670"/>
                  </a:lnTo>
                  <a:cubicBezTo>
                    <a:pt x="1986" y="1670"/>
                    <a:pt x="1765" y="1859"/>
                    <a:pt x="1765" y="2080"/>
                  </a:cubicBezTo>
                  <a:lnTo>
                    <a:pt x="1765" y="8318"/>
                  </a:lnTo>
                  <a:lnTo>
                    <a:pt x="410" y="8318"/>
                  </a:lnTo>
                  <a:cubicBezTo>
                    <a:pt x="158" y="8318"/>
                    <a:pt x="1" y="8507"/>
                    <a:pt x="1" y="8727"/>
                  </a:cubicBezTo>
                  <a:lnTo>
                    <a:pt x="1" y="12319"/>
                  </a:lnTo>
                  <a:cubicBezTo>
                    <a:pt x="1" y="12571"/>
                    <a:pt x="190" y="12760"/>
                    <a:pt x="410" y="12760"/>
                  </a:cubicBezTo>
                  <a:lnTo>
                    <a:pt x="12256" y="12760"/>
                  </a:lnTo>
                  <a:cubicBezTo>
                    <a:pt x="12477" y="12760"/>
                    <a:pt x="12634" y="12571"/>
                    <a:pt x="12634" y="12319"/>
                  </a:cubicBezTo>
                  <a:lnTo>
                    <a:pt x="12634" y="8664"/>
                  </a:lnTo>
                  <a:cubicBezTo>
                    <a:pt x="12634" y="8444"/>
                    <a:pt x="12445" y="8223"/>
                    <a:pt x="12225" y="8223"/>
                  </a:cubicBezTo>
                  <a:lnTo>
                    <a:pt x="10839" y="8223"/>
                  </a:lnTo>
                  <a:lnTo>
                    <a:pt x="10839" y="2017"/>
                  </a:lnTo>
                  <a:cubicBezTo>
                    <a:pt x="10839" y="1765"/>
                    <a:pt x="10650" y="1576"/>
                    <a:pt x="10429" y="1576"/>
                  </a:cubicBezTo>
                  <a:lnTo>
                    <a:pt x="10019" y="1576"/>
                  </a:lnTo>
                  <a:lnTo>
                    <a:pt x="10019" y="410"/>
                  </a:lnTo>
                  <a:cubicBezTo>
                    <a:pt x="10019" y="158"/>
                    <a:pt x="9799" y="0"/>
                    <a:pt x="961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10" name="Google Shape;10910;p136"/>
          <p:cNvGrpSpPr/>
          <p:nvPr/>
        </p:nvGrpSpPr>
        <p:grpSpPr>
          <a:xfrm>
            <a:off x="2621810" y="1314021"/>
            <a:ext cx="379918" cy="366038"/>
            <a:chOff x="-63665750" y="1914325"/>
            <a:chExt cx="328450" cy="316450"/>
          </a:xfrm>
        </p:grpSpPr>
        <p:sp>
          <p:nvSpPr>
            <p:cNvPr id="10911" name="Google Shape;10911;p136"/>
            <p:cNvSpPr/>
            <p:nvPr/>
          </p:nvSpPr>
          <p:spPr>
            <a:xfrm>
              <a:off x="-63665750" y="1914325"/>
              <a:ext cx="328450" cy="316450"/>
            </a:xfrm>
            <a:custGeom>
              <a:rect b="b" l="l" r="r" t="t"/>
              <a:pathLst>
                <a:path extrusionOk="0" h="12658" w="13138">
                  <a:moveTo>
                    <a:pt x="8144" y="835"/>
                  </a:moveTo>
                  <a:cubicBezTo>
                    <a:pt x="9097" y="835"/>
                    <a:pt x="10050" y="1197"/>
                    <a:pt x="10775" y="1922"/>
                  </a:cubicBezTo>
                  <a:cubicBezTo>
                    <a:pt x="12256" y="3371"/>
                    <a:pt x="12256" y="5734"/>
                    <a:pt x="10775" y="7183"/>
                  </a:cubicBezTo>
                  <a:cubicBezTo>
                    <a:pt x="10050" y="7908"/>
                    <a:pt x="9097" y="8270"/>
                    <a:pt x="8144" y="8270"/>
                  </a:cubicBezTo>
                  <a:cubicBezTo>
                    <a:pt x="7191" y="8270"/>
                    <a:pt x="6238" y="7908"/>
                    <a:pt x="5513" y="7183"/>
                  </a:cubicBezTo>
                  <a:cubicBezTo>
                    <a:pt x="4064" y="5734"/>
                    <a:pt x="4064" y="3371"/>
                    <a:pt x="5513" y="1922"/>
                  </a:cubicBezTo>
                  <a:cubicBezTo>
                    <a:pt x="6238" y="1197"/>
                    <a:pt x="7191" y="835"/>
                    <a:pt x="8144" y="835"/>
                  </a:cubicBezTo>
                  <a:close/>
                  <a:moveTo>
                    <a:pt x="3466" y="8632"/>
                  </a:moveTo>
                  <a:lnTo>
                    <a:pt x="4064" y="9231"/>
                  </a:lnTo>
                  <a:lnTo>
                    <a:pt x="1607" y="11688"/>
                  </a:lnTo>
                  <a:lnTo>
                    <a:pt x="1008" y="11090"/>
                  </a:lnTo>
                  <a:lnTo>
                    <a:pt x="3466" y="8632"/>
                  </a:lnTo>
                  <a:close/>
                  <a:moveTo>
                    <a:pt x="8172" y="0"/>
                  </a:moveTo>
                  <a:cubicBezTo>
                    <a:pt x="7010" y="0"/>
                    <a:pt x="5844" y="441"/>
                    <a:pt x="4946" y="1323"/>
                  </a:cubicBezTo>
                  <a:cubicBezTo>
                    <a:pt x="3277" y="3024"/>
                    <a:pt x="3182" y="5671"/>
                    <a:pt x="4694" y="7467"/>
                  </a:cubicBezTo>
                  <a:lnTo>
                    <a:pt x="4096" y="8065"/>
                  </a:lnTo>
                  <a:lnTo>
                    <a:pt x="3214" y="7183"/>
                  </a:lnTo>
                  <a:cubicBezTo>
                    <a:pt x="3151" y="7104"/>
                    <a:pt x="3048" y="7065"/>
                    <a:pt x="2942" y="7065"/>
                  </a:cubicBezTo>
                  <a:cubicBezTo>
                    <a:pt x="2836" y="7065"/>
                    <a:pt x="2725" y="7104"/>
                    <a:pt x="2646" y="7183"/>
                  </a:cubicBezTo>
                  <a:cubicBezTo>
                    <a:pt x="2489" y="7341"/>
                    <a:pt x="2489" y="7624"/>
                    <a:pt x="2646" y="7782"/>
                  </a:cubicBezTo>
                  <a:lnTo>
                    <a:pt x="2899" y="8065"/>
                  </a:lnTo>
                  <a:lnTo>
                    <a:pt x="158" y="10806"/>
                  </a:lnTo>
                  <a:cubicBezTo>
                    <a:pt x="0" y="10964"/>
                    <a:pt x="0" y="11247"/>
                    <a:pt x="158" y="11405"/>
                  </a:cubicBezTo>
                  <a:lnTo>
                    <a:pt x="1292" y="12539"/>
                  </a:lnTo>
                  <a:cubicBezTo>
                    <a:pt x="1371" y="12618"/>
                    <a:pt x="1481" y="12657"/>
                    <a:pt x="1591" y="12657"/>
                  </a:cubicBezTo>
                  <a:cubicBezTo>
                    <a:pt x="1701" y="12657"/>
                    <a:pt x="1812" y="12618"/>
                    <a:pt x="1890" y="12539"/>
                  </a:cubicBezTo>
                  <a:lnTo>
                    <a:pt x="4631" y="9798"/>
                  </a:lnTo>
                  <a:lnTo>
                    <a:pt x="4915" y="10050"/>
                  </a:lnTo>
                  <a:cubicBezTo>
                    <a:pt x="4994" y="10129"/>
                    <a:pt x="5104" y="10168"/>
                    <a:pt x="5214" y="10168"/>
                  </a:cubicBezTo>
                  <a:cubicBezTo>
                    <a:pt x="5324" y="10168"/>
                    <a:pt x="5435" y="10129"/>
                    <a:pt x="5513" y="10050"/>
                  </a:cubicBezTo>
                  <a:cubicBezTo>
                    <a:pt x="5671" y="9893"/>
                    <a:pt x="5671" y="9640"/>
                    <a:pt x="5513" y="9483"/>
                  </a:cubicBezTo>
                  <a:lnTo>
                    <a:pt x="4631" y="8601"/>
                  </a:lnTo>
                  <a:lnTo>
                    <a:pt x="5230" y="8034"/>
                  </a:lnTo>
                  <a:cubicBezTo>
                    <a:pt x="6059" y="8730"/>
                    <a:pt x="7090" y="9078"/>
                    <a:pt x="8127" y="9078"/>
                  </a:cubicBezTo>
                  <a:cubicBezTo>
                    <a:pt x="9296" y="9078"/>
                    <a:pt x="10472" y="8635"/>
                    <a:pt x="11373" y="7750"/>
                  </a:cubicBezTo>
                  <a:cubicBezTo>
                    <a:pt x="13138" y="5986"/>
                    <a:pt x="13138" y="3087"/>
                    <a:pt x="11373" y="1323"/>
                  </a:cubicBezTo>
                  <a:cubicBezTo>
                    <a:pt x="10491" y="441"/>
                    <a:pt x="9333" y="0"/>
                    <a:pt x="81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2" name="Google Shape;10912;p136"/>
            <p:cNvSpPr/>
            <p:nvPr/>
          </p:nvSpPr>
          <p:spPr>
            <a:xfrm>
              <a:off x="-63524775" y="1955275"/>
              <a:ext cx="123675" cy="134700"/>
            </a:xfrm>
            <a:custGeom>
              <a:rect b="b" l="l" r="r" t="t"/>
              <a:pathLst>
                <a:path extrusionOk="0" h="5388" w="4947">
                  <a:moveTo>
                    <a:pt x="2458" y="882"/>
                  </a:moveTo>
                  <a:cubicBezTo>
                    <a:pt x="2930" y="882"/>
                    <a:pt x="3308" y="1229"/>
                    <a:pt x="3308" y="1702"/>
                  </a:cubicBezTo>
                  <a:cubicBezTo>
                    <a:pt x="3308" y="2174"/>
                    <a:pt x="2962" y="2521"/>
                    <a:pt x="2458" y="2521"/>
                  </a:cubicBezTo>
                  <a:cubicBezTo>
                    <a:pt x="1985" y="2521"/>
                    <a:pt x="1639" y="2174"/>
                    <a:pt x="1639" y="1702"/>
                  </a:cubicBezTo>
                  <a:cubicBezTo>
                    <a:pt x="1639" y="1229"/>
                    <a:pt x="2048" y="882"/>
                    <a:pt x="2458" y="882"/>
                  </a:cubicBezTo>
                  <a:close/>
                  <a:moveTo>
                    <a:pt x="2458" y="3340"/>
                  </a:moveTo>
                  <a:cubicBezTo>
                    <a:pt x="3245" y="3340"/>
                    <a:pt x="3876" y="3875"/>
                    <a:pt x="4096" y="4600"/>
                  </a:cubicBezTo>
                  <a:lnTo>
                    <a:pt x="883" y="4600"/>
                  </a:lnTo>
                  <a:cubicBezTo>
                    <a:pt x="1040" y="3875"/>
                    <a:pt x="1733" y="3340"/>
                    <a:pt x="2458" y="3340"/>
                  </a:cubicBezTo>
                  <a:close/>
                  <a:moveTo>
                    <a:pt x="2458" y="0"/>
                  </a:moveTo>
                  <a:cubicBezTo>
                    <a:pt x="1576" y="0"/>
                    <a:pt x="820" y="756"/>
                    <a:pt x="820" y="1670"/>
                  </a:cubicBezTo>
                  <a:cubicBezTo>
                    <a:pt x="820" y="2080"/>
                    <a:pt x="977" y="2489"/>
                    <a:pt x="1292" y="2804"/>
                  </a:cubicBezTo>
                  <a:cubicBezTo>
                    <a:pt x="536" y="3245"/>
                    <a:pt x="0" y="4033"/>
                    <a:pt x="0" y="4978"/>
                  </a:cubicBezTo>
                  <a:cubicBezTo>
                    <a:pt x="0" y="5230"/>
                    <a:pt x="189" y="5388"/>
                    <a:pt x="410" y="5388"/>
                  </a:cubicBezTo>
                  <a:lnTo>
                    <a:pt x="4569" y="5388"/>
                  </a:lnTo>
                  <a:cubicBezTo>
                    <a:pt x="4789" y="5388"/>
                    <a:pt x="4947" y="5199"/>
                    <a:pt x="4947" y="4978"/>
                  </a:cubicBezTo>
                  <a:cubicBezTo>
                    <a:pt x="4947" y="4033"/>
                    <a:pt x="4443" y="3245"/>
                    <a:pt x="3655" y="2804"/>
                  </a:cubicBezTo>
                  <a:cubicBezTo>
                    <a:pt x="3939" y="2489"/>
                    <a:pt x="4128" y="2080"/>
                    <a:pt x="4128" y="1670"/>
                  </a:cubicBezTo>
                  <a:cubicBezTo>
                    <a:pt x="4128" y="756"/>
                    <a:pt x="3371" y="0"/>
                    <a:pt x="245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13" name="Google Shape;10913;p136"/>
          <p:cNvGrpSpPr/>
          <p:nvPr/>
        </p:nvGrpSpPr>
        <p:grpSpPr>
          <a:xfrm>
            <a:off x="2626814" y="1793065"/>
            <a:ext cx="369913" cy="368554"/>
            <a:chOff x="-63666550" y="2278975"/>
            <a:chExt cx="319800" cy="318625"/>
          </a:xfrm>
        </p:grpSpPr>
        <p:sp>
          <p:nvSpPr>
            <p:cNvPr id="10914" name="Google Shape;10914;p136"/>
            <p:cNvSpPr/>
            <p:nvPr/>
          </p:nvSpPr>
          <p:spPr>
            <a:xfrm>
              <a:off x="-63481450" y="2309700"/>
              <a:ext cx="62225" cy="146525"/>
            </a:xfrm>
            <a:custGeom>
              <a:rect b="b" l="l" r="r" t="t"/>
              <a:pathLst>
                <a:path extrusionOk="0" h="5861" w="2489">
                  <a:moveTo>
                    <a:pt x="1229" y="0"/>
                  </a:moveTo>
                  <a:cubicBezTo>
                    <a:pt x="977" y="0"/>
                    <a:pt x="819" y="189"/>
                    <a:pt x="819" y="441"/>
                  </a:cubicBezTo>
                  <a:lnTo>
                    <a:pt x="819" y="694"/>
                  </a:lnTo>
                  <a:cubicBezTo>
                    <a:pt x="347" y="883"/>
                    <a:pt x="0" y="1324"/>
                    <a:pt x="0" y="1891"/>
                  </a:cubicBezTo>
                  <a:cubicBezTo>
                    <a:pt x="0" y="2552"/>
                    <a:pt x="536" y="2962"/>
                    <a:pt x="977" y="3277"/>
                  </a:cubicBezTo>
                  <a:cubicBezTo>
                    <a:pt x="1292" y="3497"/>
                    <a:pt x="1638" y="3749"/>
                    <a:pt x="1638" y="3970"/>
                  </a:cubicBezTo>
                  <a:cubicBezTo>
                    <a:pt x="1607" y="4254"/>
                    <a:pt x="1418" y="4411"/>
                    <a:pt x="1197" y="4411"/>
                  </a:cubicBezTo>
                  <a:cubicBezTo>
                    <a:pt x="977" y="4411"/>
                    <a:pt x="819" y="4222"/>
                    <a:pt x="819" y="3970"/>
                  </a:cubicBezTo>
                  <a:cubicBezTo>
                    <a:pt x="819" y="3749"/>
                    <a:pt x="630" y="3560"/>
                    <a:pt x="410" y="3560"/>
                  </a:cubicBezTo>
                  <a:cubicBezTo>
                    <a:pt x="189" y="3560"/>
                    <a:pt x="0" y="3749"/>
                    <a:pt x="0" y="3970"/>
                  </a:cubicBezTo>
                  <a:cubicBezTo>
                    <a:pt x="0" y="4537"/>
                    <a:pt x="347" y="4978"/>
                    <a:pt x="819" y="5167"/>
                  </a:cubicBezTo>
                  <a:lnTo>
                    <a:pt x="819" y="5419"/>
                  </a:lnTo>
                  <a:cubicBezTo>
                    <a:pt x="819" y="5671"/>
                    <a:pt x="1008" y="5860"/>
                    <a:pt x="1197" y="5860"/>
                  </a:cubicBezTo>
                  <a:cubicBezTo>
                    <a:pt x="1449" y="5860"/>
                    <a:pt x="1638" y="5671"/>
                    <a:pt x="1638" y="5419"/>
                  </a:cubicBezTo>
                  <a:lnTo>
                    <a:pt x="1638" y="5167"/>
                  </a:lnTo>
                  <a:cubicBezTo>
                    <a:pt x="2111" y="5010"/>
                    <a:pt x="2489" y="4537"/>
                    <a:pt x="2489" y="3970"/>
                  </a:cubicBezTo>
                  <a:cubicBezTo>
                    <a:pt x="2489" y="3308"/>
                    <a:pt x="1922" y="2930"/>
                    <a:pt x="1481" y="2615"/>
                  </a:cubicBezTo>
                  <a:cubicBezTo>
                    <a:pt x="1166" y="2363"/>
                    <a:pt x="819" y="2143"/>
                    <a:pt x="819" y="1891"/>
                  </a:cubicBezTo>
                  <a:cubicBezTo>
                    <a:pt x="819" y="1670"/>
                    <a:pt x="1008" y="1450"/>
                    <a:pt x="1229" y="1450"/>
                  </a:cubicBezTo>
                  <a:cubicBezTo>
                    <a:pt x="1449" y="1450"/>
                    <a:pt x="1638" y="1670"/>
                    <a:pt x="1638" y="1891"/>
                  </a:cubicBezTo>
                  <a:cubicBezTo>
                    <a:pt x="1638" y="2111"/>
                    <a:pt x="1859" y="2332"/>
                    <a:pt x="2048" y="2332"/>
                  </a:cubicBezTo>
                  <a:cubicBezTo>
                    <a:pt x="2269" y="2332"/>
                    <a:pt x="2489" y="2111"/>
                    <a:pt x="2489" y="1891"/>
                  </a:cubicBezTo>
                  <a:cubicBezTo>
                    <a:pt x="2489" y="1324"/>
                    <a:pt x="2111" y="914"/>
                    <a:pt x="1638" y="694"/>
                  </a:cubicBezTo>
                  <a:lnTo>
                    <a:pt x="1638" y="441"/>
                  </a:lnTo>
                  <a:cubicBezTo>
                    <a:pt x="1638" y="189"/>
                    <a:pt x="1449" y="0"/>
                    <a:pt x="12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5" name="Google Shape;10915;p136"/>
            <p:cNvSpPr/>
            <p:nvPr/>
          </p:nvSpPr>
          <p:spPr>
            <a:xfrm>
              <a:off x="-63666550" y="2278975"/>
              <a:ext cx="319800" cy="318625"/>
            </a:xfrm>
            <a:custGeom>
              <a:rect b="b" l="l" r="r" t="t"/>
              <a:pathLst>
                <a:path extrusionOk="0" h="12745" w="12792">
                  <a:moveTo>
                    <a:pt x="8601" y="914"/>
                  </a:moveTo>
                  <a:cubicBezTo>
                    <a:pt x="10429" y="914"/>
                    <a:pt x="11909" y="2427"/>
                    <a:pt x="11909" y="4222"/>
                  </a:cubicBezTo>
                  <a:cubicBezTo>
                    <a:pt x="11909" y="6050"/>
                    <a:pt x="10429" y="7530"/>
                    <a:pt x="8601" y="7530"/>
                  </a:cubicBezTo>
                  <a:cubicBezTo>
                    <a:pt x="7971" y="7530"/>
                    <a:pt x="7404" y="7373"/>
                    <a:pt x="6869" y="7026"/>
                  </a:cubicBezTo>
                  <a:lnTo>
                    <a:pt x="7089" y="6270"/>
                  </a:lnTo>
                  <a:cubicBezTo>
                    <a:pt x="7144" y="5997"/>
                    <a:pt x="6938" y="5748"/>
                    <a:pt x="6677" y="5748"/>
                  </a:cubicBezTo>
                  <a:cubicBezTo>
                    <a:pt x="6637" y="5748"/>
                    <a:pt x="6596" y="5754"/>
                    <a:pt x="6554" y="5766"/>
                  </a:cubicBezTo>
                  <a:lnTo>
                    <a:pt x="5829" y="5955"/>
                  </a:lnTo>
                  <a:cubicBezTo>
                    <a:pt x="5514" y="5451"/>
                    <a:pt x="5293" y="4852"/>
                    <a:pt x="5293" y="4222"/>
                  </a:cubicBezTo>
                  <a:cubicBezTo>
                    <a:pt x="5293" y="2364"/>
                    <a:pt x="6774" y="914"/>
                    <a:pt x="8601" y="914"/>
                  </a:cubicBezTo>
                  <a:close/>
                  <a:moveTo>
                    <a:pt x="6050" y="6711"/>
                  </a:moveTo>
                  <a:lnTo>
                    <a:pt x="5041" y="10303"/>
                  </a:lnTo>
                  <a:lnTo>
                    <a:pt x="4789" y="9421"/>
                  </a:lnTo>
                  <a:cubicBezTo>
                    <a:pt x="4749" y="9221"/>
                    <a:pt x="4571" y="9098"/>
                    <a:pt x="4389" y="9098"/>
                  </a:cubicBezTo>
                  <a:cubicBezTo>
                    <a:pt x="4284" y="9098"/>
                    <a:pt x="4177" y="9139"/>
                    <a:pt x="4096" y="9232"/>
                  </a:cubicBezTo>
                  <a:lnTo>
                    <a:pt x="1418" y="11910"/>
                  </a:lnTo>
                  <a:lnTo>
                    <a:pt x="820" y="11311"/>
                  </a:lnTo>
                  <a:lnTo>
                    <a:pt x="3529" y="8665"/>
                  </a:lnTo>
                  <a:cubicBezTo>
                    <a:pt x="3781" y="8444"/>
                    <a:pt x="3655" y="8034"/>
                    <a:pt x="3340" y="7971"/>
                  </a:cubicBezTo>
                  <a:lnTo>
                    <a:pt x="2458" y="7719"/>
                  </a:lnTo>
                  <a:lnTo>
                    <a:pt x="6050" y="6711"/>
                  </a:lnTo>
                  <a:close/>
                  <a:moveTo>
                    <a:pt x="8664" y="1"/>
                  </a:moveTo>
                  <a:cubicBezTo>
                    <a:pt x="6365" y="1"/>
                    <a:pt x="4506" y="1860"/>
                    <a:pt x="4506" y="4159"/>
                  </a:cubicBezTo>
                  <a:cubicBezTo>
                    <a:pt x="4506" y="4852"/>
                    <a:pt x="4663" y="5514"/>
                    <a:pt x="5041" y="6113"/>
                  </a:cubicBezTo>
                  <a:lnTo>
                    <a:pt x="820" y="7341"/>
                  </a:lnTo>
                  <a:cubicBezTo>
                    <a:pt x="631" y="7373"/>
                    <a:pt x="505" y="7562"/>
                    <a:pt x="505" y="7719"/>
                  </a:cubicBezTo>
                  <a:cubicBezTo>
                    <a:pt x="505" y="7940"/>
                    <a:pt x="631" y="8097"/>
                    <a:pt x="820" y="8129"/>
                  </a:cubicBezTo>
                  <a:lnTo>
                    <a:pt x="2458" y="8570"/>
                  </a:lnTo>
                  <a:lnTo>
                    <a:pt x="316" y="10712"/>
                  </a:lnTo>
                  <a:cubicBezTo>
                    <a:pt x="1" y="11027"/>
                    <a:pt x="1" y="11563"/>
                    <a:pt x="316" y="11910"/>
                  </a:cubicBezTo>
                  <a:lnTo>
                    <a:pt x="883" y="12508"/>
                  </a:lnTo>
                  <a:cubicBezTo>
                    <a:pt x="1040" y="12666"/>
                    <a:pt x="1253" y="12744"/>
                    <a:pt x="1469" y="12744"/>
                  </a:cubicBezTo>
                  <a:cubicBezTo>
                    <a:pt x="1686" y="12744"/>
                    <a:pt x="1907" y="12666"/>
                    <a:pt x="2080" y="12508"/>
                  </a:cubicBezTo>
                  <a:lnTo>
                    <a:pt x="4254" y="10334"/>
                  </a:lnTo>
                  <a:lnTo>
                    <a:pt x="4663" y="11973"/>
                  </a:lnTo>
                  <a:cubicBezTo>
                    <a:pt x="4727" y="12181"/>
                    <a:pt x="4906" y="12292"/>
                    <a:pt x="5078" y="12292"/>
                  </a:cubicBezTo>
                  <a:cubicBezTo>
                    <a:pt x="5244" y="12292"/>
                    <a:pt x="5405" y="12189"/>
                    <a:pt x="5451" y="11973"/>
                  </a:cubicBezTo>
                  <a:lnTo>
                    <a:pt x="6680" y="7782"/>
                  </a:lnTo>
                  <a:cubicBezTo>
                    <a:pt x="7278" y="8097"/>
                    <a:pt x="7940" y="8286"/>
                    <a:pt x="8664" y="8286"/>
                  </a:cubicBezTo>
                  <a:cubicBezTo>
                    <a:pt x="10933" y="8286"/>
                    <a:pt x="12792" y="6428"/>
                    <a:pt x="12792" y="4159"/>
                  </a:cubicBezTo>
                  <a:cubicBezTo>
                    <a:pt x="12792" y="1860"/>
                    <a:pt x="10933" y="1"/>
                    <a:pt x="866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16" name="Google Shape;10916;p136"/>
          <p:cNvGrpSpPr/>
          <p:nvPr/>
        </p:nvGrpSpPr>
        <p:grpSpPr>
          <a:xfrm>
            <a:off x="2624081" y="2259090"/>
            <a:ext cx="375378" cy="367397"/>
            <a:chOff x="-63669700" y="2646600"/>
            <a:chExt cx="324525" cy="317625"/>
          </a:xfrm>
        </p:grpSpPr>
        <p:sp>
          <p:nvSpPr>
            <p:cNvPr id="10917" name="Google Shape;10917;p136"/>
            <p:cNvSpPr/>
            <p:nvPr/>
          </p:nvSpPr>
          <p:spPr>
            <a:xfrm>
              <a:off x="-63669700" y="2646600"/>
              <a:ext cx="324525" cy="317550"/>
            </a:xfrm>
            <a:custGeom>
              <a:rect b="b" l="l" r="r" t="t"/>
              <a:pathLst>
                <a:path extrusionOk="0" h="12702" w="12981">
                  <a:moveTo>
                    <a:pt x="6947" y="867"/>
                  </a:moveTo>
                  <a:cubicBezTo>
                    <a:pt x="7058" y="867"/>
                    <a:pt x="7168" y="906"/>
                    <a:pt x="7247" y="985"/>
                  </a:cubicBezTo>
                  <a:cubicBezTo>
                    <a:pt x="7404" y="1143"/>
                    <a:pt x="7404" y="1426"/>
                    <a:pt x="7247" y="1584"/>
                  </a:cubicBezTo>
                  <a:lnTo>
                    <a:pt x="5199" y="3632"/>
                  </a:lnTo>
                  <a:cubicBezTo>
                    <a:pt x="5120" y="3710"/>
                    <a:pt x="5010" y="3750"/>
                    <a:pt x="4900" y="3750"/>
                  </a:cubicBezTo>
                  <a:cubicBezTo>
                    <a:pt x="4789" y="3750"/>
                    <a:pt x="4679" y="3710"/>
                    <a:pt x="4600" y="3632"/>
                  </a:cubicBezTo>
                  <a:cubicBezTo>
                    <a:pt x="4443" y="3474"/>
                    <a:pt x="4443" y="3190"/>
                    <a:pt x="4600" y="3033"/>
                  </a:cubicBezTo>
                  <a:lnTo>
                    <a:pt x="6648" y="985"/>
                  </a:lnTo>
                  <a:cubicBezTo>
                    <a:pt x="6727" y="906"/>
                    <a:pt x="6837" y="867"/>
                    <a:pt x="6947" y="867"/>
                  </a:cubicBezTo>
                  <a:close/>
                  <a:moveTo>
                    <a:pt x="7530" y="2434"/>
                  </a:moveTo>
                  <a:lnTo>
                    <a:pt x="10429" y="5364"/>
                  </a:lnTo>
                  <a:lnTo>
                    <a:pt x="8979" y="6814"/>
                  </a:lnTo>
                  <a:lnTo>
                    <a:pt x="6050" y="3884"/>
                  </a:lnTo>
                  <a:lnTo>
                    <a:pt x="7530" y="2434"/>
                  </a:lnTo>
                  <a:close/>
                  <a:moveTo>
                    <a:pt x="6648" y="5679"/>
                  </a:moveTo>
                  <a:lnTo>
                    <a:pt x="7247" y="6246"/>
                  </a:lnTo>
                  <a:lnTo>
                    <a:pt x="5482" y="8042"/>
                  </a:lnTo>
                  <a:lnTo>
                    <a:pt x="4884" y="7444"/>
                  </a:lnTo>
                  <a:lnTo>
                    <a:pt x="6648" y="5679"/>
                  </a:lnTo>
                  <a:close/>
                  <a:moveTo>
                    <a:pt x="11642" y="5561"/>
                  </a:moveTo>
                  <a:cubicBezTo>
                    <a:pt x="11752" y="5561"/>
                    <a:pt x="11862" y="5601"/>
                    <a:pt x="11941" y="5679"/>
                  </a:cubicBezTo>
                  <a:cubicBezTo>
                    <a:pt x="12098" y="5837"/>
                    <a:pt x="12098" y="6089"/>
                    <a:pt x="11941" y="6246"/>
                  </a:cubicBezTo>
                  <a:lnTo>
                    <a:pt x="9893" y="8294"/>
                  </a:lnTo>
                  <a:cubicBezTo>
                    <a:pt x="9814" y="8373"/>
                    <a:pt x="9704" y="8412"/>
                    <a:pt x="9594" y="8412"/>
                  </a:cubicBezTo>
                  <a:cubicBezTo>
                    <a:pt x="9484" y="8412"/>
                    <a:pt x="9373" y="8373"/>
                    <a:pt x="9295" y="8294"/>
                  </a:cubicBezTo>
                  <a:cubicBezTo>
                    <a:pt x="9137" y="8137"/>
                    <a:pt x="9137" y="7885"/>
                    <a:pt x="9295" y="7727"/>
                  </a:cubicBezTo>
                  <a:lnTo>
                    <a:pt x="11342" y="5679"/>
                  </a:lnTo>
                  <a:cubicBezTo>
                    <a:pt x="11421" y="5601"/>
                    <a:pt x="11531" y="5561"/>
                    <a:pt x="11642" y="5561"/>
                  </a:cubicBezTo>
                  <a:close/>
                  <a:moveTo>
                    <a:pt x="4065" y="7664"/>
                  </a:moveTo>
                  <a:lnTo>
                    <a:pt x="5230" y="8861"/>
                  </a:lnTo>
                  <a:lnTo>
                    <a:pt x="2426" y="11665"/>
                  </a:lnTo>
                  <a:cubicBezTo>
                    <a:pt x="2269" y="11823"/>
                    <a:pt x="2064" y="11902"/>
                    <a:pt x="1855" y="11902"/>
                  </a:cubicBezTo>
                  <a:cubicBezTo>
                    <a:pt x="1647" y="11902"/>
                    <a:pt x="1434" y="11823"/>
                    <a:pt x="1261" y="11665"/>
                  </a:cubicBezTo>
                  <a:cubicBezTo>
                    <a:pt x="914" y="11350"/>
                    <a:pt x="914" y="10783"/>
                    <a:pt x="1261" y="10468"/>
                  </a:cubicBezTo>
                  <a:lnTo>
                    <a:pt x="4065" y="7664"/>
                  </a:lnTo>
                  <a:close/>
                  <a:moveTo>
                    <a:pt x="6971" y="1"/>
                  </a:moveTo>
                  <a:cubicBezTo>
                    <a:pt x="6648" y="1"/>
                    <a:pt x="6317" y="119"/>
                    <a:pt x="6050" y="355"/>
                  </a:cubicBezTo>
                  <a:lnTo>
                    <a:pt x="4002" y="2403"/>
                  </a:lnTo>
                  <a:cubicBezTo>
                    <a:pt x="3529" y="2875"/>
                    <a:pt x="3529" y="3663"/>
                    <a:pt x="4002" y="4167"/>
                  </a:cubicBezTo>
                  <a:cubicBezTo>
                    <a:pt x="4258" y="4424"/>
                    <a:pt x="4564" y="4544"/>
                    <a:pt x="4874" y="4544"/>
                  </a:cubicBezTo>
                  <a:cubicBezTo>
                    <a:pt x="5058" y="4544"/>
                    <a:pt x="5243" y="4501"/>
                    <a:pt x="5419" y="4419"/>
                  </a:cubicBezTo>
                  <a:lnTo>
                    <a:pt x="6081" y="5018"/>
                  </a:lnTo>
                  <a:lnTo>
                    <a:pt x="4285" y="6814"/>
                  </a:lnTo>
                  <a:cubicBezTo>
                    <a:pt x="4206" y="6735"/>
                    <a:pt x="4096" y="6695"/>
                    <a:pt x="3990" y="6695"/>
                  </a:cubicBezTo>
                  <a:cubicBezTo>
                    <a:pt x="3884" y="6695"/>
                    <a:pt x="3781" y="6735"/>
                    <a:pt x="3718" y="6814"/>
                  </a:cubicBezTo>
                  <a:lnTo>
                    <a:pt x="631" y="9869"/>
                  </a:lnTo>
                  <a:cubicBezTo>
                    <a:pt x="1" y="10500"/>
                    <a:pt x="1" y="11571"/>
                    <a:pt x="631" y="12201"/>
                  </a:cubicBezTo>
                  <a:cubicBezTo>
                    <a:pt x="965" y="12536"/>
                    <a:pt x="1405" y="12701"/>
                    <a:pt x="1840" y="12701"/>
                  </a:cubicBezTo>
                  <a:cubicBezTo>
                    <a:pt x="2264" y="12701"/>
                    <a:pt x="2682" y="12544"/>
                    <a:pt x="2994" y="12232"/>
                  </a:cubicBezTo>
                  <a:lnTo>
                    <a:pt x="6050" y="9176"/>
                  </a:lnTo>
                  <a:cubicBezTo>
                    <a:pt x="6207" y="9019"/>
                    <a:pt x="6207" y="8735"/>
                    <a:pt x="6050" y="8578"/>
                  </a:cubicBezTo>
                  <a:lnTo>
                    <a:pt x="7845" y="6814"/>
                  </a:lnTo>
                  <a:lnTo>
                    <a:pt x="8475" y="7444"/>
                  </a:lnTo>
                  <a:cubicBezTo>
                    <a:pt x="8255" y="7853"/>
                    <a:pt x="8318" y="8452"/>
                    <a:pt x="8696" y="8861"/>
                  </a:cubicBezTo>
                  <a:cubicBezTo>
                    <a:pt x="8932" y="9098"/>
                    <a:pt x="9247" y="9216"/>
                    <a:pt x="9566" y="9216"/>
                  </a:cubicBezTo>
                  <a:cubicBezTo>
                    <a:pt x="9885" y="9216"/>
                    <a:pt x="10208" y="9098"/>
                    <a:pt x="10460" y="8861"/>
                  </a:cubicBezTo>
                  <a:lnTo>
                    <a:pt x="12508" y="6814"/>
                  </a:lnTo>
                  <a:cubicBezTo>
                    <a:pt x="12981" y="6341"/>
                    <a:pt x="12981" y="5553"/>
                    <a:pt x="12508" y="5018"/>
                  </a:cubicBezTo>
                  <a:cubicBezTo>
                    <a:pt x="12274" y="4784"/>
                    <a:pt x="11979" y="4670"/>
                    <a:pt x="11669" y="4670"/>
                  </a:cubicBezTo>
                  <a:cubicBezTo>
                    <a:pt x="11479" y="4670"/>
                    <a:pt x="11282" y="4713"/>
                    <a:pt x="11090" y="4797"/>
                  </a:cubicBezTo>
                  <a:lnTo>
                    <a:pt x="8066" y="1773"/>
                  </a:lnTo>
                  <a:cubicBezTo>
                    <a:pt x="8255" y="1332"/>
                    <a:pt x="8223" y="733"/>
                    <a:pt x="7845" y="355"/>
                  </a:cubicBezTo>
                  <a:cubicBezTo>
                    <a:pt x="7609" y="119"/>
                    <a:pt x="7294" y="1"/>
                    <a:pt x="697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8" name="Google Shape;10918;p136"/>
            <p:cNvSpPr/>
            <p:nvPr/>
          </p:nvSpPr>
          <p:spPr>
            <a:xfrm>
              <a:off x="-63532650" y="2901200"/>
              <a:ext cx="185900" cy="63025"/>
            </a:xfrm>
            <a:custGeom>
              <a:rect b="b" l="l" r="r" t="t"/>
              <a:pathLst>
                <a:path extrusionOk="0" h="2521" w="7436">
                  <a:moveTo>
                    <a:pt x="5356" y="851"/>
                  </a:moveTo>
                  <a:cubicBezTo>
                    <a:pt x="5577" y="851"/>
                    <a:pt x="5734" y="1040"/>
                    <a:pt x="5734" y="1261"/>
                  </a:cubicBezTo>
                  <a:lnTo>
                    <a:pt x="5734" y="1702"/>
                  </a:lnTo>
                  <a:lnTo>
                    <a:pt x="1607" y="1702"/>
                  </a:lnTo>
                  <a:lnTo>
                    <a:pt x="1607" y="1261"/>
                  </a:lnTo>
                  <a:cubicBezTo>
                    <a:pt x="1607" y="1040"/>
                    <a:pt x="1796" y="851"/>
                    <a:pt x="2048" y="851"/>
                  </a:cubicBezTo>
                  <a:close/>
                  <a:moveTo>
                    <a:pt x="2048" y="1"/>
                  </a:moveTo>
                  <a:cubicBezTo>
                    <a:pt x="1355" y="1"/>
                    <a:pt x="788" y="568"/>
                    <a:pt x="788" y="1261"/>
                  </a:cubicBezTo>
                  <a:lnTo>
                    <a:pt x="788" y="1702"/>
                  </a:lnTo>
                  <a:lnTo>
                    <a:pt x="378" y="1702"/>
                  </a:lnTo>
                  <a:cubicBezTo>
                    <a:pt x="158" y="1702"/>
                    <a:pt x="0" y="1891"/>
                    <a:pt x="0" y="2111"/>
                  </a:cubicBezTo>
                  <a:cubicBezTo>
                    <a:pt x="0" y="2332"/>
                    <a:pt x="189" y="2521"/>
                    <a:pt x="378" y="2521"/>
                  </a:cubicBezTo>
                  <a:lnTo>
                    <a:pt x="6995" y="2521"/>
                  </a:lnTo>
                  <a:cubicBezTo>
                    <a:pt x="7247" y="2521"/>
                    <a:pt x="7436" y="2332"/>
                    <a:pt x="7436" y="2111"/>
                  </a:cubicBezTo>
                  <a:cubicBezTo>
                    <a:pt x="7404" y="1891"/>
                    <a:pt x="7184" y="1702"/>
                    <a:pt x="6963" y="1702"/>
                  </a:cubicBezTo>
                  <a:lnTo>
                    <a:pt x="6553" y="1702"/>
                  </a:lnTo>
                  <a:lnTo>
                    <a:pt x="6553" y="1261"/>
                  </a:lnTo>
                  <a:cubicBezTo>
                    <a:pt x="6553" y="599"/>
                    <a:pt x="6018" y="1"/>
                    <a:pt x="535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19" name="Google Shape;10919;p136"/>
          <p:cNvGrpSpPr/>
          <p:nvPr/>
        </p:nvGrpSpPr>
        <p:grpSpPr>
          <a:xfrm>
            <a:off x="1286361" y="2732418"/>
            <a:ext cx="366269" cy="366732"/>
            <a:chOff x="-61784125" y="1931250"/>
            <a:chExt cx="316650" cy="317050"/>
          </a:xfrm>
        </p:grpSpPr>
        <p:sp>
          <p:nvSpPr>
            <p:cNvPr id="10920" name="Google Shape;10920;p136"/>
            <p:cNvSpPr/>
            <p:nvPr/>
          </p:nvSpPr>
          <p:spPr>
            <a:xfrm>
              <a:off x="-61688025" y="1931250"/>
              <a:ext cx="124450" cy="134300"/>
            </a:xfrm>
            <a:custGeom>
              <a:rect b="b" l="l" r="r" t="t"/>
              <a:pathLst>
                <a:path extrusionOk="0" h="5372" w="4978">
                  <a:moveTo>
                    <a:pt x="2497" y="845"/>
                  </a:moveTo>
                  <a:cubicBezTo>
                    <a:pt x="2709" y="845"/>
                    <a:pt x="2922" y="922"/>
                    <a:pt x="3088" y="1087"/>
                  </a:cubicBezTo>
                  <a:cubicBezTo>
                    <a:pt x="3277" y="1276"/>
                    <a:pt x="3340" y="1591"/>
                    <a:pt x="3277" y="1906"/>
                  </a:cubicBezTo>
                  <a:cubicBezTo>
                    <a:pt x="3182" y="2190"/>
                    <a:pt x="2993" y="2410"/>
                    <a:pt x="2709" y="2442"/>
                  </a:cubicBezTo>
                  <a:cubicBezTo>
                    <a:pt x="2625" y="2467"/>
                    <a:pt x="2545" y="2479"/>
                    <a:pt x="2469" y="2479"/>
                  </a:cubicBezTo>
                  <a:cubicBezTo>
                    <a:pt x="2259" y="2479"/>
                    <a:pt x="2075" y="2391"/>
                    <a:pt x="1890" y="2253"/>
                  </a:cubicBezTo>
                  <a:cubicBezTo>
                    <a:pt x="1701" y="2032"/>
                    <a:pt x="1607" y="1717"/>
                    <a:pt x="1701" y="1434"/>
                  </a:cubicBezTo>
                  <a:cubicBezTo>
                    <a:pt x="1800" y="1059"/>
                    <a:pt x="2145" y="845"/>
                    <a:pt x="2497" y="845"/>
                  </a:cubicBezTo>
                  <a:close/>
                  <a:moveTo>
                    <a:pt x="2520" y="3324"/>
                  </a:moveTo>
                  <a:cubicBezTo>
                    <a:pt x="3277" y="3324"/>
                    <a:pt x="3907" y="3828"/>
                    <a:pt x="4096" y="4553"/>
                  </a:cubicBezTo>
                  <a:lnTo>
                    <a:pt x="914" y="4553"/>
                  </a:lnTo>
                  <a:cubicBezTo>
                    <a:pt x="1103" y="3828"/>
                    <a:pt x="1733" y="3324"/>
                    <a:pt x="2520" y="3324"/>
                  </a:cubicBezTo>
                  <a:close/>
                  <a:moveTo>
                    <a:pt x="2510" y="1"/>
                  </a:moveTo>
                  <a:cubicBezTo>
                    <a:pt x="1805" y="1"/>
                    <a:pt x="1113" y="455"/>
                    <a:pt x="914" y="1213"/>
                  </a:cubicBezTo>
                  <a:cubicBezTo>
                    <a:pt x="756" y="1780"/>
                    <a:pt x="914" y="2347"/>
                    <a:pt x="1292" y="2789"/>
                  </a:cubicBezTo>
                  <a:cubicBezTo>
                    <a:pt x="567" y="3198"/>
                    <a:pt x="0" y="3986"/>
                    <a:pt x="0" y="4931"/>
                  </a:cubicBezTo>
                  <a:cubicBezTo>
                    <a:pt x="0" y="5183"/>
                    <a:pt x="189" y="5372"/>
                    <a:pt x="441" y="5372"/>
                  </a:cubicBezTo>
                  <a:lnTo>
                    <a:pt x="4568" y="5372"/>
                  </a:lnTo>
                  <a:cubicBezTo>
                    <a:pt x="4820" y="5372"/>
                    <a:pt x="4978" y="5183"/>
                    <a:pt x="4978" y="4931"/>
                  </a:cubicBezTo>
                  <a:cubicBezTo>
                    <a:pt x="4978" y="3986"/>
                    <a:pt x="4442" y="3198"/>
                    <a:pt x="3718" y="2789"/>
                  </a:cubicBezTo>
                  <a:cubicBezTo>
                    <a:pt x="3907" y="2568"/>
                    <a:pt x="4033" y="2347"/>
                    <a:pt x="4096" y="2064"/>
                  </a:cubicBezTo>
                  <a:cubicBezTo>
                    <a:pt x="4253" y="1528"/>
                    <a:pt x="4096" y="930"/>
                    <a:pt x="3655" y="489"/>
                  </a:cubicBezTo>
                  <a:cubicBezTo>
                    <a:pt x="3331" y="153"/>
                    <a:pt x="2918" y="1"/>
                    <a:pt x="251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1" name="Google Shape;10921;p136"/>
            <p:cNvSpPr/>
            <p:nvPr/>
          </p:nvSpPr>
          <p:spPr>
            <a:xfrm>
              <a:off x="-61784125" y="2113325"/>
              <a:ext cx="124450" cy="134975"/>
            </a:xfrm>
            <a:custGeom>
              <a:rect b="b" l="l" r="r" t="t"/>
              <a:pathLst>
                <a:path extrusionOk="0" h="5399" w="4978">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7" y="2491"/>
                  </a:cubicBezTo>
                  <a:cubicBezTo>
                    <a:pt x="2261" y="2491"/>
                    <a:pt x="2058" y="2415"/>
                    <a:pt x="1891" y="2248"/>
                  </a:cubicBezTo>
                  <a:cubicBezTo>
                    <a:pt x="1670" y="2059"/>
                    <a:pt x="1607" y="1743"/>
                    <a:pt x="1670" y="1428"/>
                  </a:cubicBezTo>
                  <a:cubicBezTo>
                    <a:pt x="1770" y="1068"/>
                    <a:pt x="2124" y="848"/>
                    <a:pt x="2482" y="848"/>
                  </a:cubicBezTo>
                  <a:close/>
                  <a:moveTo>
                    <a:pt x="2458" y="3319"/>
                  </a:moveTo>
                  <a:cubicBezTo>
                    <a:pt x="3245" y="3319"/>
                    <a:pt x="3907" y="3854"/>
                    <a:pt x="4096" y="4547"/>
                  </a:cubicBezTo>
                  <a:lnTo>
                    <a:pt x="883" y="4547"/>
                  </a:lnTo>
                  <a:cubicBezTo>
                    <a:pt x="1040" y="3886"/>
                    <a:pt x="1733" y="3319"/>
                    <a:pt x="2458" y="3319"/>
                  </a:cubicBezTo>
                  <a:close/>
                  <a:moveTo>
                    <a:pt x="2509" y="1"/>
                  </a:moveTo>
                  <a:cubicBezTo>
                    <a:pt x="1812" y="1"/>
                    <a:pt x="1143" y="437"/>
                    <a:pt x="946" y="1208"/>
                  </a:cubicBezTo>
                  <a:cubicBezTo>
                    <a:pt x="788" y="1806"/>
                    <a:pt x="946" y="2342"/>
                    <a:pt x="1324" y="2783"/>
                  </a:cubicBezTo>
                  <a:cubicBezTo>
                    <a:pt x="568" y="3224"/>
                    <a:pt x="32" y="4012"/>
                    <a:pt x="32" y="4957"/>
                  </a:cubicBezTo>
                  <a:cubicBezTo>
                    <a:pt x="0" y="5209"/>
                    <a:pt x="189" y="5398"/>
                    <a:pt x="410" y="5398"/>
                  </a:cubicBezTo>
                  <a:lnTo>
                    <a:pt x="4569" y="5398"/>
                  </a:lnTo>
                  <a:cubicBezTo>
                    <a:pt x="4789" y="5398"/>
                    <a:pt x="4978" y="5209"/>
                    <a:pt x="4978" y="4988"/>
                  </a:cubicBezTo>
                  <a:cubicBezTo>
                    <a:pt x="4978" y="4043"/>
                    <a:pt x="4474" y="3256"/>
                    <a:pt x="3718" y="2815"/>
                  </a:cubicBezTo>
                  <a:cubicBezTo>
                    <a:pt x="3939" y="2626"/>
                    <a:pt x="4033" y="2374"/>
                    <a:pt x="4128" y="2090"/>
                  </a:cubicBezTo>
                  <a:cubicBezTo>
                    <a:pt x="4285" y="1523"/>
                    <a:pt x="4128" y="924"/>
                    <a:pt x="3687" y="483"/>
                  </a:cubicBezTo>
                  <a:cubicBezTo>
                    <a:pt x="3346" y="155"/>
                    <a:pt x="2923" y="1"/>
                    <a:pt x="250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2" name="Google Shape;10922;p136"/>
            <p:cNvSpPr/>
            <p:nvPr/>
          </p:nvSpPr>
          <p:spPr>
            <a:xfrm>
              <a:off x="-61591150" y="2113325"/>
              <a:ext cx="123675" cy="134175"/>
            </a:xfrm>
            <a:custGeom>
              <a:rect b="b" l="l" r="r" t="t"/>
              <a:pathLst>
                <a:path extrusionOk="0" h="5367" w="4947">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6" y="2491"/>
                  </a:cubicBezTo>
                  <a:cubicBezTo>
                    <a:pt x="2261" y="2491"/>
                    <a:pt x="2057" y="2415"/>
                    <a:pt x="1890" y="2248"/>
                  </a:cubicBezTo>
                  <a:cubicBezTo>
                    <a:pt x="1670" y="2059"/>
                    <a:pt x="1607" y="1743"/>
                    <a:pt x="1670" y="1428"/>
                  </a:cubicBezTo>
                  <a:cubicBezTo>
                    <a:pt x="1770" y="1068"/>
                    <a:pt x="2124" y="848"/>
                    <a:pt x="2482" y="848"/>
                  </a:cubicBezTo>
                  <a:close/>
                  <a:moveTo>
                    <a:pt x="2521" y="3382"/>
                  </a:moveTo>
                  <a:cubicBezTo>
                    <a:pt x="3308" y="3382"/>
                    <a:pt x="3938" y="3886"/>
                    <a:pt x="4127" y="4579"/>
                  </a:cubicBezTo>
                  <a:lnTo>
                    <a:pt x="882" y="4579"/>
                  </a:lnTo>
                  <a:cubicBezTo>
                    <a:pt x="1103" y="3886"/>
                    <a:pt x="1733" y="3382"/>
                    <a:pt x="2521" y="3382"/>
                  </a:cubicBezTo>
                  <a:close/>
                  <a:moveTo>
                    <a:pt x="2467" y="1"/>
                  </a:moveTo>
                  <a:cubicBezTo>
                    <a:pt x="1761" y="1"/>
                    <a:pt x="1080" y="437"/>
                    <a:pt x="882" y="1208"/>
                  </a:cubicBezTo>
                  <a:cubicBezTo>
                    <a:pt x="725" y="1806"/>
                    <a:pt x="882" y="2342"/>
                    <a:pt x="1292" y="2783"/>
                  </a:cubicBezTo>
                  <a:cubicBezTo>
                    <a:pt x="536" y="3224"/>
                    <a:pt x="0" y="4012"/>
                    <a:pt x="0" y="4957"/>
                  </a:cubicBezTo>
                  <a:cubicBezTo>
                    <a:pt x="0" y="5178"/>
                    <a:pt x="189" y="5367"/>
                    <a:pt x="378" y="5367"/>
                  </a:cubicBezTo>
                  <a:lnTo>
                    <a:pt x="4505" y="5367"/>
                  </a:lnTo>
                  <a:cubicBezTo>
                    <a:pt x="4757" y="5367"/>
                    <a:pt x="4946" y="5178"/>
                    <a:pt x="4946" y="4957"/>
                  </a:cubicBezTo>
                  <a:cubicBezTo>
                    <a:pt x="4946" y="4075"/>
                    <a:pt x="4442" y="3256"/>
                    <a:pt x="3686" y="2815"/>
                  </a:cubicBezTo>
                  <a:cubicBezTo>
                    <a:pt x="3875" y="2626"/>
                    <a:pt x="4001" y="2374"/>
                    <a:pt x="4096" y="2090"/>
                  </a:cubicBezTo>
                  <a:cubicBezTo>
                    <a:pt x="4253" y="1523"/>
                    <a:pt x="4096" y="924"/>
                    <a:pt x="3655" y="483"/>
                  </a:cubicBezTo>
                  <a:cubicBezTo>
                    <a:pt x="3314" y="155"/>
                    <a:pt x="2887" y="1"/>
                    <a:pt x="246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3" name="Google Shape;10923;p136"/>
            <p:cNvSpPr/>
            <p:nvPr/>
          </p:nvSpPr>
          <p:spPr>
            <a:xfrm>
              <a:off x="-61677800" y="2072225"/>
              <a:ext cx="106350" cy="62450"/>
            </a:xfrm>
            <a:custGeom>
              <a:rect b="b" l="l" r="r" t="t"/>
              <a:pathLst>
                <a:path extrusionOk="0" h="2498" w="4254">
                  <a:moveTo>
                    <a:pt x="2096" y="1"/>
                  </a:moveTo>
                  <a:cubicBezTo>
                    <a:pt x="1985" y="1"/>
                    <a:pt x="1875" y="48"/>
                    <a:pt x="1796" y="142"/>
                  </a:cubicBezTo>
                  <a:lnTo>
                    <a:pt x="158" y="1781"/>
                  </a:lnTo>
                  <a:cubicBezTo>
                    <a:pt x="1" y="1938"/>
                    <a:pt x="1" y="2222"/>
                    <a:pt x="158" y="2379"/>
                  </a:cubicBezTo>
                  <a:cubicBezTo>
                    <a:pt x="237" y="2458"/>
                    <a:pt x="339" y="2497"/>
                    <a:pt x="442" y="2497"/>
                  </a:cubicBezTo>
                  <a:cubicBezTo>
                    <a:pt x="544" y="2497"/>
                    <a:pt x="646" y="2458"/>
                    <a:pt x="725" y="2379"/>
                  </a:cubicBezTo>
                  <a:lnTo>
                    <a:pt x="2111" y="993"/>
                  </a:lnTo>
                  <a:lnTo>
                    <a:pt x="3498" y="2379"/>
                  </a:lnTo>
                  <a:cubicBezTo>
                    <a:pt x="3576" y="2458"/>
                    <a:pt x="3687" y="2497"/>
                    <a:pt x="3797" y="2497"/>
                  </a:cubicBezTo>
                  <a:cubicBezTo>
                    <a:pt x="3907" y="2497"/>
                    <a:pt x="4017" y="2458"/>
                    <a:pt x="4096" y="2379"/>
                  </a:cubicBezTo>
                  <a:cubicBezTo>
                    <a:pt x="4254" y="2222"/>
                    <a:pt x="4254" y="1938"/>
                    <a:pt x="4096" y="1781"/>
                  </a:cubicBezTo>
                  <a:lnTo>
                    <a:pt x="2395" y="142"/>
                  </a:lnTo>
                  <a:cubicBezTo>
                    <a:pt x="2316" y="48"/>
                    <a:pt x="2206" y="1"/>
                    <a:pt x="209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24" name="Google Shape;10924;p136"/>
          <p:cNvGrpSpPr/>
          <p:nvPr/>
        </p:nvGrpSpPr>
        <p:grpSpPr>
          <a:xfrm>
            <a:off x="1286360" y="3168665"/>
            <a:ext cx="366269" cy="366269"/>
            <a:chOff x="-61783350" y="2297100"/>
            <a:chExt cx="316650" cy="316650"/>
          </a:xfrm>
        </p:grpSpPr>
        <p:sp>
          <p:nvSpPr>
            <p:cNvPr id="10925" name="Google Shape;10925;p136"/>
            <p:cNvSpPr/>
            <p:nvPr/>
          </p:nvSpPr>
          <p:spPr>
            <a:xfrm>
              <a:off x="-61783350" y="2297100"/>
              <a:ext cx="316650" cy="316650"/>
            </a:xfrm>
            <a:custGeom>
              <a:rect b="b" l="l" r="r" t="t"/>
              <a:pathLst>
                <a:path extrusionOk="0" h="12666" w="12666">
                  <a:moveTo>
                    <a:pt x="379" y="0"/>
                  </a:moveTo>
                  <a:cubicBezTo>
                    <a:pt x="158" y="0"/>
                    <a:pt x="1" y="189"/>
                    <a:pt x="1" y="441"/>
                  </a:cubicBezTo>
                  <a:lnTo>
                    <a:pt x="1" y="12287"/>
                  </a:lnTo>
                  <a:cubicBezTo>
                    <a:pt x="1" y="12508"/>
                    <a:pt x="190" y="12665"/>
                    <a:pt x="379" y="12665"/>
                  </a:cubicBezTo>
                  <a:lnTo>
                    <a:pt x="12256" y="12665"/>
                  </a:lnTo>
                  <a:cubicBezTo>
                    <a:pt x="12477" y="12665"/>
                    <a:pt x="12666" y="12476"/>
                    <a:pt x="12666" y="12287"/>
                  </a:cubicBezTo>
                  <a:cubicBezTo>
                    <a:pt x="12634" y="12098"/>
                    <a:pt x="12477" y="11878"/>
                    <a:pt x="12256" y="11878"/>
                  </a:cubicBezTo>
                  <a:lnTo>
                    <a:pt x="820" y="11878"/>
                  </a:lnTo>
                  <a:lnTo>
                    <a:pt x="820" y="441"/>
                  </a:lnTo>
                  <a:cubicBezTo>
                    <a:pt x="820" y="189"/>
                    <a:pt x="631"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6" name="Google Shape;10926;p136"/>
            <p:cNvSpPr/>
            <p:nvPr/>
          </p:nvSpPr>
          <p:spPr>
            <a:xfrm>
              <a:off x="-61742375" y="2387675"/>
              <a:ext cx="275675" cy="151250"/>
            </a:xfrm>
            <a:custGeom>
              <a:rect b="b" l="l" r="r" t="t"/>
              <a:pathLst>
                <a:path extrusionOk="0" h="6050" w="11027">
                  <a:moveTo>
                    <a:pt x="9767" y="788"/>
                  </a:moveTo>
                  <a:cubicBezTo>
                    <a:pt x="10019" y="788"/>
                    <a:pt x="10208" y="977"/>
                    <a:pt x="10208" y="1229"/>
                  </a:cubicBezTo>
                  <a:cubicBezTo>
                    <a:pt x="10176" y="1450"/>
                    <a:pt x="10019" y="1639"/>
                    <a:pt x="9767" y="1639"/>
                  </a:cubicBezTo>
                  <a:cubicBezTo>
                    <a:pt x="9546" y="1639"/>
                    <a:pt x="9389" y="1450"/>
                    <a:pt x="9389" y="1229"/>
                  </a:cubicBezTo>
                  <a:cubicBezTo>
                    <a:pt x="9389" y="977"/>
                    <a:pt x="9578" y="788"/>
                    <a:pt x="9767" y="788"/>
                  </a:cubicBezTo>
                  <a:close/>
                  <a:moveTo>
                    <a:pt x="4001" y="1607"/>
                  </a:moveTo>
                  <a:cubicBezTo>
                    <a:pt x="4222" y="1607"/>
                    <a:pt x="4379" y="1796"/>
                    <a:pt x="4379" y="2048"/>
                  </a:cubicBezTo>
                  <a:cubicBezTo>
                    <a:pt x="4379" y="2269"/>
                    <a:pt x="4222" y="2489"/>
                    <a:pt x="4001" y="2489"/>
                  </a:cubicBezTo>
                  <a:cubicBezTo>
                    <a:pt x="3749" y="2489"/>
                    <a:pt x="3560" y="2269"/>
                    <a:pt x="3560" y="2048"/>
                  </a:cubicBezTo>
                  <a:cubicBezTo>
                    <a:pt x="3560" y="1796"/>
                    <a:pt x="3749" y="1607"/>
                    <a:pt x="4001" y="1607"/>
                  </a:cubicBezTo>
                  <a:close/>
                  <a:moveTo>
                    <a:pt x="6459" y="4128"/>
                  </a:moveTo>
                  <a:cubicBezTo>
                    <a:pt x="6679" y="4128"/>
                    <a:pt x="6900" y="4317"/>
                    <a:pt x="6900" y="4569"/>
                  </a:cubicBezTo>
                  <a:cubicBezTo>
                    <a:pt x="6868" y="4758"/>
                    <a:pt x="6711" y="4947"/>
                    <a:pt x="6459" y="4947"/>
                  </a:cubicBezTo>
                  <a:cubicBezTo>
                    <a:pt x="6238" y="4947"/>
                    <a:pt x="6081" y="4758"/>
                    <a:pt x="6081" y="4569"/>
                  </a:cubicBezTo>
                  <a:cubicBezTo>
                    <a:pt x="6081" y="4317"/>
                    <a:pt x="6270" y="4128"/>
                    <a:pt x="6459" y="4128"/>
                  </a:cubicBezTo>
                  <a:close/>
                  <a:moveTo>
                    <a:pt x="1229" y="4380"/>
                  </a:moveTo>
                  <a:cubicBezTo>
                    <a:pt x="1481" y="4380"/>
                    <a:pt x="1638" y="4569"/>
                    <a:pt x="1638" y="4789"/>
                  </a:cubicBezTo>
                  <a:cubicBezTo>
                    <a:pt x="1638" y="5041"/>
                    <a:pt x="1481" y="5230"/>
                    <a:pt x="1229" y="5230"/>
                  </a:cubicBezTo>
                  <a:cubicBezTo>
                    <a:pt x="1008" y="5230"/>
                    <a:pt x="788" y="5041"/>
                    <a:pt x="788" y="4789"/>
                  </a:cubicBezTo>
                  <a:cubicBezTo>
                    <a:pt x="788" y="4569"/>
                    <a:pt x="1008" y="4380"/>
                    <a:pt x="1229" y="4380"/>
                  </a:cubicBezTo>
                  <a:close/>
                  <a:moveTo>
                    <a:pt x="9767" y="0"/>
                  </a:moveTo>
                  <a:cubicBezTo>
                    <a:pt x="9105" y="0"/>
                    <a:pt x="8570" y="536"/>
                    <a:pt x="8570" y="1229"/>
                  </a:cubicBezTo>
                  <a:cubicBezTo>
                    <a:pt x="8570" y="1418"/>
                    <a:pt x="8601" y="1576"/>
                    <a:pt x="8664" y="1765"/>
                  </a:cubicBezTo>
                  <a:lnTo>
                    <a:pt x="7026" y="3434"/>
                  </a:lnTo>
                  <a:cubicBezTo>
                    <a:pt x="6868" y="3340"/>
                    <a:pt x="6679" y="3308"/>
                    <a:pt x="6459" y="3308"/>
                  </a:cubicBezTo>
                  <a:cubicBezTo>
                    <a:pt x="6270" y="3308"/>
                    <a:pt x="6112" y="3340"/>
                    <a:pt x="5923" y="3434"/>
                  </a:cubicBezTo>
                  <a:lnTo>
                    <a:pt x="5104" y="2584"/>
                  </a:lnTo>
                  <a:cubicBezTo>
                    <a:pt x="5167" y="2426"/>
                    <a:pt x="5199" y="2237"/>
                    <a:pt x="5199" y="2048"/>
                  </a:cubicBezTo>
                  <a:cubicBezTo>
                    <a:pt x="5199" y="1387"/>
                    <a:pt x="4663" y="788"/>
                    <a:pt x="4001" y="788"/>
                  </a:cubicBezTo>
                  <a:cubicBezTo>
                    <a:pt x="3308" y="788"/>
                    <a:pt x="2773" y="1324"/>
                    <a:pt x="2773" y="2048"/>
                  </a:cubicBezTo>
                  <a:cubicBezTo>
                    <a:pt x="2773" y="2237"/>
                    <a:pt x="2804" y="2395"/>
                    <a:pt x="2899" y="2584"/>
                  </a:cubicBezTo>
                  <a:lnTo>
                    <a:pt x="1796" y="3686"/>
                  </a:lnTo>
                  <a:cubicBezTo>
                    <a:pt x="1638" y="3623"/>
                    <a:pt x="1418" y="3592"/>
                    <a:pt x="1229" y="3592"/>
                  </a:cubicBezTo>
                  <a:cubicBezTo>
                    <a:pt x="567" y="3592"/>
                    <a:pt x="0" y="4128"/>
                    <a:pt x="0" y="4852"/>
                  </a:cubicBezTo>
                  <a:cubicBezTo>
                    <a:pt x="0" y="5514"/>
                    <a:pt x="567" y="6049"/>
                    <a:pt x="1229" y="6049"/>
                  </a:cubicBezTo>
                  <a:cubicBezTo>
                    <a:pt x="1890" y="6049"/>
                    <a:pt x="2458" y="5514"/>
                    <a:pt x="2458" y="4852"/>
                  </a:cubicBezTo>
                  <a:cubicBezTo>
                    <a:pt x="2458" y="4632"/>
                    <a:pt x="2426" y="4474"/>
                    <a:pt x="2332" y="4285"/>
                  </a:cubicBezTo>
                  <a:lnTo>
                    <a:pt x="3434" y="3182"/>
                  </a:lnTo>
                  <a:cubicBezTo>
                    <a:pt x="3592" y="3245"/>
                    <a:pt x="3781" y="3308"/>
                    <a:pt x="4001" y="3308"/>
                  </a:cubicBezTo>
                  <a:cubicBezTo>
                    <a:pt x="4190" y="3308"/>
                    <a:pt x="4348" y="3277"/>
                    <a:pt x="4537" y="3182"/>
                  </a:cubicBezTo>
                  <a:lnTo>
                    <a:pt x="5356" y="4001"/>
                  </a:lnTo>
                  <a:cubicBezTo>
                    <a:pt x="5293" y="4159"/>
                    <a:pt x="5262" y="4348"/>
                    <a:pt x="5262" y="4569"/>
                  </a:cubicBezTo>
                  <a:cubicBezTo>
                    <a:pt x="5262" y="5230"/>
                    <a:pt x="5797" y="5766"/>
                    <a:pt x="6459" y="5766"/>
                  </a:cubicBezTo>
                  <a:cubicBezTo>
                    <a:pt x="7152" y="5766"/>
                    <a:pt x="7687" y="5230"/>
                    <a:pt x="7687" y="4569"/>
                  </a:cubicBezTo>
                  <a:cubicBezTo>
                    <a:pt x="7687" y="4348"/>
                    <a:pt x="7656" y="4191"/>
                    <a:pt x="7561" y="4001"/>
                  </a:cubicBezTo>
                  <a:lnTo>
                    <a:pt x="9231" y="2363"/>
                  </a:lnTo>
                  <a:cubicBezTo>
                    <a:pt x="9389" y="2426"/>
                    <a:pt x="9578" y="2489"/>
                    <a:pt x="9767" y="2489"/>
                  </a:cubicBezTo>
                  <a:cubicBezTo>
                    <a:pt x="10460" y="2489"/>
                    <a:pt x="11027" y="1922"/>
                    <a:pt x="11027" y="1229"/>
                  </a:cubicBezTo>
                  <a:cubicBezTo>
                    <a:pt x="10995" y="536"/>
                    <a:pt x="10460" y="0"/>
                    <a:pt x="976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27" name="Google Shape;10927;p136"/>
          <p:cNvGrpSpPr/>
          <p:nvPr/>
        </p:nvGrpSpPr>
        <p:grpSpPr>
          <a:xfrm>
            <a:off x="1286360" y="3609748"/>
            <a:ext cx="366269" cy="369305"/>
            <a:chOff x="-61782550" y="2664925"/>
            <a:chExt cx="316650" cy="319275"/>
          </a:xfrm>
        </p:grpSpPr>
        <p:sp>
          <p:nvSpPr>
            <p:cNvPr id="10928" name="Google Shape;10928;p136"/>
            <p:cNvSpPr/>
            <p:nvPr/>
          </p:nvSpPr>
          <p:spPr>
            <a:xfrm>
              <a:off x="-61782550" y="2664925"/>
              <a:ext cx="316650" cy="319275"/>
            </a:xfrm>
            <a:custGeom>
              <a:rect b="b" l="l" r="r" t="t"/>
              <a:pathLst>
                <a:path extrusionOk="0" h="12771" w="12666">
                  <a:moveTo>
                    <a:pt x="10208" y="851"/>
                  </a:moveTo>
                  <a:cubicBezTo>
                    <a:pt x="10366" y="1670"/>
                    <a:pt x="10996" y="2300"/>
                    <a:pt x="11815" y="2457"/>
                  </a:cubicBezTo>
                  <a:lnTo>
                    <a:pt x="11815" y="6679"/>
                  </a:lnTo>
                  <a:lnTo>
                    <a:pt x="11783" y="6679"/>
                  </a:lnTo>
                  <a:cubicBezTo>
                    <a:pt x="10964" y="6837"/>
                    <a:pt x="10334" y="7467"/>
                    <a:pt x="10177" y="8286"/>
                  </a:cubicBezTo>
                  <a:lnTo>
                    <a:pt x="9011" y="8286"/>
                  </a:lnTo>
                  <a:cubicBezTo>
                    <a:pt x="9105" y="8002"/>
                    <a:pt x="9168" y="7719"/>
                    <a:pt x="9168" y="7467"/>
                  </a:cubicBezTo>
                  <a:cubicBezTo>
                    <a:pt x="9168" y="6081"/>
                    <a:pt x="8066" y="4978"/>
                    <a:pt x="6711" y="4978"/>
                  </a:cubicBezTo>
                  <a:cubicBezTo>
                    <a:pt x="5325" y="4978"/>
                    <a:pt x="4222" y="6081"/>
                    <a:pt x="4222" y="7467"/>
                  </a:cubicBezTo>
                  <a:cubicBezTo>
                    <a:pt x="4222" y="7719"/>
                    <a:pt x="4254" y="8002"/>
                    <a:pt x="4380" y="8286"/>
                  </a:cubicBezTo>
                  <a:lnTo>
                    <a:pt x="2395" y="8286"/>
                  </a:lnTo>
                  <a:cubicBezTo>
                    <a:pt x="2237" y="7467"/>
                    <a:pt x="1607" y="6837"/>
                    <a:pt x="788" y="6679"/>
                  </a:cubicBezTo>
                  <a:lnTo>
                    <a:pt x="788" y="2457"/>
                  </a:lnTo>
                  <a:cubicBezTo>
                    <a:pt x="1607" y="2300"/>
                    <a:pt x="2237" y="1670"/>
                    <a:pt x="2395" y="851"/>
                  </a:cubicBezTo>
                  <a:close/>
                  <a:moveTo>
                    <a:pt x="6711" y="5797"/>
                  </a:moveTo>
                  <a:cubicBezTo>
                    <a:pt x="7593" y="5797"/>
                    <a:pt x="8349" y="6553"/>
                    <a:pt x="8349" y="7467"/>
                  </a:cubicBezTo>
                  <a:cubicBezTo>
                    <a:pt x="8349" y="8349"/>
                    <a:pt x="7593" y="9105"/>
                    <a:pt x="6711" y="9105"/>
                  </a:cubicBezTo>
                  <a:cubicBezTo>
                    <a:pt x="5797" y="9105"/>
                    <a:pt x="5041" y="8349"/>
                    <a:pt x="5041" y="7467"/>
                  </a:cubicBezTo>
                  <a:cubicBezTo>
                    <a:pt x="5041" y="6553"/>
                    <a:pt x="5797" y="5797"/>
                    <a:pt x="6711" y="5797"/>
                  </a:cubicBezTo>
                  <a:close/>
                  <a:moveTo>
                    <a:pt x="7530" y="9767"/>
                  </a:moveTo>
                  <a:lnTo>
                    <a:pt x="7530" y="11468"/>
                  </a:lnTo>
                  <a:lnTo>
                    <a:pt x="6932" y="11090"/>
                  </a:lnTo>
                  <a:cubicBezTo>
                    <a:pt x="6853" y="11043"/>
                    <a:pt x="6774" y="11019"/>
                    <a:pt x="6695" y="11019"/>
                  </a:cubicBezTo>
                  <a:cubicBezTo>
                    <a:pt x="6616" y="11019"/>
                    <a:pt x="6538" y="11043"/>
                    <a:pt x="6459" y="11090"/>
                  </a:cubicBezTo>
                  <a:lnTo>
                    <a:pt x="5860" y="11468"/>
                  </a:lnTo>
                  <a:lnTo>
                    <a:pt x="5860" y="9767"/>
                  </a:lnTo>
                  <a:cubicBezTo>
                    <a:pt x="6144" y="9861"/>
                    <a:pt x="6427" y="9924"/>
                    <a:pt x="6711" y="9924"/>
                  </a:cubicBezTo>
                  <a:cubicBezTo>
                    <a:pt x="6995" y="9924"/>
                    <a:pt x="7247" y="9893"/>
                    <a:pt x="7530" y="9767"/>
                  </a:cubicBezTo>
                  <a:close/>
                  <a:moveTo>
                    <a:pt x="2048" y="0"/>
                  </a:moveTo>
                  <a:cubicBezTo>
                    <a:pt x="1828" y="0"/>
                    <a:pt x="1670" y="221"/>
                    <a:pt x="1670" y="441"/>
                  </a:cubicBezTo>
                  <a:cubicBezTo>
                    <a:pt x="1670" y="1103"/>
                    <a:pt x="1103" y="1670"/>
                    <a:pt x="410" y="1670"/>
                  </a:cubicBezTo>
                  <a:cubicBezTo>
                    <a:pt x="158" y="1670"/>
                    <a:pt x="0" y="1859"/>
                    <a:pt x="0" y="2111"/>
                  </a:cubicBezTo>
                  <a:lnTo>
                    <a:pt x="0" y="7057"/>
                  </a:lnTo>
                  <a:cubicBezTo>
                    <a:pt x="0" y="7278"/>
                    <a:pt x="189" y="7498"/>
                    <a:pt x="410" y="7498"/>
                  </a:cubicBezTo>
                  <a:cubicBezTo>
                    <a:pt x="1072" y="7498"/>
                    <a:pt x="1670" y="8034"/>
                    <a:pt x="1670" y="8758"/>
                  </a:cubicBezTo>
                  <a:cubicBezTo>
                    <a:pt x="1670" y="8979"/>
                    <a:pt x="1859" y="9136"/>
                    <a:pt x="2048" y="9136"/>
                  </a:cubicBezTo>
                  <a:lnTo>
                    <a:pt x="4884" y="9136"/>
                  </a:lnTo>
                  <a:lnTo>
                    <a:pt x="5073" y="9326"/>
                  </a:lnTo>
                  <a:lnTo>
                    <a:pt x="5073" y="12318"/>
                  </a:lnTo>
                  <a:cubicBezTo>
                    <a:pt x="5073" y="12562"/>
                    <a:pt x="5298" y="12749"/>
                    <a:pt x="5517" y="12749"/>
                  </a:cubicBezTo>
                  <a:cubicBezTo>
                    <a:pt x="5581" y="12749"/>
                    <a:pt x="5645" y="12732"/>
                    <a:pt x="5703" y="12697"/>
                  </a:cubicBezTo>
                  <a:lnTo>
                    <a:pt x="6743" y="12003"/>
                  </a:lnTo>
                  <a:lnTo>
                    <a:pt x="7782" y="12697"/>
                  </a:lnTo>
                  <a:cubicBezTo>
                    <a:pt x="7850" y="12747"/>
                    <a:pt x="7926" y="12771"/>
                    <a:pt x="8002" y="12771"/>
                  </a:cubicBezTo>
                  <a:cubicBezTo>
                    <a:pt x="8210" y="12771"/>
                    <a:pt x="8412" y="12595"/>
                    <a:pt x="8412" y="12318"/>
                  </a:cubicBezTo>
                  <a:lnTo>
                    <a:pt x="8412" y="9262"/>
                  </a:lnTo>
                  <a:lnTo>
                    <a:pt x="8601" y="9073"/>
                  </a:lnTo>
                  <a:lnTo>
                    <a:pt x="10618" y="9073"/>
                  </a:lnTo>
                  <a:cubicBezTo>
                    <a:pt x="10838" y="9073"/>
                    <a:pt x="10996" y="8884"/>
                    <a:pt x="10996" y="8664"/>
                  </a:cubicBezTo>
                  <a:cubicBezTo>
                    <a:pt x="10996" y="8002"/>
                    <a:pt x="11563" y="7404"/>
                    <a:pt x="12224" y="7404"/>
                  </a:cubicBezTo>
                  <a:cubicBezTo>
                    <a:pt x="12445" y="7404"/>
                    <a:pt x="12665" y="7215"/>
                    <a:pt x="12665" y="6994"/>
                  </a:cubicBezTo>
                  <a:lnTo>
                    <a:pt x="12665" y="2016"/>
                  </a:lnTo>
                  <a:cubicBezTo>
                    <a:pt x="12602" y="1827"/>
                    <a:pt x="12445" y="1670"/>
                    <a:pt x="12224" y="1670"/>
                  </a:cubicBezTo>
                  <a:cubicBezTo>
                    <a:pt x="11531" y="1670"/>
                    <a:pt x="10996" y="1103"/>
                    <a:pt x="10996" y="441"/>
                  </a:cubicBezTo>
                  <a:cubicBezTo>
                    <a:pt x="10996" y="221"/>
                    <a:pt x="10807" y="0"/>
                    <a:pt x="1058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9" name="Google Shape;10929;p136"/>
            <p:cNvSpPr/>
            <p:nvPr/>
          </p:nvSpPr>
          <p:spPr>
            <a:xfrm>
              <a:off x="-61701425" y="2705875"/>
              <a:ext cx="151250" cy="21275"/>
            </a:xfrm>
            <a:custGeom>
              <a:rect b="b" l="l" r="r" t="t"/>
              <a:pathLst>
                <a:path extrusionOk="0" h="851" w="6050">
                  <a:moveTo>
                    <a:pt x="410" y="0"/>
                  </a:moveTo>
                  <a:cubicBezTo>
                    <a:pt x="189" y="0"/>
                    <a:pt x="0" y="189"/>
                    <a:pt x="0" y="410"/>
                  </a:cubicBezTo>
                  <a:cubicBezTo>
                    <a:pt x="0" y="662"/>
                    <a:pt x="189" y="851"/>
                    <a:pt x="410" y="851"/>
                  </a:cubicBezTo>
                  <a:lnTo>
                    <a:pt x="5671" y="851"/>
                  </a:lnTo>
                  <a:cubicBezTo>
                    <a:pt x="5892" y="851"/>
                    <a:pt x="6049" y="662"/>
                    <a:pt x="6049" y="410"/>
                  </a:cubicBezTo>
                  <a:cubicBezTo>
                    <a:pt x="6049" y="189"/>
                    <a:pt x="5860" y="0"/>
                    <a:pt x="56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0" name="Google Shape;10930;p136"/>
            <p:cNvSpPr/>
            <p:nvPr/>
          </p:nvSpPr>
          <p:spPr>
            <a:xfrm>
              <a:off x="-61742375" y="2747625"/>
              <a:ext cx="233925" cy="22075"/>
            </a:xfrm>
            <a:custGeom>
              <a:rect b="b" l="l" r="r" t="t"/>
              <a:pathLst>
                <a:path extrusionOk="0" h="883" w="9357">
                  <a:moveTo>
                    <a:pt x="410" y="0"/>
                  </a:moveTo>
                  <a:cubicBezTo>
                    <a:pt x="158" y="0"/>
                    <a:pt x="0" y="221"/>
                    <a:pt x="0" y="441"/>
                  </a:cubicBezTo>
                  <a:cubicBezTo>
                    <a:pt x="0" y="693"/>
                    <a:pt x="221" y="882"/>
                    <a:pt x="410" y="882"/>
                  </a:cubicBezTo>
                  <a:lnTo>
                    <a:pt x="8948" y="882"/>
                  </a:lnTo>
                  <a:cubicBezTo>
                    <a:pt x="9200" y="882"/>
                    <a:pt x="9357" y="693"/>
                    <a:pt x="9357" y="441"/>
                  </a:cubicBezTo>
                  <a:cubicBezTo>
                    <a:pt x="9357" y="221"/>
                    <a:pt x="9137" y="0"/>
                    <a:pt x="894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31" name="Google Shape;10931;p136"/>
          <p:cNvGrpSpPr/>
          <p:nvPr/>
        </p:nvGrpSpPr>
        <p:grpSpPr>
          <a:xfrm>
            <a:off x="3508137" y="2741136"/>
            <a:ext cx="367165" cy="349294"/>
            <a:chOff x="-59889100" y="1945025"/>
            <a:chExt cx="317425" cy="301975"/>
          </a:xfrm>
        </p:grpSpPr>
        <p:sp>
          <p:nvSpPr>
            <p:cNvPr id="10932" name="Google Shape;10932;p136"/>
            <p:cNvSpPr/>
            <p:nvPr/>
          </p:nvSpPr>
          <p:spPr>
            <a:xfrm>
              <a:off x="-59845000" y="2074200"/>
              <a:ext cx="63025" cy="61450"/>
            </a:xfrm>
            <a:custGeom>
              <a:rect b="b" l="l" r="r" t="t"/>
              <a:pathLst>
                <a:path extrusionOk="0" h="2458" w="2521">
                  <a:moveTo>
                    <a:pt x="1702" y="788"/>
                  </a:moveTo>
                  <a:lnTo>
                    <a:pt x="1702" y="1639"/>
                  </a:lnTo>
                  <a:lnTo>
                    <a:pt x="883" y="1639"/>
                  </a:lnTo>
                  <a:lnTo>
                    <a:pt x="883" y="788"/>
                  </a:lnTo>
                  <a:close/>
                  <a:moveTo>
                    <a:pt x="442" y="0"/>
                  </a:moveTo>
                  <a:cubicBezTo>
                    <a:pt x="190" y="0"/>
                    <a:pt x="1" y="190"/>
                    <a:pt x="1" y="410"/>
                  </a:cubicBezTo>
                  <a:lnTo>
                    <a:pt x="1" y="2048"/>
                  </a:lnTo>
                  <a:cubicBezTo>
                    <a:pt x="1" y="2300"/>
                    <a:pt x="190" y="2458"/>
                    <a:pt x="442" y="2458"/>
                  </a:cubicBezTo>
                  <a:lnTo>
                    <a:pt x="2080" y="2458"/>
                  </a:lnTo>
                  <a:cubicBezTo>
                    <a:pt x="2332" y="2458"/>
                    <a:pt x="2521" y="2237"/>
                    <a:pt x="2521" y="2048"/>
                  </a:cubicBezTo>
                  <a:lnTo>
                    <a:pt x="2521" y="410"/>
                  </a:lnTo>
                  <a:cubicBezTo>
                    <a:pt x="2521" y="158"/>
                    <a:pt x="2332" y="0"/>
                    <a:pt x="208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3" name="Google Shape;10933;p136"/>
            <p:cNvSpPr/>
            <p:nvPr/>
          </p:nvSpPr>
          <p:spPr>
            <a:xfrm>
              <a:off x="-59761500" y="1990700"/>
              <a:ext cx="61450" cy="144950"/>
            </a:xfrm>
            <a:custGeom>
              <a:rect b="b" l="l" r="r" t="t"/>
              <a:pathLst>
                <a:path extrusionOk="0" h="5798" w="2458">
                  <a:moveTo>
                    <a:pt x="1670" y="820"/>
                  </a:moveTo>
                  <a:lnTo>
                    <a:pt x="1670" y="4979"/>
                  </a:lnTo>
                  <a:lnTo>
                    <a:pt x="851" y="4979"/>
                  </a:lnTo>
                  <a:lnTo>
                    <a:pt x="851" y="820"/>
                  </a:lnTo>
                  <a:close/>
                  <a:moveTo>
                    <a:pt x="410" y="1"/>
                  </a:moveTo>
                  <a:cubicBezTo>
                    <a:pt x="158" y="1"/>
                    <a:pt x="0" y="190"/>
                    <a:pt x="0" y="411"/>
                  </a:cubicBezTo>
                  <a:lnTo>
                    <a:pt x="0" y="5357"/>
                  </a:lnTo>
                  <a:cubicBezTo>
                    <a:pt x="0" y="5577"/>
                    <a:pt x="158" y="5798"/>
                    <a:pt x="410" y="5798"/>
                  </a:cubicBezTo>
                  <a:lnTo>
                    <a:pt x="2048" y="5798"/>
                  </a:lnTo>
                  <a:cubicBezTo>
                    <a:pt x="2300" y="5798"/>
                    <a:pt x="2458" y="5577"/>
                    <a:pt x="2458" y="5388"/>
                  </a:cubicBezTo>
                  <a:lnTo>
                    <a:pt x="2458" y="411"/>
                  </a:lnTo>
                  <a:cubicBezTo>
                    <a:pt x="2458" y="158"/>
                    <a:pt x="2269" y="1"/>
                    <a:pt x="20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4" name="Google Shape;10934;p136"/>
            <p:cNvSpPr/>
            <p:nvPr/>
          </p:nvSpPr>
          <p:spPr>
            <a:xfrm>
              <a:off x="-59678800" y="2053725"/>
              <a:ext cx="61450" cy="81925"/>
            </a:xfrm>
            <a:custGeom>
              <a:rect b="b" l="l" r="r" t="t"/>
              <a:pathLst>
                <a:path extrusionOk="0" h="3277" w="2458">
                  <a:moveTo>
                    <a:pt x="1670" y="788"/>
                  </a:moveTo>
                  <a:lnTo>
                    <a:pt x="1670" y="2458"/>
                  </a:lnTo>
                  <a:lnTo>
                    <a:pt x="851" y="2458"/>
                  </a:lnTo>
                  <a:lnTo>
                    <a:pt x="851" y="788"/>
                  </a:lnTo>
                  <a:close/>
                  <a:moveTo>
                    <a:pt x="410" y="0"/>
                  </a:moveTo>
                  <a:cubicBezTo>
                    <a:pt x="158" y="0"/>
                    <a:pt x="0" y="189"/>
                    <a:pt x="0" y="410"/>
                  </a:cubicBezTo>
                  <a:lnTo>
                    <a:pt x="0" y="2867"/>
                  </a:lnTo>
                  <a:cubicBezTo>
                    <a:pt x="0" y="3056"/>
                    <a:pt x="158" y="3277"/>
                    <a:pt x="410" y="3277"/>
                  </a:cubicBezTo>
                  <a:lnTo>
                    <a:pt x="2048" y="3277"/>
                  </a:lnTo>
                  <a:cubicBezTo>
                    <a:pt x="2300" y="3277"/>
                    <a:pt x="2458" y="3056"/>
                    <a:pt x="2458" y="2867"/>
                  </a:cubicBezTo>
                  <a:lnTo>
                    <a:pt x="2458" y="410"/>
                  </a:lnTo>
                  <a:cubicBezTo>
                    <a:pt x="2458" y="158"/>
                    <a:pt x="2269" y="0"/>
                    <a:pt x="204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5" name="Google Shape;10935;p136"/>
            <p:cNvSpPr/>
            <p:nvPr/>
          </p:nvSpPr>
          <p:spPr>
            <a:xfrm>
              <a:off x="-59889100" y="1945025"/>
              <a:ext cx="317425" cy="301975"/>
            </a:xfrm>
            <a:custGeom>
              <a:rect b="b" l="l" r="r" t="t"/>
              <a:pathLst>
                <a:path extrusionOk="0" h="12079" w="12697">
                  <a:moveTo>
                    <a:pt x="6333" y="851"/>
                  </a:moveTo>
                  <a:cubicBezTo>
                    <a:pt x="9357" y="851"/>
                    <a:pt x="11846" y="2931"/>
                    <a:pt x="11846" y="5546"/>
                  </a:cubicBezTo>
                  <a:cubicBezTo>
                    <a:pt x="11846" y="8129"/>
                    <a:pt x="9357" y="10208"/>
                    <a:pt x="6333" y="10208"/>
                  </a:cubicBezTo>
                  <a:cubicBezTo>
                    <a:pt x="5482" y="10208"/>
                    <a:pt x="4600" y="10019"/>
                    <a:pt x="3812" y="9704"/>
                  </a:cubicBezTo>
                  <a:cubicBezTo>
                    <a:pt x="3757" y="9682"/>
                    <a:pt x="3697" y="9671"/>
                    <a:pt x="3637" y="9671"/>
                  </a:cubicBezTo>
                  <a:cubicBezTo>
                    <a:pt x="3529" y="9671"/>
                    <a:pt x="3421" y="9706"/>
                    <a:pt x="3340" y="9767"/>
                  </a:cubicBezTo>
                  <a:lnTo>
                    <a:pt x="2489" y="10649"/>
                  </a:lnTo>
                  <a:lnTo>
                    <a:pt x="2489" y="9074"/>
                  </a:lnTo>
                  <a:cubicBezTo>
                    <a:pt x="2489" y="8948"/>
                    <a:pt x="2426" y="8822"/>
                    <a:pt x="2363" y="8759"/>
                  </a:cubicBezTo>
                  <a:cubicBezTo>
                    <a:pt x="1387" y="7877"/>
                    <a:pt x="819" y="6743"/>
                    <a:pt x="819" y="5514"/>
                  </a:cubicBezTo>
                  <a:cubicBezTo>
                    <a:pt x="819" y="2962"/>
                    <a:pt x="3308" y="851"/>
                    <a:pt x="6333" y="851"/>
                  </a:cubicBezTo>
                  <a:close/>
                  <a:moveTo>
                    <a:pt x="6333" y="1"/>
                  </a:moveTo>
                  <a:cubicBezTo>
                    <a:pt x="2836" y="1"/>
                    <a:pt x="0" y="2490"/>
                    <a:pt x="0" y="5514"/>
                  </a:cubicBezTo>
                  <a:cubicBezTo>
                    <a:pt x="0" y="6963"/>
                    <a:pt x="599" y="8255"/>
                    <a:pt x="1639" y="9263"/>
                  </a:cubicBezTo>
                  <a:lnTo>
                    <a:pt x="1639" y="11689"/>
                  </a:lnTo>
                  <a:cubicBezTo>
                    <a:pt x="1639" y="11918"/>
                    <a:pt x="1832" y="12079"/>
                    <a:pt x="2045" y="12079"/>
                  </a:cubicBezTo>
                  <a:cubicBezTo>
                    <a:pt x="2153" y="12079"/>
                    <a:pt x="2267" y="12037"/>
                    <a:pt x="2363" y="11941"/>
                  </a:cubicBezTo>
                  <a:lnTo>
                    <a:pt x="3749" y="10555"/>
                  </a:lnTo>
                  <a:cubicBezTo>
                    <a:pt x="4569" y="10901"/>
                    <a:pt x="5419" y="11027"/>
                    <a:pt x="6333" y="11027"/>
                  </a:cubicBezTo>
                  <a:cubicBezTo>
                    <a:pt x="9830" y="11027"/>
                    <a:pt x="12697" y="8570"/>
                    <a:pt x="12697" y="5514"/>
                  </a:cubicBezTo>
                  <a:cubicBezTo>
                    <a:pt x="12697" y="2490"/>
                    <a:pt x="9861" y="1"/>
                    <a:pt x="633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36" name="Google Shape;10936;p136"/>
          <p:cNvGrpSpPr/>
          <p:nvPr/>
        </p:nvGrpSpPr>
        <p:grpSpPr>
          <a:xfrm>
            <a:off x="3040249" y="3168589"/>
            <a:ext cx="366648" cy="366420"/>
            <a:chOff x="6479471" y="2079003"/>
            <a:chExt cx="348923" cy="348706"/>
          </a:xfrm>
        </p:grpSpPr>
        <p:sp>
          <p:nvSpPr>
            <p:cNvPr id="10937" name="Google Shape;10937;p136"/>
            <p:cNvSpPr/>
            <p:nvPr/>
          </p:nvSpPr>
          <p:spPr>
            <a:xfrm>
              <a:off x="6479471" y="2200291"/>
              <a:ext cx="38170" cy="22566"/>
            </a:xfrm>
            <a:custGeom>
              <a:rect b="b" l="l" r="r" t="t"/>
              <a:pathLst>
                <a:path extrusionOk="0" h="820" w="1387">
                  <a:moveTo>
                    <a:pt x="379" y="0"/>
                  </a:moveTo>
                  <a:cubicBezTo>
                    <a:pt x="158" y="0"/>
                    <a:pt x="1" y="189"/>
                    <a:pt x="1" y="378"/>
                  </a:cubicBezTo>
                  <a:cubicBezTo>
                    <a:pt x="1" y="630"/>
                    <a:pt x="190" y="819"/>
                    <a:pt x="379" y="819"/>
                  </a:cubicBezTo>
                  <a:lnTo>
                    <a:pt x="946" y="819"/>
                  </a:lnTo>
                  <a:cubicBezTo>
                    <a:pt x="1166" y="819"/>
                    <a:pt x="1387" y="630"/>
                    <a:pt x="1387" y="378"/>
                  </a:cubicBezTo>
                  <a:cubicBezTo>
                    <a:pt x="1387" y="189"/>
                    <a:pt x="1166" y="0"/>
                    <a:pt x="94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38" name="Google Shape;10938;p136"/>
            <p:cNvGrpSpPr/>
            <p:nvPr/>
          </p:nvGrpSpPr>
          <p:grpSpPr>
            <a:xfrm>
              <a:off x="6520582" y="2079003"/>
              <a:ext cx="307811" cy="348706"/>
              <a:chOff x="-60218325" y="2304850"/>
              <a:chExt cx="279625" cy="316775"/>
            </a:xfrm>
          </p:grpSpPr>
          <p:sp>
            <p:nvSpPr>
              <p:cNvPr id="10939" name="Google Shape;10939;p136"/>
              <p:cNvSpPr/>
              <p:nvPr/>
            </p:nvSpPr>
            <p:spPr>
              <a:xfrm>
                <a:off x="-60218325" y="2304850"/>
                <a:ext cx="235525" cy="316775"/>
              </a:xfrm>
              <a:custGeom>
                <a:rect b="b" l="l" r="r" t="t"/>
                <a:pathLst>
                  <a:path extrusionOk="0" h="12671" w="9421">
                    <a:moveTo>
                      <a:pt x="4884" y="825"/>
                    </a:moveTo>
                    <a:cubicBezTo>
                      <a:pt x="6994" y="825"/>
                      <a:pt x="8633" y="2463"/>
                      <a:pt x="8633" y="4542"/>
                    </a:cubicBezTo>
                    <a:cubicBezTo>
                      <a:pt x="8570" y="6023"/>
                      <a:pt x="7688" y="7378"/>
                      <a:pt x="6364" y="7945"/>
                    </a:cubicBezTo>
                    <a:cubicBezTo>
                      <a:pt x="6207" y="8039"/>
                      <a:pt x="6112" y="8165"/>
                      <a:pt x="6112" y="8354"/>
                    </a:cubicBezTo>
                    <a:lnTo>
                      <a:pt x="6112" y="8543"/>
                    </a:lnTo>
                    <a:lnTo>
                      <a:pt x="3623" y="8543"/>
                    </a:lnTo>
                    <a:lnTo>
                      <a:pt x="3623" y="8354"/>
                    </a:lnTo>
                    <a:cubicBezTo>
                      <a:pt x="3623" y="8197"/>
                      <a:pt x="3560" y="8039"/>
                      <a:pt x="3403" y="7945"/>
                    </a:cubicBezTo>
                    <a:cubicBezTo>
                      <a:pt x="1828" y="7251"/>
                      <a:pt x="914" y="5582"/>
                      <a:pt x="1229" y="3880"/>
                    </a:cubicBezTo>
                    <a:cubicBezTo>
                      <a:pt x="1481" y="2431"/>
                      <a:pt x="2647" y="1203"/>
                      <a:pt x="4096" y="888"/>
                    </a:cubicBezTo>
                    <a:cubicBezTo>
                      <a:pt x="4379" y="856"/>
                      <a:pt x="4663" y="825"/>
                      <a:pt x="4884" y="825"/>
                    </a:cubicBezTo>
                    <a:close/>
                    <a:moveTo>
                      <a:pt x="6081" y="9362"/>
                    </a:moveTo>
                    <a:lnTo>
                      <a:pt x="6081" y="10213"/>
                    </a:lnTo>
                    <a:lnTo>
                      <a:pt x="3592" y="10213"/>
                    </a:lnTo>
                    <a:lnTo>
                      <a:pt x="3592" y="9362"/>
                    </a:lnTo>
                    <a:close/>
                    <a:moveTo>
                      <a:pt x="5986" y="11032"/>
                    </a:moveTo>
                    <a:cubicBezTo>
                      <a:pt x="5829" y="11505"/>
                      <a:pt x="5419" y="11851"/>
                      <a:pt x="4852" y="11851"/>
                    </a:cubicBezTo>
                    <a:cubicBezTo>
                      <a:pt x="4316" y="11851"/>
                      <a:pt x="3875" y="11505"/>
                      <a:pt x="3686" y="11032"/>
                    </a:cubicBezTo>
                    <a:close/>
                    <a:moveTo>
                      <a:pt x="4842" y="0"/>
                    </a:moveTo>
                    <a:cubicBezTo>
                      <a:pt x="4526" y="0"/>
                      <a:pt x="4202" y="32"/>
                      <a:pt x="3875" y="100"/>
                    </a:cubicBezTo>
                    <a:cubicBezTo>
                      <a:pt x="2111" y="509"/>
                      <a:pt x="693" y="1959"/>
                      <a:pt x="378" y="3723"/>
                    </a:cubicBezTo>
                    <a:cubicBezTo>
                      <a:pt x="0" y="5834"/>
                      <a:pt x="1071" y="7724"/>
                      <a:pt x="2773" y="8575"/>
                    </a:cubicBezTo>
                    <a:lnTo>
                      <a:pt x="2773" y="10591"/>
                    </a:lnTo>
                    <a:cubicBezTo>
                      <a:pt x="2773" y="11725"/>
                      <a:pt x="3718" y="12670"/>
                      <a:pt x="4852" y="12670"/>
                    </a:cubicBezTo>
                    <a:cubicBezTo>
                      <a:pt x="5986" y="12670"/>
                      <a:pt x="6963" y="11725"/>
                      <a:pt x="6963" y="10591"/>
                    </a:cubicBezTo>
                    <a:lnTo>
                      <a:pt x="6963" y="8575"/>
                    </a:lnTo>
                    <a:cubicBezTo>
                      <a:pt x="8444" y="7787"/>
                      <a:pt x="9420" y="6243"/>
                      <a:pt x="9420" y="4511"/>
                    </a:cubicBezTo>
                    <a:cubicBezTo>
                      <a:pt x="9392" y="1995"/>
                      <a:pt x="7331" y="0"/>
                      <a:pt x="484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0" name="Google Shape;10940;p136"/>
              <p:cNvSpPr/>
              <p:nvPr/>
            </p:nvSpPr>
            <p:spPr>
              <a:xfrm>
                <a:off x="-60127750" y="2347500"/>
                <a:ext cx="62250" cy="145750"/>
              </a:xfrm>
              <a:custGeom>
                <a:rect b="b" l="l" r="r" t="t"/>
                <a:pathLst>
                  <a:path extrusionOk="0" h="5830" w="2490">
                    <a:moveTo>
                      <a:pt x="1229" y="1"/>
                    </a:moveTo>
                    <a:cubicBezTo>
                      <a:pt x="1009" y="1"/>
                      <a:pt x="851" y="190"/>
                      <a:pt x="851" y="379"/>
                    </a:cubicBezTo>
                    <a:lnTo>
                      <a:pt x="851" y="662"/>
                    </a:lnTo>
                    <a:cubicBezTo>
                      <a:pt x="378" y="820"/>
                      <a:pt x="0" y="1292"/>
                      <a:pt x="0" y="1828"/>
                    </a:cubicBezTo>
                    <a:cubicBezTo>
                      <a:pt x="0" y="2521"/>
                      <a:pt x="567" y="2899"/>
                      <a:pt x="1009" y="3214"/>
                    </a:cubicBezTo>
                    <a:cubicBezTo>
                      <a:pt x="1324" y="3466"/>
                      <a:pt x="1670" y="3687"/>
                      <a:pt x="1670" y="3939"/>
                    </a:cubicBezTo>
                    <a:cubicBezTo>
                      <a:pt x="1670" y="4159"/>
                      <a:pt x="1481" y="4348"/>
                      <a:pt x="1229" y="4348"/>
                    </a:cubicBezTo>
                    <a:cubicBezTo>
                      <a:pt x="1009" y="4348"/>
                      <a:pt x="851" y="4159"/>
                      <a:pt x="851" y="3939"/>
                    </a:cubicBezTo>
                    <a:cubicBezTo>
                      <a:pt x="851" y="3687"/>
                      <a:pt x="630" y="3498"/>
                      <a:pt x="441" y="3498"/>
                    </a:cubicBezTo>
                    <a:cubicBezTo>
                      <a:pt x="221" y="3498"/>
                      <a:pt x="0" y="3687"/>
                      <a:pt x="0" y="3939"/>
                    </a:cubicBezTo>
                    <a:cubicBezTo>
                      <a:pt x="0" y="4474"/>
                      <a:pt x="378" y="4915"/>
                      <a:pt x="851" y="5104"/>
                    </a:cubicBezTo>
                    <a:lnTo>
                      <a:pt x="851" y="5388"/>
                    </a:lnTo>
                    <a:cubicBezTo>
                      <a:pt x="851" y="5608"/>
                      <a:pt x="1040" y="5829"/>
                      <a:pt x="1229" y="5829"/>
                    </a:cubicBezTo>
                    <a:cubicBezTo>
                      <a:pt x="1481" y="5829"/>
                      <a:pt x="1670" y="5608"/>
                      <a:pt x="1670" y="5388"/>
                    </a:cubicBezTo>
                    <a:lnTo>
                      <a:pt x="1670" y="5104"/>
                    </a:lnTo>
                    <a:cubicBezTo>
                      <a:pt x="2143" y="4947"/>
                      <a:pt x="2489" y="4474"/>
                      <a:pt x="2489" y="3939"/>
                    </a:cubicBezTo>
                    <a:cubicBezTo>
                      <a:pt x="2489" y="3246"/>
                      <a:pt x="1954" y="2868"/>
                      <a:pt x="1513" y="2553"/>
                    </a:cubicBezTo>
                    <a:cubicBezTo>
                      <a:pt x="1198" y="2300"/>
                      <a:pt x="851" y="2080"/>
                      <a:pt x="851" y="1828"/>
                    </a:cubicBezTo>
                    <a:cubicBezTo>
                      <a:pt x="788" y="1607"/>
                      <a:pt x="1009" y="1418"/>
                      <a:pt x="1229" y="1418"/>
                    </a:cubicBezTo>
                    <a:cubicBezTo>
                      <a:pt x="1481" y="1418"/>
                      <a:pt x="1670" y="1607"/>
                      <a:pt x="1670" y="1828"/>
                    </a:cubicBezTo>
                    <a:cubicBezTo>
                      <a:pt x="1670" y="2080"/>
                      <a:pt x="1859" y="2269"/>
                      <a:pt x="2048" y="2269"/>
                    </a:cubicBezTo>
                    <a:cubicBezTo>
                      <a:pt x="2300" y="2269"/>
                      <a:pt x="2489" y="2080"/>
                      <a:pt x="2489" y="1828"/>
                    </a:cubicBezTo>
                    <a:cubicBezTo>
                      <a:pt x="2489" y="1292"/>
                      <a:pt x="2143" y="851"/>
                      <a:pt x="1670" y="662"/>
                    </a:cubicBezTo>
                    <a:lnTo>
                      <a:pt x="1670" y="379"/>
                    </a:lnTo>
                    <a:cubicBezTo>
                      <a:pt x="1670" y="158"/>
                      <a:pt x="1481" y="1"/>
                      <a:pt x="122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1" name="Google Shape;10941;p136"/>
              <p:cNvSpPr/>
              <p:nvPr/>
            </p:nvSpPr>
            <p:spPr>
              <a:xfrm>
                <a:off x="-60212825" y="2510750"/>
                <a:ext cx="32325" cy="30325"/>
              </a:xfrm>
              <a:custGeom>
                <a:rect b="b" l="l" r="r" t="t"/>
                <a:pathLst>
                  <a:path extrusionOk="0" h="1213" w="1293">
                    <a:moveTo>
                      <a:pt x="836" y="0"/>
                    </a:moveTo>
                    <a:cubicBezTo>
                      <a:pt x="725" y="0"/>
                      <a:pt x="615" y="39"/>
                      <a:pt x="536" y="118"/>
                    </a:cubicBezTo>
                    <a:lnTo>
                      <a:pt x="158" y="496"/>
                    </a:lnTo>
                    <a:cubicBezTo>
                      <a:pt x="1" y="654"/>
                      <a:pt x="1" y="906"/>
                      <a:pt x="158" y="1095"/>
                    </a:cubicBezTo>
                    <a:cubicBezTo>
                      <a:pt x="237" y="1174"/>
                      <a:pt x="340" y="1213"/>
                      <a:pt x="442" y="1213"/>
                    </a:cubicBezTo>
                    <a:cubicBezTo>
                      <a:pt x="544" y="1213"/>
                      <a:pt x="647" y="1174"/>
                      <a:pt x="725" y="1095"/>
                    </a:cubicBezTo>
                    <a:lnTo>
                      <a:pt x="1135" y="717"/>
                    </a:lnTo>
                    <a:cubicBezTo>
                      <a:pt x="1293" y="559"/>
                      <a:pt x="1293" y="276"/>
                      <a:pt x="1135" y="118"/>
                    </a:cubicBezTo>
                    <a:cubicBezTo>
                      <a:pt x="1056" y="39"/>
                      <a:pt x="946" y="0"/>
                      <a:pt x="83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2" name="Google Shape;10942;p136"/>
              <p:cNvSpPr/>
              <p:nvPr/>
            </p:nvSpPr>
            <p:spPr>
              <a:xfrm>
                <a:off x="-60012750" y="2310675"/>
                <a:ext cx="32300" cy="30350"/>
              </a:xfrm>
              <a:custGeom>
                <a:rect b="b" l="l" r="r" t="t"/>
                <a:pathLst>
                  <a:path extrusionOk="0" h="1214" w="1292">
                    <a:moveTo>
                      <a:pt x="835" y="1"/>
                    </a:moveTo>
                    <a:cubicBezTo>
                      <a:pt x="725" y="1"/>
                      <a:pt x="614" y="40"/>
                      <a:pt x="536" y="119"/>
                    </a:cubicBezTo>
                    <a:lnTo>
                      <a:pt x="126" y="528"/>
                    </a:lnTo>
                    <a:cubicBezTo>
                      <a:pt x="0" y="686"/>
                      <a:pt x="0" y="938"/>
                      <a:pt x="126" y="1096"/>
                    </a:cubicBezTo>
                    <a:cubicBezTo>
                      <a:pt x="205" y="1174"/>
                      <a:pt x="315" y="1214"/>
                      <a:pt x="425" y="1214"/>
                    </a:cubicBezTo>
                    <a:cubicBezTo>
                      <a:pt x="536" y="1214"/>
                      <a:pt x="646" y="1174"/>
                      <a:pt x="725" y="1096"/>
                    </a:cubicBezTo>
                    <a:lnTo>
                      <a:pt x="1134" y="718"/>
                    </a:lnTo>
                    <a:cubicBezTo>
                      <a:pt x="1292" y="560"/>
                      <a:pt x="1292" y="276"/>
                      <a:pt x="1134" y="119"/>
                    </a:cubicBezTo>
                    <a:cubicBezTo>
                      <a:pt x="1056" y="40"/>
                      <a:pt x="945" y="1"/>
                      <a:pt x="83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3" name="Google Shape;10943;p136"/>
              <p:cNvSpPr/>
              <p:nvPr/>
            </p:nvSpPr>
            <p:spPr>
              <a:xfrm>
                <a:off x="-60012750" y="2510750"/>
                <a:ext cx="32300" cy="30325"/>
              </a:xfrm>
              <a:custGeom>
                <a:rect b="b" l="l" r="r" t="t"/>
                <a:pathLst>
                  <a:path extrusionOk="0" h="1213" w="1292">
                    <a:moveTo>
                      <a:pt x="425" y="0"/>
                    </a:moveTo>
                    <a:cubicBezTo>
                      <a:pt x="315" y="0"/>
                      <a:pt x="205" y="39"/>
                      <a:pt x="126" y="118"/>
                    </a:cubicBezTo>
                    <a:cubicBezTo>
                      <a:pt x="0" y="276"/>
                      <a:pt x="0" y="559"/>
                      <a:pt x="126" y="717"/>
                    </a:cubicBezTo>
                    <a:lnTo>
                      <a:pt x="536" y="1095"/>
                    </a:lnTo>
                    <a:cubicBezTo>
                      <a:pt x="614" y="1174"/>
                      <a:pt x="725" y="1213"/>
                      <a:pt x="835" y="1213"/>
                    </a:cubicBezTo>
                    <a:cubicBezTo>
                      <a:pt x="945" y="1213"/>
                      <a:pt x="1056" y="1174"/>
                      <a:pt x="1134" y="1095"/>
                    </a:cubicBezTo>
                    <a:cubicBezTo>
                      <a:pt x="1292" y="937"/>
                      <a:pt x="1292" y="654"/>
                      <a:pt x="1134" y="496"/>
                    </a:cubicBezTo>
                    <a:lnTo>
                      <a:pt x="725" y="118"/>
                    </a:lnTo>
                    <a:cubicBezTo>
                      <a:pt x="646" y="39"/>
                      <a:pt x="536" y="0"/>
                      <a:pt x="42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4" name="Google Shape;10944;p136"/>
              <p:cNvSpPr/>
              <p:nvPr/>
            </p:nvSpPr>
            <p:spPr>
              <a:xfrm>
                <a:off x="-60212825" y="2310675"/>
                <a:ext cx="32325" cy="30350"/>
              </a:xfrm>
              <a:custGeom>
                <a:rect b="b" l="l" r="r" t="t"/>
                <a:pathLst>
                  <a:path extrusionOk="0" h="1214" w="1293">
                    <a:moveTo>
                      <a:pt x="442" y="1"/>
                    </a:moveTo>
                    <a:cubicBezTo>
                      <a:pt x="340" y="1"/>
                      <a:pt x="237" y="40"/>
                      <a:pt x="158" y="119"/>
                    </a:cubicBezTo>
                    <a:cubicBezTo>
                      <a:pt x="1" y="276"/>
                      <a:pt x="1" y="560"/>
                      <a:pt x="158" y="718"/>
                    </a:cubicBezTo>
                    <a:lnTo>
                      <a:pt x="536" y="1096"/>
                    </a:lnTo>
                    <a:cubicBezTo>
                      <a:pt x="615" y="1174"/>
                      <a:pt x="725" y="1214"/>
                      <a:pt x="836" y="1214"/>
                    </a:cubicBezTo>
                    <a:cubicBezTo>
                      <a:pt x="946" y="1214"/>
                      <a:pt x="1056" y="1174"/>
                      <a:pt x="1135" y="1096"/>
                    </a:cubicBezTo>
                    <a:cubicBezTo>
                      <a:pt x="1293" y="938"/>
                      <a:pt x="1293" y="686"/>
                      <a:pt x="1135" y="528"/>
                    </a:cubicBezTo>
                    <a:lnTo>
                      <a:pt x="725" y="119"/>
                    </a:lnTo>
                    <a:cubicBezTo>
                      <a:pt x="647" y="40"/>
                      <a:pt x="544" y="1"/>
                      <a:pt x="44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5" name="Google Shape;10945;p136"/>
              <p:cNvSpPr/>
              <p:nvPr/>
            </p:nvSpPr>
            <p:spPr>
              <a:xfrm>
                <a:off x="-59974175" y="2415250"/>
                <a:ext cx="35475" cy="20500"/>
              </a:xfrm>
              <a:custGeom>
                <a:rect b="b" l="l" r="r" t="t"/>
                <a:pathLst>
                  <a:path extrusionOk="0" h="820" w="1419">
                    <a:moveTo>
                      <a:pt x="442" y="0"/>
                    </a:moveTo>
                    <a:cubicBezTo>
                      <a:pt x="221" y="0"/>
                      <a:pt x="1" y="189"/>
                      <a:pt x="1" y="378"/>
                    </a:cubicBezTo>
                    <a:cubicBezTo>
                      <a:pt x="1" y="630"/>
                      <a:pt x="221" y="819"/>
                      <a:pt x="442" y="819"/>
                    </a:cubicBezTo>
                    <a:lnTo>
                      <a:pt x="1009" y="819"/>
                    </a:lnTo>
                    <a:cubicBezTo>
                      <a:pt x="1230" y="819"/>
                      <a:pt x="1387" y="630"/>
                      <a:pt x="1387" y="378"/>
                    </a:cubicBezTo>
                    <a:cubicBezTo>
                      <a:pt x="1419" y="189"/>
                      <a:pt x="1230" y="0"/>
                      <a:pt x="100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0946" name="Google Shape;10946;p136"/>
          <p:cNvSpPr/>
          <p:nvPr/>
        </p:nvSpPr>
        <p:spPr>
          <a:xfrm>
            <a:off x="3501697" y="3208296"/>
            <a:ext cx="368091" cy="287006"/>
          </a:xfrm>
          <a:custGeom>
            <a:rect b="b" l="l" r="r" t="t"/>
            <a:pathLst>
              <a:path extrusionOk="0" h="9925" w="12729">
                <a:moveTo>
                  <a:pt x="925" y="3644"/>
                </a:moveTo>
                <a:cubicBezTo>
                  <a:pt x="944" y="3644"/>
                  <a:pt x="963" y="3648"/>
                  <a:pt x="978" y="3655"/>
                </a:cubicBezTo>
                <a:lnTo>
                  <a:pt x="1608" y="3970"/>
                </a:lnTo>
                <a:lnTo>
                  <a:pt x="1608" y="5923"/>
                </a:lnTo>
                <a:lnTo>
                  <a:pt x="978" y="6239"/>
                </a:lnTo>
                <a:cubicBezTo>
                  <a:pt x="963" y="6253"/>
                  <a:pt x="945" y="6259"/>
                  <a:pt x="926" y="6259"/>
                </a:cubicBezTo>
                <a:cubicBezTo>
                  <a:pt x="863" y="6259"/>
                  <a:pt x="788" y="6192"/>
                  <a:pt x="788" y="6144"/>
                </a:cubicBezTo>
                <a:lnTo>
                  <a:pt x="788" y="3781"/>
                </a:lnTo>
                <a:cubicBezTo>
                  <a:pt x="788" y="3685"/>
                  <a:pt x="862" y="3644"/>
                  <a:pt x="925" y="3644"/>
                </a:cubicBezTo>
                <a:close/>
                <a:moveTo>
                  <a:pt x="10177" y="1796"/>
                </a:moveTo>
                <a:lnTo>
                  <a:pt x="10177" y="8129"/>
                </a:lnTo>
                <a:lnTo>
                  <a:pt x="2458" y="5892"/>
                </a:lnTo>
                <a:lnTo>
                  <a:pt x="2458" y="4033"/>
                </a:lnTo>
                <a:lnTo>
                  <a:pt x="10177" y="1796"/>
                </a:lnTo>
                <a:close/>
                <a:moveTo>
                  <a:pt x="4128" y="7247"/>
                </a:moveTo>
                <a:lnTo>
                  <a:pt x="6963" y="8066"/>
                </a:lnTo>
                <a:cubicBezTo>
                  <a:pt x="6648" y="8507"/>
                  <a:pt x="6176" y="8822"/>
                  <a:pt x="5640" y="8822"/>
                </a:cubicBezTo>
                <a:cubicBezTo>
                  <a:pt x="4758" y="8822"/>
                  <a:pt x="4097" y="8097"/>
                  <a:pt x="4128" y="7247"/>
                </a:cubicBezTo>
                <a:close/>
                <a:moveTo>
                  <a:pt x="11374" y="820"/>
                </a:moveTo>
                <a:cubicBezTo>
                  <a:pt x="11626" y="820"/>
                  <a:pt x="11815" y="1009"/>
                  <a:pt x="11815" y="1261"/>
                </a:cubicBezTo>
                <a:lnTo>
                  <a:pt x="11815" y="8696"/>
                </a:lnTo>
                <a:cubicBezTo>
                  <a:pt x="11815" y="8916"/>
                  <a:pt x="11626" y="9137"/>
                  <a:pt x="11374" y="9137"/>
                </a:cubicBezTo>
                <a:cubicBezTo>
                  <a:pt x="11154" y="9137"/>
                  <a:pt x="10996" y="8916"/>
                  <a:pt x="10996" y="8696"/>
                </a:cubicBezTo>
                <a:lnTo>
                  <a:pt x="10996" y="1261"/>
                </a:lnTo>
                <a:cubicBezTo>
                  <a:pt x="10996" y="1009"/>
                  <a:pt x="11185" y="820"/>
                  <a:pt x="11374" y="820"/>
                </a:cubicBezTo>
                <a:close/>
                <a:moveTo>
                  <a:pt x="11437" y="1"/>
                </a:moveTo>
                <a:cubicBezTo>
                  <a:pt x="10839"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4"/>
                  <a:pt x="983" y="7094"/>
                </a:cubicBezTo>
                <a:cubicBezTo>
                  <a:pt x="1127" y="7094"/>
                  <a:pt x="1275" y="7063"/>
                  <a:pt x="1419" y="6995"/>
                </a:cubicBezTo>
                <a:lnTo>
                  <a:pt x="2143" y="6648"/>
                </a:lnTo>
                <a:lnTo>
                  <a:pt x="3340" y="6995"/>
                </a:lnTo>
                <a:cubicBezTo>
                  <a:pt x="3151" y="8412"/>
                  <a:pt x="4254" y="9641"/>
                  <a:pt x="5672" y="9641"/>
                </a:cubicBezTo>
                <a:cubicBezTo>
                  <a:pt x="6585" y="9641"/>
                  <a:pt x="7405" y="9074"/>
                  <a:pt x="7814" y="8286"/>
                </a:cubicBezTo>
                <a:lnTo>
                  <a:pt x="10271" y="9011"/>
                </a:lnTo>
                <a:cubicBezTo>
                  <a:pt x="10429" y="9515"/>
                  <a:pt x="10902" y="9925"/>
                  <a:pt x="11469" y="9925"/>
                </a:cubicBezTo>
                <a:cubicBezTo>
                  <a:pt x="12130" y="9925"/>
                  <a:pt x="12729" y="9358"/>
                  <a:pt x="12729" y="8664"/>
                </a:cubicBezTo>
                <a:lnTo>
                  <a:pt x="12729" y="1198"/>
                </a:lnTo>
                <a:cubicBezTo>
                  <a:pt x="12634" y="536"/>
                  <a:pt x="12099" y="1"/>
                  <a:pt x="1143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47" name="Google Shape;10947;p136"/>
          <p:cNvGrpSpPr/>
          <p:nvPr/>
        </p:nvGrpSpPr>
        <p:grpSpPr>
          <a:xfrm>
            <a:off x="3507226" y="3611671"/>
            <a:ext cx="368987" cy="365459"/>
            <a:chOff x="-59889100" y="2671925"/>
            <a:chExt cx="319000" cy="315950"/>
          </a:xfrm>
        </p:grpSpPr>
        <p:sp>
          <p:nvSpPr>
            <p:cNvPr id="10948" name="Google Shape;10948;p136"/>
            <p:cNvSpPr/>
            <p:nvPr/>
          </p:nvSpPr>
          <p:spPr>
            <a:xfrm>
              <a:off x="-59889100" y="2672000"/>
              <a:ext cx="149675" cy="256025"/>
            </a:xfrm>
            <a:custGeom>
              <a:rect b="b" l="l" r="r" t="t"/>
              <a:pathLst>
                <a:path extrusionOk="0" h="10241" w="5987">
                  <a:moveTo>
                    <a:pt x="5073" y="946"/>
                  </a:moveTo>
                  <a:lnTo>
                    <a:pt x="5073" y="2647"/>
                  </a:lnTo>
                  <a:lnTo>
                    <a:pt x="5104" y="2647"/>
                  </a:lnTo>
                  <a:cubicBezTo>
                    <a:pt x="3623" y="3151"/>
                    <a:pt x="2489" y="4569"/>
                    <a:pt x="2489" y="6302"/>
                  </a:cubicBezTo>
                  <a:cubicBezTo>
                    <a:pt x="2489" y="6900"/>
                    <a:pt x="2647" y="7499"/>
                    <a:pt x="2867" y="8034"/>
                  </a:cubicBezTo>
                  <a:lnTo>
                    <a:pt x="1639" y="9263"/>
                  </a:lnTo>
                  <a:cubicBezTo>
                    <a:pt x="1103" y="8381"/>
                    <a:pt x="788" y="7373"/>
                    <a:pt x="788" y="6302"/>
                  </a:cubicBezTo>
                  <a:cubicBezTo>
                    <a:pt x="788" y="3750"/>
                    <a:pt x="2584" y="1513"/>
                    <a:pt x="5073" y="946"/>
                  </a:cubicBezTo>
                  <a:close/>
                  <a:moveTo>
                    <a:pt x="5482" y="1"/>
                  </a:moveTo>
                  <a:cubicBezTo>
                    <a:pt x="2395" y="442"/>
                    <a:pt x="0" y="3088"/>
                    <a:pt x="0" y="6270"/>
                  </a:cubicBezTo>
                  <a:cubicBezTo>
                    <a:pt x="0" y="7688"/>
                    <a:pt x="441" y="8979"/>
                    <a:pt x="1292" y="10082"/>
                  </a:cubicBezTo>
                  <a:cubicBezTo>
                    <a:pt x="1377" y="10184"/>
                    <a:pt x="1500" y="10241"/>
                    <a:pt x="1624" y="10241"/>
                  </a:cubicBezTo>
                  <a:cubicBezTo>
                    <a:pt x="1729" y="10241"/>
                    <a:pt x="1835" y="10200"/>
                    <a:pt x="1922" y="10114"/>
                  </a:cubicBezTo>
                  <a:lnTo>
                    <a:pt x="3718" y="8349"/>
                  </a:lnTo>
                  <a:cubicBezTo>
                    <a:pt x="3812" y="8223"/>
                    <a:pt x="3844" y="8003"/>
                    <a:pt x="3781" y="7845"/>
                  </a:cubicBezTo>
                  <a:cubicBezTo>
                    <a:pt x="3497" y="7373"/>
                    <a:pt x="3340" y="6806"/>
                    <a:pt x="3340" y="6270"/>
                  </a:cubicBezTo>
                  <a:cubicBezTo>
                    <a:pt x="3340" y="4884"/>
                    <a:pt x="4285" y="3655"/>
                    <a:pt x="5671" y="3309"/>
                  </a:cubicBezTo>
                  <a:cubicBezTo>
                    <a:pt x="5860" y="3277"/>
                    <a:pt x="5986" y="3120"/>
                    <a:pt x="5986" y="2899"/>
                  </a:cubicBezTo>
                  <a:lnTo>
                    <a:pt x="5986" y="379"/>
                  </a:lnTo>
                  <a:cubicBezTo>
                    <a:pt x="5955" y="190"/>
                    <a:pt x="5703" y="1"/>
                    <a:pt x="548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9" name="Google Shape;10949;p136"/>
            <p:cNvSpPr/>
            <p:nvPr/>
          </p:nvSpPr>
          <p:spPr>
            <a:xfrm>
              <a:off x="-59830825" y="2892525"/>
              <a:ext cx="201650" cy="95350"/>
            </a:xfrm>
            <a:custGeom>
              <a:rect b="b" l="l" r="r" t="t"/>
              <a:pathLst>
                <a:path extrusionOk="0" h="3814" w="8066">
                  <a:moveTo>
                    <a:pt x="5735" y="946"/>
                  </a:moveTo>
                  <a:lnTo>
                    <a:pt x="6963" y="2175"/>
                  </a:lnTo>
                  <a:cubicBezTo>
                    <a:pt x="6113" y="2710"/>
                    <a:pt x="5073" y="2994"/>
                    <a:pt x="4065" y="2994"/>
                  </a:cubicBezTo>
                  <a:cubicBezTo>
                    <a:pt x="3025" y="2994"/>
                    <a:pt x="2017" y="2710"/>
                    <a:pt x="1135" y="2175"/>
                  </a:cubicBezTo>
                  <a:lnTo>
                    <a:pt x="2364" y="946"/>
                  </a:lnTo>
                  <a:cubicBezTo>
                    <a:pt x="2868" y="1198"/>
                    <a:pt x="3466" y="1356"/>
                    <a:pt x="4065" y="1356"/>
                  </a:cubicBezTo>
                  <a:cubicBezTo>
                    <a:pt x="4600" y="1356"/>
                    <a:pt x="5199" y="1198"/>
                    <a:pt x="5735" y="946"/>
                  </a:cubicBezTo>
                  <a:close/>
                  <a:moveTo>
                    <a:pt x="5758" y="1"/>
                  </a:moveTo>
                  <a:cubicBezTo>
                    <a:pt x="5693" y="1"/>
                    <a:pt x="5630" y="11"/>
                    <a:pt x="5577" y="32"/>
                  </a:cubicBezTo>
                  <a:cubicBezTo>
                    <a:pt x="5105" y="316"/>
                    <a:pt x="4569" y="474"/>
                    <a:pt x="4002" y="474"/>
                  </a:cubicBezTo>
                  <a:cubicBezTo>
                    <a:pt x="3956" y="476"/>
                    <a:pt x="3911" y="478"/>
                    <a:pt x="3865" y="478"/>
                  </a:cubicBezTo>
                  <a:cubicBezTo>
                    <a:pt x="3376" y="478"/>
                    <a:pt x="2890" y="326"/>
                    <a:pt x="2458" y="95"/>
                  </a:cubicBezTo>
                  <a:cubicBezTo>
                    <a:pt x="2389" y="54"/>
                    <a:pt x="2315" y="31"/>
                    <a:pt x="2239" y="31"/>
                  </a:cubicBezTo>
                  <a:cubicBezTo>
                    <a:pt x="2142" y="31"/>
                    <a:pt x="2043" y="70"/>
                    <a:pt x="1954" y="158"/>
                  </a:cubicBezTo>
                  <a:lnTo>
                    <a:pt x="190" y="1923"/>
                  </a:lnTo>
                  <a:cubicBezTo>
                    <a:pt x="1" y="2143"/>
                    <a:pt x="32" y="2395"/>
                    <a:pt x="221" y="2553"/>
                  </a:cubicBezTo>
                  <a:cubicBezTo>
                    <a:pt x="1324" y="3403"/>
                    <a:pt x="2616" y="3813"/>
                    <a:pt x="4002" y="3813"/>
                  </a:cubicBezTo>
                  <a:cubicBezTo>
                    <a:pt x="5388" y="3813"/>
                    <a:pt x="6711" y="3403"/>
                    <a:pt x="7814" y="2521"/>
                  </a:cubicBezTo>
                  <a:cubicBezTo>
                    <a:pt x="8035" y="2364"/>
                    <a:pt x="8066" y="2080"/>
                    <a:pt x="7877" y="1891"/>
                  </a:cubicBezTo>
                  <a:lnTo>
                    <a:pt x="6113" y="127"/>
                  </a:lnTo>
                  <a:cubicBezTo>
                    <a:pt x="6029" y="43"/>
                    <a:pt x="5889" y="1"/>
                    <a:pt x="575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0" name="Google Shape;10950;p136"/>
            <p:cNvSpPr/>
            <p:nvPr/>
          </p:nvSpPr>
          <p:spPr>
            <a:xfrm>
              <a:off x="-59719775" y="2671925"/>
              <a:ext cx="149675" cy="256425"/>
            </a:xfrm>
            <a:custGeom>
              <a:rect b="b" l="l" r="r" t="t"/>
              <a:pathLst>
                <a:path extrusionOk="0" h="10257" w="5987">
                  <a:moveTo>
                    <a:pt x="820" y="917"/>
                  </a:moveTo>
                  <a:cubicBezTo>
                    <a:pt x="3309" y="1453"/>
                    <a:pt x="5105" y="3690"/>
                    <a:pt x="5105" y="6273"/>
                  </a:cubicBezTo>
                  <a:cubicBezTo>
                    <a:pt x="5073" y="7344"/>
                    <a:pt x="4790" y="8352"/>
                    <a:pt x="4254" y="9235"/>
                  </a:cubicBezTo>
                  <a:lnTo>
                    <a:pt x="3025" y="8006"/>
                  </a:lnTo>
                  <a:cubicBezTo>
                    <a:pt x="3309" y="7502"/>
                    <a:pt x="3435" y="6903"/>
                    <a:pt x="3435" y="6305"/>
                  </a:cubicBezTo>
                  <a:cubicBezTo>
                    <a:pt x="3435" y="4572"/>
                    <a:pt x="2332" y="3154"/>
                    <a:pt x="820" y="2650"/>
                  </a:cubicBezTo>
                  <a:lnTo>
                    <a:pt x="820" y="917"/>
                  </a:lnTo>
                  <a:close/>
                  <a:moveTo>
                    <a:pt x="419" y="0"/>
                  </a:moveTo>
                  <a:cubicBezTo>
                    <a:pt x="190" y="0"/>
                    <a:pt x="1" y="180"/>
                    <a:pt x="1" y="413"/>
                  </a:cubicBezTo>
                  <a:lnTo>
                    <a:pt x="1" y="2934"/>
                  </a:lnTo>
                  <a:cubicBezTo>
                    <a:pt x="1" y="3123"/>
                    <a:pt x="127" y="3280"/>
                    <a:pt x="316" y="3312"/>
                  </a:cubicBezTo>
                  <a:cubicBezTo>
                    <a:pt x="1639" y="3658"/>
                    <a:pt x="2647" y="4855"/>
                    <a:pt x="2647" y="6273"/>
                  </a:cubicBezTo>
                  <a:cubicBezTo>
                    <a:pt x="2647" y="6809"/>
                    <a:pt x="2490" y="7376"/>
                    <a:pt x="2206" y="7848"/>
                  </a:cubicBezTo>
                  <a:cubicBezTo>
                    <a:pt x="2080" y="8006"/>
                    <a:pt x="2112" y="8195"/>
                    <a:pt x="2269" y="8352"/>
                  </a:cubicBezTo>
                  <a:lnTo>
                    <a:pt x="4065" y="10117"/>
                  </a:lnTo>
                  <a:cubicBezTo>
                    <a:pt x="4149" y="10214"/>
                    <a:pt x="4251" y="10257"/>
                    <a:pt x="4353" y="10257"/>
                  </a:cubicBezTo>
                  <a:cubicBezTo>
                    <a:pt x="4481" y="10257"/>
                    <a:pt x="4608" y="10190"/>
                    <a:pt x="4695" y="10085"/>
                  </a:cubicBezTo>
                  <a:cubicBezTo>
                    <a:pt x="5514" y="8982"/>
                    <a:pt x="5987" y="7659"/>
                    <a:pt x="5987" y="6273"/>
                  </a:cubicBezTo>
                  <a:cubicBezTo>
                    <a:pt x="5892" y="3123"/>
                    <a:pt x="3529" y="445"/>
                    <a:pt x="474" y="4"/>
                  </a:cubicBezTo>
                  <a:cubicBezTo>
                    <a:pt x="455" y="1"/>
                    <a:pt x="437" y="0"/>
                    <a:pt x="4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1" name="Google Shape;10951;p136"/>
            <p:cNvSpPr/>
            <p:nvPr/>
          </p:nvSpPr>
          <p:spPr>
            <a:xfrm>
              <a:off x="-59762300" y="2757075"/>
              <a:ext cx="63025" cy="145725"/>
            </a:xfrm>
            <a:custGeom>
              <a:rect b="b" l="l" r="r" t="t"/>
              <a:pathLst>
                <a:path extrusionOk="0" h="5829" w="2521">
                  <a:moveTo>
                    <a:pt x="1261" y="0"/>
                  </a:moveTo>
                  <a:cubicBezTo>
                    <a:pt x="1040" y="0"/>
                    <a:pt x="820" y="189"/>
                    <a:pt x="820" y="378"/>
                  </a:cubicBezTo>
                  <a:lnTo>
                    <a:pt x="820" y="662"/>
                  </a:lnTo>
                  <a:cubicBezTo>
                    <a:pt x="347" y="819"/>
                    <a:pt x="1" y="1292"/>
                    <a:pt x="1" y="1827"/>
                  </a:cubicBezTo>
                  <a:cubicBezTo>
                    <a:pt x="1" y="2521"/>
                    <a:pt x="568" y="2899"/>
                    <a:pt x="977" y="3214"/>
                  </a:cubicBezTo>
                  <a:cubicBezTo>
                    <a:pt x="1292" y="3466"/>
                    <a:pt x="1670" y="3686"/>
                    <a:pt x="1670" y="3938"/>
                  </a:cubicBezTo>
                  <a:cubicBezTo>
                    <a:pt x="1670" y="4159"/>
                    <a:pt x="1450" y="4348"/>
                    <a:pt x="1261" y="4348"/>
                  </a:cubicBezTo>
                  <a:cubicBezTo>
                    <a:pt x="1072" y="4348"/>
                    <a:pt x="820" y="4159"/>
                    <a:pt x="820" y="3938"/>
                  </a:cubicBezTo>
                  <a:cubicBezTo>
                    <a:pt x="820" y="3686"/>
                    <a:pt x="631" y="3497"/>
                    <a:pt x="442" y="3497"/>
                  </a:cubicBezTo>
                  <a:cubicBezTo>
                    <a:pt x="253" y="3497"/>
                    <a:pt x="32" y="3686"/>
                    <a:pt x="32" y="3938"/>
                  </a:cubicBezTo>
                  <a:cubicBezTo>
                    <a:pt x="32" y="4474"/>
                    <a:pt x="410" y="4915"/>
                    <a:pt x="883" y="5104"/>
                  </a:cubicBezTo>
                  <a:lnTo>
                    <a:pt x="883" y="5387"/>
                  </a:lnTo>
                  <a:cubicBezTo>
                    <a:pt x="883" y="5608"/>
                    <a:pt x="1072" y="5829"/>
                    <a:pt x="1292" y="5829"/>
                  </a:cubicBezTo>
                  <a:cubicBezTo>
                    <a:pt x="1544" y="5829"/>
                    <a:pt x="1702" y="5608"/>
                    <a:pt x="1702" y="5387"/>
                  </a:cubicBezTo>
                  <a:lnTo>
                    <a:pt x="1702" y="5104"/>
                  </a:lnTo>
                  <a:cubicBezTo>
                    <a:pt x="2175" y="4946"/>
                    <a:pt x="2521" y="4474"/>
                    <a:pt x="2521" y="3938"/>
                  </a:cubicBezTo>
                  <a:cubicBezTo>
                    <a:pt x="2521" y="3245"/>
                    <a:pt x="1985" y="2867"/>
                    <a:pt x="1544" y="2552"/>
                  </a:cubicBezTo>
                  <a:cubicBezTo>
                    <a:pt x="1229" y="2300"/>
                    <a:pt x="883" y="2079"/>
                    <a:pt x="883" y="1827"/>
                  </a:cubicBezTo>
                  <a:cubicBezTo>
                    <a:pt x="883" y="1607"/>
                    <a:pt x="1072" y="1418"/>
                    <a:pt x="1292" y="1418"/>
                  </a:cubicBezTo>
                  <a:cubicBezTo>
                    <a:pt x="1544" y="1418"/>
                    <a:pt x="1702" y="1607"/>
                    <a:pt x="1702" y="1827"/>
                  </a:cubicBezTo>
                  <a:cubicBezTo>
                    <a:pt x="1702" y="2079"/>
                    <a:pt x="1891" y="2268"/>
                    <a:pt x="2143" y="2268"/>
                  </a:cubicBezTo>
                  <a:cubicBezTo>
                    <a:pt x="2364" y="2268"/>
                    <a:pt x="2521" y="2079"/>
                    <a:pt x="2521" y="1827"/>
                  </a:cubicBezTo>
                  <a:cubicBezTo>
                    <a:pt x="2521" y="1292"/>
                    <a:pt x="2175" y="851"/>
                    <a:pt x="1702" y="662"/>
                  </a:cubicBezTo>
                  <a:lnTo>
                    <a:pt x="1702" y="378"/>
                  </a:lnTo>
                  <a:cubicBezTo>
                    <a:pt x="1702" y="189"/>
                    <a:pt x="1513" y="0"/>
                    <a:pt x="126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52" name="Google Shape;10952;p136"/>
          <p:cNvGrpSpPr/>
          <p:nvPr/>
        </p:nvGrpSpPr>
        <p:grpSpPr>
          <a:xfrm>
            <a:off x="2620204" y="4054176"/>
            <a:ext cx="367165" cy="366269"/>
            <a:chOff x="-59092025" y="2296300"/>
            <a:chExt cx="317425" cy="316650"/>
          </a:xfrm>
        </p:grpSpPr>
        <p:sp>
          <p:nvSpPr>
            <p:cNvPr id="10953" name="Google Shape;10953;p136"/>
            <p:cNvSpPr/>
            <p:nvPr/>
          </p:nvSpPr>
          <p:spPr>
            <a:xfrm>
              <a:off x="-58994350" y="2382950"/>
              <a:ext cx="122875" cy="133925"/>
            </a:xfrm>
            <a:custGeom>
              <a:rect b="b" l="l" r="r" t="t"/>
              <a:pathLst>
                <a:path extrusionOk="0" h="5357" w="4915">
                  <a:moveTo>
                    <a:pt x="2457" y="819"/>
                  </a:moveTo>
                  <a:cubicBezTo>
                    <a:pt x="2930" y="819"/>
                    <a:pt x="3277" y="1166"/>
                    <a:pt x="3277" y="1639"/>
                  </a:cubicBezTo>
                  <a:cubicBezTo>
                    <a:pt x="3277" y="2111"/>
                    <a:pt x="2930" y="2458"/>
                    <a:pt x="2457" y="2458"/>
                  </a:cubicBezTo>
                  <a:cubicBezTo>
                    <a:pt x="1985" y="2458"/>
                    <a:pt x="1607" y="2111"/>
                    <a:pt x="1607" y="1639"/>
                  </a:cubicBezTo>
                  <a:cubicBezTo>
                    <a:pt x="1607" y="1166"/>
                    <a:pt x="2016" y="819"/>
                    <a:pt x="2457" y="819"/>
                  </a:cubicBezTo>
                  <a:close/>
                  <a:moveTo>
                    <a:pt x="2489" y="3245"/>
                  </a:moveTo>
                  <a:cubicBezTo>
                    <a:pt x="3277" y="3245"/>
                    <a:pt x="3907" y="3781"/>
                    <a:pt x="4096" y="4506"/>
                  </a:cubicBezTo>
                  <a:lnTo>
                    <a:pt x="882" y="4506"/>
                  </a:lnTo>
                  <a:cubicBezTo>
                    <a:pt x="1071" y="3812"/>
                    <a:pt x="1701" y="3245"/>
                    <a:pt x="2489" y="3245"/>
                  </a:cubicBezTo>
                  <a:close/>
                  <a:moveTo>
                    <a:pt x="2489" y="0"/>
                  </a:moveTo>
                  <a:cubicBezTo>
                    <a:pt x="1575" y="0"/>
                    <a:pt x="819" y="725"/>
                    <a:pt x="819" y="1639"/>
                  </a:cubicBezTo>
                  <a:cubicBezTo>
                    <a:pt x="819" y="2080"/>
                    <a:pt x="977" y="2458"/>
                    <a:pt x="1292" y="2773"/>
                  </a:cubicBezTo>
                  <a:cubicBezTo>
                    <a:pt x="567" y="3214"/>
                    <a:pt x="0" y="4001"/>
                    <a:pt x="0" y="4947"/>
                  </a:cubicBezTo>
                  <a:cubicBezTo>
                    <a:pt x="0" y="5199"/>
                    <a:pt x="189" y="5356"/>
                    <a:pt x="410" y="5356"/>
                  </a:cubicBezTo>
                  <a:lnTo>
                    <a:pt x="4537" y="5356"/>
                  </a:lnTo>
                  <a:cubicBezTo>
                    <a:pt x="4757" y="5356"/>
                    <a:pt x="4915" y="5136"/>
                    <a:pt x="4915" y="4947"/>
                  </a:cubicBezTo>
                  <a:cubicBezTo>
                    <a:pt x="4915" y="4001"/>
                    <a:pt x="4411" y="3182"/>
                    <a:pt x="3655" y="2773"/>
                  </a:cubicBezTo>
                  <a:cubicBezTo>
                    <a:pt x="3938" y="2458"/>
                    <a:pt x="4127" y="2080"/>
                    <a:pt x="4127" y="1639"/>
                  </a:cubicBezTo>
                  <a:cubicBezTo>
                    <a:pt x="4127" y="725"/>
                    <a:pt x="3403" y="0"/>
                    <a:pt x="248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4" name="Google Shape;10954;p136"/>
            <p:cNvSpPr/>
            <p:nvPr/>
          </p:nvSpPr>
          <p:spPr>
            <a:xfrm>
              <a:off x="-59092025" y="2296300"/>
              <a:ext cx="317425" cy="316650"/>
            </a:xfrm>
            <a:custGeom>
              <a:rect b="b" l="l" r="r" t="t"/>
              <a:pathLst>
                <a:path extrusionOk="0" h="12666" w="12697">
                  <a:moveTo>
                    <a:pt x="1261" y="820"/>
                  </a:moveTo>
                  <a:cubicBezTo>
                    <a:pt x="1513" y="820"/>
                    <a:pt x="1702" y="1009"/>
                    <a:pt x="1702" y="1198"/>
                  </a:cubicBezTo>
                  <a:cubicBezTo>
                    <a:pt x="1670" y="1450"/>
                    <a:pt x="1513" y="1639"/>
                    <a:pt x="1261" y="1639"/>
                  </a:cubicBezTo>
                  <a:cubicBezTo>
                    <a:pt x="1040" y="1639"/>
                    <a:pt x="883" y="1450"/>
                    <a:pt x="883" y="1198"/>
                  </a:cubicBezTo>
                  <a:cubicBezTo>
                    <a:pt x="883" y="977"/>
                    <a:pt x="1072" y="820"/>
                    <a:pt x="1261" y="820"/>
                  </a:cubicBezTo>
                  <a:close/>
                  <a:moveTo>
                    <a:pt x="11468" y="820"/>
                  </a:moveTo>
                  <a:cubicBezTo>
                    <a:pt x="11720" y="820"/>
                    <a:pt x="11878" y="1009"/>
                    <a:pt x="11878" y="1198"/>
                  </a:cubicBezTo>
                  <a:cubicBezTo>
                    <a:pt x="11878" y="1450"/>
                    <a:pt x="11657" y="1639"/>
                    <a:pt x="11468" y="1639"/>
                  </a:cubicBezTo>
                  <a:cubicBezTo>
                    <a:pt x="11248" y="1639"/>
                    <a:pt x="11027" y="1450"/>
                    <a:pt x="11027" y="1198"/>
                  </a:cubicBezTo>
                  <a:cubicBezTo>
                    <a:pt x="11027" y="1009"/>
                    <a:pt x="11248" y="820"/>
                    <a:pt x="11468" y="820"/>
                  </a:cubicBezTo>
                  <a:close/>
                  <a:moveTo>
                    <a:pt x="6396" y="2616"/>
                  </a:moveTo>
                  <a:cubicBezTo>
                    <a:pt x="7341" y="2616"/>
                    <a:pt x="8286" y="2994"/>
                    <a:pt x="9042" y="3718"/>
                  </a:cubicBezTo>
                  <a:cubicBezTo>
                    <a:pt x="10492" y="5136"/>
                    <a:pt x="10492" y="7499"/>
                    <a:pt x="9042" y="8917"/>
                  </a:cubicBezTo>
                  <a:cubicBezTo>
                    <a:pt x="8318" y="9641"/>
                    <a:pt x="7373" y="10019"/>
                    <a:pt x="6396" y="10019"/>
                  </a:cubicBezTo>
                  <a:cubicBezTo>
                    <a:pt x="4348" y="10019"/>
                    <a:pt x="2647" y="8381"/>
                    <a:pt x="2647" y="6333"/>
                  </a:cubicBezTo>
                  <a:cubicBezTo>
                    <a:pt x="2647" y="4222"/>
                    <a:pt x="4348" y="2616"/>
                    <a:pt x="6396" y="2616"/>
                  </a:cubicBezTo>
                  <a:close/>
                  <a:moveTo>
                    <a:pt x="1261" y="10965"/>
                  </a:moveTo>
                  <a:cubicBezTo>
                    <a:pt x="1513" y="10965"/>
                    <a:pt x="1702" y="11185"/>
                    <a:pt x="1702" y="11406"/>
                  </a:cubicBezTo>
                  <a:cubicBezTo>
                    <a:pt x="1670" y="11658"/>
                    <a:pt x="1513" y="11847"/>
                    <a:pt x="1261" y="11847"/>
                  </a:cubicBezTo>
                  <a:cubicBezTo>
                    <a:pt x="1040" y="11847"/>
                    <a:pt x="883" y="11658"/>
                    <a:pt x="883" y="11406"/>
                  </a:cubicBezTo>
                  <a:cubicBezTo>
                    <a:pt x="883" y="11185"/>
                    <a:pt x="1072" y="10965"/>
                    <a:pt x="1261" y="10965"/>
                  </a:cubicBezTo>
                  <a:close/>
                  <a:moveTo>
                    <a:pt x="11468" y="11028"/>
                  </a:moveTo>
                  <a:cubicBezTo>
                    <a:pt x="11720" y="11028"/>
                    <a:pt x="11878" y="11217"/>
                    <a:pt x="11878" y="11437"/>
                  </a:cubicBezTo>
                  <a:cubicBezTo>
                    <a:pt x="11878" y="11689"/>
                    <a:pt x="11657" y="11878"/>
                    <a:pt x="11468" y="11878"/>
                  </a:cubicBezTo>
                  <a:cubicBezTo>
                    <a:pt x="11248" y="11878"/>
                    <a:pt x="11027" y="11689"/>
                    <a:pt x="11027" y="11437"/>
                  </a:cubicBezTo>
                  <a:cubicBezTo>
                    <a:pt x="11027" y="11217"/>
                    <a:pt x="11248" y="11028"/>
                    <a:pt x="11468" y="11028"/>
                  </a:cubicBezTo>
                  <a:close/>
                  <a:moveTo>
                    <a:pt x="1229" y="1"/>
                  </a:moveTo>
                  <a:cubicBezTo>
                    <a:pt x="567" y="1"/>
                    <a:pt x="0" y="536"/>
                    <a:pt x="0" y="1198"/>
                  </a:cubicBezTo>
                  <a:cubicBezTo>
                    <a:pt x="0" y="1891"/>
                    <a:pt x="567" y="2458"/>
                    <a:pt x="1229" y="2458"/>
                  </a:cubicBezTo>
                  <a:cubicBezTo>
                    <a:pt x="1418" y="2458"/>
                    <a:pt x="1576" y="2427"/>
                    <a:pt x="1796" y="2364"/>
                  </a:cubicBezTo>
                  <a:lnTo>
                    <a:pt x="2836" y="3403"/>
                  </a:lnTo>
                  <a:cubicBezTo>
                    <a:pt x="2174" y="4222"/>
                    <a:pt x="1828" y="5231"/>
                    <a:pt x="1828" y="6302"/>
                  </a:cubicBezTo>
                  <a:cubicBezTo>
                    <a:pt x="1828" y="7341"/>
                    <a:pt x="2174" y="8381"/>
                    <a:pt x="2899" y="9200"/>
                  </a:cubicBezTo>
                  <a:lnTo>
                    <a:pt x="1796" y="10303"/>
                  </a:lnTo>
                  <a:cubicBezTo>
                    <a:pt x="1639" y="10240"/>
                    <a:pt x="1418" y="10177"/>
                    <a:pt x="1229" y="10177"/>
                  </a:cubicBezTo>
                  <a:cubicBezTo>
                    <a:pt x="567" y="10177"/>
                    <a:pt x="0" y="10744"/>
                    <a:pt x="0" y="11437"/>
                  </a:cubicBezTo>
                  <a:cubicBezTo>
                    <a:pt x="0" y="12130"/>
                    <a:pt x="567" y="12666"/>
                    <a:pt x="1229" y="12666"/>
                  </a:cubicBezTo>
                  <a:cubicBezTo>
                    <a:pt x="1891" y="12666"/>
                    <a:pt x="2489" y="12130"/>
                    <a:pt x="2489" y="11437"/>
                  </a:cubicBezTo>
                  <a:cubicBezTo>
                    <a:pt x="2489" y="11248"/>
                    <a:pt x="2458" y="11091"/>
                    <a:pt x="2363" y="10901"/>
                  </a:cubicBezTo>
                  <a:lnTo>
                    <a:pt x="3466" y="9799"/>
                  </a:lnTo>
                  <a:cubicBezTo>
                    <a:pt x="4317" y="10460"/>
                    <a:pt x="5325" y="10838"/>
                    <a:pt x="6396" y="10838"/>
                  </a:cubicBezTo>
                  <a:cubicBezTo>
                    <a:pt x="7467" y="10838"/>
                    <a:pt x="8475" y="10492"/>
                    <a:pt x="9263" y="9830"/>
                  </a:cubicBezTo>
                  <a:lnTo>
                    <a:pt x="10334" y="10901"/>
                  </a:lnTo>
                  <a:cubicBezTo>
                    <a:pt x="10240" y="11059"/>
                    <a:pt x="10208" y="11248"/>
                    <a:pt x="10208" y="11437"/>
                  </a:cubicBezTo>
                  <a:cubicBezTo>
                    <a:pt x="10208" y="12099"/>
                    <a:pt x="10775" y="12666"/>
                    <a:pt x="11468" y="12666"/>
                  </a:cubicBezTo>
                  <a:cubicBezTo>
                    <a:pt x="12130" y="12666"/>
                    <a:pt x="12697" y="12099"/>
                    <a:pt x="12697" y="11437"/>
                  </a:cubicBezTo>
                  <a:cubicBezTo>
                    <a:pt x="12697" y="10775"/>
                    <a:pt x="12130" y="10177"/>
                    <a:pt x="11468" y="10177"/>
                  </a:cubicBezTo>
                  <a:cubicBezTo>
                    <a:pt x="11279" y="10177"/>
                    <a:pt x="11122" y="10208"/>
                    <a:pt x="10933" y="10303"/>
                  </a:cubicBezTo>
                  <a:lnTo>
                    <a:pt x="9861" y="9232"/>
                  </a:lnTo>
                  <a:cubicBezTo>
                    <a:pt x="11279" y="7562"/>
                    <a:pt x="11279" y="5073"/>
                    <a:pt x="9861" y="3403"/>
                  </a:cubicBezTo>
                  <a:lnTo>
                    <a:pt x="10933" y="2364"/>
                  </a:lnTo>
                  <a:cubicBezTo>
                    <a:pt x="11122" y="2427"/>
                    <a:pt x="11279" y="2458"/>
                    <a:pt x="11468" y="2458"/>
                  </a:cubicBezTo>
                  <a:cubicBezTo>
                    <a:pt x="12130" y="2458"/>
                    <a:pt x="12697" y="1923"/>
                    <a:pt x="12697" y="1198"/>
                  </a:cubicBezTo>
                  <a:cubicBezTo>
                    <a:pt x="12697" y="536"/>
                    <a:pt x="12130" y="1"/>
                    <a:pt x="11468" y="1"/>
                  </a:cubicBezTo>
                  <a:cubicBezTo>
                    <a:pt x="10807" y="1"/>
                    <a:pt x="10208" y="536"/>
                    <a:pt x="10208" y="1198"/>
                  </a:cubicBezTo>
                  <a:cubicBezTo>
                    <a:pt x="10208" y="1419"/>
                    <a:pt x="10240" y="1576"/>
                    <a:pt x="10334" y="1765"/>
                  </a:cubicBezTo>
                  <a:lnTo>
                    <a:pt x="9263" y="2836"/>
                  </a:lnTo>
                  <a:cubicBezTo>
                    <a:pt x="8412" y="2127"/>
                    <a:pt x="7373" y="1773"/>
                    <a:pt x="6337" y="1773"/>
                  </a:cubicBezTo>
                  <a:cubicBezTo>
                    <a:pt x="5301" y="1773"/>
                    <a:pt x="4269" y="2127"/>
                    <a:pt x="3434" y="2836"/>
                  </a:cubicBezTo>
                  <a:lnTo>
                    <a:pt x="2363" y="1765"/>
                  </a:lnTo>
                  <a:cubicBezTo>
                    <a:pt x="2458" y="1608"/>
                    <a:pt x="2489" y="1419"/>
                    <a:pt x="2489" y="1198"/>
                  </a:cubicBezTo>
                  <a:cubicBezTo>
                    <a:pt x="2489" y="536"/>
                    <a:pt x="1954" y="1"/>
                    <a:pt x="122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55" name="Google Shape;10955;p136"/>
          <p:cNvGrpSpPr/>
          <p:nvPr/>
        </p:nvGrpSpPr>
        <p:grpSpPr>
          <a:xfrm>
            <a:off x="4865611" y="1305095"/>
            <a:ext cx="353174" cy="347599"/>
            <a:chOff x="683125" y="1955275"/>
            <a:chExt cx="299325" cy="294600"/>
          </a:xfrm>
        </p:grpSpPr>
        <p:sp>
          <p:nvSpPr>
            <p:cNvPr id="10956" name="Google Shape;10956;p136"/>
            <p:cNvSpPr/>
            <p:nvPr/>
          </p:nvSpPr>
          <p:spPr>
            <a:xfrm>
              <a:off x="876875" y="1989925"/>
              <a:ext cx="52800" cy="63825"/>
            </a:xfrm>
            <a:custGeom>
              <a:rect b="b" l="l" r="r" t="t"/>
              <a:pathLst>
                <a:path extrusionOk="0" h="2553" w="2112">
                  <a:moveTo>
                    <a:pt x="1072" y="0"/>
                  </a:moveTo>
                  <a:cubicBezTo>
                    <a:pt x="473" y="0"/>
                    <a:pt x="64" y="473"/>
                    <a:pt x="64" y="1009"/>
                  </a:cubicBezTo>
                  <a:cubicBezTo>
                    <a:pt x="1" y="1229"/>
                    <a:pt x="158" y="1324"/>
                    <a:pt x="379" y="1324"/>
                  </a:cubicBezTo>
                  <a:cubicBezTo>
                    <a:pt x="568" y="1324"/>
                    <a:pt x="725" y="1166"/>
                    <a:pt x="725" y="977"/>
                  </a:cubicBezTo>
                  <a:cubicBezTo>
                    <a:pt x="725" y="788"/>
                    <a:pt x="883" y="631"/>
                    <a:pt x="1072" y="631"/>
                  </a:cubicBezTo>
                  <a:cubicBezTo>
                    <a:pt x="1261" y="631"/>
                    <a:pt x="1418" y="788"/>
                    <a:pt x="1418" y="977"/>
                  </a:cubicBezTo>
                  <a:cubicBezTo>
                    <a:pt x="1418" y="1103"/>
                    <a:pt x="1355" y="1198"/>
                    <a:pt x="1229" y="1292"/>
                  </a:cubicBezTo>
                  <a:cubicBezTo>
                    <a:pt x="914" y="1450"/>
                    <a:pt x="725" y="1796"/>
                    <a:pt x="725" y="2206"/>
                  </a:cubicBezTo>
                  <a:cubicBezTo>
                    <a:pt x="725" y="2395"/>
                    <a:pt x="883" y="2552"/>
                    <a:pt x="1072" y="2552"/>
                  </a:cubicBezTo>
                  <a:cubicBezTo>
                    <a:pt x="1261" y="2552"/>
                    <a:pt x="1418" y="2395"/>
                    <a:pt x="1418" y="2206"/>
                  </a:cubicBezTo>
                  <a:cubicBezTo>
                    <a:pt x="1418" y="2080"/>
                    <a:pt x="1481" y="1954"/>
                    <a:pt x="1544" y="1922"/>
                  </a:cubicBezTo>
                  <a:cubicBezTo>
                    <a:pt x="1891" y="1733"/>
                    <a:pt x="2111" y="1355"/>
                    <a:pt x="2111" y="1009"/>
                  </a:cubicBezTo>
                  <a:cubicBezTo>
                    <a:pt x="2111" y="410"/>
                    <a:pt x="1639"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7" name="Google Shape;10957;p136"/>
            <p:cNvSpPr/>
            <p:nvPr/>
          </p:nvSpPr>
          <p:spPr>
            <a:xfrm>
              <a:off x="683125" y="2058450"/>
              <a:ext cx="159900" cy="191425"/>
            </a:xfrm>
            <a:custGeom>
              <a:rect b="b" l="l" r="r" t="t"/>
              <a:pathLst>
                <a:path extrusionOk="0" h="7657" w="6396">
                  <a:moveTo>
                    <a:pt x="3245" y="693"/>
                  </a:moveTo>
                  <a:cubicBezTo>
                    <a:pt x="3812" y="693"/>
                    <a:pt x="4285" y="1166"/>
                    <a:pt x="4285" y="1702"/>
                  </a:cubicBezTo>
                  <a:cubicBezTo>
                    <a:pt x="4285" y="2269"/>
                    <a:pt x="3812" y="2710"/>
                    <a:pt x="3245" y="2710"/>
                  </a:cubicBezTo>
                  <a:cubicBezTo>
                    <a:pt x="2647" y="2710"/>
                    <a:pt x="2174" y="2269"/>
                    <a:pt x="2174" y="1702"/>
                  </a:cubicBezTo>
                  <a:cubicBezTo>
                    <a:pt x="2174" y="1166"/>
                    <a:pt x="2678" y="693"/>
                    <a:pt x="3245" y="693"/>
                  </a:cubicBezTo>
                  <a:close/>
                  <a:moveTo>
                    <a:pt x="3245" y="3434"/>
                  </a:moveTo>
                  <a:cubicBezTo>
                    <a:pt x="4569" y="3434"/>
                    <a:pt x="5671" y="4537"/>
                    <a:pt x="5671" y="5892"/>
                  </a:cubicBezTo>
                  <a:lnTo>
                    <a:pt x="5671" y="6994"/>
                  </a:lnTo>
                  <a:lnTo>
                    <a:pt x="788" y="6994"/>
                  </a:lnTo>
                  <a:lnTo>
                    <a:pt x="788" y="5892"/>
                  </a:lnTo>
                  <a:cubicBezTo>
                    <a:pt x="788" y="4537"/>
                    <a:pt x="1891" y="3434"/>
                    <a:pt x="3245" y="3434"/>
                  </a:cubicBezTo>
                  <a:close/>
                  <a:moveTo>
                    <a:pt x="3182" y="0"/>
                  </a:moveTo>
                  <a:cubicBezTo>
                    <a:pt x="2237" y="0"/>
                    <a:pt x="1418" y="788"/>
                    <a:pt x="1418" y="1733"/>
                  </a:cubicBezTo>
                  <a:cubicBezTo>
                    <a:pt x="1418" y="2206"/>
                    <a:pt x="1607" y="2678"/>
                    <a:pt x="1985" y="2993"/>
                  </a:cubicBezTo>
                  <a:cubicBezTo>
                    <a:pt x="819" y="3466"/>
                    <a:pt x="0" y="4569"/>
                    <a:pt x="0" y="5892"/>
                  </a:cubicBezTo>
                  <a:lnTo>
                    <a:pt x="0" y="7309"/>
                  </a:lnTo>
                  <a:cubicBezTo>
                    <a:pt x="126" y="7499"/>
                    <a:pt x="284" y="7656"/>
                    <a:pt x="441" y="7656"/>
                  </a:cubicBezTo>
                  <a:lnTo>
                    <a:pt x="6018" y="7656"/>
                  </a:lnTo>
                  <a:cubicBezTo>
                    <a:pt x="6238" y="7656"/>
                    <a:pt x="6396" y="7499"/>
                    <a:pt x="6396" y="7309"/>
                  </a:cubicBezTo>
                  <a:lnTo>
                    <a:pt x="6396" y="5892"/>
                  </a:lnTo>
                  <a:cubicBezTo>
                    <a:pt x="6396" y="4569"/>
                    <a:pt x="5545" y="3466"/>
                    <a:pt x="4411" y="2993"/>
                  </a:cubicBezTo>
                  <a:cubicBezTo>
                    <a:pt x="4758" y="2647"/>
                    <a:pt x="4978" y="2206"/>
                    <a:pt x="4978" y="1733"/>
                  </a:cubicBezTo>
                  <a:cubicBezTo>
                    <a:pt x="4978" y="788"/>
                    <a:pt x="4190" y="0"/>
                    <a:pt x="318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8" name="Google Shape;10958;p136"/>
            <p:cNvSpPr/>
            <p:nvPr/>
          </p:nvSpPr>
          <p:spPr>
            <a:xfrm>
              <a:off x="824900" y="1955275"/>
              <a:ext cx="157550" cy="155975"/>
            </a:xfrm>
            <a:custGeom>
              <a:rect b="b" l="l" r="r" t="t"/>
              <a:pathLst>
                <a:path extrusionOk="0" h="6239" w="6302">
                  <a:moveTo>
                    <a:pt x="3151" y="662"/>
                  </a:moveTo>
                  <a:cubicBezTo>
                    <a:pt x="4505" y="662"/>
                    <a:pt x="5608" y="1765"/>
                    <a:pt x="5608" y="3119"/>
                  </a:cubicBezTo>
                  <a:cubicBezTo>
                    <a:pt x="5608" y="4442"/>
                    <a:pt x="4505" y="5545"/>
                    <a:pt x="3151" y="5545"/>
                  </a:cubicBezTo>
                  <a:cubicBezTo>
                    <a:pt x="2710" y="5545"/>
                    <a:pt x="2332" y="5451"/>
                    <a:pt x="1954" y="5230"/>
                  </a:cubicBezTo>
                  <a:cubicBezTo>
                    <a:pt x="1890" y="5199"/>
                    <a:pt x="1796" y="5199"/>
                    <a:pt x="1733" y="5199"/>
                  </a:cubicBezTo>
                  <a:lnTo>
                    <a:pt x="945" y="5388"/>
                  </a:lnTo>
                  <a:lnTo>
                    <a:pt x="1166" y="4694"/>
                  </a:lnTo>
                  <a:cubicBezTo>
                    <a:pt x="1229" y="4568"/>
                    <a:pt x="1166" y="4505"/>
                    <a:pt x="1134" y="4411"/>
                  </a:cubicBezTo>
                  <a:cubicBezTo>
                    <a:pt x="914" y="4033"/>
                    <a:pt x="756" y="3592"/>
                    <a:pt x="756" y="3119"/>
                  </a:cubicBezTo>
                  <a:cubicBezTo>
                    <a:pt x="725" y="1733"/>
                    <a:pt x="1827" y="662"/>
                    <a:pt x="3151" y="662"/>
                  </a:cubicBezTo>
                  <a:close/>
                  <a:moveTo>
                    <a:pt x="3182" y="0"/>
                  </a:moveTo>
                  <a:cubicBezTo>
                    <a:pt x="1449" y="0"/>
                    <a:pt x="95" y="1418"/>
                    <a:pt x="95" y="3119"/>
                  </a:cubicBezTo>
                  <a:cubicBezTo>
                    <a:pt x="95" y="3655"/>
                    <a:pt x="189" y="4190"/>
                    <a:pt x="473" y="4663"/>
                  </a:cubicBezTo>
                  <a:lnTo>
                    <a:pt x="32" y="5766"/>
                  </a:lnTo>
                  <a:cubicBezTo>
                    <a:pt x="0" y="5860"/>
                    <a:pt x="32" y="5986"/>
                    <a:pt x="126" y="6112"/>
                  </a:cubicBezTo>
                  <a:cubicBezTo>
                    <a:pt x="189" y="6175"/>
                    <a:pt x="315" y="6238"/>
                    <a:pt x="473" y="6238"/>
                  </a:cubicBezTo>
                  <a:lnTo>
                    <a:pt x="1764" y="5923"/>
                  </a:lnTo>
                  <a:cubicBezTo>
                    <a:pt x="2206" y="6144"/>
                    <a:pt x="2678" y="6238"/>
                    <a:pt x="3182" y="6238"/>
                  </a:cubicBezTo>
                  <a:cubicBezTo>
                    <a:pt x="4915" y="6238"/>
                    <a:pt x="6301" y="4820"/>
                    <a:pt x="6301" y="3119"/>
                  </a:cubicBezTo>
                  <a:cubicBezTo>
                    <a:pt x="6301" y="1386"/>
                    <a:pt x="4883" y="0"/>
                    <a:pt x="318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9" name="Google Shape;10959;p136"/>
            <p:cNvSpPr/>
            <p:nvPr/>
          </p:nvSpPr>
          <p:spPr>
            <a:xfrm>
              <a:off x="895000" y="2058450"/>
              <a:ext cx="17350" cy="18125"/>
            </a:xfrm>
            <a:custGeom>
              <a:rect b="b" l="l" r="r" t="t"/>
              <a:pathLst>
                <a:path extrusionOk="0" h="725" w="694">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60" name="Google Shape;10960;p136"/>
          <p:cNvGrpSpPr/>
          <p:nvPr/>
        </p:nvGrpSpPr>
        <p:grpSpPr>
          <a:xfrm>
            <a:off x="4866541" y="1755653"/>
            <a:ext cx="351315" cy="349486"/>
            <a:chOff x="685475" y="2318350"/>
            <a:chExt cx="297750" cy="296200"/>
          </a:xfrm>
        </p:grpSpPr>
        <p:sp>
          <p:nvSpPr>
            <p:cNvPr id="10961" name="Google Shape;10961;p136"/>
            <p:cNvSpPr/>
            <p:nvPr/>
          </p:nvSpPr>
          <p:spPr>
            <a:xfrm>
              <a:off x="685475" y="2371925"/>
              <a:ext cx="142600" cy="241975"/>
            </a:xfrm>
            <a:custGeom>
              <a:rect b="b" l="l" r="r" t="t"/>
              <a:pathLst>
                <a:path extrusionOk="0" h="9679" w="5704">
                  <a:moveTo>
                    <a:pt x="2080" y="662"/>
                  </a:moveTo>
                  <a:cubicBezTo>
                    <a:pt x="2458" y="662"/>
                    <a:pt x="2773" y="977"/>
                    <a:pt x="2773" y="1387"/>
                  </a:cubicBezTo>
                  <a:cubicBezTo>
                    <a:pt x="2773" y="1765"/>
                    <a:pt x="2458" y="2080"/>
                    <a:pt x="2080" y="2080"/>
                  </a:cubicBezTo>
                  <a:cubicBezTo>
                    <a:pt x="1671" y="2080"/>
                    <a:pt x="1356" y="1765"/>
                    <a:pt x="1356" y="1387"/>
                  </a:cubicBezTo>
                  <a:cubicBezTo>
                    <a:pt x="1356" y="977"/>
                    <a:pt x="1734" y="662"/>
                    <a:pt x="2080" y="662"/>
                  </a:cubicBezTo>
                  <a:close/>
                  <a:moveTo>
                    <a:pt x="2962" y="6900"/>
                  </a:moveTo>
                  <a:lnTo>
                    <a:pt x="3120" y="7593"/>
                  </a:lnTo>
                  <a:lnTo>
                    <a:pt x="1135" y="7593"/>
                  </a:lnTo>
                  <a:lnTo>
                    <a:pt x="1293" y="6900"/>
                  </a:lnTo>
                  <a:close/>
                  <a:moveTo>
                    <a:pt x="1742" y="2767"/>
                  </a:moveTo>
                  <a:cubicBezTo>
                    <a:pt x="1866" y="2767"/>
                    <a:pt x="1991" y="2831"/>
                    <a:pt x="2049" y="2962"/>
                  </a:cubicBezTo>
                  <a:lnTo>
                    <a:pt x="2553" y="3938"/>
                  </a:lnTo>
                  <a:cubicBezTo>
                    <a:pt x="2584" y="4064"/>
                    <a:pt x="2742" y="4127"/>
                    <a:pt x="2868" y="4127"/>
                  </a:cubicBezTo>
                  <a:lnTo>
                    <a:pt x="3813" y="4127"/>
                  </a:lnTo>
                  <a:cubicBezTo>
                    <a:pt x="4002" y="4127"/>
                    <a:pt x="4159" y="4285"/>
                    <a:pt x="4159" y="4474"/>
                  </a:cubicBezTo>
                  <a:cubicBezTo>
                    <a:pt x="4159" y="4695"/>
                    <a:pt x="4002" y="4852"/>
                    <a:pt x="3813" y="4852"/>
                  </a:cubicBezTo>
                  <a:lnTo>
                    <a:pt x="2427" y="4852"/>
                  </a:lnTo>
                  <a:cubicBezTo>
                    <a:pt x="2301" y="4852"/>
                    <a:pt x="2175" y="4758"/>
                    <a:pt x="2112" y="4631"/>
                  </a:cubicBezTo>
                  <a:cubicBezTo>
                    <a:pt x="2042" y="4515"/>
                    <a:pt x="1919" y="4450"/>
                    <a:pt x="1784" y="4450"/>
                  </a:cubicBezTo>
                  <a:cubicBezTo>
                    <a:pt x="1737" y="4450"/>
                    <a:pt x="1688" y="4458"/>
                    <a:pt x="1639" y="4474"/>
                  </a:cubicBezTo>
                  <a:cubicBezTo>
                    <a:pt x="1482" y="4568"/>
                    <a:pt x="1387" y="4758"/>
                    <a:pt x="1482" y="4947"/>
                  </a:cubicBezTo>
                  <a:cubicBezTo>
                    <a:pt x="1671" y="5325"/>
                    <a:pt x="2017" y="5545"/>
                    <a:pt x="2427" y="5545"/>
                  </a:cubicBezTo>
                  <a:lnTo>
                    <a:pt x="3813" y="5545"/>
                  </a:lnTo>
                  <a:cubicBezTo>
                    <a:pt x="3970" y="5545"/>
                    <a:pt x="4128" y="5671"/>
                    <a:pt x="4159" y="5829"/>
                  </a:cubicBezTo>
                  <a:lnTo>
                    <a:pt x="4853" y="8570"/>
                  </a:lnTo>
                  <a:cubicBezTo>
                    <a:pt x="4916" y="8790"/>
                    <a:pt x="4790" y="8979"/>
                    <a:pt x="4632" y="9011"/>
                  </a:cubicBezTo>
                  <a:cubicBezTo>
                    <a:pt x="4608" y="9015"/>
                    <a:pt x="4584" y="9017"/>
                    <a:pt x="4560" y="9017"/>
                  </a:cubicBezTo>
                  <a:cubicBezTo>
                    <a:pt x="4403" y="9017"/>
                    <a:pt x="4273" y="8927"/>
                    <a:pt x="4191" y="8790"/>
                  </a:cubicBezTo>
                  <a:lnTo>
                    <a:pt x="3655" y="6522"/>
                  </a:lnTo>
                  <a:cubicBezTo>
                    <a:pt x="3592" y="6364"/>
                    <a:pt x="3498" y="6270"/>
                    <a:pt x="3277" y="6270"/>
                  </a:cubicBezTo>
                  <a:lnTo>
                    <a:pt x="1040" y="6270"/>
                  </a:lnTo>
                  <a:cubicBezTo>
                    <a:pt x="914" y="6270"/>
                    <a:pt x="851" y="6207"/>
                    <a:pt x="757" y="6144"/>
                  </a:cubicBezTo>
                  <a:cubicBezTo>
                    <a:pt x="694" y="5986"/>
                    <a:pt x="694" y="5892"/>
                    <a:pt x="694" y="5797"/>
                  </a:cubicBezTo>
                  <a:lnTo>
                    <a:pt x="1419" y="3025"/>
                  </a:lnTo>
                  <a:cubicBezTo>
                    <a:pt x="1453" y="2855"/>
                    <a:pt x="1597" y="2767"/>
                    <a:pt x="1742" y="2767"/>
                  </a:cubicBezTo>
                  <a:close/>
                  <a:moveTo>
                    <a:pt x="2143" y="0"/>
                  </a:moveTo>
                  <a:cubicBezTo>
                    <a:pt x="1419" y="0"/>
                    <a:pt x="788" y="630"/>
                    <a:pt x="788" y="1387"/>
                  </a:cubicBezTo>
                  <a:cubicBezTo>
                    <a:pt x="788" y="1733"/>
                    <a:pt x="946" y="2080"/>
                    <a:pt x="1135" y="2332"/>
                  </a:cubicBezTo>
                  <a:cubicBezTo>
                    <a:pt x="977" y="2426"/>
                    <a:pt x="851" y="2647"/>
                    <a:pt x="788" y="2867"/>
                  </a:cubicBezTo>
                  <a:lnTo>
                    <a:pt x="64" y="5640"/>
                  </a:lnTo>
                  <a:cubicBezTo>
                    <a:pt x="1" y="5955"/>
                    <a:pt x="64" y="6270"/>
                    <a:pt x="253" y="6522"/>
                  </a:cubicBezTo>
                  <a:cubicBezTo>
                    <a:pt x="347" y="6648"/>
                    <a:pt x="473" y="6774"/>
                    <a:pt x="631" y="6805"/>
                  </a:cubicBezTo>
                  <a:lnTo>
                    <a:pt x="32" y="9263"/>
                  </a:lnTo>
                  <a:cubicBezTo>
                    <a:pt x="1" y="9452"/>
                    <a:pt x="95" y="9609"/>
                    <a:pt x="253" y="9672"/>
                  </a:cubicBezTo>
                  <a:cubicBezTo>
                    <a:pt x="281" y="9676"/>
                    <a:pt x="309" y="9678"/>
                    <a:pt x="335" y="9678"/>
                  </a:cubicBezTo>
                  <a:cubicBezTo>
                    <a:pt x="513" y="9678"/>
                    <a:pt x="639" y="9589"/>
                    <a:pt x="694" y="9452"/>
                  </a:cubicBezTo>
                  <a:lnTo>
                    <a:pt x="977" y="8318"/>
                  </a:lnTo>
                  <a:lnTo>
                    <a:pt x="3372" y="8318"/>
                  </a:lnTo>
                  <a:lnTo>
                    <a:pt x="3529" y="8885"/>
                  </a:lnTo>
                  <a:cubicBezTo>
                    <a:pt x="3661" y="9359"/>
                    <a:pt x="4079" y="9679"/>
                    <a:pt x="4526" y="9679"/>
                  </a:cubicBezTo>
                  <a:cubicBezTo>
                    <a:pt x="4613" y="9679"/>
                    <a:pt x="4702" y="9667"/>
                    <a:pt x="4790" y="9641"/>
                  </a:cubicBezTo>
                  <a:cubicBezTo>
                    <a:pt x="5357" y="9483"/>
                    <a:pt x="5703" y="8916"/>
                    <a:pt x="5546" y="8381"/>
                  </a:cubicBezTo>
                  <a:lnTo>
                    <a:pt x="4821" y="5640"/>
                  </a:lnTo>
                  <a:cubicBezTo>
                    <a:pt x="4790" y="5482"/>
                    <a:pt x="4727" y="5325"/>
                    <a:pt x="4601" y="5199"/>
                  </a:cubicBezTo>
                  <a:cubicBezTo>
                    <a:pt x="4758" y="5010"/>
                    <a:pt x="4884" y="4758"/>
                    <a:pt x="4884" y="4474"/>
                  </a:cubicBezTo>
                  <a:cubicBezTo>
                    <a:pt x="4884" y="3907"/>
                    <a:pt x="4412" y="3466"/>
                    <a:pt x="3844" y="3466"/>
                  </a:cubicBezTo>
                  <a:lnTo>
                    <a:pt x="3088" y="3466"/>
                  </a:lnTo>
                  <a:lnTo>
                    <a:pt x="2710" y="2647"/>
                  </a:lnTo>
                  <a:cubicBezTo>
                    <a:pt x="3183" y="2395"/>
                    <a:pt x="3529" y="1922"/>
                    <a:pt x="3529" y="1387"/>
                  </a:cubicBezTo>
                  <a:cubicBezTo>
                    <a:pt x="3529" y="630"/>
                    <a:pt x="2899" y="0"/>
                    <a:pt x="21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2" name="Google Shape;10962;p136"/>
            <p:cNvSpPr/>
            <p:nvPr/>
          </p:nvSpPr>
          <p:spPr>
            <a:xfrm>
              <a:off x="839850" y="2371925"/>
              <a:ext cx="143375" cy="242625"/>
            </a:xfrm>
            <a:custGeom>
              <a:rect b="b" l="l" r="r" t="t"/>
              <a:pathLst>
                <a:path extrusionOk="0" h="9705" w="5735">
                  <a:moveTo>
                    <a:pt x="3624" y="662"/>
                  </a:moveTo>
                  <a:cubicBezTo>
                    <a:pt x="4002" y="662"/>
                    <a:pt x="4317" y="977"/>
                    <a:pt x="4317" y="1355"/>
                  </a:cubicBezTo>
                  <a:cubicBezTo>
                    <a:pt x="4317" y="1765"/>
                    <a:pt x="4002" y="2080"/>
                    <a:pt x="3624" y="2080"/>
                  </a:cubicBezTo>
                  <a:cubicBezTo>
                    <a:pt x="3214" y="2080"/>
                    <a:pt x="2899" y="1765"/>
                    <a:pt x="2899" y="1355"/>
                  </a:cubicBezTo>
                  <a:cubicBezTo>
                    <a:pt x="2899" y="977"/>
                    <a:pt x="3214" y="662"/>
                    <a:pt x="3624" y="662"/>
                  </a:cubicBezTo>
                  <a:close/>
                  <a:moveTo>
                    <a:pt x="4317" y="6900"/>
                  </a:moveTo>
                  <a:lnTo>
                    <a:pt x="4474" y="7593"/>
                  </a:lnTo>
                  <a:lnTo>
                    <a:pt x="2490" y="7593"/>
                  </a:lnTo>
                  <a:lnTo>
                    <a:pt x="2647" y="6900"/>
                  </a:lnTo>
                  <a:close/>
                  <a:moveTo>
                    <a:pt x="3962" y="2731"/>
                  </a:moveTo>
                  <a:cubicBezTo>
                    <a:pt x="4108" y="2731"/>
                    <a:pt x="4250" y="2818"/>
                    <a:pt x="4285" y="2993"/>
                  </a:cubicBezTo>
                  <a:lnTo>
                    <a:pt x="4979" y="5734"/>
                  </a:lnTo>
                  <a:cubicBezTo>
                    <a:pt x="5010" y="6018"/>
                    <a:pt x="4853" y="6207"/>
                    <a:pt x="4632" y="6207"/>
                  </a:cubicBezTo>
                  <a:lnTo>
                    <a:pt x="2395" y="6207"/>
                  </a:lnTo>
                  <a:cubicBezTo>
                    <a:pt x="2238" y="6207"/>
                    <a:pt x="2080" y="6333"/>
                    <a:pt x="2049" y="6490"/>
                  </a:cubicBezTo>
                  <a:lnTo>
                    <a:pt x="1482" y="8727"/>
                  </a:lnTo>
                  <a:cubicBezTo>
                    <a:pt x="1456" y="8883"/>
                    <a:pt x="1323" y="8996"/>
                    <a:pt x="1154" y="8996"/>
                  </a:cubicBezTo>
                  <a:cubicBezTo>
                    <a:pt x="1118" y="8996"/>
                    <a:pt x="1080" y="8990"/>
                    <a:pt x="1040" y="8979"/>
                  </a:cubicBezTo>
                  <a:cubicBezTo>
                    <a:pt x="851" y="8916"/>
                    <a:pt x="725" y="8727"/>
                    <a:pt x="820" y="8538"/>
                  </a:cubicBezTo>
                  <a:lnTo>
                    <a:pt x="1513" y="5766"/>
                  </a:lnTo>
                  <a:cubicBezTo>
                    <a:pt x="1576" y="5608"/>
                    <a:pt x="1671" y="5514"/>
                    <a:pt x="1891" y="5514"/>
                  </a:cubicBezTo>
                  <a:lnTo>
                    <a:pt x="3246" y="5514"/>
                  </a:lnTo>
                  <a:cubicBezTo>
                    <a:pt x="3655" y="5514"/>
                    <a:pt x="4002" y="5262"/>
                    <a:pt x="4222" y="4915"/>
                  </a:cubicBezTo>
                  <a:cubicBezTo>
                    <a:pt x="4285" y="4758"/>
                    <a:pt x="4222" y="4537"/>
                    <a:pt x="4033" y="4442"/>
                  </a:cubicBezTo>
                  <a:cubicBezTo>
                    <a:pt x="3993" y="4426"/>
                    <a:pt x="3948" y="4418"/>
                    <a:pt x="3902" y="4418"/>
                  </a:cubicBezTo>
                  <a:cubicBezTo>
                    <a:pt x="3770" y="4418"/>
                    <a:pt x="3631" y="4483"/>
                    <a:pt x="3561" y="4600"/>
                  </a:cubicBezTo>
                  <a:cubicBezTo>
                    <a:pt x="3529" y="4726"/>
                    <a:pt x="3372" y="4789"/>
                    <a:pt x="3246" y="4789"/>
                  </a:cubicBezTo>
                  <a:lnTo>
                    <a:pt x="1891" y="4789"/>
                  </a:lnTo>
                  <a:cubicBezTo>
                    <a:pt x="1671" y="4789"/>
                    <a:pt x="1513" y="4631"/>
                    <a:pt x="1513" y="4442"/>
                  </a:cubicBezTo>
                  <a:cubicBezTo>
                    <a:pt x="1513" y="4253"/>
                    <a:pt x="1671" y="4096"/>
                    <a:pt x="1891" y="4096"/>
                  </a:cubicBezTo>
                  <a:lnTo>
                    <a:pt x="2836" y="4096"/>
                  </a:lnTo>
                  <a:cubicBezTo>
                    <a:pt x="2931" y="4096"/>
                    <a:pt x="3057" y="4001"/>
                    <a:pt x="3151" y="3907"/>
                  </a:cubicBezTo>
                  <a:cubicBezTo>
                    <a:pt x="3151" y="3844"/>
                    <a:pt x="3655" y="2899"/>
                    <a:pt x="3655" y="2899"/>
                  </a:cubicBezTo>
                  <a:cubicBezTo>
                    <a:pt x="3725" y="2787"/>
                    <a:pt x="3845" y="2731"/>
                    <a:pt x="3962" y="2731"/>
                  </a:cubicBezTo>
                  <a:close/>
                  <a:moveTo>
                    <a:pt x="3529" y="0"/>
                  </a:moveTo>
                  <a:cubicBezTo>
                    <a:pt x="2805" y="0"/>
                    <a:pt x="2175" y="630"/>
                    <a:pt x="2175" y="1355"/>
                  </a:cubicBezTo>
                  <a:cubicBezTo>
                    <a:pt x="2175" y="1922"/>
                    <a:pt x="2490" y="2395"/>
                    <a:pt x="2994" y="2615"/>
                  </a:cubicBezTo>
                  <a:lnTo>
                    <a:pt x="2584" y="3466"/>
                  </a:lnTo>
                  <a:lnTo>
                    <a:pt x="1860" y="3466"/>
                  </a:lnTo>
                  <a:cubicBezTo>
                    <a:pt x="1261" y="3466"/>
                    <a:pt x="820" y="3938"/>
                    <a:pt x="820" y="4474"/>
                  </a:cubicBezTo>
                  <a:cubicBezTo>
                    <a:pt x="820" y="4758"/>
                    <a:pt x="946" y="4978"/>
                    <a:pt x="1103" y="5199"/>
                  </a:cubicBezTo>
                  <a:cubicBezTo>
                    <a:pt x="977" y="5325"/>
                    <a:pt x="914" y="5451"/>
                    <a:pt x="851" y="5608"/>
                  </a:cubicBezTo>
                  <a:lnTo>
                    <a:pt x="158" y="8381"/>
                  </a:lnTo>
                  <a:cubicBezTo>
                    <a:pt x="1" y="8916"/>
                    <a:pt x="347" y="9483"/>
                    <a:pt x="914" y="9641"/>
                  </a:cubicBezTo>
                  <a:cubicBezTo>
                    <a:pt x="1002" y="9667"/>
                    <a:pt x="1091" y="9679"/>
                    <a:pt x="1178" y="9679"/>
                  </a:cubicBezTo>
                  <a:cubicBezTo>
                    <a:pt x="1624" y="9679"/>
                    <a:pt x="2038" y="9359"/>
                    <a:pt x="2143" y="8885"/>
                  </a:cubicBezTo>
                  <a:lnTo>
                    <a:pt x="2332" y="8286"/>
                  </a:lnTo>
                  <a:lnTo>
                    <a:pt x="4695" y="8286"/>
                  </a:lnTo>
                  <a:lnTo>
                    <a:pt x="4947" y="9452"/>
                  </a:lnTo>
                  <a:cubicBezTo>
                    <a:pt x="4995" y="9597"/>
                    <a:pt x="5118" y="9704"/>
                    <a:pt x="5257" y="9704"/>
                  </a:cubicBezTo>
                  <a:cubicBezTo>
                    <a:pt x="5300" y="9704"/>
                    <a:pt x="5344" y="9694"/>
                    <a:pt x="5388" y="9672"/>
                  </a:cubicBezTo>
                  <a:cubicBezTo>
                    <a:pt x="5577" y="9641"/>
                    <a:pt x="5703" y="9452"/>
                    <a:pt x="5609" y="9231"/>
                  </a:cubicBezTo>
                  <a:lnTo>
                    <a:pt x="5042" y="6805"/>
                  </a:lnTo>
                  <a:cubicBezTo>
                    <a:pt x="5514" y="6616"/>
                    <a:pt x="5735" y="6144"/>
                    <a:pt x="5640" y="5640"/>
                  </a:cubicBezTo>
                  <a:lnTo>
                    <a:pt x="4916" y="2867"/>
                  </a:lnTo>
                  <a:cubicBezTo>
                    <a:pt x="4884" y="2647"/>
                    <a:pt x="4758" y="2489"/>
                    <a:pt x="4569" y="2332"/>
                  </a:cubicBezTo>
                  <a:cubicBezTo>
                    <a:pt x="4790" y="2080"/>
                    <a:pt x="4916" y="1733"/>
                    <a:pt x="4916" y="1355"/>
                  </a:cubicBezTo>
                  <a:cubicBezTo>
                    <a:pt x="4916" y="630"/>
                    <a:pt x="4285" y="0"/>
                    <a:pt x="35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3" name="Google Shape;10963;p136"/>
            <p:cNvSpPr/>
            <p:nvPr/>
          </p:nvSpPr>
          <p:spPr>
            <a:xfrm>
              <a:off x="772900" y="2318350"/>
              <a:ext cx="122125" cy="105075"/>
            </a:xfrm>
            <a:custGeom>
              <a:rect b="b" l="l" r="r" t="t"/>
              <a:pathLst>
                <a:path extrusionOk="0" h="4203" w="4885">
                  <a:moveTo>
                    <a:pt x="3844" y="631"/>
                  </a:moveTo>
                  <a:cubicBezTo>
                    <a:pt x="4034" y="631"/>
                    <a:pt x="4223" y="789"/>
                    <a:pt x="4223" y="978"/>
                  </a:cubicBezTo>
                  <a:lnTo>
                    <a:pt x="4223" y="1734"/>
                  </a:lnTo>
                  <a:cubicBezTo>
                    <a:pt x="4223" y="1923"/>
                    <a:pt x="4034" y="2112"/>
                    <a:pt x="3844" y="2112"/>
                  </a:cubicBezTo>
                  <a:cubicBezTo>
                    <a:pt x="3655" y="2143"/>
                    <a:pt x="3498" y="2301"/>
                    <a:pt x="3498" y="2458"/>
                  </a:cubicBezTo>
                  <a:lnTo>
                    <a:pt x="3498" y="2994"/>
                  </a:lnTo>
                  <a:lnTo>
                    <a:pt x="2679" y="2206"/>
                  </a:lnTo>
                  <a:cubicBezTo>
                    <a:pt x="2584" y="2143"/>
                    <a:pt x="2521" y="2112"/>
                    <a:pt x="2427" y="2112"/>
                  </a:cubicBezTo>
                  <a:lnTo>
                    <a:pt x="1009" y="2112"/>
                  </a:lnTo>
                  <a:cubicBezTo>
                    <a:pt x="820" y="2112"/>
                    <a:pt x="662" y="1923"/>
                    <a:pt x="662" y="1734"/>
                  </a:cubicBezTo>
                  <a:lnTo>
                    <a:pt x="662" y="978"/>
                  </a:lnTo>
                  <a:cubicBezTo>
                    <a:pt x="662" y="789"/>
                    <a:pt x="820" y="631"/>
                    <a:pt x="1009" y="631"/>
                  </a:cubicBezTo>
                  <a:close/>
                  <a:moveTo>
                    <a:pt x="1009" y="1"/>
                  </a:moveTo>
                  <a:cubicBezTo>
                    <a:pt x="442" y="1"/>
                    <a:pt x="1" y="474"/>
                    <a:pt x="1" y="1041"/>
                  </a:cubicBezTo>
                  <a:lnTo>
                    <a:pt x="1" y="1765"/>
                  </a:lnTo>
                  <a:cubicBezTo>
                    <a:pt x="1" y="2364"/>
                    <a:pt x="473" y="2805"/>
                    <a:pt x="1009" y="2805"/>
                  </a:cubicBezTo>
                  <a:lnTo>
                    <a:pt x="2269" y="2805"/>
                  </a:lnTo>
                  <a:lnTo>
                    <a:pt x="3592" y="4097"/>
                  </a:lnTo>
                  <a:cubicBezTo>
                    <a:pt x="3663" y="4167"/>
                    <a:pt x="3770" y="4203"/>
                    <a:pt x="3872" y="4203"/>
                  </a:cubicBezTo>
                  <a:cubicBezTo>
                    <a:pt x="3906" y="4203"/>
                    <a:pt x="3939" y="4199"/>
                    <a:pt x="3970" y="4191"/>
                  </a:cubicBezTo>
                  <a:cubicBezTo>
                    <a:pt x="4097" y="4160"/>
                    <a:pt x="4160" y="4002"/>
                    <a:pt x="4160" y="3876"/>
                  </a:cubicBezTo>
                  <a:lnTo>
                    <a:pt x="4160" y="2773"/>
                  </a:lnTo>
                  <a:cubicBezTo>
                    <a:pt x="4569" y="2616"/>
                    <a:pt x="4884" y="2238"/>
                    <a:pt x="4884" y="1765"/>
                  </a:cubicBezTo>
                  <a:lnTo>
                    <a:pt x="4884" y="1041"/>
                  </a:lnTo>
                  <a:cubicBezTo>
                    <a:pt x="4884" y="442"/>
                    <a:pt x="4412" y="1"/>
                    <a:pt x="384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64" name="Google Shape;10964;p136"/>
          <p:cNvSpPr/>
          <p:nvPr/>
        </p:nvSpPr>
        <p:spPr>
          <a:xfrm>
            <a:off x="4867924" y="2197454"/>
            <a:ext cx="348513" cy="349427"/>
          </a:xfrm>
          <a:custGeom>
            <a:rect b="b" l="l" r="r" t="t"/>
            <a:pathLst>
              <a:path extrusionOk="0" h="11846" w="11815">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65" name="Google Shape;10965;p136"/>
          <p:cNvGrpSpPr/>
          <p:nvPr/>
        </p:nvGrpSpPr>
        <p:grpSpPr>
          <a:xfrm>
            <a:off x="7094699" y="1304859"/>
            <a:ext cx="309517" cy="348071"/>
            <a:chOff x="2523000" y="1954875"/>
            <a:chExt cx="262325" cy="295000"/>
          </a:xfrm>
        </p:grpSpPr>
        <p:sp>
          <p:nvSpPr>
            <p:cNvPr id="10966" name="Google Shape;10966;p136"/>
            <p:cNvSpPr/>
            <p:nvPr/>
          </p:nvSpPr>
          <p:spPr>
            <a:xfrm>
              <a:off x="2523000" y="1954875"/>
              <a:ext cx="262325" cy="295000"/>
            </a:xfrm>
            <a:custGeom>
              <a:rect b="b" l="l" r="r" t="t"/>
              <a:pathLst>
                <a:path extrusionOk="0" h="11800" w="10493">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7" name="Google Shape;10967;p136"/>
            <p:cNvSpPr/>
            <p:nvPr/>
          </p:nvSpPr>
          <p:spPr>
            <a:xfrm>
              <a:off x="2595475" y="2024575"/>
              <a:ext cx="122100" cy="138650"/>
            </a:xfrm>
            <a:custGeom>
              <a:rect b="b" l="l" r="r" t="t"/>
              <a:pathLst>
                <a:path extrusionOk="0" h="5546" w="4884">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68" name="Google Shape;10968;p136"/>
          <p:cNvGrpSpPr/>
          <p:nvPr/>
        </p:nvGrpSpPr>
        <p:grpSpPr>
          <a:xfrm>
            <a:off x="7073800" y="1756125"/>
            <a:ext cx="351315" cy="348542"/>
            <a:chOff x="2508825" y="2318350"/>
            <a:chExt cx="297750" cy="295400"/>
          </a:xfrm>
        </p:grpSpPr>
        <p:sp>
          <p:nvSpPr>
            <p:cNvPr id="10969" name="Google Shape;10969;p136"/>
            <p:cNvSpPr/>
            <p:nvPr/>
          </p:nvSpPr>
          <p:spPr>
            <a:xfrm>
              <a:off x="2508825" y="2318350"/>
              <a:ext cx="297750" cy="295400"/>
            </a:xfrm>
            <a:custGeom>
              <a:rect b="b" l="l" r="r" t="t"/>
              <a:pathLst>
                <a:path extrusionOk="0" h="11816" w="11910">
                  <a:moveTo>
                    <a:pt x="5892" y="694"/>
                  </a:moveTo>
                  <a:cubicBezTo>
                    <a:pt x="7625" y="694"/>
                    <a:pt x="9043" y="2112"/>
                    <a:pt x="9043" y="3845"/>
                  </a:cubicBezTo>
                  <a:cubicBezTo>
                    <a:pt x="9043" y="5483"/>
                    <a:pt x="7751" y="6838"/>
                    <a:pt x="6081" y="6932"/>
                  </a:cubicBezTo>
                  <a:cubicBezTo>
                    <a:pt x="6018" y="6932"/>
                    <a:pt x="5987" y="6901"/>
                    <a:pt x="5924" y="6869"/>
                  </a:cubicBezTo>
                  <a:lnTo>
                    <a:pt x="5766" y="6711"/>
                  </a:lnTo>
                  <a:cubicBezTo>
                    <a:pt x="5297" y="6298"/>
                    <a:pt x="4683" y="6101"/>
                    <a:pt x="4072" y="6101"/>
                  </a:cubicBezTo>
                  <a:cubicBezTo>
                    <a:pt x="3985" y="6101"/>
                    <a:pt x="3899" y="6105"/>
                    <a:pt x="3813" y="6113"/>
                  </a:cubicBezTo>
                  <a:cubicBezTo>
                    <a:pt x="3151" y="5577"/>
                    <a:pt x="2773" y="4727"/>
                    <a:pt x="2773" y="3845"/>
                  </a:cubicBezTo>
                  <a:cubicBezTo>
                    <a:pt x="2773" y="2112"/>
                    <a:pt x="4191" y="694"/>
                    <a:pt x="5892" y="694"/>
                  </a:cubicBezTo>
                  <a:close/>
                  <a:moveTo>
                    <a:pt x="4171" y="6822"/>
                  </a:moveTo>
                  <a:cubicBezTo>
                    <a:pt x="4577" y="6822"/>
                    <a:pt x="4979" y="6964"/>
                    <a:pt x="5294" y="7247"/>
                  </a:cubicBezTo>
                  <a:cubicBezTo>
                    <a:pt x="5420" y="7373"/>
                    <a:pt x="5735" y="7657"/>
                    <a:pt x="5892" y="7657"/>
                  </a:cubicBezTo>
                  <a:lnTo>
                    <a:pt x="7972" y="7657"/>
                  </a:lnTo>
                  <a:cubicBezTo>
                    <a:pt x="8192" y="7657"/>
                    <a:pt x="8350" y="7814"/>
                    <a:pt x="8350" y="8003"/>
                  </a:cubicBezTo>
                  <a:cubicBezTo>
                    <a:pt x="8350" y="8192"/>
                    <a:pt x="8192" y="8350"/>
                    <a:pt x="7972" y="8350"/>
                  </a:cubicBezTo>
                  <a:lnTo>
                    <a:pt x="5514" y="8350"/>
                  </a:lnTo>
                  <a:cubicBezTo>
                    <a:pt x="5294" y="8350"/>
                    <a:pt x="5136" y="8507"/>
                    <a:pt x="5136" y="8728"/>
                  </a:cubicBezTo>
                  <a:cubicBezTo>
                    <a:pt x="5136" y="8917"/>
                    <a:pt x="5294" y="9074"/>
                    <a:pt x="5514" y="9074"/>
                  </a:cubicBezTo>
                  <a:lnTo>
                    <a:pt x="8224" y="9074"/>
                  </a:lnTo>
                  <a:cubicBezTo>
                    <a:pt x="8507" y="9074"/>
                    <a:pt x="8759" y="8948"/>
                    <a:pt x="8980" y="8759"/>
                  </a:cubicBezTo>
                  <a:lnTo>
                    <a:pt x="10492" y="7090"/>
                  </a:lnTo>
                  <a:cubicBezTo>
                    <a:pt x="10568" y="7033"/>
                    <a:pt x="10666" y="6987"/>
                    <a:pt x="10766" y="6987"/>
                  </a:cubicBezTo>
                  <a:cubicBezTo>
                    <a:pt x="10833" y="6987"/>
                    <a:pt x="10902" y="7008"/>
                    <a:pt x="10965" y="7058"/>
                  </a:cubicBezTo>
                  <a:cubicBezTo>
                    <a:pt x="11122" y="7184"/>
                    <a:pt x="11185" y="7373"/>
                    <a:pt x="11059" y="7531"/>
                  </a:cubicBezTo>
                  <a:lnTo>
                    <a:pt x="9389" y="9767"/>
                  </a:lnTo>
                  <a:cubicBezTo>
                    <a:pt x="9074" y="10209"/>
                    <a:pt x="8570" y="10492"/>
                    <a:pt x="8035" y="10492"/>
                  </a:cubicBezTo>
                  <a:lnTo>
                    <a:pt x="2773" y="10492"/>
                  </a:lnTo>
                  <a:lnTo>
                    <a:pt x="2773" y="7468"/>
                  </a:lnTo>
                  <a:lnTo>
                    <a:pt x="3025" y="7247"/>
                  </a:lnTo>
                  <a:cubicBezTo>
                    <a:pt x="3356" y="6964"/>
                    <a:pt x="3766" y="6822"/>
                    <a:pt x="4171" y="6822"/>
                  </a:cubicBezTo>
                  <a:close/>
                  <a:moveTo>
                    <a:pt x="1734" y="6932"/>
                  </a:moveTo>
                  <a:cubicBezTo>
                    <a:pt x="1923" y="6932"/>
                    <a:pt x="2080" y="7090"/>
                    <a:pt x="2080" y="7310"/>
                  </a:cubicBezTo>
                  <a:lnTo>
                    <a:pt x="2080" y="10807"/>
                  </a:lnTo>
                  <a:cubicBezTo>
                    <a:pt x="2080" y="10996"/>
                    <a:pt x="1923" y="11154"/>
                    <a:pt x="1734" y="11154"/>
                  </a:cubicBezTo>
                  <a:lnTo>
                    <a:pt x="662" y="11154"/>
                  </a:lnTo>
                  <a:lnTo>
                    <a:pt x="662" y="6932"/>
                  </a:lnTo>
                  <a:close/>
                  <a:moveTo>
                    <a:pt x="5924" y="1"/>
                  </a:moveTo>
                  <a:cubicBezTo>
                    <a:pt x="3844" y="1"/>
                    <a:pt x="2112" y="1734"/>
                    <a:pt x="2112" y="3845"/>
                  </a:cubicBezTo>
                  <a:cubicBezTo>
                    <a:pt x="2112" y="4790"/>
                    <a:pt x="2458" y="5672"/>
                    <a:pt x="3088" y="6396"/>
                  </a:cubicBezTo>
                  <a:cubicBezTo>
                    <a:pt x="2931" y="6459"/>
                    <a:pt x="2773" y="6585"/>
                    <a:pt x="2616" y="6711"/>
                  </a:cubicBezTo>
                  <a:cubicBezTo>
                    <a:pt x="2427" y="6428"/>
                    <a:pt x="2112" y="6270"/>
                    <a:pt x="1765" y="6270"/>
                  </a:cubicBezTo>
                  <a:lnTo>
                    <a:pt x="347" y="6270"/>
                  </a:lnTo>
                  <a:cubicBezTo>
                    <a:pt x="158" y="6270"/>
                    <a:pt x="1" y="6428"/>
                    <a:pt x="1" y="6585"/>
                  </a:cubicBezTo>
                  <a:lnTo>
                    <a:pt x="1" y="11469"/>
                  </a:lnTo>
                  <a:cubicBezTo>
                    <a:pt x="1" y="11658"/>
                    <a:pt x="158" y="11815"/>
                    <a:pt x="347" y="11815"/>
                  </a:cubicBezTo>
                  <a:lnTo>
                    <a:pt x="1765" y="11815"/>
                  </a:lnTo>
                  <a:cubicBezTo>
                    <a:pt x="2238" y="11815"/>
                    <a:pt x="2584" y="11563"/>
                    <a:pt x="2742" y="11122"/>
                  </a:cubicBezTo>
                  <a:lnTo>
                    <a:pt x="8035" y="11122"/>
                  </a:lnTo>
                  <a:cubicBezTo>
                    <a:pt x="8759" y="11122"/>
                    <a:pt x="9515" y="10776"/>
                    <a:pt x="9956" y="10146"/>
                  </a:cubicBezTo>
                  <a:lnTo>
                    <a:pt x="11595" y="7877"/>
                  </a:lnTo>
                  <a:cubicBezTo>
                    <a:pt x="11910" y="7468"/>
                    <a:pt x="11878" y="6838"/>
                    <a:pt x="11437" y="6459"/>
                  </a:cubicBezTo>
                  <a:cubicBezTo>
                    <a:pt x="11249" y="6301"/>
                    <a:pt x="11015" y="6221"/>
                    <a:pt x="10780" y="6221"/>
                  </a:cubicBezTo>
                  <a:cubicBezTo>
                    <a:pt x="10503" y="6221"/>
                    <a:pt x="10224" y="6332"/>
                    <a:pt x="10019" y="6554"/>
                  </a:cubicBezTo>
                  <a:lnTo>
                    <a:pt x="9011" y="7657"/>
                  </a:lnTo>
                  <a:cubicBezTo>
                    <a:pt x="8885" y="7247"/>
                    <a:pt x="8539" y="6932"/>
                    <a:pt x="8098" y="6932"/>
                  </a:cubicBezTo>
                  <a:cubicBezTo>
                    <a:pt x="8287" y="6838"/>
                    <a:pt x="8444" y="6680"/>
                    <a:pt x="8602" y="6522"/>
                  </a:cubicBezTo>
                  <a:cubicBezTo>
                    <a:pt x="9358" y="5798"/>
                    <a:pt x="9767" y="4821"/>
                    <a:pt x="9767" y="3845"/>
                  </a:cubicBezTo>
                  <a:cubicBezTo>
                    <a:pt x="9767" y="1734"/>
                    <a:pt x="8035" y="1"/>
                    <a:pt x="592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0" name="Google Shape;10970;p136"/>
            <p:cNvSpPr/>
            <p:nvPr/>
          </p:nvSpPr>
          <p:spPr>
            <a:xfrm>
              <a:off x="2629350" y="2353025"/>
              <a:ext cx="54350" cy="121300"/>
            </a:xfrm>
            <a:custGeom>
              <a:rect b="b" l="l" r="r" t="t"/>
              <a:pathLst>
                <a:path extrusionOk="0" h="4852" w="2174">
                  <a:moveTo>
                    <a:pt x="1071" y="0"/>
                  </a:moveTo>
                  <a:cubicBezTo>
                    <a:pt x="882" y="0"/>
                    <a:pt x="725" y="158"/>
                    <a:pt x="725" y="347"/>
                  </a:cubicBezTo>
                  <a:lnTo>
                    <a:pt x="725" y="756"/>
                  </a:lnTo>
                  <a:cubicBezTo>
                    <a:pt x="315" y="914"/>
                    <a:pt x="63" y="1292"/>
                    <a:pt x="63" y="1733"/>
                  </a:cubicBezTo>
                  <a:cubicBezTo>
                    <a:pt x="0" y="2332"/>
                    <a:pt x="473" y="2804"/>
                    <a:pt x="1071" y="2804"/>
                  </a:cubicBezTo>
                  <a:cubicBezTo>
                    <a:pt x="1260" y="2804"/>
                    <a:pt x="1418" y="2962"/>
                    <a:pt x="1418" y="3151"/>
                  </a:cubicBezTo>
                  <a:cubicBezTo>
                    <a:pt x="1418" y="3308"/>
                    <a:pt x="1355" y="3434"/>
                    <a:pt x="1229" y="3466"/>
                  </a:cubicBezTo>
                  <a:cubicBezTo>
                    <a:pt x="1185" y="3492"/>
                    <a:pt x="1140" y="3503"/>
                    <a:pt x="1093" y="3503"/>
                  </a:cubicBezTo>
                  <a:cubicBezTo>
                    <a:pt x="970" y="3503"/>
                    <a:pt x="839" y="3422"/>
                    <a:pt x="725" y="3308"/>
                  </a:cubicBezTo>
                  <a:cubicBezTo>
                    <a:pt x="662" y="3245"/>
                    <a:pt x="575" y="3214"/>
                    <a:pt x="488" y="3214"/>
                  </a:cubicBezTo>
                  <a:cubicBezTo>
                    <a:pt x="402" y="3214"/>
                    <a:pt x="315" y="3245"/>
                    <a:pt x="252" y="3308"/>
                  </a:cubicBezTo>
                  <a:cubicBezTo>
                    <a:pt x="126" y="3434"/>
                    <a:pt x="126" y="3655"/>
                    <a:pt x="252" y="3781"/>
                  </a:cubicBezTo>
                  <a:cubicBezTo>
                    <a:pt x="410" y="3938"/>
                    <a:pt x="567" y="4064"/>
                    <a:pt x="756" y="4096"/>
                  </a:cubicBezTo>
                  <a:lnTo>
                    <a:pt x="756" y="4505"/>
                  </a:lnTo>
                  <a:cubicBezTo>
                    <a:pt x="756" y="4694"/>
                    <a:pt x="914" y="4852"/>
                    <a:pt x="1103" y="4852"/>
                  </a:cubicBezTo>
                  <a:cubicBezTo>
                    <a:pt x="1323" y="4852"/>
                    <a:pt x="1481" y="4694"/>
                    <a:pt x="1481" y="4505"/>
                  </a:cubicBezTo>
                  <a:lnTo>
                    <a:pt x="1481" y="4096"/>
                  </a:lnTo>
                  <a:cubicBezTo>
                    <a:pt x="1481" y="4096"/>
                    <a:pt x="1512" y="4096"/>
                    <a:pt x="1512" y="4064"/>
                  </a:cubicBezTo>
                  <a:cubicBezTo>
                    <a:pt x="1890" y="3907"/>
                    <a:pt x="2142" y="3497"/>
                    <a:pt x="2142" y="3119"/>
                  </a:cubicBezTo>
                  <a:cubicBezTo>
                    <a:pt x="2142" y="2521"/>
                    <a:pt x="1670" y="2079"/>
                    <a:pt x="1103" y="2079"/>
                  </a:cubicBezTo>
                  <a:cubicBezTo>
                    <a:pt x="914" y="2079"/>
                    <a:pt x="756" y="1922"/>
                    <a:pt x="756" y="1733"/>
                  </a:cubicBezTo>
                  <a:cubicBezTo>
                    <a:pt x="756" y="1575"/>
                    <a:pt x="851" y="1449"/>
                    <a:pt x="1008" y="1418"/>
                  </a:cubicBezTo>
                  <a:cubicBezTo>
                    <a:pt x="1047" y="1405"/>
                    <a:pt x="1085" y="1399"/>
                    <a:pt x="1124" y="1399"/>
                  </a:cubicBezTo>
                  <a:cubicBezTo>
                    <a:pt x="1273" y="1399"/>
                    <a:pt x="1418" y="1494"/>
                    <a:pt x="1544" y="1670"/>
                  </a:cubicBezTo>
                  <a:cubicBezTo>
                    <a:pt x="1610" y="1753"/>
                    <a:pt x="1703" y="1792"/>
                    <a:pt x="1795" y="1792"/>
                  </a:cubicBezTo>
                  <a:cubicBezTo>
                    <a:pt x="1876" y="1792"/>
                    <a:pt x="1957" y="1761"/>
                    <a:pt x="2016" y="1701"/>
                  </a:cubicBezTo>
                  <a:cubicBezTo>
                    <a:pt x="2174" y="1575"/>
                    <a:pt x="2174" y="1323"/>
                    <a:pt x="2048" y="1229"/>
                  </a:cubicBezTo>
                  <a:cubicBezTo>
                    <a:pt x="1859" y="977"/>
                    <a:pt x="1670" y="819"/>
                    <a:pt x="1418" y="756"/>
                  </a:cubicBezTo>
                  <a:lnTo>
                    <a:pt x="1418" y="347"/>
                  </a:lnTo>
                  <a:cubicBezTo>
                    <a:pt x="1418" y="158"/>
                    <a:pt x="1260" y="0"/>
                    <a:pt x="10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71" name="Google Shape;10971;p136"/>
          <p:cNvSpPr/>
          <p:nvPr/>
        </p:nvSpPr>
        <p:spPr>
          <a:xfrm>
            <a:off x="7074663" y="2197454"/>
            <a:ext cx="349457" cy="349427"/>
          </a:xfrm>
          <a:custGeom>
            <a:rect b="b" l="l" r="r" t="t"/>
            <a:pathLst>
              <a:path extrusionOk="0" h="11846" w="11847">
                <a:moveTo>
                  <a:pt x="10744" y="3718"/>
                </a:moveTo>
                <a:lnTo>
                  <a:pt x="10428" y="4348"/>
                </a:lnTo>
                <a:cubicBezTo>
                  <a:pt x="10397" y="4442"/>
                  <a:pt x="10397" y="4568"/>
                  <a:pt x="10428" y="4663"/>
                </a:cubicBezTo>
                <a:lnTo>
                  <a:pt x="10744" y="5293"/>
                </a:lnTo>
                <a:lnTo>
                  <a:pt x="9483" y="4915"/>
                </a:lnTo>
                <a:lnTo>
                  <a:pt x="9105" y="4505"/>
                </a:lnTo>
                <a:lnTo>
                  <a:pt x="9483" y="4127"/>
                </a:lnTo>
                <a:lnTo>
                  <a:pt x="10744" y="3718"/>
                </a:lnTo>
                <a:close/>
                <a:moveTo>
                  <a:pt x="4443" y="3497"/>
                </a:moveTo>
                <a:cubicBezTo>
                  <a:pt x="4884" y="3497"/>
                  <a:pt x="5262" y="3781"/>
                  <a:pt x="5419" y="4190"/>
                </a:cubicBezTo>
                <a:lnTo>
                  <a:pt x="4443" y="4190"/>
                </a:lnTo>
                <a:cubicBezTo>
                  <a:pt x="4253" y="4190"/>
                  <a:pt x="4096" y="4348"/>
                  <a:pt x="4096" y="4568"/>
                </a:cubicBezTo>
                <a:cubicBezTo>
                  <a:pt x="4096" y="4663"/>
                  <a:pt x="4253" y="4820"/>
                  <a:pt x="4443" y="4820"/>
                </a:cubicBezTo>
                <a:lnTo>
                  <a:pt x="5419" y="4820"/>
                </a:lnTo>
                <a:cubicBezTo>
                  <a:pt x="5262" y="5230"/>
                  <a:pt x="4915" y="5545"/>
                  <a:pt x="4443" y="5545"/>
                </a:cubicBezTo>
                <a:cubicBezTo>
                  <a:pt x="3844" y="5545"/>
                  <a:pt x="3434" y="5072"/>
                  <a:pt x="3434" y="4505"/>
                </a:cubicBezTo>
                <a:cubicBezTo>
                  <a:pt x="3434" y="3970"/>
                  <a:pt x="3907" y="3497"/>
                  <a:pt x="4443" y="3497"/>
                </a:cubicBezTo>
                <a:close/>
                <a:moveTo>
                  <a:pt x="4443" y="2080"/>
                </a:moveTo>
                <a:cubicBezTo>
                  <a:pt x="5671" y="2080"/>
                  <a:pt x="6679" y="2993"/>
                  <a:pt x="6837" y="4159"/>
                </a:cubicBezTo>
                <a:lnTo>
                  <a:pt x="6144" y="4159"/>
                </a:lnTo>
                <a:cubicBezTo>
                  <a:pt x="5986" y="3371"/>
                  <a:pt x="5262" y="2773"/>
                  <a:pt x="4443" y="2773"/>
                </a:cubicBezTo>
                <a:cubicBezTo>
                  <a:pt x="3497" y="2773"/>
                  <a:pt x="2710" y="3560"/>
                  <a:pt x="2710" y="4505"/>
                </a:cubicBezTo>
                <a:cubicBezTo>
                  <a:pt x="2710" y="5451"/>
                  <a:pt x="3497" y="6238"/>
                  <a:pt x="4443" y="6238"/>
                </a:cubicBezTo>
                <a:cubicBezTo>
                  <a:pt x="5262" y="6238"/>
                  <a:pt x="5986" y="5671"/>
                  <a:pt x="6144" y="4883"/>
                </a:cubicBezTo>
                <a:lnTo>
                  <a:pt x="6837" y="4883"/>
                </a:lnTo>
                <a:cubicBezTo>
                  <a:pt x="6679" y="6049"/>
                  <a:pt x="5671" y="6963"/>
                  <a:pt x="4443" y="6963"/>
                </a:cubicBezTo>
                <a:cubicBezTo>
                  <a:pt x="3119" y="6963"/>
                  <a:pt x="2017" y="5860"/>
                  <a:pt x="2017" y="4505"/>
                </a:cubicBezTo>
                <a:cubicBezTo>
                  <a:pt x="2017" y="3182"/>
                  <a:pt x="3119" y="2080"/>
                  <a:pt x="4443" y="2080"/>
                </a:cubicBezTo>
                <a:close/>
                <a:moveTo>
                  <a:pt x="4474" y="662"/>
                </a:moveTo>
                <a:cubicBezTo>
                  <a:pt x="6459" y="662"/>
                  <a:pt x="8097" y="2206"/>
                  <a:pt x="8255" y="4127"/>
                </a:cubicBezTo>
                <a:lnTo>
                  <a:pt x="7562" y="4127"/>
                </a:lnTo>
                <a:cubicBezTo>
                  <a:pt x="7372" y="2584"/>
                  <a:pt x="6049" y="1355"/>
                  <a:pt x="4443" y="1355"/>
                </a:cubicBezTo>
                <a:cubicBezTo>
                  <a:pt x="2710" y="1355"/>
                  <a:pt x="1324" y="2773"/>
                  <a:pt x="1324" y="4474"/>
                </a:cubicBezTo>
                <a:cubicBezTo>
                  <a:pt x="1324" y="6175"/>
                  <a:pt x="2741" y="7593"/>
                  <a:pt x="4443" y="7593"/>
                </a:cubicBezTo>
                <a:cubicBezTo>
                  <a:pt x="6049" y="7593"/>
                  <a:pt x="7372" y="6364"/>
                  <a:pt x="7562" y="4820"/>
                </a:cubicBezTo>
                <a:lnTo>
                  <a:pt x="8255" y="4820"/>
                </a:lnTo>
                <a:cubicBezTo>
                  <a:pt x="8097" y="6774"/>
                  <a:pt x="6459" y="8286"/>
                  <a:pt x="4474" y="8286"/>
                </a:cubicBezTo>
                <a:cubicBezTo>
                  <a:pt x="2395" y="8286"/>
                  <a:pt x="662" y="6616"/>
                  <a:pt x="662" y="4474"/>
                </a:cubicBezTo>
                <a:cubicBezTo>
                  <a:pt x="662" y="2363"/>
                  <a:pt x="2363" y="662"/>
                  <a:pt x="4474" y="662"/>
                </a:cubicBezTo>
                <a:close/>
                <a:moveTo>
                  <a:pt x="5734" y="8822"/>
                </a:moveTo>
                <a:lnTo>
                  <a:pt x="6049" y="9767"/>
                </a:lnTo>
                <a:lnTo>
                  <a:pt x="2836" y="9767"/>
                </a:lnTo>
                <a:lnTo>
                  <a:pt x="3151" y="8822"/>
                </a:lnTo>
                <a:cubicBezTo>
                  <a:pt x="3529" y="8916"/>
                  <a:pt x="4001" y="9011"/>
                  <a:pt x="4443" y="9011"/>
                </a:cubicBezTo>
                <a:cubicBezTo>
                  <a:pt x="4884" y="9011"/>
                  <a:pt x="5356" y="8916"/>
                  <a:pt x="5734" y="8822"/>
                </a:cubicBezTo>
                <a:close/>
                <a:moveTo>
                  <a:pt x="6522" y="10428"/>
                </a:moveTo>
                <a:cubicBezTo>
                  <a:pt x="6963" y="10428"/>
                  <a:pt x="7372" y="10680"/>
                  <a:pt x="7530" y="11121"/>
                </a:cubicBezTo>
                <a:lnTo>
                  <a:pt x="1418" y="11121"/>
                </a:lnTo>
                <a:cubicBezTo>
                  <a:pt x="1576" y="10743"/>
                  <a:pt x="1922" y="10428"/>
                  <a:pt x="2395" y="10428"/>
                </a:cubicBezTo>
                <a:close/>
                <a:moveTo>
                  <a:pt x="4474" y="0"/>
                </a:moveTo>
                <a:cubicBezTo>
                  <a:pt x="1985" y="0"/>
                  <a:pt x="0" y="1985"/>
                  <a:pt x="0" y="4474"/>
                </a:cubicBezTo>
                <a:cubicBezTo>
                  <a:pt x="0" y="6238"/>
                  <a:pt x="1040" y="7813"/>
                  <a:pt x="2552" y="8538"/>
                </a:cubicBezTo>
                <a:lnTo>
                  <a:pt x="2143" y="9767"/>
                </a:lnTo>
                <a:cubicBezTo>
                  <a:pt x="1324" y="9861"/>
                  <a:pt x="693" y="10586"/>
                  <a:pt x="693" y="11499"/>
                </a:cubicBezTo>
                <a:cubicBezTo>
                  <a:pt x="693" y="11688"/>
                  <a:pt x="851" y="11846"/>
                  <a:pt x="1040" y="11846"/>
                </a:cubicBezTo>
                <a:lnTo>
                  <a:pt x="7971" y="11846"/>
                </a:lnTo>
                <a:cubicBezTo>
                  <a:pt x="8192" y="11846"/>
                  <a:pt x="8349" y="11688"/>
                  <a:pt x="8349" y="11499"/>
                </a:cubicBezTo>
                <a:cubicBezTo>
                  <a:pt x="8349" y="10617"/>
                  <a:pt x="7719" y="9924"/>
                  <a:pt x="6900" y="9767"/>
                </a:cubicBezTo>
                <a:lnTo>
                  <a:pt x="6490" y="8538"/>
                </a:lnTo>
                <a:cubicBezTo>
                  <a:pt x="7782" y="7908"/>
                  <a:pt x="8727" y="6679"/>
                  <a:pt x="8979" y="5230"/>
                </a:cubicBezTo>
                <a:lnTo>
                  <a:pt x="9137" y="5388"/>
                </a:lnTo>
                <a:cubicBezTo>
                  <a:pt x="9168" y="5419"/>
                  <a:pt x="9200" y="5451"/>
                  <a:pt x="9263" y="5451"/>
                </a:cubicBezTo>
                <a:lnTo>
                  <a:pt x="11374" y="6175"/>
                </a:lnTo>
                <a:cubicBezTo>
                  <a:pt x="11403" y="6183"/>
                  <a:pt x="11435" y="6186"/>
                  <a:pt x="11466" y="6186"/>
                </a:cubicBezTo>
                <a:cubicBezTo>
                  <a:pt x="11569" y="6186"/>
                  <a:pt x="11672" y="6145"/>
                  <a:pt x="11720" y="6049"/>
                </a:cubicBezTo>
                <a:cubicBezTo>
                  <a:pt x="11815" y="5923"/>
                  <a:pt x="11846" y="5766"/>
                  <a:pt x="11783" y="5671"/>
                </a:cubicBezTo>
                <a:lnTo>
                  <a:pt x="11153" y="4442"/>
                </a:lnTo>
                <a:lnTo>
                  <a:pt x="11783" y="3214"/>
                </a:lnTo>
                <a:cubicBezTo>
                  <a:pt x="11815" y="3151"/>
                  <a:pt x="11783" y="2993"/>
                  <a:pt x="11689" y="2899"/>
                </a:cubicBezTo>
                <a:cubicBezTo>
                  <a:pt x="11641" y="2802"/>
                  <a:pt x="11519" y="2761"/>
                  <a:pt x="11422" y="2761"/>
                </a:cubicBezTo>
                <a:cubicBezTo>
                  <a:pt x="11392" y="2761"/>
                  <a:pt x="11364" y="2765"/>
                  <a:pt x="11342" y="2773"/>
                </a:cubicBezTo>
                <a:lnTo>
                  <a:pt x="9200" y="3497"/>
                </a:lnTo>
                <a:cubicBezTo>
                  <a:pt x="9168" y="3497"/>
                  <a:pt x="9105" y="3529"/>
                  <a:pt x="9105" y="3560"/>
                </a:cubicBezTo>
                <a:lnTo>
                  <a:pt x="8916" y="3718"/>
                </a:lnTo>
                <a:cubicBezTo>
                  <a:pt x="8570" y="1607"/>
                  <a:pt x="6742" y="0"/>
                  <a:pt x="447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72" name="Google Shape;10972;p136"/>
          <p:cNvGrpSpPr/>
          <p:nvPr/>
        </p:nvGrpSpPr>
        <p:grpSpPr>
          <a:xfrm>
            <a:off x="5747373" y="2670178"/>
            <a:ext cx="347599" cy="348513"/>
            <a:chOff x="4321150" y="1946600"/>
            <a:chExt cx="294600" cy="295375"/>
          </a:xfrm>
        </p:grpSpPr>
        <p:sp>
          <p:nvSpPr>
            <p:cNvPr id="10973" name="Google Shape;10973;p136"/>
            <p:cNvSpPr/>
            <p:nvPr/>
          </p:nvSpPr>
          <p:spPr>
            <a:xfrm>
              <a:off x="4321150" y="1946600"/>
              <a:ext cx="294600" cy="295375"/>
            </a:xfrm>
            <a:custGeom>
              <a:rect b="b" l="l" r="r" t="t"/>
              <a:pathLst>
                <a:path extrusionOk="0" h="11815" w="11784">
                  <a:moveTo>
                    <a:pt x="9043" y="662"/>
                  </a:moveTo>
                  <a:lnTo>
                    <a:pt x="9043" y="2080"/>
                  </a:lnTo>
                  <a:lnTo>
                    <a:pt x="2742" y="2080"/>
                  </a:lnTo>
                  <a:lnTo>
                    <a:pt x="2742" y="662"/>
                  </a:lnTo>
                  <a:close/>
                  <a:moveTo>
                    <a:pt x="10775" y="2742"/>
                  </a:moveTo>
                  <a:cubicBezTo>
                    <a:pt x="10996" y="2742"/>
                    <a:pt x="11153" y="2899"/>
                    <a:pt x="11153" y="3120"/>
                  </a:cubicBezTo>
                  <a:lnTo>
                    <a:pt x="11153" y="6554"/>
                  </a:lnTo>
                  <a:cubicBezTo>
                    <a:pt x="11153" y="6774"/>
                    <a:pt x="10996" y="6932"/>
                    <a:pt x="10775" y="6932"/>
                  </a:cubicBezTo>
                  <a:lnTo>
                    <a:pt x="9767" y="6932"/>
                  </a:lnTo>
                  <a:lnTo>
                    <a:pt x="9767" y="4474"/>
                  </a:lnTo>
                  <a:cubicBezTo>
                    <a:pt x="9767" y="4285"/>
                    <a:pt x="9610" y="4128"/>
                    <a:pt x="9421" y="4128"/>
                  </a:cubicBezTo>
                  <a:lnTo>
                    <a:pt x="2427" y="4128"/>
                  </a:lnTo>
                  <a:cubicBezTo>
                    <a:pt x="2238" y="4128"/>
                    <a:pt x="2080" y="4285"/>
                    <a:pt x="2080" y="4474"/>
                  </a:cubicBezTo>
                  <a:lnTo>
                    <a:pt x="2080" y="6932"/>
                  </a:lnTo>
                  <a:lnTo>
                    <a:pt x="1009" y="6932"/>
                  </a:lnTo>
                  <a:cubicBezTo>
                    <a:pt x="820" y="6932"/>
                    <a:pt x="662" y="6774"/>
                    <a:pt x="662" y="6554"/>
                  </a:cubicBezTo>
                  <a:lnTo>
                    <a:pt x="662" y="3120"/>
                  </a:lnTo>
                  <a:cubicBezTo>
                    <a:pt x="662" y="2899"/>
                    <a:pt x="820" y="2742"/>
                    <a:pt x="1009" y="2742"/>
                  </a:cubicBezTo>
                  <a:close/>
                  <a:moveTo>
                    <a:pt x="9011" y="4821"/>
                  </a:moveTo>
                  <a:lnTo>
                    <a:pt x="9011" y="11090"/>
                  </a:lnTo>
                  <a:lnTo>
                    <a:pt x="2710" y="11090"/>
                  </a:lnTo>
                  <a:lnTo>
                    <a:pt x="2710" y="4821"/>
                  </a:lnTo>
                  <a:close/>
                  <a:moveTo>
                    <a:pt x="2395" y="1"/>
                  </a:moveTo>
                  <a:cubicBezTo>
                    <a:pt x="2206" y="1"/>
                    <a:pt x="2049" y="158"/>
                    <a:pt x="2049" y="347"/>
                  </a:cubicBezTo>
                  <a:lnTo>
                    <a:pt x="2049" y="2112"/>
                  </a:lnTo>
                  <a:lnTo>
                    <a:pt x="1009" y="2112"/>
                  </a:lnTo>
                  <a:cubicBezTo>
                    <a:pt x="442" y="2112"/>
                    <a:pt x="1" y="2584"/>
                    <a:pt x="1" y="3151"/>
                  </a:cubicBezTo>
                  <a:lnTo>
                    <a:pt x="1" y="6617"/>
                  </a:lnTo>
                  <a:cubicBezTo>
                    <a:pt x="1" y="7215"/>
                    <a:pt x="473" y="7625"/>
                    <a:pt x="1009" y="7625"/>
                  </a:cubicBezTo>
                  <a:lnTo>
                    <a:pt x="2049" y="7625"/>
                  </a:lnTo>
                  <a:lnTo>
                    <a:pt x="2049" y="11468"/>
                  </a:lnTo>
                  <a:cubicBezTo>
                    <a:pt x="2049" y="11657"/>
                    <a:pt x="2206" y="11815"/>
                    <a:pt x="2395" y="11815"/>
                  </a:cubicBezTo>
                  <a:lnTo>
                    <a:pt x="9358" y="11815"/>
                  </a:lnTo>
                  <a:cubicBezTo>
                    <a:pt x="9578" y="11815"/>
                    <a:pt x="9736" y="11657"/>
                    <a:pt x="9736" y="11468"/>
                  </a:cubicBezTo>
                  <a:lnTo>
                    <a:pt x="9736" y="7625"/>
                  </a:lnTo>
                  <a:lnTo>
                    <a:pt x="10744" y="7625"/>
                  </a:lnTo>
                  <a:cubicBezTo>
                    <a:pt x="11343" y="7625"/>
                    <a:pt x="11784" y="7152"/>
                    <a:pt x="11784" y="6617"/>
                  </a:cubicBezTo>
                  <a:lnTo>
                    <a:pt x="11784" y="3151"/>
                  </a:lnTo>
                  <a:cubicBezTo>
                    <a:pt x="11784" y="2553"/>
                    <a:pt x="11311" y="2112"/>
                    <a:pt x="10744" y="2112"/>
                  </a:cubicBezTo>
                  <a:lnTo>
                    <a:pt x="9736" y="2112"/>
                  </a:lnTo>
                  <a:lnTo>
                    <a:pt x="9736" y="347"/>
                  </a:lnTo>
                  <a:cubicBezTo>
                    <a:pt x="9736" y="158"/>
                    <a:pt x="9578" y="1"/>
                    <a:pt x="935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4" name="Google Shape;10974;p136"/>
            <p:cNvSpPr/>
            <p:nvPr/>
          </p:nvSpPr>
          <p:spPr>
            <a:xfrm>
              <a:off x="4564525" y="2031675"/>
              <a:ext cx="17350" cy="18125"/>
            </a:xfrm>
            <a:custGeom>
              <a:rect b="b" l="l" r="r" t="t"/>
              <a:pathLst>
                <a:path extrusionOk="0" h="725" w="694">
                  <a:moveTo>
                    <a:pt x="347" y="0"/>
                  </a:moveTo>
                  <a:cubicBezTo>
                    <a:pt x="158" y="0"/>
                    <a:pt x="1" y="189"/>
                    <a:pt x="1" y="378"/>
                  </a:cubicBezTo>
                  <a:cubicBezTo>
                    <a:pt x="1" y="599"/>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5" name="Google Shape;10975;p136"/>
            <p:cNvSpPr/>
            <p:nvPr/>
          </p:nvSpPr>
          <p:spPr>
            <a:xfrm>
              <a:off x="4414100" y="2084450"/>
              <a:ext cx="106350" cy="122100"/>
            </a:xfrm>
            <a:custGeom>
              <a:rect b="b" l="l" r="r" t="t"/>
              <a:pathLst>
                <a:path extrusionOk="0" h="4884" w="4254">
                  <a:moveTo>
                    <a:pt x="2174" y="693"/>
                  </a:moveTo>
                  <a:cubicBezTo>
                    <a:pt x="2584" y="693"/>
                    <a:pt x="2899" y="1008"/>
                    <a:pt x="2899" y="1418"/>
                  </a:cubicBezTo>
                  <a:cubicBezTo>
                    <a:pt x="2899" y="1796"/>
                    <a:pt x="2584" y="2111"/>
                    <a:pt x="2174" y="2111"/>
                  </a:cubicBezTo>
                  <a:cubicBezTo>
                    <a:pt x="1796" y="2111"/>
                    <a:pt x="1481" y="1796"/>
                    <a:pt x="1481" y="1418"/>
                  </a:cubicBezTo>
                  <a:cubicBezTo>
                    <a:pt x="1481" y="1008"/>
                    <a:pt x="1796" y="693"/>
                    <a:pt x="2174" y="693"/>
                  </a:cubicBezTo>
                  <a:close/>
                  <a:moveTo>
                    <a:pt x="2174" y="2804"/>
                  </a:moveTo>
                  <a:cubicBezTo>
                    <a:pt x="2930" y="2804"/>
                    <a:pt x="3592" y="3403"/>
                    <a:pt x="3592" y="4190"/>
                  </a:cubicBezTo>
                  <a:lnTo>
                    <a:pt x="756" y="4190"/>
                  </a:lnTo>
                  <a:cubicBezTo>
                    <a:pt x="756" y="3403"/>
                    <a:pt x="1387" y="2804"/>
                    <a:pt x="2174" y="2804"/>
                  </a:cubicBezTo>
                  <a:close/>
                  <a:moveTo>
                    <a:pt x="2143" y="0"/>
                  </a:moveTo>
                  <a:cubicBezTo>
                    <a:pt x="1387" y="0"/>
                    <a:pt x="725" y="630"/>
                    <a:pt x="725" y="1386"/>
                  </a:cubicBezTo>
                  <a:cubicBezTo>
                    <a:pt x="725" y="1733"/>
                    <a:pt x="882" y="2079"/>
                    <a:pt x="1103" y="2331"/>
                  </a:cubicBezTo>
                  <a:cubicBezTo>
                    <a:pt x="473" y="2678"/>
                    <a:pt x="0" y="3340"/>
                    <a:pt x="0" y="4159"/>
                  </a:cubicBezTo>
                  <a:lnTo>
                    <a:pt x="0" y="4537"/>
                  </a:lnTo>
                  <a:cubicBezTo>
                    <a:pt x="63" y="4726"/>
                    <a:pt x="221" y="4883"/>
                    <a:pt x="410" y="4883"/>
                  </a:cubicBezTo>
                  <a:lnTo>
                    <a:pt x="3907" y="4883"/>
                  </a:lnTo>
                  <a:cubicBezTo>
                    <a:pt x="4127" y="4883"/>
                    <a:pt x="4253" y="4726"/>
                    <a:pt x="4253" y="4537"/>
                  </a:cubicBezTo>
                  <a:lnTo>
                    <a:pt x="4253" y="4159"/>
                  </a:lnTo>
                  <a:cubicBezTo>
                    <a:pt x="4253" y="3371"/>
                    <a:pt x="3844" y="2709"/>
                    <a:pt x="3151" y="2331"/>
                  </a:cubicBezTo>
                  <a:cubicBezTo>
                    <a:pt x="3403" y="2048"/>
                    <a:pt x="3560" y="1733"/>
                    <a:pt x="3560" y="1386"/>
                  </a:cubicBezTo>
                  <a:cubicBezTo>
                    <a:pt x="3560" y="599"/>
                    <a:pt x="2930" y="0"/>
                    <a:pt x="21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76" name="Google Shape;10976;p136"/>
          <p:cNvSpPr/>
          <p:nvPr/>
        </p:nvSpPr>
        <p:spPr>
          <a:xfrm>
            <a:off x="5744000" y="3170260"/>
            <a:ext cx="354117" cy="326242"/>
          </a:xfrm>
          <a:custGeom>
            <a:rect b="b" l="l" r="r" t="t"/>
            <a:pathLst>
              <a:path extrusionOk="0" h="11060" w="12005">
                <a:moveTo>
                  <a:pt x="2049" y="2049"/>
                </a:moveTo>
                <a:cubicBezTo>
                  <a:pt x="2238" y="2049"/>
                  <a:pt x="2395" y="2206"/>
                  <a:pt x="2395" y="2395"/>
                </a:cubicBezTo>
                <a:cubicBezTo>
                  <a:pt x="2395" y="2584"/>
                  <a:pt x="2238" y="2742"/>
                  <a:pt x="2049" y="2742"/>
                </a:cubicBezTo>
                <a:cubicBezTo>
                  <a:pt x="1860" y="2742"/>
                  <a:pt x="1702" y="2584"/>
                  <a:pt x="1702" y="2395"/>
                </a:cubicBezTo>
                <a:cubicBezTo>
                  <a:pt x="1734" y="2206"/>
                  <a:pt x="1860" y="2049"/>
                  <a:pt x="2049" y="2049"/>
                </a:cubicBezTo>
                <a:close/>
                <a:moveTo>
                  <a:pt x="9736" y="2049"/>
                </a:moveTo>
                <a:cubicBezTo>
                  <a:pt x="9925" y="2049"/>
                  <a:pt x="10082" y="2206"/>
                  <a:pt x="10082" y="2395"/>
                </a:cubicBezTo>
                <a:cubicBezTo>
                  <a:pt x="10082" y="2584"/>
                  <a:pt x="9925" y="2742"/>
                  <a:pt x="9736" y="2742"/>
                </a:cubicBezTo>
                <a:cubicBezTo>
                  <a:pt x="9515" y="2742"/>
                  <a:pt x="9358" y="2584"/>
                  <a:pt x="9358" y="2395"/>
                </a:cubicBezTo>
                <a:cubicBezTo>
                  <a:pt x="9358" y="2206"/>
                  <a:pt x="9515" y="2049"/>
                  <a:pt x="9736" y="2049"/>
                </a:cubicBezTo>
                <a:close/>
                <a:moveTo>
                  <a:pt x="2049" y="3719"/>
                </a:moveTo>
                <a:lnTo>
                  <a:pt x="3151" y="5514"/>
                </a:lnTo>
                <a:lnTo>
                  <a:pt x="946" y="5514"/>
                </a:lnTo>
                <a:lnTo>
                  <a:pt x="2049" y="3719"/>
                </a:lnTo>
                <a:close/>
                <a:moveTo>
                  <a:pt x="9736" y="3719"/>
                </a:moveTo>
                <a:lnTo>
                  <a:pt x="10838" y="5514"/>
                </a:lnTo>
                <a:lnTo>
                  <a:pt x="8633" y="5514"/>
                </a:lnTo>
                <a:lnTo>
                  <a:pt x="9736" y="3719"/>
                </a:lnTo>
                <a:close/>
                <a:moveTo>
                  <a:pt x="3435" y="6207"/>
                </a:moveTo>
                <a:cubicBezTo>
                  <a:pt x="3466" y="6964"/>
                  <a:pt x="2836" y="7594"/>
                  <a:pt x="2049" y="7594"/>
                </a:cubicBezTo>
                <a:cubicBezTo>
                  <a:pt x="1292" y="7594"/>
                  <a:pt x="662" y="6964"/>
                  <a:pt x="662" y="6207"/>
                </a:cubicBezTo>
                <a:close/>
                <a:moveTo>
                  <a:pt x="11090" y="6207"/>
                </a:moveTo>
                <a:cubicBezTo>
                  <a:pt x="11090" y="6964"/>
                  <a:pt x="10460" y="7594"/>
                  <a:pt x="9736" y="7594"/>
                </a:cubicBezTo>
                <a:cubicBezTo>
                  <a:pt x="8980" y="7594"/>
                  <a:pt x="8350" y="6964"/>
                  <a:pt x="8350" y="6207"/>
                </a:cubicBezTo>
                <a:close/>
                <a:moveTo>
                  <a:pt x="5892" y="663"/>
                </a:moveTo>
                <a:cubicBezTo>
                  <a:pt x="6113" y="663"/>
                  <a:pt x="6270" y="820"/>
                  <a:pt x="6270" y="1009"/>
                </a:cubicBezTo>
                <a:lnTo>
                  <a:pt x="6270" y="8980"/>
                </a:lnTo>
                <a:lnTo>
                  <a:pt x="5546" y="8980"/>
                </a:lnTo>
                <a:lnTo>
                  <a:pt x="5546" y="1009"/>
                </a:lnTo>
                <a:cubicBezTo>
                  <a:pt x="5546" y="820"/>
                  <a:pt x="5703" y="663"/>
                  <a:pt x="5892" y="663"/>
                </a:cubicBezTo>
                <a:close/>
                <a:moveTo>
                  <a:pt x="8003" y="9673"/>
                </a:moveTo>
                <a:cubicBezTo>
                  <a:pt x="8192" y="9673"/>
                  <a:pt x="8350" y="9830"/>
                  <a:pt x="8350" y="10020"/>
                </a:cubicBezTo>
                <a:lnTo>
                  <a:pt x="8350" y="10398"/>
                </a:lnTo>
                <a:lnTo>
                  <a:pt x="3466" y="10398"/>
                </a:lnTo>
                <a:lnTo>
                  <a:pt x="3466" y="10020"/>
                </a:lnTo>
                <a:cubicBezTo>
                  <a:pt x="3466" y="9830"/>
                  <a:pt x="3624" y="9673"/>
                  <a:pt x="3813" y="9673"/>
                </a:cubicBezTo>
                <a:close/>
                <a:moveTo>
                  <a:pt x="5955" y="1"/>
                </a:moveTo>
                <a:cubicBezTo>
                  <a:pt x="5357" y="1"/>
                  <a:pt x="4916" y="474"/>
                  <a:pt x="4916" y="1009"/>
                </a:cubicBezTo>
                <a:lnTo>
                  <a:pt x="4916" y="1167"/>
                </a:lnTo>
                <a:cubicBezTo>
                  <a:pt x="3970" y="1671"/>
                  <a:pt x="3655" y="1891"/>
                  <a:pt x="3057" y="1954"/>
                </a:cubicBezTo>
                <a:cubicBezTo>
                  <a:pt x="2899" y="1608"/>
                  <a:pt x="2553" y="1324"/>
                  <a:pt x="2112" y="1324"/>
                </a:cubicBezTo>
                <a:cubicBezTo>
                  <a:pt x="1734" y="1324"/>
                  <a:pt x="1387" y="1576"/>
                  <a:pt x="1166" y="1923"/>
                </a:cubicBezTo>
                <a:cubicBezTo>
                  <a:pt x="946" y="1891"/>
                  <a:pt x="694" y="1797"/>
                  <a:pt x="505" y="1734"/>
                </a:cubicBezTo>
                <a:cubicBezTo>
                  <a:pt x="454" y="1708"/>
                  <a:pt x="404" y="1697"/>
                  <a:pt x="355" y="1697"/>
                </a:cubicBezTo>
                <a:cubicBezTo>
                  <a:pt x="224" y="1697"/>
                  <a:pt x="110" y="1784"/>
                  <a:pt x="64" y="1923"/>
                </a:cubicBezTo>
                <a:cubicBezTo>
                  <a:pt x="1" y="2112"/>
                  <a:pt x="64" y="2301"/>
                  <a:pt x="284" y="2364"/>
                </a:cubicBezTo>
                <a:cubicBezTo>
                  <a:pt x="536" y="2458"/>
                  <a:pt x="820" y="2553"/>
                  <a:pt x="1135" y="2616"/>
                </a:cubicBezTo>
                <a:cubicBezTo>
                  <a:pt x="1229" y="2899"/>
                  <a:pt x="1387" y="3151"/>
                  <a:pt x="1607" y="3277"/>
                </a:cubicBezTo>
                <a:lnTo>
                  <a:pt x="127" y="5703"/>
                </a:lnTo>
                <a:cubicBezTo>
                  <a:pt x="64" y="5735"/>
                  <a:pt x="64" y="5829"/>
                  <a:pt x="64" y="5892"/>
                </a:cubicBezTo>
                <a:lnTo>
                  <a:pt x="64" y="6239"/>
                </a:lnTo>
                <a:cubicBezTo>
                  <a:pt x="64" y="7405"/>
                  <a:pt x="1009" y="8350"/>
                  <a:pt x="2175" y="8350"/>
                </a:cubicBezTo>
                <a:cubicBezTo>
                  <a:pt x="3309" y="8350"/>
                  <a:pt x="4254" y="7405"/>
                  <a:pt x="4254" y="6239"/>
                </a:cubicBezTo>
                <a:lnTo>
                  <a:pt x="4254" y="5892"/>
                </a:lnTo>
                <a:cubicBezTo>
                  <a:pt x="4254" y="5829"/>
                  <a:pt x="4254" y="5766"/>
                  <a:pt x="4222" y="5703"/>
                </a:cubicBezTo>
                <a:lnTo>
                  <a:pt x="2710" y="3277"/>
                </a:lnTo>
                <a:cubicBezTo>
                  <a:pt x="2962" y="3183"/>
                  <a:pt x="3120" y="2931"/>
                  <a:pt x="3183" y="2647"/>
                </a:cubicBezTo>
                <a:cubicBezTo>
                  <a:pt x="3844" y="2553"/>
                  <a:pt x="4222" y="2332"/>
                  <a:pt x="4947" y="1954"/>
                </a:cubicBezTo>
                <a:lnTo>
                  <a:pt x="4947" y="8980"/>
                </a:lnTo>
                <a:lnTo>
                  <a:pt x="3939" y="8980"/>
                </a:lnTo>
                <a:cubicBezTo>
                  <a:pt x="3340" y="8980"/>
                  <a:pt x="2899" y="9421"/>
                  <a:pt x="2899" y="9988"/>
                </a:cubicBezTo>
                <a:lnTo>
                  <a:pt x="2899" y="10713"/>
                </a:lnTo>
                <a:cubicBezTo>
                  <a:pt x="2899" y="10902"/>
                  <a:pt x="3057" y="11059"/>
                  <a:pt x="3246" y="11059"/>
                </a:cubicBezTo>
                <a:lnTo>
                  <a:pt x="8822" y="11059"/>
                </a:lnTo>
                <a:cubicBezTo>
                  <a:pt x="9011" y="11059"/>
                  <a:pt x="9169" y="10902"/>
                  <a:pt x="9169" y="10713"/>
                </a:cubicBezTo>
                <a:lnTo>
                  <a:pt x="9169" y="9988"/>
                </a:lnTo>
                <a:cubicBezTo>
                  <a:pt x="9169" y="9389"/>
                  <a:pt x="8696" y="8980"/>
                  <a:pt x="8129" y="8980"/>
                </a:cubicBezTo>
                <a:lnTo>
                  <a:pt x="7089" y="8980"/>
                </a:lnTo>
                <a:lnTo>
                  <a:pt x="7089" y="1954"/>
                </a:lnTo>
                <a:cubicBezTo>
                  <a:pt x="7814" y="2332"/>
                  <a:pt x="8224" y="2553"/>
                  <a:pt x="8885" y="2647"/>
                </a:cubicBezTo>
                <a:cubicBezTo>
                  <a:pt x="8980" y="2931"/>
                  <a:pt x="9137" y="3120"/>
                  <a:pt x="9358" y="3277"/>
                </a:cubicBezTo>
                <a:lnTo>
                  <a:pt x="7877" y="5703"/>
                </a:lnTo>
                <a:cubicBezTo>
                  <a:pt x="7814" y="5735"/>
                  <a:pt x="7814" y="5829"/>
                  <a:pt x="7814" y="5892"/>
                </a:cubicBezTo>
                <a:lnTo>
                  <a:pt x="7814" y="6239"/>
                </a:lnTo>
                <a:cubicBezTo>
                  <a:pt x="7814" y="7405"/>
                  <a:pt x="8759" y="8350"/>
                  <a:pt x="9925" y="8350"/>
                </a:cubicBezTo>
                <a:cubicBezTo>
                  <a:pt x="11059" y="8350"/>
                  <a:pt x="12004" y="7405"/>
                  <a:pt x="12004" y="6239"/>
                </a:cubicBezTo>
                <a:lnTo>
                  <a:pt x="12004" y="5892"/>
                </a:lnTo>
                <a:cubicBezTo>
                  <a:pt x="12004" y="5829"/>
                  <a:pt x="12004" y="5766"/>
                  <a:pt x="11973" y="5703"/>
                </a:cubicBezTo>
                <a:lnTo>
                  <a:pt x="10460" y="3277"/>
                </a:lnTo>
                <a:cubicBezTo>
                  <a:pt x="10523" y="3151"/>
                  <a:pt x="10681" y="2899"/>
                  <a:pt x="10744" y="2616"/>
                </a:cubicBezTo>
                <a:cubicBezTo>
                  <a:pt x="11027" y="2553"/>
                  <a:pt x="11343" y="2458"/>
                  <a:pt x="11626" y="2364"/>
                </a:cubicBezTo>
                <a:cubicBezTo>
                  <a:pt x="11815" y="2269"/>
                  <a:pt x="11878" y="2080"/>
                  <a:pt x="11815" y="1923"/>
                </a:cubicBezTo>
                <a:cubicBezTo>
                  <a:pt x="11746" y="1784"/>
                  <a:pt x="11626" y="1697"/>
                  <a:pt x="11505" y="1697"/>
                </a:cubicBezTo>
                <a:cubicBezTo>
                  <a:pt x="11461" y="1697"/>
                  <a:pt x="11416" y="1708"/>
                  <a:pt x="11374" y="1734"/>
                </a:cubicBezTo>
                <a:cubicBezTo>
                  <a:pt x="11122" y="1797"/>
                  <a:pt x="10933" y="1891"/>
                  <a:pt x="10712" y="1923"/>
                </a:cubicBezTo>
                <a:cubicBezTo>
                  <a:pt x="10555" y="1576"/>
                  <a:pt x="10208" y="1324"/>
                  <a:pt x="9767" y="1324"/>
                </a:cubicBezTo>
                <a:cubicBezTo>
                  <a:pt x="9326" y="1324"/>
                  <a:pt x="8980" y="1576"/>
                  <a:pt x="8822" y="1954"/>
                </a:cubicBezTo>
                <a:cubicBezTo>
                  <a:pt x="8224" y="1828"/>
                  <a:pt x="7908" y="1639"/>
                  <a:pt x="6963" y="1167"/>
                </a:cubicBezTo>
                <a:lnTo>
                  <a:pt x="6963" y="1009"/>
                </a:lnTo>
                <a:cubicBezTo>
                  <a:pt x="6963" y="411"/>
                  <a:pt x="6491" y="1"/>
                  <a:pt x="595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7" name="Google Shape;10977;p136"/>
          <p:cNvSpPr/>
          <p:nvPr/>
        </p:nvSpPr>
        <p:spPr>
          <a:xfrm>
            <a:off x="5744472" y="3608425"/>
            <a:ext cx="353174" cy="348513"/>
          </a:xfrm>
          <a:custGeom>
            <a:rect b="b" l="l" r="r" t="t"/>
            <a:pathLst>
              <a:path extrusionOk="0" h="11815" w="11973">
                <a:moveTo>
                  <a:pt x="5986" y="631"/>
                </a:moveTo>
                <a:cubicBezTo>
                  <a:pt x="6396" y="631"/>
                  <a:pt x="6711" y="946"/>
                  <a:pt x="6711" y="1324"/>
                </a:cubicBezTo>
                <a:cubicBezTo>
                  <a:pt x="6711" y="1733"/>
                  <a:pt x="6396" y="2048"/>
                  <a:pt x="5986" y="2048"/>
                </a:cubicBezTo>
                <a:cubicBezTo>
                  <a:pt x="5608" y="2048"/>
                  <a:pt x="5293" y="1733"/>
                  <a:pt x="5293" y="1324"/>
                </a:cubicBezTo>
                <a:cubicBezTo>
                  <a:pt x="5293" y="946"/>
                  <a:pt x="5608" y="631"/>
                  <a:pt x="5986" y="631"/>
                </a:cubicBezTo>
                <a:close/>
                <a:moveTo>
                  <a:pt x="5986" y="2710"/>
                </a:moveTo>
                <a:cubicBezTo>
                  <a:pt x="6931" y="2710"/>
                  <a:pt x="7719" y="3498"/>
                  <a:pt x="7719" y="4443"/>
                </a:cubicBezTo>
                <a:lnTo>
                  <a:pt x="7719" y="4789"/>
                </a:lnTo>
                <a:lnTo>
                  <a:pt x="4253" y="4789"/>
                </a:lnTo>
                <a:lnTo>
                  <a:pt x="4253" y="4443"/>
                </a:lnTo>
                <a:cubicBezTo>
                  <a:pt x="4253" y="3498"/>
                  <a:pt x="5041" y="2710"/>
                  <a:pt x="5986" y="2710"/>
                </a:cubicBezTo>
                <a:close/>
                <a:moveTo>
                  <a:pt x="3245" y="6900"/>
                </a:moveTo>
                <a:cubicBezTo>
                  <a:pt x="3623" y="6900"/>
                  <a:pt x="3938" y="7215"/>
                  <a:pt x="3938" y="7593"/>
                </a:cubicBezTo>
                <a:cubicBezTo>
                  <a:pt x="3938" y="8003"/>
                  <a:pt x="3623" y="8318"/>
                  <a:pt x="3245" y="8318"/>
                </a:cubicBezTo>
                <a:cubicBezTo>
                  <a:pt x="2836" y="8255"/>
                  <a:pt x="2521" y="7940"/>
                  <a:pt x="2521" y="7593"/>
                </a:cubicBezTo>
                <a:cubicBezTo>
                  <a:pt x="2521" y="7215"/>
                  <a:pt x="2836" y="6900"/>
                  <a:pt x="3245" y="6900"/>
                </a:cubicBezTo>
                <a:close/>
                <a:moveTo>
                  <a:pt x="8759" y="6900"/>
                </a:moveTo>
                <a:cubicBezTo>
                  <a:pt x="9137" y="6900"/>
                  <a:pt x="9452" y="7215"/>
                  <a:pt x="9452" y="7593"/>
                </a:cubicBezTo>
                <a:cubicBezTo>
                  <a:pt x="9452" y="8003"/>
                  <a:pt x="9137" y="8318"/>
                  <a:pt x="8759" y="8318"/>
                </a:cubicBezTo>
                <a:cubicBezTo>
                  <a:pt x="8349" y="8318"/>
                  <a:pt x="8034" y="7940"/>
                  <a:pt x="8034" y="7593"/>
                </a:cubicBezTo>
                <a:cubicBezTo>
                  <a:pt x="8034" y="7215"/>
                  <a:pt x="8349" y="6900"/>
                  <a:pt x="8759" y="6900"/>
                </a:cubicBezTo>
                <a:close/>
                <a:moveTo>
                  <a:pt x="10365" y="5545"/>
                </a:moveTo>
                <a:cubicBezTo>
                  <a:pt x="10523" y="5545"/>
                  <a:pt x="10680" y="5672"/>
                  <a:pt x="10712" y="5829"/>
                </a:cubicBezTo>
                <a:lnTo>
                  <a:pt x="11216" y="8570"/>
                </a:lnTo>
                <a:cubicBezTo>
                  <a:pt x="11247" y="8790"/>
                  <a:pt x="11027" y="8980"/>
                  <a:pt x="10838" y="8980"/>
                </a:cubicBezTo>
                <a:lnTo>
                  <a:pt x="10460" y="8980"/>
                </a:lnTo>
                <a:cubicBezTo>
                  <a:pt x="10239" y="8790"/>
                  <a:pt x="10019" y="8633"/>
                  <a:pt x="9767" y="8507"/>
                </a:cubicBezTo>
                <a:cubicBezTo>
                  <a:pt x="10019" y="8255"/>
                  <a:pt x="10145" y="7940"/>
                  <a:pt x="10145" y="7562"/>
                </a:cubicBezTo>
                <a:cubicBezTo>
                  <a:pt x="10145" y="6806"/>
                  <a:pt x="9515" y="6176"/>
                  <a:pt x="8759" y="6176"/>
                </a:cubicBezTo>
                <a:cubicBezTo>
                  <a:pt x="8002" y="6176"/>
                  <a:pt x="7372" y="6806"/>
                  <a:pt x="7372" y="7562"/>
                </a:cubicBezTo>
                <a:cubicBezTo>
                  <a:pt x="7372" y="7908"/>
                  <a:pt x="7498" y="8223"/>
                  <a:pt x="7719" y="8507"/>
                </a:cubicBezTo>
                <a:cubicBezTo>
                  <a:pt x="7498" y="8633"/>
                  <a:pt x="7246" y="8790"/>
                  <a:pt x="7057" y="8980"/>
                </a:cubicBezTo>
                <a:lnTo>
                  <a:pt x="4883" y="8980"/>
                </a:lnTo>
                <a:cubicBezTo>
                  <a:pt x="4694" y="8790"/>
                  <a:pt x="4442" y="8633"/>
                  <a:pt x="4222" y="8507"/>
                </a:cubicBezTo>
                <a:cubicBezTo>
                  <a:pt x="4474" y="8255"/>
                  <a:pt x="4568" y="7940"/>
                  <a:pt x="4568" y="7562"/>
                </a:cubicBezTo>
                <a:cubicBezTo>
                  <a:pt x="4568" y="6806"/>
                  <a:pt x="3938" y="6176"/>
                  <a:pt x="3214" y="6176"/>
                </a:cubicBezTo>
                <a:cubicBezTo>
                  <a:pt x="2458" y="6176"/>
                  <a:pt x="1828" y="6806"/>
                  <a:pt x="1828" y="7562"/>
                </a:cubicBezTo>
                <a:cubicBezTo>
                  <a:pt x="1828" y="7908"/>
                  <a:pt x="1954" y="8223"/>
                  <a:pt x="2174" y="8507"/>
                </a:cubicBezTo>
                <a:cubicBezTo>
                  <a:pt x="1922" y="8633"/>
                  <a:pt x="1701" y="8790"/>
                  <a:pt x="1512" y="8980"/>
                </a:cubicBezTo>
                <a:lnTo>
                  <a:pt x="1103" y="8980"/>
                </a:lnTo>
                <a:cubicBezTo>
                  <a:pt x="882" y="8980"/>
                  <a:pt x="725" y="8790"/>
                  <a:pt x="756" y="8570"/>
                </a:cubicBezTo>
                <a:lnTo>
                  <a:pt x="1260" y="5829"/>
                </a:lnTo>
                <a:cubicBezTo>
                  <a:pt x="1323" y="5672"/>
                  <a:pt x="1418" y="5545"/>
                  <a:pt x="1638" y="5545"/>
                </a:cubicBezTo>
                <a:close/>
                <a:moveTo>
                  <a:pt x="3214" y="8948"/>
                </a:moveTo>
                <a:cubicBezTo>
                  <a:pt x="4127" y="8948"/>
                  <a:pt x="4915" y="9736"/>
                  <a:pt x="4915" y="10712"/>
                </a:cubicBezTo>
                <a:lnTo>
                  <a:pt x="4915" y="11059"/>
                </a:lnTo>
                <a:lnTo>
                  <a:pt x="1481" y="11059"/>
                </a:lnTo>
                <a:lnTo>
                  <a:pt x="1481" y="10712"/>
                </a:lnTo>
                <a:cubicBezTo>
                  <a:pt x="1481" y="9736"/>
                  <a:pt x="2269" y="8948"/>
                  <a:pt x="3214" y="8948"/>
                </a:cubicBezTo>
                <a:close/>
                <a:moveTo>
                  <a:pt x="8759" y="8948"/>
                </a:moveTo>
                <a:cubicBezTo>
                  <a:pt x="9704" y="8948"/>
                  <a:pt x="10491" y="9736"/>
                  <a:pt x="10491" y="10712"/>
                </a:cubicBezTo>
                <a:lnTo>
                  <a:pt x="10491" y="11059"/>
                </a:lnTo>
                <a:lnTo>
                  <a:pt x="7026" y="11059"/>
                </a:lnTo>
                <a:lnTo>
                  <a:pt x="7026" y="10712"/>
                </a:lnTo>
                <a:cubicBezTo>
                  <a:pt x="7026" y="9736"/>
                  <a:pt x="7813" y="8948"/>
                  <a:pt x="8759" y="8948"/>
                </a:cubicBezTo>
                <a:close/>
                <a:moveTo>
                  <a:pt x="5986" y="1"/>
                </a:moveTo>
                <a:cubicBezTo>
                  <a:pt x="5262" y="1"/>
                  <a:pt x="4631" y="631"/>
                  <a:pt x="4631" y="1387"/>
                </a:cubicBezTo>
                <a:cubicBezTo>
                  <a:pt x="4631" y="1733"/>
                  <a:pt x="4726" y="2048"/>
                  <a:pt x="4978" y="2269"/>
                </a:cubicBezTo>
                <a:cubicBezTo>
                  <a:pt x="4127" y="2679"/>
                  <a:pt x="3592" y="3498"/>
                  <a:pt x="3592" y="4474"/>
                </a:cubicBezTo>
                <a:lnTo>
                  <a:pt x="3592" y="4852"/>
                </a:lnTo>
                <a:lnTo>
                  <a:pt x="1670" y="4852"/>
                </a:lnTo>
                <a:cubicBezTo>
                  <a:pt x="1166" y="4852"/>
                  <a:pt x="725" y="5199"/>
                  <a:pt x="630" y="5703"/>
                </a:cubicBezTo>
                <a:lnTo>
                  <a:pt x="126" y="8475"/>
                </a:lnTo>
                <a:cubicBezTo>
                  <a:pt x="0" y="9043"/>
                  <a:pt x="473" y="9610"/>
                  <a:pt x="1071" y="9673"/>
                </a:cubicBezTo>
                <a:cubicBezTo>
                  <a:pt x="914" y="9988"/>
                  <a:pt x="819" y="10366"/>
                  <a:pt x="819" y="10744"/>
                </a:cubicBezTo>
                <a:lnTo>
                  <a:pt x="819" y="11468"/>
                </a:lnTo>
                <a:cubicBezTo>
                  <a:pt x="819" y="11657"/>
                  <a:pt x="977" y="11815"/>
                  <a:pt x="1197" y="11815"/>
                </a:cubicBezTo>
                <a:lnTo>
                  <a:pt x="5356" y="11815"/>
                </a:lnTo>
                <a:cubicBezTo>
                  <a:pt x="5545" y="11815"/>
                  <a:pt x="5703" y="11657"/>
                  <a:pt x="5703" y="11468"/>
                </a:cubicBezTo>
                <a:lnTo>
                  <a:pt x="5703" y="10744"/>
                </a:lnTo>
                <a:cubicBezTo>
                  <a:pt x="5703" y="10366"/>
                  <a:pt x="5640" y="9988"/>
                  <a:pt x="5482" y="9673"/>
                </a:cubicBezTo>
                <a:lnTo>
                  <a:pt x="6648" y="9673"/>
                </a:lnTo>
                <a:cubicBezTo>
                  <a:pt x="6490" y="9988"/>
                  <a:pt x="6427" y="10366"/>
                  <a:pt x="6427" y="10744"/>
                </a:cubicBezTo>
                <a:lnTo>
                  <a:pt x="6427" y="11468"/>
                </a:lnTo>
                <a:cubicBezTo>
                  <a:pt x="6427" y="11657"/>
                  <a:pt x="6585" y="11815"/>
                  <a:pt x="6774" y="11815"/>
                </a:cubicBezTo>
                <a:lnTo>
                  <a:pt x="10838" y="11815"/>
                </a:lnTo>
                <a:cubicBezTo>
                  <a:pt x="11027" y="11815"/>
                  <a:pt x="11184" y="11657"/>
                  <a:pt x="11184" y="11468"/>
                </a:cubicBezTo>
                <a:lnTo>
                  <a:pt x="11184" y="10744"/>
                </a:lnTo>
                <a:cubicBezTo>
                  <a:pt x="11184" y="10366"/>
                  <a:pt x="11121" y="9988"/>
                  <a:pt x="10964" y="9673"/>
                </a:cubicBezTo>
                <a:cubicBezTo>
                  <a:pt x="11563" y="9610"/>
                  <a:pt x="11972" y="9043"/>
                  <a:pt x="11878" y="8475"/>
                </a:cubicBezTo>
                <a:lnTo>
                  <a:pt x="11342" y="5703"/>
                </a:lnTo>
                <a:cubicBezTo>
                  <a:pt x="11279" y="5199"/>
                  <a:pt x="10838" y="4852"/>
                  <a:pt x="10334" y="4852"/>
                </a:cubicBezTo>
                <a:lnTo>
                  <a:pt x="8412" y="4852"/>
                </a:lnTo>
                <a:lnTo>
                  <a:pt x="8412" y="4474"/>
                </a:lnTo>
                <a:cubicBezTo>
                  <a:pt x="8412" y="3498"/>
                  <a:pt x="7845" y="2679"/>
                  <a:pt x="7026" y="2269"/>
                </a:cubicBezTo>
                <a:cubicBezTo>
                  <a:pt x="7246" y="2048"/>
                  <a:pt x="7372" y="1733"/>
                  <a:pt x="7372" y="1387"/>
                </a:cubicBezTo>
                <a:cubicBezTo>
                  <a:pt x="7372" y="631"/>
                  <a:pt x="6742" y="1"/>
                  <a:pt x="59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8" name="Google Shape;10978;p136"/>
          <p:cNvSpPr/>
          <p:nvPr/>
        </p:nvSpPr>
        <p:spPr>
          <a:xfrm>
            <a:off x="8020096" y="2671070"/>
            <a:ext cx="224004" cy="346655"/>
          </a:xfrm>
          <a:custGeom>
            <a:rect b="b" l="l" r="r" t="t"/>
            <a:pathLst>
              <a:path extrusionOk="0" h="11752" w="7594">
                <a:moveTo>
                  <a:pt x="6585" y="662"/>
                </a:moveTo>
                <a:cubicBezTo>
                  <a:pt x="6774" y="662"/>
                  <a:pt x="6932" y="819"/>
                  <a:pt x="6932" y="1008"/>
                </a:cubicBezTo>
                <a:cubicBezTo>
                  <a:pt x="6932" y="1197"/>
                  <a:pt x="6774" y="1355"/>
                  <a:pt x="6585" y="1355"/>
                </a:cubicBezTo>
                <a:lnTo>
                  <a:pt x="1040" y="1355"/>
                </a:lnTo>
                <a:cubicBezTo>
                  <a:pt x="820" y="1355"/>
                  <a:pt x="662" y="1197"/>
                  <a:pt x="662" y="1008"/>
                </a:cubicBezTo>
                <a:cubicBezTo>
                  <a:pt x="662" y="819"/>
                  <a:pt x="820" y="662"/>
                  <a:pt x="1040" y="662"/>
                </a:cubicBezTo>
                <a:close/>
                <a:moveTo>
                  <a:pt x="6175" y="2048"/>
                </a:moveTo>
                <a:lnTo>
                  <a:pt x="6175" y="2867"/>
                </a:lnTo>
                <a:cubicBezTo>
                  <a:pt x="5435" y="3277"/>
                  <a:pt x="4600" y="3481"/>
                  <a:pt x="3765" y="3481"/>
                </a:cubicBezTo>
                <a:cubicBezTo>
                  <a:pt x="2930" y="3481"/>
                  <a:pt x="2096" y="3277"/>
                  <a:pt x="1355" y="2867"/>
                </a:cubicBezTo>
                <a:lnTo>
                  <a:pt x="1355" y="2048"/>
                </a:lnTo>
                <a:close/>
                <a:moveTo>
                  <a:pt x="1418" y="3686"/>
                </a:moveTo>
                <a:lnTo>
                  <a:pt x="1418" y="3686"/>
                </a:lnTo>
                <a:cubicBezTo>
                  <a:pt x="2174" y="4001"/>
                  <a:pt x="2962" y="4190"/>
                  <a:pt x="3781" y="4190"/>
                </a:cubicBezTo>
                <a:cubicBezTo>
                  <a:pt x="4600" y="4190"/>
                  <a:pt x="5388" y="4033"/>
                  <a:pt x="6144" y="3686"/>
                </a:cubicBezTo>
                <a:lnTo>
                  <a:pt x="6144" y="3686"/>
                </a:lnTo>
                <a:cubicBezTo>
                  <a:pt x="5860" y="4757"/>
                  <a:pt x="4915" y="5545"/>
                  <a:pt x="3781" y="5545"/>
                </a:cubicBezTo>
                <a:cubicBezTo>
                  <a:pt x="2647" y="5545"/>
                  <a:pt x="1702" y="4757"/>
                  <a:pt x="1418" y="3686"/>
                </a:cubicBezTo>
                <a:close/>
                <a:moveTo>
                  <a:pt x="3435" y="6238"/>
                </a:moveTo>
                <a:lnTo>
                  <a:pt x="3435" y="7813"/>
                </a:lnTo>
                <a:lnTo>
                  <a:pt x="1544" y="9704"/>
                </a:lnTo>
                <a:lnTo>
                  <a:pt x="1355" y="9704"/>
                </a:lnTo>
                <a:lnTo>
                  <a:pt x="1355" y="8695"/>
                </a:lnTo>
                <a:cubicBezTo>
                  <a:pt x="1355" y="7467"/>
                  <a:pt x="2237" y="6427"/>
                  <a:pt x="3435" y="6238"/>
                </a:cubicBezTo>
                <a:close/>
                <a:moveTo>
                  <a:pt x="3781" y="8443"/>
                </a:moveTo>
                <a:lnTo>
                  <a:pt x="5041" y="9704"/>
                </a:lnTo>
                <a:lnTo>
                  <a:pt x="2552" y="9704"/>
                </a:lnTo>
                <a:lnTo>
                  <a:pt x="3781" y="8443"/>
                </a:lnTo>
                <a:close/>
                <a:moveTo>
                  <a:pt x="4128" y="6238"/>
                </a:moveTo>
                <a:cubicBezTo>
                  <a:pt x="5325" y="6396"/>
                  <a:pt x="6207" y="7435"/>
                  <a:pt x="6207" y="8695"/>
                </a:cubicBezTo>
                <a:lnTo>
                  <a:pt x="6207" y="9704"/>
                </a:lnTo>
                <a:lnTo>
                  <a:pt x="6018" y="9704"/>
                </a:lnTo>
                <a:lnTo>
                  <a:pt x="4128" y="7813"/>
                </a:lnTo>
                <a:lnTo>
                  <a:pt x="4128" y="6238"/>
                </a:lnTo>
                <a:close/>
                <a:moveTo>
                  <a:pt x="6553" y="10397"/>
                </a:moveTo>
                <a:cubicBezTo>
                  <a:pt x="6743" y="10428"/>
                  <a:pt x="6900" y="10586"/>
                  <a:pt x="6900" y="10743"/>
                </a:cubicBezTo>
                <a:cubicBezTo>
                  <a:pt x="6900" y="10932"/>
                  <a:pt x="6743" y="11090"/>
                  <a:pt x="6553" y="11090"/>
                </a:cubicBezTo>
                <a:lnTo>
                  <a:pt x="977" y="11090"/>
                </a:lnTo>
                <a:cubicBezTo>
                  <a:pt x="788" y="11090"/>
                  <a:pt x="631" y="10932"/>
                  <a:pt x="631" y="10743"/>
                </a:cubicBezTo>
                <a:cubicBezTo>
                  <a:pt x="631" y="10554"/>
                  <a:pt x="788" y="10397"/>
                  <a:pt x="977" y="10397"/>
                </a:cubicBezTo>
                <a:close/>
                <a:moveTo>
                  <a:pt x="1009" y="0"/>
                </a:moveTo>
                <a:cubicBezTo>
                  <a:pt x="442" y="0"/>
                  <a:pt x="0" y="473"/>
                  <a:pt x="0" y="1008"/>
                </a:cubicBezTo>
                <a:cubicBezTo>
                  <a:pt x="0" y="1449"/>
                  <a:pt x="284" y="1827"/>
                  <a:pt x="694" y="1985"/>
                </a:cubicBezTo>
                <a:lnTo>
                  <a:pt x="694" y="3088"/>
                </a:lnTo>
                <a:cubicBezTo>
                  <a:pt x="694" y="4316"/>
                  <a:pt x="1387" y="5356"/>
                  <a:pt x="2395" y="5860"/>
                </a:cubicBezTo>
                <a:cubicBezTo>
                  <a:pt x="1387" y="6364"/>
                  <a:pt x="694" y="7435"/>
                  <a:pt x="694" y="8664"/>
                </a:cubicBezTo>
                <a:lnTo>
                  <a:pt x="694" y="9767"/>
                </a:lnTo>
                <a:cubicBezTo>
                  <a:pt x="316" y="9924"/>
                  <a:pt x="0" y="10271"/>
                  <a:pt x="0" y="10743"/>
                </a:cubicBezTo>
                <a:cubicBezTo>
                  <a:pt x="0" y="11342"/>
                  <a:pt x="473" y="11751"/>
                  <a:pt x="1009" y="11751"/>
                </a:cubicBezTo>
                <a:lnTo>
                  <a:pt x="6585" y="11751"/>
                </a:lnTo>
                <a:cubicBezTo>
                  <a:pt x="7152" y="11751"/>
                  <a:pt x="7593" y="11279"/>
                  <a:pt x="7593" y="10743"/>
                </a:cubicBezTo>
                <a:cubicBezTo>
                  <a:pt x="7593" y="10302"/>
                  <a:pt x="7310" y="9924"/>
                  <a:pt x="6900" y="9767"/>
                </a:cubicBezTo>
                <a:lnTo>
                  <a:pt x="6900" y="8664"/>
                </a:lnTo>
                <a:cubicBezTo>
                  <a:pt x="6900" y="7435"/>
                  <a:pt x="6207" y="6364"/>
                  <a:pt x="5199" y="5860"/>
                </a:cubicBezTo>
                <a:cubicBezTo>
                  <a:pt x="6207" y="5387"/>
                  <a:pt x="6900" y="4316"/>
                  <a:pt x="6900" y="3088"/>
                </a:cubicBezTo>
                <a:lnTo>
                  <a:pt x="6900" y="1985"/>
                </a:lnTo>
                <a:cubicBezTo>
                  <a:pt x="7278" y="1827"/>
                  <a:pt x="7593" y="1481"/>
                  <a:pt x="7593" y="1008"/>
                </a:cubicBezTo>
                <a:cubicBezTo>
                  <a:pt x="7593" y="410"/>
                  <a:pt x="7121" y="0"/>
                  <a:pt x="658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9" name="Google Shape;10979;p136"/>
          <p:cNvSpPr/>
          <p:nvPr/>
        </p:nvSpPr>
        <p:spPr>
          <a:xfrm>
            <a:off x="5310365" y="1304129"/>
            <a:ext cx="351286" cy="349457"/>
          </a:xfrm>
          <a:custGeom>
            <a:rect b="b" l="l" r="r" t="t"/>
            <a:pathLst>
              <a:path extrusionOk="0" h="11847" w="11909">
                <a:moveTo>
                  <a:pt x="3560" y="2647"/>
                </a:moveTo>
                <a:lnTo>
                  <a:pt x="3560" y="3561"/>
                </a:lnTo>
                <a:lnTo>
                  <a:pt x="2615" y="3561"/>
                </a:lnTo>
                <a:lnTo>
                  <a:pt x="3560" y="2647"/>
                </a:lnTo>
                <a:close/>
                <a:moveTo>
                  <a:pt x="6616" y="4222"/>
                </a:moveTo>
                <a:cubicBezTo>
                  <a:pt x="7971" y="4285"/>
                  <a:pt x="9074" y="5325"/>
                  <a:pt x="9074" y="6680"/>
                </a:cubicBezTo>
                <a:cubicBezTo>
                  <a:pt x="9074" y="8003"/>
                  <a:pt x="7971" y="9106"/>
                  <a:pt x="6616" y="9106"/>
                </a:cubicBezTo>
                <a:cubicBezTo>
                  <a:pt x="5293" y="9106"/>
                  <a:pt x="4190" y="8003"/>
                  <a:pt x="4190" y="6680"/>
                </a:cubicBezTo>
                <a:cubicBezTo>
                  <a:pt x="4190" y="5325"/>
                  <a:pt x="5293" y="4222"/>
                  <a:pt x="6616" y="4222"/>
                </a:cubicBezTo>
                <a:close/>
                <a:moveTo>
                  <a:pt x="7687" y="757"/>
                </a:moveTo>
                <a:lnTo>
                  <a:pt x="7687" y="1513"/>
                </a:lnTo>
                <a:lnTo>
                  <a:pt x="3875" y="1513"/>
                </a:lnTo>
                <a:cubicBezTo>
                  <a:pt x="3781" y="1513"/>
                  <a:pt x="3655" y="1544"/>
                  <a:pt x="3623" y="1639"/>
                </a:cubicBezTo>
                <a:lnTo>
                  <a:pt x="1512" y="3718"/>
                </a:lnTo>
                <a:cubicBezTo>
                  <a:pt x="1418" y="3813"/>
                  <a:pt x="1386" y="3876"/>
                  <a:pt x="1386" y="3939"/>
                </a:cubicBezTo>
                <a:lnTo>
                  <a:pt x="1386" y="9862"/>
                </a:lnTo>
                <a:lnTo>
                  <a:pt x="662" y="9862"/>
                </a:lnTo>
                <a:lnTo>
                  <a:pt x="662" y="757"/>
                </a:lnTo>
                <a:close/>
                <a:moveTo>
                  <a:pt x="8380" y="2175"/>
                </a:moveTo>
                <a:lnTo>
                  <a:pt x="8380" y="4128"/>
                </a:lnTo>
                <a:cubicBezTo>
                  <a:pt x="7876" y="3813"/>
                  <a:pt x="7278" y="3592"/>
                  <a:pt x="6648" y="3592"/>
                </a:cubicBezTo>
                <a:cubicBezTo>
                  <a:pt x="4915" y="3592"/>
                  <a:pt x="3560" y="5010"/>
                  <a:pt x="3560" y="6711"/>
                </a:cubicBezTo>
                <a:cubicBezTo>
                  <a:pt x="3560" y="8444"/>
                  <a:pt x="4946" y="9830"/>
                  <a:pt x="6648" y="9830"/>
                </a:cubicBezTo>
                <a:cubicBezTo>
                  <a:pt x="7120" y="9830"/>
                  <a:pt x="7593" y="9704"/>
                  <a:pt x="8002" y="9515"/>
                </a:cubicBezTo>
                <a:lnTo>
                  <a:pt x="8380" y="9893"/>
                </a:lnTo>
                <a:lnTo>
                  <a:pt x="8380" y="10492"/>
                </a:lnTo>
                <a:lnTo>
                  <a:pt x="2079" y="10492"/>
                </a:lnTo>
                <a:lnTo>
                  <a:pt x="2079" y="4285"/>
                </a:lnTo>
                <a:lnTo>
                  <a:pt x="3875" y="4285"/>
                </a:lnTo>
                <a:cubicBezTo>
                  <a:pt x="4064" y="4285"/>
                  <a:pt x="4222" y="4128"/>
                  <a:pt x="4222" y="3907"/>
                </a:cubicBezTo>
                <a:lnTo>
                  <a:pt x="4222" y="2175"/>
                </a:lnTo>
                <a:close/>
                <a:moveTo>
                  <a:pt x="9074" y="8633"/>
                </a:moveTo>
                <a:lnTo>
                  <a:pt x="11027" y="10618"/>
                </a:lnTo>
                <a:cubicBezTo>
                  <a:pt x="11153" y="10744"/>
                  <a:pt x="11153" y="10964"/>
                  <a:pt x="11027" y="11090"/>
                </a:cubicBezTo>
                <a:cubicBezTo>
                  <a:pt x="10964" y="11153"/>
                  <a:pt x="10877" y="11185"/>
                  <a:pt x="10791" y="11185"/>
                </a:cubicBezTo>
                <a:cubicBezTo>
                  <a:pt x="10704" y="11185"/>
                  <a:pt x="10617" y="11153"/>
                  <a:pt x="10554" y="11090"/>
                </a:cubicBezTo>
                <a:lnTo>
                  <a:pt x="8601" y="9106"/>
                </a:lnTo>
                <a:cubicBezTo>
                  <a:pt x="8790" y="9011"/>
                  <a:pt x="8948" y="8791"/>
                  <a:pt x="9074" y="8633"/>
                </a:cubicBezTo>
                <a:close/>
                <a:moveTo>
                  <a:pt x="347" y="1"/>
                </a:moveTo>
                <a:cubicBezTo>
                  <a:pt x="158" y="1"/>
                  <a:pt x="0" y="190"/>
                  <a:pt x="0" y="379"/>
                </a:cubicBezTo>
                <a:lnTo>
                  <a:pt x="0" y="10145"/>
                </a:lnTo>
                <a:cubicBezTo>
                  <a:pt x="0" y="10334"/>
                  <a:pt x="158" y="10492"/>
                  <a:pt x="347" y="10492"/>
                </a:cubicBezTo>
                <a:lnTo>
                  <a:pt x="1386" y="10492"/>
                </a:lnTo>
                <a:lnTo>
                  <a:pt x="1386" y="10838"/>
                </a:lnTo>
                <a:cubicBezTo>
                  <a:pt x="1386" y="11059"/>
                  <a:pt x="1544" y="11216"/>
                  <a:pt x="1733" y="11216"/>
                </a:cubicBezTo>
                <a:lnTo>
                  <a:pt x="8695" y="11216"/>
                </a:lnTo>
                <a:cubicBezTo>
                  <a:pt x="8916" y="11216"/>
                  <a:pt x="9074" y="11059"/>
                  <a:pt x="9074" y="10838"/>
                </a:cubicBezTo>
                <a:lnTo>
                  <a:pt x="9074" y="10586"/>
                </a:lnTo>
                <a:lnTo>
                  <a:pt x="10050" y="11563"/>
                </a:lnTo>
                <a:cubicBezTo>
                  <a:pt x="10239" y="11752"/>
                  <a:pt x="10507" y="11847"/>
                  <a:pt x="10775" y="11847"/>
                </a:cubicBezTo>
                <a:cubicBezTo>
                  <a:pt x="11043" y="11847"/>
                  <a:pt x="11310" y="11752"/>
                  <a:pt x="11499" y="11563"/>
                </a:cubicBezTo>
                <a:cubicBezTo>
                  <a:pt x="11909" y="11153"/>
                  <a:pt x="11909" y="10492"/>
                  <a:pt x="11499" y="10114"/>
                </a:cubicBezTo>
                <a:lnTo>
                  <a:pt x="9420" y="8003"/>
                </a:lnTo>
                <a:cubicBezTo>
                  <a:pt x="9609" y="7625"/>
                  <a:pt x="9735" y="7152"/>
                  <a:pt x="9735" y="6680"/>
                </a:cubicBezTo>
                <a:cubicBezTo>
                  <a:pt x="9735" y="5924"/>
                  <a:pt x="9452" y="5262"/>
                  <a:pt x="9011" y="4695"/>
                </a:cubicBezTo>
                <a:lnTo>
                  <a:pt x="9011" y="1828"/>
                </a:lnTo>
                <a:cubicBezTo>
                  <a:pt x="9011" y="1639"/>
                  <a:pt x="8853" y="1481"/>
                  <a:pt x="8664" y="1481"/>
                </a:cubicBezTo>
                <a:lnTo>
                  <a:pt x="8317" y="1481"/>
                </a:lnTo>
                <a:lnTo>
                  <a:pt x="8317" y="379"/>
                </a:lnTo>
                <a:cubicBezTo>
                  <a:pt x="8317" y="190"/>
                  <a:pt x="8160" y="1"/>
                  <a:pt x="797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80" name="Google Shape;10980;p136"/>
          <p:cNvGrpSpPr/>
          <p:nvPr/>
        </p:nvGrpSpPr>
        <p:grpSpPr>
          <a:xfrm>
            <a:off x="5309921" y="1756125"/>
            <a:ext cx="352230" cy="348542"/>
            <a:chOff x="1049375" y="2318350"/>
            <a:chExt cx="298525" cy="295400"/>
          </a:xfrm>
        </p:grpSpPr>
        <p:sp>
          <p:nvSpPr>
            <p:cNvPr id="10981" name="Google Shape;10981;p136"/>
            <p:cNvSpPr/>
            <p:nvPr/>
          </p:nvSpPr>
          <p:spPr>
            <a:xfrm>
              <a:off x="1101350" y="2492325"/>
              <a:ext cx="70125" cy="50525"/>
            </a:xfrm>
            <a:custGeom>
              <a:rect b="b" l="l" r="r" t="t"/>
              <a:pathLst>
                <a:path extrusionOk="0" h="2021" w="2805">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2" name="Google Shape;10982;p136"/>
            <p:cNvSpPr/>
            <p:nvPr/>
          </p:nvSpPr>
          <p:spPr>
            <a:xfrm>
              <a:off x="1101350" y="2440525"/>
              <a:ext cx="70125" cy="51150"/>
            </a:xfrm>
            <a:custGeom>
              <a:rect b="b" l="l" r="r" t="t"/>
              <a:pathLst>
                <a:path extrusionOk="0" h="2046" w="2805">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3" name="Google Shape;10983;p136"/>
            <p:cNvSpPr/>
            <p:nvPr/>
          </p:nvSpPr>
          <p:spPr>
            <a:xfrm>
              <a:off x="1101350" y="2388550"/>
              <a:ext cx="70125" cy="51125"/>
            </a:xfrm>
            <a:custGeom>
              <a:rect b="b" l="l" r="r" t="t"/>
              <a:pathLst>
                <a:path extrusionOk="0" h="2045" w="2805">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4" name="Google Shape;10984;p136"/>
            <p:cNvSpPr/>
            <p:nvPr/>
          </p:nvSpPr>
          <p:spPr>
            <a:xfrm>
              <a:off x="1049375" y="2318350"/>
              <a:ext cx="298525" cy="295400"/>
            </a:xfrm>
            <a:custGeom>
              <a:rect b="b" l="l" r="r" t="t"/>
              <a:pathLst>
                <a:path extrusionOk="0" h="11816" w="11941">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85" name="Google Shape;10985;p136"/>
          <p:cNvGrpSpPr/>
          <p:nvPr/>
        </p:nvGrpSpPr>
        <p:grpSpPr>
          <a:xfrm>
            <a:off x="5310393" y="2196576"/>
            <a:ext cx="351286" cy="351286"/>
            <a:chOff x="1049375" y="2680675"/>
            <a:chExt cx="297725" cy="297725"/>
          </a:xfrm>
        </p:grpSpPr>
        <p:sp>
          <p:nvSpPr>
            <p:cNvPr id="10986" name="Google Shape;10986;p136"/>
            <p:cNvSpPr/>
            <p:nvPr/>
          </p:nvSpPr>
          <p:spPr>
            <a:xfrm>
              <a:off x="1113175" y="2752350"/>
              <a:ext cx="161475" cy="155975"/>
            </a:xfrm>
            <a:custGeom>
              <a:rect b="b" l="l" r="r" t="t"/>
              <a:pathLst>
                <a:path extrusionOk="0" h="6239" w="6459">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7" name="Google Shape;10987;p136"/>
            <p:cNvSpPr/>
            <p:nvPr/>
          </p:nvSpPr>
          <p:spPr>
            <a:xfrm>
              <a:off x="1049375" y="2680675"/>
              <a:ext cx="297725" cy="297725"/>
            </a:xfrm>
            <a:custGeom>
              <a:rect b="b" l="l" r="r" t="t"/>
              <a:pathLst>
                <a:path extrusionOk="0" h="11909" w="11909">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88" name="Google Shape;10988;p136"/>
          <p:cNvGrpSpPr/>
          <p:nvPr/>
        </p:nvGrpSpPr>
        <p:grpSpPr>
          <a:xfrm>
            <a:off x="7523845" y="1304623"/>
            <a:ext cx="348513" cy="348542"/>
            <a:chOff x="2872725" y="1954475"/>
            <a:chExt cx="295375" cy="295400"/>
          </a:xfrm>
        </p:grpSpPr>
        <p:sp>
          <p:nvSpPr>
            <p:cNvPr id="10989" name="Google Shape;10989;p136"/>
            <p:cNvSpPr/>
            <p:nvPr/>
          </p:nvSpPr>
          <p:spPr>
            <a:xfrm>
              <a:off x="2959350" y="1954475"/>
              <a:ext cx="122100" cy="139450"/>
            </a:xfrm>
            <a:custGeom>
              <a:rect b="b" l="l" r="r" t="t"/>
              <a:pathLst>
                <a:path extrusionOk="0" h="5578" w="4884">
                  <a:moveTo>
                    <a:pt x="2395" y="694"/>
                  </a:moveTo>
                  <a:cubicBezTo>
                    <a:pt x="2805" y="694"/>
                    <a:pt x="3120" y="1009"/>
                    <a:pt x="3120" y="1418"/>
                  </a:cubicBezTo>
                  <a:cubicBezTo>
                    <a:pt x="3120" y="1797"/>
                    <a:pt x="2805" y="2112"/>
                    <a:pt x="2395" y="2112"/>
                  </a:cubicBezTo>
                  <a:cubicBezTo>
                    <a:pt x="2017" y="2112"/>
                    <a:pt x="1702" y="1797"/>
                    <a:pt x="1702" y="1418"/>
                  </a:cubicBezTo>
                  <a:cubicBezTo>
                    <a:pt x="1733" y="1009"/>
                    <a:pt x="2048" y="694"/>
                    <a:pt x="2395" y="694"/>
                  </a:cubicBezTo>
                  <a:close/>
                  <a:moveTo>
                    <a:pt x="2395" y="2742"/>
                  </a:moveTo>
                  <a:cubicBezTo>
                    <a:pt x="3340" y="2742"/>
                    <a:pt x="4128" y="3529"/>
                    <a:pt x="4128" y="4537"/>
                  </a:cubicBezTo>
                  <a:lnTo>
                    <a:pt x="4128" y="4884"/>
                  </a:lnTo>
                  <a:lnTo>
                    <a:pt x="662" y="4884"/>
                  </a:lnTo>
                  <a:lnTo>
                    <a:pt x="662" y="4537"/>
                  </a:lnTo>
                  <a:cubicBezTo>
                    <a:pt x="662" y="3529"/>
                    <a:pt x="1450" y="2742"/>
                    <a:pt x="2395" y="2742"/>
                  </a:cubicBezTo>
                  <a:close/>
                  <a:moveTo>
                    <a:pt x="2490" y="1"/>
                  </a:moveTo>
                  <a:cubicBezTo>
                    <a:pt x="1733" y="1"/>
                    <a:pt x="1103" y="631"/>
                    <a:pt x="1103" y="1387"/>
                  </a:cubicBezTo>
                  <a:cubicBezTo>
                    <a:pt x="1103" y="1734"/>
                    <a:pt x="1229" y="2049"/>
                    <a:pt x="1450" y="2332"/>
                  </a:cubicBezTo>
                  <a:cubicBezTo>
                    <a:pt x="568" y="2710"/>
                    <a:pt x="1" y="3529"/>
                    <a:pt x="1" y="4537"/>
                  </a:cubicBezTo>
                  <a:lnTo>
                    <a:pt x="1" y="5231"/>
                  </a:lnTo>
                  <a:cubicBezTo>
                    <a:pt x="1" y="5420"/>
                    <a:pt x="158" y="5577"/>
                    <a:pt x="347" y="5577"/>
                  </a:cubicBezTo>
                  <a:lnTo>
                    <a:pt x="4537" y="5577"/>
                  </a:lnTo>
                  <a:cubicBezTo>
                    <a:pt x="4726" y="5577"/>
                    <a:pt x="4884" y="5420"/>
                    <a:pt x="4884" y="5231"/>
                  </a:cubicBezTo>
                  <a:lnTo>
                    <a:pt x="4884" y="4537"/>
                  </a:lnTo>
                  <a:cubicBezTo>
                    <a:pt x="4884" y="3529"/>
                    <a:pt x="4317" y="2710"/>
                    <a:pt x="3498" y="2332"/>
                  </a:cubicBezTo>
                  <a:cubicBezTo>
                    <a:pt x="3750" y="2080"/>
                    <a:pt x="3844" y="1765"/>
                    <a:pt x="3844" y="1387"/>
                  </a:cubicBezTo>
                  <a:cubicBezTo>
                    <a:pt x="3844" y="631"/>
                    <a:pt x="3214" y="1"/>
                    <a:pt x="249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0" name="Google Shape;10990;p136"/>
            <p:cNvSpPr/>
            <p:nvPr/>
          </p:nvSpPr>
          <p:spPr>
            <a:xfrm>
              <a:off x="2906575" y="2146650"/>
              <a:ext cx="191425" cy="69350"/>
            </a:xfrm>
            <a:custGeom>
              <a:rect b="b" l="l" r="r" t="t"/>
              <a:pathLst>
                <a:path extrusionOk="0" h="2774" w="7657">
                  <a:moveTo>
                    <a:pt x="1419" y="694"/>
                  </a:moveTo>
                  <a:lnTo>
                    <a:pt x="1419" y="2080"/>
                  </a:lnTo>
                  <a:lnTo>
                    <a:pt x="694" y="2080"/>
                  </a:lnTo>
                  <a:lnTo>
                    <a:pt x="694" y="694"/>
                  </a:lnTo>
                  <a:close/>
                  <a:moveTo>
                    <a:pt x="2773" y="694"/>
                  </a:moveTo>
                  <a:lnTo>
                    <a:pt x="2773" y="2080"/>
                  </a:lnTo>
                  <a:lnTo>
                    <a:pt x="2080" y="2080"/>
                  </a:lnTo>
                  <a:lnTo>
                    <a:pt x="2080" y="694"/>
                  </a:lnTo>
                  <a:close/>
                  <a:moveTo>
                    <a:pt x="4159" y="694"/>
                  </a:moveTo>
                  <a:lnTo>
                    <a:pt x="4159" y="2080"/>
                  </a:lnTo>
                  <a:lnTo>
                    <a:pt x="3466" y="2080"/>
                  </a:lnTo>
                  <a:lnTo>
                    <a:pt x="3466" y="694"/>
                  </a:lnTo>
                  <a:close/>
                  <a:moveTo>
                    <a:pt x="6995" y="694"/>
                  </a:moveTo>
                  <a:lnTo>
                    <a:pt x="6995" y="2080"/>
                  </a:lnTo>
                  <a:lnTo>
                    <a:pt x="4884" y="2080"/>
                  </a:lnTo>
                  <a:lnTo>
                    <a:pt x="4884" y="694"/>
                  </a:lnTo>
                  <a:close/>
                  <a:moveTo>
                    <a:pt x="347" y="1"/>
                  </a:moveTo>
                  <a:cubicBezTo>
                    <a:pt x="158" y="1"/>
                    <a:pt x="1" y="158"/>
                    <a:pt x="1" y="347"/>
                  </a:cubicBezTo>
                  <a:lnTo>
                    <a:pt x="1" y="2427"/>
                  </a:lnTo>
                  <a:cubicBezTo>
                    <a:pt x="1" y="2616"/>
                    <a:pt x="158" y="2773"/>
                    <a:pt x="347" y="2773"/>
                  </a:cubicBezTo>
                  <a:lnTo>
                    <a:pt x="7310" y="2773"/>
                  </a:lnTo>
                  <a:cubicBezTo>
                    <a:pt x="7499" y="2773"/>
                    <a:pt x="7657" y="2616"/>
                    <a:pt x="7657" y="2427"/>
                  </a:cubicBezTo>
                  <a:lnTo>
                    <a:pt x="7657" y="347"/>
                  </a:lnTo>
                  <a:cubicBezTo>
                    <a:pt x="7657" y="127"/>
                    <a:pt x="7499" y="1"/>
                    <a:pt x="731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1" name="Google Shape;10991;p136"/>
            <p:cNvSpPr/>
            <p:nvPr/>
          </p:nvSpPr>
          <p:spPr>
            <a:xfrm>
              <a:off x="2872725" y="2112000"/>
              <a:ext cx="295375" cy="137875"/>
            </a:xfrm>
            <a:custGeom>
              <a:rect b="b" l="l" r="r" t="t"/>
              <a:pathLst>
                <a:path extrusionOk="0" h="5515" w="11815">
                  <a:moveTo>
                    <a:pt x="11121" y="2080"/>
                  </a:moveTo>
                  <a:lnTo>
                    <a:pt x="11121" y="3466"/>
                  </a:lnTo>
                  <a:lnTo>
                    <a:pt x="10397" y="3466"/>
                  </a:lnTo>
                  <a:lnTo>
                    <a:pt x="10397" y="2080"/>
                  </a:lnTo>
                  <a:close/>
                  <a:moveTo>
                    <a:pt x="9389" y="662"/>
                  </a:moveTo>
                  <a:cubicBezTo>
                    <a:pt x="9578" y="662"/>
                    <a:pt x="9735" y="820"/>
                    <a:pt x="9735" y="1009"/>
                  </a:cubicBezTo>
                  <a:lnTo>
                    <a:pt x="9735" y="4474"/>
                  </a:lnTo>
                  <a:cubicBezTo>
                    <a:pt x="9735" y="4663"/>
                    <a:pt x="9578" y="4852"/>
                    <a:pt x="9389" y="4852"/>
                  </a:cubicBezTo>
                  <a:lnTo>
                    <a:pt x="1040" y="4852"/>
                  </a:lnTo>
                  <a:cubicBezTo>
                    <a:pt x="819" y="4852"/>
                    <a:pt x="662" y="4663"/>
                    <a:pt x="662" y="4474"/>
                  </a:cubicBezTo>
                  <a:lnTo>
                    <a:pt x="662" y="1009"/>
                  </a:lnTo>
                  <a:cubicBezTo>
                    <a:pt x="662" y="820"/>
                    <a:pt x="819" y="662"/>
                    <a:pt x="1040" y="662"/>
                  </a:cubicBezTo>
                  <a:close/>
                  <a:moveTo>
                    <a:pt x="1040" y="1"/>
                  </a:moveTo>
                  <a:cubicBezTo>
                    <a:pt x="441" y="1"/>
                    <a:pt x="0" y="473"/>
                    <a:pt x="0" y="1009"/>
                  </a:cubicBezTo>
                  <a:lnTo>
                    <a:pt x="0" y="4474"/>
                  </a:lnTo>
                  <a:cubicBezTo>
                    <a:pt x="0" y="5073"/>
                    <a:pt x="473" y="5514"/>
                    <a:pt x="1040" y="5514"/>
                  </a:cubicBezTo>
                  <a:lnTo>
                    <a:pt x="9357" y="5514"/>
                  </a:lnTo>
                  <a:cubicBezTo>
                    <a:pt x="9956" y="5514"/>
                    <a:pt x="10397" y="5041"/>
                    <a:pt x="10397" y="4474"/>
                  </a:cubicBezTo>
                  <a:lnTo>
                    <a:pt x="10397" y="4128"/>
                  </a:lnTo>
                  <a:lnTo>
                    <a:pt x="11436" y="4128"/>
                  </a:lnTo>
                  <a:cubicBezTo>
                    <a:pt x="11625" y="4128"/>
                    <a:pt x="11783" y="3970"/>
                    <a:pt x="11783" y="3781"/>
                  </a:cubicBezTo>
                  <a:lnTo>
                    <a:pt x="11783" y="1702"/>
                  </a:lnTo>
                  <a:cubicBezTo>
                    <a:pt x="11814" y="1513"/>
                    <a:pt x="11657" y="1387"/>
                    <a:pt x="11468" y="1387"/>
                  </a:cubicBezTo>
                  <a:lnTo>
                    <a:pt x="10397" y="1387"/>
                  </a:lnTo>
                  <a:lnTo>
                    <a:pt x="10397" y="1009"/>
                  </a:lnTo>
                  <a:cubicBezTo>
                    <a:pt x="10397" y="442"/>
                    <a:pt x="9924" y="1"/>
                    <a:pt x="935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92" name="Google Shape;10992;p136"/>
          <p:cNvGrpSpPr/>
          <p:nvPr/>
        </p:nvGrpSpPr>
        <p:grpSpPr>
          <a:xfrm>
            <a:off x="7545216" y="1755196"/>
            <a:ext cx="305771" cy="350401"/>
            <a:chOff x="2890050" y="2318350"/>
            <a:chExt cx="259150" cy="296975"/>
          </a:xfrm>
        </p:grpSpPr>
        <p:sp>
          <p:nvSpPr>
            <p:cNvPr id="10993" name="Google Shape;10993;p136"/>
            <p:cNvSpPr/>
            <p:nvPr/>
          </p:nvSpPr>
          <p:spPr>
            <a:xfrm>
              <a:off x="2936525" y="2353025"/>
              <a:ext cx="160700" cy="155975"/>
            </a:xfrm>
            <a:custGeom>
              <a:rect b="b" l="l" r="r" t="t"/>
              <a:pathLst>
                <a:path extrusionOk="0" h="6239" w="6428">
                  <a:moveTo>
                    <a:pt x="3371" y="2048"/>
                  </a:moveTo>
                  <a:cubicBezTo>
                    <a:pt x="3749" y="2048"/>
                    <a:pt x="4064" y="2363"/>
                    <a:pt x="4064" y="2773"/>
                  </a:cubicBezTo>
                  <a:cubicBezTo>
                    <a:pt x="4064" y="3151"/>
                    <a:pt x="3749" y="3466"/>
                    <a:pt x="3371" y="3466"/>
                  </a:cubicBezTo>
                  <a:cubicBezTo>
                    <a:pt x="2961" y="3466"/>
                    <a:pt x="2646" y="3151"/>
                    <a:pt x="2646" y="2773"/>
                  </a:cubicBezTo>
                  <a:cubicBezTo>
                    <a:pt x="2646" y="2363"/>
                    <a:pt x="2961" y="2048"/>
                    <a:pt x="3371" y="2048"/>
                  </a:cubicBezTo>
                  <a:close/>
                  <a:moveTo>
                    <a:pt x="3308" y="662"/>
                  </a:moveTo>
                  <a:cubicBezTo>
                    <a:pt x="4663" y="662"/>
                    <a:pt x="5734" y="1764"/>
                    <a:pt x="5734" y="3119"/>
                  </a:cubicBezTo>
                  <a:cubicBezTo>
                    <a:pt x="5734" y="3655"/>
                    <a:pt x="5513" y="4159"/>
                    <a:pt x="5167" y="4663"/>
                  </a:cubicBezTo>
                  <a:cubicBezTo>
                    <a:pt x="4978" y="4253"/>
                    <a:pt x="4694" y="3938"/>
                    <a:pt x="4316" y="3686"/>
                  </a:cubicBezTo>
                  <a:cubicBezTo>
                    <a:pt x="4537" y="3466"/>
                    <a:pt x="4694" y="3119"/>
                    <a:pt x="4694" y="2741"/>
                  </a:cubicBezTo>
                  <a:cubicBezTo>
                    <a:pt x="4694" y="2016"/>
                    <a:pt x="4064" y="1386"/>
                    <a:pt x="3308" y="1386"/>
                  </a:cubicBezTo>
                  <a:cubicBezTo>
                    <a:pt x="2583" y="1386"/>
                    <a:pt x="1953" y="2016"/>
                    <a:pt x="1953" y="2741"/>
                  </a:cubicBezTo>
                  <a:cubicBezTo>
                    <a:pt x="1953" y="3119"/>
                    <a:pt x="2111" y="3466"/>
                    <a:pt x="2331" y="3686"/>
                  </a:cubicBezTo>
                  <a:cubicBezTo>
                    <a:pt x="1953" y="3907"/>
                    <a:pt x="1670" y="4253"/>
                    <a:pt x="1481" y="4663"/>
                  </a:cubicBezTo>
                  <a:cubicBezTo>
                    <a:pt x="1008" y="4096"/>
                    <a:pt x="851" y="3434"/>
                    <a:pt x="914" y="2773"/>
                  </a:cubicBezTo>
                  <a:cubicBezTo>
                    <a:pt x="1071" y="1670"/>
                    <a:pt x="2048" y="662"/>
                    <a:pt x="3308" y="662"/>
                  </a:cubicBezTo>
                  <a:close/>
                  <a:moveTo>
                    <a:pt x="3308" y="4190"/>
                  </a:moveTo>
                  <a:cubicBezTo>
                    <a:pt x="3938" y="4190"/>
                    <a:pt x="4442" y="4600"/>
                    <a:pt x="4663" y="5167"/>
                  </a:cubicBezTo>
                  <a:cubicBezTo>
                    <a:pt x="4253" y="5387"/>
                    <a:pt x="3844" y="5545"/>
                    <a:pt x="3308" y="5545"/>
                  </a:cubicBezTo>
                  <a:cubicBezTo>
                    <a:pt x="2835" y="5545"/>
                    <a:pt x="2363" y="5387"/>
                    <a:pt x="1985" y="5167"/>
                  </a:cubicBezTo>
                  <a:cubicBezTo>
                    <a:pt x="2142" y="4568"/>
                    <a:pt x="2678" y="4190"/>
                    <a:pt x="3308" y="4190"/>
                  </a:cubicBezTo>
                  <a:close/>
                  <a:moveTo>
                    <a:pt x="3308" y="0"/>
                  </a:moveTo>
                  <a:cubicBezTo>
                    <a:pt x="1701" y="0"/>
                    <a:pt x="410" y="1229"/>
                    <a:pt x="252" y="2678"/>
                  </a:cubicBezTo>
                  <a:cubicBezTo>
                    <a:pt x="0" y="4600"/>
                    <a:pt x="1481" y="6238"/>
                    <a:pt x="3308" y="6238"/>
                  </a:cubicBezTo>
                  <a:cubicBezTo>
                    <a:pt x="5041" y="6238"/>
                    <a:pt x="6427" y="4820"/>
                    <a:pt x="6427" y="3119"/>
                  </a:cubicBezTo>
                  <a:cubicBezTo>
                    <a:pt x="6427" y="1386"/>
                    <a:pt x="5009" y="0"/>
                    <a:pt x="330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4" name="Google Shape;10994;p136"/>
            <p:cNvSpPr/>
            <p:nvPr/>
          </p:nvSpPr>
          <p:spPr>
            <a:xfrm>
              <a:off x="2890050" y="2318350"/>
              <a:ext cx="259150" cy="296975"/>
            </a:xfrm>
            <a:custGeom>
              <a:rect b="b" l="l" r="r" t="t"/>
              <a:pathLst>
                <a:path extrusionOk="0" h="11879" w="10366">
                  <a:moveTo>
                    <a:pt x="5167" y="694"/>
                  </a:moveTo>
                  <a:cubicBezTo>
                    <a:pt x="7309" y="694"/>
                    <a:pt x="9011" y="2427"/>
                    <a:pt x="9011" y="4506"/>
                  </a:cubicBezTo>
                  <a:cubicBezTo>
                    <a:pt x="9011" y="5640"/>
                    <a:pt x="8475" y="6711"/>
                    <a:pt x="7656" y="7405"/>
                  </a:cubicBezTo>
                  <a:lnTo>
                    <a:pt x="5167" y="9547"/>
                  </a:lnTo>
                  <a:lnTo>
                    <a:pt x="2710" y="7405"/>
                  </a:lnTo>
                  <a:cubicBezTo>
                    <a:pt x="1796" y="6585"/>
                    <a:pt x="1229" y="5420"/>
                    <a:pt x="1386" y="4034"/>
                  </a:cubicBezTo>
                  <a:cubicBezTo>
                    <a:pt x="1575" y="2206"/>
                    <a:pt x="3151" y="694"/>
                    <a:pt x="5167" y="694"/>
                  </a:cubicBezTo>
                  <a:close/>
                  <a:moveTo>
                    <a:pt x="8475" y="8980"/>
                  </a:moveTo>
                  <a:lnTo>
                    <a:pt x="9546" y="11122"/>
                  </a:lnTo>
                  <a:lnTo>
                    <a:pt x="977" y="11122"/>
                  </a:lnTo>
                  <a:lnTo>
                    <a:pt x="2017" y="8980"/>
                  </a:lnTo>
                  <a:lnTo>
                    <a:pt x="3529" y="8980"/>
                  </a:lnTo>
                  <a:lnTo>
                    <a:pt x="4978" y="10240"/>
                  </a:lnTo>
                  <a:cubicBezTo>
                    <a:pt x="5073" y="10272"/>
                    <a:pt x="5136" y="10335"/>
                    <a:pt x="5230" y="10335"/>
                  </a:cubicBezTo>
                  <a:cubicBezTo>
                    <a:pt x="5293" y="10335"/>
                    <a:pt x="5388" y="10272"/>
                    <a:pt x="5451" y="10240"/>
                  </a:cubicBezTo>
                  <a:lnTo>
                    <a:pt x="6900" y="8980"/>
                  </a:lnTo>
                  <a:close/>
                  <a:moveTo>
                    <a:pt x="5107" y="1"/>
                  </a:moveTo>
                  <a:cubicBezTo>
                    <a:pt x="2772" y="1"/>
                    <a:pt x="912" y="1815"/>
                    <a:pt x="662" y="3939"/>
                  </a:cubicBezTo>
                  <a:cubicBezTo>
                    <a:pt x="441" y="5483"/>
                    <a:pt x="1040" y="6932"/>
                    <a:pt x="2174" y="7940"/>
                  </a:cubicBezTo>
                  <a:lnTo>
                    <a:pt x="2615" y="8318"/>
                  </a:lnTo>
                  <a:lnTo>
                    <a:pt x="1638" y="8318"/>
                  </a:lnTo>
                  <a:cubicBezTo>
                    <a:pt x="1575" y="8318"/>
                    <a:pt x="1481" y="8413"/>
                    <a:pt x="1449" y="8507"/>
                  </a:cubicBezTo>
                  <a:lnTo>
                    <a:pt x="63" y="11343"/>
                  </a:lnTo>
                  <a:cubicBezTo>
                    <a:pt x="0" y="11469"/>
                    <a:pt x="0" y="11595"/>
                    <a:pt x="63" y="11721"/>
                  </a:cubicBezTo>
                  <a:cubicBezTo>
                    <a:pt x="126" y="11815"/>
                    <a:pt x="221" y="11878"/>
                    <a:pt x="347" y="11878"/>
                  </a:cubicBezTo>
                  <a:lnTo>
                    <a:pt x="10019" y="11878"/>
                  </a:lnTo>
                  <a:cubicBezTo>
                    <a:pt x="10145" y="11878"/>
                    <a:pt x="10271" y="11784"/>
                    <a:pt x="10302" y="11721"/>
                  </a:cubicBezTo>
                  <a:cubicBezTo>
                    <a:pt x="10365" y="11595"/>
                    <a:pt x="10365" y="11469"/>
                    <a:pt x="10302" y="11343"/>
                  </a:cubicBezTo>
                  <a:lnTo>
                    <a:pt x="8916" y="8507"/>
                  </a:lnTo>
                  <a:cubicBezTo>
                    <a:pt x="8885" y="8413"/>
                    <a:pt x="8727" y="8318"/>
                    <a:pt x="8601" y="8318"/>
                  </a:cubicBezTo>
                  <a:lnTo>
                    <a:pt x="7624" y="8318"/>
                  </a:lnTo>
                  <a:lnTo>
                    <a:pt x="8065" y="7940"/>
                  </a:lnTo>
                  <a:cubicBezTo>
                    <a:pt x="9042" y="7090"/>
                    <a:pt x="9641" y="5829"/>
                    <a:pt x="9641" y="4506"/>
                  </a:cubicBezTo>
                  <a:cubicBezTo>
                    <a:pt x="9641" y="2049"/>
                    <a:pt x="7656" y="1"/>
                    <a:pt x="5167" y="1"/>
                  </a:cubicBezTo>
                  <a:cubicBezTo>
                    <a:pt x="5147" y="1"/>
                    <a:pt x="5127" y="1"/>
                    <a:pt x="510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95" name="Google Shape;10995;p136"/>
          <p:cNvSpPr/>
          <p:nvPr/>
        </p:nvSpPr>
        <p:spPr>
          <a:xfrm>
            <a:off x="7585093" y="2196982"/>
            <a:ext cx="225862" cy="350371"/>
          </a:xfrm>
          <a:custGeom>
            <a:rect b="b" l="l" r="r" t="t"/>
            <a:pathLst>
              <a:path extrusionOk="0" h="11878" w="7657">
                <a:moveTo>
                  <a:pt x="3813" y="1387"/>
                </a:moveTo>
                <a:cubicBezTo>
                  <a:pt x="4254" y="1387"/>
                  <a:pt x="4664" y="1670"/>
                  <a:pt x="4821" y="2112"/>
                </a:cubicBezTo>
                <a:lnTo>
                  <a:pt x="2836" y="2112"/>
                </a:lnTo>
                <a:cubicBezTo>
                  <a:pt x="2994" y="1702"/>
                  <a:pt x="3372" y="1387"/>
                  <a:pt x="3813" y="1387"/>
                </a:cubicBezTo>
                <a:close/>
                <a:moveTo>
                  <a:pt x="4947" y="2805"/>
                </a:moveTo>
                <a:cubicBezTo>
                  <a:pt x="5199" y="2805"/>
                  <a:pt x="5357" y="3057"/>
                  <a:pt x="5294" y="3277"/>
                </a:cubicBezTo>
                <a:lnTo>
                  <a:pt x="4947" y="4222"/>
                </a:lnTo>
                <a:lnTo>
                  <a:pt x="2679" y="4222"/>
                </a:lnTo>
                <a:lnTo>
                  <a:pt x="2364" y="3277"/>
                </a:lnTo>
                <a:cubicBezTo>
                  <a:pt x="2332" y="3025"/>
                  <a:pt x="2490" y="2805"/>
                  <a:pt x="2710" y="2805"/>
                </a:cubicBezTo>
                <a:close/>
                <a:moveTo>
                  <a:pt x="4916" y="4852"/>
                </a:moveTo>
                <a:lnTo>
                  <a:pt x="5514" y="8381"/>
                </a:lnTo>
                <a:lnTo>
                  <a:pt x="2175" y="8381"/>
                </a:lnTo>
                <a:lnTo>
                  <a:pt x="2773" y="4852"/>
                </a:lnTo>
                <a:close/>
                <a:moveTo>
                  <a:pt x="5955" y="9074"/>
                </a:moveTo>
                <a:cubicBezTo>
                  <a:pt x="6144" y="9074"/>
                  <a:pt x="6302" y="9232"/>
                  <a:pt x="6302" y="9421"/>
                </a:cubicBezTo>
                <a:lnTo>
                  <a:pt x="6302" y="9799"/>
                </a:lnTo>
                <a:lnTo>
                  <a:pt x="1450" y="9799"/>
                </a:lnTo>
                <a:lnTo>
                  <a:pt x="1450" y="9421"/>
                </a:lnTo>
                <a:cubicBezTo>
                  <a:pt x="1419" y="9232"/>
                  <a:pt x="1576" y="9074"/>
                  <a:pt x="1765" y="9074"/>
                </a:cubicBezTo>
                <a:close/>
                <a:moveTo>
                  <a:pt x="6648" y="10460"/>
                </a:moveTo>
                <a:cubicBezTo>
                  <a:pt x="6806" y="10460"/>
                  <a:pt x="6964" y="10618"/>
                  <a:pt x="6964" y="10807"/>
                </a:cubicBezTo>
                <a:lnTo>
                  <a:pt x="6964" y="11153"/>
                </a:lnTo>
                <a:lnTo>
                  <a:pt x="757" y="11153"/>
                </a:lnTo>
                <a:lnTo>
                  <a:pt x="757" y="10807"/>
                </a:lnTo>
                <a:cubicBezTo>
                  <a:pt x="757" y="10618"/>
                  <a:pt x="915" y="10460"/>
                  <a:pt x="1104" y="10460"/>
                </a:cubicBezTo>
                <a:close/>
                <a:moveTo>
                  <a:pt x="3782" y="1"/>
                </a:moveTo>
                <a:cubicBezTo>
                  <a:pt x="3592" y="1"/>
                  <a:pt x="3435" y="158"/>
                  <a:pt x="3435" y="379"/>
                </a:cubicBezTo>
                <a:lnTo>
                  <a:pt x="3435" y="757"/>
                </a:lnTo>
                <a:cubicBezTo>
                  <a:pt x="2679" y="914"/>
                  <a:pt x="2143" y="1544"/>
                  <a:pt x="2049" y="2301"/>
                </a:cubicBezTo>
                <a:cubicBezTo>
                  <a:pt x="1702" y="2521"/>
                  <a:pt x="1545" y="3025"/>
                  <a:pt x="1671" y="3466"/>
                </a:cubicBezTo>
                <a:lnTo>
                  <a:pt x="1891" y="4191"/>
                </a:lnTo>
                <a:lnTo>
                  <a:pt x="1702" y="4191"/>
                </a:lnTo>
                <a:cubicBezTo>
                  <a:pt x="1513" y="4191"/>
                  <a:pt x="1356" y="4348"/>
                  <a:pt x="1356" y="4537"/>
                </a:cubicBezTo>
                <a:cubicBezTo>
                  <a:pt x="1356" y="4758"/>
                  <a:pt x="1513" y="4915"/>
                  <a:pt x="1702" y="4915"/>
                </a:cubicBezTo>
                <a:lnTo>
                  <a:pt x="1986" y="4915"/>
                </a:lnTo>
                <a:lnTo>
                  <a:pt x="1387" y="8444"/>
                </a:lnTo>
                <a:cubicBezTo>
                  <a:pt x="1009" y="8570"/>
                  <a:pt x="726" y="8948"/>
                  <a:pt x="726" y="9421"/>
                </a:cubicBezTo>
                <a:lnTo>
                  <a:pt x="726" y="9830"/>
                </a:lnTo>
                <a:cubicBezTo>
                  <a:pt x="316" y="9988"/>
                  <a:pt x="1" y="10334"/>
                  <a:pt x="1" y="10807"/>
                </a:cubicBezTo>
                <a:lnTo>
                  <a:pt x="1" y="11531"/>
                </a:lnTo>
                <a:cubicBezTo>
                  <a:pt x="1" y="11720"/>
                  <a:pt x="158" y="11878"/>
                  <a:pt x="347" y="11878"/>
                </a:cubicBezTo>
                <a:lnTo>
                  <a:pt x="7279" y="11878"/>
                </a:lnTo>
                <a:cubicBezTo>
                  <a:pt x="7499" y="11878"/>
                  <a:pt x="7657" y="11720"/>
                  <a:pt x="7657" y="11531"/>
                </a:cubicBezTo>
                <a:lnTo>
                  <a:pt x="7657" y="10807"/>
                </a:lnTo>
                <a:cubicBezTo>
                  <a:pt x="7657" y="10366"/>
                  <a:pt x="7373" y="9988"/>
                  <a:pt x="6932" y="9830"/>
                </a:cubicBezTo>
                <a:lnTo>
                  <a:pt x="6932" y="9421"/>
                </a:lnTo>
                <a:cubicBezTo>
                  <a:pt x="6932" y="8948"/>
                  <a:pt x="6617" y="8570"/>
                  <a:pt x="6176" y="8444"/>
                </a:cubicBezTo>
                <a:lnTo>
                  <a:pt x="5609" y="4915"/>
                </a:lnTo>
                <a:lnTo>
                  <a:pt x="5861" y="4915"/>
                </a:lnTo>
                <a:cubicBezTo>
                  <a:pt x="6081" y="4915"/>
                  <a:pt x="6207" y="4758"/>
                  <a:pt x="6207" y="4537"/>
                </a:cubicBezTo>
                <a:cubicBezTo>
                  <a:pt x="6207" y="4348"/>
                  <a:pt x="6081" y="4191"/>
                  <a:pt x="5861" y="4191"/>
                </a:cubicBezTo>
                <a:lnTo>
                  <a:pt x="5672" y="4191"/>
                </a:lnTo>
                <a:lnTo>
                  <a:pt x="5924" y="3466"/>
                </a:lnTo>
                <a:cubicBezTo>
                  <a:pt x="6081" y="3025"/>
                  <a:pt x="5861" y="2584"/>
                  <a:pt x="5514" y="2301"/>
                </a:cubicBezTo>
                <a:cubicBezTo>
                  <a:pt x="5451" y="1513"/>
                  <a:pt x="4884" y="914"/>
                  <a:pt x="4128" y="757"/>
                </a:cubicBezTo>
                <a:lnTo>
                  <a:pt x="4128" y="379"/>
                </a:lnTo>
                <a:cubicBezTo>
                  <a:pt x="4128" y="158"/>
                  <a:pt x="3971" y="1"/>
                  <a:pt x="378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96" name="Google Shape;10996;p136"/>
          <p:cNvGrpSpPr/>
          <p:nvPr/>
        </p:nvGrpSpPr>
        <p:grpSpPr>
          <a:xfrm>
            <a:off x="6187732" y="2670650"/>
            <a:ext cx="347569" cy="347569"/>
            <a:chOff x="4685050" y="1945825"/>
            <a:chExt cx="294575" cy="294575"/>
          </a:xfrm>
        </p:grpSpPr>
        <p:sp>
          <p:nvSpPr>
            <p:cNvPr id="10997" name="Google Shape;10997;p136"/>
            <p:cNvSpPr/>
            <p:nvPr/>
          </p:nvSpPr>
          <p:spPr>
            <a:xfrm>
              <a:off x="4720475" y="2086025"/>
              <a:ext cx="104775" cy="121300"/>
            </a:xfrm>
            <a:custGeom>
              <a:rect b="b" l="l" r="r" t="t"/>
              <a:pathLst>
                <a:path extrusionOk="0" h="4852" w="4191">
                  <a:moveTo>
                    <a:pt x="2017" y="693"/>
                  </a:moveTo>
                  <a:cubicBezTo>
                    <a:pt x="2427" y="693"/>
                    <a:pt x="2742" y="1008"/>
                    <a:pt x="2742" y="1386"/>
                  </a:cubicBezTo>
                  <a:cubicBezTo>
                    <a:pt x="2742" y="1796"/>
                    <a:pt x="2427" y="2111"/>
                    <a:pt x="2017" y="2111"/>
                  </a:cubicBezTo>
                  <a:cubicBezTo>
                    <a:pt x="1639" y="2111"/>
                    <a:pt x="1324" y="1796"/>
                    <a:pt x="1324" y="1386"/>
                  </a:cubicBezTo>
                  <a:cubicBezTo>
                    <a:pt x="1324" y="1008"/>
                    <a:pt x="1639" y="693"/>
                    <a:pt x="2017" y="693"/>
                  </a:cubicBezTo>
                  <a:close/>
                  <a:moveTo>
                    <a:pt x="2017" y="2772"/>
                  </a:moveTo>
                  <a:cubicBezTo>
                    <a:pt x="2773" y="2772"/>
                    <a:pt x="3403" y="3403"/>
                    <a:pt x="3403" y="4127"/>
                  </a:cubicBezTo>
                  <a:lnTo>
                    <a:pt x="631" y="4127"/>
                  </a:lnTo>
                  <a:cubicBezTo>
                    <a:pt x="631" y="3403"/>
                    <a:pt x="1261" y="2772"/>
                    <a:pt x="2017" y="2772"/>
                  </a:cubicBezTo>
                  <a:close/>
                  <a:moveTo>
                    <a:pt x="2049" y="0"/>
                  </a:moveTo>
                  <a:cubicBezTo>
                    <a:pt x="1324" y="0"/>
                    <a:pt x="694" y="630"/>
                    <a:pt x="694" y="1386"/>
                  </a:cubicBezTo>
                  <a:cubicBezTo>
                    <a:pt x="694" y="1733"/>
                    <a:pt x="851" y="2111"/>
                    <a:pt x="1072" y="2331"/>
                  </a:cubicBezTo>
                  <a:cubicBezTo>
                    <a:pt x="442" y="2678"/>
                    <a:pt x="1" y="3340"/>
                    <a:pt x="1" y="4127"/>
                  </a:cubicBezTo>
                  <a:lnTo>
                    <a:pt x="1" y="4505"/>
                  </a:lnTo>
                  <a:cubicBezTo>
                    <a:pt x="1" y="4694"/>
                    <a:pt x="158" y="4852"/>
                    <a:pt x="379" y="4852"/>
                  </a:cubicBezTo>
                  <a:lnTo>
                    <a:pt x="3844" y="4852"/>
                  </a:lnTo>
                  <a:cubicBezTo>
                    <a:pt x="4033" y="4852"/>
                    <a:pt x="4191" y="4694"/>
                    <a:pt x="4191" y="4505"/>
                  </a:cubicBezTo>
                  <a:lnTo>
                    <a:pt x="4191" y="4127"/>
                  </a:lnTo>
                  <a:cubicBezTo>
                    <a:pt x="4096" y="3340"/>
                    <a:pt x="3687" y="2678"/>
                    <a:pt x="3057" y="2331"/>
                  </a:cubicBezTo>
                  <a:cubicBezTo>
                    <a:pt x="3277" y="2111"/>
                    <a:pt x="3435" y="1733"/>
                    <a:pt x="3435" y="1386"/>
                  </a:cubicBezTo>
                  <a:cubicBezTo>
                    <a:pt x="3435" y="630"/>
                    <a:pt x="2805" y="0"/>
                    <a:pt x="204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8" name="Google Shape;10998;p136"/>
            <p:cNvSpPr/>
            <p:nvPr/>
          </p:nvSpPr>
          <p:spPr>
            <a:xfrm>
              <a:off x="4685050" y="1945825"/>
              <a:ext cx="294575" cy="294575"/>
            </a:xfrm>
            <a:custGeom>
              <a:rect b="b" l="l" r="r" t="t"/>
              <a:pathLst>
                <a:path extrusionOk="0" h="11783" w="11783">
                  <a:moveTo>
                    <a:pt x="6900" y="693"/>
                  </a:moveTo>
                  <a:lnTo>
                    <a:pt x="6900" y="1418"/>
                  </a:lnTo>
                  <a:lnTo>
                    <a:pt x="4820" y="1418"/>
                  </a:lnTo>
                  <a:lnTo>
                    <a:pt x="4820" y="693"/>
                  </a:lnTo>
                  <a:close/>
                  <a:moveTo>
                    <a:pt x="7215" y="2111"/>
                  </a:moveTo>
                  <a:cubicBezTo>
                    <a:pt x="7404" y="2111"/>
                    <a:pt x="7561" y="2269"/>
                    <a:pt x="7561" y="2458"/>
                  </a:cubicBezTo>
                  <a:cubicBezTo>
                    <a:pt x="7561" y="2678"/>
                    <a:pt x="7404" y="2836"/>
                    <a:pt x="7215" y="2836"/>
                  </a:cubicBezTo>
                  <a:lnTo>
                    <a:pt x="4474" y="2836"/>
                  </a:lnTo>
                  <a:cubicBezTo>
                    <a:pt x="4253" y="2836"/>
                    <a:pt x="4096" y="2678"/>
                    <a:pt x="4096" y="2458"/>
                  </a:cubicBezTo>
                  <a:cubicBezTo>
                    <a:pt x="4096" y="2269"/>
                    <a:pt x="4316" y="2111"/>
                    <a:pt x="4474" y="2111"/>
                  </a:cubicBezTo>
                  <a:close/>
                  <a:moveTo>
                    <a:pt x="6900" y="3497"/>
                  </a:moveTo>
                  <a:lnTo>
                    <a:pt x="6900" y="4568"/>
                  </a:lnTo>
                  <a:cubicBezTo>
                    <a:pt x="6900" y="4757"/>
                    <a:pt x="6742" y="4915"/>
                    <a:pt x="6553" y="4915"/>
                  </a:cubicBezTo>
                  <a:lnTo>
                    <a:pt x="5167" y="4915"/>
                  </a:lnTo>
                  <a:cubicBezTo>
                    <a:pt x="4978" y="4915"/>
                    <a:pt x="4820" y="4757"/>
                    <a:pt x="4820" y="4568"/>
                  </a:cubicBezTo>
                  <a:lnTo>
                    <a:pt x="4820" y="3497"/>
                  </a:lnTo>
                  <a:close/>
                  <a:moveTo>
                    <a:pt x="10775" y="4883"/>
                  </a:moveTo>
                  <a:cubicBezTo>
                    <a:pt x="10964" y="4883"/>
                    <a:pt x="11121" y="5041"/>
                    <a:pt x="11121" y="5230"/>
                  </a:cubicBezTo>
                  <a:lnTo>
                    <a:pt x="11121" y="10775"/>
                  </a:lnTo>
                  <a:cubicBezTo>
                    <a:pt x="11121" y="10964"/>
                    <a:pt x="10964" y="11121"/>
                    <a:pt x="10775" y="11121"/>
                  </a:cubicBezTo>
                  <a:lnTo>
                    <a:pt x="1008" y="11121"/>
                  </a:lnTo>
                  <a:cubicBezTo>
                    <a:pt x="788" y="11121"/>
                    <a:pt x="630" y="10964"/>
                    <a:pt x="630" y="10775"/>
                  </a:cubicBezTo>
                  <a:lnTo>
                    <a:pt x="630" y="5230"/>
                  </a:lnTo>
                  <a:cubicBezTo>
                    <a:pt x="630" y="5041"/>
                    <a:pt x="788" y="4883"/>
                    <a:pt x="1008" y="4883"/>
                  </a:cubicBezTo>
                  <a:lnTo>
                    <a:pt x="4190" y="4883"/>
                  </a:lnTo>
                  <a:cubicBezTo>
                    <a:pt x="4348" y="5261"/>
                    <a:pt x="4694" y="5577"/>
                    <a:pt x="5167" y="5577"/>
                  </a:cubicBezTo>
                  <a:lnTo>
                    <a:pt x="6553" y="5577"/>
                  </a:lnTo>
                  <a:cubicBezTo>
                    <a:pt x="6994" y="5577"/>
                    <a:pt x="7372" y="5293"/>
                    <a:pt x="7530" y="4883"/>
                  </a:cubicBezTo>
                  <a:close/>
                  <a:moveTo>
                    <a:pt x="4505" y="0"/>
                  </a:moveTo>
                  <a:cubicBezTo>
                    <a:pt x="4316" y="0"/>
                    <a:pt x="4159" y="158"/>
                    <a:pt x="4159" y="347"/>
                  </a:cubicBezTo>
                  <a:lnTo>
                    <a:pt x="4159" y="1449"/>
                  </a:lnTo>
                  <a:cubicBezTo>
                    <a:pt x="3749" y="1607"/>
                    <a:pt x="3434" y="1953"/>
                    <a:pt x="3434" y="2426"/>
                  </a:cubicBezTo>
                  <a:cubicBezTo>
                    <a:pt x="3434" y="2867"/>
                    <a:pt x="3718" y="3245"/>
                    <a:pt x="4159" y="3403"/>
                  </a:cubicBezTo>
                  <a:lnTo>
                    <a:pt x="4159" y="4190"/>
                  </a:lnTo>
                  <a:lnTo>
                    <a:pt x="1040" y="4190"/>
                  </a:lnTo>
                  <a:cubicBezTo>
                    <a:pt x="441" y="4190"/>
                    <a:pt x="0" y="4663"/>
                    <a:pt x="0" y="5230"/>
                  </a:cubicBezTo>
                  <a:lnTo>
                    <a:pt x="0" y="10775"/>
                  </a:lnTo>
                  <a:cubicBezTo>
                    <a:pt x="0" y="11373"/>
                    <a:pt x="473" y="11783"/>
                    <a:pt x="1040" y="11783"/>
                  </a:cubicBezTo>
                  <a:lnTo>
                    <a:pt x="10775" y="11783"/>
                  </a:lnTo>
                  <a:cubicBezTo>
                    <a:pt x="11342" y="11783"/>
                    <a:pt x="11783" y="11310"/>
                    <a:pt x="11783" y="10775"/>
                  </a:cubicBezTo>
                  <a:lnTo>
                    <a:pt x="11783" y="5230"/>
                  </a:lnTo>
                  <a:cubicBezTo>
                    <a:pt x="11783" y="4663"/>
                    <a:pt x="11342" y="4190"/>
                    <a:pt x="10775" y="4190"/>
                  </a:cubicBezTo>
                  <a:lnTo>
                    <a:pt x="7624" y="4190"/>
                  </a:lnTo>
                  <a:lnTo>
                    <a:pt x="7624" y="3403"/>
                  </a:lnTo>
                  <a:cubicBezTo>
                    <a:pt x="8002" y="3245"/>
                    <a:pt x="8317" y="2899"/>
                    <a:pt x="8317" y="2426"/>
                  </a:cubicBezTo>
                  <a:cubicBezTo>
                    <a:pt x="8317" y="1985"/>
                    <a:pt x="8034" y="1607"/>
                    <a:pt x="7624" y="1449"/>
                  </a:cubicBezTo>
                  <a:lnTo>
                    <a:pt x="7624" y="347"/>
                  </a:lnTo>
                  <a:cubicBezTo>
                    <a:pt x="7624" y="158"/>
                    <a:pt x="7467" y="0"/>
                    <a:pt x="724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9" name="Google Shape;10999;p136"/>
            <p:cNvSpPr/>
            <p:nvPr/>
          </p:nvSpPr>
          <p:spPr>
            <a:xfrm>
              <a:off x="4840200" y="2103350"/>
              <a:ext cx="104775" cy="17350"/>
            </a:xfrm>
            <a:custGeom>
              <a:rect b="b" l="l" r="r" t="t"/>
              <a:pathLst>
                <a:path extrusionOk="0" h="694" w="4191">
                  <a:moveTo>
                    <a:pt x="347" y="0"/>
                  </a:moveTo>
                  <a:cubicBezTo>
                    <a:pt x="158" y="0"/>
                    <a:pt x="0" y="158"/>
                    <a:pt x="0" y="347"/>
                  </a:cubicBezTo>
                  <a:cubicBezTo>
                    <a:pt x="0" y="536"/>
                    <a:pt x="158" y="693"/>
                    <a:pt x="347" y="693"/>
                  </a:cubicBezTo>
                  <a:lnTo>
                    <a:pt x="3844" y="693"/>
                  </a:lnTo>
                  <a:cubicBezTo>
                    <a:pt x="4033" y="693"/>
                    <a:pt x="4191" y="536"/>
                    <a:pt x="4191" y="347"/>
                  </a:cubicBezTo>
                  <a:cubicBezTo>
                    <a:pt x="4191" y="158"/>
                    <a:pt x="4033" y="0"/>
                    <a:pt x="384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0" name="Google Shape;11000;p136"/>
            <p:cNvSpPr/>
            <p:nvPr/>
          </p:nvSpPr>
          <p:spPr>
            <a:xfrm>
              <a:off x="4840200" y="2137200"/>
              <a:ext cx="104775" cy="18150"/>
            </a:xfrm>
            <a:custGeom>
              <a:rect b="b" l="l" r="r" t="t"/>
              <a:pathLst>
                <a:path extrusionOk="0" h="726" w="4191">
                  <a:moveTo>
                    <a:pt x="347" y="1"/>
                  </a:moveTo>
                  <a:cubicBezTo>
                    <a:pt x="158" y="1"/>
                    <a:pt x="0" y="158"/>
                    <a:pt x="0" y="379"/>
                  </a:cubicBezTo>
                  <a:cubicBezTo>
                    <a:pt x="0" y="568"/>
                    <a:pt x="158" y="725"/>
                    <a:pt x="347" y="725"/>
                  </a:cubicBezTo>
                  <a:lnTo>
                    <a:pt x="3844" y="725"/>
                  </a:lnTo>
                  <a:cubicBezTo>
                    <a:pt x="4033" y="725"/>
                    <a:pt x="4191" y="568"/>
                    <a:pt x="4191" y="379"/>
                  </a:cubicBezTo>
                  <a:cubicBezTo>
                    <a:pt x="4191" y="158"/>
                    <a:pt x="4033" y="1"/>
                    <a:pt x="384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1" name="Google Shape;11001;p136"/>
            <p:cNvSpPr/>
            <p:nvPr/>
          </p:nvSpPr>
          <p:spPr>
            <a:xfrm>
              <a:off x="4840200" y="2171875"/>
              <a:ext cx="104775" cy="18125"/>
            </a:xfrm>
            <a:custGeom>
              <a:rect b="b" l="l" r="r" t="t"/>
              <a:pathLst>
                <a:path extrusionOk="0" h="725" w="4191">
                  <a:moveTo>
                    <a:pt x="347" y="0"/>
                  </a:moveTo>
                  <a:cubicBezTo>
                    <a:pt x="158" y="0"/>
                    <a:pt x="0" y="158"/>
                    <a:pt x="0" y="347"/>
                  </a:cubicBezTo>
                  <a:cubicBezTo>
                    <a:pt x="0" y="567"/>
                    <a:pt x="158" y="725"/>
                    <a:pt x="347" y="725"/>
                  </a:cubicBezTo>
                  <a:lnTo>
                    <a:pt x="3844" y="725"/>
                  </a:lnTo>
                  <a:cubicBezTo>
                    <a:pt x="4033" y="725"/>
                    <a:pt x="4191" y="567"/>
                    <a:pt x="4191" y="347"/>
                  </a:cubicBezTo>
                  <a:cubicBezTo>
                    <a:pt x="4191" y="158"/>
                    <a:pt x="4033" y="0"/>
                    <a:pt x="384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02" name="Google Shape;11002;p136"/>
          <p:cNvSpPr/>
          <p:nvPr/>
        </p:nvSpPr>
        <p:spPr>
          <a:xfrm>
            <a:off x="6187137" y="3159582"/>
            <a:ext cx="348513" cy="347599"/>
          </a:xfrm>
          <a:custGeom>
            <a:rect b="b" l="l" r="r" t="t"/>
            <a:pathLst>
              <a:path extrusionOk="0" h="11784" w="11815">
                <a:moveTo>
                  <a:pt x="5923" y="2080"/>
                </a:moveTo>
                <a:cubicBezTo>
                  <a:pt x="6459" y="2080"/>
                  <a:pt x="6932" y="2552"/>
                  <a:pt x="6932" y="3119"/>
                </a:cubicBezTo>
                <a:lnTo>
                  <a:pt x="6932" y="3466"/>
                </a:lnTo>
                <a:lnTo>
                  <a:pt x="4884" y="3466"/>
                </a:lnTo>
                <a:lnTo>
                  <a:pt x="4884" y="3119"/>
                </a:lnTo>
                <a:cubicBezTo>
                  <a:pt x="4884" y="2521"/>
                  <a:pt x="5356" y="2080"/>
                  <a:pt x="5923" y="2080"/>
                </a:cubicBezTo>
                <a:close/>
                <a:moveTo>
                  <a:pt x="5923" y="662"/>
                </a:moveTo>
                <a:cubicBezTo>
                  <a:pt x="7247" y="662"/>
                  <a:pt x="8349" y="1765"/>
                  <a:pt x="8349" y="3119"/>
                </a:cubicBezTo>
                <a:lnTo>
                  <a:pt x="8349" y="3466"/>
                </a:lnTo>
                <a:lnTo>
                  <a:pt x="7656" y="3466"/>
                </a:lnTo>
                <a:lnTo>
                  <a:pt x="7656" y="3119"/>
                </a:lnTo>
                <a:cubicBezTo>
                  <a:pt x="7656" y="2174"/>
                  <a:pt x="6869" y="1387"/>
                  <a:pt x="5923" y="1387"/>
                </a:cubicBezTo>
                <a:cubicBezTo>
                  <a:pt x="4978" y="1387"/>
                  <a:pt x="4191" y="2174"/>
                  <a:pt x="4191" y="3119"/>
                </a:cubicBezTo>
                <a:lnTo>
                  <a:pt x="4191" y="3466"/>
                </a:lnTo>
                <a:lnTo>
                  <a:pt x="3466" y="3466"/>
                </a:lnTo>
                <a:lnTo>
                  <a:pt x="3466" y="3119"/>
                </a:lnTo>
                <a:cubicBezTo>
                  <a:pt x="3466" y="1765"/>
                  <a:pt x="4569" y="662"/>
                  <a:pt x="5923" y="662"/>
                </a:cubicBezTo>
                <a:close/>
                <a:moveTo>
                  <a:pt x="1387" y="4191"/>
                </a:moveTo>
                <a:lnTo>
                  <a:pt x="1387" y="6742"/>
                </a:lnTo>
                <a:cubicBezTo>
                  <a:pt x="946" y="6490"/>
                  <a:pt x="662" y="6018"/>
                  <a:pt x="662" y="5545"/>
                </a:cubicBezTo>
                <a:lnTo>
                  <a:pt x="662" y="4537"/>
                </a:lnTo>
                <a:cubicBezTo>
                  <a:pt x="662" y="4348"/>
                  <a:pt x="820" y="4191"/>
                  <a:pt x="1040" y="4191"/>
                </a:cubicBezTo>
                <a:close/>
                <a:moveTo>
                  <a:pt x="10775" y="4128"/>
                </a:moveTo>
                <a:cubicBezTo>
                  <a:pt x="10996" y="4128"/>
                  <a:pt x="11153" y="4285"/>
                  <a:pt x="11153" y="4506"/>
                </a:cubicBezTo>
                <a:lnTo>
                  <a:pt x="11153" y="5545"/>
                </a:lnTo>
                <a:cubicBezTo>
                  <a:pt x="11153" y="6081"/>
                  <a:pt x="10870" y="6490"/>
                  <a:pt x="10429" y="6742"/>
                </a:cubicBezTo>
                <a:lnTo>
                  <a:pt x="10429" y="4128"/>
                </a:lnTo>
                <a:close/>
                <a:moveTo>
                  <a:pt x="8349" y="4191"/>
                </a:moveTo>
                <a:lnTo>
                  <a:pt x="8349" y="6931"/>
                </a:lnTo>
                <a:lnTo>
                  <a:pt x="3498" y="6931"/>
                </a:lnTo>
                <a:lnTo>
                  <a:pt x="3498" y="4191"/>
                </a:lnTo>
                <a:close/>
                <a:moveTo>
                  <a:pt x="6270" y="7593"/>
                </a:moveTo>
                <a:lnTo>
                  <a:pt x="6270" y="7971"/>
                </a:lnTo>
                <a:cubicBezTo>
                  <a:pt x="6270" y="8160"/>
                  <a:pt x="6112" y="8318"/>
                  <a:pt x="5923" y="8318"/>
                </a:cubicBezTo>
                <a:cubicBezTo>
                  <a:pt x="5703" y="8318"/>
                  <a:pt x="5545" y="8160"/>
                  <a:pt x="5545" y="7971"/>
                </a:cubicBezTo>
                <a:lnTo>
                  <a:pt x="5545" y="7593"/>
                </a:lnTo>
                <a:close/>
                <a:moveTo>
                  <a:pt x="662" y="7089"/>
                </a:moveTo>
                <a:cubicBezTo>
                  <a:pt x="883" y="7278"/>
                  <a:pt x="1103" y="7404"/>
                  <a:pt x="1387" y="7467"/>
                </a:cubicBezTo>
                <a:lnTo>
                  <a:pt x="1387" y="11153"/>
                </a:lnTo>
                <a:lnTo>
                  <a:pt x="1040" y="11153"/>
                </a:lnTo>
                <a:cubicBezTo>
                  <a:pt x="820" y="11153"/>
                  <a:pt x="662" y="10996"/>
                  <a:pt x="662" y="10807"/>
                </a:cubicBezTo>
                <a:lnTo>
                  <a:pt x="662" y="7089"/>
                </a:lnTo>
                <a:close/>
                <a:moveTo>
                  <a:pt x="2804" y="4191"/>
                </a:moveTo>
                <a:lnTo>
                  <a:pt x="2804" y="11153"/>
                </a:lnTo>
                <a:lnTo>
                  <a:pt x="2080" y="11153"/>
                </a:lnTo>
                <a:lnTo>
                  <a:pt x="2080" y="4191"/>
                </a:lnTo>
                <a:close/>
                <a:moveTo>
                  <a:pt x="8318" y="7656"/>
                </a:moveTo>
                <a:lnTo>
                  <a:pt x="8318" y="11153"/>
                </a:lnTo>
                <a:lnTo>
                  <a:pt x="3498" y="11153"/>
                </a:lnTo>
                <a:lnTo>
                  <a:pt x="3498" y="7656"/>
                </a:lnTo>
                <a:lnTo>
                  <a:pt x="4884" y="7656"/>
                </a:lnTo>
                <a:lnTo>
                  <a:pt x="4884" y="8003"/>
                </a:lnTo>
                <a:cubicBezTo>
                  <a:pt x="4884" y="8601"/>
                  <a:pt x="5356" y="9011"/>
                  <a:pt x="5923" y="9011"/>
                </a:cubicBezTo>
                <a:cubicBezTo>
                  <a:pt x="6459" y="9011"/>
                  <a:pt x="6932" y="8538"/>
                  <a:pt x="6932" y="8003"/>
                </a:cubicBezTo>
                <a:lnTo>
                  <a:pt x="6932" y="7656"/>
                </a:lnTo>
                <a:close/>
                <a:moveTo>
                  <a:pt x="9767" y="4191"/>
                </a:moveTo>
                <a:lnTo>
                  <a:pt x="9767" y="11153"/>
                </a:lnTo>
                <a:lnTo>
                  <a:pt x="9074" y="11153"/>
                </a:lnTo>
                <a:lnTo>
                  <a:pt x="9074" y="4191"/>
                </a:lnTo>
                <a:close/>
                <a:moveTo>
                  <a:pt x="11153" y="7120"/>
                </a:moveTo>
                <a:lnTo>
                  <a:pt x="11153" y="10807"/>
                </a:lnTo>
                <a:cubicBezTo>
                  <a:pt x="11153" y="10996"/>
                  <a:pt x="10996" y="11153"/>
                  <a:pt x="10807" y="11153"/>
                </a:cubicBezTo>
                <a:lnTo>
                  <a:pt x="10429" y="11153"/>
                </a:lnTo>
                <a:lnTo>
                  <a:pt x="10429" y="7530"/>
                </a:lnTo>
                <a:cubicBezTo>
                  <a:pt x="10712" y="7436"/>
                  <a:pt x="10964" y="7278"/>
                  <a:pt x="11153" y="7120"/>
                </a:cubicBezTo>
                <a:close/>
                <a:moveTo>
                  <a:pt x="5923" y="0"/>
                </a:moveTo>
                <a:cubicBezTo>
                  <a:pt x="4191" y="0"/>
                  <a:pt x="2804" y="1418"/>
                  <a:pt x="2804" y="3119"/>
                </a:cubicBezTo>
                <a:lnTo>
                  <a:pt x="2804" y="3466"/>
                </a:lnTo>
                <a:lnTo>
                  <a:pt x="1040" y="3466"/>
                </a:lnTo>
                <a:cubicBezTo>
                  <a:pt x="442" y="3466"/>
                  <a:pt x="1" y="3939"/>
                  <a:pt x="1" y="4474"/>
                </a:cubicBezTo>
                <a:lnTo>
                  <a:pt x="1" y="5514"/>
                </a:lnTo>
                <a:lnTo>
                  <a:pt x="1" y="10744"/>
                </a:lnTo>
                <a:cubicBezTo>
                  <a:pt x="1" y="11342"/>
                  <a:pt x="473" y="11783"/>
                  <a:pt x="1040" y="11783"/>
                </a:cubicBezTo>
                <a:lnTo>
                  <a:pt x="10807" y="11783"/>
                </a:lnTo>
                <a:cubicBezTo>
                  <a:pt x="11374" y="11783"/>
                  <a:pt x="11815" y="11311"/>
                  <a:pt x="11815" y="10744"/>
                </a:cubicBezTo>
                <a:lnTo>
                  <a:pt x="11815" y="5514"/>
                </a:lnTo>
                <a:lnTo>
                  <a:pt x="11815" y="4474"/>
                </a:lnTo>
                <a:cubicBezTo>
                  <a:pt x="11815" y="3939"/>
                  <a:pt x="11374" y="3466"/>
                  <a:pt x="10807" y="3466"/>
                </a:cubicBezTo>
                <a:lnTo>
                  <a:pt x="9011" y="3466"/>
                </a:lnTo>
                <a:lnTo>
                  <a:pt x="9011" y="3119"/>
                </a:lnTo>
                <a:cubicBezTo>
                  <a:pt x="9011" y="1387"/>
                  <a:pt x="7593" y="0"/>
                  <a:pt x="592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3" name="Google Shape;11003;p136"/>
          <p:cNvSpPr/>
          <p:nvPr/>
        </p:nvSpPr>
        <p:spPr>
          <a:xfrm>
            <a:off x="6208050" y="3607496"/>
            <a:ext cx="306686" cy="350371"/>
          </a:xfrm>
          <a:custGeom>
            <a:rect b="b" l="l" r="r" t="t"/>
            <a:pathLst>
              <a:path extrusionOk="0" h="11878" w="10397">
                <a:moveTo>
                  <a:pt x="5135" y="725"/>
                </a:moveTo>
                <a:cubicBezTo>
                  <a:pt x="6868" y="725"/>
                  <a:pt x="8254" y="2142"/>
                  <a:pt x="8254" y="3844"/>
                </a:cubicBezTo>
                <a:lnTo>
                  <a:pt x="8254" y="5923"/>
                </a:lnTo>
                <a:cubicBezTo>
                  <a:pt x="8254" y="6112"/>
                  <a:pt x="8097" y="6270"/>
                  <a:pt x="7908" y="6270"/>
                </a:cubicBezTo>
                <a:lnTo>
                  <a:pt x="7498" y="6270"/>
                </a:lnTo>
                <a:cubicBezTo>
                  <a:pt x="7561" y="6144"/>
                  <a:pt x="7561" y="6049"/>
                  <a:pt x="7561" y="5923"/>
                </a:cubicBezTo>
                <a:lnTo>
                  <a:pt x="7561" y="3844"/>
                </a:lnTo>
                <a:cubicBezTo>
                  <a:pt x="7561" y="3623"/>
                  <a:pt x="7404" y="3466"/>
                  <a:pt x="7183" y="3466"/>
                </a:cubicBezTo>
                <a:lnTo>
                  <a:pt x="6490" y="3466"/>
                </a:lnTo>
                <a:cubicBezTo>
                  <a:pt x="5892" y="3466"/>
                  <a:pt x="5450" y="2993"/>
                  <a:pt x="5450" y="2458"/>
                </a:cubicBezTo>
                <a:lnTo>
                  <a:pt x="5450" y="1733"/>
                </a:lnTo>
                <a:cubicBezTo>
                  <a:pt x="5450" y="1544"/>
                  <a:pt x="5293" y="1386"/>
                  <a:pt x="5104" y="1386"/>
                </a:cubicBezTo>
                <a:cubicBezTo>
                  <a:pt x="4915" y="1386"/>
                  <a:pt x="4757" y="1544"/>
                  <a:pt x="4757" y="1733"/>
                </a:cubicBezTo>
                <a:lnTo>
                  <a:pt x="4757" y="2458"/>
                </a:lnTo>
                <a:cubicBezTo>
                  <a:pt x="4757" y="3056"/>
                  <a:pt x="4285" y="3466"/>
                  <a:pt x="3718" y="3466"/>
                </a:cubicBezTo>
                <a:lnTo>
                  <a:pt x="3088" y="3466"/>
                </a:lnTo>
                <a:cubicBezTo>
                  <a:pt x="2899" y="3466"/>
                  <a:pt x="2741" y="3623"/>
                  <a:pt x="2741" y="3844"/>
                </a:cubicBezTo>
                <a:lnTo>
                  <a:pt x="2741" y="5923"/>
                </a:lnTo>
                <a:cubicBezTo>
                  <a:pt x="2741" y="6049"/>
                  <a:pt x="2741" y="6144"/>
                  <a:pt x="2773" y="6270"/>
                </a:cubicBezTo>
                <a:lnTo>
                  <a:pt x="2395" y="6270"/>
                </a:lnTo>
                <a:cubicBezTo>
                  <a:pt x="2205" y="6270"/>
                  <a:pt x="2048" y="6112"/>
                  <a:pt x="2048" y="5923"/>
                </a:cubicBezTo>
                <a:lnTo>
                  <a:pt x="2048" y="3844"/>
                </a:lnTo>
                <a:cubicBezTo>
                  <a:pt x="2048" y="2111"/>
                  <a:pt x="3466" y="725"/>
                  <a:pt x="5135" y="725"/>
                </a:cubicBezTo>
                <a:close/>
                <a:moveTo>
                  <a:pt x="5230" y="3466"/>
                </a:moveTo>
                <a:cubicBezTo>
                  <a:pt x="5545" y="3907"/>
                  <a:pt x="6049" y="4190"/>
                  <a:pt x="6585" y="4190"/>
                </a:cubicBezTo>
                <a:lnTo>
                  <a:pt x="6963" y="4190"/>
                </a:lnTo>
                <a:lnTo>
                  <a:pt x="6963" y="5955"/>
                </a:lnTo>
                <a:lnTo>
                  <a:pt x="6931" y="5955"/>
                </a:lnTo>
                <a:cubicBezTo>
                  <a:pt x="6931" y="6553"/>
                  <a:pt x="6459" y="6994"/>
                  <a:pt x="5892" y="6994"/>
                </a:cubicBezTo>
                <a:lnTo>
                  <a:pt x="4505" y="6994"/>
                </a:lnTo>
                <a:cubicBezTo>
                  <a:pt x="3938" y="6994"/>
                  <a:pt x="3497" y="6522"/>
                  <a:pt x="3497" y="5955"/>
                </a:cubicBezTo>
                <a:lnTo>
                  <a:pt x="3497" y="4190"/>
                </a:lnTo>
                <a:lnTo>
                  <a:pt x="3844" y="4190"/>
                </a:lnTo>
                <a:cubicBezTo>
                  <a:pt x="4379" y="4190"/>
                  <a:pt x="4915" y="3907"/>
                  <a:pt x="5230" y="3466"/>
                </a:cubicBezTo>
                <a:close/>
                <a:moveTo>
                  <a:pt x="6301" y="7624"/>
                </a:moveTo>
                <a:cubicBezTo>
                  <a:pt x="6396" y="8034"/>
                  <a:pt x="6805" y="8349"/>
                  <a:pt x="7278" y="8349"/>
                </a:cubicBezTo>
                <a:lnTo>
                  <a:pt x="7624" y="8349"/>
                </a:lnTo>
                <a:lnTo>
                  <a:pt x="7624" y="9200"/>
                </a:lnTo>
                <a:cubicBezTo>
                  <a:pt x="6852" y="9546"/>
                  <a:pt x="6025" y="9719"/>
                  <a:pt x="5198" y="9719"/>
                </a:cubicBezTo>
                <a:cubicBezTo>
                  <a:pt x="4371" y="9719"/>
                  <a:pt x="3544" y="9546"/>
                  <a:pt x="2773" y="9200"/>
                </a:cubicBezTo>
                <a:lnTo>
                  <a:pt x="2773" y="8349"/>
                </a:lnTo>
                <a:lnTo>
                  <a:pt x="3119" y="8349"/>
                </a:lnTo>
                <a:cubicBezTo>
                  <a:pt x="3560" y="8349"/>
                  <a:pt x="3970" y="8034"/>
                  <a:pt x="4127" y="7624"/>
                </a:cubicBezTo>
                <a:cubicBezTo>
                  <a:pt x="4253" y="7656"/>
                  <a:pt x="4411" y="7656"/>
                  <a:pt x="4505" y="7656"/>
                </a:cubicBezTo>
                <a:lnTo>
                  <a:pt x="5892" y="7656"/>
                </a:lnTo>
                <a:cubicBezTo>
                  <a:pt x="6018" y="7656"/>
                  <a:pt x="6175" y="7656"/>
                  <a:pt x="6301" y="7624"/>
                </a:cubicBezTo>
                <a:close/>
                <a:moveTo>
                  <a:pt x="2079" y="8349"/>
                </a:moveTo>
                <a:lnTo>
                  <a:pt x="2079" y="11153"/>
                </a:lnTo>
                <a:lnTo>
                  <a:pt x="693" y="11153"/>
                </a:lnTo>
                <a:lnTo>
                  <a:pt x="693" y="9389"/>
                </a:lnTo>
                <a:cubicBezTo>
                  <a:pt x="693" y="8790"/>
                  <a:pt x="1166" y="8349"/>
                  <a:pt x="1733" y="8349"/>
                </a:cubicBezTo>
                <a:close/>
                <a:moveTo>
                  <a:pt x="7656" y="9924"/>
                </a:moveTo>
                <a:lnTo>
                  <a:pt x="7656" y="11153"/>
                </a:lnTo>
                <a:lnTo>
                  <a:pt x="2773" y="11153"/>
                </a:lnTo>
                <a:lnTo>
                  <a:pt x="2773" y="9924"/>
                </a:lnTo>
                <a:cubicBezTo>
                  <a:pt x="3560" y="10239"/>
                  <a:pt x="4411" y="10397"/>
                  <a:pt x="5230" y="10397"/>
                </a:cubicBezTo>
                <a:cubicBezTo>
                  <a:pt x="6049" y="10397"/>
                  <a:pt x="6868" y="10239"/>
                  <a:pt x="7656" y="9924"/>
                </a:cubicBezTo>
                <a:close/>
                <a:moveTo>
                  <a:pt x="8664" y="8349"/>
                </a:moveTo>
                <a:cubicBezTo>
                  <a:pt x="9231" y="8349"/>
                  <a:pt x="9672" y="8821"/>
                  <a:pt x="9672" y="9389"/>
                </a:cubicBezTo>
                <a:lnTo>
                  <a:pt x="9672" y="11153"/>
                </a:lnTo>
                <a:lnTo>
                  <a:pt x="8286" y="11153"/>
                </a:lnTo>
                <a:lnTo>
                  <a:pt x="8286" y="8349"/>
                </a:lnTo>
                <a:close/>
                <a:moveTo>
                  <a:pt x="5198" y="0"/>
                </a:moveTo>
                <a:cubicBezTo>
                  <a:pt x="3088" y="0"/>
                  <a:pt x="1355" y="1701"/>
                  <a:pt x="1355" y="3844"/>
                </a:cubicBezTo>
                <a:lnTo>
                  <a:pt x="1355" y="5923"/>
                </a:lnTo>
                <a:cubicBezTo>
                  <a:pt x="1355" y="6522"/>
                  <a:pt x="1827" y="6931"/>
                  <a:pt x="2395" y="6931"/>
                </a:cubicBezTo>
                <a:lnTo>
                  <a:pt x="3088" y="6931"/>
                </a:lnTo>
                <a:cubicBezTo>
                  <a:pt x="3182" y="7057"/>
                  <a:pt x="3308" y="7183"/>
                  <a:pt x="3466" y="7309"/>
                </a:cubicBezTo>
                <a:cubicBezTo>
                  <a:pt x="3466" y="7530"/>
                  <a:pt x="3308" y="7687"/>
                  <a:pt x="3088" y="7687"/>
                </a:cubicBezTo>
                <a:lnTo>
                  <a:pt x="1733" y="7687"/>
                </a:lnTo>
                <a:cubicBezTo>
                  <a:pt x="788" y="7687"/>
                  <a:pt x="0" y="8475"/>
                  <a:pt x="0" y="9420"/>
                </a:cubicBezTo>
                <a:lnTo>
                  <a:pt x="0" y="11499"/>
                </a:lnTo>
                <a:cubicBezTo>
                  <a:pt x="0" y="11720"/>
                  <a:pt x="158" y="11877"/>
                  <a:pt x="347" y="11877"/>
                </a:cubicBezTo>
                <a:lnTo>
                  <a:pt x="10019" y="11877"/>
                </a:lnTo>
                <a:cubicBezTo>
                  <a:pt x="10239" y="11877"/>
                  <a:pt x="10397" y="11720"/>
                  <a:pt x="10397" y="11499"/>
                </a:cubicBezTo>
                <a:lnTo>
                  <a:pt x="10397" y="9420"/>
                </a:lnTo>
                <a:cubicBezTo>
                  <a:pt x="10397" y="8475"/>
                  <a:pt x="9609" y="7687"/>
                  <a:pt x="8664" y="7687"/>
                </a:cubicBezTo>
                <a:lnTo>
                  <a:pt x="7278" y="7687"/>
                </a:lnTo>
                <a:cubicBezTo>
                  <a:pt x="7089" y="7687"/>
                  <a:pt x="6931" y="7530"/>
                  <a:pt x="6931" y="7341"/>
                </a:cubicBezTo>
                <a:cubicBezTo>
                  <a:pt x="7026" y="7246"/>
                  <a:pt x="7152" y="7152"/>
                  <a:pt x="7278" y="6994"/>
                </a:cubicBezTo>
                <a:lnTo>
                  <a:pt x="7971" y="6994"/>
                </a:lnTo>
                <a:cubicBezTo>
                  <a:pt x="8569" y="6994"/>
                  <a:pt x="9011" y="6522"/>
                  <a:pt x="9011" y="5955"/>
                </a:cubicBezTo>
                <a:lnTo>
                  <a:pt x="9011" y="3844"/>
                </a:lnTo>
                <a:cubicBezTo>
                  <a:pt x="9011" y="1733"/>
                  <a:pt x="7309" y="0"/>
                  <a:pt x="51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04" name="Google Shape;11004;p136"/>
          <p:cNvGrpSpPr/>
          <p:nvPr/>
        </p:nvGrpSpPr>
        <p:grpSpPr>
          <a:xfrm>
            <a:off x="7958004" y="3159625"/>
            <a:ext cx="348513" cy="347599"/>
            <a:chOff x="6131900" y="2301825"/>
            <a:chExt cx="295375" cy="294600"/>
          </a:xfrm>
        </p:grpSpPr>
        <p:sp>
          <p:nvSpPr>
            <p:cNvPr id="11005" name="Google Shape;11005;p136"/>
            <p:cNvSpPr/>
            <p:nvPr/>
          </p:nvSpPr>
          <p:spPr>
            <a:xfrm>
              <a:off x="6131900" y="2301825"/>
              <a:ext cx="295375" cy="294600"/>
            </a:xfrm>
            <a:custGeom>
              <a:rect b="b" l="l" r="r" t="t"/>
              <a:pathLst>
                <a:path extrusionOk="0" h="11784" w="11815">
                  <a:moveTo>
                    <a:pt x="3813" y="630"/>
                  </a:moveTo>
                  <a:cubicBezTo>
                    <a:pt x="4002" y="630"/>
                    <a:pt x="4159" y="788"/>
                    <a:pt x="4159" y="977"/>
                  </a:cubicBezTo>
                  <a:lnTo>
                    <a:pt x="4159" y="1355"/>
                  </a:lnTo>
                  <a:lnTo>
                    <a:pt x="1387" y="1355"/>
                  </a:lnTo>
                  <a:lnTo>
                    <a:pt x="1387" y="977"/>
                  </a:lnTo>
                  <a:lnTo>
                    <a:pt x="1355" y="977"/>
                  </a:lnTo>
                  <a:cubicBezTo>
                    <a:pt x="1355" y="788"/>
                    <a:pt x="1513" y="630"/>
                    <a:pt x="1733" y="630"/>
                  </a:cubicBezTo>
                  <a:close/>
                  <a:moveTo>
                    <a:pt x="10114" y="1355"/>
                  </a:moveTo>
                  <a:cubicBezTo>
                    <a:pt x="10303" y="1355"/>
                    <a:pt x="10460" y="1513"/>
                    <a:pt x="10460" y="1702"/>
                  </a:cubicBezTo>
                  <a:lnTo>
                    <a:pt x="10460" y="3434"/>
                  </a:lnTo>
                  <a:lnTo>
                    <a:pt x="7688" y="3434"/>
                  </a:lnTo>
                  <a:cubicBezTo>
                    <a:pt x="7656" y="3277"/>
                    <a:pt x="7656" y="1859"/>
                    <a:pt x="7656" y="1702"/>
                  </a:cubicBezTo>
                  <a:cubicBezTo>
                    <a:pt x="7656" y="1513"/>
                    <a:pt x="7814" y="1355"/>
                    <a:pt x="8034" y="1355"/>
                  </a:cubicBezTo>
                  <a:close/>
                  <a:moveTo>
                    <a:pt x="4128" y="2048"/>
                  </a:moveTo>
                  <a:lnTo>
                    <a:pt x="4128" y="4821"/>
                  </a:lnTo>
                  <a:lnTo>
                    <a:pt x="1355" y="4821"/>
                  </a:lnTo>
                  <a:lnTo>
                    <a:pt x="1355" y="2048"/>
                  </a:lnTo>
                  <a:close/>
                  <a:moveTo>
                    <a:pt x="6617" y="2048"/>
                  </a:moveTo>
                  <a:cubicBezTo>
                    <a:pt x="6806" y="2048"/>
                    <a:pt x="6963" y="2206"/>
                    <a:pt x="6963" y="2395"/>
                  </a:cubicBezTo>
                  <a:lnTo>
                    <a:pt x="6963" y="4852"/>
                  </a:lnTo>
                  <a:lnTo>
                    <a:pt x="4821" y="4852"/>
                  </a:lnTo>
                  <a:lnTo>
                    <a:pt x="4821" y="2395"/>
                  </a:lnTo>
                  <a:cubicBezTo>
                    <a:pt x="4821" y="2206"/>
                    <a:pt x="4978" y="2048"/>
                    <a:pt x="5167" y="2048"/>
                  </a:cubicBezTo>
                  <a:close/>
                  <a:moveTo>
                    <a:pt x="10429" y="4127"/>
                  </a:moveTo>
                  <a:lnTo>
                    <a:pt x="10429" y="4852"/>
                  </a:lnTo>
                  <a:lnTo>
                    <a:pt x="7656" y="4852"/>
                  </a:lnTo>
                  <a:lnTo>
                    <a:pt x="7656" y="4127"/>
                  </a:lnTo>
                  <a:close/>
                  <a:moveTo>
                    <a:pt x="10775" y="5514"/>
                  </a:moveTo>
                  <a:cubicBezTo>
                    <a:pt x="10964" y="5514"/>
                    <a:pt x="11122" y="5671"/>
                    <a:pt x="11122" y="5860"/>
                  </a:cubicBezTo>
                  <a:lnTo>
                    <a:pt x="11122" y="10744"/>
                  </a:lnTo>
                  <a:cubicBezTo>
                    <a:pt x="11122" y="10964"/>
                    <a:pt x="10964" y="11122"/>
                    <a:pt x="10775" y="11122"/>
                  </a:cubicBezTo>
                  <a:lnTo>
                    <a:pt x="1009" y="11122"/>
                  </a:lnTo>
                  <a:cubicBezTo>
                    <a:pt x="820" y="11122"/>
                    <a:pt x="662" y="10964"/>
                    <a:pt x="662" y="10744"/>
                  </a:cubicBezTo>
                  <a:lnTo>
                    <a:pt x="662" y="5860"/>
                  </a:lnTo>
                  <a:cubicBezTo>
                    <a:pt x="662" y="5671"/>
                    <a:pt x="820" y="5514"/>
                    <a:pt x="1009" y="5514"/>
                  </a:cubicBezTo>
                  <a:close/>
                  <a:moveTo>
                    <a:pt x="1733" y="0"/>
                  </a:moveTo>
                  <a:cubicBezTo>
                    <a:pt x="1135" y="0"/>
                    <a:pt x="694" y="473"/>
                    <a:pt x="694" y="1040"/>
                  </a:cubicBezTo>
                  <a:lnTo>
                    <a:pt x="694" y="4884"/>
                  </a:lnTo>
                  <a:cubicBezTo>
                    <a:pt x="316" y="5041"/>
                    <a:pt x="1" y="5388"/>
                    <a:pt x="1" y="5860"/>
                  </a:cubicBezTo>
                  <a:lnTo>
                    <a:pt x="1" y="10744"/>
                  </a:lnTo>
                  <a:cubicBezTo>
                    <a:pt x="1" y="11342"/>
                    <a:pt x="473" y="11783"/>
                    <a:pt x="1009" y="11783"/>
                  </a:cubicBezTo>
                  <a:lnTo>
                    <a:pt x="10775" y="11783"/>
                  </a:lnTo>
                  <a:cubicBezTo>
                    <a:pt x="11374" y="11783"/>
                    <a:pt x="11815" y="11311"/>
                    <a:pt x="11815" y="10744"/>
                  </a:cubicBezTo>
                  <a:lnTo>
                    <a:pt x="11815" y="5860"/>
                  </a:lnTo>
                  <a:cubicBezTo>
                    <a:pt x="11815" y="5388"/>
                    <a:pt x="11531" y="5010"/>
                    <a:pt x="11122" y="4884"/>
                  </a:cubicBezTo>
                  <a:lnTo>
                    <a:pt x="11122" y="1702"/>
                  </a:lnTo>
                  <a:cubicBezTo>
                    <a:pt x="11122" y="1103"/>
                    <a:pt x="10649" y="662"/>
                    <a:pt x="10114" y="662"/>
                  </a:cubicBezTo>
                  <a:lnTo>
                    <a:pt x="8034" y="662"/>
                  </a:lnTo>
                  <a:cubicBezTo>
                    <a:pt x="7530" y="662"/>
                    <a:pt x="7152" y="977"/>
                    <a:pt x="7026" y="1418"/>
                  </a:cubicBezTo>
                  <a:cubicBezTo>
                    <a:pt x="6932" y="1387"/>
                    <a:pt x="6806" y="1355"/>
                    <a:pt x="6648" y="1355"/>
                  </a:cubicBezTo>
                  <a:lnTo>
                    <a:pt x="5230" y="1355"/>
                  </a:lnTo>
                  <a:cubicBezTo>
                    <a:pt x="5104" y="1355"/>
                    <a:pt x="4978" y="1387"/>
                    <a:pt x="4884" y="1418"/>
                  </a:cubicBezTo>
                  <a:lnTo>
                    <a:pt x="4884" y="1040"/>
                  </a:lnTo>
                  <a:cubicBezTo>
                    <a:pt x="4884" y="441"/>
                    <a:pt x="4380" y="0"/>
                    <a:pt x="384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6" name="Google Shape;11006;p136"/>
            <p:cNvSpPr/>
            <p:nvPr/>
          </p:nvSpPr>
          <p:spPr>
            <a:xfrm>
              <a:off x="6218550" y="2456200"/>
              <a:ext cx="122100" cy="51225"/>
            </a:xfrm>
            <a:custGeom>
              <a:rect b="b" l="l" r="r" t="t"/>
              <a:pathLst>
                <a:path extrusionOk="0" h="2049" w="4884">
                  <a:moveTo>
                    <a:pt x="3844" y="725"/>
                  </a:moveTo>
                  <a:cubicBezTo>
                    <a:pt x="4033" y="725"/>
                    <a:pt x="4190" y="882"/>
                    <a:pt x="4190" y="1071"/>
                  </a:cubicBezTo>
                  <a:cubicBezTo>
                    <a:pt x="4190" y="1260"/>
                    <a:pt x="4033" y="1418"/>
                    <a:pt x="3844" y="1418"/>
                  </a:cubicBezTo>
                  <a:lnTo>
                    <a:pt x="1008" y="1418"/>
                  </a:lnTo>
                  <a:cubicBezTo>
                    <a:pt x="819" y="1418"/>
                    <a:pt x="662" y="1260"/>
                    <a:pt x="662" y="1071"/>
                  </a:cubicBezTo>
                  <a:cubicBezTo>
                    <a:pt x="662" y="882"/>
                    <a:pt x="819" y="725"/>
                    <a:pt x="1008" y="725"/>
                  </a:cubicBezTo>
                  <a:close/>
                  <a:moveTo>
                    <a:pt x="1008" y="0"/>
                  </a:moveTo>
                  <a:cubicBezTo>
                    <a:pt x="410" y="0"/>
                    <a:pt x="0" y="473"/>
                    <a:pt x="0" y="1040"/>
                  </a:cubicBezTo>
                  <a:cubicBezTo>
                    <a:pt x="0" y="1639"/>
                    <a:pt x="473" y="2048"/>
                    <a:pt x="1008" y="2048"/>
                  </a:cubicBezTo>
                  <a:lnTo>
                    <a:pt x="3844" y="2048"/>
                  </a:lnTo>
                  <a:cubicBezTo>
                    <a:pt x="4442" y="2048"/>
                    <a:pt x="4883" y="1576"/>
                    <a:pt x="4883" y="1040"/>
                  </a:cubicBezTo>
                  <a:cubicBezTo>
                    <a:pt x="4852" y="473"/>
                    <a:pt x="4411" y="0"/>
                    <a:pt x="384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7" name="Google Shape;11007;p136"/>
            <p:cNvSpPr/>
            <p:nvPr/>
          </p:nvSpPr>
          <p:spPr>
            <a:xfrm>
              <a:off x="6340625" y="2353025"/>
              <a:ext cx="35475" cy="18125"/>
            </a:xfrm>
            <a:custGeom>
              <a:rect b="b" l="l" r="r" t="t"/>
              <a:pathLst>
                <a:path extrusionOk="0" h="725" w="1419">
                  <a:moveTo>
                    <a:pt x="347" y="0"/>
                  </a:moveTo>
                  <a:cubicBezTo>
                    <a:pt x="158" y="0"/>
                    <a:pt x="0" y="158"/>
                    <a:pt x="0" y="347"/>
                  </a:cubicBezTo>
                  <a:cubicBezTo>
                    <a:pt x="0" y="567"/>
                    <a:pt x="158" y="725"/>
                    <a:pt x="347" y="725"/>
                  </a:cubicBezTo>
                  <a:lnTo>
                    <a:pt x="1040" y="725"/>
                  </a:lnTo>
                  <a:cubicBezTo>
                    <a:pt x="1261" y="725"/>
                    <a:pt x="1418" y="567"/>
                    <a:pt x="1418" y="347"/>
                  </a:cubicBezTo>
                  <a:cubicBezTo>
                    <a:pt x="1355" y="158"/>
                    <a:pt x="1198" y="0"/>
                    <a:pt x="104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8" name="Google Shape;11008;p136"/>
            <p:cNvSpPr/>
            <p:nvPr/>
          </p:nvSpPr>
          <p:spPr>
            <a:xfrm>
              <a:off x="6183100" y="2369550"/>
              <a:ext cx="35475" cy="18150"/>
            </a:xfrm>
            <a:custGeom>
              <a:rect b="b" l="l" r="r" t="t"/>
              <a:pathLst>
                <a:path extrusionOk="0" h="726" w="1419">
                  <a:moveTo>
                    <a:pt x="347" y="1"/>
                  </a:moveTo>
                  <a:cubicBezTo>
                    <a:pt x="158" y="1"/>
                    <a:pt x="0" y="158"/>
                    <a:pt x="0" y="379"/>
                  </a:cubicBezTo>
                  <a:cubicBezTo>
                    <a:pt x="0" y="568"/>
                    <a:pt x="158" y="725"/>
                    <a:pt x="347" y="725"/>
                  </a:cubicBezTo>
                  <a:lnTo>
                    <a:pt x="1040" y="725"/>
                  </a:lnTo>
                  <a:cubicBezTo>
                    <a:pt x="1261" y="725"/>
                    <a:pt x="1418" y="568"/>
                    <a:pt x="1418" y="379"/>
                  </a:cubicBezTo>
                  <a:cubicBezTo>
                    <a:pt x="1418" y="158"/>
                    <a:pt x="1261" y="1"/>
                    <a:pt x="10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09" name="Google Shape;11009;p136"/>
          <p:cNvGrpSpPr/>
          <p:nvPr/>
        </p:nvGrpSpPr>
        <p:grpSpPr>
          <a:xfrm>
            <a:off x="5753997" y="1304166"/>
            <a:ext cx="351315" cy="349457"/>
            <a:chOff x="1412450" y="1954475"/>
            <a:chExt cx="297750" cy="296175"/>
          </a:xfrm>
        </p:grpSpPr>
        <p:sp>
          <p:nvSpPr>
            <p:cNvPr id="11010" name="Google Shape;11010;p136"/>
            <p:cNvSpPr/>
            <p:nvPr/>
          </p:nvSpPr>
          <p:spPr>
            <a:xfrm>
              <a:off x="1483350" y="2023800"/>
              <a:ext cx="155975" cy="155975"/>
            </a:xfrm>
            <a:custGeom>
              <a:rect b="b" l="l" r="r" t="t"/>
              <a:pathLst>
                <a:path extrusionOk="0" h="6239" w="6239">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1" name="Google Shape;11011;p136"/>
            <p:cNvSpPr/>
            <p:nvPr/>
          </p:nvSpPr>
          <p:spPr>
            <a:xfrm>
              <a:off x="1412450" y="1954475"/>
              <a:ext cx="297750" cy="296175"/>
            </a:xfrm>
            <a:custGeom>
              <a:rect b="b" l="l" r="r" t="t"/>
              <a:pathLst>
                <a:path extrusionOk="0" h="11847" w="1191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12" name="Google Shape;11012;p136"/>
          <p:cNvSpPr/>
          <p:nvPr/>
        </p:nvSpPr>
        <p:spPr>
          <a:xfrm>
            <a:off x="5755346" y="1757482"/>
            <a:ext cx="348542" cy="345740"/>
          </a:xfrm>
          <a:custGeom>
            <a:rect b="b" l="l" r="r" t="t"/>
            <a:pathLst>
              <a:path extrusionOk="0" h="11721" w="11816">
                <a:moveTo>
                  <a:pt x="2395" y="631"/>
                </a:moveTo>
                <a:cubicBezTo>
                  <a:pt x="2584" y="631"/>
                  <a:pt x="2742" y="789"/>
                  <a:pt x="2742" y="978"/>
                </a:cubicBezTo>
                <a:cubicBezTo>
                  <a:pt x="2742" y="1167"/>
                  <a:pt x="2584" y="1324"/>
                  <a:pt x="2395" y="1324"/>
                </a:cubicBezTo>
                <a:lnTo>
                  <a:pt x="1009" y="1324"/>
                </a:lnTo>
                <a:cubicBezTo>
                  <a:pt x="820" y="1324"/>
                  <a:pt x="663" y="1167"/>
                  <a:pt x="663" y="978"/>
                </a:cubicBezTo>
                <a:cubicBezTo>
                  <a:pt x="663" y="789"/>
                  <a:pt x="820" y="631"/>
                  <a:pt x="1009" y="631"/>
                </a:cubicBezTo>
                <a:close/>
                <a:moveTo>
                  <a:pt x="6554" y="631"/>
                </a:moveTo>
                <a:cubicBezTo>
                  <a:pt x="6774" y="631"/>
                  <a:pt x="6932" y="789"/>
                  <a:pt x="6932" y="978"/>
                </a:cubicBezTo>
                <a:cubicBezTo>
                  <a:pt x="6932" y="1167"/>
                  <a:pt x="6774" y="1324"/>
                  <a:pt x="6554" y="1324"/>
                </a:cubicBezTo>
                <a:lnTo>
                  <a:pt x="5199" y="1324"/>
                </a:lnTo>
                <a:cubicBezTo>
                  <a:pt x="4979" y="1324"/>
                  <a:pt x="4821" y="1167"/>
                  <a:pt x="4821" y="978"/>
                </a:cubicBezTo>
                <a:cubicBezTo>
                  <a:pt x="4821" y="789"/>
                  <a:pt x="4979" y="631"/>
                  <a:pt x="5199" y="631"/>
                </a:cubicBezTo>
                <a:close/>
                <a:moveTo>
                  <a:pt x="10776" y="631"/>
                </a:moveTo>
                <a:cubicBezTo>
                  <a:pt x="10965" y="631"/>
                  <a:pt x="11122" y="789"/>
                  <a:pt x="11122" y="978"/>
                </a:cubicBezTo>
                <a:cubicBezTo>
                  <a:pt x="11122" y="1167"/>
                  <a:pt x="10965" y="1324"/>
                  <a:pt x="10776" y="1324"/>
                </a:cubicBezTo>
                <a:lnTo>
                  <a:pt x="9389" y="1324"/>
                </a:lnTo>
                <a:cubicBezTo>
                  <a:pt x="9200" y="1324"/>
                  <a:pt x="9043" y="1167"/>
                  <a:pt x="9043" y="978"/>
                </a:cubicBezTo>
                <a:cubicBezTo>
                  <a:pt x="9043" y="789"/>
                  <a:pt x="9200" y="631"/>
                  <a:pt x="9389" y="631"/>
                </a:cubicBezTo>
                <a:close/>
                <a:moveTo>
                  <a:pt x="7279" y="4790"/>
                </a:moveTo>
                <a:cubicBezTo>
                  <a:pt x="7468" y="4790"/>
                  <a:pt x="7625" y="4947"/>
                  <a:pt x="7625" y="5136"/>
                </a:cubicBezTo>
                <a:lnTo>
                  <a:pt x="7625" y="6554"/>
                </a:lnTo>
                <a:cubicBezTo>
                  <a:pt x="7625" y="6775"/>
                  <a:pt x="7468" y="6932"/>
                  <a:pt x="7279" y="6932"/>
                </a:cubicBezTo>
                <a:lnTo>
                  <a:pt x="4506" y="6932"/>
                </a:lnTo>
                <a:cubicBezTo>
                  <a:pt x="4317" y="6932"/>
                  <a:pt x="4160" y="6775"/>
                  <a:pt x="4160" y="6554"/>
                </a:cubicBezTo>
                <a:lnTo>
                  <a:pt x="4160" y="5136"/>
                </a:lnTo>
                <a:cubicBezTo>
                  <a:pt x="4160" y="4947"/>
                  <a:pt x="4317" y="4790"/>
                  <a:pt x="4506" y="4790"/>
                </a:cubicBezTo>
                <a:close/>
                <a:moveTo>
                  <a:pt x="2395" y="10398"/>
                </a:moveTo>
                <a:cubicBezTo>
                  <a:pt x="2584" y="10398"/>
                  <a:pt x="2742" y="10555"/>
                  <a:pt x="2742" y="10744"/>
                </a:cubicBezTo>
                <a:cubicBezTo>
                  <a:pt x="2742" y="10933"/>
                  <a:pt x="2584" y="11091"/>
                  <a:pt x="2395" y="11091"/>
                </a:cubicBezTo>
                <a:lnTo>
                  <a:pt x="1009" y="11091"/>
                </a:lnTo>
                <a:cubicBezTo>
                  <a:pt x="820" y="11091"/>
                  <a:pt x="663" y="10933"/>
                  <a:pt x="663" y="10744"/>
                </a:cubicBezTo>
                <a:cubicBezTo>
                  <a:pt x="663" y="10555"/>
                  <a:pt x="820" y="10398"/>
                  <a:pt x="1009" y="10398"/>
                </a:cubicBezTo>
                <a:close/>
                <a:moveTo>
                  <a:pt x="6585" y="10398"/>
                </a:moveTo>
                <a:cubicBezTo>
                  <a:pt x="6806" y="10398"/>
                  <a:pt x="6964" y="10555"/>
                  <a:pt x="6964" y="10744"/>
                </a:cubicBezTo>
                <a:cubicBezTo>
                  <a:pt x="6964" y="10933"/>
                  <a:pt x="6806" y="11091"/>
                  <a:pt x="6585" y="11091"/>
                </a:cubicBezTo>
                <a:lnTo>
                  <a:pt x="5231" y="11091"/>
                </a:lnTo>
                <a:cubicBezTo>
                  <a:pt x="5010" y="11091"/>
                  <a:pt x="4853" y="10933"/>
                  <a:pt x="4853" y="10744"/>
                </a:cubicBezTo>
                <a:cubicBezTo>
                  <a:pt x="4853" y="10555"/>
                  <a:pt x="5010" y="10398"/>
                  <a:pt x="5231" y="10398"/>
                </a:cubicBezTo>
                <a:close/>
                <a:moveTo>
                  <a:pt x="10776" y="10398"/>
                </a:moveTo>
                <a:cubicBezTo>
                  <a:pt x="10965" y="10398"/>
                  <a:pt x="11122" y="10555"/>
                  <a:pt x="11122" y="10744"/>
                </a:cubicBezTo>
                <a:cubicBezTo>
                  <a:pt x="11122" y="10933"/>
                  <a:pt x="10965" y="11091"/>
                  <a:pt x="10776" y="11091"/>
                </a:cubicBezTo>
                <a:lnTo>
                  <a:pt x="9389" y="11091"/>
                </a:lnTo>
                <a:cubicBezTo>
                  <a:pt x="9200" y="11091"/>
                  <a:pt x="9043" y="10933"/>
                  <a:pt x="9043" y="10744"/>
                </a:cubicBezTo>
                <a:cubicBezTo>
                  <a:pt x="9043" y="10555"/>
                  <a:pt x="9200" y="10398"/>
                  <a:pt x="9389" y="10398"/>
                </a:cubicBezTo>
                <a:close/>
                <a:moveTo>
                  <a:pt x="1009" y="1"/>
                </a:moveTo>
                <a:cubicBezTo>
                  <a:pt x="410" y="1"/>
                  <a:pt x="1" y="474"/>
                  <a:pt x="1" y="1009"/>
                </a:cubicBezTo>
                <a:cubicBezTo>
                  <a:pt x="1" y="1608"/>
                  <a:pt x="473" y="2049"/>
                  <a:pt x="1009" y="2049"/>
                </a:cubicBezTo>
                <a:lnTo>
                  <a:pt x="1356" y="2049"/>
                </a:lnTo>
                <a:lnTo>
                  <a:pt x="1356" y="2395"/>
                </a:lnTo>
                <a:cubicBezTo>
                  <a:pt x="1356" y="2994"/>
                  <a:pt x="1828" y="3403"/>
                  <a:pt x="2395" y="3403"/>
                </a:cubicBezTo>
                <a:lnTo>
                  <a:pt x="5546" y="3403"/>
                </a:lnTo>
                <a:lnTo>
                  <a:pt x="5546" y="4128"/>
                </a:lnTo>
                <a:lnTo>
                  <a:pt x="4506" y="4128"/>
                </a:lnTo>
                <a:cubicBezTo>
                  <a:pt x="3939" y="4128"/>
                  <a:pt x="3466" y="4601"/>
                  <a:pt x="3466" y="5136"/>
                </a:cubicBezTo>
                <a:lnTo>
                  <a:pt x="3466" y="6554"/>
                </a:lnTo>
                <a:cubicBezTo>
                  <a:pt x="3466" y="7153"/>
                  <a:pt x="3939" y="7594"/>
                  <a:pt x="4506" y="7594"/>
                </a:cubicBezTo>
                <a:lnTo>
                  <a:pt x="5546" y="7594"/>
                </a:lnTo>
                <a:lnTo>
                  <a:pt x="5546" y="8287"/>
                </a:lnTo>
                <a:lnTo>
                  <a:pt x="2395" y="8287"/>
                </a:lnTo>
                <a:cubicBezTo>
                  <a:pt x="1797" y="8287"/>
                  <a:pt x="1356" y="8759"/>
                  <a:pt x="1356" y="9326"/>
                </a:cubicBezTo>
                <a:lnTo>
                  <a:pt x="1356" y="9673"/>
                </a:lnTo>
                <a:lnTo>
                  <a:pt x="1009" y="9673"/>
                </a:lnTo>
                <a:cubicBezTo>
                  <a:pt x="410" y="9673"/>
                  <a:pt x="1" y="10146"/>
                  <a:pt x="1" y="10713"/>
                </a:cubicBezTo>
                <a:cubicBezTo>
                  <a:pt x="1" y="11280"/>
                  <a:pt x="473" y="11721"/>
                  <a:pt x="1009" y="11721"/>
                </a:cubicBezTo>
                <a:lnTo>
                  <a:pt x="2395" y="11721"/>
                </a:lnTo>
                <a:cubicBezTo>
                  <a:pt x="2994" y="11721"/>
                  <a:pt x="3403" y="11248"/>
                  <a:pt x="3403" y="10713"/>
                </a:cubicBezTo>
                <a:cubicBezTo>
                  <a:pt x="3403" y="10114"/>
                  <a:pt x="2931" y="9673"/>
                  <a:pt x="2395" y="9673"/>
                </a:cubicBezTo>
                <a:lnTo>
                  <a:pt x="2049" y="9673"/>
                </a:lnTo>
                <a:lnTo>
                  <a:pt x="2049" y="9326"/>
                </a:lnTo>
                <a:cubicBezTo>
                  <a:pt x="2049" y="9137"/>
                  <a:pt x="2206" y="8980"/>
                  <a:pt x="2395" y="8980"/>
                </a:cubicBezTo>
                <a:lnTo>
                  <a:pt x="5546" y="8980"/>
                </a:lnTo>
                <a:lnTo>
                  <a:pt x="5546" y="9673"/>
                </a:lnTo>
                <a:lnTo>
                  <a:pt x="5199" y="9673"/>
                </a:lnTo>
                <a:cubicBezTo>
                  <a:pt x="4601" y="9673"/>
                  <a:pt x="4160" y="10146"/>
                  <a:pt x="4160" y="10713"/>
                </a:cubicBezTo>
                <a:cubicBezTo>
                  <a:pt x="4160" y="11280"/>
                  <a:pt x="4632" y="11721"/>
                  <a:pt x="5199" y="11721"/>
                </a:cubicBezTo>
                <a:lnTo>
                  <a:pt x="6554" y="11721"/>
                </a:lnTo>
                <a:cubicBezTo>
                  <a:pt x="7153" y="11721"/>
                  <a:pt x="7594" y="11248"/>
                  <a:pt x="7594" y="10713"/>
                </a:cubicBezTo>
                <a:cubicBezTo>
                  <a:pt x="7594" y="10114"/>
                  <a:pt x="7121" y="9673"/>
                  <a:pt x="6554" y="9673"/>
                </a:cubicBezTo>
                <a:lnTo>
                  <a:pt x="6207" y="9673"/>
                </a:lnTo>
                <a:lnTo>
                  <a:pt x="6207" y="8980"/>
                </a:lnTo>
                <a:lnTo>
                  <a:pt x="9358" y="8980"/>
                </a:lnTo>
                <a:cubicBezTo>
                  <a:pt x="9547" y="8980"/>
                  <a:pt x="9704" y="9137"/>
                  <a:pt x="9704" y="9326"/>
                </a:cubicBezTo>
                <a:lnTo>
                  <a:pt x="9704" y="9673"/>
                </a:lnTo>
                <a:lnTo>
                  <a:pt x="9358" y="9673"/>
                </a:lnTo>
                <a:cubicBezTo>
                  <a:pt x="8759" y="9673"/>
                  <a:pt x="8350" y="10146"/>
                  <a:pt x="8350" y="10713"/>
                </a:cubicBezTo>
                <a:cubicBezTo>
                  <a:pt x="8350" y="11280"/>
                  <a:pt x="8791" y="11721"/>
                  <a:pt x="9358" y="11721"/>
                </a:cubicBezTo>
                <a:lnTo>
                  <a:pt x="10744" y="11721"/>
                </a:lnTo>
                <a:cubicBezTo>
                  <a:pt x="11311" y="11721"/>
                  <a:pt x="11752" y="11248"/>
                  <a:pt x="11752" y="10713"/>
                </a:cubicBezTo>
                <a:cubicBezTo>
                  <a:pt x="11752" y="10114"/>
                  <a:pt x="11280" y="9673"/>
                  <a:pt x="10744" y="9673"/>
                </a:cubicBezTo>
                <a:lnTo>
                  <a:pt x="10366" y="9673"/>
                </a:lnTo>
                <a:lnTo>
                  <a:pt x="10366" y="9326"/>
                </a:lnTo>
                <a:cubicBezTo>
                  <a:pt x="10366" y="8728"/>
                  <a:pt x="9925" y="8287"/>
                  <a:pt x="9358" y="8287"/>
                </a:cubicBezTo>
                <a:lnTo>
                  <a:pt x="6207" y="8287"/>
                </a:lnTo>
                <a:lnTo>
                  <a:pt x="6207" y="7594"/>
                </a:lnTo>
                <a:lnTo>
                  <a:pt x="7216" y="7594"/>
                </a:lnTo>
                <a:cubicBezTo>
                  <a:pt x="7814" y="7594"/>
                  <a:pt x="8287" y="7121"/>
                  <a:pt x="8287" y="6554"/>
                </a:cubicBezTo>
                <a:lnTo>
                  <a:pt x="8287" y="5136"/>
                </a:lnTo>
                <a:cubicBezTo>
                  <a:pt x="8287" y="4569"/>
                  <a:pt x="7814" y="4128"/>
                  <a:pt x="7216" y="4128"/>
                </a:cubicBezTo>
                <a:lnTo>
                  <a:pt x="6207" y="4128"/>
                </a:lnTo>
                <a:lnTo>
                  <a:pt x="6207" y="3403"/>
                </a:lnTo>
                <a:lnTo>
                  <a:pt x="9389" y="3403"/>
                </a:lnTo>
                <a:cubicBezTo>
                  <a:pt x="9988" y="3403"/>
                  <a:pt x="10429" y="2931"/>
                  <a:pt x="10429" y="2395"/>
                </a:cubicBezTo>
                <a:lnTo>
                  <a:pt x="10429" y="2049"/>
                </a:lnTo>
                <a:lnTo>
                  <a:pt x="10776" y="2049"/>
                </a:lnTo>
                <a:cubicBezTo>
                  <a:pt x="11374" y="2049"/>
                  <a:pt x="11815" y="1576"/>
                  <a:pt x="11815" y="1009"/>
                </a:cubicBezTo>
                <a:cubicBezTo>
                  <a:pt x="11815" y="411"/>
                  <a:pt x="11343" y="1"/>
                  <a:pt x="10776" y="1"/>
                </a:cubicBezTo>
                <a:lnTo>
                  <a:pt x="9389" y="1"/>
                </a:lnTo>
                <a:cubicBezTo>
                  <a:pt x="8822" y="1"/>
                  <a:pt x="8381" y="474"/>
                  <a:pt x="8381" y="1009"/>
                </a:cubicBezTo>
                <a:cubicBezTo>
                  <a:pt x="8381" y="1608"/>
                  <a:pt x="8854" y="2049"/>
                  <a:pt x="9389" y="2049"/>
                </a:cubicBezTo>
                <a:lnTo>
                  <a:pt x="9767" y="2049"/>
                </a:lnTo>
                <a:lnTo>
                  <a:pt x="9767" y="2395"/>
                </a:lnTo>
                <a:cubicBezTo>
                  <a:pt x="9767" y="2584"/>
                  <a:pt x="9610" y="2742"/>
                  <a:pt x="9389" y="2742"/>
                </a:cubicBezTo>
                <a:lnTo>
                  <a:pt x="6239" y="2742"/>
                </a:lnTo>
                <a:lnTo>
                  <a:pt x="6239" y="2049"/>
                </a:lnTo>
                <a:lnTo>
                  <a:pt x="6617" y="2049"/>
                </a:lnTo>
                <a:cubicBezTo>
                  <a:pt x="7184" y="2049"/>
                  <a:pt x="7625" y="1576"/>
                  <a:pt x="7625" y="1009"/>
                </a:cubicBezTo>
                <a:cubicBezTo>
                  <a:pt x="7625" y="411"/>
                  <a:pt x="7153" y="1"/>
                  <a:pt x="6617" y="1"/>
                </a:cubicBezTo>
                <a:lnTo>
                  <a:pt x="5231" y="1"/>
                </a:lnTo>
                <a:cubicBezTo>
                  <a:pt x="4632" y="1"/>
                  <a:pt x="4191" y="474"/>
                  <a:pt x="4191" y="1009"/>
                </a:cubicBezTo>
                <a:cubicBezTo>
                  <a:pt x="4191" y="1608"/>
                  <a:pt x="4664" y="2049"/>
                  <a:pt x="5231" y="2049"/>
                </a:cubicBezTo>
                <a:lnTo>
                  <a:pt x="5577" y="2049"/>
                </a:lnTo>
                <a:lnTo>
                  <a:pt x="5577" y="2742"/>
                </a:lnTo>
                <a:lnTo>
                  <a:pt x="2427" y="2742"/>
                </a:lnTo>
                <a:cubicBezTo>
                  <a:pt x="2238" y="2742"/>
                  <a:pt x="2080" y="2584"/>
                  <a:pt x="2080" y="2395"/>
                </a:cubicBezTo>
                <a:lnTo>
                  <a:pt x="2080" y="2049"/>
                </a:lnTo>
                <a:lnTo>
                  <a:pt x="2427" y="2049"/>
                </a:lnTo>
                <a:cubicBezTo>
                  <a:pt x="3025" y="2049"/>
                  <a:pt x="3466" y="1576"/>
                  <a:pt x="3466" y="1009"/>
                </a:cubicBezTo>
                <a:cubicBezTo>
                  <a:pt x="3466" y="411"/>
                  <a:pt x="2994" y="1"/>
                  <a:pt x="242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13" name="Google Shape;11013;p136"/>
          <p:cNvGrpSpPr/>
          <p:nvPr/>
        </p:nvGrpSpPr>
        <p:grpSpPr>
          <a:xfrm>
            <a:off x="5753997" y="2196694"/>
            <a:ext cx="351315" cy="351050"/>
            <a:chOff x="1413250" y="2680675"/>
            <a:chExt cx="297750" cy="297525"/>
          </a:xfrm>
        </p:grpSpPr>
        <p:sp>
          <p:nvSpPr>
            <p:cNvPr id="11014" name="Google Shape;11014;p136"/>
            <p:cNvSpPr/>
            <p:nvPr/>
          </p:nvSpPr>
          <p:spPr>
            <a:xfrm>
              <a:off x="1413250" y="2680675"/>
              <a:ext cx="297750" cy="297525"/>
            </a:xfrm>
            <a:custGeom>
              <a:rect b="b" l="l" r="r" t="t"/>
              <a:pathLst>
                <a:path extrusionOk="0" h="11901" w="11910">
                  <a:moveTo>
                    <a:pt x="10460" y="1418"/>
                  </a:moveTo>
                  <a:lnTo>
                    <a:pt x="10460" y="7719"/>
                  </a:lnTo>
                  <a:lnTo>
                    <a:pt x="1387" y="7719"/>
                  </a:lnTo>
                  <a:lnTo>
                    <a:pt x="1387" y="1418"/>
                  </a:lnTo>
                  <a:close/>
                  <a:moveTo>
                    <a:pt x="5577" y="8380"/>
                  </a:moveTo>
                  <a:lnTo>
                    <a:pt x="5577" y="9105"/>
                  </a:lnTo>
                  <a:lnTo>
                    <a:pt x="5167" y="9105"/>
                  </a:lnTo>
                  <a:lnTo>
                    <a:pt x="5451" y="8380"/>
                  </a:lnTo>
                  <a:close/>
                  <a:moveTo>
                    <a:pt x="6396" y="8380"/>
                  </a:moveTo>
                  <a:lnTo>
                    <a:pt x="6679" y="9105"/>
                  </a:lnTo>
                  <a:lnTo>
                    <a:pt x="6270" y="9105"/>
                  </a:lnTo>
                  <a:lnTo>
                    <a:pt x="6270" y="8380"/>
                  </a:lnTo>
                  <a:close/>
                  <a:moveTo>
                    <a:pt x="5955" y="0"/>
                  </a:moveTo>
                  <a:cubicBezTo>
                    <a:pt x="5766" y="0"/>
                    <a:pt x="5608" y="158"/>
                    <a:pt x="5608" y="347"/>
                  </a:cubicBezTo>
                  <a:lnTo>
                    <a:pt x="5608" y="725"/>
                  </a:lnTo>
                  <a:lnTo>
                    <a:pt x="378" y="725"/>
                  </a:lnTo>
                  <a:cubicBezTo>
                    <a:pt x="158" y="725"/>
                    <a:pt x="0" y="882"/>
                    <a:pt x="0" y="1071"/>
                  </a:cubicBezTo>
                  <a:cubicBezTo>
                    <a:pt x="0" y="1260"/>
                    <a:pt x="158" y="1418"/>
                    <a:pt x="378" y="1418"/>
                  </a:cubicBezTo>
                  <a:lnTo>
                    <a:pt x="725" y="1418"/>
                  </a:lnTo>
                  <a:lnTo>
                    <a:pt x="725" y="7719"/>
                  </a:lnTo>
                  <a:lnTo>
                    <a:pt x="378" y="7719"/>
                  </a:lnTo>
                  <a:cubicBezTo>
                    <a:pt x="189" y="7719"/>
                    <a:pt x="32" y="7876"/>
                    <a:pt x="32" y="8097"/>
                  </a:cubicBezTo>
                  <a:cubicBezTo>
                    <a:pt x="32" y="8286"/>
                    <a:pt x="189" y="8443"/>
                    <a:pt x="378" y="8443"/>
                  </a:cubicBezTo>
                  <a:lnTo>
                    <a:pt x="4758" y="8443"/>
                  </a:lnTo>
                  <a:lnTo>
                    <a:pt x="3560" y="11436"/>
                  </a:lnTo>
                  <a:cubicBezTo>
                    <a:pt x="3497" y="11625"/>
                    <a:pt x="3560" y="11814"/>
                    <a:pt x="3749" y="11877"/>
                  </a:cubicBezTo>
                  <a:cubicBezTo>
                    <a:pt x="3803" y="11893"/>
                    <a:pt x="3855" y="11901"/>
                    <a:pt x="3903" y="11901"/>
                  </a:cubicBezTo>
                  <a:cubicBezTo>
                    <a:pt x="4052" y="11901"/>
                    <a:pt x="4167" y="11824"/>
                    <a:pt x="4191" y="11657"/>
                  </a:cubicBezTo>
                  <a:lnTo>
                    <a:pt x="4947" y="9830"/>
                  </a:lnTo>
                  <a:lnTo>
                    <a:pt x="5608" y="9830"/>
                  </a:lnTo>
                  <a:lnTo>
                    <a:pt x="5608" y="10838"/>
                  </a:lnTo>
                  <a:cubicBezTo>
                    <a:pt x="5608" y="11027"/>
                    <a:pt x="5766" y="11184"/>
                    <a:pt x="5955" y="11184"/>
                  </a:cubicBezTo>
                  <a:cubicBezTo>
                    <a:pt x="6175" y="11184"/>
                    <a:pt x="6333" y="11027"/>
                    <a:pt x="6333" y="10838"/>
                  </a:cubicBezTo>
                  <a:lnTo>
                    <a:pt x="6333" y="9830"/>
                  </a:lnTo>
                  <a:lnTo>
                    <a:pt x="6995" y="9830"/>
                  </a:lnTo>
                  <a:lnTo>
                    <a:pt x="7751" y="11657"/>
                  </a:lnTo>
                  <a:cubicBezTo>
                    <a:pt x="7798" y="11824"/>
                    <a:pt x="7918" y="11901"/>
                    <a:pt x="8042" y="11901"/>
                  </a:cubicBezTo>
                  <a:cubicBezTo>
                    <a:pt x="8082" y="11901"/>
                    <a:pt x="8122" y="11893"/>
                    <a:pt x="8160" y="11877"/>
                  </a:cubicBezTo>
                  <a:cubicBezTo>
                    <a:pt x="8381" y="11783"/>
                    <a:pt x="8444" y="11594"/>
                    <a:pt x="8381" y="11436"/>
                  </a:cubicBezTo>
                  <a:lnTo>
                    <a:pt x="7184" y="8443"/>
                  </a:lnTo>
                  <a:lnTo>
                    <a:pt x="11563" y="8443"/>
                  </a:lnTo>
                  <a:cubicBezTo>
                    <a:pt x="11752" y="8443"/>
                    <a:pt x="11909" y="8286"/>
                    <a:pt x="11909" y="8097"/>
                  </a:cubicBezTo>
                  <a:cubicBezTo>
                    <a:pt x="11909" y="7876"/>
                    <a:pt x="11752" y="7719"/>
                    <a:pt x="11563" y="7719"/>
                  </a:cubicBezTo>
                  <a:lnTo>
                    <a:pt x="11185" y="7719"/>
                  </a:lnTo>
                  <a:lnTo>
                    <a:pt x="11185" y="1418"/>
                  </a:lnTo>
                  <a:lnTo>
                    <a:pt x="11563" y="1418"/>
                  </a:lnTo>
                  <a:cubicBezTo>
                    <a:pt x="11752" y="1418"/>
                    <a:pt x="11909" y="1260"/>
                    <a:pt x="11909" y="1071"/>
                  </a:cubicBezTo>
                  <a:cubicBezTo>
                    <a:pt x="11909" y="882"/>
                    <a:pt x="11752" y="725"/>
                    <a:pt x="11563" y="725"/>
                  </a:cubicBezTo>
                  <a:lnTo>
                    <a:pt x="6301" y="725"/>
                  </a:lnTo>
                  <a:lnTo>
                    <a:pt x="6301" y="347"/>
                  </a:lnTo>
                  <a:cubicBezTo>
                    <a:pt x="6301" y="158"/>
                    <a:pt x="6144" y="0"/>
                    <a:pt x="595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5" name="Google Shape;11015;p136"/>
            <p:cNvSpPr/>
            <p:nvPr/>
          </p:nvSpPr>
          <p:spPr>
            <a:xfrm>
              <a:off x="1465225" y="2805100"/>
              <a:ext cx="52800" cy="52025"/>
            </a:xfrm>
            <a:custGeom>
              <a:rect b="b" l="l" r="r" t="t"/>
              <a:pathLst>
                <a:path extrusionOk="0" h="2081" w="2112">
                  <a:moveTo>
                    <a:pt x="1387" y="663"/>
                  </a:moveTo>
                  <a:lnTo>
                    <a:pt x="1387" y="1387"/>
                  </a:lnTo>
                  <a:lnTo>
                    <a:pt x="694" y="1387"/>
                  </a:lnTo>
                  <a:lnTo>
                    <a:pt x="694" y="663"/>
                  </a:lnTo>
                  <a:close/>
                  <a:moveTo>
                    <a:pt x="347" y="1"/>
                  </a:moveTo>
                  <a:cubicBezTo>
                    <a:pt x="158" y="1"/>
                    <a:pt x="1" y="158"/>
                    <a:pt x="1" y="347"/>
                  </a:cubicBezTo>
                  <a:lnTo>
                    <a:pt x="1" y="1734"/>
                  </a:lnTo>
                  <a:cubicBezTo>
                    <a:pt x="1" y="1923"/>
                    <a:pt x="158" y="2080"/>
                    <a:pt x="347" y="2080"/>
                  </a:cubicBezTo>
                  <a:lnTo>
                    <a:pt x="1765" y="2080"/>
                  </a:lnTo>
                  <a:cubicBezTo>
                    <a:pt x="1954" y="2080"/>
                    <a:pt x="2112" y="1923"/>
                    <a:pt x="2112" y="1734"/>
                  </a:cubicBezTo>
                  <a:lnTo>
                    <a:pt x="2112" y="347"/>
                  </a:lnTo>
                  <a:cubicBezTo>
                    <a:pt x="2112" y="158"/>
                    <a:pt x="1954" y="1"/>
                    <a:pt x="17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6" name="Google Shape;11016;p136"/>
            <p:cNvSpPr/>
            <p:nvPr/>
          </p:nvSpPr>
          <p:spPr>
            <a:xfrm>
              <a:off x="1535325" y="2769675"/>
              <a:ext cx="52800" cy="87450"/>
            </a:xfrm>
            <a:custGeom>
              <a:rect b="b" l="l" r="r" t="t"/>
              <a:pathLst>
                <a:path extrusionOk="0" h="3498" w="2112">
                  <a:moveTo>
                    <a:pt x="1387" y="662"/>
                  </a:moveTo>
                  <a:lnTo>
                    <a:pt x="1387" y="2741"/>
                  </a:lnTo>
                  <a:lnTo>
                    <a:pt x="694" y="2741"/>
                  </a:lnTo>
                  <a:lnTo>
                    <a:pt x="694" y="662"/>
                  </a:lnTo>
                  <a:close/>
                  <a:moveTo>
                    <a:pt x="379" y="0"/>
                  </a:moveTo>
                  <a:cubicBezTo>
                    <a:pt x="158" y="0"/>
                    <a:pt x="1" y="158"/>
                    <a:pt x="1" y="347"/>
                  </a:cubicBezTo>
                  <a:lnTo>
                    <a:pt x="1" y="3151"/>
                  </a:lnTo>
                  <a:cubicBezTo>
                    <a:pt x="1" y="3340"/>
                    <a:pt x="158" y="3497"/>
                    <a:pt x="379" y="3497"/>
                  </a:cubicBezTo>
                  <a:lnTo>
                    <a:pt x="1733" y="3497"/>
                  </a:lnTo>
                  <a:lnTo>
                    <a:pt x="1733" y="3466"/>
                  </a:lnTo>
                  <a:cubicBezTo>
                    <a:pt x="1954" y="3466"/>
                    <a:pt x="2112" y="3308"/>
                    <a:pt x="2112" y="3119"/>
                  </a:cubicBezTo>
                  <a:lnTo>
                    <a:pt x="2112" y="347"/>
                  </a:lnTo>
                  <a:cubicBezTo>
                    <a:pt x="2112" y="158"/>
                    <a:pt x="1954" y="0"/>
                    <a:pt x="17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7" name="Google Shape;11017;p136"/>
            <p:cNvSpPr/>
            <p:nvPr/>
          </p:nvSpPr>
          <p:spPr>
            <a:xfrm>
              <a:off x="1604650" y="2733425"/>
              <a:ext cx="52775" cy="122900"/>
            </a:xfrm>
            <a:custGeom>
              <a:rect b="b" l="l" r="r" t="t"/>
              <a:pathLst>
                <a:path extrusionOk="0" h="4916" w="2111">
                  <a:moveTo>
                    <a:pt x="1418" y="726"/>
                  </a:moveTo>
                  <a:lnTo>
                    <a:pt x="1418" y="4254"/>
                  </a:lnTo>
                  <a:lnTo>
                    <a:pt x="725" y="4254"/>
                  </a:lnTo>
                  <a:lnTo>
                    <a:pt x="725" y="726"/>
                  </a:lnTo>
                  <a:close/>
                  <a:moveTo>
                    <a:pt x="347" y="1"/>
                  </a:moveTo>
                  <a:cubicBezTo>
                    <a:pt x="158" y="1"/>
                    <a:pt x="0" y="159"/>
                    <a:pt x="0" y="348"/>
                  </a:cubicBezTo>
                  <a:lnTo>
                    <a:pt x="0" y="4569"/>
                  </a:lnTo>
                  <a:cubicBezTo>
                    <a:pt x="0" y="4758"/>
                    <a:pt x="158" y="4916"/>
                    <a:pt x="347" y="4916"/>
                  </a:cubicBezTo>
                  <a:lnTo>
                    <a:pt x="1764" y="4916"/>
                  </a:lnTo>
                  <a:cubicBezTo>
                    <a:pt x="1953" y="4916"/>
                    <a:pt x="2111" y="4758"/>
                    <a:pt x="2111" y="4569"/>
                  </a:cubicBezTo>
                  <a:lnTo>
                    <a:pt x="2111" y="348"/>
                  </a:lnTo>
                  <a:cubicBezTo>
                    <a:pt x="2111" y="159"/>
                    <a:pt x="1953" y="1"/>
                    <a:pt x="176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18" name="Google Shape;11018;p136"/>
          <p:cNvSpPr/>
          <p:nvPr/>
        </p:nvSpPr>
        <p:spPr>
          <a:xfrm>
            <a:off x="8012357" y="1304144"/>
            <a:ext cx="270463" cy="349427"/>
          </a:xfrm>
          <a:custGeom>
            <a:rect b="b" l="l" r="r" t="t"/>
            <a:pathLst>
              <a:path extrusionOk="0" h="11846" w="9169">
                <a:moveTo>
                  <a:pt x="4695" y="2079"/>
                </a:moveTo>
                <a:cubicBezTo>
                  <a:pt x="5073" y="2079"/>
                  <a:pt x="5388" y="2394"/>
                  <a:pt x="5388" y="2772"/>
                </a:cubicBezTo>
                <a:cubicBezTo>
                  <a:pt x="5388" y="3181"/>
                  <a:pt x="5073" y="3496"/>
                  <a:pt x="4695" y="3496"/>
                </a:cubicBezTo>
                <a:cubicBezTo>
                  <a:pt x="4285" y="3496"/>
                  <a:pt x="3970" y="3181"/>
                  <a:pt x="3970" y="2772"/>
                </a:cubicBezTo>
                <a:cubicBezTo>
                  <a:pt x="3970" y="2394"/>
                  <a:pt x="4285" y="2079"/>
                  <a:pt x="4695" y="2079"/>
                </a:cubicBezTo>
                <a:close/>
                <a:moveTo>
                  <a:pt x="4695" y="4189"/>
                </a:moveTo>
                <a:cubicBezTo>
                  <a:pt x="5640" y="4189"/>
                  <a:pt x="6428" y="4977"/>
                  <a:pt x="6428" y="5922"/>
                </a:cubicBezTo>
                <a:lnTo>
                  <a:pt x="6428" y="6300"/>
                </a:lnTo>
                <a:lnTo>
                  <a:pt x="2962" y="6300"/>
                </a:lnTo>
                <a:lnTo>
                  <a:pt x="2962" y="5922"/>
                </a:lnTo>
                <a:cubicBezTo>
                  <a:pt x="2962" y="4945"/>
                  <a:pt x="3750" y="4189"/>
                  <a:pt x="4695" y="4189"/>
                </a:cubicBezTo>
                <a:close/>
                <a:moveTo>
                  <a:pt x="4730" y="664"/>
                </a:moveTo>
                <a:cubicBezTo>
                  <a:pt x="6870" y="664"/>
                  <a:pt x="8538" y="2418"/>
                  <a:pt x="8538" y="4473"/>
                </a:cubicBezTo>
                <a:cubicBezTo>
                  <a:pt x="8538" y="5544"/>
                  <a:pt x="8097" y="6552"/>
                  <a:pt x="7310" y="7277"/>
                </a:cubicBezTo>
                <a:cubicBezTo>
                  <a:pt x="7215" y="7403"/>
                  <a:pt x="7121" y="7466"/>
                  <a:pt x="6995" y="7497"/>
                </a:cubicBezTo>
                <a:cubicBezTo>
                  <a:pt x="6774" y="7718"/>
                  <a:pt x="6522" y="7907"/>
                  <a:pt x="6459" y="8285"/>
                </a:cubicBezTo>
                <a:lnTo>
                  <a:pt x="5041" y="8285"/>
                </a:lnTo>
                <a:lnTo>
                  <a:pt x="5041" y="6993"/>
                </a:lnTo>
                <a:lnTo>
                  <a:pt x="6774" y="6993"/>
                </a:lnTo>
                <a:cubicBezTo>
                  <a:pt x="6963" y="6993"/>
                  <a:pt x="7121" y="6836"/>
                  <a:pt x="7121" y="6647"/>
                </a:cubicBezTo>
                <a:lnTo>
                  <a:pt x="7121" y="5922"/>
                </a:lnTo>
                <a:cubicBezTo>
                  <a:pt x="7121" y="4945"/>
                  <a:pt x="6585" y="4126"/>
                  <a:pt x="5734" y="3717"/>
                </a:cubicBezTo>
                <a:cubicBezTo>
                  <a:pt x="5987" y="3496"/>
                  <a:pt x="6113" y="3181"/>
                  <a:pt x="6113" y="2835"/>
                </a:cubicBezTo>
                <a:cubicBezTo>
                  <a:pt x="6113" y="2079"/>
                  <a:pt x="5482" y="1448"/>
                  <a:pt x="4726" y="1448"/>
                </a:cubicBezTo>
                <a:cubicBezTo>
                  <a:pt x="3970" y="1448"/>
                  <a:pt x="3340" y="2079"/>
                  <a:pt x="3340" y="2835"/>
                </a:cubicBezTo>
                <a:cubicBezTo>
                  <a:pt x="3340" y="3181"/>
                  <a:pt x="3466" y="3496"/>
                  <a:pt x="3687" y="3717"/>
                </a:cubicBezTo>
                <a:cubicBezTo>
                  <a:pt x="2868" y="4126"/>
                  <a:pt x="2332" y="4945"/>
                  <a:pt x="2332" y="5922"/>
                </a:cubicBezTo>
                <a:lnTo>
                  <a:pt x="2332" y="6647"/>
                </a:lnTo>
                <a:cubicBezTo>
                  <a:pt x="2332" y="6836"/>
                  <a:pt x="2489" y="6993"/>
                  <a:pt x="2679" y="6993"/>
                </a:cubicBezTo>
                <a:lnTo>
                  <a:pt x="4411" y="6993"/>
                </a:lnTo>
                <a:lnTo>
                  <a:pt x="4411" y="8411"/>
                </a:lnTo>
                <a:lnTo>
                  <a:pt x="2931" y="8411"/>
                </a:lnTo>
                <a:lnTo>
                  <a:pt x="2931" y="8380"/>
                </a:lnTo>
                <a:cubicBezTo>
                  <a:pt x="2836" y="7938"/>
                  <a:pt x="2615" y="7749"/>
                  <a:pt x="2363" y="7560"/>
                </a:cubicBezTo>
                <a:cubicBezTo>
                  <a:pt x="2300" y="7466"/>
                  <a:pt x="2174" y="7403"/>
                  <a:pt x="2048" y="7277"/>
                </a:cubicBezTo>
                <a:cubicBezTo>
                  <a:pt x="1135" y="6395"/>
                  <a:pt x="757" y="5135"/>
                  <a:pt x="946" y="3874"/>
                </a:cubicBezTo>
                <a:cubicBezTo>
                  <a:pt x="1198" y="2236"/>
                  <a:pt x="2615" y="881"/>
                  <a:pt x="4254" y="692"/>
                </a:cubicBezTo>
                <a:cubicBezTo>
                  <a:pt x="4415" y="673"/>
                  <a:pt x="4574" y="664"/>
                  <a:pt x="4730" y="664"/>
                </a:cubicBezTo>
                <a:close/>
                <a:moveTo>
                  <a:pt x="6428" y="9073"/>
                </a:moveTo>
                <a:lnTo>
                  <a:pt x="6428" y="9419"/>
                </a:lnTo>
                <a:cubicBezTo>
                  <a:pt x="6428" y="9640"/>
                  <a:pt x="6270" y="9797"/>
                  <a:pt x="6081" y="9797"/>
                </a:cubicBezTo>
                <a:lnTo>
                  <a:pt x="3309" y="9797"/>
                </a:lnTo>
                <a:cubicBezTo>
                  <a:pt x="3120" y="9797"/>
                  <a:pt x="2962" y="9640"/>
                  <a:pt x="2962" y="9419"/>
                </a:cubicBezTo>
                <a:lnTo>
                  <a:pt x="2962" y="9073"/>
                </a:lnTo>
                <a:close/>
                <a:moveTo>
                  <a:pt x="5703" y="10459"/>
                </a:moveTo>
                <a:lnTo>
                  <a:pt x="5703" y="10805"/>
                </a:lnTo>
                <a:cubicBezTo>
                  <a:pt x="5703" y="10994"/>
                  <a:pt x="5545" y="11183"/>
                  <a:pt x="5356" y="11183"/>
                </a:cubicBezTo>
                <a:lnTo>
                  <a:pt x="3970" y="11183"/>
                </a:lnTo>
                <a:cubicBezTo>
                  <a:pt x="3781" y="11183"/>
                  <a:pt x="3624" y="10994"/>
                  <a:pt x="3624" y="10805"/>
                </a:cubicBezTo>
                <a:lnTo>
                  <a:pt x="3624" y="10459"/>
                </a:lnTo>
                <a:close/>
                <a:moveTo>
                  <a:pt x="4662" y="0"/>
                </a:moveTo>
                <a:cubicBezTo>
                  <a:pt x="4486" y="0"/>
                  <a:pt x="4308" y="10"/>
                  <a:pt x="4128" y="31"/>
                </a:cubicBezTo>
                <a:cubicBezTo>
                  <a:pt x="2174" y="251"/>
                  <a:pt x="568" y="1827"/>
                  <a:pt x="253" y="3780"/>
                </a:cubicBezTo>
                <a:cubicBezTo>
                  <a:pt x="1" y="5229"/>
                  <a:pt x="505" y="6710"/>
                  <a:pt x="1576" y="7749"/>
                </a:cubicBezTo>
                <a:cubicBezTo>
                  <a:pt x="1733" y="7875"/>
                  <a:pt x="1859" y="7970"/>
                  <a:pt x="1922" y="8064"/>
                </a:cubicBezTo>
                <a:cubicBezTo>
                  <a:pt x="2206" y="8285"/>
                  <a:pt x="2237" y="8348"/>
                  <a:pt x="2237" y="8695"/>
                </a:cubicBezTo>
                <a:lnTo>
                  <a:pt x="2237" y="9388"/>
                </a:lnTo>
                <a:cubicBezTo>
                  <a:pt x="2237" y="9829"/>
                  <a:pt x="2521" y="10238"/>
                  <a:pt x="2962" y="10396"/>
                </a:cubicBezTo>
                <a:lnTo>
                  <a:pt x="2962" y="10774"/>
                </a:lnTo>
                <a:cubicBezTo>
                  <a:pt x="2962" y="11404"/>
                  <a:pt x="3435" y="11845"/>
                  <a:pt x="3970" y="11845"/>
                </a:cubicBezTo>
                <a:lnTo>
                  <a:pt x="5356" y="11845"/>
                </a:lnTo>
                <a:cubicBezTo>
                  <a:pt x="5955" y="11845"/>
                  <a:pt x="6396" y="11372"/>
                  <a:pt x="6396" y="10805"/>
                </a:cubicBezTo>
                <a:lnTo>
                  <a:pt x="6396" y="10427"/>
                </a:lnTo>
                <a:cubicBezTo>
                  <a:pt x="6774" y="10270"/>
                  <a:pt x="7089" y="9923"/>
                  <a:pt x="7089" y="9451"/>
                </a:cubicBezTo>
                <a:lnTo>
                  <a:pt x="7089" y="8726"/>
                </a:lnTo>
                <a:cubicBezTo>
                  <a:pt x="7089" y="8380"/>
                  <a:pt x="7121" y="8348"/>
                  <a:pt x="7404" y="8096"/>
                </a:cubicBezTo>
                <a:cubicBezTo>
                  <a:pt x="7499" y="8033"/>
                  <a:pt x="7593" y="7938"/>
                  <a:pt x="7751" y="7812"/>
                </a:cubicBezTo>
                <a:cubicBezTo>
                  <a:pt x="8664" y="6962"/>
                  <a:pt x="9169" y="5765"/>
                  <a:pt x="9169" y="4504"/>
                </a:cubicBezTo>
                <a:cubicBezTo>
                  <a:pt x="9169" y="2060"/>
                  <a:pt x="7186" y="0"/>
                  <a:pt x="466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9" name="Google Shape;11019;p136"/>
          <p:cNvSpPr/>
          <p:nvPr/>
        </p:nvSpPr>
        <p:spPr>
          <a:xfrm>
            <a:off x="7964498" y="1756331"/>
            <a:ext cx="366182" cy="348041"/>
          </a:xfrm>
          <a:custGeom>
            <a:rect b="b" l="l" r="r" t="t"/>
            <a:pathLst>
              <a:path extrusionOk="0" h="11799" w="12414">
                <a:moveTo>
                  <a:pt x="8979" y="2127"/>
                </a:moveTo>
                <a:cubicBezTo>
                  <a:pt x="9247" y="2127"/>
                  <a:pt x="9515" y="2229"/>
                  <a:pt x="9704" y="2434"/>
                </a:cubicBezTo>
                <a:cubicBezTo>
                  <a:pt x="10113" y="2812"/>
                  <a:pt x="10113" y="3473"/>
                  <a:pt x="9704" y="3883"/>
                </a:cubicBezTo>
                <a:lnTo>
                  <a:pt x="8885" y="4702"/>
                </a:lnTo>
                <a:cubicBezTo>
                  <a:pt x="8790" y="4765"/>
                  <a:pt x="8696" y="4860"/>
                  <a:pt x="8601" y="4891"/>
                </a:cubicBezTo>
                <a:cubicBezTo>
                  <a:pt x="8790" y="4513"/>
                  <a:pt x="8727" y="4041"/>
                  <a:pt x="8412" y="3726"/>
                </a:cubicBezTo>
                <a:cubicBezTo>
                  <a:pt x="8206" y="3520"/>
                  <a:pt x="7933" y="3408"/>
                  <a:pt x="7654" y="3408"/>
                </a:cubicBezTo>
                <a:cubicBezTo>
                  <a:pt x="7507" y="3408"/>
                  <a:pt x="7357" y="3439"/>
                  <a:pt x="7215" y="3505"/>
                </a:cubicBezTo>
                <a:cubicBezTo>
                  <a:pt x="7278" y="3410"/>
                  <a:pt x="7341" y="3316"/>
                  <a:pt x="7436" y="3253"/>
                </a:cubicBezTo>
                <a:lnTo>
                  <a:pt x="8255" y="2434"/>
                </a:lnTo>
                <a:cubicBezTo>
                  <a:pt x="8444" y="2229"/>
                  <a:pt x="8711" y="2127"/>
                  <a:pt x="8979" y="2127"/>
                </a:cubicBezTo>
                <a:close/>
                <a:moveTo>
                  <a:pt x="9027" y="685"/>
                </a:moveTo>
                <a:cubicBezTo>
                  <a:pt x="9649" y="685"/>
                  <a:pt x="10271" y="922"/>
                  <a:pt x="10744" y="1394"/>
                </a:cubicBezTo>
                <a:cubicBezTo>
                  <a:pt x="11689" y="2339"/>
                  <a:pt x="11689" y="3883"/>
                  <a:pt x="10744" y="4828"/>
                </a:cubicBezTo>
                <a:lnTo>
                  <a:pt x="9893" y="5647"/>
                </a:lnTo>
                <a:cubicBezTo>
                  <a:pt x="9431" y="6109"/>
                  <a:pt x="8816" y="6356"/>
                  <a:pt x="8187" y="6356"/>
                </a:cubicBezTo>
                <a:cubicBezTo>
                  <a:pt x="7914" y="6356"/>
                  <a:pt x="7639" y="6310"/>
                  <a:pt x="7373" y="6214"/>
                </a:cubicBezTo>
                <a:lnTo>
                  <a:pt x="7940" y="5647"/>
                </a:lnTo>
                <a:cubicBezTo>
                  <a:pt x="8008" y="5655"/>
                  <a:pt x="8077" y="5659"/>
                  <a:pt x="8146" y="5659"/>
                </a:cubicBezTo>
                <a:cubicBezTo>
                  <a:pt x="8617" y="5659"/>
                  <a:pt x="9087" y="5477"/>
                  <a:pt x="9389" y="5175"/>
                </a:cubicBezTo>
                <a:lnTo>
                  <a:pt x="10208" y="4356"/>
                </a:lnTo>
                <a:cubicBezTo>
                  <a:pt x="10901" y="3694"/>
                  <a:pt x="10901" y="2591"/>
                  <a:pt x="10208" y="1898"/>
                </a:cubicBezTo>
                <a:cubicBezTo>
                  <a:pt x="9877" y="1567"/>
                  <a:pt x="9436" y="1402"/>
                  <a:pt x="8995" y="1402"/>
                </a:cubicBezTo>
                <a:cubicBezTo>
                  <a:pt x="8554" y="1402"/>
                  <a:pt x="8113" y="1567"/>
                  <a:pt x="7782" y="1898"/>
                </a:cubicBezTo>
                <a:lnTo>
                  <a:pt x="6931" y="2749"/>
                </a:lnTo>
                <a:cubicBezTo>
                  <a:pt x="6553" y="3127"/>
                  <a:pt x="6396" y="3694"/>
                  <a:pt x="6490" y="4198"/>
                </a:cubicBezTo>
                <a:lnTo>
                  <a:pt x="5923" y="4734"/>
                </a:lnTo>
                <a:cubicBezTo>
                  <a:pt x="5608" y="3883"/>
                  <a:pt x="5797" y="2906"/>
                  <a:pt x="6490" y="2213"/>
                </a:cubicBezTo>
                <a:lnTo>
                  <a:pt x="7309" y="1394"/>
                </a:lnTo>
                <a:cubicBezTo>
                  <a:pt x="7782" y="922"/>
                  <a:pt x="8404" y="685"/>
                  <a:pt x="9027" y="685"/>
                </a:cubicBezTo>
                <a:close/>
                <a:moveTo>
                  <a:pt x="7703" y="4104"/>
                </a:moveTo>
                <a:cubicBezTo>
                  <a:pt x="7790" y="4104"/>
                  <a:pt x="7877" y="4135"/>
                  <a:pt x="7940" y="4198"/>
                </a:cubicBezTo>
                <a:cubicBezTo>
                  <a:pt x="8066" y="4324"/>
                  <a:pt x="8066" y="4545"/>
                  <a:pt x="7940" y="4671"/>
                </a:cubicBezTo>
                <a:lnTo>
                  <a:pt x="4978" y="7632"/>
                </a:lnTo>
                <a:cubicBezTo>
                  <a:pt x="4915" y="7679"/>
                  <a:pt x="4828" y="7703"/>
                  <a:pt x="4742" y="7703"/>
                </a:cubicBezTo>
                <a:cubicBezTo>
                  <a:pt x="4655" y="7703"/>
                  <a:pt x="4569" y="7679"/>
                  <a:pt x="4506" y="7632"/>
                </a:cubicBezTo>
                <a:cubicBezTo>
                  <a:pt x="4380" y="7506"/>
                  <a:pt x="4380" y="7254"/>
                  <a:pt x="4506" y="7160"/>
                </a:cubicBezTo>
                <a:lnTo>
                  <a:pt x="7467" y="4198"/>
                </a:lnTo>
                <a:cubicBezTo>
                  <a:pt x="7530" y="4135"/>
                  <a:pt x="7617" y="4104"/>
                  <a:pt x="7703" y="4104"/>
                </a:cubicBezTo>
                <a:close/>
                <a:moveTo>
                  <a:pt x="3781" y="6939"/>
                </a:moveTo>
                <a:lnTo>
                  <a:pt x="3781" y="6939"/>
                </a:lnTo>
                <a:cubicBezTo>
                  <a:pt x="3592" y="7349"/>
                  <a:pt x="3686" y="7821"/>
                  <a:pt x="4001" y="8136"/>
                </a:cubicBezTo>
                <a:cubicBezTo>
                  <a:pt x="4198" y="8333"/>
                  <a:pt x="4457" y="8432"/>
                  <a:pt x="4715" y="8432"/>
                </a:cubicBezTo>
                <a:cubicBezTo>
                  <a:pt x="4870" y="8432"/>
                  <a:pt x="5025" y="8396"/>
                  <a:pt x="5167" y="8325"/>
                </a:cubicBezTo>
                <a:lnTo>
                  <a:pt x="5167" y="8325"/>
                </a:lnTo>
                <a:cubicBezTo>
                  <a:pt x="5136" y="8451"/>
                  <a:pt x="5041" y="8514"/>
                  <a:pt x="4978" y="8609"/>
                </a:cubicBezTo>
                <a:lnTo>
                  <a:pt x="4159" y="9428"/>
                </a:lnTo>
                <a:cubicBezTo>
                  <a:pt x="3954" y="9633"/>
                  <a:pt x="3686" y="9735"/>
                  <a:pt x="3419" y="9735"/>
                </a:cubicBezTo>
                <a:cubicBezTo>
                  <a:pt x="3151" y="9735"/>
                  <a:pt x="2883" y="9633"/>
                  <a:pt x="2678" y="9428"/>
                </a:cubicBezTo>
                <a:cubicBezTo>
                  <a:pt x="2300" y="9050"/>
                  <a:pt x="2300" y="8357"/>
                  <a:pt x="2678" y="7979"/>
                </a:cubicBezTo>
                <a:lnTo>
                  <a:pt x="3529" y="7160"/>
                </a:lnTo>
                <a:cubicBezTo>
                  <a:pt x="3592" y="7065"/>
                  <a:pt x="3718" y="7002"/>
                  <a:pt x="3781" y="6939"/>
                </a:cubicBezTo>
                <a:close/>
                <a:moveTo>
                  <a:pt x="4212" y="5467"/>
                </a:moveTo>
                <a:cubicBezTo>
                  <a:pt x="4492" y="5467"/>
                  <a:pt x="4773" y="5516"/>
                  <a:pt x="5041" y="5616"/>
                </a:cubicBezTo>
                <a:lnTo>
                  <a:pt x="4506" y="6151"/>
                </a:lnTo>
                <a:cubicBezTo>
                  <a:pt x="4437" y="6143"/>
                  <a:pt x="4368" y="6139"/>
                  <a:pt x="4299" y="6139"/>
                </a:cubicBezTo>
                <a:cubicBezTo>
                  <a:pt x="3828" y="6139"/>
                  <a:pt x="3358" y="6322"/>
                  <a:pt x="3056" y="6624"/>
                </a:cubicBezTo>
                <a:lnTo>
                  <a:pt x="2206" y="7475"/>
                </a:lnTo>
                <a:cubicBezTo>
                  <a:pt x="1544" y="8136"/>
                  <a:pt x="1544" y="9239"/>
                  <a:pt x="2206" y="9900"/>
                </a:cubicBezTo>
                <a:cubicBezTo>
                  <a:pt x="2552" y="10231"/>
                  <a:pt x="3001" y="10397"/>
                  <a:pt x="3446" y="10397"/>
                </a:cubicBezTo>
                <a:cubicBezTo>
                  <a:pt x="3891" y="10397"/>
                  <a:pt x="4332" y="10231"/>
                  <a:pt x="4663" y="9900"/>
                </a:cubicBezTo>
                <a:lnTo>
                  <a:pt x="5482" y="9081"/>
                </a:lnTo>
                <a:cubicBezTo>
                  <a:pt x="5892" y="8672"/>
                  <a:pt x="6049" y="8136"/>
                  <a:pt x="5955" y="7632"/>
                </a:cubicBezTo>
                <a:lnTo>
                  <a:pt x="6522" y="7065"/>
                </a:lnTo>
                <a:lnTo>
                  <a:pt x="6522" y="7065"/>
                </a:lnTo>
                <a:cubicBezTo>
                  <a:pt x="6837" y="7947"/>
                  <a:pt x="6648" y="8924"/>
                  <a:pt x="5955" y="9585"/>
                </a:cubicBezTo>
                <a:lnTo>
                  <a:pt x="5136" y="10405"/>
                </a:lnTo>
                <a:cubicBezTo>
                  <a:pt x="4663" y="10877"/>
                  <a:pt x="4041" y="11113"/>
                  <a:pt x="3419" y="11113"/>
                </a:cubicBezTo>
                <a:cubicBezTo>
                  <a:pt x="2796" y="11113"/>
                  <a:pt x="2174" y="10877"/>
                  <a:pt x="1702" y="10405"/>
                </a:cubicBezTo>
                <a:cubicBezTo>
                  <a:pt x="756" y="9459"/>
                  <a:pt x="756" y="7916"/>
                  <a:pt x="1702" y="7002"/>
                </a:cubicBezTo>
                <a:lnTo>
                  <a:pt x="2552" y="6151"/>
                </a:lnTo>
                <a:cubicBezTo>
                  <a:pt x="3005" y="5699"/>
                  <a:pt x="3605" y="5467"/>
                  <a:pt x="4212" y="5467"/>
                </a:cubicBezTo>
                <a:close/>
                <a:moveTo>
                  <a:pt x="8999" y="0"/>
                </a:moveTo>
                <a:cubicBezTo>
                  <a:pt x="8200" y="0"/>
                  <a:pt x="7404" y="307"/>
                  <a:pt x="6805" y="922"/>
                </a:cubicBezTo>
                <a:lnTo>
                  <a:pt x="5955" y="1741"/>
                </a:lnTo>
                <a:cubicBezTo>
                  <a:pt x="5136" y="2560"/>
                  <a:pt x="4852" y="3789"/>
                  <a:pt x="5230" y="4891"/>
                </a:cubicBezTo>
                <a:cubicBezTo>
                  <a:pt x="4920" y="4794"/>
                  <a:pt x="4601" y="4746"/>
                  <a:pt x="4283" y="4746"/>
                </a:cubicBezTo>
                <a:cubicBezTo>
                  <a:pt x="3469" y="4746"/>
                  <a:pt x="2669" y="5058"/>
                  <a:pt x="2080" y="5647"/>
                </a:cubicBezTo>
                <a:lnTo>
                  <a:pt x="1229" y="6466"/>
                </a:lnTo>
                <a:cubicBezTo>
                  <a:pt x="0" y="7695"/>
                  <a:pt x="0" y="9680"/>
                  <a:pt x="1229" y="10877"/>
                </a:cubicBezTo>
                <a:cubicBezTo>
                  <a:pt x="1843" y="11491"/>
                  <a:pt x="2647" y="11799"/>
                  <a:pt x="3446" y="11799"/>
                </a:cubicBezTo>
                <a:cubicBezTo>
                  <a:pt x="4246" y="11799"/>
                  <a:pt x="5041" y="11491"/>
                  <a:pt x="5640" y="10877"/>
                </a:cubicBezTo>
                <a:lnTo>
                  <a:pt x="6490" y="10058"/>
                </a:lnTo>
                <a:cubicBezTo>
                  <a:pt x="7309" y="9239"/>
                  <a:pt x="7593" y="8010"/>
                  <a:pt x="7215" y="6908"/>
                </a:cubicBezTo>
                <a:lnTo>
                  <a:pt x="7215" y="6908"/>
                </a:lnTo>
                <a:cubicBezTo>
                  <a:pt x="7525" y="7005"/>
                  <a:pt x="7844" y="7053"/>
                  <a:pt x="8162" y="7053"/>
                </a:cubicBezTo>
                <a:cubicBezTo>
                  <a:pt x="8976" y="7053"/>
                  <a:pt x="9776" y="6740"/>
                  <a:pt x="10365" y="6151"/>
                </a:cubicBezTo>
                <a:lnTo>
                  <a:pt x="11216" y="5332"/>
                </a:lnTo>
                <a:cubicBezTo>
                  <a:pt x="12413" y="4104"/>
                  <a:pt x="12413" y="2150"/>
                  <a:pt x="11216" y="922"/>
                </a:cubicBezTo>
                <a:cubicBezTo>
                  <a:pt x="10602" y="307"/>
                  <a:pt x="9798" y="0"/>
                  <a:pt x="899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0" name="Google Shape;11020;p136"/>
          <p:cNvSpPr/>
          <p:nvPr/>
        </p:nvSpPr>
        <p:spPr>
          <a:xfrm>
            <a:off x="7971931" y="2197454"/>
            <a:ext cx="351315" cy="349427"/>
          </a:xfrm>
          <a:custGeom>
            <a:rect b="b" l="l" r="r" t="t"/>
            <a:pathLst>
              <a:path extrusionOk="0" h="11846" w="11910">
                <a:moveTo>
                  <a:pt x="5924" y="2080"/>
                </a:moveTo>
                <a:cubicBezTo>
                  <a:pt x="6302" y="2080"/>
                  <a:pt x="6617" y="2395"/>
                  <a:pt x="6617" y="2773"/>
                </a:cubicBezTo>
                <a:cubicBezTo>
                  <a:pt x="6617" y="3182"/>
                  <a:pt x="6302" y="3497"/>
                  <a:pt x="5924" y="3497"/>
                </a:cubicBezTo>
                <a:cubicBezTo>
                  <a:pt x="5514" y="3497"/>
                  <a:pt x="5199" y="3182"/>
                  <a:pt x="5199" y="2773"/>
                </a:cubicBezTo>
                <a:cubicBezTo>
                  <a:pt x="5199" y="2395"/>
                  <a:pt x="5514" y="2080"/>
                  <a:pt x="5924" y="2080"/>
                </a:cubicBezTo>
                <a:close/>
                <a:moveTo>
                  <a:pt x="5924" y="662"/>
                </a:moveTo>
                <a:cubicBezTo>
                  <a:pt x="7247" y="662"/>
                  <a:pt x="8318" y="1764"/>
                  <a:pt x="8318" y="3088"/>
                </a:cubicBezTo>
                <a:cubicBezTo>
                  <a:pt x="8318" y="3655"/>
                  <a:pt x="8129" y="4190"/>
                  <a:pt x="7783" y="4631"/>
                </a:cubicBezTo>
                <a:cubicBezTo>
                  <a:pt x="7562" y="4222"/>
                  <a:pt x="7310" y="3907"/>
                  <a:pt x="6900" y="3686"/>
                </a:cubicBezTo>
                <a:cubicBezTo>
                  <a:pt x="7153" y="3434"/>
                  <a:pt x="7310" y="3088"/>
                  <a:pt x="7310" y="2741"/>
                </a:cubicBezTo>
                <a:cubicBezTo>
                  <a:pt x="7310" y="1985"/>
                  <a:pt x="6680" y="1355"/>
                  <a:pt x="5924" y="1355"/>
                </a:cubicBezTo>
                <a:cubicBezTo>
                  <a:pt x="5168" y="1355"/>
                  <a:pt x="4538" y="1985"/>
                  <a:pt x="4538" y="2741"/>
                </a:cubicBezTo>
                <a:cubicBezTo>
                  <a:pt x="4538" y="3088"/>
                  <a:pt x="4695" y="3434"/>
                  <a:pt x="4947" y="3686"/>
                </a:cubicBezTo>
                <a:cubicBezTo>
                  <a:pt x="4538" y="3938"/>
                  <a:pt x="4223" y="4285"/>
                  <a:pt x="4034" y="4631"/>
                </a:cubicBezTo>
                <a:cubicBezTo>
                  <a:pt x="3592" y="4096"/>
                  <a:pt x="3403" y="3403"/>
                  <a:pt x="3498" y="2741"/>
                </a:cubicBezTo>
                <a:cubicBezTo>
                  <a:pt x="3655" y="1638"/>
                  <a:pt x="4664" y="662"/>
                  <a:pt x="5924" y="662"/>
                </a:cubicBezTo>
                <a:close/>
                <a:moveTo>
                  <a:pt x="5924" y="4159"/>
                </a:moveTo>
                <a:cubicBezTo>
                  <a:pt x="6554" y="4159"/>
                  <a:pt x="7058" y="4600"/>
                  <a:pt x="7247" y="5135"/>
                </a:cubicBezTo>
                <a:cubicBezTo>
                  <a:pt x="6869" y="5388"/>
                  <a:pt x="6428" y="5545"/>
                  <a:pt x="5924" y="5545"/>
                </a:cubicBezTo>
                <a:cubicBezTo>
                  <a:pt x="5451" y="5545"/>
                  <a:pt x="4979" y="5388"/>
                  <a:pt x="4569" y="5135"/>
                </a:cubicBezTo>
                <a:cubicBezTo>
                  <a:pt x="4727" y="4568"/>
                  <a:pt x="5294" y="4159"/>
                  <a:pt x="5924" y="4159"/>
                </a:cubicBezTo>
                <a:close/>
                <a:moveTo>
                  <a:pt x="1734" y="9042"/>
                </a:moveTo>
                <a:cubicBezTo>
                  <a:pt x="2301" y="9042"/>
                  <a:pt x="2773" y="9483"/>
                  <a:pt x="2773" y="10082"/>
                </a:cubicBezTo>
                <a:cubicBezTo>
                  <a:pt x="2773" y="10649"/>
                  <a:pt x="2301" y="11121"/>
                  <a:pt x="1734" y="11121"/>
                </a:cubicBezTo>
                <a:cubicBezTo>
                  <a:pt x="1198" y="11121"/>
                  <a:pt x="726" y="10649"/>
                  <a:pt x="726" y="10082"/>
                </a:cubicBezTo>
                <a:cubicBezTo>
                  <a:pt x="726" y="9483"/>
                  <a:pt x="1198" y="9042"/>
                  <a:pt x="1734" y="9042"/>
                </a:cubicBezTo>
                <a:close/>
                <a:moveTo>
                  <a:pt x="5924" y="9042"/>
                </a:moveTo>
                <a:cubicBezTo>
                  <a:pt x="6522" y="9042"/>
                  <a:pt x="6932" y="9515"/>
                  <a:pt x="6932" y="10082"/>
                </a:cubicBezTo>
                <a:cubicBezTo>
                  <a:pt x="6932" y="10649"/>
                  <a:pt x="6459" y="11121"/>
                  <a:pt x="5924" y="11121"/>
                </a:cubicBezTo>
                <a:cubicBezTo>
                  <a:pt x="5357" y="11121"/>
                  <a:pt x="4884" y="10649"/>
                  <a:pt x="4884" y="10082"/>
                </a:cubicBezTo>
                <a:cubicBezTo>
                  <a:pt x="4884" y="9483"/>
                  <a:pt x="5325" y="9042"/>
                  <a:pt x="5924" y="9042"/>
                </a:cubicBezTo>
                <a:close/>
                <a:moveTo>
                  <a:pt x="10145" y="9042"/>
                </a:moveTo>
                <a:cubicBezTo>
                  <a:pt x="10681" y="9042"/>
                  <a:pt x="11154" y="9483"/>
                  <a:pt x="11154" y="10082"/>
                </a:cubicBezTo>
                <a:cubicBezTo>
                  <a:pt x="11154" y="10649"/>
                  <a:pt x="10681" y="11121"/>
                  <a:pt x="10145" y="11121"/>
                </a:cubicBezTo>
                <a:cubicBezTo>
                  <a:pt x="9578" y="11121"/>
                  <a:pt x="9106" y="10649"/>
                  <a:pt x="9106" y="10082"/>
                </a:cubicBezTo>
                <a:cubicBezTo>
                  <a:pt x="9106" y="9483"/>
                  <a:pt x="9578" y="9042"/>
                  <a:pt x="10145" y="9042"/>
                </a:cubicBezTo>
                <a:close/>
                <a:moveTo>
                  <a:pt x="5955" y="0"/>
                </a:moveTo>
                <a:cubicBezTo>
                  <a:pt x="4349" y="0"/>
                  <a:pt x="3088" y="1197"/>
                  <a:pt x="2868" y="2678"/>
                </a:cubicBezTo>
                <a:cubicBezTo>
                  <a:pt x="2647" y="4442"/>
                  <a:pt x="3908" y="6018"/>
                  <a:pt x="5640" y="6207"/>
                </a:cubicBezTo>
                <a:lnTo>
                  <a:pt x="5640" y="6963"/>
                </a:lnTo>
                <a:lnTo>
                  <a:pt x="2427" y="6963"/>
                </a:lnTo>
                <a:cubicBezTo>
                  <a:pt x="1828" y="6963"/>
                  <a:pt x="1387" y="7435"/>
                  <a:pt x="1387" y="7971"/>
                </a:cubicBezTo>
                <a:lnTo>
                  <a:pt x="1387" y="8380"/>
                </a:lnTo>
                <a:cubicBezTo>
                  <a:pt x="599" y="8538"/>
                  <a:pt x="1" y="9231"/>
                  <a:pt x="1" y="10082"/>
                </a:cubicBezTo>
                <a:cubicBezTo>
                  <a:pt x="1" y="11027"/>
                  <a:pt x="789" y="11846"/>
                  <a:pt x="1734" y="11846"/>
                </a:cubicBezTo>
                <a:cubicBezTo>
                  <a:pt x="2679" y="11846"/>
                  <a:pt x="3466" y="11058"/>
                  <a:pt x="3466" y="10082"/>
                </a:cubicBezTo>
                <a:cubicBezTo>
                  <a:pt x="3466" y="9231"/>
                  <a:pt x="2868" y="8538"/>
                  <a:pt x="2080" y="8380"/>
                </a:cubicBezTo>
                <a:lnTo>
                  <a:pt x="2080" y="7971"/>
                </a:lnTo>
                <a:cubicBezTo>
                  <a:pt x="2080" y="7782"/>
                  <a:pt x="2238" y="7624"/>
                  <a:pt x="2458" y="7624"/>
                </a:cubicBezTo>
                <a:lnTo>
                  <a:pt x="5609" y="7624"/>
                </a:lnTo>
                <a:lnTo>
                  <a:pt x="5609" y="8349"/>
                </a:lnTo>
                <a:cubicBezTo>
                  <a:pt x="4821" y="8506"/>
                  <a:pt x="4223" y="9200"/>
                  <a:pt x="4223" y="10019"/>
                </a:cubicBezTo>
                <a:cubicBezTo>
                  <a:pt x="4223" y="10964"/>
                  <a:pt x="5010" y="11814"/>
                  <a:pt x="5955" y="11814"/>
                </a:cubicBezTo>
                <a:cubicBezTo>
                  <a:pt x="6900" y="11814"/>
                  <a:pt x="7688" y="11027"/>
                  <a:pt x="7688" y="10019"/>
                </a:cubicBezTo>
                <a:cubicBezTo>
                  <a:pt x="7688" y="9200"/>
                  <a:pt x="7090" y="8506"/>
                  <a:pt x="6302" y="8349"/>
                </a:cubicBezTo>
                <a:lnTo>
                  <a:pt x="6302" y="7624"/>
                </a:lnTo>
                <a:lnTo>
                  <a:pt x="9452" y="7624"/>
                </a:lnTo>
                <a:cubicBezTo>
                  <a:pt x="9641" y="7624"/>
                  <a:pt x="9799" y="7782"/>
                  <a:pt x="9799" y="7971"/>
                </a:cubicBezTo>
                <a:lnTo>
                  <a:pt x="9799" y="8380"/>
                </a:lnTo>
                <a:cubicBezTo>
                  <a:pt x="9011" y="8538"/>
                  <a:pt x="8444" y="9231"/>
                  <a:pt x="8444" y="10082"/>
                </a:cubicBezTo>
                <a:cubicBezTo>
                  <a:pt x="8444" y="11027"/>
                  <a:pt x="9232" y="11846"/>
                  <a:pt x="10177" y="11846"/>
                </a:cubicBezTo>
                <a:cubicBezTo>
                  <a:pt x="11122" y="11846"/>
                  <a:pt x="11910" y="11058"/>
                  <a:pt x="11910" y="10082"/>
                </a:cubicBezTo>
                <a:cubicBezTo>
                  <a:pt x="11910" y="9231"/>
                  <a:pt x="11311" y="8538"/>
                  <a:pt x="10524" y="8380"/>
                </a:cubicBezTo>
                <a:lnTo>
                  <a:pt x="10524" y="7971"/>
                </a:lnTo>
                <a:cubicBezTo>
                  <a:pt x="10524" y="7404"/>
                  <a:pt x="10051" y="6963"/>
                  <a:pt x="9484" y="6963"/>
                </a:cubicBezTo>
                <a:lnTo>
                  <a:pt x="6333" y="6963"/>
                </a:lnTo>
                <a:lnTo>
                  <a:pt x="6333" y="6207"/>
                </a:lnTo>
                <a:cubicBezTo>
                  <a:pt x="7909" y="6049"/>
                  <a:pt x="9106" y="4726"/>
                  <a:pt x="9106" y="3088"/>
                </a:cubicBezTo>
                <a:cubicBezTo>
                  <a:pt x="9106" y="1355"/>
                  <a:pt x="7688" y="0"/>
                  <a:pt x="595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21" name="Google Shape;11021;p136"/>
          <p:cNvGrpSpPr/>
          <p:nvPr/>
        </p:nvGrpSpPr>
        <p:grpSpPr>
          <a:xfrm>
            <a:off x="6630407" y="2670311"/>
            <a:ext cx="350371" cy="348247"/>
            <a:chOff x="5045775" y="1946400"/>
            <a:chExt cx="296950" cy="295150"/>
          </a:xfrm>
        </p:grpSpPr>
        <p:sp>
          <p:nvSpPr>
            <p:cNvPr id="11022" name="Google Shape;11022;p136"/>
            <p:cNvSpPr/>
            <p:nvPr/>
          </p:nvSpPr>
          <p:spPr>
            <a:xfrm>
              <a:off x="5113500" y="1998600"/>
              <a:ext cx="160700" cy="155950"/>
            </a:xfrm>
            <a:custGeom>
              <a:rect b="b" l="l" r="r" t="t"/>
              <a:pathLst>
                <a:path extrusionOk="0" h="6238" w="6428">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3" name="Google Shape;11023;p136"/>
            <p:cNvSpPr/>
            <p:nvPr/>
          </p:nvSpPr>
          <p:spPr>
            <a:xfrm>
              <a:off x="5045775" y="1946400"/>
              <a:ext cx="296950" cy="295150"/>
            </a:xfrm>
            <a:custGeom>
              <a:rect b="b" l="l" r="r" t="t"/>
              <a:pathLst>
                <a:path extrusionOk="0" h="11806" w="11878">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24" name="Google Shape;11024;p136"/>
          <p:cNvGrpSpPr/>
          <p:nvPr/>
        </p:nvGrpSpPr>
        <p:grpSpPr>
          <a:xfrm>
            <a:off x="6629006" y="3179138"/>
            <a:ext cx="353174" cy="308573"/>
            <a:chOff x="5046550" y="2327025"/>
            <a:chExt cx="299325" cy="261525"/>
          </a:xfrm>
        </p:grpSpPr>
        <p:sp>
          <p:nvSpPr>
            <p:cNvPr id="11025" name="Google Shape;11025;p136"/>
            <p:cNvSpPr/>
            <p:nvPr/>
          </p:nvSpPr>
          <p:spPr>
            <a:xfrm>
              <a:off x="5046550" y="2448325"/>
              <a:ext cx="297750" cy="140225"/>
            </a:xfrm>
            <a:custGeom>
              <a:rect b="b" l="l" r="r" t="t"/>
              <a:pathLst>
                <a:path extrusionOk="0" h="5609" w="11910">
                  <a:moveTo>
                    <a:pt x="4569" y="1386"/>
                  </a:moveTo>
                  <a:cubicBezTo>
                    <a:pt x="4538" y="1575"/>
                    <a:pt x="4506" y="1828"/>
                    <a:pt x="4443" y="2111"/>
                  </a:cubicBezTo>
                  <a:lnTo>
                    <a:pt x="757" y="2111"/>
                  </a:lnTo>
                  <a:lnTo>
                    <a:pt x="757" y="1386"/>
                  </a:lnTo>
                  <a:close/>
                  <a:moveTo>
                    <a:pt x="11185" y="1386"/>
                  </a:moveTo>
                  <a:lnTo>
                    <a:pt x="11185" y="2111"/>
                  </a:lnTo>
                  <a:lnTo>
                    <a:pt x="7530" y="2111"/>
                  </a:lnTo>
                  <a:cubicBezTo>
                    <a:pt x="7467" y="1828"/>
                    <a:pt x="7436" y="1575"/>
                    <a:pt x="7373" y="1386"/>
                  </a:cubicBezTo>
                  <a:close/>
                  <a:moveTo>
                    <a:pt x="5955" y="725"/>
                  </a:moveTo>
                  <a:cubicBezTo>
                    <a:pt x="6270" y="725"/>
                    <a:pt x="6396" y="788"/>
                    <a:pt x="6491" y="1071"/>
                  </a:cubicBezTo>
                  <a:cubicBezTo>
                    <a:pt x="6743" y="1639"/>
                    <a:pt x="6900" y="2804"/>
                    <a:pt x="7247" y="4852"/>
                  </a:cubicBezTo>
                  <a:lnTo>
                    <a:pt x="4664" y="4852"/>
                  </a:lnTo>
                  <a:cubicBezTo>
                    <a:pt x="5010" y="2804"/>
                    <a:pt x="5168" y="1639"/>
                    <a:pt x="5388" y="1071"/>
                  </a:cubicBezTo>
                  <a:cubicBezTo>
                    <a:pt x="5514" y="788"/>
                    <a:pt x="5640" y="725"/>
                    <a:pt x="5955" y="725"/>
                  </a:cubicBezTo>
                  <a:close/>
                  <a:moveTo>
                    <a:pt x="5955" y="0"/>
                  </a:moveTo>
                  <a:cubicBezTo>
                    <a:pt x="5357" y="0"/>
                    <a:pt x="5010" y="221"/>
                    <a:pt x="4758" y="725"/>
                  </a:cubicBezTo>
                  <a:lnTo>
                    <a:pt x="347" y="725"/>
                  </a:lnTo>
                  <a:cubicBezTo>
                    <a:pt x="158" y="725"/>
                    <a:pt x="1" y="882"/>
                    <a:pt x="1" y="1071"/>
                  </a:cubicBezTo>
                  <a:lnTo>
                    <a:pt x="1" y="2458"/>
                  </a:lnTo>
                  <a:cubicBezTo>
                    <a:pt x="1" y="2647"/>
                    <a:pt x="158" y="2804"/>
                    <a:pt x="347" y="2804"/>
                  </a:cubicBezTo>
                  <a:lnTo>
                    <a:pt x="4254" y="2804"/>
                  </a:lnTo>
                  <a:cubicBezTo>
                    <a:pt x="4191" y="3371"/>
                    <a:pt x="4065" y="4064"/>
                    <a:pt x="3907" y="4884"/>
                  </a:cubicBezTo>
                  <a:lnTo>
                    <a:pt x="3498" y="4884"/>
                  </a:lnTo>
                  <a:cubicBezTo>
                    <a:pt x="3309" y="4884"/>
                    <a:pt x="3151" y="5041"/>
                    <a:pt x="3151" y="5262"/>
                  </a:cubicBezTo>
                  <a:cubicBezTo>
                    <a:pt x="3151" y="5451"/>
                    <a:pt x="3309" y="5608"/>
                    <a:pt x="3498" y="5608"/>
                  </a:cubicBezTo>
                  <a:lnTo>
                    <a:pt x="8350" y="5608"/>
                  </a:lnTo>
                  <a:cubicBezTo>
                    <a:pt x="8539" y="5608"/>
                    <a:pt x="8696" y="5451"/>
                    <a:pt x="8696" y="5262"/>
                  </a:cubicBezTo>
                  <a:cubicBezTo>
                    <a:pt x="8696" y="5041"/>
                    <a:pt x="8539" y="4884"/>
                    <a:pt x="8350" y="4884"/>
                  </a:cubicBezTo>
                  <a:lnTo>
                    <a:pt x="7972" y="4884"/>
                  </a:lnTo>
                  <a:cubicBezTo>
                    <a:pt x="7814" y="4064"/>
                    <a:pt x="7688" y="3403"/>
                    <a:pt x="7593" y="2804"/>
                  </a:cubicBezTo>
                  <a:lnTo>
                    <a:pt x="11500" y="2804"/>
                  </a:lnTo>
                  <a:cubicBezTo>
                    <a:pt x="11689" y="2804"/>
                    <a:pt x="11847" y="2647"/>
                    <a:pt x="11847" y="2458"/>
                  </a:cubicBezTo>
                  <a:lnTo>
                    <a:pt x="11847" y="1071"/>
                  </a:lnTo>
                  <a:cubicBezTo>
                    <a:pt x="11910" y="882"/>
                    <a:pt x="11752" y="725"/>
                    <a:pt x="11532" y="725"/>
                  </a:cubicBezTo>
                  <a:lnTo>
                    <a:pt x="7121" y="725"/>
                  </a:lnTo>
                  <a:cubicBezTo>
                    <a:pt x="6900" y="252"/>
                    <a:pt x="6554" y="0"/>
                    <a:pt x="595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6" name="Google Shape;11026;p136"/>
            <p:cNvSpPr/>
            <p:nvPr/>
          </p:nvSpPr>
          <p:spPr>
            <a:xfrm>
              <a:off x="5241900" y="2327025"/>
              <a:ext cx="103975" cy="121325"/>
            </a:xfrm>
            <a:custGeom>
              <a:rect b="b" l="l" r="r" t="t"/>
              <a:pathLst>
                <a:path extrusionOk="0" h="4853" w="4159">
                  <a:moveTo>
                    <a:pt x="1985" y="725"/>
                  </a:moveTo>
                  <a:cubicBezTo>
                    <a:pt x="2394" y="725"/>
                    <a:pt x="2709" y="1040"/>
                    <a:pt x="2709" y="1450"/>
                  </a:cubicBezTo>
                  <a:cubicBezTo>
                    <a:pt x="2709" y="1828"/>
                    <a:pt x="2394" y="2143"/>
                    <a:pt x="1985" y="2143"/>
                  </a:cubicBezTo>
                  <a:cubicBezTo>
                    <a:pt x="1607" y="2143"/>
                    <a:pt x="1292" y="1828"/>
                    <a:pt x="1292" y="1450"/>
                  </a:cubicBezTo>
                  <a:cubicBezTo>
                    <a:pt x="1292" y="1040"/>
                    <a:pt x="1638" y="725"/>
                    <a:pt x="1985" y="725"/>
                  </a:cubicBezTo>
                  <a:close/>
                  <a:moveTo>
                    <a:pt x="1985" y="2804"/>
                  </a:moveTo>
                  <a:cubicBezTo>
                    <a:pt x="2741" y="2804"/>
                    <a:pt x="3371" y="3435"/>
                    <a:pt x="3371" y="4191"/>
                  </a:cubicBezTo>
                  <a:lnTo>
                    <a:pt x="630" y="4191"/>
                  </a:lnTo>
                  <a:cubicBezTo>
                    <a:pt x="630" y="3435"/>
                    <a:pt x="1260" y="2804"/>
                    <a:pt x="1985" y="2804"/>
                  </a:cubicBezTo>
                  <a:close/>
                  <a:moveTo>
                    <a:pt x="2048" y="1"/>
                  </a:moveTo>
                  <a:cubicBezTo>
                    <a:pt x="1292" y="1"/>
                    <a:pt x="662" y="631"/>
                    <a:pt x="662" y="1387"/>
                  </a:cubicBezTo>
                  <a:cubicBezTo>
                    <a:pt x="662" y="1765"/>
                    <a:pt x="819" y="2111"/>
                    <a:pt x="1040" y="2332"/>
                  </a:cubicBezTo>
                  <a:cubicBezTo>
                    <a:pt x="410" y="2710"/>
                    <a:pt x="0" y="3372"/>
                    <a:pt x="0" y="4159"/>
                  </a:cubicBezTo>
                  <a:lnTo>
                    <a:pt x="0" y="4506"/>
                  </a:lnTo>
                  <a:cubicBezTo>
                    <a:pt x="0" y="4695"/>
                    <a:pt x="158" y="4852"/>
                    <a:pt x="347" y="4852"/>
                  </a:cubicBezTo>
                  <a:lnTo>
                    <a:pt x="3812" y="4852"/>
                  </a:lnTo>
                  <a:cubicBezTo>
                    <a:pt x="4001" y="4852"/>
                    <a:pt x="4159" y="4695"/>
                    <a:pt x="4159" y="4506"/>
                  </a:cubicBezTo>
                  <a:lnTo>
                    <a:pt x="4159" y="4159"/>
                  </a:lnTo>
                  <a:cubicBezTo>
                    <a:pt x="4096" y="3403"/>
                    <a:pt x="3655" y="2710"/>
                    <a:pt x="3025" y="2332"/>
                  </a:cubicBezTo>
                  <a:cubicBezTo>
                    <a:pt x="3245" y="2111"/>
                    <a:pt x="3403" y="1765"/>
                    <a:pt x="3403" y="1387"/>
                  </a:cubicBezTo>
                  <a:cubicBezTo>
                    <a:pt x="3403" y="631"/>
                    <a:pt x="2772" y="1"/>
                    <a:pt x="20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7" name="Google Shape;11027;p136"/>
            <p:cNvSpPr/>
            <p:nvPr/>
          </p:nvSpPr>
          <p:spPr>
            <a:xfrm>
              <a:off x="5048925" y="2328600"/>
              <a:ext cx="103975" cy="121325"/>
            </a:xfrm>
            <a:custGeom>
              <a:rect b="b" l="l" r="r" t="t"/>
              <a:pathLst>
                <a:path extrusionOk="0" h="4853" w="4159">
                  <a:moveTo>
                    <a:pt x="2048" y="662"/>
                  </a:moveTo>
                  <a:cubicBezTo>
                    <a:pt x="2426" y="662"/>
                    <a:pt x="2741" y="977"/>
                    <a:pt x="2741" y="1387"/>
                  </a:cubicBezTo>
                  <a:cubicBezTo>
                    <a:pt x="2741" y="1765"/>
                    <a:pt x="2426" y="2080"/>
                    <a:pt x="2048" y="2080"/>
                  </a:cubicBezTo>
                  <a:cubicBezTo>
                    <a:pt x="1639" y="2080"/>
                    <a:pt x="1324" y="1765"/>
                    <a:pt x="1324" y="1387"/>
                  </a:cubicBezTo>
                  <a:cubicBezTo>
                    <a:pt x="1324" y="977"/>
                    <a:pt x="1670" y="662"/>
                    <a:pt x="2048" y="662"/>
                  </a:cubicBezTo>
                  <a:close/>
                  <a:moveTo>
                    <a:pt x="2048" y="2710"/>
                  </a:moveTo>
                  <a:cubicBezTo>
                    <a:pt x="2773" y="2710"/>
                    <a:pt x="3403" y="3340"/>
                    <a:pt x="3403" y="4096"/>
                  </a:cubicBezTo>
                  <a:lnTo>
                    <a:pt x="662" y="4096"/>
                  </a:lnTo>
                  <a:cubicBezTo>
                    <a:pt x="662" y="3340"/>
                    <a:pt x="1292" y="2710"/>
                    <a:pt x="2048" y="2710"/>
                  </a:cubicBezTo>
                  <a:close/>
                  <a:moveTo>
                    <a:pt x="2111" y="1"/>
                  </a:moveTo>
                  <a:cubicBezTo>
                    <a:pt x="1355" y="1"/>
                    <a:pt x="725" y="631"/>
                    <a:pt x="725" y="1387"/>
                  </a:cubicBezTo>
                  <a:cubicBezTo>
                    <a:pt x="725" y="1733"/>
                    <a:pt x="882" y="2080"/>
                    <a:pt x="1134" y="2332"/>
                  </a:cubicBezTo>
                  <a:cubicBezTo>
                    <a:pt x="410" y="2647"/>
                    <a:pt x="0" y="3340"/>
                    <a:pt x="0" y="4128"/>
                  </a:cubicBezTo>
                  <a:lnTo>
                    <a:pt x="0" y="4474"/>
                  </a:lnTo>
                  <a:cubicBezTo>
                    <a:pt x="0" y="4695"/>
                    <a:pt x="158" y="4852"/>
                    <a:pt x="347" y="4852"/>
                  </a:cubicBezTo>
                  <a:lnTo>
                    <a:pt x="3812" y="4852"/>
                  </a:lnTo>
                  <a:cubicBezTo>
                    <a:pt x="4001" y="4852"/>
                    <a:pt x="4159" y="4695"/>
                    <a:pt x="4159" y="4474"/>
                  </a:cubicBezTo>
                  <a:lnTo>
                    <a:pt x="4159" y="4128"/>
                  </a:lnTo>
                  <a:cubicBezTo>
                    <a:pt x="4159" y="3340"/>
                    <a:pt x="3718" y="2678"/>
                    <a:pt x="3088" y="2332"/>
                  </a:cubicBezTo>
                  <a:cubicBezTo>
                    <a:pt x="3340" y="2080"/>
                    <a:pt x="3497" y="1733"/>
                    <a:pt x="3497" y="1387"/>
                  </a:cubicBezTo>
                  <a:cubicBezTo>
                    <a:pt x="3497" y="631"/>
                    <a:pt x="2867" y="1"/>
                    <a:pt x="211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28" name="Google Shape;11028;p136"/>
          <p:cNvSpPr/>
          <p:nvPr/>
        </p:nvSpPr>
        <p:spPr>
          <a:xfrm>
            <a:off x="6707866" y="3607496"/>
            <a:ext cx="195185" cy="350371"/>
          </a:xfrm>
          <a:custGeom>
            <a:rect b="b" l="l" r="r" t="t"/>
            <a:pathLst>
              <a:path extrusionOk="0" h="11878" w="6617">
                <a:moveTo>
                  <a:pt x="2962" y="725"/>
                </a:moveTo>
                <a:lnTo>
                  <a:pt x="2489" y="2111"/>
                </a:lnTo>
                <a:lnTo>
                  <a:pt x="1575" y="2111"/>
                </a:lnTo>
                <a:lnTo>
                  <a:pt x="1103" y="725"/>
                </a:lnTo>
                <a:close/>
                <a:moveTo>
                  <a:pt x="3277" y="3529"/>
                </a:moveTo>
                <a:lnTo>
                  <a:pt x="5892" y="6144"/>
                </a:lnTo>
                <a:lnTo>
                  <a:pt x="5892" y="6616"/>
                </a:lnTo>
                <a:lnTo>
                  <a:pt x="5419" y="6616"/>
                </a:lnTo>
                <a:lnTo>
                  <a:pt x="3434" y="4663"/>
                </a:lnTo>
                <a:lnTo>
                  <a:pt x="3277" y="3529"/>
                </a:lnTo>
                <a:close/>
                <a:moveTo>
                  <a:pt x="2458" y="2804"/>
                </a:moveTo>
                <a:lnTo>
                  <a:pt x="3434" y="9357"/>
                </a:lnTo>
                <a:lnTo>
                  <a:pt x="2048" y="10964"/>
                </a:lnTo>
                <a:lnTo>
                  <a:pt x="693" y="9357"/>
                </a:lnTo>
                <a:lnTo>
                  <a:pt x="1670" y="2804"/>
                </a:lnTo>
                <a:close/>
                <a:moveTo>
                  <a:pt x="693" y="0"/>
                </a:moveTo>
                <a:cubicBezTo>
                  <a:pt x="567" y="0"/>
                  <a:pt x="473" y="32"/>
                  <a:pt x="410" y="158"/>
                </a:cubicBezTo>
                <a:cubicBezTo>
                  <a:pt x="315" y="252"/>
                  <a:pt x="315" y="378"/>
                  <a:pt x="378" y="473"/>
                </a:cubicBezTo>
                <a:lnTo>
                  <a:pt x="1040" y="2489"/>
                </a:lnTo>
                <a:lnTo>
                  <a:pt x="0" y="9389"/>
                </a:lnTo>
                <a:cubicBezTo>
                  <a:pt x="0" y="9452"/>
                  <a:pt x="0" y="9578"/>
                  <a:pt x="95" y="9672"/>
                </a:cubicBezTo>
                <a:lnTo>
                  <a:pt x="1828" y="11751"/>
                </a:lnTo>
                <a:cubicBezTo>
                  <a:pt x="1891" y="11814"/>
                  <a:pt x="1985" y="11877"/>
                  <a:pt x="2080" y="11877"/>
                </a:cubicBezTo>
                <a:cubicBezTo>
                  <a:pt x="2206" y="11877"/>
                  <a:pt x="2300" y="11814"/>
                  <a:pt x="2363" y="11751"/>
                </a:cubicBezTo>
                <a:lnTo>
                  <a:pt x="4096" y="9672"/>
                </a:lnTo>
                <a:cubicBezTo>
                  <a:pt x="4190" y="9578"/>
                  <a:pt x="4190" y="9483"/>
                  <a:pt x="4190" y="9389"/>
                </a:cubicBezTo>
                <a:lnTo>
                  <a:pt x="3623" y="5797"/>
                </a:lnTo>
                <a:lnTo>
                  <a:pt x="5041" y="7183"/>
                </a:lnTo>
                <a:cubicBezTo>
                  <a:pt x="5136" y="7246"/>
                  <a:pt x="5199" y="7309"/>
                  <a:pt x="5293" y="7309"/>
                </a:cubicBezTo>
                <a:lnTo>
                  <a:pt x="6270" y="7309"/>
                </a:lnTo>
                <a:cubicBezTo>
                  <a:pt x="6459" y="7309"/>
                  <a:pt x="6616" y="7152"/>
                  <a:pt x="6616" y="6931"/>
                </a:cubicBezTo>
                <a:lnTo>
                  <a:pt x="6616" y="5955"/>
                </a:lnTo>
                <a:cubicBezTo>
                  <a:pt x="6616" y="5892"/>
                  <a:pt x="6585" y="5766"/>
                  <a:pt x="6490" y="5734"/>
                </a:cubicBezTo>
                <a:lnTo>
                  <a:pt x="3119" y="2426"/>
                </a:lnTo>
                <a:lnTo>
                  <a:pt x="3749" y="473"/>
                </a:lnTo>
                <a:cubicBezTo>
                  <a:pt x="3781" y="378"/>
                  <a:pt x="3749" y="252"/>
                  <a:pt x="3718" y="158"/>
                </a:cubicBezTo>
                <a:cubicBezTo>
                  <a:pt x="3623" y="95"/>
                  <a:pt x="3560" y="0"/>
                  <a:pt x="343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29" name="Google Shape;11029;p136"/>
          <p:cNvGrpSpPr/>
          <p:nvPr/>
        </p:nvGrpSpPr>
        <p:grpSpPr>
          <a:xfrm>
            <a:off x="7956604" y="3608476"/>
            <a:ext cx="351315" cy="348513"/>
            <a:chOff x="6167350" y="2672800"/>
            <a:chExt cx="297750" cy="295375"/>
          </a:xfrm>
        </p:grpSpPr>
        <p:sp>
          <p:nvSpPr>
            <p:cNvPr id="11030" name="Google Shape;11030;p136"/>
            <p:cNvSpPr/>
            <p:nvPr/>
          </p:nvSpPr>
          <p:spPr>
            <a:xfrm>
              <a:off x="6167350" y="2672800"/>
              <a:ext cx="226850" cy="295375"/>
            </a:xfrm>
            <a:custGeom>
              <a:rect b="b" l="l" r="r" t="t"/>
              <a:pathLst>
                <a:path extrusionOk="0" h="11815" w="9074">
                  <a:moveTo>
                    <a:pt x="4537" y="725"/>
                  </a:moveTo>
                  <a:cubicBezTo>
                    <a:pt x="4758" y="725"/>
                    <a:pt x="4915" y="882"/>
                    <a:pt x="4915" y="1071"/>
                  </a:cubicBezTo>
                  <a:cubicBezTo>
                    <a:pt x="4915" y="1260"/>
                    <a:pt x="5073" y="1418"/>
                    <a:pt x="5262" y="1418"/>
                  </a:cubicBezTo>
                  <a:lnTo>
                    <a:pt x="5955" y="1418"/>
                  </a:lnTo>
                  <a:cubicBezTo>
                    <a:pt x="6175" y="1418"/>
                    <a:pt x="6333" y="1575"/>
                    <a:pt x="6333" y="1796"/>
                  </a:cubicBezTo>
                  <a:cubicBezTo>
                    <a:pt x="6333" y="1985"/>
                    <a:pt x="6175" y="2142"/>
                    <a:pt x="5955" y="2142"/>
                  </a:cubicBezTo>
                  <a:lnTo>
                    <a:pt x="3119" y="2142"/>
                  </a:lnTo>
                  <a:cubicBezTo>
                    <a:pt x="2930" y="2142"/>
                    <a:pt x="2773" y="1985"/>
                    <a:pt x="2773" y="1796"/>
                  </a:cubicBezTo>
                  <a:cubicBezTo>
                    <a:pt x="2773" y="1575"/>
                    <a:pt x="2930" y="1418"/>
                    <a:pt x="3151" y="1418"/>
                  </a:cubicBezTo>
                  <a:lnTo>
                    <a:pt x="3844" y="1418"/>
                  </a:lnTo>
                  <a:cubicBezTo>
                    <a:pt x="4033" y="1418"/>
                    <a:pt x="4191" y="1260"/>
                    <a:pt x="4191" y="1071"/>
                  </a:cubicBezTo>
                  <a:cubicBezTo>
                    <a:pt x="4191" y="882"/>
                    <a:pt x="4348" y="725"/>
                    <a:pt x="4537" y="725"/>
                  </a:cubicBezTo>
                  <a:close/>
                  <a:moveTo>
                    <a:pt x="8066" y="2111"/>
                  </a:moveTo>
                  <a:cubicBezTo>
                    <a:pt x="8255" y="2111"/>
                    <a:pt x="8412" y="2268"/>
                    <a:pt x="8412" y="2458"/>
                  </a:cubicBezTo>
                  <a:lnTo>
                    <a:pt x="8412" y="10806"/>
                  </a:lnTo>
                  <a:lnTo>
                    <a:pt x="8381" y="10806"/>
                  </a:lnTo>
                  <a:cubicBezTo>
                    <a:pt x="8381" y="10995"/>
                    <a:pt x="8223" y="11153"/>
                    <a:pt x="8034" y="11153"/>
                  </a:cubicBezTo>
                  <a:lnTo>
                    <a:pt x="1040" y="11153"/>
                  </a:lnTo>
                  <a:cubicBezTo>
                    <a:pt x="851" y="11153"/>
                    <a:pt x="693" y="10995"/>
                    <a:pt x="693" y="10806"/>
                  </a:cubicBezTo>
                  <a:lnTo>
                    <a:pt x="693" y="2458"/>
                  </a:lnTo>
                  <a:cubicBezTo>
                    <a:pt x="693" y="2268"/>
                    <a:pt x="851" y="2111"/>
                    <a:pt x="1040" y="2111"/>
                  </a:cubicBezTo>
                  <a:lnTo>
                    <a:pt x="2143" y="2111"/>
                  </a:lnTo>
                  <a:cubicBezTo>
                    <a:pt x="2300" y="2489"/>
                    <a:pt x="2647" y="2804"/>
                    <a:pt x="3119" y="2804"/>
                  </a:cubicBezTo>
                  <a:lnTo>
                    <a:pt x="5986" y="2804"/>
                  </a:lnTo>
                  <a:cubicBezTo>
                    <a:pt x="6396" y="2804"/>
                    <a:pt x="6805" y="2521"/>
                    <a:pt x="6963" y="2111"/>
                  </a:cubicBezTo>
                  <a:close/>
                  <a:moveTo>
                    <a:pt x="4506" y="0"/>
                  </a:moveTo>
                  <a:cubicBezTo>
                    <a:pt x="4096" y="0"/>
                    <a:pt x="3686" y="284"/>
                    <a:pt x="3529" y="725"/>
                  </a:cubicBezTo>
                  <a:lnTo>
                    <a:pt x="3088" y="725"/>
                  </a:lnTo>
                  <a:cubicBezTo>
                    <a:pt x="2678" y="725"/>
                    <a:pt x="2269" y="1008"/>
                    <a:pt x="2111" y="1418"/>
                  </a:cubicBezTo>
                  <a:lnTo>
                    <a:pt x="1009" y="1418"/>
                  </a:lnTo>
                  <a:cubicBezTo>
                    <a:pt x="410" y="1418"/>
                    <a:pt x="0" y="1890"/>
                    <a:pt x="0" y="2458"/>
                  </a:cubicBezTo>
                  <a:lnTo>
                    <a:pt x="0" y="10806"/>
                  </a:lnTo>
                  <a:cubicBezTo>
                    <a:pt x="0" y="11405"/>
                    <a:pt x="473" y="11814"/>
                    <a:pt x="1009" y="11814"/>
                  </a:cubicBezTo>
                  <a:lnTo>
                    <a:pt x="7971" y="11814"/>
                  </a:lnTo>
                  <a:cubicBezTo>
                    <a:pt x="8570" y="11814"/>
                    <a:pt x="9011" y="11342"/>
                    <a:pt x="9011" y="10806"/>
                  </a:cubicBezTo>
                  <a:lnTo>
                    <a:pt x="9011" y="2458"/>
                  </a:lnTo>
                  <a:cubicBezTo>
                    <a:pt x="9074" y="1859"/>
                    <a:pt x="8601" y="1418"/>
                    <a:pt x="8034" y="1418"/>
                  </a:cubicBezTo>
                  <a:lnTo>
                    <a:pt x="6931" y="1418"/>
                  </a:lnTo>
                  <a:cubicBezTo>
                    <a:pt x="6774" y="1040"/>
                    <a:pt x="6396" y="725"/>
                    <a:pt x="5923" y="725"/>
                  </a:cubicBezTo>
                  <a:lnTo>
                    <a:pt x="5545" y="725"/>
                  </a:lnTo>
                  <a:cubicBezTo>
                    <a:pt x="5514" y="567"/>
                    <a:pt x="5388" y="441"/>
                    <a:pt x="5262" y="315"/>
                  </a:cubicBezTo>
                  <a:cubicBezTo>
                    <a:pt x="5073" y="126"/>
                    <a:pt x="4789" y="0"/>
                    <a:pt x="450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1" name="Google Shape;11031;p136"/>
            <p:cNvSpPr/>
            <p:nvPr/>
          </p:nvSpPr>
          <p:spPr>
            <a:xfrm>
              <a:off x="6201225" y="2762575"/>
              <a:ext cx="52775" cy="49650"/>
            </a:xfrm>
            <a:custGeom>
              <a:rect b="b" l="l" r="r" t="t"/>
              <a:pathLst>
                <a:path extrusionOk="0" h="1986" w="2111">
                  <a:moveTo>
                    <a:pt x="406" y="1"/>
                  </a:moveTo>
                  <a:cubicBezTo>
                    <a:pt x="315" y="1"/>
                    <a:pt x="221" y="32"/>
                    <a:pt x="158" y="95"/>
                  </a:cubicBezTo>
                  <a:cubicBezTo>
                    <a:pt x="63" y="190"/>
                    <a:pt x="63" y="442"/>
                    <a:pt x="158" y="568"/>
                  </a:cubicBezTo>
                  <a:lnTo>
                    <a:pt x="599" y="977"/>
                  </a:lnTo>
                  <a:lnTo>
                    <a:pt x="158" y="1418"/>
                  </a:lnTo>
                  <a:cubicBezTo>
                    <a:pt x="0" y="1544"/>
                    <a:pt x="0" y="1733"/>
                    <a:pt x="158" y="1891"/>
                  </a:cubicBezTo>
                  <a:cubicBezTo>
                    <a:pt x="221" y="1954"/>
                    <a:pt x="315" y="1985"/>
                    <a:pt x="406" y="1985"/>
                  </a:cubicBezTo>
                  <a:cubicBezTo>
                    <a:pt x="496" y="1985"/>
                    <a:pt x="583" y="1954"/>
                    <a:pt x="630" y="1891"/>
                  </a:cubicBezTo>
                  <a:lnTo>
                    <a:pt x="1071" y="1450"/>
                  </a:lnTo>
                  <a:lnTo>
                    <a:pt x="1512" y="1891"/>
                  </a:lnTo>
                  <a:cubicBezTo>
                    <a:pt x="1575" y="1954"/>
                    <a:pt x="1662" y="1985"/>
                    <a:pt x="1749" y="1985"/>
                  </a:cubicBezTo>
                  <a:cubicBezTo>
                    <a:pt x="1835" y="1985"/>
                    <a:pt x="1922" y="1954"/>
                    <a:pt x="1985" y="1891"/>
                  </a:cubicBezTo>
                  <a:cubicBezTo>
                    <a:pt x="2111" y="1765"/>
                    <a:pt x="2111" y="1544"/>
                    <a:pt x="1985" y="1418"/>
                  </a:cubicBezTo>
                  <a:lnTo>
                    <a:pt x="1544" y="977"/>
                  </a:lnTo>
                  <a:lnTo>
                    <a:pt x="1985" y="568"/>
                  </a:lnTo>
                  <a:cubicBezTo>
                    <a:pt x="2111" y="442"/>
                    <a:pt x="2111" y="190"/>
                    <a:pt x="1985" y="95"/>
                  </a:cubicBezTo>
                  <a:cubicBezTo>
                    <a:pt x="1922" y="32"/>
                    <a:pt x="1835" y="1"/>
                    <a:pt x="1749" y="1"/>
                  </a:cubicBezTo>
                  <a:cubicBezTo>
                    <a:pt x="1662" y="1"/>
                    <a:pt x="1575" y="32"/>
                    <a:pt x="1512" y="95"/>
                  </a:cubicBezTo>
                  <a:lnTo>
                    <a:pt x="1071" y="505"/>
                  </a:lnTo>
                  <a:lnTo>
                    <a:pt x="630" y="95"/>
                  </a:lnTo>
                  <a:cubicBezTo>
                    <a:pt x="583" y="32"/>
                    <a:pt x="496" y="1"/>
                    <a:pt x="40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2" name="Google Shape;11032;p136"/>
            <p:cNvSpPr/>
            <p:nvPr/>
          </p:nvSpPr>
          <p:spPr>
            <a:xfrm>
              <a:off x="6308325" y="2882300"/>
              <a:ext cx="51225" cy="49650"/>
            </a:xfrm>
            <a:custGeom>
              <a:rect b="b" l="l" r="r" t="t"/>
              <a:pathLst>
                <a:path extrusionOk="0" h="1986" w="2049">
                  <a:moveTo>
                    <a:pt x="363" y="0"/>
                  </a:moveTo>
                  <a:cubicBezTo>
                    <a:pt x="276" y="0"/>
                    <a:pt x="190" y="32"/>
                    <a:pt x="127" y="95"/>
                  </a:cubicBezTo>
                  <a:cubicBezTo>
                    <a:pt x="1" y="221"/>
                    <a:pt x="1" y="441"/>
                    <a:pt x="127" y="567"/>
                  </a:cubicBezTo>
                  <a:lnTo>
                    <a:pt x="568" y="1009"/>
                  </a:lnTo>
                  <a:lnTo>
                    <a:pt x="127" y="1450"/>
                  </a:lnTo>
                  <a:cubicBezTo>
                    <a:pt x="1" y="1544"/>
                    <a:pt x="1" y="1796"/>
                    <a:pt x="127" y="1891"/>
                  </a:cubicBezTo>
                  <a:cubicBezTo>
                    <a:pt x="190" y="1954"/>
                    <a:pt x="276" y="1985"/>
                    <a:pt x="363" y="1985"/>
                  </a:cubicBezTo>
                  <a:cubicBezTo>
                    <a:pt x="450" y="1985"/>
                    <a:pt x="536" y="1954"/>
                    <a:pt x="599" y="1891"/>
                  </a:cubicBezTo>
                  <a:lnTo>
                    <a:pt x="1040" y="1481"/>
                  </a:lnTo>
                  <a:lnTo>
                    <a:pt x="1481" y="1891"/>
                  </a:lnTo>
                  <a:cubicBezTo>
                    <a:pt x="1529" y="1954"/>
                    <a:pt x="1615" y="1985"/>
                    <a:pt x="1706" y="1985"/>
                  </a:cubicBezTo>
                  <a:cubicBezTo>
                    <a:pt x="1797" y="1985"/>
                    <a:pt x="1891" y="1954"/>
                    <a:pt x="1954" y="1891"/>
                  </a:cubicBezTo>
                  <a:cubicBezTo>
                    <a:pt x="2049" y="1796"/>
                    <a:pt x="2049" y="1544"/>
                    <a:pt x="1954" y="1450"/>
                  </a:cubicBezTo>
                  <a:lnTo>
                    <a:pt x="1513" y="1009"/>
                  </a:lnTo>
                  <a:lnTo>
                    <a:pt x="1954" y="567"/>
                  </a:lnTo>
                  <a:cubicBezTo>
                    <a:pt x="2049" y="441"/>
                    <a:pt x="2049" y="252"/>
                    <a:pt x="1954" y="95"/>
                  </a:cubicBezTo>
                  <a:cubicBezTo>
                    <a:pt x="1891" y="32"/>
                    <a:pt x="1804" y="0"/>
                    <a:pt x="1718" y="0"/>
                  </a:cubicBezTo>
                  <a:cubicBezTo>
                    <a:pt x="1631" y="0"/>
                    <a:pt x="1544" y="32"/>
                    <a:pt x="1481" y="95"/>
                  </a:cubicBezTo>
                  <a:lnTo>
                    <a:pt x="1040" y="536"/>
                  </a:lnTo>
                  <a:lnTo>
                    <a:pt x="599" y="95"/>
                  </a:lnTo>
                  <a:cubicBezTo>
                    <a:pt x="536" y="32"/>
                    <a:pt x="450" y="0"/>
                    <a:pt x="36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3" name="Google Shape;11033;p136"/>
            <p:cNvSpPr/>
            <p:nvPr/>
          </p:nvSpPr>
          <p:spPr>
            <a:xfrm>
              <a:off x="6200425" y="2759425"/>
              <a:ext cx="156775" cy="174875"/>
            </a:xfrm>
            <a:custGeom>
              <a:rect b="b" l="l" r="r" t="t"/>
              <a:pathLst>
                <a:path extrusionOk="0" h="6995" w="6271">
                  <a:moveTo>
                    <a:pt x="1103" y="5609"/>
                  </a:moveTo>
                  <a:cubicBezTo>
                    <a:pt x="1292" y="5609"/>
                    <a:pt x="1450" y="5766"/>
                    <a:pt x="1450" y="5955"/>
                  </a:cubicBezTo>
                  <a:cubicBezTo>
                    <a:pt x="1450" y="6144"/>
                    <a:pt x="1292" y="6302"/>
                    <a:pt x="1103" y="6302"/>
                  </a:cubicBezTo>
                  <a:cubicBezTo>
                    <a:pt x="914" y="6302"/>
                    <a:pt x="757" y="6144"/>
                    <a:pt x="757" y="5955"/>
                  </a:cubicBezTo>
                  <a:cubicBezTo>
                    <a:pt x="757" y="5766"/>
                    <a:pt x="914" y="5609"/>
                    <a:pt x="1103" y="5609"/>
                  </a:cubicBezTo>
                  <a:close/>
                  <a:moveTo>
                    <a:pt x="5325" y="1"/>
                  </a:moveTo>
                  <a:cubicBezTo>
                    <a:pt x="5230" y="1"/>
                    <a:pt x="5136" y="64"/>
                    <a:pt x="5073" y="127"/>
                  </a:cubicBezTo>
                  <a:lnTo>
                    <a:pt x="4380" y="851"/>
                  </a:lnTo>
                  <a:cubicBezTo>
                    <a:pt x="4254" y="946"/>
                    <a:pt x="4254" y="1198"/>
                    <a:pt x="4380" y="1324"/>
                  </a:cubicBezTo>
                  <a:cubicBezTo>
                    <a:pt x="4443" y="1371"/>
                    <a:pt x="4529" y="1395"/>
                    <a:pt x="4616" y="1395"/>
                  </a:cubicBezTo>
                  <a:cubicBezTo>
                    <a:pt x="4703" y="1395"/>
                    <a:pt x="4789" y="1371"/>
                    <a:pt x="4852" y="1324"/>
                  </a:cubicBezTo>
                  <a:lnTo>
                    <a:pt x="4978" y="1198"/>
                  </a:lnTo>
                  <a:lnTo>
                    <a:pt x="4978" y="2458"/>
                  </a:lnTo>
                  <a:cubicBezTo>
                    <a:pt x="4978" y="2647"/>
                    <a:pt x="4821" y="2805"/>
                    <a:pt x="4600" y="2805"/>
                  </a:cubicBezTo>
                  <a:lnTo>
                    <a:pt x="1765" y="2805"/>
                  </a:lnTo>
                  <a:cubicBezTo>
                    <a:pt x="1513" y="2805"/>
                    <a:pt x="1229" y="2931"/>
                    <a:pt x="1040" y="3120"/>
                  </a:cubicBezTo>
                  <a:cubicBezTo>
                    <a:pt x="820" y="3309"/>
                    <a:pt x="725" y="3592"/>
                    <a:pt x="725" y="3876"/>
                  </a:cubicBezTo>
                  <a:lnTo>
                    <a:pt x="725" y="4978"/>
                  </a:lnTo>
                  <a:cubicBezTo>
                    <a:pt x="316" y="5136"/>
                    <a:pt x="1" y="5482"/>
                    <a:pt x="1" y="5955"/>
                  </a:cubicBezTo>
                  <a:cubicBezTo>
                    <a:pt x="1" y="6554"/>
                    <a:pt x="473" y="6995"/>
                    <a:pt x="1040" y="6995"/>
                  </a:cubicBezTo>
                  <a:cubicBezTo>
                    <a:pt x="1607" y="6995"/>
                    <a:pt x="2048" y="6522"/>
                    <a:pt x="2048" y="5955"/>
                  </a:cubicBezTo>
                  <a:cubicBezTo>
                    <a:pt x="2048" y="5514"/>
                    <a:pt x="1765" y="5136"/>
                    <a:pt x="1355" y="4978"/>
                  </a:cubicBezTo>
                  <a:lnTo>
                    <a:pt x="1355" y="3876"/>
                  </a:lnTo>
                  <a:cubicBezTo>
                    <a:pt x="1355" y="3687"/>
                    <a:pt x="1513" y="3529"/>
                    <a:pt x="1702" y="3529"/>
                  </a:cubicBezTo>
                  <a:lnTo>
                    <a:pt x="4537" y="3529"/>
                  </a:lnTo>
                  <a:cubicBezTo>
                    <a:pt x="5136" y="3529"/>
                    <a:pt x="5545" y="3057"/>
                    <a:pt x="5545" y="2490"/>
                  </a:cubicBezTo>
                  <a:lnTo>
                    <a:pt x="5545" y="1229"/>
                  </a:lnTo>
                  <a:lnTo>
                    <a:pt x="5671" y="1355"/>
                  </a:lnTo>
                  <a:cubicBezTo>
                    <a:pt x="5734" y="1418"/>
                    <a:pt x="5821" y="1450"/>
                    <a:pt x="5908" y="1450"/>
                  </a:cubicBezTo>
                  <a:cubicBezTo>
                    <a:pt x="5994" y="1450"/>
                    <a:pt x="6081" y="1418"/>
                    <a:pt x="6144" y="1355"/>
                  </a:cubicBezTo>
                  <a:cubicBezTo>
                    <a:pt x="6270" y="1229"/>
                    <a:pt x="6270" y="1009"/>
                    <a:pt x="6144" y="883"/>
                  </a:cubicBezTo>
                  <a:lnTo>
                    <a:pt x="5545" y="127"/>
                  </a:lnTo>
                  <a:cubicBezTo>
                    <a:pt x="5482" y="64"/>
                    <a:pt x="5388" y="1"/>
                    <a:pt x="532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4" name="Google Shape;11034;p136"/>
            <p:cNvSpPr/>
            <p:nvPr/>
          </p:nvSpPr>
          <p:spPr>
            <a:xfrm>
              <a:off x="6412300" y="2742900"/>
              <a:ext cx="52800" cy="208725"/>
            </a:xfrm>
            <a:custGeom>
              <a:rect b="b" l="l" r="r" t="t"/>
              <a:pathLst>
                <a:path extrusionOk="0" h="8349" w="2112">
                  <a:moveTo>
                    <a:pt x="1009" y="662"/>
                  </a:moveTo>
                  <a:cubicBezTo>
                    <a:pt x="1229" y="662"/>
                    <a:pt x="1387" y="819"/>
                    <a:pt x="1387" y="1040"/>
                  </a:cubicBezTo>
                  <a:lnTo>
                    <a:pt x="1387" y="1386"/>
                  </a:lnTo>
                  <a:lnTo>
                    <a:pt x="662" y="1386"/>
                  </a:lnTo>
                  <a:lnTo>
                    <a:pt x="662" y="1040"/>
                  </a:lnTo>
                  <a:cubicBezTo>
                    <a:pt x="662" y="819"/>
                    <a:pt x="820" y="662"/>
                    <a:pt x="1009" y="662"/>
                  </a:cubicBezTo>
                  <a:close/>
                  <a:moveTo>
                    <a:pt x="1387" y="2048"/>
                  </a:moveTo>
                  <a:lnTo>
                    <a:pt x="1387" y="6017"/>
                  </a:lnTo>
                  <a:cubicBezTo>
                    <a:pt x="1261" y="5986"/>
                    <a:pt x="1142" y="5970"/>
                    <a:pt x="1024" y="5970"/>
                  </a:cubicBezTo>
                  <a:cubicBezTo>
                    <a:pt x="906" y="5970"/>
                    <a:pt x="788" y="5986"/>
                    <a:pt x="662" y="6017"/>
                  </a:cubicBezTo>
                  <a:lnTo>
                    <a:pt x="662" y="2048"/>
                  </a:lnTo>
                  <a:close/>
                  <a:moveTo>
                    <a:pt x="1009" y="6711"/>
                  </a:moveTo>
                  <a:cubicBezTo>
                    <a:pt x="1103" y="6711"/>
                    <a:pt x="1166" y="6711"/>
                    <a:pt x="1261" y="6742"/>
                  </a:cubicBezTo>
                  <a:lnTo>
                    <a:pt x="1009" y="7246"/>
                  </a:lnTo>
                  <a:lnTo>
                    <a:pt x="788" y="6742"/>
                  </a:lnTo>
                  <a:cubicBezTo>
                    <a:pt x="851" y="6711"/>
                    <a:pt x="946" y="6711"/>
                    <a:pt x="1009" y="6711"/>
                  </a:cubicBezTo>
                  <a:close/>
                  <a:moveTo>
                    <a:pt x="1009" y="0"/>
                  </a:moveTo>
                  <a:cubicBezTo>
                    <a:pt x="441" y="0"/>
                    <a:pt x="0" y="473"/>
                    <a:pt x="0" y="1040"/>
                  </a:cubicBezTo>
                  <a:lnTo>
                    <a:pt x="0" y="6616"/>
                  </a:lnTo>
                  <a:cubicBezTo>
                    <a:pt x="0" y="6648"/>
                    <a:pt x="0" y="6742"/>
                    <a:pt x="32" y="6774"/>
                  </a:cubicBezTo>
                  <a:lnTo>
                    <a:pt x="757" y="8160"/>
                  </a:lnTo>
                  <a:cubicBezTo>
                    <a:pt x="788" y="8286"/>
                    <a:pt x="946" y="8349"/>
                    <a:pt x="1040" y="8349"/>
                  </a:cubicBezTo>
                  <a:cubicBezTo>
                    <a:pt x="1166" y="8349"/>
                    <a:pt x="1292" y="8286"/>
                    <a:pt x="1355" y="8160"/>
                  </a:cubicBezTo>
                  <a:lnTo>
                    <a:pt x="2080" y="6774"/>
                  </a:lnTo>
                  <a:cubicBezTo>
                    <a:pt x="2111" y="6742"/>
                    <a:pt x="2111" y="6648"/>
                    <a:pt x="2111" y="6616"/>
                  </a:cubicBezTo>
                  <a:lnTo>
                    <a:pt x="2111" y="1040"/>
                  </a:lnTo>
                  <a:cubicBezTo>
                    <a:pt x="2048" y="473"/>
                    <a:pt x="1576" y="0"/>
                    <a:pt x="100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35" name="Google Shape;11035;p136"/>
          <p:cNvGrpSpPr/>
          <p:nvPr/>
        </p:nvGrpSpPr>
        <p:grpSpPr>
          <a:xfrm>
            <a:off x="6197601" y="1303709"/>
            <a:ext cx="347599" cy="350371"/>
            <a:chOff x="1777925" y="1953700"/>
            <a:chExt cx="294600" cy="296950"/>
          </a:xfrm>
        </p:grpSpPr>
        <p:sp>
          <p:nvSpPr>
            <p:cNvPr id="11036" name="Google Shape;11036;p136"/>
            <p:cNvSpPr/>
            <p:nvPr/>
          </p:nvSpPr>
          <p:spPr>
            <a:xfrm>
              <a:off x="1794450" y="2052125"/>
              <a:ext cx="278075" cy="198525"/>
            </a:xfrm>
            <a:custGeom>
              <a:rect b="b" l="l" r="r" t="t"/>
              <a:pathLst>
                <a:path extrusionOk="0" h="7941" w="11123">
                  <a:moveTo>
                    <a:pt x="10545" y="1"/>
                  </a:moveTo>
                  <a:cubicBezTo>
                    <a:pt x="10499" y="1"/>
                    <a:pt x="10449" y="11"/>
                    <a:pt x="10397" y="33"/>
                  </a:cubicBezTo>
                  <a:cubicBezTo>
                    <a:pt x="10208" y="64"/>
                    <a:pt x="10145" y="253"/>
                    <a:pt x="10177" y="474"/>
                  </a:cubicBezTo>
                  <a:cubicBezTo>
                    <a:pt x="10334" y="1009"/>
                    <a:pt x="10460" y="1514"/>
                    <a:pt x="10460" y="1986"/>
                  </a:cubicBezTo>
                  <a:cubicBezTo>
                    <a:pt x="10460" y="4885"/>
                    <a:pt x="8129" y="7247"/>
                    <a:pt x="5199" y="7247"/>
                  </a:cubicBezTo>
                  <a:cubicBezTo>
                    <a:pt x="3561" y="7247"/>
                    <a:pt x="2017" y="6460"/>
                    <a:pt x="1040" y="5137"/>
                  </a:cubicBezTo>
                  <a:lnTo>
                    <a:pt x="1734" y="5137"/>
                  </a:lnTo>
                  <a:cubicBezTo>
                    <a:pt x="1954" y="5137"/>
                    <a:pt x="2112" y="4979"/>
                    <a:pt x="2112" y="4790"/>
                  </a:cubicBezTo>
                  <a:cubicBezTo>
                    <a:pt x="2112" y="4601"/>
                    <a:pt x="1954" y="4444"/>
                    <a:pt x="1734" y="4444"/>
                  </a:cubicBezTo>
                  <a:lnTo>
                    <a:pt x="379" y="4444"/>
                  </a:lnTo>
                  <a:cubicBezTo>
                    <a:pt x="158" y="4444"/>
                    <a:pt x="1" y="4601"/>
                    <a:pt x="1" y="4790"/>
                  </a:cubicBezTo>
                  <a:lnTo>
                    <a:pt x="1" y="6176"/>
                  </a:lnTo>
                  <a:cubicBezTo>
                    <a:pt x="1" y="6365"/>
                    <a:pt x="158" y="6523"/>
                    <a:pt x="379" y="6523"/>
                  </a:cubicBezTo>
                  <a:cubicBezTo>
                    <a:pt x="568" y="6523"/>
                    <a:pt x="725" y="6365"/>
                    <a:pt x="725" y="6176"/>
                  </a:cubicBezTo>
                  <a:lnTo>
                    <a:pt x="725" y="5830"/>
                  </a:lnTo>
                  <a:cubicBezTo>
                    <a:pt x="1860" y="7184"/>
                    <a:pt x="3529" y="7941"/>
                    <a:pt x="5199" y="7941"/>
                  </a:cubicBezTo>
                  <a:cubicBezTo>
                    <a:pt x="8476" y="7941"/>
                    <a:pt x="11122" y="5294"/>
                    <a:pt x="11122" y="2049"/>
                  </a:cubicBezTo>
                  <a:cubicBezTo>
                    <a:pt x="11122" y="1482"/>
                    <a:pt x="11028" y="883"/>
                    <a:pt x="10839" y="253"/>
                  </a:cubicBezTo>
                  <a:cubicBezTo>
                    <a:pt x="10814" y="109"/>
                    <a:pt x="10698" y="1"/>
                    <a:pt x="1054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7" name="Google Shape;11037;p136"/>
            <p:cNvSpPr/>
            <p:nvPr/>
          </p:nvSpPr>
          <p:spPr>
            <a:xfrm>
              <a:off x="1777925" y="1953700"/>
              <a:ext cx="278050" cy="198675"/>
            </a:xfrm>
            <a:custGeom>
              <a:rect b="b" l="l" r="r" t="t"/>
              <a:pathLst>
                <a:path extrusionOk="0" h="7947" w="11122">
                  <a:moveTo>
                    <a:pt x="5892" y="0"/>
                  </a:moveTo>
                  <a:cubicBezTo>
                    <a:pt x="2647" y="0"/>
                    <a:pt x="0" y="2615"/>
                    <a:pt x="0" y="5892"/>
                  </a:cubicBezTo>
                  <a:cubicBezTo>
                    <a:pt x="0" y="6459"/>
                    <a:pt x="63" y="7026"/>
                    <a:pt x="284" y="7656"/>
                  </a:cubicBezTo>
                  <a:cubicBezTo>
                    <a:pt x="310" y="7869"/>
                    <a:pt x="450" y="7947"/>
                    <a:pt x="606" y="7947"/>
                  </a:cubicBezTo>
                  <a:cubicBezTo>
                    <a:pt x="635" y="7947"/>
                    <a:pt x="664" y="7944"/>
                    <a:pt x="693" y="7939"/>
                  </a:cubicBezTo>
                  <a:cubicBezTo>
                    <a:pt x="914" y="7908"/>
                    <a:pt x="977" y="7719"/>
                    <a:pt x="945" y="7498"/>
                  </a:cubicBezTo>
                  <a:cubicBezTo>
                    <a:pt x="788" y="6963"/>
                    <a:pt x="662" y="6459"/>
                    <a:pt x="662" y="5923"/>
                  </a:cubicBezTo>
                  <a:cubicBezTo>
                    <a:pt x="662" y="3056"/>
                    <a:pt x="2993" y="693"/>
                    <a:pt x="5923" y="693"/>
                  </a:cubicBezTo>
                  <a:cubicBezTo>
                    <a:pt x="7561" y="693"/>
                    <a:pt x="9105" y="1481"/>
                    <a:pt x="10082" y="2773"/>
                  </a:cubicBezTo>
                  <a:lnTo>
                    <a:pt x="9389" y="2773"/>
                  </a:lnTo>
                  <a:cubicBezTo>
                    <a:pt x="9168" y="2773"/>
                    <a:pt x="9011" y="2930"/>
                    <a:pt x="9011" y="3151"/>
                  </a:cubicBezTo>
                  <a:cubicBezTo>
                    <a:pt x="9011" y="3340"/>
                    <a:pt x="9168" y="3497"/>
                    <a:pt x="9389" y="3497"/>
                  </a:cubicBezTo>
                  <a:lnTo>
                    <a:pt x="10743" y="3497"/>
                  </a:lnTo>
                  <a:cubicBezTo>
                    <a:pt x="10964" y="3497"/>
                    <a:pt x="11121" y="3340"/>
                    <a:pt x="11121" y="3151"/>
                  </a:cubicBezTo>
                  <a:lnTo>
                    <a:pt x="11121" y="1765"/>
                  </a:lnTo>
                  <a:cubicBezTo>
                    <a:pt x="11121" y="1575"/>
                    <a:pt x="10964" y="1418"/>
                    <a:pt x="10743" y="1418"/>
                  </a:cubicBezTo>
                  <a:cubicBezTo>
                    <a:pt x="10554" y="1418"/>
                    <a:pt x="10397" y="1575"/>
                    <a:pt x="10397" y="1765"/>
                  </a:cubicBezTo>
                  <a:lnTo>
                    <a:pt x="10397" y="2111"/>
                  </a:lnTo>
                  <a:cubicBezTo>
                    <a:pt x="9263" y="725"/>
                    <a:pt x="7593" y="0"/>
                    <a:pt x="58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8" name="Google Shape;11038;p136"/>
            <p:cNvSpPr/>
            <p:nvPr/>
          </p:nvSpPr>
          <p:spPr>
            <a:xfrm>
              <a:off x="1829125" y="2006475"/>
              <a:ext cx="191400" cy="191400"/>
            </a:xfrm>
            <a:custGeom>
              <a:rect b="b" l="l" r="r" t="t"/>
              <a:pathLst>
                <a:path extrusionOk="0" h="7656" w="7656">
                  <a:moveTo>
                    <a:pt x="4190" y="693"/>
                  </a:moveTo>
                  <a:cubicBezTo>
                    <a:pt x="4757" y="788"/>
                    <a:pt x="5324" y="1008"/>
                    <a:pt x="5797" y="1386"/>
                  </a:cubicBezTo>
                  <a:lnTo>
                    <a:pt x="5545" y="1607"/>
                  </a:lnTo>
                  <a:cubicBezTo>
                    <a:pt x="5450" y="1733"/>
                    <a:pt x="5450" y="1953"/>
                    <a:pt x="5545" y="2079"/>
                  </a:cubicBezTo>
                  <a:cubicBezTo>
                    <a:pt x="5608" y="2142"/>
                    <a:pt x="5702" y="2174"/>
                    <a:pt x="5793" y="2174"/>
                  </a:cubicBezTo>
                  <a:cubicBezTo>
                    <a:pt x="5884" y="2174"/>
                    <a:pt x="5970" y="2142"/>
                    <a:pt x="6017" y="2079"/>
                  </a:cubicBezTo>
                  <a:lnTo>
                    <a:pt x="6270" y="1859"/>
                  </a:lnTo>
                  <a:cubicBezTo>
                    <a:pt x="6616" y="2268"/>
                    <a:pt x="6868" y="2835"/>
                    <a:pt x="6931" y="3466"/>
                  </a:cubicBezTo>
                  <a:lnTo>
                    <a:pt x="6616" y="3466"/>
                  </a:lnTo>
                  <a:cubicBezTo>
                    <a:pt x="6427" y="3466"/>
                    <a:pt x="6270" y="3623"/>
                    <a:pt x="6270" y="3812"/>
                  </a:cubicBezTo>
                  <a:cubicBezTo>
                    <a:pt x="6270" y="4001"/>
                    <a:pt x="6427" y="4159"/>
                    <a:pt x="6616" y="4159"/>
                  </a:cubicBezTo>
                  <a:lnTo>
                    <a:pt x="6931" y="4159"/>
                  </a:lnTo>
                  <a:cubicBezTo>
                    <a:pt x="6868" y="4757"/>
                    <a:pt x="6616" y="5324"/>
                    <a:pt x="6270" y="5797"/>
                  </a:cubicBezTo>
                  <a:lnTo>
                    <a:pt x="6017" y="5545"/>
                  </a:lnTo>
                  <a:cubicBezTo>
                    <a:pt x="5970" y="5482"/>
                    <a:pt x="5884" y="5450"/>
                    <a:pt x="5793" y="5450"/>
                  </a:cubicBezTo>
                  <a:cubicBezTo>
                    <a:pt x="5702" y="5450"/>
                    <a:pt x="5608" y="5482"/>
                    <a:pt x="5545" y="5545"/>
                  </a:cubicBezTo>
                  <a:cubicBezTo>
                    <a:pt x="5450" y="5671"/>
                    <a:pt x="5450" y="5923"/>
                    <a:pt x="5545" y="6017"/>
                  </a:cubicBezTo>
                  <a:lnTo>
                    <a:pt x="5797" y="6270"/>
                  </a:lnTo>
                  <a:cubicBezTo>
                    <a:pt x="5356" y="6616"/>
                    <a:pt x="4820" y="6837"/>
                    <a:pt x="4190" y="6931"/>
                  </a:cubicBezTo>
                  <a:lnTo>
                    <a:pt x="4190" y="6616"/>
                  </a:lnTo>
                  <a:cubicBezTo>
                    <a:pt x="4190" y="6427"/>
                    <a:pt x="4033" y="6270"/>
                    <a:pt x="3812" y="6270"/>
                  </a:cubicBezTo>
                  <a:cubicBezTo>
                    <a:pt x="3623" y="6270"/>
                    <a:pt x="3466" y="6427"/>
                    <a:pt x="3466" y="6616"/>
                  </a:cubicBezTo>
                  <a:lnTo>
                    <a:pt x="3466" y="6931"/>
                  </a:lnTo>
                  <a:cubicBezTo>
                    <a:pt x="2867" y="6837"/>
                    <a:pt x="2331" y="6616"/>
                    <a:pt x="1859" y="6270"/>
                  </a:cubicBezTo>
                  <a:lnTo>
                    <a:pt x="2079" y="6017"/>
                  </a:lnTo>
                  <a:cubicBezTo>
                    <a:pt x="2205" y="5891"/>
                    <a:pt x="2205" y="5671"/>
                    <a:pt x="2079" y="5545"/>
                  </a:cubicBezTo>
                  <a:cubicBezTo>
                    <a:pt x="2032" y="5482"/>
                    <a:pt x="1945" y="5450"/>
                    <a:pt x="1855" y="5450"/>
                  </a:cubicBezTo>
                  <a:cubicBezTo>
                    <a:pt x="1764" y="5450"/>
                    <a:pt x="1670" y="5482"/>
                    <a:pt x="1607" y="5545"/>
                  </a:cubicBezTo>
                  <a:lnTo>
                    <a:pt x="1386" y="5797"/>
                  </a:lnTo>
                  <a:cubicBezTo>
                    <a:pt x="1040" y="5356"/>
                    <a:pt x="788" y="4789"/>
                    <a:pt x="725" y="4159"/>
                  </a:cubicBezTo>
                  <a:lnTo>
                    <a:pt x="1040" y="4159"/>
                  </a:lnTo>
                  <a:cubicBezTo>
                    <a:pt x="1229" y="4159"/>
                    <a:pt x="1386" y="4001"/>
                    <a:pt x="1386" y="3812"/>
                  </a:cubicBezTo>
                  <a:cubicBezTo>
                    <a:pt x="1386" y="3623"/>
                    <a:pt x="1229" y="3466"/>
                    <a:pt x="1040" y="3466"/>
                  </a:cubicBezTo>
                  <a:lnTo>
                    <a:pt x="725" y="3466"/>
                  </a:lnTo>
                  <a:cubicBezTo>
                    <a:pt x="788" y="2867"/>
                    <a:pt x="1040" y="2331"/>
                    <a:pt x="1386" y="1859"/>
                  </a:cubicBezTo>
                  <a:lnTo>
                    <a:pt x="1607" y="2079"/>
                  </a:lnTo>
                  <a:cubicBezTo>
                    <a:pt x="1701" y="2174"/>
                    <a:pt x="1764" y="2205"/>
                    <a:pt x="1859" y="2205"/>
                  </a:cubicBezTo>
                  <a:cubicBezTo>
                    <a:pt x="1922" y="2205"/>
                    <a:pt x="2048" y="2174"/>
                    <a:pt x="2079" y="2079"/>
                  </a:cubicBezTo>
                  <a:cubicBezTo>
                    <a:pt x="2205" y="1953"/>
                    <a:pt x="2205" y="1733"/>
                    <a:pt x="2079" y="1607"/>
                  </a:cubicBezTo>
                  <a:lnTo>
                    <a:pt x="1859" y="1386"/>
                  </a:lnTo>
                  <a:cubicBezTo>
                    <a:pt x="2300" y="1008"/>
                    <a:pt x="2835" y="788"/>
                    <a:pt x="3466" y="693"/>
                  </a:cubicBezTo>
                  <a:lnTo>
                    <a:pt x="3466" y="1008"/>
                  </a:lnTo>
                  <a:cubicBezTo>
                    <a:pt x="3466" y="1229"/>
                    <a:pt x="3623" y="1386"/>
                    <a:pt x="3812" y="1386"/>
                  </a:cubicBezTo>
                  <a:cubicBezTo>
                    <a:pt x="4033" y="1386"/>
                    <a:pt x="4190" y="1229"/>
                    <a:pt x="4190" y="1008"/>
                  </a:cubicBezTo>
                  <a:lnTo>
                    <a:pt x="4190" y="693"/>
                  </a:lnTo>
                  <a:close/>
                  <a:moveTo>
                    <a:pt x="3812" y="0"/>
                  </a:moveTo>
                  <a:cubicBezTo>
                    <a:pt x="1733" y="0"/>
                    <a:pt x="0" y="1701"/>
                    <a:pt x="0" y="3812"/>
                  </a:cubicBezTo>
                  <a:cubicBezTo>
                    <a:pt x="0" y="5923"/>
                    <a:pt x="1701" y="7656"/>
                    <a:pt x="3812" y="7656"/>
                  </a:cubicBezTo>
                  <a:cubicBezTo>
                    <a:pt x="5923" y="7656"/>
                    <a:pt x="7656" y="5954"/>
                    <a:pt x="7656" y="3812"/>
                  </a:cubicBezTo>
                  <a:cubicBezTo>
                    <a:pt x="7656" y="1733"/>
                    <a:pt x="5954" y="0"/>
                    <a:pt x="381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9" name="Google Shape;11039;p136"/>
            <p:cNvSpPr/>
            <p:nvPr/>
          </p:nvSpPr>
          <p:spPr>
            <a:xfrm>
              <a:off x="1915750" y="2058450"/>
              <a:ext cx="35475" cy="52800"/>
            </a:xfrm>
            <a:custGeom>
              <a:rect b="b" l="l" r="r" t="t"/>
              <a:pathLst>
                <a:path extrusionOk="0" h="2112" w="1419">
                  <a:moveTo>
                    <a:pt x="347" y="0"/>
                  </a:moveTo>
                  <a:cubicBezTo>
                    <a:pt x="158" y="0"/>
                    <a:pt x="1" y="158"/>
                    <a:pt x="1" y="378"/>
                  </a:cubicBezTo>
                  <a:lnTo>
                    <a:pt x="1" y="1733"/>
                  </a:lnTo>
                  <a:cubicBezTo>
                    <a:pt x="1" y="1954"/>
                    <a:pt x="158" y="2111"/>
                    <a:pt x="347" y="2111"/>
                  </a:cubicBezTo>
                  <a:lnTo>
                    <a:pt x="1072" y="2111"/>
                  </a:lnTo>
                  <a:cubicBezTo>
                    <a:pt x="1261" y="2111"/>
                    <a:pt x="1418" y="1954"/>
                    <a:pt x="1418" y="1733"/>
                  </a:cubicBezTo>
                  <a:cubicBezTo>
                    <a:pt x="1418" y="1544"/>
                    <a:pt x="1261" y="1387"/>
                    <a:pt x="1072" y="1387"/>
                  </a:cubicBezTo>
                  <a:lnTo>
                    <a:pt x="725" y="1387"/>
                  </a:lnTo>
                  <a:lnTo>
                    <a:pt x="725" y="378"/>
                  </a:lnTo>
                  <a:cubicBezTo>
                    <a:pt x="725" y="158"/>
                    <a:pt x="568"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40" name="Google Shape;11040;p136"/>
          <p:cNvGrpSpPr/>
          <p:nvPr/>
        </p:nvGrpSpPr>
        <p:grpSpPr>
          <a:xfrm>
            <a:off x="6213411" y="1756597"/>
            <a:ext cx="315977" cy="347599"/>
            <a:chOff x="1790525" y="2319150"/>
            <a:chExt cx="267800" cy="294600"/>
          </a:xfrm>
        </p:grpSpPr>
        <p:sp>
          <p:nvSpPr>
            <p:cNvPr id="11041" name="Google Shape;11041;p136"/>
            <p:cNvSpPr/>
            <p:nvPr/>
          </p:nvSpPr>
          <p:spPr>
            <a:xfrm>
              <a:off x="1881100" y="2423125"/>
              <a:ext cx="88225" cy="155175"/>
            </a:xfrm>
            <a:custGeom>
              <a:rect b="b" l="l" r="r" t="t"/>
              <a:pathLst>
                <a:path extrusionOk="0" h="6207" w="3529">
                  <a:moveTo>
                    <a:pt x="1418" y="1323"/>
                  </a:moveTo>
                  <a:lnTo>
                    <a:pt x="1418" y="2741"/>
                  </a:lnTo>
                  <a:lnTo>
                    <a:pt x="1072" y="2741"/>
                  </a:lnTo>
                  <a:cubicBezTo>
                    <a:pt x="882" y="2741"/>
                    <a:pt x="725" y="2583"/>
                    <a:pt x="725" y="2394"/>
                  </a:cubicBezTo>
                  <a:lnTo>
                    <a:pt x="725" y="1701"/>
                  </a:lnTo>
                  <a:cubicBezTo>
                    <a:pt x="725" y="1481"/>
                    <a:pt x="882" y="1323"/>
                    <a:pt x="1072" y="1323"/>
                  </a:cubicBezTo>
                  <a:close/>
                  <a:moveTo>
                    <a:pt x="2458" y="3466"/>
                  </a:moveTo>
                  <a:cubicBezTo>
                    <a:pt x="2647" y="3466"/>
                    <a:pt x="2804" y="3623"/>
                    <a:pt x="2804" y="3812"/>
                  </a:cubicBezTo>
                  <a:lnTo>
                    <a:pt x="2804" y="4537"/>
                  </a:lnTo>
                  <a:cubicBezTo>
                    <a:pt x="2804" y="4726"/>
                    <a:pt x="2647" y="4883"/>
                    <a:pt x="2458" y="4883"/>
                  </a:cubicBezTo>
                  <a:lnTo>
                    <a:pt x="2111" y="4883"/>
                  </a:lnTo>
                  <a:lnTo>
                    <a:pt x="2111" y="3466"/>
                  </a:lnTo>
                  <a:close/>
                  <a:moveTo>
                    <a:pt x="1796" y="0"/>
                  </a:moveTo>
                  <a:cubicBezTo>
                    <a:pt x="1576" y="0"/>
                    <a:pt x="1418" y="158"/>
                    <a:pt x="1418" y="347"/>
                  </a:cubicBezTo>
                  <a:lnTo>
                    <a:pt x="1418" y="693"/>
                  </a:lnTo>
                  <a:lnTo>
                    <a:pt x="1072" y="693"/>
                  </a:lnTo>
                  <a:cubicBezTo>
                    <a:pt x="473" y="693"/>
                    <a:pt x="63" y="1166"/>
                    <a:pt x="63" y="1733"/>
                  </a:cubicBezTo>
                  <a:lnTo>
                    <a:pt x="63" y="2426"/>
                  </a:lnTo>
                  <a:cubicBezTo>
                    <a:pt x="63" y="3025"/>
                    <a:pt x="536" y="3466"/>
                    <a:pt x="1072" y="3466"/>
                  </a:cubicBezTo>
                  <a:lnTo>
                    <a:pt x="1418" y="3466"/>
                  </a:lnTo>
                  <a:lnTo>
                    <a:pt x="1418" y="4852"/>
                  </a:lnTo>
                  <a:lnTo>
                    <a:pt x="1072" y="4852"/>
                  </a:lnTo>
                  <a:cubicBezTo>
                    <a:pt x="882" y="4852"/>
                    <a:pt x="725" y="4694"/>
                    <a:pt x="725" y="4474"/>
                  </a:cubicBezTo>
                  <a:cubicBezTo>
                    <a:pt x="725" y="4285"/>
                    <a:pt x="567" y="4127"/>
                    <a:pt x="378" y="4127"/>
                  </a:cubicBezTo>
                  <a:cubicBezTo>
                    <a:pt x="158" y="4127"/>
                    <a:pt x="0" y="4285"/>
                    <a:pt x="0" y="4474"/>
                  </a:cubicBezTo>
                  <a:cubicBezTo>
                    <a:pt x="0" y="5072"/>
                    <a:pt x="473" y="5513"/>
                    <a:pt x="1040" y="5513"/>
                  </a:cubicBezTo>
                  <a:lnTo>
                    <a:pt x="1387" y="5513"/>
                  </a:lnTo>
                  <a:lnTo>
                    <a:pt x="1387" y="5860"/>
                  </a:lnTo>
                  <a:cubicBezTo>
                    <a:pt x="1387" y="6049"/>
                    <a:pt x="1544" y="6207"/>
                    <a:pt x="1733" y="6207"/>
                  </a:cubicBezTo>
                  <a:cubicBezTo>
                    <a:pt x="1954" y="6207"/>
                    <a:pt x="2111" y="6049"/>
                    <a:pt x="2111" y="5860"/>
                  </a:cubicBezTo>
                  <a:lnTo>
                    <a:pt x="2111" y="5545"/>
                  </a:lnTo>
                  <a:lnTo>
                    <a:pt x="2458" y="5545"/>
                  </a:lnTo>
                  <a:cubicBezTo>
                    <a:pt x="3056" y="5545"/>
                    <a:pt x="3466" y="5072"/>
                    <a:pt x="3466" y="4537"/>
                  </a:cubicBezTo>
                  <a:lnTo>
                    <a:pt x="3466" y="3812"/>
                  </a:lnTo>
                  <a:cubicBezTo>
                    <a:pt x="3466" y="3214"/>
                    <a:pt x="2993" y="2804"/>
                    <a:pt x="2458" y="2804"/>
                  </a:cubicBezTo>
                  <a:lnTo>
                    <a:pt x="2111" y="2804"/>
                  </a:lnTo>
                  <a:lnTo>
                    <a:pt x="2111" y="1386"/>
                  </a:lnTo>
                  <a:lnTo>
                    <a:pt x="2458" y="1386"/>
                  </a:lnTo>
                  <a:cubicBezTo>
                    <a:pt x="2647" y="1386"/>
                    <a:pt x="2804" y="1544"/>
                    <a:pt x="2804" y="1733"/>
                  </a:cubicBezTo>
                  <a:cubicBezTo>
                    <a:pt x="2804" y="1922"/>
                    <a:pt x="2962" y="2079"/>
                    <a:pt x="3151" y="2079"/>
                  </a:cubicBezTo>
                  <a:cubicBezTo>
                    <a:pt x="3371" y="2079"/>
                    <a:pt x="3529" y="1922"/>
                    <a:pt x="3529" y="1733"/>
                  </a:cubicBezTo>
                  <a:cubicBezTo>
                    <a:pt x="3529" y="1134"/>
                    <a:pt x="3056" y="693"/>
                    <a:pt x="2489" y="693"/>
                  </a:cubicBezTo>
                  <a:lnTo>
                    <a:pt x="2143" y="693"/>
                  </a:lnTo>
                  <a:lnTo>
                    <a:pt x="2143" y="347"/>
                  </a:lnTo>
                  <a:cubicBezTo>
                    <a:pt x="2143" y="158"/>
                    <a:pt x="1985" y="0"/>
                    <a:pt x="179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2" name="Google Shape;11042;p136"/>
            <p:cNvSpPr/>
            <p:nvPr/>
          </p:nvSpPr>
          <p:spPr>
            <a:xfrm>
              <a:off x="1790525" y="2319150"/>
              <a:ext cx="267800" cy="294600"/>
            </a:xfrm>
            <a:custGeom>
              <a:rect b="b" l="l" r="r" t="t"/>
              <a:pathLst>
                <a:path extrusionOk="0" h="11784" w="10712">
                  <a:moveTo>
                    <a:pt x="6427" y="662"/>
                  </a:moveTo>
                  <a:cubicBezTo>
                    <a:pt x="6837" y="662"/>
                    <a:pt x="7152" y="977"/>
                    <a:pt x="7152" y="1355"/>
                  </a:cubicBezTo>
                  <a:cubicBezTo>
                    <a:pt x="7152" y="1765"/>
                    <a:pt x="6837" y="2080"/>
                    <a:pt x="6427" y="2080"/>
                  </a:cubicBezTo>
                  <a:lnTo>
                    <a:pt x="6427" y="1702"/>
                  </a:lnTo>
                  <a:cubicBezTo>
                    <a:pt x="6427" y="1513"/>
                    <a:pt x="6270" y="1355"/>
                    <a:pt x="6081" y="1355"/>
                  </a:cubicBezTo>
                  <a:lnTo>
                    <a:pt x="4695" y="1355"/>
                  </a:lnTo>
                  <a:cubicBezTo>
                    <a:pt x="4505" y="1355"/>
                    <a:pt x="4348" y="1513"/>
                    <a:pt x="4348" y="1702"/>
                  </a:cubicBezTo>
                  <a:lnTo>
                    <a:pt x="4348" y="2080"/>
                  </a:lnTo>
                  <a:cubicBezTo>
                    <a:pt x="3938" y="2017"/>
                    <a:pt x="3623" y="1765"/>
                    <a:pt x="3623" y="1355"/>
                  </a:cubicBezTo>
                  <a:cubicBezTo>
                    <a:pt x="3623" y="977"/>
                    <a:pt x="3938" y="662"/>
                    <a:pt x="4348" y="662"/>
                  </a:cubicBezTo>
                  <a:close/>
                  <a:moveTo>
                    <a:pt x="5734" y="2017"/>
                  </a:moveTo>
                  <a:lnTo>
                    <a:pt x="5734" y="2741"/>
                  </a:lnTo>
                  <a:lnTo>
                    <a:pt x="5010" y="2741"/>
                  </a:lnTo>
                  <a:lnTo>
                    <a:pt x="5010" y="2017"/>
                  </a:lnTo>
                  <a:close/>
                  <a:moveTo>
                    <a:pt x="1418" y="1985"/>
                  </a:moveTo>
                  <a:lnTo>
                    <a:pt x="1859" y="2489"/>
                  </a:lnTo>
                  <a:lnTo>
                    <a:pt x="1355" y="2930"/>
                  </a:lnTo>
                  <a:lnTo>
                    <a:pt x="914" y="2426"/>
                  </a:lnTo>
                  <a:lnTo>
                    <a:pt x="1418" y="1985"/>
                  </a:lnTo>
                  <a:close/>
                  <a:moveTo>
                    <a:pt x="9357" y="1985"/>
                  </a:moveTo>
                  <a:lnTo>
                    <a:pt x="9861" y="2426"/>
                  </a:lnTo>
                  <a:lnTo>
                    <a:pt x="9420" y="2930"/>
                  </a:lnTo>
                  <a:lnTo>
                    <a:pt x="8916" y="2489"/>
                  </a:lnTo>
                  <a:lnTo>
                    <a:pt x="9357" y="1985"/>
                  </a:lnTo>
                  <a:close/>
                  <a:moveTo>
                    <a:pt x="5356" y="3434"/>
                  </a:moveTo>
                  <a:cubicBezTo>
                    <a:pt x="7467" y="3434"/>
                    <a:pt x="9200" y="5167"/>
                    <a:pt x="9200" y="7278"/>
                  </a:cubicBezTo>
                  <a:cubicBezTo>
                    <a:pt x="9200" y="9389"/>
                    <a:pt x="7498" y="11090"/>
                    <a:pt x="5356" y="11090"/>
                  </a:cubicBezTo>
                  <a:cubicBezTo>
                    <a:pt x="3277" y="11090"/>
                    <a:pt x="1544" y="9357"/>
                    <a:pt x="1544" y="7278"/>
                  </a:cubicBezTo>
                  <a:cubicBezTo>
                    <a:pt x="1576" y="5136"/>
                    <a:pt x="3277" y="3434"/>
                    <a:pt x="5356" y="3434"/>
                  </a:cubicBezTo>
                  <a:close/>
                  <a:moveTo>
                    <a:pt x="4316" y="0"/>
                  </a:moveTo>
                  <a:cubicBezTo>
                    <a:pt x="3560" y="0"/>
                    <a:pt x="2930" y="631"/>
                    <a:pt x="2930" y="1387"/>
                  </a:cubicBezTo>
                  <a:cubicBezTo>
                    <a:pt x="2930" y="2143"/>
                    <a:pt x="3560" y="2773"/>
                    <a:pt x="4316" y="2773"/>
                  </a:cubicBezTo>
                  <a:lnTo>
                    <a:pt x="4316" y="2899"/>
                  </a:lnTo>
                  <a:cubicBezTo>
                    <a:pt x="3749" y="3025"/>
                    <a:pt x="3214" y="3277"/>
                    <a:pt x="2741" y="3592"/>
                  </a:cubicBezTo>
                  <a:lnTo>
                    <a:pt x="2269" y="3056"/>
                  </a:lnTo>
                  <a:lnTo>
                    <a:pt x="2521" y="2804"/>
                  </a:lnTo>
                  <a:cubicBezTo>
                    <a:pt x="2741" y="2678"/>
                    <a:pt x="2741" y="2458"/>
                    <a:pt x="2615" y="2332"/>
                  </a:cubicBezTo>
                  <a:lnTo>
                    <a:pt x="1702" y="1292"/>
                  </a:lnTo>
                  <a:cubicBezTo>
                    <a:pt x="1631" y="1203"/>
                    <a:pt x="1530" y="1165"/>
                    <a:pt x="1432" y="1165"/>
                  </a:cubicBezTo>
                  <a:cubicBezTo>
                    <a:pt x="1357" y="1165"/>
                    <a:pt x="1284" y="1188"/>
                    <a:pt x="1229" y="1229"/>
                  </a:cubicBezTo>
                  <a:lnTo>
                    <a:pt x="158" y="2143"/>
                  </a:lnTo>
                  <a:cubicBezTo>
                    <a:pt x="0" y="2269"/>
                    <a:pt x="0" y="2489"/>
                    <a:pt x="126" y="2615"/>
                  </a:cubicBezTo>
                  <a:lnTo>
                    <a:pt x="1040" y="3687"/>
                  </a:lnTo>
                  <a:cubicBezTo>
                    <a:pt x="1106" y="3770"/>
                    <a:pt x="1199" y="3809"/>
                    <a:pt x="1291" y="3809"/>
                  </a:cubicBezTo>
                  <a:cubicBezTo>
                    <a:pt x="1372" y="3809"/>
                    <a:pt x="1453" y="3778"/>
                    <a:pt x="1513" y="3718"/>
                  </a:cubicBezTo>
                  <a:lnTo>
                    <a:pt x="1796" y="3498"/>
                  </a:lnTo>
                  <a:lnTo>
                    <a:pt x="2269" y="4033"/>
                  </a:lnTo>
                  <a:cubicBezTo>
                    <a:pt x="1387" y="4852"/>
                    <a:pt x="882" y="6018"/>
                    <a:pt x="882" y="7278"/>
                  </a:cubicBezTo>
                  <a:cubicBezTo>
                    <a:pt x="882" y="9735"/>
                    <a:pt x="2899" y="11783"/>
                    <a:pt x="5356" y="11783"/>
                  </a:cubicBezTo>
                  <a:cubicBezTo>
                    <a:pt x="7845" y="11783"/>
                    <a:pt x="9861" y="9735"/>
                    <a:pt x="9861" y="7278"/>
                  </a:cubicBezTo>
                  <a:cubicBezTo>
                    <a:pt x="9861" y="6081"/>
                    <a:pt x="9389" y="4915"/>
                    <a:pt x="8475" y="4033"/>
                  </a:cubicBezTo>
                  <a:lnTo>
                    <a:pt x="8948" y="3498"/>
                  </a:lnTo>
                  <a:lnTo>
                    <a:pt x="9231" y="3718"/>
                  </a:lnTo>
                  <a:cubicBezTo>
                    <a:pt x="9306" y="3778"/>
                    <a:pt x="9387" y="3809"/>
                    <a:pt x="9465" y="3809"/>
                  </a:cubicBezTo>
                  <a:cubicBezTo>
                    <a:pt x="9553" y="3809"/>
                    <a:pt x="9637" y="3770"/>
                    <a:pt x="9704" y="3687"/>
                  </a:cubicBezTo>
                  <a:lnTo>
                    <a:pt x="10617" y="2615"/>
                  </a:lnTo>
                  <a:cubicBezTo>
                    <a:pt x="10712" y="2458"/>
                    <a:pt x="10712" y="2269"/>
                    <a:pt x="10554" y="2143"/>
                  </a:cubicBezTo>
                  <a:lnTo>
                    <a:pt x="9515" y="1229"/>
                  </a:lnTo>
                  <a:cubicBezTo>
                    <a:pt x="9446" y="1188"/>
                    <a:pt x="9365" y="1165"/>
                    <a:pt x="9288" y="1165"/>
                  </a:cubicBezTo>
                  <a:cubicBezTo>
                    <a:pt x="9189" y="1165"/>
                    <a:pt x="9095" y="1203"/>
                    <a:pt x="9042" y="1292"/>
                  </a:cubicBezTo>
                  <a:lnTo>
                    <a:pt x="8129" y="2332"/>
                  </a:lnTo>
                  <a:cubicBezTo>
                    <a:pt x="8003" y="2489"/>
                    <a:pt x="8003" y="2710"/>
                    <a:pt x="8160" y="2804"/>
                  </a:cubicBezTo>
                  <a:lnTo>
                    <a:pt x="8444" y="3056"/>
                  </a:lnTo>
                  <a:lnTo>
                    <a:pt x="7971" y="3592"/>
                  </a:lnTo>
                  <a:cubicBezTo>
                    <a:pt x="7498" y="3245"/>
                    <a:pt x="6931" y="3025"/>
                    <a:pt x="6396" y="2899"/>
                  </a:cubicBezTo>
                  <a:lnTo>
                    <a:pt x="6396" y="2773"/>
                  </a:lnTo>
                  <a:cubicBezTo>
                    <a:pt x="7152" y="2773"/>
                    <a:pt x="7782" y="2143"/>
                    <a:pt x="7782" y="1387"/>
                  </a:cubicBezTo>
                  <a:cubicBezTo>
                    <a:pt x="7782" y="631"/>
                    <a:pt x="7152" y="0"/>
                    <a:pt x="639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43" name="Google Shape;11043;p136"/>
          <p:cNvSpPr/>
          <p:nvPr/>
        </p:nvSpPr>
        <p:spPr>
          <a:xfrm>
            <a:off x="6196153" y="2196982"/>
            <a:ext cx="350401" cy="350371"/>
          </a:xfrm>
          <a:custGeom>
            <a:rect b="b" l="l" r="r" t="t"/>
            <a:pathLst>
              <a:path extrusionOk="0" h="11878" w="11879">
                <a:moveTo>
                  <a:pt x="5892" y="693"/>
                </a:moveTo>
                <a:cubicBezTo>
                  <a:pt x="6302" y="693"/>
                  <a:pt x="6617" y="1008"/>
                  <a:pt x="6617" y="1418"/>
                </a:cubicBezTo>
                <a:cubicBezTo>
                  <a:pt x="6617" y="1796"/>
                  <a:pt x="6302" y="2111"/>
                  <a:pt x="5892" y="2111"/>
                </a:cubicBezTo>
                <a:cubicBezTo>
                  <a:pt x="5514" y="2111"/>
                  <a:pt x="5199" y="1796"/>
                  <a:pt x="5199" y="1418"/>
                </a:cubicBezTo>
                <a:cubicBezTo>
                  <a:pt x="5231" y="1008"/>
                  <a:pt x="5546" y="693"/>
                  <a:pt x="5892" y="693"/>
                </a:cubicBezTo>
                <a:close/>
                <a:moveTo>
                  <a:pt x="5892" y="2741"/>
                </a:moveTo>
                <a:cubicBezTo>
                  <a:pt x="6837" y="2741"/>
                  <a:pt x="7625" y="3529"/>
                  <a:pt x="7625" y="4505"/>
                </a:cubicBezTo>
                <a:lnTo>
                  <a:pt x="7625" y="5545"/>
                </a:lnTo>
                <a:lnTo>
                  <a:pt x="4159" y="5545"/>
                </a:lnTo>
                <a:lnTo>
                  <a:pt x="4159" y="4505"/>
                </a:lnTo>
                <a:cubicBezTo>
                  <a:pt x="4159" y="3529"/>
                  <a:pt x="4947" y="2741"/>
                  <a:pt x="5892" y="2741"/>
                </a:cubicBezTo>
                <a:close/>
                <a:moveTo>
                  <a:pt x="8381" y="5104"/>
                </a:moveTo>
                <a:cubicBezTo>
                  <a:pt x="9326" y="5356"/>
                  <a:pt x="9767" y="5703"/>
                  <a:pt x="9767" y="5892"/>
                </a:cubicBezTo>
                <a:cubicBezTo>
                  <a:pt x="9767" y="6238"/>
                  <a:pt x="8381" y="6931"/>
                  <a:pt x="5955" y="6931"/>
                </a:cubicBezTo>
                <a:cubicBezTo>
                  <a:pt x="5898" y="6932"/>
                  <a:pt x="5842" y="6932"/>
                  <a:pt x="5787" y="6932"/>
                </a:cubicBezTo>
                <a:cubicBezTo>
                  <a:pt x="3434" y="6932"/>
                  <a:pt x="2112" y="6292"/>
                  <a:pt x="2112" y="5892"/>
                </a:cubicBezTo>
                <a:cubicBezTo>
                  <a:pt x="2112" y="5703"/>
                  <a:pt x="2553" y="5388"/>
                  <a:pt x="3498" y="5104"/>
                </a:cubicBezTo>
                <a:lnTo>
                  <a:pt x="3498" y="5892"/>
                </a:lnTo>
                <a:cubicBezTo>
                  <a:pt x="3498" y="6081"/>
                  <a:pt x="3655" y="6238"/>
                  <a:pt x="3844" y="6238"/>
                </a:cubicBezTo>
                <a:lnTo>
                  <a:pt x="8034" y="6238"/>
                </a:lnTo>
                <a:cubicBezTo>
                  <a:pt x="8223" y="6238"/>
                  <a:pt x="8381" y="6081"/>
                  <a:pt x="8381" y="5892"/>
                </a:cubicBezTo>
                <a:lnTo>
                  <a:pt x="8381" y="5104"/>
                </a:lnTo>
                <a:close/>
                <a:moveTo>
                  <a:pt x="1765" y="10428"/>
                </a:moveTo>
                <a:cubicBezTo>
                  <a:pt x="2427" y="10428"/>
                  <a:pt x="2805" y="10680"/>
                  <a:pt x="2805" y="10775"/>
                </a:cubicBezTo>
                <a:cubicBezTo>
                  <a:pt x="2805" y="10869"/>
                  <a:pt x="2427" y="11121"/>
                  <a:pt x="1765" y="11121"/>
                </a:cubicBezTo>
                <a:cubicBezTo>
                  <a:pt x="1072" y="11121"/>
                  <a:pt x="694" y="10869"/>
                  <a:pt x="694" y="10775"/>
                </a:cubicBezTo>
                <a:cubicBezTo>
                  <a:pt x="694" y="10712"/>
                  <a:pt x="1072" y="10428"/>
                  <a:pt x="1765" y="10428"/>
                </a:cubicBezTo>
                <a:close/>
                <a:moveTo>
                  <a:pt x="5955" y="10428"/>
                </a:moveTo>
                <a:cubicBezTo>
                  <a:pt x="6617" y="10428"/>
                  <a:pt x="6963" y="10712"/>
                  <a:pt x="6963" y="10775"/>
                </a:cubicBezTo>
                <a:cubicBezTo>
                  <a:pt x="6963" y="10869"/>
                  <a:pt x="6617" y="11121"/>
                  <a:pt x="5955" y="11121"/>
                </a:cubicBezTo>
                <a:cubicBezTo>
                  <a:pt x="5262" y="11121"/>
                  <a:pt x="4915" y="10869"/>
                  <a:pt x="4915" y="10775"/>
                </a:cubicBezTo>
                <a:cubicBezTo>
                  <a:pt x="4915" y="10712"/>
                  <a:pt x="5262" y="10428"/>
                  <a:pt x="5955" y="10428"/>
                </a:cubicBezTo>
                <a:close/>
                <a:moveTo>
                  <a:pt x="10082" y="10428"/>
                </a:moveTo>
                <a:cubicBezTo>
                  <a:pt x="10775" y="10428"/>
                  <a:pt x="11153" y="10680"/>
                  <a:pt x="11153" y="10775"/>
                </a:cubicBezTo>
                <a:cubicBezTo>
                  <a:pt x="11153" y="10869"/>
                  <a:pt x="10775" y="11121"/>
                  <a:pt x="10082" y="11121"/>
                </a:cubicBezTo>
                <a:cubicBezTo>
                  <a:pt x="9421" y="11121"/>
                  <a:pt x="9043" y="10869"/>
                  <a:pt x="9043" y="10775"/>
                </a:cubicBezTo>
                <a:cubicBezTo>
                  <a:pt x="9043" y="10712"/>
                  <a:pt x="9421" y="10428"/>
                  <a:pt x="10082" y="10428"/>
                </a:cubicBezTo>
                <a:close/>
                <a:moveTo>
                  <a:pt x="5987" y="0"/>
                </a:moveTo>
                <a:cubicBezTo>
                  <a:pt x="5231" y="0"/>
                  <a:pt x="4600" y="630"/>
                  <a:pt x="4600" y="1355"/>
                </a:cubicBezTo>
                <a:cubicBezTo>
                  <a:pt x="4600" y="1733"/>
                  <a:pt x="4726" y="2016"/>
                  <a:pt x="4947" y="2300"/>
                </a:cubicBezTo>
                <a:cubicBezTo>
                  <a:pt x="4159" y="2710"/>
                  <a:pt x="3624" y="3497"/>
                  <a:pt x="3561" y="4442"/>
                </a:cubicBezTo>
                <a:cubicBezTo>
                  <a:pt x="2742" y="4631"/>
                  <a:pt x="1481" y="5072"/>
                  <a:pt x="1481" y="5923"/>
                </a:cubicBezTo>
                <a:cubicBezTo>
                  <a:pt x="1481" y="6679"/>
                  <a:pt x="2427" y="7120"/>
                  <a:pt x="3151" y="7309"/>
                </a:cubicBezTo>
                <a:lnTo>
                  <a:pt x="1954" y="9798"/>
                </a:lnTo>
                <a:lnTo>
                  <a:pt x="1828" y="9798"/>
                </a:lnTo>
                <a:cubicBezTo>
                  <a:pt x="851" y="9798"/>
                  <a:pt x="64" y="10239"/>
                  <a:pt x="64" y="10806"/>
                </a:cubicBezTo>
                <a:cubicBezTo>
                  <a:pt x="1" y="11373"/>
                  <a:pt x="725" y="11846"/>
                  <a:pt x="1765" y="11846"/>
                </a:cubicBezTo>
                <a:cubicBezTo>
                  <a:pt x="2679" y="11846"/>
                  <a:pt x="3498" y="11436"/>
                  <a:pt x="3498" y="10806"/>
                </a:cubicBezTo>
                <a:cubicBezTo>
                  <a:pt x="3498" y="10334"/>
                  <a:pt x="3057" y="10019"/>
                  <a:pt x="2584" y="9924"/>
                </a:cubicBezTo>
                <a:lnTo>
                  <a:pt x="3781" y="7498"/>
                </a:lnTo>
                <a:cubicBezTo>
                  <a:pt x="4317" y="7624"/>
                  <a:pt x="4947" y="7656"/>
                  <a:pt x="5577" y="7719"/>
                </a:cubicBezTo>
                <a:lnTo>
                  <a:pt x="5577" y="9830"/>
                </a:lnTo>
                <a:cubicBezTo>
                  <a:pt x="4947" y="9924"/>
                  <a:pt x="4222" y="10239"/>
                  <a:pt x="4222" y="10869"/>
                </a:cubicBezTo>
                <a:cubicBezTo>
                  <a:pt x="4222" y="11499"/>
                  <a:pt x="5041" y="11877"/>
                  <a:pt x="5955" y="11877"/>
                </a:cubicBezTo>
                <a:cubicBezTo>
                  <a:pt x="6837" y="11877"/>
                  <a:pt x="7688" y="11499"/>
                  <a:pt x="7688" y="10869"/>
                </a:cubicBezTo>
                <a:cubicBezTo>
                  <a:pt x="7688" y="10239"/>
                  <a:pt x="6932" y="9924"/>
                  <a:pt x="6302" y="9830"/>
                </a:cubicBezTo>
                <a:lnTo>
                  <a:pt x="6302" y="7719"/>
                </a:lnTo>
                <a:cubicBezTo>
                  <a:pt x="6932" y="7719"/>
                  <a:pt x="7562" y="7624"/>
                  <a:pt x="8097" y="7498"/>
                </a:cubicBezTo>
                <a:lnTo>
                  <a:pt x="9295" y="9924"/>
                </a:lnTo>
                <a:cubicBezTo>
                  <a:pt x="8822" y="10082"/>
                  <a:pt x="8381" y="10334"/>
                  <a:pt x="8381" y="10806"/>
                </a:cubicBezTo>
                <a:cubicBezTo>
                  <a:pt x="8381" y="11436"/>
                  <a:pt x="9200" y="11846"/>
                  <a:pt x="10114" y="11846"/>
                </a:cubicBezTo>
                <a:cubicBezTo>
                  <a:pt x="11090" y="11846"/>
                  <a:pt x="11878" y="11405"/>
                  <a:pt x="11878" y="10806"/>
                </a:cubicBezTo>
                <a:cubicBezTo>
                  <a:pt x="11878" y="10239"/>
                  <a:pt x="11153" y="9798"/>
                  <a:pt x="10114" y="9798"/>
                </a:cubicBezTo>
                <a:lnTo>
                  <a:pt x="9988" y="9798"/>
                </a:lnTo>
                <a:lnTo>
                  <a:pt x="8822" y="7309"/>
                </a:lnTo>
                <a:cubicBezTo>
                  <a:pt x="9515" y="7120"/>
                  <a:pt x="10460" y="6679"/>
                  <a:pt x="10460" y="5923"/>
                </a:cubicBezTo>
                <a:cubicBezTo>
                  <a:pt x="10460" y="5072"/>
                  <a:pt x="9200" y="4631"/>
                  <a:pt x="8381" y="4442"/>
                </a:cubicBezTo>
                <a:cubicBezTo>
                  <a:pt x="8350" y="3497"/>
                  <a:pt x="7782" y="2710"/>
                  <a:pt x="6995" y="2300"/>
                </a:cubicBezTo>
                <a:cubicBezTo>
                  <a:pt x="7247" y="2080"/>
                  <a:pt x="7341" y="1764"/>
                  <a:pt x="7341" y="1355"/>
                </a:cubicBezTo>
                <a:cubicBezTo>
                  <a:pt x="7341" y="630"/>
                  <a:pt x="6711" y="0"/>
                  <a:pt x="598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44" name="Google Shape;11044;p136"/>
          <p:cNvGrpSpPr/>
          <p:nvPr/>
        </p:nvGrpSpPr>
        <p:grpSpPr>
          <a:xfrm>
            <a:off x="4866386" y="2670163"/>
            <a:ext cx="349457" cy="348542"/>
            <a:chOff x="3599700" y="1954475"/>
            <a:chExt cx="296175" cy="295400"/>
          </a:xfrm>
        </p:grpSpPr>
        <p:sp>
          <p:nvSpPr>
            <p:cNvPr id="11045" name="Google Shape;11045;p136"/>
            <p:cNvSpPr/>
            <p:nvPr/>
          </p:nvSpPr>
          <p:spPr>
            <a:xfrm>
              <a:off x="3599700" y="1954475"/>
              <a:ext cx="296175" cy="295400"/>
            </a:xfrm>
            <a:custGeom>
              <a:rect b="b" l="l" r="r" t="t"/>
              <a:pathLst>
                <a:path extrusionOk="0" h="11816" w="11847">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6" name="Google Shape;11046;p136"/>
            <p:cNvSpPr/>
            <p:nvPr/>
          </p:nvSpPr>
          <p:spPr>
            <a:xfrm>
              <a:off x="3825750" y="2075775"/>
              <a:ext cx="35450" cy="17350"/>
            </a:xfrm>
            <a:custGeom>
              <a:rect b="b" l="l" r="r" t="t"/>
              <a:pathLst>
                <a:path extrusionOk="0" h="694" w="1418">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7" name="Google Shape;11047;p136"/>
            <p:cNvSpPr/>
            <p:nvPr/>
          </p:nvSpPr>
          <p:spPr>
            <a:xfrm>
              <a:off x="3633550" y="2075775"/>
              <a:ext cx="35475" cy="17350"/>
            </a:xfrm>
            <a:custGeom>
              <a:rect b="b" l="l" r="r" t="t"/>
              <a:pathLst>
                <a:path extrusionOk="0" h="694" w="1419">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48" name="Google Shape;11048;p136"/>
          <p:cNvGrpSpPr/>
          <p:nvPr/>
        </p:nvGrpSpPr>
        <p:grpSpPr>
          <a:xfrm>
            <a:off x="4867316" y="3159626"/>
            <a:ext cx="347599" cy="347599"/>
            <a:chOff x="3601275" y="2319150"/>
            <a:chExt cx="294600" cy="294600"/>
          </a:xfrm>
        </p:grpSpPr>
        <p:sp>
          <p:nvSpPr>
            <p:cNvPr id="11049" name="Google Shape;11049;p136"/>
            <p:cNvSpPr/>
            <p:nvPr/>
          </p:nvSpPr>
          <p:spPr>
            <a:xfrm>
              <a:off x="3601275" y="2319150"/>
              <a:ext cx="294600" cy="294600"/>
            </a:xfrm>
            <a:custGeom>
              <a:rect b="b" l="l" r="r" t="t"/>
              <a:pathLst>
                <a:path extrusionOk="0" h="11784" w="11784">
                  <a:moveTo>
                    <a:pt x="8223" y="694"/>
                  </a:moveTo>
                  <a:cubicBezTo>
                    <a:pt x="8696" y="725"/>
                    <a:pt x="9168" y="914"/>
                    <a:pt x="9546" y="1198"/>
                  </a:cubicBezTo>
                  <a:lnTo>
                    <a:pt x="7057" y="3687"/>
                  </a:lnTo>
                  <a:cubicBezTo>
                    <a:pt x="6774" y="3498"/>
                    <a:pt x="6459" y="3340"/>
                    <a:pt x="6144" y="3245"/>
                  </a:cubicBezTo>
                  <a:lnTo>
                    <a:pt x="8223" y="694"/>
                  </a:lnTo>
                  <a:close/>
                  <a:moveTo>
                    <a:pt x="10523" y="1198"/>
                  </a:moveTo>
                  <a:cubicBezTo>
                    <a:pt x="10838" y="1576"/>
                    <a:pt x="11027" y="2111"/>
                    <a:pt x="11027" y="2615"/>
                  </a:cubicBezTo>
                  <a:lnTo>
                    <a:pt x="8286" y="4852"/>
                  </a:lnTo>
                  <a:lnTo>
                    <a:pt x="7561" y="4159"/>
                  </a:lnTo>
                  <a:lnTo>
                    <a:pt x="10523" y="1198"/>
                  </a:lnTo>
                  <a:close/>
                  <a:moveTo>
                    <a:pt x="5592" y="3923"/>
                  </a:moveTo>
                  <a:cubicBezTo>
                    <a:pt x="6033" y="3923"/>
                    <a:pt x="6474" y="4096"/>
                    <a:pt x="6805" y="4443"/>
                  </a:cubicBezTo>
                  <a:cubicBezTo>
                    <a:pt x="7498" y="5104"/>
                    <a:pt x="7498" y="6207"/>
                    <a:pt x="6805" y="6869"/>
                  </a:cubicBezTo>
                  <a:cubicBezTo>
                    <a:pt x="6474" y="7199"/>
                    <a:pt x="6033" y="7365"/>
                    <a:pt x="5592" y="7365"/>
                  </a:cubicBezTo>
                  <a:cubicBezTo>
                    <a:pt x="5151" y="7365"/>
                    <a:pt x="4710" y="7199"/>
                    <a:pt x="4379" y="6869"/>
                  </a:cubicBezTo>
                  <a:cubicBezTo>
                    <a:pt x="3718" y="6207"/>
                    <a:pt x="3718" y="5104"/>
                    <a:pt x="4379" y="4443"/>
                  </a:cubicBezTo>
                  <a:cubicBezTo>
                    <a:pt x="4710" y="4096"/>
                    <a:pt x="5151" y="3923"/>
                    <a:pt x="5592" y="3923"/>
                  </a:cubicBezTo>
                  <a:close/>
                  <a:moveTo>
                    <a:pt x="8034" y="5577"/>
                  </a:moveTo>
                  <a:lnTo>
                    <a:pt x="8191" y="5734"/>
                  </a:lnTo>
                  <a:cubicBezTo>
                    <a:pt x="8696" y="6270"/>
                    <a:pt x="9326" y="6742"/>
                    <a:pt x="10019" y="7058"/>
                  </a:cubicBezTo>
                  <a:lnTo>
                    <a:pt x="9420" y="7278"/>
                  </a:lnTo>
                  <a:cubicBezTo>
                    <a:pt x="9263" y="7310"/>
                    <a:pt x="9168" y="7467"/>
                    <a:pt x="9168" y="7593"/>
                  </a:cubicBezTo>
                  <a:lnTo>
                    <a:pt x="9168" y="8066"/>
                  </a:lnTo>
                  <a:cubicBezTo>
                    <a:pt x="8601" y="7814"/>
                    <a:pt x="8034" y="7467"/>
                    <a:pt x="7561" y="7058"/>
                  </a:cubicBezTo>
                  <a:cubicBezTo>
                    <a:pt x="7876" y="6648"/>
                    <a:pt x="8034" y="6175"/>
                    <a:pt x="8034" y="5608"/>
                  </a:cubicBezTo>
                  <a:lnTo>
                    <a:pt x="8034" y="5577"/>
                  </a:lnTo>
                  <a:close/>
                  <a:moveTo>
                    <a:pt x="3245" y="6081"/>
                  </a:moveTo>
                  <a:cubicBezTo>
                    <a:pt x="3308" y="6427"/>
                    <a:pt x="3466" y="6806"/>
                    <a:pt x="3655" y="7058"/>
                  </a:cubicBezTo>
                  <a:lnTo>
                    <a:pt x="1197" y="9546"/>
                  </a:lnTo>
                  <a:cubicBezTo>
                    <a:pt x="882" y="9200"/>
                    <a:pt x="662" y="8696"/>
                    <a:pt x="630" y="8160"/>
                  </a:cubicBezTo>
                  <a:lnTo>
                    <a:pt x="3245" y="6081"/>
                  </a:lnTo>
                  <a:close/>
                  <a:moveTo>
                    <a:pt x="7057" y="7593"/>
                  </a:moveTo>
                  <a:cubicBezTo>
                    <a:pt x="7435" y="8066"/>
                    <a:pt x="7813" y="8601"/>
                    <a:pt x="8034" y="9200"/>
                  </a:cubicBezTo>
                  <a:lnTo>
                    <a:pt x="7561" y="9200"/>
                  </a:lnTo>
                  <a:cubicBezTo>
                    <a:pt x="7404" y="9200"/>
                    <a:pt x="7278" y="9263"/>
                    <a:pt x="7246" y="9420"/>
                  </a:cubicBezTo>
                  <a:lnTo>
                    <a:pt x="7057" y="10019"/>
                  </a:lnTo>
                  <a:cubicBezTo>
                    <a:pt x="6742" y="9357"/>
                    <a:pt x="6270" y="8727"/>
                    <a:pt x="5766" y="8223"/>
                  </a:cubicBezTo>
                  <a:lnTo>
                    <a:pt x="5608" y="8066"/>
                  </a:lnTo>
                  <a:lnTo>
                    <a:pt x="5640" y="8066"/>
                  </a:lnTo>
                  <a:cubicBezTo>
                    <a:pt x="6144" y="8066"/>
                    <a:pt x="6648" y="7877"/>
                    <a:pt x="7057" y="7593"/>
                  </a:cubicBezTo>
                  <a:close/>
                  <a:moveTo>
                    <a:pt x="4096" y="7625"/>
                  </a:moveTo>
                  <a:lnTo>
                    <a:pt x="4820" y="8318"/>
                  </a:lnTo>
                  <a:lnTo>
                    <a:pt x="2552" y="11090"/>
                  </a:lnTo>
                  <a:cubicBezTo>
                    <a:pt x="2048" y="11059"/>
                    <a:pt x="1575" y="10901"/>
                    <a:pt x="1134" y="10586"/>
                  </a:cubicBezTo>
                  <a:lnTo>
                    <a:pt x="4096" y="7625"/>
                  </a:lnTo>
                  <a:close/>
                  <a:moveTo>
                    <a:pt x="8160" y="0"/>
                  </a:moveTo>
                  <a:cubicBezTo>
                    <a:pt x="8034" y="0"/>
                    <a:pt x="7971" y="63"/>
                    <a:pt x="7876" y="126"/>
                  </a:cubicBezTo>
                  <a:lnTo>
                    <a:pt x="5356" y="3245"/>
                  </a:lnTo>
                  <a:cubicBezTo>
                    <a:pt x="4852" y="3308"/>
                    <a:pt x="4348" y="3529"/>
                    <a:pt x="3938" y="3970"/>
                  </a:cubicBezTo>
                  <a:cubicBezTo>
                    <a:pt x="3592" y="4317"/>
                    <a:pt x="3340" y="4758"/>
                    <a:pt x="3277" y="5262"/>
                  </a:cubicBezTo>
                  <a:lnTo>
                    <a:pt x="126" y="7782"/>
                  </a:lnTo>
                  <a:cubicBezTo>
                    <a:pt x="32" y="7845"/>
                    <a:pt x="0" y="7940"/>
                    <a:pt x="0" y="8066"/>
                  </a:cubicBezTo>
                  <a:cubicBezTo>
                    <a:pt x="0" y="8790"/>
                    <a:pt x="284" y="9546"/>
                    <a:pt x="756" y="10114"/>
                  </a:cubicBezTo>
                  <a:lnTo>
                    <a:pt x="473" y="10366"/>
                  </a:lnTo>
                  <a:cubicBezTo>
                    <a:pt x="410" y="10460"/>
                    <a:pt x="347" y="10523"/>
                    <a:pt x="347" y="10618"/>
                  </a:cubicBezTo>
                  <a:cubicBezTo>
                    <a:pt x="347" y="10681"/>
                    <a:pt x="410" y="10807"/>
                    <a:pt x="473" y="10838"/>
                  </a:cubicBezTo>
                  <a:cubicBezTo>
                    <a:pt x="1103" y="11468"/>
                    <a:pt x="1922" y="11783"/>
                    <a:pt x="2804" y="11783"/>
                  </a:cubicBezTo>
                  <a:cubicBezTo>
                    <a:pt x="2930" y="11783"/>
                    <a:pt x="2993" y="11752"/>
                    <a:pt x="3088" y="11657"/>
                  </a:cubicBezTo>
                  <a:lnTo>
                    <a:pt x="5388" y="8790"/>
                  </a:lnTo>
                  <a:cubicBezTo>
                    <a:pt x="6018" y="9452"/>
                    <a:pt x="6553" y="10303"/>
                    <a:pt x="6805" y="11153"/>
                  </a:cubicBezTo>
                  <a:cubicBezTo>
                    <a:pt x="6868" y="11311"/>
                    <a:pt x="7026" y="11405"/>
                    <a:pt x="7120" y="11405"/>
                  </a:cubicBezTo>
                  <a:cubicBezTo>
                    <a:pt x="7278" y="11405"/>
                    <a:pt x="7404" y="11311"/>
                    <a:pt x="7435" y="11153"/>
                  </a:cubicBezTo>
                  <a:lnTo>
                    <a:pt x="7845" y="9924"/>
                  </a:lnTo>
                  <a:lnTo>
                    <a:pt x="8601" y="9924"/>
                  </a:lnTo>
                  <a:cubicBezTo>
                    <a:pt x="8696" y="9924"/>
                    <a:pt x="8790" y="9893"/>
                    <a:pt x="8853" y="9767"/>
                  </a:cubicBezTo>
                  <a:cubicBezTo>
                    <a:pt x="8948" y="9704"/>
                    <a:pt x="8948" y="9578"/>
                    <a:pt x="8916" y="9452"/>
                  </a:cubicBezTo>
                  <a:cubicBezTo>
                    <a:pt x="8790" y="9137"/>
                    <a:pt x="8664" y="8822"/>
                    <a:pt x="8507" y="8507"/>
                  </a:cubicBezTo>
                  <a:lnTo>
                    <a:pt x="8507" y="8507"/>
                  </a:lnTo>
                  <a:cubicBezTo>
                    <a:pt x="8822" y="8664"/>
                    <a:pt x="9137" y="8790"/>
                    <a:pt x="9452" y="8916"/>
                  </a:cubicBezTo>
                  <a:cubicBezTo>
                    <a:pt x="9489" y="8926"/>
                    <a:pt x="9526" y="8929"/>
                    <a:pt x="9561" y="8929"/>
                  </a:cubicBezTo>
                  <a:cubicBezTo>
                    <a:pt x="9646" y="8929"/>
                    <a:pt x="9722" y="8907"/>
                    <a:pt x="9767" y="8885"/>
                  </a:cubicBezTo>
                  <a:cubicBezTo>
                    <a:pt x="9861" y="8790"/>
                    <a:pt x="9924" y="8727"/>
                    <a:pt x="9924" y="8601"/>
                  </a:cubicBezTo>
                  <a:lnTo>
                    <a:pt x="9924" y="7845"/>
                  </a:lnTo>
                  <a:lnTo>
                    <a:pt x="11153" y="7467"/>
                  </a:lnTo>
                  <a:cubicBezTo>
                    <a:pt x="11310" y="7404"/>
                    <a:pt x="11373" y="7247"/>
                    <a:pt x="11373" y="7152"/>
                  </a:cubicBezTo>
                  <a:cubicBezTo>
                    <a:pt x="11373" y="6995"/>
                    <a:pt x="11310" y="6869"/>
                    <a:pt x="11153" y="6837"/>
                  </a:cubicBezTo>
                  <a:cubicBezTo>
                    <a:pt x="10271" y="6553"/>
                    <a:pt x="9452" y="6049"/>
                    <a:pt x="8790" y="5419"/>
                  </a:cubicBezTo>
                  <a:lnTo>
                    <a:pt x="11657" y="3088"/>
                  </a:lnTo>
                  <a:cubicBezTo>
                    <a:pt x="11689" y="2962"/>
                    <a:pt x="11783" y="2867"/>
                    <a:pt x="11783" y="2773"/>
                  </a:cubicBezTo>
                  <a:cubicBezTo>
                    <a:pt x="11783" y="1922"/>
                    <a:pt x="11436" y="1072"/>
                    <a:pt x="10838" y="442"/>
                  </a:cubicBezTo>
                  <a:cubicBezTo>
                    <a:pt x="10775" y="379"/>
                    <a:pt x="10688" y="347"/>
                    <a:pt x="10602" y="347"/>
                  </a:cubicBezTo>
                  <a:cubicBezTo>
                    <a:pt x="10515" y="347"/>
                    <a:pt x="10428" y="379"/>
                    <a:pt x="10365" y="442"/>
                  </a:cubicBezTo>
                  <a:lnTo>
                    <a:pt x="10082" y="725"/>
                  </a:lnTo>
                  <a:cubicBezTo>
                    <a:pt x="9546" y="284"/>
                    <a:pt x="8853" y="0"/>
                    <a:pt x="816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0" name="Google Shape;11050;p136"/>
            <p:cNvSpPr/>
            <p:nvPr/>
          </p:nvSpPr>
          <p:spPr>
            <a:xfrm>
              <a:off x="3713900" y="2434350"/>
              <a:ext cx="55950" cy="52200"/>
            </a:xfrm>
            <a:custGeom>
              <a:rect b="b" l="l" r="r" t="t"/>
              <a:pathLst>
                <a:path extrusionOk="0" h="2088" w="2238">
                  <a:moveTo>
                    <a:pt x="1087" y="685"/>
                  </a:moveTo>
                  <a:cubicBezTo>
                    <a:pt x="1174" y="685"/>
                    <a:pt x="1261" y="717"/>
                    <a:pt x="1324" y="780"/>
                  </a:cubicBezTo>
                  <a:cubicBezTo>
                    <a:pt x="1450" y="874"/>
                    <a:pt x="1450" y="1126"/>
                    <a:pt x="1324" y="1252"/>
                  </a:cubicBezTo>
                  <a:cubicBezTo>
                    <a:pt x="1261" y="1300"/>
                    <a:pt x="1174" y="1323"/>
                    <a:pt x="1087" y="1323"/>
                  </a:cubicBezTo>
                  <a:cubicBezTo>
                    <a:pt x="1001" y="1323"/>
                    <a:pt x="914" y="1300"/>
                    <a:pt x="851" y="1252"/>
                  </a:cubicBezTo>
                  <a:cubicBezTo>
                    <a:pt x="725" y="1126"/>
                    <a:pt x="725" y="937"/>
                    <a:pt x="851" y="780"/>
                  </a:cubicBezTo>
                  <a:cubicBezTo>
                    <a:pt x="914" y="717"/>
                    <a:pt x="1001" y="685"/>
                    <a:pt x="1087" y="685"/>
                  </a:cubicBezTo>
                  <a:close/>
                  <a:moveTo>
                    <a:pt x="1115" y="0"/>
                  </a:moveTo>
                  <a:cubicBezTo>
                    <a:pt x="851" y="0"/>
                    <a:pt x="583" y="102"/>
                    <a:pt x="378" y="307"/>
                  </a:cubicBezTo>
                  <a:cubicBezTo>
                    <a:pt x="0" y="685"/>
                    <a:pt x="0" y="1347"/>
                    <a:pt x="378" y="1756"/>
                  </a:cubicBezTo>
                  <a:cubicBezTo>
                    <a:pt x="583" y="1977"/>
                    <a:pt x="851" y="2087"/>
                    <a:pt x="1115" y="2087"/>
                  </a:cubicBezTo>
                  <a:cubicBezTo>
                    <a:pt x="1379" y="2087"/>
                    <a:pt x="1639" y="1977"/>
                    <a:pt x="1828" y="1756"/>
                  </a:cubicBezTo>
                  <a:cubicBezTo>
                    <a:pt x="2237" y="1347"/>
                    <a:pt x="2237" y="685"/>
                    <a:pt x="1828" y="307"/>
                  </a:cubicBezTo>
                  <a:cubicBezTo>
                    <a:pt x="1639" y="102"/>
                    <a:pt x="1379" y="0"/>
                    <a:pt x="111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51" name="Google Shape;11051;p136"/>
          <p:cNvSpPr/>
          <p:nvPr/>
        </p:nvSpPr>
        <p:spPr>
          <a:xfrm>
            <a:off x="4866749" y="3608425"/>
            <a:ext cx="348542" cy="348513"/>
          </a:xfrm>
          <a:custGeom>
            <a:rect b="b" l="l" r="r" t="t"/>
            <a:pathLst>
              <a:path extrusionOk="0" h="11815" w="11816">
                <a:moveTo>
                  <a:pt x="6207" y="693"/>
                </a:moveTo>
                <a:cubicBezTo>
                  <a:pt x="7877" y="819"/>
                  <a:pt x="9326" y="1670"/>
                  <a:pt x="10208" y="2993"/>
                </a:cubicBezTo>
                <a:lnTo>
                  <a:pt x="6207" y="5293"/>
                </a:lnTo>
                <a:lnTo>
                  <a:pt x="6207" y="693"/>
                </a:lnTo>
                <a:close/>
                <a:moveTo>
                  <a:pt x="10555" y="3623"/>
                </a:moveTo>
                <a:cubicBezTo>
                  <a:pt x="10901" y="4316"/>
                  <a:pt x="11090" y="5104"/>
                  <a:pt x="11090" y="5923"/>
                </a:cubicBezTo>
                <a:cubicBezTo>
                  <a:pt x="11090" y="7026"/>
                  <a:pt x="10744" y="8097"/>
                  <a:pt x="10114" y="8979"/>
                </a:cubicBezTo>
                <a:lnTo>
                  <a:pt x="6491" y="5986"/>
                </a:lnTo>
                <a:lnTo>
                  <a:pt x="10555" y="3623"/>
                </a:lnTo>
                <a:close/>
                <a:moveTo>
                  <a:pt x="5546" y="693"/>
                </a:moveTo>
                <a:lnTo>
                  <a:pt x="5546" y="5892"/>
                </a:lnTo>
                <a:cubicBezTo>
                  <a:pt x="5546" y="6018"/>
                  <a:pt x="5577" y="6081"/>
                  <a:pt x="5672" y="6175"/>
                </a:cubicBezTo>
                <a:lnTo>
                  <a:pt x="9673" y="9483"/>
                </a:lnTo>
                <a:cubicBezTo>
                  <a:pt x="8728" y="10491"/>
                  <a:pt x="7373" y="11121"/>
                  <a:pt x="5892" y="11121"/>
                </a:cubicBezTo>
                <a:cubicBezTo>
                  <a:pt x="3025" y="11121"/>
                  <a:pt x="662" y="8822"/>
                  <a:pt x="662" y="5892"/>
                </a:cubicBezTo>
                <a:cubicBezTo>
                  <a:pt x="662" y="3151"/>
                  <a:pt x="2836" y="851"/>
                  <a:pt x="5546" y="693"/>
                </a:cubicBezTo>
                <a:close/>
                <a:moveTo>
                  <a:pt x="5892" y="0"/>
                </a:moveTo>
                <a:cubicBezTo>
                  <a:pt x="2647" y="0"/>
                  <a:pt x="1" y="2615"/>
                  <a:pt x="1" y="5892"/>
                </a:cubicBezTo>
                <a:cubicBezTo>
                  <a:pt x="1" y="9168"/>
                  <a:pt x="2647" y="11814"/>
                  <a:pt x="5892" y="11814"/>
                </a:cubicBezTo>
                <a:cubicBezTo>
                  <a:pt x="9169" y="11814"/>
                  <a:pt x="11815" y="9168"/>
                  <a:pt x="11815" y="5892"/>
                </a:cubicBezTo>
                <a:cubicBezTo>
                  <a:pt x="11815" y="2678"/>
                  <a:pt x="9137" y="0"/>
                  <a:pt x="58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52" name="Google Shape;11052;p136"/>
          <p:cNvGrpSpPr/>
          <p:nvPr/>
        </p:nvGrpSpPr>
        <p:grpSpPr>
          <a:xfrm>
            <a:off x="7087019" y="2669721"/>
            <a:ext cx="328071" cy="349427"/>
            <a:chOff x="5421475" y="1945825"/>
            <a:chExt cx="278050" cy="296150"/>
          </a:xfrm>
        </p:grpSpPr>
        <p:sp>
          <p:nvSpPr>
            <p:cNvPr id="11053" name="Google Shape;11053;p136"/>
            <p:cNvSpPr/>
            <p:nvPr/>
          </p:nvSpPr>
          <p:spPr>
            <a:xfrm>
              <a:off x="5472650" y="1999375"/>
              <a:ext cx="172525" cy="242600"/>
            </a:xfrm>
            <a:custGeom>
              <a:rect b="b" l="l" r="r" t="t"/>
              <a:pathLst>
                <a:path extrusionOk="0" h="9704" w="6901">
                  <a:moveTo>
                    <a:pt x="1765" y="1355"/>
                  </a:moveTo>
                  <a:cubicBezTo>
                    <a:pt x="1986" y="1355"/>
                    <a:pt x="2143" y="1513"/>
                    <a:pt x="2143" y="1702"/>
                  </a:cubicBezTo>
                  <a:lnTo>
                    <a:pt x="2143" y="2048"/>
                  </a:lnTo>
                  <a:lnTo>
                    <a:pt x="1765" y="2048"/>
                  </a:lnTo>
                  <a:cubicBezTo>
                    <a:pt x="1671" y="2048"/>
                    <a:pt x="1545" y="2048"/>
                    <a:pt x="1419" y="2111"/>
                  </a:cubicBezTo>
                  <a:lnTo>
                    <a:pt x="1419" y="1702"/>
                  </a:lnTo>
                  <a:cubicBezTo>
                    <a:pt x="1419" y="1513"/>
                    <a:pt x="1576" y="1355"/>
                    <a:pt x="1765" y="1355"/>
                  </a:cubicBezTo>
                  <a:close/>
                  <a:moveTo>
                    <a:pt x="3151" y="631"/>
                  </a:moveTo>
                  <a:cubicBezTo>
                    <a:pt x="3341" y="631"/>
                    <a:pt x="3498" y="788"/>
                    <a:pt x="3498" y="1009"/>
                  </a:cubicBezTo>
                  <a:lnTo>
                    <a:pt x="3498" y="2111"/>
                  </a:lnTo>
                  <a:cubicBezTo>
                    <a:pt x="3404" y="2048"/>
                    <a:pt x="3277" y="2017"/>
                    <a:pt x="3151" y="2017"/>
                  </a:cubicBezTo>
                  <a:lnTo>
                    <a:pt x="2805" y="2017"/>
                  </a:lnTo>
                  <a:lnTo>
                    <a:pt x="2805" y="1009"/>
                  </a:lnTo>
                  <a:cubicBezTo>
                    <a:pt x="2805" y="788"/>
                    <a:pt x="2962" y="631"/>
                    <a:pt x="3151" y="631"/>
                  </a:cubicBezTo>
                  <a:close/>
                  <a:moveTo>
                    <a:pt x="4538" y="1355"/>
                  </a:moveTo>
                  <a:cubicBezTo>
                    <a:pt x="4727" y="1355"/>
                    <a:pt x="4884" y="1513"/>
                    <a:pt x="4884" y="1702"/>
                  </a:cubicBezTo>
                  <a:lnTo>
                    <a:pt x="4884" y="3088"/>
                  </a:lnTo>
                  <a:cubicBezTo>
                    <a:pt x="4884" y="3277"/>
                    <a:pt x="4727" y="3435"/>
                    <a:pt x="4538" y="3435"/>
                  </a:cubicBezTo>
                  <a:cubicBezTo>
                    <a:pt x="4349" y="3435"/>
                    <a:pt x="4191" y="3277"/>
                    <a:pt x="4191" y="3088"/>
                  </a:cubicBezTo>
                  <a:lnTo>
                    <a:pt x="4191" y="1702"/>
                  </a:lnTo>
                  <a:cubicBezTo>
                    <a:pt x="4191" y="1513"/>
                    <a:pt x="4349" y="1355"/>
                    <a:pt x="4538" y="1355"/>
                  </a:cubicBezTo>
                  <a:close/>
                  <a:moveTo>
                    <a:pt x="5924" y="2017"/>
                  </a:moveTo>
                  <a:cubicBezTo>
                    <a:pt x="6113" y="2017"/>
                    <a:pt x="6270" y="2174"/>
                    <a:pt x="6270" y="2363"/>
                  </a:cubicBezTo>
                  <a:lnTo>
                    <a:pt x="6270" y="3088"/>
                  </a:lnTo>
                  <a:cubicBezTo>
                    <a:pt x="6270" y="3277"/>
                    <a:pt x="6113" y="3435"/>
                    <a:pt x="5924" y="3435"/>
                  </a:cubicBezTo>
                  <a:cubicBezTo>
                    <a:pt x="5703" y="3435"/>
                    <a:pt x="5546" y="3277"/>
                    <a:pt x="5546" y="3088"/>
                  </a:cubicBezTo>
                  <a:lnTo>
                    <a:pt x="5546" y="2363"/>
                  </a:lnTo>
                  <a:cubicBezTo>
                    <a:pt x="5546" y="2174"/>
                    <a:pt x="5703" y="2017"/>
                    <a:pt x="5924" y="2017"/>
                  </a:cubicBezTo>
                  <a:close/>
                  <a:moveTo>
                    <a:pt x="3120" y="2741"/>
                  </a:moveTo>
                  <a:cubicBezTo>
                    <a:pt x="3309" y="2741"/>
                    <a:pt x="3467" y="2899"/>
                    <a:pt x="3467" y="3088"/>
                  </a:cubicBezTo>
                  <a:cubicBezTo>
                    <a:pt x="3467" y="3277"/>
                    <a:pt x="3309" y="3435"/>
                    <a:pt x="3120" y="3435"/>
                  </a:cubicBezTo>
                  <a:lnTo>
                    <a:pt x="1734" y="3435"/>
                  </a:lnTo>
                  <a:cubicBezTo>
                    <a:pt x="1545" y="3435"/>
                    <a:pt x="1387" y="3592"/>
                    <a:pt x="1387" y="3781"/>
                  </a:cubicBezTo>
                  <a:cubicBezTo>
                    <a:pt x="1387" y="4002"/>
                    <a:pt x="1545" y="4159"/>
                    <a:pt x="1734" y="4159"/>
                  </a:cubicBezTo>
                  <a:cubicBezTo>
                    <a:pt x="2679" y="4159"/>
                    <a:pt x="3467" y="4947"/>
                    <a:pt x="3467" y="5892"/>
                  </a:cubicBezTo>
                  <a:cubicBezTo>
                    <a:pt x="3467" y="6081"/>
                    <a:pt x="3624" y="6238"/>
                    <a:pt x="3845" y="6238"/>
                  </a:cubicBezTo>
                  <a:cubicBezTo>
                    <a:pt x="4034" y="6238"/>
                    <a:pt x="4191" y="6081"/>
                    <a:pt x="4191" y="5892"/>
                  </a:cubicBezTo>
                  <a:cubicBezTo>
                    <a:pt x="4191" y="5167"/>
                    <a:pt x="3876" y="4537"/>
                    <a:pt x="3435" y="4096"/>
                  </a:cubicBezTo>
                  <a:cubicBezTo>
                    <a:pt x="3593" y="4065"/>
                    <a:pt x="3750" y="4002"/>
                    <a:pt x="3876" y="3876"/>
                  </a:cubicBezTo>
                  <a:cubicBezTo>
                    <a:pt x="4065" y="4033"/>
                    <a:pt x="4317" y="4159"/>
                    <a:pt x="4569" y="4159"/>
                  </a:cubicBezTo>
                  <a:cubicBezTo>
                    <a:pt x="4853" y="4159"/>
                    <a:pt x="5073" y="4033"/>
                    <a:pt x="5294" y="3876"/>
                  </a:cubicBezTo>
                  <a:cubicBezTo>
                    <a:pt x="5483" y="4033"/>
                    <a:pt x="5703" y="4159"/>
                    <a:pt x="5987" y="4159"/>
                  </a:cubicBezTo>
                  <a:cubicBezTo>
                    <a:pt x="6113" y="4159"/>
                    <a:pt x="6239" y="4096"/>
                    <a:pt x="6333" y="4065"/>
                  </a:cubicBezTo>
                  <a:lnTo>
                    <a:pt x="6333" y="5167"/>
                  </a:lnTo>
                  <a:cubicBezTo>
                    <a:pt x="6333" y="5923"/>
                    <a:pt x="5861" y="6554"/>
                    <a:pt x="5199" y="6774"/>
                  </a:cubicBezTo>
                  <a:cubicBezTo>
                    <a:pt x="5042" y="6837"/>
                    <a:pt x="4979" y="6995"/>
                    <a:pt x="4979" y="7089"/>
                  </a:cubicBezTo>
                  <a:lnTo>
                    <a:pt x="4979" y="7562"/>
                  </a:lnTo>
                  <a:lnTo>
                    <a:pt x="2206" y="7562"/>
                  </a:lnTo>
                  <a:lnTo>
                    <a:pt x="2206" y="7089"/>
                  </a:lnTo>
                  <a:cubicBezTo>
                    <a:pt x="2206" y="6932"/>
                    <a:pt x="2143" y="6837"/>
                    <a:pt x="1986" y="6774"/>
                  </a:cubicBezTo>
                  <a:cubicBezTo>
                    <a:pt x="1261" y="6554"/>
                    <a:pt x="820" y="5892"/>
                    <a:pt x="820" y="5167"/>
                  </a:cubicBezTo>
                  <a:lnTo>
                    <a:pt x="820" y="3750"/>
                  </a:lnTo>
                  <a:lnTo>
                    <a:pt x="726" y="3750"/>
                  </a:lnTo>
                  <a:cubicBezTo>
                    <a:pt x="726" y="3151"/>
                    <a:pt x="1198" y="2741"/>
                    <a:pt x="1734" y="2741"/>
                  </a:cubicBezTo>
                  <a:close/>
                  <a:moveTo>
                    <a:pt x="5199" y="8286"/>
                  </a:moveTo>
                  <a:cubicBezTo>
                    <a:pt x="5388" y="8286"/>
                    <a:pt x="5546" y="8444"/>
                    <a:pt x="5546" y="8633"/>
                  </a:cubicBezTo>
                  <a:lnTo>
                    <a:pt x="5546" y="8979"/>
                  </a:lnTo>
                  <a:lnTo>
                    <a:pt x="1387" y="8979"/>
                  </a:lnTo>
                  <a:lnTo>
                    <a:pt x="1387" y="8633"/>
                  </a:lnTo>
                  <a:cubicBezTo>
                    <a:pt x="1387" y="8444"/>
                    <a:pt x="1545" y="8286"/>
                    <a:pt x="1734" y="8286"/>
                  </a:cubicBezTo>
                  <a:close/>
                  <a:moveTo>
                    <a:pt x="3120" y="1"/>
                  </a:moveTo>
                  <a:cubicBezTo>
                    <a:pt x="2647" y="1"/>
                    <a:pt x="2269" y="316"/>
                    <a:pt x="2143" y="757"/>
                  </a:cubicBezTo>
                  <a:cubicBezTo>
                    <a:pt x="2017" y="725"/>
                    <a:pt x="1891" y="694"/>
                    <a:pt x="1734" y="694"/>
                  </a:cubicBezTo>
                  <a:cubicBezTo>
                    <a:pt x="1167" y="694"/>
                    <a:pt x="726" y="1166"/>
                    <a:pt x="726" y="1702"/>
                  </a:cubicBezTo>
                  <a:lnTo>
                    <a:pt x="726" y="2426"/>
                  </a:lnTo>
                  <a:cubicBezTo>
                    <a:pt x="285" y="2678"/>
                    <a:pt x="1" y="3214"/>
                    <a:pt x="1" y="3750"/>
                  </a:cubicBezTo>
                  <a:lnTo>
                    <a:pt x="1" y="5136"/>
                  </a:lnTo>
                  <a:cubicBezTo>
                    <a:pt x="1" y="6081"/>
                    <a:pt x="568" y="6932"/>
                    <a:pt x="1387" y="7341"/>
                  </a:cubicBezTo>
                  <a:lnTo>
                    <a:pt x="1387" y="7656"/>
                  </a:lnTo>
                  <a:cubicBezTo>
                    <a:pt x="1009" y="7814"/>
                    <a:pt x="694" y="8160"/>
                    <a:pt x="694" y="8633"/>
                  </a:cubicBezTo>
                  <a:lnTo>
                    <a:pt x="694" y="9357"/>
                  </a:lnTo>
                  <a:cubicBezTo>
                    <a:pt x="694" y="9546"/>
                    <a:pt x="852" y="9704"/>
                    <a:pt x="1041" y="9704"/>
                  </a:cubicBezTo>
                  <a:lnTo>
                    <a:pt x="5892" y="9704"/>
                  </a:lnTo>
                  <a:cubicBezTo>
                    <a:pt x="6081" y="9704"/>
                    <a:pt x="6239" y="9546"/>
                    <a:pt x="6239" y="9357"/>
                  </a:cubicBezTo>
                  <a:lnTo>
                    <a:pt x="6239" y="8633"/>
                  </a:lnTo>
                  <a:cubicBezTo>
                    <a:pt x="6239" y="8192"/>
                    <a:pt x="5955" y="7814"/>
                    <a:pt x="5514" y="7656"/>
                  </a:cubicBezTo>
                  <a:lnTo>
                    <a:pt x="5514" y="7341"/>
                  </a:lnTo>
                  <a:cubicBezTo>
                    <a:pt x="6365" y="6932"/>
                    <a:pt x="6901" y="6081"/>
                    <a:pt x="6901" y="5136"/>
                  </a:cubicBezTo>
                  <a:lnTo>
                    <a:pt x="6901" y="2363"/>
                  </a:lnTo>
                  <a:cubicBezTo>
                    <a:pt x="6901" y="1796"/>
                    <a:pt x="6428" y="1355"/>
                    <a:pt x="5892" y="1355"/>
                  </a:cubicBezTo>
                  <a:cubicBezTo>
                    <a:pt x="5766" y="1355"/>
                    <a:pt x="5609" y="1387"/>
                    <a:pt x="5483" y="1418"/>
                  </a:cubicBezTo>
                  <a:cubicBezTo>
                    <a:pt x="5357" y="1009"/>
                    <a:pt x="4979" y="694"/>
                    <a:pt x="4506" y="694"/>
                  </a:cubicBezTo>
                  <a:cubicBezTo>
                    <a:pt x="4380" y="694"/>
                    <a:pt x="4223" y="725"/>
                    <a:pt x="4097" y="757"/>
                  </a:cubicBezTo>
                  <a:cubicBezTo>
                    <a:pt x="4002" y="316"/>
                    <a:pt x="3593" y="1"/>
                    <a:pt x="312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4" name="Google Shape;11054;p136"/>
            <p:cNvSpPr/>
            <p:nvPr/>
          </p:nvSpPr>
          <p:spPr>
            <a:xfrm>
              <a:off x="5559300" y="1945825"/>
              <a:ext cx="18150" cy="44125"/>
            </a:xfrm>
            <a:custGeom>
              <a:rect b="b" l="l" r="r" t="t"/>
              <a:pathLst>
                <a:path extrusionOk="0" h="1765" w="726">
                  <a:moveTo>
                    <a:pt x="379" y="0"/>
                  </a:moveTo>
                  <a:cubicBezTo>
                    <a:pt x="158" y="0"/>
                    <a:pt x="1" y="158"/>
                    <a:pt x="1" y="347"/>
                  </a:cubicBezTo>
                  <a:lnTo>
                    <a:pt x="1" y="1418"/>
                  </a:lnTo>
                  <a:cubicBezTo>
                    <a:pt x="1" y="1607"/>
                    <a:pt x="158" y="1764"/>
                    <a:pt x="379" y="1764"/>
                  </a:cubicBezTo>
                  <a:cubicBezTo>
                    <a:pt x="568" y="1764"/>
                    <a:pt x="725" y="1607"/>
                    <a:pt x="725" y="1418"/>
                  </a:cubicBezTo>
                  <a:lnTo>
                    <a:pt x="725" y="347"/>
                  </a:lnTo>
                  <a:cubicBezTo>
                    <a:pt x="725" y="158"/>
                    <a:pt x="568"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5" name="Google Shape;11055;p136"/>
            <p:cNvSpPr/>
            <p:nvPr/>
          </p:nvSpPr>
          <p:spPr>
            <a:xfrm>
              <a:off x="5611275" y="1963925"/>
              <a:ext cx="35475" cy="34500"/>
            </a:xfrm>
            <a:custGeom>
              <a:rect b="b" l="l" r="r" t="t"/>
              <a:pathLst>
                <a:path extrusionOk="0" h="1380" w="1419">
                  <a:moveTo>
                    <a:pt x="1076" y="1"/>
                  </a:moveTo>
                  <a:cubicBezTo>
                    <a:pt x="985" y="1"/>
                    <a:pt x="899" y="32"/>
                    <a:pt x="851" y="95"/>
                  </a:cubicBezTo>
                  <a:lnTo>
                    <a:pt x="127" y="788"/>
                  </a:lnTo>
                  <a:cubicBezTo>
                    <a:pt x="1" y="914"/>
                    <a:pt x="1" y="1166"/>
                    <a:pt x="127" y="1261"/>
                  </a:cubicBezTo>
                  <a:cubicBezTo>
                    <a:pt x="190" y="1340"/>
                    <a:pt x="284" y="1379"/>
                    <a:pt x="375" y="1379"/>
                  </a:cubicBezTo>
                  <a:cubicBezTo>
                    <a:pt x="466" y="1379"/>
                    <a:pt x="552" y="1340"/>
                    <a:pt x="599" y="1261"/>
                  </a:cubicBezTo>
                  <a:lnTo>
                    <a:pt x="1324" y="568"/>
                  </a:lnTo>
                  <a:cubicBezTo>
                    <a:pt x="1419" y="442"/>
                    <a:pt x="1419" y="221"/>
                    <a:pt x="1324" y="95"/>
                  </a:cubicBezTo>
                  <a:cubicBezTo>
                    <a:pt x="1261" y="32"/>
                    <a:pt x="1167" y="1"/>
                    <a:pt x="107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6" name="Google Shape;11056;p136"/>
            <p:cNvSpPr/>
            <p:nvPr/>
          </p:nvSpPr>
          <p:spPr>
            <a:xfrm>
              <a:off x="5664050" y="2067900"/>
              <a:ext cx="35475" cy="17350"/>
            </a:xfrm>
            <a:custGeom>
              <a:rect b="b" l="l" r="r" t="t"/>
              <a:pathLst>
                <a:path extrusionOk="0" h="694" w="1419">
                  <a:moveTo>
                    <a:pt x="347" y="0"/>
                  </a:moveTo>
                  <a:cubicBezTo>
                    <a:pt x="158" y="0"/>
                    <a:pt x="1" y="158"/>
                    <a:pt x="1" y="347"/>
                  </a:cubicBezTo>
                  <a:cubicBezTo>
                    <a:pt x="1" y="536"/>
                    <a:pt x="158" y="694"/>
                    <a:pt x="347" y="694"/>
                  </a:cubicBezTo>
                  <a:lnTo>
                    <a:pt x="1040" y="694"/>
                  </a:lnTo>
                  <a:cubicBezTo>
                    <a:pt x="1261" y="694"/>
                    <a:pt x="1418" y="536"/>
                    <a:pt x="1418" y="347"/>
                  </a:cubicBezTo>
                  <a:cubicBezTo>
                    <a:pt x="1418" y="158"/>
                    <a:pt x="1261" y="0"/>
                    <a:pt x="104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7" name="Google Shape;11057;p136"/>
            <p:cNvSpPr/>
            <p:nvPr/>
          </p:nvSpPr>
          <p:spPr>
            <a:xfrm>
              <a:off x="5421475" y="2067900"/>
              <a:ext cx="35450" cy="17350"/>
            </a:xfrm>
            <a:custGeom>
              <a:rect b="b" l="l" r="r" t="t"/>
              <a:pathLst>
                <a:path extrusionOk="0" h="694" w="1418">
                  <a:moveTo>
                    <a:pt x="378" y="0"/>
                  </a:moveTo>
                  <a:cubicBezTo>
                    <a:pt x="158" y="0"/>
                    <a:pt x="0" y="158"/>
                    <a:pt x="0" y="347"/>
                  </a:cubicBezTo>
                  <a:cubicBezTo>
                    <a:pt x="0" y="536"/>
                    <a:pt x="158" y="694"/>
                    <a:pt x="378"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8" name="Google Shape;11058;p136"/>
            <p:cNvSpPr/>
            <p:nvPr/>
          </p:nvSpPr>
          <p:spPr>
            <a:xfrm>
              <a:off x="5490000" y="1963925"/>
              <a:ext cx="35450" cy="33900"/>
            </a:xfrm>
            <a:custGeom>
              <a:rect b="b" l="l" r="r" t="t"/>
              <a:pathLst>
                <a:path extrusionOk="0" h="1356" w="1418">
                  <a:moveTo>
                    <a:pt x="343" y="1"/>
                  </a:moveTo>
                  <a:cubicBezTo>
                    <a:pt x="252" y="1"/>
                    <a:pt x="158" y="32"/>
                    <a:pt x="95" y="95"/>
                  </a:cubicBezTo>
                  <a:cubicBezTo>
                    <a:pt x="0" y="221"/>
                    <a:pt x="0" y="442"/>
                    <a:pt x="95" y="568"/>
                  </a:cubicBezTo>
                  <a:lnTo>
                    <a:pt x="819" y="1261"/>
                  </a:lnTo>
                  <a:cubicBezTo>
                    <a:pt x="866" y="1324"/>
                    <a:pt x="953" y="1356"/>
                    <a:pt x="1044" y="1356"/>
                  </a:cubicBezTo>
                  <a:cubicBezTo>
                    <a:pt x="1134" y="1356"/>
                    <a:pt x="1229" y="1324"/>
                    <a:pt x="1292" y="1261"/>
                  </a:cubicBezTo>
                  <a:cubicBezTo>
                    <a:pt x="1418" y="1166"/>
                    <a:pt x="1418" y="914"/>
                    <a:pt x="1292" y="788"/>
                  </a:cubicBezTo>
                  <a:lnTo>
                    <a:pt x="567" y="95"/>
                  </a:lnTo>
                  <a:cubicBezTo>
                    <a:pt x="520" y="32"/>
                    <a:pt x="433" y="1"/>
                    <a:pt x="34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9" name="Google Shape;11059;p136"/>
            <p:cNvSpPr/>
            <p:nvPr/>
          </p:nvSpPr>
          <p:spPr>
            <a:xfrm>
              <a:off x="5437225" y="1997650"/>
              <a:ext cx="37825" cy="26325"/>
            </a:xfrm>
            <a:custGeom>
              <a:rect b="b" l="l" r="r" t="t"/>
              <a:pathLst>
                <a:path extrusionOk="0" h="1053" w="1513">
                  <a:moveTo>
                    <a:pt x="422" y="0"/>
                  </a:moveTo>
                  <a:cubicBezTo>
                    <a:pt x="285" y="0"/>
                    <a:pt x="140" y="81"/>
                    <a:pt x="95" y="196"/>
                  </a:cubicBezTo>
                  <a:cubicBezTo>
                    <a:pt x="0" y="353"/>
                    <a:pt x="95" y="574"/>
                    <a:pt x="252" y="668"/>
                  </a:cubicBezTo>
                  <a:lnTo>
                    <a:pt x="945" y="1015"/>
                  </a:lnTo>
                  <a:cubicBezTo>
                    <a:pt x="989" y="1041"/>
                    <a:pt x="1039" y="1052"/>
                    <a:pt x="1091" y="1052"/>
                  </a:cubicBezTo>
                  <a:cubicBezTo>
                    <a:pt x="1227" y="1052"/>
                    <a:pt x="1372" y="971"/>
                    <a:pt x="1418" y="857"/>
                  </a:cubicBezTo>
                  <a:cubicBezTo>
                    <a:pt x="1512" y="700"/>
                    <a:pt x="1418" y="479"/>
                    <a:pt x="1260" y="385"/>
                  </a:cubicBezTo>
                  <a:lnTo>
                    <a:pt x="567" y="38"/>
                  </a:lnTo>
                  <a:cubicBezTo>
                    <a:pt x="524" y="12"/>
                    <a:pt x="473" y="0"/>
                    <a:pt x="42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0" name="Google Shape;11060;p136"/>
            <p:cNvSpPr/>
            <p:nvPr/>
          </p:nvSpPr>
          <p:spPr>
            <a:xfrm>
              <a:off x="5645150" y="1998300"/>
              <a:ext cx="37825" cy="26900"/>
            </a:xfrm>
            <a:custGeom>
              <a:rect b="b" l="l" r="r" t="t"/>
              <a:pathLst>
                <a:path extrusionOk="0" h="1076" w="1513">
                  <a:moveTo>
                    <a:pt x="1098" y="0"/>
                  </a:moveTo>
                  <a:cubicBezTo>
                    <a:pt x="1046" y="0"/>
                    <a:pt x="994" y="14"/>
                    <a:pt x="946" y="44"/>
                  </a:cubicBezTo>
                  <a:lnTo>
                    <a:pt x="253" y="422"/>
                  </a:lnTo>
                  <a:cubicBezTo>
                    <a:pt x="95" y="485"/>
                    <a:pt x="1" y="674"/>
                    <a:pt x="95" y="894"/>
                  </a:cubicBezTo>
                  <a:cubicBezTo>
                    <a:pt x="142" y="1011"/>
                    <a:pt x="258" y="1076"/>
                    <a:pt x="405" y="1076"/>
                  </a:cubicBezTo>
                  <a:cubicBezTo>
                    <a:pt x="456" y="1076"/>
                    <a:pt x="511" y="1068"/>
                    <a:pt x="568" y="1052"/>
                  </a:cubicBezTo>
                  <a:lnTo>
                    <a:pt x="1261" y="674"/>
                  </a:lnTo>
                  <a:cubicBezTo>
                    <a:pt x="1418" y="611"/>
                    <a:pt x="1513" y="422"/>
                    <a:pt x="1418" y="201"/>
                  </a:cubicBezTo>
                  <a:cubicBezTo>
                    <a:pt x="1331" y="71"/>
                    <a:pt x="1214" y="0"/>
                    <a:pt x="10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61" name="Google Shape;11061;p136"/>
          <p:cNvSpPr/>
          <p:nvPr/>
        </p:nvSpPr>
        <p:spPr>
          <a:xfrm>
            <a:off x="7074326" y="3157723"/>
            <a:ext cx="353174" cy="351315"/>
          </a:xfrm>
          <a:custGeom>
            <a:rect b="b" l="l" r="r" t="t"/>
            <a:pathLst>
              <a:path extrusionOk="0" h="11910" w="11973">
                <a:moveTo>
                  <a:pt x="11027" y="662"/>
                </a:moveTo>
                <a:lnTo>
                  <a:pt x="11027" y="1387"/>
                </a:lnTo>
                <a:lnTo>
                  <a:pt x="8601" y="1387"/>
                </a:lnTo>
                <a:cubicBezTo>
                  <a:pt x="8412" y="1387"/>
                  <a:pt x="8255" y="1229"/>
                  <a:pt x="8255" y="1040"/>
                </a:cubicBezTo>
                <a:cubicBezTo>
                  <a:pt x="8255" y="820"/>
                  <a:pt x="8412" y="662"/>
                  <a:pt x="8601" y="662"/>
                </a:cubicBezTo>
                <a:close/>
                <a:moveTo>
                  <a:pt x="10366" y="2048"/>
                </a:moveTo>
                <a:lnTo>
                  <a:pt x="10366" y="2773"/>
                </a:lnTo>
                <a:lnTo>
                  <a:pt x="7940" y="2773"/>
                </a:lnTo>
                <a:cubicBezTo>
                  <a:pt x="7926" y="2775"/>
                  <a:pt x="7912" y="2776"/>
                  <a:pt x="7899" y="2776"/>
                </a:cubicBezTo>
                <a:cubicBezTo>
                  <a:pt x="7728" y="2776"/>
                  <a:pt x="7593" y="2599"/>
                  <a:pt x="7593" y="2395"/>
                </a:cubicBezTo>
                <a:cubicBezTo>
                  <a:pt x="7593" y="2206"/>
                  <a:pt x="7751" y="2048"/>
                  <a:pt x="7940" y="2048"/>
                </a:cubicBezTo>
                <a:close/>
                <a:moveTo>
                  <a:pt x="11027" y="3466"/>
                </a:moveTo>
                <a:lnTo>
                  <a:pt x="11027" y="4191"/>
                </a:lnTo>
                <a:lnTo>
                  <a:pt x="8601" y="4191"/>
                </a:lnTo>
                <a:cubicBezTo>
                  <a:pt x="8412" y="4191"/>
                  <a:pt x="8255" y="4033"/>
                  <a:pt x="8255" y="3812"/>
                </a:cubicBezTo>
                <a:cubicBezTo>
                  <a:pt x="8255" y="3623"/>
                  <a:pt x="8412" y="3466"/>
                  <a:pt x="8601" y="3466"/>
                </a:cubicBezTo>
                <a:close/>
                <a:moveTo>
                  <a:pt x="1292" y="4884"/>
                </a:moveTo>
                <a:lnTo>
                  <a:pt x="1292" y="5608"/>
                </a:lnTo>
                <a:lnTo>
                  <a:pt x="568" y="5608"/>
                </a:lnTo>
                <a:lnTo>
                  <a:pt x="568" y="4884"/>
                </a:lnTo>
                <a:close/>
                <a:moveTo>
                  <a:pt x="11027" y="4884"/>
                </a:moveTo>
                <a:lnTo>
                  <a:pt x="11027" y="5608"/>
                </a:lnTo>
                <a:lnTo>
                  <a:pt x="6207" y="5608"/>
                </a:lnTo>
                <a:lnTo>
                  <a:pt x="6207" y="4884"/>
                </a:lnTo>
                <a:close/>
                <a:moveTo>
                  <a:pt x="3718" y="2080"/>
                </a:moveTo>
                <a:cubicBezTo>
                  <a:pt x="4663" y="2080"/>
                  <a:pt x="5482" y="2867"/>
                  <a:pt x="5482" y="3844"/>
                </a:cubicBezTo>
                <a:lnTo>
                  <a:pt x="5482" y="5955"/>
                </a:lnTo>
                <a:cubicBezTo>
                  <a:pt x="5482" y="6144"/>
                  <a:pt x="5325" y="6301"/>
                  <a:pt x="5136" y="6301"/>
                </a:cubicBezTo>
                <a:lnTo>
                  <a:pt x="2300" y="6301"/>
                </a:lnTo>
                <a:cubicBezTo>
                  <a:pt x="2111" y="6301"/>
                  <a:pt x="1954" y="6144"/>
                  <a:pt x="1954" y="5955"/>
                </a:cubicBezTo>
                <a:lnTo>
                  <a:pt x="1954" y="3844"/>
                </a:lnTo>
                <a:cubicBezTo>
                  <a:pt x="1954" y="2899"/>
                  <a:pt x="2742" y="2080"/>
                  <a:pt x="3718" y="2080"/>
                </a:cubicBezTo>
                <a:close/>
                <a:moveTo>
                  <a:pt x="11027" y="6301"/>
                </a:moveTo>
                <a:lnTo>
                  <a:pt x="11027" y="7688"/>
                </a:lnTo>
                <a:lnTo>
                  <a:pt x="7593" y="7688"/>
                </a:lnTo>
                <a:lnTo>
                  <a:pt x="7593" y="6301"/>
                </a:lnTo>
                <a:lnTo>
                  <a:pt x="8948" y="6301"/>
                </a:lnTo>
                <a:lnTo>
                  <a:pt x="8948" y="6648"/>
                </a:lnTo>
                <a:cubicBezTo>
                  <a:pt x="8948" y="6868"/>
                  <a:pt x="9106" y="7026"/>
                  <a:pt x="9326" y="7026"/>
                </a:cubicBezTo>
                <a:cubicBezTo>
                  <a:pt x="9515" y="7026"/>
                  <a:pt x="9673" y="6868"/>
                  <a:pt x="9673" y="6648"/>
                </a:cubicBezTo>
                <a:lnTo>
                  <a:pt x="9673" y="6301"/>
                </a:lnTo>
                <a:close/>
                <a:moveTo>
                  <a:pt x="4443" y="8349"/>
                </a:moveTo>
                <a:cubicBezTo>
                  <a:pt x="4852" y="8349"/>
                  <a:pt x="5293" y="8633"/>
                  <a:pt x="5419" y="9074"/>
                </a:cubicBezTo>
                <a:lnTo>
                  <a:pt x="2080" y="9074"/>
                </a:lnTo>
                <a:cubicBezTo>
                  <a:pt x="2237" y="8664"/>
                  <a:pt x="2616" y="8349"/>
                  <a:pt x="3057" y="8349"/>
                </a:cubicBezTo>
                <a:close/>
                <a:moveTo>
                  <a:pt x="11027" y="8349"/>
                </a:moveTo>
                <a:lnTo>
                  <a:pt x="11027" y="9735"/>
                </a:lnTo>
                <a:lnTo>
                  <a:pt x="7593" y="9735"/>
                </a:lnTo>
                <a:lnTo>
                  <a:pt x="7593" y="8349"/>
                </a:lnTo>
                <a:lnTo>
                  <a:pt x="8948" y="8349"/>
                </a:lnTo>
                <a:lnTo>
                  <a:pt x="8948" y="8696"/>
                </a:lnTo>
                <a:cubicBezTo>
                  <a:pt x="8948" y="8916"/>
                  <a:pt x="9106" y="9074"/>
                  <a:pt x="9326" y="9074"/>
                </a:cubicBezTo>
                <a:cubicBezTo>
                  <a:pt x="9515" y="9074"/>
                  <a:pt x="9673" y="8916"/>
                  <a:pt x="9673" y="8696"/>
                </a:cubicBezTo>
                <a:lnTo>
                  <a:pt x="9673" y="8349"/>
                </a:lnTo>
                <a:close/>
                <a:moveTo>
                  <a:pt x="8633" y="0"/>
                </a:moveTo>
                <a:cubicBezTo>
                  <a:pt x="8066" y="0"/>
                  <a:pt x="7625" y="473"/>
                  <a:pt x="7625" y="1040"/>
                </a:cubicBezTo>
                <a:cubicBezTo>
                  <a:pt x="7625" y="1135"/>
                  <a:pt x="7656" y="1292"/>
                  <a:pt x="7688" y="1418"/>
                </a:cubicBezTo>
                <a:cubicBezTo>
                  <a:pt x="7278" y="1544"/>
                  <a:pt x="6963" y="1922"/>
                  <a:pt x="6963" y="2395"/>
                </a:cubicBezTo>
                <a:cubicBezTo>
                  <a:pt x="6963" y="2678"/>
                  <a:pt x="7058" y="2962"/>
                  <a:pt x="7278" y="3151"/>
                </a:cubicBezTo>
                <a:cubicBezTo>
                  <a:pt x="7373" y="3308"/>
                  <a:pt x="7530" y="3403"/>
                  <a:pt x="7751" y="3434"/>
                </a:cubicBezTo>
                <a:cubicBezTo>
                  <a:pt x="7688" y="3560"/>
                  <a:pt x="7656" y="3655"/>
                  <a:pt x="7656" y="3812"/>
                </a:cubicBezTo>
                <a:cubicBezTo>
                  <a:pt x="7656" y="3939"/>
                  <a:pt x="7688" y="4065"/>
                  <a:pt x="7751" y="4191"/>
                </a:cubicBezTo>
                <a:lnTo>
                  <a:pt x="6270" y="4191"/>
                </a:lnTo>
                <a:lnTo>
                  <a:pt x="6270" y="3812"/>
                </a:lnTo>
                <a:cubicBezTo>
                  <a:pt x="6270" y="2489"/>
                  <a:pt x="5167" y="1387"/>
                  <a:pt x="3844" y="1387"/>
                </a:cubicBezTo>
                <a:cubicBezTo>
                  <a:pt x="2490" y="1387"/>
                  <a:pt x="1387" y="2489"/>
                  <a:pt x="1387" y="3812"/>
                </a:cubicBezTo>
                <a:lnTo>
                  <a:pt x="1387" y="4191"/>
                </a:lnTo>
                <a:lnTo>
                  <a:pt x="379" y="4191"/>
                </a:lnTo>
                <a:cubicBezTo>
                  <a:pt x="158" y="4191"/>
                  <a:pt x="1" y="4348"/>
                  <a:pt x="1" y="4537"/>
                </a:cubicBezTo>
                <a:lnTo>
                  <a:pt x="1" y="11500"/>
                </a:lnTo>
                <a:cubicBezTo>
                  <a:pt x="1" y="11689"/>
                  <a:pt x="158" y="11846"/>
                  <a:pt x="379" y="11846"/>
                </a:cubicBezTo>
                <a:cubicBezTo>
                  <a:pt x="568" y="11846"/>
                  <a:pt x="725" y="11689"/>
                  <a:pt x="725" y="11500"/>
                </a:cubicBezTo>
                <a:lnTo>
                  <a:pt x="725" y="6301"/>
                </a:lnTo>
                <a:lnTo>
                  <a:pt x="1481" y="6301"/>
                </a:lnTo>
                <a:cubicBezTo>
                  <a:pt x="1639" y="6711"/>
                  <a:pt x="1985" y="7026"/>
                  <a:pt x="2458" y="7026"/>
                </a:cubicBezTo>
                <a:lnTo>
                  <a:pt x="3529" y="7026"/>
                </a:lnTo>
                <a:lnTo>
                  <a:pt x="3529" y="7719"/>
                </a:lnTo>
                <a:lnTo>
                  <a:pt x="3151" y="7719"/>
                </a:lnTo>
                <a:cubicBezTo>
                  <a:pt x="2237" y="7719"/>
                  <a:pt x="1387" y="8507"/>
                  <a:pt x="1387" y="9452"/>
                </a:cubicBezTo>
                <a:cubicBezTo>
                  <a:pt x="1387" y="9641"/>
                  <a:pt x="1544" y="9798"/>
                  <a:pt x="1733" y="9798"/>
                </a:cubicBezTo>
                <a:lnTo>
                  <a:pt x="3529" y="9798"/>
                </a:lnTo>
                <a:lnTo>
                  <a:pt x="3529" y="10523"/>
                </a:lnTo>
                <a:lnTo>
                  <a:pt x="2458" y="10523"/>
                </a:lnTo>
                <a:cubicBezTo>
                  <a:pt x="1859" y="10523"/>
                  <a:pt x="1418" y="10996"/>
                  <a:pt x="1418" y="11531"/>
                </a:cubicBezTo>
                <a:cubicBezTo>
                  <a:pt x="1418" y="11752"/>
                  <a:pt x="1576" y="11909"/>
                  <a:pt x="1796" y="11909"/>
                </a:cubicBezTo>
                <a:cubicBezTo>
                  <a:pt x="1985" y="11909"/>
                  <a:pt x="2143" y="11752"/>
                  <a:pt x="2143" y="11531"/>
                </a:cubicBezTo>
                <a:cubicBezTo>
                  <a:pt x="2143" y="11342"/>
                  <a:pt x="2300" y="11185"/>
                  <a:pt x="2490" y="11185"/>
                </a:cubicBezTo>
                <a:lnTo>
                  <a:pt x="3561" y="11185"/>
                </a:lnTo>
                <a:lnTo>
                  <a:pt x="3561" y="11531"/>
                </a:lnTo>
                <a:cubicBezTo>
                  <a:pt x="3561" y="11752"/>
                  <a:pt x="3718" y="11909"/>
                  <a:pt x="3907" y="11909"/>
                </a:cubicBezTo>
                <a:cubicBezTo>
                  <a:pt x="4096" y="11909"/>
                  <a:pt x="4254" y="11752"/>
                  <a:pt x="4254" y="11531"/>
                </a:cubicBezTo>
                <a:lnTo>
                  <a:pt x="4254" y="11185"/>
                </a:lnTo>
                <a:lnTo>
                  <a:pt x="5325" y="11185"/>
                </a:lnTo>
                <a:cubicBezTo>
                  <a:pt x="5514" y="11185"/>
                  <a:pt x="5672" y="11342"/>
                  <a:pt x="5672" y="11531"/>
                </a:cubicBezTo>
                <a:cubicBezTo>
                  <a:pt x="5672" y="11752"/>
                  <a:pt x="5829" y="11909"/>
                  <a:pt x="6050" y="11909"/>
                </a:cubicBezTo>
                <a:cubicBezTo>
                  <a:pt x="6239" y="11909"/>
                  <a:pt x="6396" y="11752"/>
                  <a:pt x="6396" y="11531"/>
                </a:cubicBezTo>
                <a:cubicBezTo>
                  <a:pt x="6396" y="10964"/>
                  <a:pt x="5924" y="10523"/>
                  <a:pt x="5356" y="10523"/>
                </a:cubicBezTo>
                <a:lnTo>
                  <a:pt x="4317" y="10523"/>
                </a:lnTo>
                <a:lnTo>
                  <a:pt x="4317" y="9798"/>
                </a:lnTo>
                <a:lnTo>
                  <a:pt x="6081" y="9798"/>
                </a:lnTo>
                <a:cubicBezTo>
                  <a:pt x="6270" y="9798"/>
                  <a:pt x="6428" y="9641"/>
                  <a:pt x="6428" y="9452"/>
                </a:cubicBezTo>
                <a:cubicBezTo>
                  <a:pt x="6428" y="8507"/>
                  <a:pt x="5640" y="7719"/>
                  <a:pt x="4663" y="7719"/>
                </a:cubicBezTo>
                <a:lnTo>
                  <a:pt x="4317" y="7719"/>
                </a:lnTo>
                <a:lnTo>
                  <a:pt x="4317" y="7026"/>
                </a:lnTo>
                <a:lnTo>
                  <a:pt x="5356" y="7026"/>
                </a:lnTo>
                <a:cubicBezTo>
                  <a:pt x="5798" y="7026"/>
                  <a:pt x="6207" y="6742"/>
                  <a:pt x="6365" y="6301"/>
                </a:cubicBezTo>
                <a:lnTo>
                  <a:pt x="7089" y="6301"/>
                </a:lnTo>
                <a:lnTo>
                  <a:pt x="7089" y="11500"/>
                </a:lnTo>
                <a:cubicBezTo>
                  <a:pt x="7089" y="11689"/>
                  <a:pt x="7247" y="11846"/>
                  <a:pt x="7467" y="11846"/>
                </a:cubicBezTo>
                <a:cubicBezTo>
                  <a:pt x="7656" y="11846"/>
                  <a:pt x="7814" y="11689"/>
                  <a:pt x="7814" y="11500"/>
                </a:cubicBezTo>
                <a:lnTo>
                  <a:pt x="7814" y="10492"/>
                </a:lnTo>
                <a:lnTo>
                  <a:pt x="11279" y="10492"/>
                </a:lnTo>
                <a:lnTo>
                  <a:pt x="11279" y="11500"/>
                </a:lnTo>
                <a:cubicBezTo>
                  <a:pt x="11279" y="11689"/>
                  <a:pt x="11437" y="11846"/>
                  <a:pt x="11626" y="11846"/>
                </a:cubicBezTo>
                <a:cubicBezTo>
                  <a:pt x="11815" y="11846"/>
                  <a:pt x="11972" y="11689"/>
                  <a:pt x="11972" y="11500"/>
                </a:cubicBezTo>
                <a:lnTo>
                  <a:pt x="11972" y="3151"/>
                </a:lnTo>
                <a:cubicBezTo>
                  <a:pt x="11972" y="2962"/>
                  <a:pt x="11815" y="2804"/>
                  <a:pt x="11626" y="2804"/>
                </a:cubicBezTo>
                <a:lnTo>
                  <a:pt x="11279" y="2804"/>
                </a:lnTo>
                <a:lnTo>
                  <a:pt x="11279" y="2080"/>
                </a:lnTo>
                <a:lnTo>
                  <a:pt x="11626" y="2080"/>
                </a:lnTo>
                <a:cubicBezTo>
                  <a:pt x="11815" y="2080"/>
                  <a:pt x="11972" y="1922"/>
                  <a:pt x="11972" y="1733"/>
                </a:cubicBezTo>
                <a:lnTo>
                  <a:pt x="11972" y="347"/>
                </a:lnTo>
                <a:cubicBezTo>
                  <a:pt x="11752" y="158"/>
                  <a:pt x="11594" y="0"/>
                  <a:pt x="1140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62" name="Google Shape;11062;p136"/>
          <p:cNvGrpSpPr/>
          <p:nvPr/>
        </p:nvGrpSpPr>
        <p:grpSpPr>
          <a:xfrm>
            <a:off x="7075869" y="3670273"/>
            <a:ext cx="350371" cy="224918"/>
            <a:chOff x="5411225" y="2726350"/>
            <a:chExt cx="296950" cy="190625"/>
          </a:xfrm>
        </p:grpSpPr>
        <p:sp>
          <p:nvSpPr>
            <p:cNvPr id="11063" name="Google Shape;11063;p136"/>
            <p:cNvSpPr/>
            <p:nvPr/>
          </p:nvSpPr>
          <p:spPr>
            <a:xfrm>
              <a:off x="5534100" y="2794875"/>
              <a:ext cx="52000" cy="51225"/>
            </a:xfrm>
            <a:custGeom>
              <a:rect b="b" l="l" r="r" t="t"/>
              <a:pathLst>
                <a:path extrusionOk="0" h="2049" w="2080">
                  <a:moveTo>
                    <a:pt x="1009" y="662"/>
                  </a:moveTo>
                  <a:cubicBezTo>
                    <a:pt x="1229" y="662"/>
                    <a:pt x="1387" y="851"/>
                    <a:pt x="1387" y="1040"/>
                  </a:cubicBezTo>
                  <a:cubicBezTo>
                    <a:pt x="1387" y="1229"/>
                    <a:pt x="1229" y="1387"/>
                    <a:pt x="1009" y="1387"/>
                  </a:cubicBezTo>
                  <a:cubicBezTo>
                    <a:pt x="819" y="1387"/>
                    <a:pt x="662" y="1229"/>
                    <a:pt x="662" y="1040"/>
                  </a:cubicBezTo>
                  <a:cubicBezTo>
                    <a:pt x="662" y="851"/>
                    <a:pt x="819" y="662"/>
                    <a:pt x="1009" y="662"/>
                  </a:cubicBezTo>
                  <a:close/>
                  <a:moveTo>
                    <a:pt x="1009" y="0"/>
                  </a:moveTo>
                  <a:cubicBezTo>
                    <a:pt x="441" y="0"/>
                    <a:pt x="0" y="473"/>
                    <a:pt x="0" y="1040"/>
                  </a:cubicBezTo>
                  <a:cubicBezTo>
                    <a:pt x="0" y="1639"/>
                    <a:pt x="473" y="2048"/>
                    <a:pt x="1009" y="2048"/>
                  </a:cubicBezTo>
                  <a:cubicBezTo>
                    <a:pt x="1607" y="2048"/>
                    <a:pt x="2048" y="1576"/>
                    <a:pt x="2048" y="1040"/>
                  </a:cubicBezTo>
                  <a:cubicBezTo>
                    <a:pt x="2080" y="473"/>
                    <a:pt x="1607" y="0"/>
                    <a:pt x="100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4" name="Google Shape;11064;p136"/>
            <p:cNvSpPr/>
            <p:nvPr/>
          </p:nvSpPr>
          <p:spPr>
            <a:xfrm>
              <a:off x="5411225" y="2726350"/>
              <a:ext cx="296950" cy="190625"/>
            </a:xfrm>
            <a:custGeom>
              <a:rect b="b" l="l" r="r" t="t"/>
              <a:pathLst>
                <a:path extrusionOk="0" h="7625" w="11878">
                  <a:moveTo>
                    <a:pt x="5924" y="662"/>
                  </a:moveTo>
                  <a:cubicBezTo>
                    <a:pt x="7404" y="662"/>
                    <a:pt x="8759" y="1576"/>
                    <a:pt x="9641" y="2332"/>
                  </a:cubicBezTo>
                  <a:cubicBezTo>
                    <a:pt x="9736" y="2395"/>
                    <a:pt x="9830" y="2489"/>
                    <a:pt x="9925" y="2584"/>
                  </a:cubicBezTo>
                  <a:cubicBezTo>
                    <a:pt x="8696" y="2080"/>
                    <a:pt x="7278" y="1733"/>
                    <a:pt x="5924" y="1733"/>
                  </a:cubicBezTo>
                  <a:cubicBezTo>
                    <a:pt x="4569" y="1733"/>
                    <a:pt x="3183" y="2080"/>
                    <a:pt x="1954" y="2584"/>
                  </a:cubicBezTo>
                  <a:cubicBezTo>
                    <a:pt x="2048" y="2521"/>
                    <a:pt x="2111" y="2458"/>
                    <a:pt x="2206" y="2395"/>
                  </a:cubicBezTo>
                  <a:cubicBezTo>
                    <a:pt x="3151" y="1544"/>
                    <a:pt x="4474" y="662"/>
                    <a:pt x="5924" y="662"/>
                  </a:cubicBezTo>
                  <a:close/>
                  <a:moveTo>
                    <a:pt x="5924" y="2426"/>
                  </a:moveTo>
                  <a:cubicBezTo>
                    <a:pt x="6333" y="2426"/>
                    <a:pt x="6711" y="2489"/>
                    <a:pt x="7089" y="2521"/>
                  </a:cubicBezTo>
                  <a:cubicBezTo>
                    <a:pt x="7467" y="2836"/>
                    <a:pt x="7656" y="3308"/>
                    <a:pt x="7656" y="3813"/>
                  </a:cubicBezTo>
                  <a:cubicBezTo>
                    <a:pt x="7656" y="4758"/>
                    <a:pt x="6869" y="5545"/>
                    <a:pt x="5924" y="5545"/>
                  </a:cubicBezTo>
                  <a:cubicBezTo>
                    <a:pt x="4978" y="5545"/>
                    <a:pt x="4191" y="4758"/>
                    <a:pt x="4191" y="3813"/>
                  </a:cubicBezTo>
                  <a:cubicBezTo>
                    <a:pt x="4191" y="3308"/>
                    <a:pt x="4411" y="2836"/>
                    <a:pt x="4789" y="2521"/>
                  </a:cubicBezTo>
                  <a:cubicBezTo>
                    <a:pt x="5136" y="2489"/>
                    <a:pt x="5545" y="2426"/>
                    <a:pt x="5924" y="2426"/>
                  </a:cubicBezTo>
                  <a:close/>
                  <a:moveTo>
                    <a:pt x="3781" y="2710"/>
                  </a:moveTo>
                  <a:lnTo>
                    <a:pt x="3781" y="2710"/>
                  </a:lnTo>
                  <a:cubicBezTo>
                    <a:pt x="3624" y="3056"/>
                    <a:pt x="3498" y="3434"/>
                    <a:pt x="3498" y="3813"/>
                  </a:cubicBezTo>
                  <a:cubicBezTo>
                    <a:pt x="3498" y="5167"/>
                    <a:pt x="4600" y="6270"/>
                    <a:pt x="5924" y="6270"/>
                  </a:cubicBezTo>
                  <a:cubicBezTo>
                    <a:pt x="7278" y="6270"/>
                    <a:pt x="8381" y="5167"/>
                    <a:pt x="8381" y="3813"/>
                  </a:cubicBezTo>
                  <a:cubicBezTo>
                    <a:pt x="8381" y="3434"/>
                    <a:pt x="8286" y="3056"/>
                    <a:pt x="8097" y="2710"/>
                  </a:cubicBezTo>
                  <a:lnTo>
                    <a:pt x="8097" y="2710"/>
                  </a:lnTo>
                  <a:cubicBezTo>
                    <a:pt x="9137" y="2993"/>
                    <a:pt x="10145" y="3434"/>
                    <a:pt x="11027" y="3907"/>
                  </a:cubicBezTo>
                  <a:cubicBezTo>
                    <a:pt x="10744" y="4222"/>
                    <a:pt x="10240" y="4789"/>
                    <a:pt x="9547" y="5356"/>
                  </a:cubicBezTo>
                  <a:cubicBezTo>
                    <a:pt x="8601" y="6144"/>
                    <a:pt x="7310" y="6932"/>
                    <a:pt x="5924" y="6932"/>
                  </a:cubicBezTo>
                  <a:cubicBezTo>
                    <a:pt x="4474" y="6932"/>
                    <a:pt x="3088" y="6018"/>
                    <a:pt x="2237" y="5262"/>
                  </a:cubicBezTo>
                  <a:cubicBezTo>
                    <a:pt x="1607" y="4726"/>
                    <a:pt x="1135" y="4222"/>
                    <a:pt x="851" y="3907"/>
                  </a:cubicBezTo>
                  <a:cubicBezTo>
                    <a:pt x="1733" y="3371"/>
                    <a:pt x="2710" y="2962"/>
                    <a:pt x="3781" y="2710"/>
                  </a:cubicBezTo>
                  <a:close/>
                  <a:moveTo>
                    <a:pt x="5924" y="0"/>
                  </a:moveTo>
                  <a:cubicBezTo>
                    <a:pt x="4411" y="0"/>
                    <a:pt x="2931" y="820"/>
                    <a:pt x="1765" y="1796"/>
                  </a:cubicBezTo>
                  <a:cubicBezTo>
                    <a:pt x="725" y="2678"/>
                    <a:pt x="95" y="3592"/>
                    <a:pt x="64" y="3624"/>
                  </a:cubicBezTo>
                  <a:cubicBezTo>
                    <a:pt x="1" y="3750"/>
                    <a:pt x="1" y="3907"/>
                    <a:pt x="64" y="4002"/>
                  </a:cubicBezTo>
                  <a:cubicBezTo>
                    <a:pt x="95" y="4065"/>
                    <a:pt x="725" y="4915"/>
                    <a:pt x="1765" y="5829"/>
                  </a:cubicBezTo>
                  <a:cubicBezTo>
                    <a:pt x="2931" y="6805"/>
                    <a:pt x="4348" y="7625"/>
                    <a:pt x="5924" y="7625"/>
                  </a:cubicBezTo>
                  <a:cubicBezTo>
                    <a:pt x="7436" y="7625"/>
                    <a:pt x="8759" y="6900"/>
                    <a:pt x="9925" y="5955"/>
                  </a:cubicBezTo>
                  <a:cubicBezTo>
                    <a:pt x="10712" y="5325"/>
                    <a:pt x="11374" y="4600"/>
                    <a:pt x="11815" y="4002"/>
                  </a:cubicBezTo>
                  <a:cubicBezTo>
                    <a:pt x="11878" y="3907"/>
                    <a:pt x="11878" y="3750"/>
                    <a:pt x="11815" y="3624"/>
                  </a:cubicBezTo>
                  <a:cubicBezTo>
                    <a:pt x="11752" y="3592"/>
                    <a:pt x="11122" y="2710"/>
                    <a:pt x="10114" y="1796"/>
                  </a:cubicBezTo>
                  <a:cubicBezTo>
                    <a:pt x="8916" y="820"/>
                    <a:pt x="7499" y="0"/>
                    <a:pt x="592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65" name="Google Shape;11065;p136"/>
          <p:cNvGrpSpPr/>
          <p:nvPr/>
        </p:nvGrpSpPr>
        <p:grpSpPr>
          <a:xfrm>
            <a:off x="6185904" y="4059546"/>
            <a:ext cx="351286" cy="326390"/>
            <a:chOff x="6524150" y="1938725"/>
            <a:chExt cx="297725" cy="276625"/>
          </a:xfrm>
        </p:grpSpPr>
        <p:sp>
          <p:nvSpPr>
            <p:cNvPr id="11066" name="Google Shape;11066;p136"/>
            <p:cNvSpPr/>
            <p:nvPr/>
          </p:nvSpPr>
          <p:spPr>
            <a:xfrm>
              <a:off x="6524150" y="2025375"/>
              <a:ext cx="297725" cy="189975"/>
            </a:xfrm>
            <a:custGeom>
              <a:rect b="b" l="l" r="r" t="t"/>
              <a:pathLst>
                <a:path extrusionOk="0" h="7599" w="11909">
                  <a:moveTo>
                    <a:pt x="9767" y="2079"/>
                  </a:moveTo>
                  <a:lnTo>
                    <a:pt x="9767" y="5198"/>
                  </a:lnTo>
                  <a:cubicBezTo>
                    <a:pt x="9735" y="5041"/>
                    <a:pt x="9672" y="4915"/>
                    <a:pt x="9546" y="4789"/>
                  </a:cubicBezTo>
                  <a:lnTo>
                    <a:pt x="7813" y="3056"/>
                  </a:lnTo>
                  <a:cubicBezTo>
                    <a:pt x="7624" y="2867"/>
                    <a:pt x="7341" y="2741"/>
                    <a:pt x="7057" y="2741"/>
                  </a:cubicBezTo>
                  <a:lnTo>
                    <a:pt x="6018" y="2741"/>
                  </a:lnTo>
                  <a:cubicBezTo>
                    <a:pt x="5923" y="2741"/>
                    <a:pt x="5797" y="2836"/>
                    <a:pt x="5734" y="2930"/>
                  </a:cubicBezTo>
                  <a:lnTo>
                    <a:pt x="5482" y="3403"/>
                  </a:lnTo>
                  <a:cubicBezTo>
                    <a:pt x="5293" y="3812"/>
                    <a:pt x="4883" y="4001"/>
                    <a:pt x="4505" y="4001"/>
                  </a:cubicBezTo>
                  <a:lnTo>
                    <a:pt x="5356" y="2269"/>
                  </a:lnTo>
                  <a:cubicBezTo>
                    <a:pt x="5419" y="2143"/>
                    <a:pt x="5576" y="2079"/>
                    <a:pt x="5671" y="2079"/>
                  </a:cubicBezTo>
                  <a:close/>
                  <a:moveTo>
                    <a:pt x="1418" y="2079"/>
                  </a:moveTo>
                  <a:lnTo>
                    <a:pt x="1418" y="5545"/>
                  </a:lnTo>
                  <a:lnTo>
                    <a:pt x="725" y="5545"/>
                  </a:lnTo>
                  <a:lnTo>
                    <a:pt x="725" y="2079"/>
                  </a:lnTo>
                  <a:close/>
                  <a:moveTo>
                    <a:pt x="11153" y="2079"/>
                  </a:moveTo>
                  <a:lnTo>
                    <a:pt x="11153" y="5545"/>
                  </a:lnTo>
                  <a:lnTo>
                    <a:pt x="10460" y="5545"/>
                  </a:lnTo>
                  <a:lnTo>
                    <a:pt x="10460" y="2079"/>
                  </a:lnTo>
                  <a:close/>
                  <a:moveTo>
                    <a:pt x="6931" y="630"/>
                  </a:moveTo>
                  <a:cubicBezTo>
                    <a:pt x="6774" y="1008"/>
                    <a:pt x="6427" y="1323"/>
                    <a:pt x="5955" y="1323"/>
                  </a:cubicBezTo>
                  <a:lnTo>
                    <a:pt x="5671" y="1323"/>
                  </a:lnTo>
                  <a:cubicBezTo>
                    <a:pt x="5293" y="1323"/>
                    <a:pt x="4946" y="1575"/>
                    <a:pt x="4726" y="1922"/>
                  </a:cubicBezTo>
                  <a:lnTo>
                    <a:pt x="3655" y="4064"/>
                  </a:lnTo>
                  <a:cubicBezTo>
                    <a:pt x="3623" y="4127"/>
                    <a:pt x="3623" y="4253"/>
                    <a:pt x="3655" y="4316"/>
                  </a:cubicBezTo>
                  <a:cubicBezTo>
                    <a:pt x="3718" y="4411"/>
                    <a:pt x="3781" y="4474"/>
                    <a:pt x="3875" y="4537"/>
                  </a:cubicBezTo>
                  <a:cubicBezTo>
                    <a:pt x="4088" y="4627"/>
                    <a:pt x="4310" y="4670"/>
                    <a:pt x="4532" y="4670"/>
                  </a:cubicBezTo>
                  <a:cubicBezTo>
                    <a:pt x="5165" y="4670"/>
                    <a:pt x="5785" y="4316"/>
                    <a:pt x="6112" y="3686"/>
                  </a:cubicBezTo>
                  <a:lnTo>
                    <a:pt x="6238" y="3434"/>
                  </a:lnTo>
                  <a:lnTo>
                    <a:pt x="7026" y="3434"/>
                  </a:lnTo>
                  <a:cubicBezTo>
                    <a:pt x="7089" y="3434"/>
                    <a:pt x="7215" y="3466"/>
                    <a:pt x="7246" y="3529"/>
                  </a:cubicBezTo>
                  <a:lnTo>
                    <a:pt x="8979" y="5261"/>
                  </a:lnTo>
                  <a:cubicBezTo>
                    <a:pt x="9137" y="5419"/>
                    <a:pt x="9137" y="5545"/>
                    <a:pt x="9105" y="5640"/>
                  </a:cubicBezTo>
                  <a:cubicBezTo>
                    <a:pt x="9105" y="5671"/>
                    <a:pt x="9042" y="5829"/>
                    <a:pt x="8885" y="5860"/>
                  </a:cubicBezTo>
                  <a:lnTo>
                    <a:pt x="5576" y="6805"/>
                  </a:lnTo>
                  <a:cubicBezTo>
                    <a:pt x="5543" y="6814"/>
                    <a:pt x="5507" y="6818"/>
                    <a:pt x="5470" y="6818"/>
                  </a:cubicBezTo>
                  <a:cubicBezTo>
                    <a:pt x="5371" y="6818"/>
                    <a:pt x="5268" y="6788"/>
                    <a:pt x="5198" y="6742"/>
                  </a:cubicBezTo>
                  <a:lnTo>
                    <a:pt x="4096" y="5640"/>
                  </a:lnTo>
                  <a:cubicBezTo>
                    <a:pt x="4033" y="5545"/>
                    <a:pt x="3938" y="5514"/>
                    <a:pt x="3875" y="5514"/>
                  </a:cubicBezTo>
                  <a:lnTo>
                    <a:pt x="2111" y="5514"/>
                  </a:lnTo>
                  <a:lnTo>
                    <a:pt x="2111" y="2048"/>
                  </a:lnTo>
                  <a:lnTo>
                    <a:pt x="2741" y="2048"/>
                  </a:lnTo>
                  <a:cubicBezTo>
                    <a:pt x="3119" y="2048"/>
                    <a:pt x="3466" y="1796"/>
                    <a:pt x="3686" y="1449"/>
                  </a:cubicBezTo>
                  <a:lnTo>
                    <a:pt x="4001" y="819"/>
                  </a:lnTo>
                  <a:cubicBezTo>
                    <a:pt x="4064" y="693"/>
                    <a:pt x="4190" y="630"/>
                    <a:pt x="4316" y="630"/>
                  </a:cubicBezTo>
                  <a:close/>
                  <a:moveTo>
                    <a:pt x="4316" y="0"/>
                  </a:moveTo>
                  <a:cubicBezTo>
                    <a:pt x="3907" y="0"/>
                    <a:pt x="3560" y="221"/>
                    <a:pt x="3371" y="599"/>
                  </a:cubicBezTo>
                  <a:lnTo>
                    <a:pt x="3056" y="1229"/>
                  </a:lnTo>
                  <a:cubicBezTo>
                    <a:pt x="2962" y="1323"/>
                    <a:pt x="2836" y="1418"/>
                    <a:pt x="2741" y="1418"/>
                  </a:cubicBezTo>
                  <a:lnTo>
                    <a:pt x="378" y="1418"/>
                  </a:lnTo>
                  <a:cubicBezTo>
                    <a:pt x="158" y="1418"/>
                    <a:pt x="0" y="1575"/>
                    <a:pt x="0" y="1764"/>
                  </a:cubicBezTo>
                  <a:lnTo>
                    <a:pt x="0" y="5955"/>
                  </a:lnTo>
                  <a:cubicBezTo>
                    <a:pt x="0" y="6144"/>
                    <a:pt x="158" y="6301"/>
                    <a:pt x="378" y="6301"/>
                  </a:cubicBezTo>
                  <a:lnTo>
                    <a:pt x="3718" y="6301"/>
                  </a:lnTo>
                  <a:lnTo>
                    <a:pt x="4694" y="7278"/>
                  </a:lnTo>
                  <a:cubicBezTo>
                    <a:pt x="4894" y="7477"/>
                    <a:pt x="5139" y="7598"/>
                    <a:pt x="5410" y="7598"/>
                  </a:cubicBezTo>
                  <a:cubicBezTo>
                    <a:pt x="5525" y="7598"/>
                    <a:pt x="5644" y="7577"/>
                    <a:pt x="5766" y="7530"/>
                  </a:cubicBezTo>
                  <a:lnTo>
                    <a:pt x="9074" y="6553"/>
                  </a:lnTo>
                  <a:cubicBezTo>
                    <a:pt x="9263" y="6522"/>
                    <a:pt x="9420" y="6396"/>
                    <a:pt x="9578" y="6238"/>
                  </a:cubicBezTo>
                  <a:lnTo>
                    <a:pt x="11562" y="6238"/>
                  </a:lnTo>
                  <a:cubicBezTo>
                    <a:pt x="11751" y="6238"/>
                    <a:pt x="11909" y="6081"/>
                    <a:pt x="11909" y="5892"/>
                  </a:cubicBezTo>
                  <a:lnTo>
                    <a:pt x="11909" y="1733"/>
                  </a:lnTo>
                  <a:cubicBezTo>
                    <a:pt x="11877" y="1544"/>
                    <a:pt x="11720" y="1386"/>
                    <a:pt x="11499" y="1386"/>
                  </a:cubicBezTo>
                  <a:lnTo>
                    <a:pt x="7341" y="1386"/>
                  </a:lnTo>
                  <a:cubicBezTo>
                    <a:pt x="7561" y="1103"/>
                    <a:pt x="7687" y="693"/>
                    <a:pt x="7687" y="347"/>
                  </a:cubicBezTo>
                  <a:cubicBezTo>
                    <a:pt x="7687" y="158"/>
                    <a:pt x="7530" y="0"/>
                    <a:pt x="734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7" name="Google Shape;11067;p136"/>
            <p:cNvSpPr/>
            <p:nvPr/>
          </p:nvSpPr>
          <p:spPr>
            <a:xfrm>
              <a:off x="6664325" y="1938725"/>
              <a:ext cx="17375" cy="43350"/>
            </a:xfrm>
            <a:custGeom>
              <a:rect b="b" l="l" r="r" t="t"/>
              <a:pathLst>
                <a:path extrusionOk="0" h="1734" w="695">
                  <a:moveTo>
                    <a:pt x="348" y="1"/>
                  </a:moveTo>
                  <a:cubicBezTo>
                    <a:pt x="159" y="1"/>
                    <a:pt x="1" y="158"/>
                    <a:pt x="1" y="347"/>
                  </a:cubicBezTo>
                  <a:lnTo>
                    <a:pt x="1" y="1355"/>
                  </a:lnTo>
                  <a:cubicBezTo>
                    <a:pt x="1" y="1576"/>
                    <a:pt x="159" y="1733"/>
                    <a:pt x="348" y="1733"/>
                  </a:cubicBezTo>
                  <a:cubicBezTo>
                    <a:pt x="537" y="1733"/>
                    <a:pt x="694" y="1576"/>
                    <a:pt x="694" y="1355"/>
                  </a:cubicBezTo>
                  <a:lnTo>
                    <a:pt x="694" y="347"/>
                  </a:lnTo>
                  <a:cubicBezTo>
                    <a:pt x="694" y="158"/>
                    <a:pt x="537" y="1"/>
                    <a:pt x="3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8" name="Google Shape;11068;p136"/>
            <p:cNvSpPr/>
            <p:nvPr/>
          </p:nvSpPr>
          <p:spPr>
            <a:xfrm>
              <a:off x="6594250" y="1972800"/>
              <a:ext cx="35450" cy="35275"/>
            </a:xfrm>
            <a:custGeom>
              <a:rect b="b" l="l" r="r" t="t"/>
              <a:pathLst>
                <a:path extrusionOk="0" h="1411" w="1418">
                  <a:moveTo>
                    <a:pt x="374" y="0"/>
                  </a:moveTo>
                  <a:cubicBezTo>
                    <a:pt x="291" y="0"/>
                    <a:pt x="205" y="40"/>
                    <a:pt x="126" y="118"/>
                  </a:cubicBezTo>
                  <a:cubicBezTo>
                    <a:pt x="0" y="244"/>
                    <a:pt x="0" y="496"/>
                    <a:pt x="126" y="591"/>
                  </a:cubicBezTo>
                  <a:lnTo>
                    <a:pt x="819" y="1316"/>
                  </a:lnTo>
                  <a:cubicBezTo>
                    <a:pt x="882" y="1379"/>
                    <a:pt x="969" y="1410"/>
                    <a:pt x="1055" y="1410"/>
                  </a:cubicBezTo>
                  <a:cubicBezTo>
                    <a:pt x="1142" y="1410"/>
                    <a:pt x="1229" y="1379"/>
                    <a:pt x="1292" y="1316"/>
                  </a:cubicBezTo>
                  <a:cubicBezTo>
                    <a:pt x="1418" y="1190"/>
                    <a:pt x="1418" y="969"/>
                    <a:pt x="1292" y="843"/>
                  </a:cubicBezTo>
                  <a:lnTo>
                    <a:pt x="599" y="118"/>
                  </a:lnTo>
                  <a:cubicBezTo>
                    <a:pt x="536" y="40"/>
                    <a:pt x="457" y="0"/>
                    <a:pt x="37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9" name="Google Shape;11069;p136"/>
            <p:cNvSpPr/>
            <p:nvPr/>
          </p:nvSpPr>
          <p:spPr>
            <a:xfrm>
              <a:off x="6715525" y="1972800"/>
              <a:ext cx="35475" cy="35275"/>
            </a:xfrm>
            <a:custGeom>
              <a:rect b="b" l="l" r="r" t="t"/>
              <a:pathLst>
                <a:path extrusionOk="0" h="1411" w="1419">
                  <a:moveTo>
                    <a:pt x="1056" y="0"/>
                  </a:moveTo>
                  <a:cubicBezTo>
                    <a:pt x="970" y="0"/>
                    <a:pt x="883" y="40"/>
                    <a:pt x="820" y="118"/>
                  </a:cubicBezTo>
                  <a:lnTo>
                    <a:pt x="127" y="843"/>
                  </a:lnTo>
                  <a:cubicBezTo>
                    <a:pt x="1" y="969"/>
                    <a:pt x="1" y="1190"/>
                    <a:pt x="127" y="1316"/>
                  </a:cubicBezTo>
                  <a:cubicBezTo>
                    <a:pt x="174" y="1379"/>
                    <a:pt x="261" y="1410"/>
                    <a:pt x="351" y="1410"/>
                  </a:cubicBezTo>
                  <a:cubicBezTo>
                    <a:pt x="442" y="1410"/>
                    <a:pt x="536" y="1379"/>
                    <a:pt x="599" y="1316"/>
                  </a:cubicBezTo>
                  <a:lnTo>
                    <a:pt x="1293" y="591"/>
                  </a:lnTo>
                  <a:cubicBezTo>
                    <a:pt x="1419" y="496"/>
                    <a:pt x="1419" y="244"/>
                    <a:pt x="1293" y="118"/>
                  </a:cubicBezTo>
                  <a:cubicBezTo>
                    <a:pt x="1230" y="40"/>
                    <a:pt x="1143" y="0"/>
                    <a:pt x="105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70" name="Google Shape;11070;p136"/>
          <p:cNvGrpSpPr/>
          <p:nvPr/>
        </p:nvGrpSpPr>
        <p:grpSpPr>
          <a:xfrm>
            <a:off x="6637536" y="1304166"/>
            <a:ext cx="350401" cy="349457"/>
            <a:chOff x="2141000" y="1954475"/>
            <a:chExt cx="296975" cy="296175"/>
          </a:xfrm>
        </p:grpSpPr>
        <p:sp>
          <p:nvSpPr>
            <p:cNvPr id="11071" name="Google Shape;11071;p136"/>
            <p:cNvSpPr/>
            <p:nvPr/>
          </p:nvSpPr>
          <p:spPr>
            <a:xfrm>
              <a:off x="2280425" y="1989925"/>
              <a:ext cx="104775" cy="68550"/>
            </a:xfrm>
            <a:custGeom>
              <a:rect b="b" l="l" r="r" t="t"/>
              <a:pathLst>
                <a:path extrusionOk="0" h="2742" w="4191">
                  <a:moveTo>
                    <a:pt x="347" y="0"/>
                  </a:moveTo>
                  <a:cubicBezTo>
                    <a:pt x="158" y="0"/>
                    <a:pt x="0" y="158"/>
                    <a:pt x="0" y="347"/>
                  </a:cubicBezTo>
                  <a:cubicBezTo>
                    <a:pt x="0" y="505"/>
                    <a:pt x="158" y="662"/>
                    <a:pt x="315" y="662"/>
                  </a:cubicBezTo>
                  <a:lnTo>
                    <a:pt x="2426" y="662"/>
                  </a:lnTo>
                  <a:cubicBezTo>
                    <a:pt x="2615" y="662"/>
                    <a:pt x="2773" y="820"/>
                    <a:pt x="2773" y="1009"/>
                  </a:cubicBezTo>
                  <a:lnTo>
                    <a:pt x="2773" y="1576"/>
                  </a:lnTo>
                  <a:lnTo>
                    <a:pt x="2678" y="1450"/>
                  </a:lnTo>
                  <a:cubicBezTo>
                    <a:pt x="2615" y="1387"/>
                    <a:pt x="2521" y="1355"/>
                    <a:pt x="2430" y="1355"/>
                  </a:cubicBezTo>
                  <a:cubicBezTo>
                    <a:pt x="2340" y="1355"/>
                    <a:pt x="2253" y="1387"/>
                    <a:pt x="2206" y="1450"/>
                  </a:cubicBezTo>
                  <a:cubicBezTo>
                    <a:pt x="2080" y="1576"/>
                    <a:pt x="2080" y="1796"/>
                    <a:pt x="2206" y="1922"/>
                  </a:cubicBezTo>
                  <a:lnTo>
                    <a:pt x="2899" y="2647"/>
                  </a:lnTo>
                  <a:cubicBezTo>
                    <a:pt x="2993" y="2710"/>
                    <a:pt x="3056" y="2741"/>
                    <a:pt x="3151" y="2741"/>
                  </a:cubicBezTo>
                  <a:cubicBezTo>
                    <a:pt x="3214" y="2741"/>
                    <a:pt x="3340" y="2710"/>
                    <a:pt x="3371" y="2647"/>
                  </a:cubicBezTo>
                  <a:lnTo>
                    <a:pt x="4096" y="1922"/>
                  </a:lnTo>
                  <a:cubicBezTo>
                    <a:pt x="4191" y="1796"/>
                    <a:pt x="4191" y="1576"/>
                    <a:pt x="4096" y="1450"/>
                  </a:cubicBezTo>
                  <a:cubicBezTo>
                    <a:pt x="4033" y="1387"/>
                    <a:pt x="3938" y="1355"/>
                    <a:pt x="3848" y="1355"/>
                  </a:cubicBezTo>
                  <a:cubicBezTo>
                    <a:pt x="3757" y="1355"/>
                    <a:pt x="3671" y="1387"/>
                    <a:pt x="3623" y="1450"/>
                  </a:cubicBezTo>
                  <a:lnTo>
                    <a:pt x="3497" y="1576"/>
                  </a:lnTo>
                  <a:lnTo>
                    <a:pt x="3497" y="1009"/>
                  </a:lnTo>
                  <a:cubicBezTo>
                    <a:pt x="3497" y="442"/>
                    <a:pt x="3025" y="0"/>
                    <a:pt x="245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2" name="Google Shape;11072;p136"/>
            <p:cNvSpPr/>
            <p:nvPr/>
          </p:nvSpPr>
          <p:spPr>
            <a:xfrm>
              <a:off x="2174875" y="2145875"/>
              <a:ext cx="105575" cy="69325"/>
            </a:xfrm>
            <a:custGeom>
              <a:rect b="b" l="l" r="r" t="t"/>
              <a:pathLst>
                <a:path extrusionOk="0" h="2773" w="4223">
                  <a:moveTo>
                    <a:pt x="1056" y="0"/>
                  </a:moveTo>
                  <a:cubicBezTo>
                    <a:pt x="969" y="0"/>
                    <a:pt x="883" y="32"/>
                    <a:pt x="820" y="95"/>
                  </a:cubicBezTo>
                  <a:lnTo>
                    <a:pt x="95" y="820"/>
                  </a:lnTo>
                  <a:cubicBezTo>
                    <a:pt x="1" y="914"/>
                    <a:pt x="1" y="1166"/>
                    <a:pt x="95" y="1292"/>
                  </a:cubicBezTo>
                  <a:cubicBezTo>
                    <a:pt x="158" y="1339"/>
                    <a:pt x="253" y="1363"/>
                    <a:pt x="343" y="1363"/>
                  </a:cubicBezTo>
                  <a:cubicBezTo>
                    <a:pt x="434" y="1363"/>
                    <a:pt x="521" y="1339"/>
                    <a:pt x="568" y="1292"/>
                  </a:cubicBezTo>
                  <a:lnTo>
                    <a:pt x="694" y="1166"/>
                  </a:lnTo>
                  <a:lnTo>
                    <a:pt x="694" y="1702"/>
                  </a:lnTo>
                  <a:cubicBezTo>
                    <a:pt x="757" y="2300"/>
                    <a:pt x="1229" y="2773"/>
                    <a:pt x="1765" y="2773"/>
                  </a:cubicBezTo>
                  <a:lnTo>
                    <a:pt x="3844" y="2773"/>
                  </a:lnTo>
                  <a:cubicBezTo>
                    <a:pt x="4065" y="2773"/>
                    <a:pt x="4222" y="2615"/>
                    <a:pt x="4222" y="2426"/>
                  </a:cubicBezTo>
                  <a:cubicBezTo>
                    <a:pt x="4222" y="2237"/>
                    <a:pt x="4065" y="2080"/>
                    <a:pt x="3844" y="2080"/>
                  </a:cubicBezTo>
                  <a:lnTo>
                    <a:pt x="1765" y="2080"/>
                  </a:lnTo>
                  <a:cubicBezTo>
                    <a:pt x="1576" y="2080"/>
                    <a:pt x="1418" y="1922"/>
                    <a:pt x="1418" y="1702"/>
                  </a:cubicBezTo>
                  <a:lnTo>
                    <a:pt x="1418" y="1166"/>
                  </a:lnTo>
                  <a:lnTo>
                    <a:pt x="1544" y="1292"/>
                  </a:lnTo>
                  <a:cubicBezTo>
                    <a:pt x="1592" y="1339"/>
                    <a:pt x="1678" y="1363"/>
                    <a:pt x="1769" y="1363"/>
                  </a:cubicBezTo>
                  <a:cubicBezTo>
                    <a:pt x="1859" y="1363"/>
                    <a:pt x="1954" y="1339"/>
                    <a:pt x="2017" y="1292"/>
                  </a:cubicBezTo>
                  <a:cubicBezTo>
                    <a:pt x="2112" y="1166"/>
                    <a:pt x="2112" y="914"/>
                    <a:pt x="2017" y="820"/>
                  </a:cubicBezTo>
                  <a:lnTo>
                    <a:pt x="1292" y="95"/>
                  </a:lnTo>
                  <a:cubicBezTo>
                    <a:pt x="1229" y="32"/>
                    <a:pt x="1143" y="0"/>
                    <a:pt x="105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3" name="Google Shape;11073;p136"/>
            <p:cNvSpPr/>
            <p:nvPr/>
          </p:nvSpPr>
          <p:spPr>
            <a:xfrm>
              <a:off x="2141000" y="1954475"/>
              <a:ext cx="139450" cy="174100"/>
            </a:xfrm>
            <a:custGeom>
              <a:rect b="b" l="l" r="r" t="t"/>
              <a:pathLst>
                <a:path extrusionOk="0" h="6964" w="5578">
                  <a:moveTo>
                    <a:pt x="2773" y="694"/>
                  </a:moveTo>
                  <a:cubicBezTo>
                    <a:pt x="3372" y="694"/>
                    <a:pt x="3782" y="1166"/>
                    <a:pt x="3782" y="1734"/>
                  </a:cubicBezTo>
                  <a:cubicBezTo>
                    <a:pt x="3782" y="2301"/>
                    <a:pt x="3309" y="2742"/>
                    <a:pt x="2773" y="2742"/>
                  </a:cubicBezTo>
                  <a:cubicBezTo>
                    <a:pt x="2175" y="2742"/>
                    <a:pt x="1734" y="2269"/>
                    <a:pt x="1734" y="1734"/>
                  </a:cubicBezTo>
                  <a:cubicBezTo>
                    <a:pt x="1734" y="1166"/>
                    <a:pt x="2206" y="694"/>
                    <a:pt x="2773" y="694"/>
                  </a:cubicBezTo>
                  <a:close/>
                  <a:moveTo>
                    <a:pt x="2773" y="3466"/>
                  </a:moveTo>
                  <a:cubicBezTo>
                    <a:pt x="3908" y="3466"/>
                    <a:pt x="4853" y="4411"/>
                    <a:pt x="4853" y="5546"/>
                  </a:cubicBezTo>
                  <a:lnTo>
                    <a:pt x="4853" y="6270"/>
                  </a:lnTo>
                  <a:lnTo>
                    <a:pt x="694" y="6270"/>
                  </a:lnTo>
                  <a:lnTo>
                    <a:pt x="694" y="5546"/>
                  </a:lnTo>
                  <a:cubicBezTo>
                    <a:pt x="694" y="4411"/>
                    <a:pt x="1639" y="3466"/>
                    <a:pt x="2773" y="3466"/>
                  </a:cubicBezTo>
                  <a:close/>
                  <a:moveTo>
                    <a:pt x="2805" y="1"/>
                  </a:moveTo>
                  <a:cubicBezTo>
                    <a:pt x="1860" y="1"/>
                    <a:pt x="1072" y="788"/>
                    <a:pt x="1072" y="1734"/>
                  </a:cubicBezTo>
                  <a:cubicBezTo>
                    <a:pt x="1072" y="2238"/>
                    <a:pt x="1324" y="2710"/>
                    <a:pt x="1671" y="3025"/>
                  </a:cubicBezTo>
                  <a:cubicBezTo>
                    <a:pt x="726" y="3466"/>
                    <a:pt x="64" y="4443"/>
                    <a:pt x="64" y="5577"/>
                  </a:cubicBezTo>
                  <a:lnTo>
                    <a:pt x="64" y="6617"/>
                  </a:lnTo>
                  <a:cubicBezTo>
                    <a:pt x="1" y="6806"/>
                    <a:pt x="159" y="6963"/>
                    <a:pt x="379" y="6963"/>
                  </a:cubicBezTo>
                  <a:lnTo>
                    <a:pt x="5199" y="6963"/>
                  </a:lnTo>
                  <a:cubicBezTo>
                    <a:pt x="5420" y="6963"/>
                    <a:pt x="5577" y="6806"/>
                    <a:pt x="5577" y="6617"/>
                  </a:cubicBezTo>
                  <a:lnTo>
                    <a:pt x="5577" y="5577"/>
                  </a:lnTo>
                  <a:cubicBezTo>
                    <a:pt x="5577" y="4443"/>
                    <a:pt x="4884" y="3498"/>
                    <a:pt x="3939" y="3025"/>
                  </a:cubicBezTo>
                  <a:cubicBezTo>
                    <a:pt x="4317" y="2710"/>
                    <a:pt x="4538" y="2238"/>
                    <a:pt x="4538" y="1734"/>
                  </a:cubicBezTo>
                  <a:cubicBezTo>
                    <a:pt x="4538" y="788"/>
                    <a:pt x="3750" y="1"/>
                    <a:pt x="280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4" name="Google Shape;11074;p136"/>
            <p:cNvSpPr/>
            <p:nvPr/>
          </p:nvSpPr>
          <p:spPr>
            <a:xfrm>
              <a:off x="2298525" y="2076550"/>
              <a:ext cx="139450" cy="174100"/>
            </a:xfrm>
            <a:custGeom>
              <a:rect b="b" l="l" r="r" t="t"/>
              <a:pathLst>
                <a:path extrusionOk="0" h="6964" w="5578">
                  <a:moveTo>
                    <a:pt x="2773" y="663"/>
                  </a:moveTo>
                  <a:cubicBezTo>
                    <a:pt x="3372" y="663"/>
                    <a:pt x="3782" y="1135"/>
                    <a:pt x="3782" y="1702"/>
                  </a:cubicBezTo>
                  <a:cubicBezTo>
                    <a:pt x="3782" y="2238"/>
                    <a:pt x="3309" y="2710"/>
                    <a:pt x="2773" y="2710"/>
                  </a:cubicBezTo>
                  <a:cubicBezTo>
                    <a:pt x="2175" y="2710"/>
                    <a:pt x="1734" y="2238"/>
                    <a:pt x="1734" y="1702"/>
                  </a:cubicBezTo>
                  <a:cubicBezTo>
                    <a:pt x="1734" y="1135"/>
                    <a:pt x="2175" y="663"/>
                    <a:pt x="2773" y="663"/>
                  </a:cubicBezTo>
                  <a:close/>
                  <a:moveTo>
                    <a:pt x="2773" y="3467"/>
                  </a:moveTo>
                  <a:cubicBezTo>
                    <a:pt x="3908" y="3467"/>
                    <a:pt x="4853" y="4412"/>
                    <a:pt x="4853" y="5546"/>
                  </a:cubicBezTo>
                  <a:lnTo>
                    <a:pt x="4853" y="6270"/>
                  </a:lnTo>
                  <a:lnTo>
                    <a:pt x="694" y="6270"/>
                  </a:lnTo>
                  <a:lnTo>
                    <a:pt x="694" y="5546"/>
                  </a:lnTo>
                  <a:cubicBezTo>
                    <a:pt x="694" y="4412"/>
                    <a:pt x="1639" y="3467"/>
                    <a:pt x="2773" y="3467"/>
                  </a:cubicBezTo>
                  <a:close/>
                  <a:moveTo>
                    <a:pt x="2773" y="1"/>
                  </a:moveTo>
                  <a:cubicBezTo>
                    <a:pt x="1828" y="1"/>
                    <a:pt x="1041" y="789"/>
                    <a:pt x="1041" y="1734"/>
                  </a:cubicBezTo>
                  <a:cubicBezTo>
                    <a:pt x="1041" y="2238"/>
                    <a:pt x="1261" y="2710"/>
                    <a:pt x="1608" y="3025"/>
                  </a:cubicBezTo>
                  <a:cubicBezTo>
                    <a:pt x="663" y="3467"/>
                    <a:pt x="1" y="4443"/>
                    <a:pt x="1" y="5546"/>
                  </a:cubicBezTo>
                  <a:lnTo>
                    <a:pt x="1" y="6617"/>
                  </a:lnTo>
                  <a:cubicBezTo>
                    <a:pt x="1" y="6806"/>
                    <a:pt x="159" y="6964"/>
                    <a:pt x="379" y="6964"/>
                  </a:cubicBezTo>
                  <a:lnTo>
                    <a:pt x="5199" y="6964"/>
                  </a:lnTo>
                  <a:cubicBezTo>
                    <a:pt x="5420" y="6964"/>
                    <a:pt x="5577" y="6806"/>
                    <a:pt x="5577" y="6617"/>
                  </a:cubicBezTo>
                  <a:lnTo>
                    <a:pt x="5577" y="5546"/>
                  </a:lnTo>
                  <a:cubicBezTo>
                    <a:pt x="5514" y="4412"/>
                    <a:pt x="4853" y="3467"/>
                    <a:pt x="3908" y="3025"/>
                  </a:cubicBezTo>
                  <a:cubicBezTo>
                    <a:pt x="4254" y="2710"/>
                    <a:pt x="4506" y="2238"/>
                    <a:pt x="4506" y="1734"/>
                  </a:cubicBezTo>
                  <a:cubicBezTo>
                    <a:pt x="4506" y="789"/>
                    <a:pt x="3719" y="1"/>
                    <a:pt x="277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75" name="Google Shape;11075;p136"/>
          <p:cNvGrpSpPr/>
          <p:nvPr/>
        </p:nvGrpSpPr>
        <p:grpSpPr>
          <a:xfrm>
            <a:off x="6631047" y="1756007"/>
            <a:ext cx="363380" cy="348778"/>
            <a:chOff x="2140225" y="2318650"/>
            <a:chExt cx="307975" cy="295600"/>
          </a:xfrm>
        </p:grpSpPr>
        <p:sp>
          <p:nvSpPr>
            <p:cNvPr id="11076" name="Google Shape;11076;p136"/>
            <p:cNvSpPr/>
            <p:nvPr/>
          </p:nvSpPr>
          <p:spPr>
            <a:xfrm>
              <a:off x="2281200" y="2353025"/>
              <a:ext cx="104000" cy="121300"/>
            </a:xfrm>
            <a:custGeom>
              <a:rect b="b" l="l" r="r" t="t"/>
              <a:pathLst>
                <a:path extrusionOk="0" h="4852" w="4160">
                  <a:moveTo>
                    <a:pt x="2080" y="662"/>
                  </a:moveTo>
                  <a:cubicBezTo>
                    <a:pt x="2490" y="662"/>
                    <a:pt x="2805" y="977"/>
                    <a:pt x="2805" y="1386"/>
                  </a:cubicBezTo>
                  <a:cubicBezTo>
                    <a:pt x="2805" y="1764"/>
                    <a:pt x="2490" y="2079"/>
                    <a:pt x="2080" y="2079"/>
                  </a:cubicBezTo>
                  <a:cubicBezTo>
                    <a:pt x="1702" y="2079"/>
                    <a:pt x="1387" y="1764"/>
                    <a:pt x="1387" y="1386"/>
                  </a:cubicBezTo>
                  <a:cubicBezTo>
                    <a:pt x="1387" y="977"/>
                    <a:pt x="1702" y="662"/>
                    <a:pt x="2080" y="662"/>
                  </a:cubicBezTo>
                  <a:close/>
                  <a:moveTo>
                    <a:pt x="2080" y="2773"/>
                  </a:moveTo>
                  <a:cubicBezTo>
                    <a:pt x="2836" y="2773"/>
                    <a:pt x="3466" y="3403"/>
                    <a:pt x="3466" y="4127"/>
                  </a:cubicBezTo>
                  <a:lnTo>
                    <a:pt x="662" y="4127"/>
                  </a:lnTo>
                  <a:cubicBezTo>
                    <a:pt x="662" y="3403"/>
                    <a:pt x="1293" y="2773"/>
                    <a:pt x="2080" y="2773"/>
                  </a:cubicBezTo>
                  <a:close/>
                  <a:moveTo>
                    <a:pt x="2112" y="0"/>
                  </a:moveTo>
                  <a:cubicBezTo>
                    <a:pt x="1387" y="0"/>
                    <a:pt x="757" y="630"/>
                    <a:pt x="757" y="1386"/>
                  </a:cubicBezTo>
                  <a:cubicBezTo>
                    <a:pt x="757" y="1733"/>
                    <a:pt x="915" y="2079"/>
                    <a:pt x="1135" y="2332"/>
                  </a:cubicBezTo>
                  <a:cubicBezTo>
                    <a:pt x="505" y="2678"/>
                    <a:pt x="64" y="3340"/>
                    <a:pt x="64" y="4127"/>
                  </a:cubicBezTo>
                  <a:lnTo>
                    <a:pt x="64" y="4505"/>
                  </a:lnTo>
                  <a:cubicBezTo>
                    <a:pt x="1" y="4694"/>
                    <a:pt x="158" y="4852"/>
                    <a:pt x="347" y="4852"/>
                  </a:cubicBezTo>
                  <a:lnTo>
                    <a:pt x="3813" y="4852"/>
                  </a:lnTo>
                  <a:cubicBezTo>
                    <a:pt x="4002" y="4852"/>
                    <a:pt x="4160" y="4694"/>
                    <a:pt x="4160" y="4505"/>
                  </a:cubicBezTo>
                  <a:lnTo>
                    <a:pt x="4160" y="4127"/>
                  </a:lnTo>
                  <a:cubicBezTo>
                    <a:pt x="4160" y="3340"/>
                    <a:pt x="3750" y="2678"/>
                    <a:pt x="3120" y="2332"/>
                  </a:cubicBezTo>
                  <a:cubicBezTo>
                    <a:pt x="3340" y="2079"/>
                    <a:pt x="3498" y="1733"/>
                    <a:pt x="3498" y="1386"/>
                  </a:cubicBezTo>
                  <a:cubicBezTo>
                    <a:pt x="3498" y="630"/>
                    <a:pt x="2868" y="0"/>
                    <a:pt x="211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7" name="Google Shape;11077;p136"/>
            <p:cNvSpPr/>
            <p:nvPr/>
          </p:nvSpPr>
          <p:spPr>
            <a:xfrm>
              <a:off x="2140225" y="2318650"/>
              <a:ext cx="307975" cy="295600"/>
            </a:xfrm>
            <a:custGeom>
              <a:rect b="b" l="l" r="r" t="t"/>
              <a:pathLst>
                <a:path extrusionOk="0" h="11824" w="12319">
                  <a:moveTo>
                    <a:pt x="7712" y="682"/>
                  </a:moveTo>
                  <a:cubicBezTo>
                    <a:pt x="8607" y="682"/>
                    <a:pt x="9499" y="1029"/>
                    <a:pt x="10177" y="1690"/>
                  </a:cubicBezTo>
                  <a:cubicBezTo>
                    <a:pt x="11468" y="2982"/>
                    <a:pt x="11531" y="5187"/>
                    <a:pt x="10177" y="6573"/>
                  </a:cubicBezTo>
                  <a:cubicBezTo>
                    <a:pt x="9500" y="7266"/>
                    <a:pt x="8627" y="7590"/>
                    <a:pt x="7754" y="7590"/>
                  </a:cubicBezTo>
                  <a:cubicBezTo>
                    <a:pt x="6839" y="7590"/>
                    <a:pt x="5923" y="7234"/>
                    <a:pt x="5230" y="6573"/>
                  </a:cubicBezTo>
                  <a:cubicBezTo>
                    <a:pt x="3939" y="5282"/>
                    <a:pt x="3876" y="3045"/>
                    <a:pt x="5325" y="1659"/>
                  </a:cubicBezTo>
                  <a:cubicBezTo>
                    <a:pt x="6001" y="997"/>
                    <a:pt x="6858" y="682"/>
                    <a:pt x="7712" y="682"/>
                  </a:cubicBezTo>
                  <a:close/>
                  <a:moveTo>
                    <a:pt x="4128" y="6258"/>
                  </a:moveTo>
                  <a:cubicBezTo>
                    <a:pt x="4285" y="6573"/>
                    <a:pt x="4537" y="6857"/>
                    <a:pt x="4758" y="7078"/>
                  </a:cubicBezTo>
                  <a:cubicBezTo>
                    <a:pt x="5010" y="7330"/>
                    <a:pt x="5293" y="7550"/>
                    <a:pt x="5577" y="7708"/>
                  </a:cubicBezTo>
                  <a:lnTo>
                    <a:pt x="5136" y="8180"/>
                  </a:lnTo>
                  <a:cubicBezTo>
                    <a:pt x="5073" y="8243"/>
                    <a:pt x="4978" y="8275"/>
                    <a:pt x="4888" y="8275"/>
                  </a:cubicBezTo>
                  <a:cubicBezTo>
                    <a:pt x="4797" y="8275"/>
                    <a:pt x="4710" y="8243"/>
                    <a:pt x="4663" y="8180"/>
                  </a:cubicBezTo>
                  <a:lnTo>
                    <a:pt x="3655" y="7204"/>
                  </a:lnTo>
                  <a:cubicBezTo>
                    <a:pt x="3498" y="7078"/>
                    <a:pt x="3498" y="6857"/>
                    <a:pt x="3655" y="6731"/>
                  </a:cubicBezTo>
                  <a:lnTo>
                    <a:pt x="4128" y="6258"/>
                  </a:lnTo>
                  <a:close/>
                  <a:moveTo>
                    <a:pt x="3403" y="7960"/>
                  </a:moveTo>
                  <a:lnTo>
                    <a:pt x="3876" y="8432"/>
                  </a:lnTo>
                  <a:lnTo>
                    <a:pt x="3309" y="8968"/>
                  </a:lnTo>
                  <a:lnTo>
                    <a:pt x="2836" y="8495"/>
                  </a:lnTo>
                  <a:lnTo>
                    <a:pt x="3403" y="7960"/>
                  </a:lnTo>
                  <a:close/>
                  <a:moveTo>
                    <a:pt x="2363" y="8968"/>
                  </a:moveTo>
                  <a:lnTo>
                    <a:pt x="2836" y="9440"/>
                  </a:lnTo>
                  <a:lnTo>
                    <a:pt x="1292" y="10984"/>
                  </a:lnTo>
                  <a:cubicBezTo>
                    <a:pt x="1245" y="11047"/>
                    <a:pt x="1158" y="11079"/>
                    <a:pt x="1068" y="11079"/>
                  </a:cubicBezTo>
                  <a:cubicBezTo>
                    <a:pt x="977" y="11079"/>
                    <a:pt x="883" y="11047"/>
                    <a:pt x="820" y="10984"/>
                  </a:cubicBezTo>
                  <a:cubicBezTo>
                    <a:pt x="725" y="10858"/>
                    <a:pt x="725" y="10669"/>
                    <a:pt x="820" y="10512"/>
                  </a:cubicBezTo>
                  <a:lnTo>
                    <a:pt x="2363" y="8968"/>
                  </a:lnTo>
                  <a:close/>
                  <a:moveTo>
                    <a:pt x="7731" y="1"/>
                  </a:moveTo>
                  <a:cubicBezTo>
                    <a:pt x="6669" y="1"/>
                    <a:pt x="5604" y="403"/>
                    <a:pt x="4789" y="1218"/>
                  </a:cubicBezTo>
                  <a:cubicBezTo>
                    <a:pt x="3592" y="2446"/>
                    <a:pt x="3309" y="4179"/>
                    <a:pt x="3844" y="5628"/>
                  </a:cubicBezTo>
                  <a:lnTo>
                    <a:pt x="3182" y="6290"/>
                  </a:lnTo>
                  <a:cubicBezTo>
                    <a:pt x="2867" y="6605"/>
                    <a:pt x="2804" y="7078"/>
                    <a:pt x="2993" y="7487"/>
                  </a:cubicBezTo>
                  <a:lnTo>
                    <a:pt x="410" y="10071"/>
                  </a:lnTo>
                  <a:cubicBezTo>
                    <a:pt x="0" y="10480"/>
                    <a:pt x="0" y="11142"/>
                    <a:pt x="410" y="11520"/>
                  </a:cubicBezTo>
                  <a:cubicBezTo>
                    <a:pt x="580" y="11721"/>
                    <a:pt x="826" y="11823"/>
                    <a:pt x="1081" y="11823"/>
                  </a:cubicBezTo>
                  <a:cubicBezTo>
                    <a:pt x="1345" y="11823"/>
                    <a:pt x="1619" y="11713"/>
                    <a:pt x="1828" y="11488"/>
                  </a:cubicBezTo>
                  <a:lnTo>
                    <a:pt x="4411" y="8905"/>
                  </a:lnTo>
                  <a:cubicBezTo>
                    <a:pt x="4565" y="8976"/>
                    <a:pt x="4727" y="9011"/>
                    <a:pt x="4887" y="9011"/>
                  </a:cubicBezTo>
                  <a:cubicBezTo>
                    <a:pt x="5153" y="9011"/>
                    <a:pt x="5411" y="8913"/>
                    <a:pt x="5608" y="8716"/>
                  </a:cubicBezTo>
                  <a:lnTo>
                    <a:pt x="6270" y="8023"/>
                  </a:lnTo>
                  <a:cubicBezTo>
                    <a:pt x="6736" y="8205"/>
                    <a:pt x="7231" y="8296"/>
                    <a:pt x="7729" y="8296"/>
                  </a:cubicBezTo>
                  <a:cubicBezTo>
                    <a:pt x="8781" y="8296"/>
                    <a:pt x="9847" y="7890"/>
                    <a:pt x="10681" y="7078"/>
                  </a:cubicBezTo>
                  <a:cubicBezTo>
                    <a:pt x="12319" y="5439"/>
                    <a:pt x="12287" y="2793"/>
                    <a:pt x="10681" y="1218"/>
                  </a:cubicBezTo>
                  <a:cubicBezTo>
                    <a:pt x="9873" y="410"/>
                    <a:pt x="8804" y="1"/>
                    <a:pt x="773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78" name="Google Shape;11078;p136"/>
          <p:cNvGrpSpPr/>
          <p:nvPr/>
        </p:nvGrpSpPr>
        <p:grpSpPr>
          <a:xfrm>
            <a:off x="6636607" y="2197505"/>
            <a:ext cx="352259" cy="349427"/>
            <a:chOff x="2139425" y="2682250"/>
            <a:chExt cx="298550" cy="296150"/>
          </a:xfrm>
        </p:grpSpPr>
        <p:sp>
          <p:nvSpPr>
            <p:cNvPr id="11079" name="Google Shape;11079;p136"/>
            <p:cNvSpPr/>
            <p:nvPr/>
          </p:nvSpPr>
          <p:spPr>
            <a:xfrm>
              <a:off x="2139425" y="2787000"/>
              <a:ext cx="159125" cy="191400"/>
            </a:xfrm>
            <a:custGeom>
              <a:rect b="b" l="l" r="r" t="t"/>
              <a:pathLst>
                <a:path extrusionOk="0" h="7656" w="6365">
                  <a:moveTo>
                    <a:pt x="3214" y="630"/>
                  </a:moveTo>
                  <a:cubicBezTo>
                    <a:pt x="3813" y="630"/>
                    <a:pt x="4286" y="1103"/>
                    <a:pt x="4286" y="1670"/>
                  </a:cubicBezTo>
                  <a:cubicBezTo>
                    <a:pt x="4286" y="2206"/>
                    <a:pt x="3813" y="2678"/>
                    <a:pt x="3214" y="2678"/>
                  </a:cubicBezTo>
                  <a:cubicBezTo>
                    <a:pt x="2647" y="2678"/>
                    <a:pt x="2175" y="2206"/>
                    <a:pt x="2175" y="1670"/>
                  </a:cubicBezTo>
                  <a:cubicBezTo>
                    <a:pt x="2175" y="1166"/>
                    <a:pt x="2647" y="630"/>
                    <a:pt x="3214" y="630"/>
                  </a:cubicBezTo>
                  <a:close/>
                  <a:moveTo>
                    <a:pt x="3183" y="3403"/>
                  </a:moveTo>
                  <a:cubicBezTo>
                    <a:pt x="4538" y="3403"/>
                    <a:pt x="5609" y="4506"/>
                    <a:pt x="5609" y="5829"/>
                  </a:cubicBezTo>
                  <a:lnTo>
                    <a:pt x="5609" y="6931"/>
                  </a:lnTo>
                  <a:lnTo>
                    <a:pt x="757" y="6931"/>
                  </a:lnTo>
                  <a:lnTo>
                    <a:pt x="757" y="5829"/>
                  </a:lnTo>
                  <a:cubicBezTo>
                    <a:pt x="757" y="4506"/>
                    <a:pt x="1860" y="3403"/>
                    <a:pt x="3183" y="3403"/>
                  </a:cubicBezTo>
                  <a:close/>
                  <a:moveTo>
                    <a:pt x="3183" y="0"/>
                  </a:moveTo>
                  <a:cubicBezTo>
                    <a:pt x="2238" y="0"/>
                    <a:pt x="1419" y="788"/>
                    <a:pt x="1419" y="1733"/>
                  </a:cubicBezTo>
                  <a:cubicBezTo>
                    <a:pt x="1419" y="2206"/>
                    <a:pt x="1608" y="2678"/>
                    <a:pt x="1954" y="2993"/>
                  </a:cubicBezTo>
                  <a:cubicBezTo>
                    <a:pt x="820" y="3466"/>
                    <a:pt x="1" y="4569"/>
                    <a:pt x="1" y="5892"/>
                  </a:cubicBezTo>
                  <a:lnTo>
                    <a:pt x="1" y="7309"/>
                  </a:lnTo>
                  <a:cubicBezTo>
                    <a:pt x="64" y="7498"/>
                    <a:pt x="222" y="7656"/>
                    <a:pt x="442" y="7656"/>
                  </a:cubicBezTo>
                  <a:lnTo>
                    <a:pt x="6018" y="7656"/>
                  </a:lnTo>
                  <a:cubicBezTo>
                    <a:pt x="6207" y="7656"/>
                    <a:pt x="6365" y="7498"/>
                    <a:pt x="6365" y="7309"/>
                  </a:cubicBezTo>
                  <a:lnTo>
                    <a:pt x="6365" y="5892"/>
                  </a:lnTo>
                  <a:cubicBezTo>
                    <a:pt x="6365" y="4569"/>
                    <a:pt x="5546" y="3466"/>
                    <a:pt x="4412" y="2993"/>
                  </a:cubicBezTo>
                  <a:cubicBezTo>
                    <a:pt x="4758" y="2647"/>
                    <a:pt x="4947" y="2206"/>
                    <a:pt x="4947" y="1733"/>
                  </a:cubicBezTo>
                  <a:cubicBezTo>
                    <a:pt x="4947" y="788"/>
                    <a:pt x="4160" y="0"/>
                    <a:pt x="318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0" name="Google Shape;11080;p136"/>
            <p:cNvSpPr/>
            <p:nvPr/>
          </p:nvSpPr>
          <p:spPr>
            <a:xfrm>
              <a:off x="2280425" y="2682250"/>
              <a:ext cx="157550" cy="155975"/>
            </a:xfrm>
            <a:custGeom>
              <a:rect b="b" l="l" r="r" t="t"/>
              <a:pathLst>
                <a:path extrusionOk="0" h="6239" w="6302">
                  <a:moveTo>
                    <a:pt x="3182" y="662"/>
                  </a:moveTo>
                  <a:cubicBezTo>
                    <a:pt x="4506" y="662"/>
                    <a:pt x="5608" y="1764"/>
                    <a:pt x="5608" y="3088"/>
                  </a:cubicBezTo>
                  <a:cubicBezTo>
                    <a:pt x="5577" y="4442"/>
                    <a:pt x="4474" y="5545"/>
                    <a:pt x="3151" y="5545"/>
                  </a:cubicBezTo>
                  <a:cubicBezTo>
                    <a:pt x="2710" y="5545"/>
                    <a:pt x="2300" y="5419"/>
                    <a:pt x="1954" y="5230"/>
                  </a:cubicBezTo>
                  <a:cubicBezTo>
                    <a:pt x="1891" y="5198"/>
                    <a:pt x="1796" y="5198"/>
                    <a:pt x="1733" y="5198"/>
                  </a:cubicBezTo>
                  <a:lnTo>
                    <a:pt x="946" y="5388"/>
                  </a:lnTo>
                  <a:lnTo>
                    <a:pt x="1166" y="4663"/>
                  </a:lnTo>
                  <a:cubicBezTo>
                    <a:pt x="1198" y="4568"/>
                    <a:pt x="1166" y="4474"/>
                    <a:pt x="1135" y="4411"/>
                  </a:cubicBezTo>
                  <a:cubicBezTo>
                    <a:pt x="883" y="4001"/>
                    <a:pt x="725" y="3560"/>
                    <a:pt x="725" y="3088"/>
                  </a:cubicBezTo>
                  <a:cubicBezTo>
                    <a:pt x="725" y="1764"/>
                    <a:pt x="1828" y="662"/>
                    <a:pt x="3182" y="662"/>
                  </a:cubicBezTo>
                  <a:close/>
                  <a:moveTo>
                    <a:pt x="3151" y="0"/>
                  </a:moveTo>
                  <a:cubicBezTo>
                    <a:pt x="1418" y="0"/>
                    <a:pt x="32" y="1418"/>
                    <a:pt x="32" y="3088"/>
                  </a:cubicBezTo>
                  <a:cubicBezTo>
                    <a:pt x="32" y="3655"/>
                    <a:pt x="158" y="4159"/>
                    <a:pt x="410" y="4631"/>
                  </a:cubicBezTo>
                  <a:lnTo>
                    <a:pt x="32" y="5766"/>
                  </a:lnTo>
                  <a:cubicBezTo>
                    <a:pt x="0" y="5892"/>
                    <a:pt x="32" y="6018"/>
                    <a:pt x="95" y="6144"/>
                  </a:cubicBezTo>
                  <a:cubicBezTo>
                    <a:pt x="189" y="6207"/>
                    <a:pt x="315" y="6238"/>
                    <a:pt x="473" y="6238"/>
                  </a:cubicBezTo>
                  <a:lnTo>
                    <a:pt x="1765" y="5923"/>
                  </a:lnTo>
                  <a:cubicBezTo>
                    <a:pt x="2206" y="6175"/>
                    <a:pt x="2678" y="6238"/>
                    <a:pt x="3182" y="6238"/>
                  </a:cubicBezTo>
                  <a:cubicBezTo>
                    <a:pt x="4915" y="6238"/>
                    <a:pt x="6301" y="4820"/>
                    <a:pt x="6301" y="3151"/>
                  </a:cubicBezTo>
                  <a:cubicBezTo>
                    <a:pt x="6238" y="1418"/>
                    <a:pt x="4884" y="0"/>
                    <a:pt x="315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1" name="Google Shape;11081;p136"/>
            <p:cNvSpPr/>
            <p:nvPr/>
          </p:nvSpPr>
          <p:spPr>
            <a:xfrm>
              <a:off x="2349725" y="2725550"/>
              <a:ext cx="18150" cy="17375"/>
            </a:xfrm>
            <a:custGeom>
              <a:rect b="b" l="l" r="r" t="t"/>
              <a:pathLst>
                <a:path extrusionOk="0" h="695" w="726">
                  <a:moveTo>
                    <a:pt x="379" y="1"/>
                  </a:moveTo>
                  <a:cubicBezTo>
                    <a:pt x="158" y="1"/>
                    <a:pt x="1" y="158"/>
                    <a:pt x="1" y="348"/>
                  </a:cubicBezTo>
                  <a:cubicBezTo>
                    <a:pt x="1" y="537"/>
                    <a:pt x="158" y="694"/>
                    <a:pt x="379" y="694"/>
                  </a:cubicBezTo>
                  <a:cubicBezTo>
                    <a:pt x="568" y="694"/>
                    <a:pt x="725" y="537"/>
                    <a:pt x="725" y="348"/>
                  </a:cubicBezTo>
                  <a:cubicBezTo>
                    <a:pt x="725" y="158"/>
                    <a:pt x="568" y="1"/>
                    <a:pt x="3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2" name="Google Shape;11082;p136"/>
            <p:cNvSpPr/>
            <p:nvPr/>
          </p:nvSpPr>
          <p:spPr>
            <a:xfrm>
              <a:off x="2349725" y="2751550"/>
              <a:ext cx="18150" cy="52800"/>
            </a:xfrm>
            <a:custGeom>
              <a:rect b="b" l="l" r="r" t="t"/>
              <a:pathLst>
                <a:path extrusionOk="0" h="2112" w="726">
                  <a:moveTo>
                    <a:pt x="379" y="1"/>
                  </a:moveTo>
                  <a:cubicBezTo>
                    <a:pt x="158" y="1"/>
                    <a:pt x="1" y="158"/>
                    <a:pt x="1" y="379"/>
                  </a:cubicBezTo>
                  <a:lnTo>
                    <a:pt x="1" y="1733"/>
                  </a:lnTo>
                  <a:cubicBezTo>
                    <a:pt x="1" y="1954"/>
                    <a:pt x="158" y="2111"/>
                    <a:pt x="379" y="2111"/>
                  </a:cubicBezTo>
                  <a:cubicBezTo>
                    <a:pt x="568" y="2111"/>
                    <a:pt x="725" y="1954"/>
                    <a:pt x="725" y="1733"/>
                  </a:cubicBezTo>
                  <a:lnTo>
                    <a:pt x="725" y="379"/>
                  </a:lnTo>
                  <a:cubicBezTo>
                    <a:pt x="725" y="158"/>
                    <a:pt x="568" y="1"/>
                    <a:pt x="3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83" name="Google Shape;11083;p136"/>
          <p:cNvGrpSpPr/>
          <p:nvPr/>
        </p:nvGrpSpPr>
        <p:grpSpPr>
          <a:xfrm>
            <a:off x="5301219" y="2711991"/>
            <a:ext cx="350401" cy="264888"/>
            <a:chOff x="3962775" y="1990700"/>
            <a:chExt cx="296975" cy="224500"/>
          </a:xfrm>
        </p:grpSpPr>
        <p:sp>
          <p:nvSpPr>
            <p:cNvPr id="11084" name="Google Shape;11084;p136"/>
            <p:cNvSpPr/>
            <p:nvPr/>
          </p:nvSpPr>
          <p:spPr>
            <a:xfrm>
              <a:off x="4216400" y="2093100"/>
              <a:ext cx="43350" cy="18150"/>
            </a:xfrm>
            <a:custGeom>
              <a:rect b="b" l="l" r="r" t="t"/>
              <a:pathLst>
                <a:path extrusionOk="0" h="726" w="1734">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5" name="Google Shape;11085;p136"/>
            <p:cNvSpPr/>
            <p:nvPr/>
          </p:nvSpPr>
          <p:spPr>
            <a:xfrm>
              <a:off x="4206950" y="2129325"/>
              <a:ext cx="35475" cy="33900"/>
            </a:xfrm>
            <a:custGeom>
              <a:rect b="b" l="l" r="r" t="t"/>
              <a:pathLst>
                <a:path extrusionOk="0" h="1356" w="1419">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6" name="Google Shape;11086;p136"/>
            <p:cNvSpPr/>
            <p:nvPr/>
          </p:nvSpPr>
          <p:spPr>
            <a:xfrm>
              <a:off x="4207750" y="2041900"/>
              <a:ext cx="35450" cy="34500"/>
            </a:xfrm>
            <a:custGeom>
              <a:rect b="b" l="l" r="r" t="t"/>
              <a:pathLst>
                <a:path extrusionOk="0" h="1380" w="1418">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7" name="Google Shape;11087;p136"/>
            <p:cNvSpPr/>
            <p:nvPr/>
          </p:nvSpPr>
          <p:spPr>
            <a:xfrm>
              <a:off x="3962775" y="1990700"/>
              <a:ext cx="226075" cy="224500"/>
            </a:xfrm>
            <a:custGeom>
              <a:rect b="b" l="l" r="r" t="t"/>
              <a:pathLst>
                <a:path extrusionOk="0" h="8980" w="9043">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88" name="Google Shape;11088;p136"/>
          <p:cNvGrpSpPr/>
          <p:nvPr/>
        </p:nvGrpSpPr>
        <p:grpSpPr>
          <a:xfrm>
            <a:off x="5301691" y="3158697"/>
            <a:ext cx="349457" cy="349457"/>
            <a:chOff x="3963575" y="2317575"/>
            <a:chExt cx="296175" cy="296175"/>
          </a:xfrm>
        </p:grpSpPr>
        <p:sp>
          <p:nvSpPr>
            <p:cNvPr id="11089" name="Google Shape;11089;p136"/>
            <p:cNvSpPr/>
            <p:nvPr/>
          </p:nvSpPr>
          <p:spPr>
            <a:xfrm>
              <a:off x="3963575" y="2317575"/>
              <a:ext cx="296175" cy="296175"/>
            </a:xfrm>
            <a:custGeom>
              <a:rect b="b" l="l" r="r" t="t"/>
              <a:pathLst>
                <a:path extrusionOk="0" h="11847" w="11847">
                  <a:moveTo>
                    <a:pt x="9483" y="1418"/>
                  </a:moveTo>
                  <a:cubicBezTo>
                    <a:pt x="9672" y="1418"/>
                    <a:pt x="9830" y="1576"/>
                    <a:pt x="9830" y="1765"/>
                  </a:cubicBezTo>
                  <a:lnTo>
                    <a:pt x="9830" y="2836"/>
                  </a:lnTo>
                  <a:lnTo>
                    <a:pt x="788" y="2836"/>
                  </a:lnTo>
                  <a:lnTo>
                    <a:pt x="788" y="1765"/>
                  </a:lnTo>
                  <a:lnTo>
                    <a:pt x="725" y="1765"/>
                  </a:lnTo>
                  <a:cubicBezTo>
                    <a:pt x="725" y="1576"/>
                    <a:pt x="883" y="1418"/>
                    <a:pt x="1072" y="1418"/>
                  </a:cubicBezTo>
                  <a:lnTo>
                    <a:pt x="1418" y="1418"/>
                  </a:lnTo>
                  <a:lnTo>
                    <a:pt x="1418" y="1765"/>
                  </a:lnTo>
                  <a:cubicBezTo>
                    <a:pt x="1418" y="1954"/>
                    <a:pt x="1576" y="2143"/>
                    <a:pt x="1765" y="2143"/>
                  </a:cubicBezTo>
                  <a:cubicBezTo>
                    <a:pt x="1954" y="2143"/>
                    <a:pt x="2111" y="1954"/>
                    <a:pt x="2111" y="1765"/>
                  </a:cubicBezTo>
                  <a:lnTo>
                    <a:pt x="2111" y="1418"/>
                  </a:lnTo>
                  <a:lnTo>
                    <a:pt x="3498" y="1418"/>
                  </a:lnTo>
                  <a:lnTo>
                    <a:pt x="3498" y="1765"/>
                  </a:lnTo>
                  <a:cubicBezTo>
                    <a:pt x="3498" y="1954"/>
                    <a:pt x="3655" y="2143"/>
                    <a:pt x="3844" y="2143"/>
                  </a:cubicBezTo>
                  <a:cubicBezTo>
                    <a:pt x="4065" y="2143"/>
                    <a:pt x="4222" y="1954"/>
                    <a:pt x="4222" y="1765"/>
                  </a:cubicBezTo>
                  <a:lnTo>
                    <a:pt x="4222" y="1418"/>
                  </a:lnTo>
                  <a:lnTo>
                    <a:pt x="6333" y="1418"/>
                  </a:lnTo>
                  <a:lnTo>
                    <a:pt x="6333" y="1765"/>
                  </a:lnTo>
                  <a:cubicBezTo>
                    <a:pt x="6333" y="1954"/>
                    <a:pt x="6490" y="2143"/>
                    <a:pt x="6680" y="2143"/>
                  </a:cubicBezTo>
                  <a:cubicBezTo>
                    <a:pt x="6900" y="2143"/>
                    <a:pt x="7058" y="1954"/>
                    <a:pt x="7058" y="1765"/>
                  </a:cubicBezTo>
                  <a:lnTo>
                    <a:pt x="7058" y="1418"/>
                  </a:lnTo>
                  <a:lnTo>
                    <a:pt x="8412" y="1418"/>
                  </a:lnTo>
                  <a:lnTo>
                    <a:pt x="8412" y="1765"/>
                  </a:lnTo>
                  <a:cubicBezTo>
                    <a:pt x="8412" y="1954"/>
                    <a:pt x="8570" y="2143"/>
                    <a:pt x="8790" y="2143"/>
                  </a:cubicBezTo>
                  <a:cubicBezTo>
                    <a:pt x="8979" y="2143"/>
                    <a:pt x="9137" y="1954"/>
                    <a:pt x="9137" y="1765"/>
                  </a:cubicBezTo>
                  <a:lnTo>
                    <a:pt x="9137" y="1418"/>
                  </a:lnTo>
                  <a:close/>
                  <a:moveTo>
                    <a:pt x="9767" y="3497"/>
                  </a:moveTo>
                  <a:lnTo>
                    <a:pt x="9767" y="7026"/>
                  </a:lnTo>
                  <a:cubicBezTo>
                    <a:pt x="9641" y="7026"/>
                    <a:pt x="9546" y="6963"/>
                    <a:pt x="9420" y="6963"/>
                  </a:cubicBezTo>
                  <a:cubicBezTo>
                    <a:pt x="8066" y="6963"/>
                    <a:pt x="6963" y="8066"/>
                    <a:pt x="6963" y="9420"/>
                  </a:cubicBezTo>
                  <a:cubicBezTo>
                    <a:pt x="6963" y="9546"/>
                    <a:pt x="6963" y="9641"/>
                    <a:pt x="7026" y="9767"/>
                  </a:cubicBezTo>
                  <a:lnTo>
                    <a:pt x="1040" y="9767"/>
                  </a:lnTo>
                  <a:cubicBezTo>
                    <a:pt x="820" y="9767"/>
                    <a:pt x="662" y="9609"/>
                    <a:pt x="662" y="9420"/>
                  </a:cubicBezTo>
                  <a:lnTo>
                    <a:pt x="662" y="3497"/>
                  </a:lnTo>
                  <a:close/>
                  <a:moveTo>
                    <a:pt x="9420" y="7688"/>
                  </a:moveTo>
                  <a:cubicBezTo>
                    <a:pt x="10366" y="7688"/>
                    <a:pt x="11153" y="8475"/>
                    <a:pt x="11153" y="9420"/>
                  </a:cubicBezTo>
                  <a:cubicBezTo>
                    <a:pt x="11153" y="10397"/>
                    <a:pt x="10366" y="11185"/>
                    <a:pt x="9420" y="11185"/>
                  </a:cubicBezTo>
                  <a:cubicBezTo>
                    <a:pt x="8475" y="11185"/>
                    <a:pt x="7688" y="10397"/>
                    <a:pt x="7688" y="9420"/>
                  </a:cubicBezTo>
                  <a:cubicBezTo>
                    <a:pt x="7688" y="8475"/>
                    <a:pt x="8475" y="7688"/>
                    <a:pt x="9420" y="7688"/>
                  </a:cubicBezTo>
                  <a:close/>
                  <a:moveTo>
                    <a:pt x="1733" y="0"/>
                  </a:moveTo>
                  <a:cubicBezTo>
                    <a:pt x="1544" y="0"/>
                    <a:pt x="1387" y="158"/>
                    <a:pt x="1387" y="347"/>
                  </a:cubicBezTo>
                  <a:lnTo>
                    <a:pt x="1387" y="725"/>
                  </a:lnTo>
                  <a:lnTo>
                    <a:pt x="1040" y="725"/>
                  </a:lnTo>
                  <a:cubicBezTo>
                    <a:pt x="442" y="725"/>
                    <a:pt x="0" y="1166"/>
                    <a:pt x="0" y="1733"/>
                  </a:cubicBezTo>
                  <a:lnTo>
                    <a:pt x="0" y="9389"/>
                  </a:lnTo>
                  <a:cubicBezTo>
                    <a:pt x="0" y="9956"/>
                    <a:pt x="473" y="10429"/>
                    <a:pt x="1040" y="10429"/>
                  </a:cubicBezTo>
                  <a:lnTo>
                    <a:pt x="7215" y="10429"/>
                  </a:lnTo>
                  <a:cubicBezTo>
                    <a:pt x="7593" y="11279"/>
                    <a:pt x="8444" y="11846"/>
                    <a:pt x="9420" y="11846"/>
                  </a:cubicBezTo>
                  <a:cubicBezTo>
                    <a:pt x="10744" y="11846"/>
                    <a:pt x="11846" y="10744"/>
                    <a:pt x="11846" y="9420"/>
                  </a:cubicBezTo>
                  <a:cubicBezTo>
                    <a:pt x="11846" y="8444"/>
                    <a:pt x="11311" y="7593"/>
                    <a:pt x="10492" y="7215"/>
                  </a:cubicBezTo>
                  <a:lnTo>
                    <a:pt x="10492" y="1733"/>
                  </a:lnTo>
                  <a:cubicBezTo>
                    <a:pt x="10492" y="1135"/>
                    <a:pt x="10019" y="725"/>
                    <a:pt x="9452" y="725"/>
                  </a:cubicBezTo>
                  <a:lnTo>
                    <a:pt x="9105" y="725"/>
                  </a:lnTo>
                  <a:lnTo>
                    <a:pt x="9105" y="347"/>
                  </a:lnTo>
                  <a:cubicBezTo>
                    <a:pt x="9105" y="158"/>
                    <a:pt x="8948" y="0"/>
                    <a:pt x="8759" y="0"/>
                  </a:cubicBezTo>
                  <a:cubicBezTo>
                    <a:pt x="8538" y="0"/>
                    <a:pt x="8381" y="158"/>
                    <a:pt x="8381" y="347"/>
                  </a:cubicBezTo>
                  <a:lnTo>
                    <a:pt x="8381" y="725"/>
                  </a:lnTo>
                  <a:lnTo>
                    <a:pt x="7026" y="725"/>
                  </a:lnTo>
                  <a:lnTo>
                    <a:pt x="7026" y="347"/>
                  </a:lnTo>
                  <a:cubicBezTo>
                    <a:pt x="7026" y="158"/>
                    <a:pt x="6869" y="0"/>
                    <a:pt x="6648" y="0"/>
                  </a:cubicBezTo>
                  <a:cubicBezTo>
                    <a:pt x="6459" y="0"/>
                    <a:pt x="6301" y="158"/>
                    <a:pt x="6301" y="347"/>
                  </a:cubicBezTo>
                  <a:lnTo>
                    <a:pt x="6301" y="725"/>
                  </a:lnTo>
                  <a:lnTo>
                    <a:pt x="4191" y="725"/>
                  </a:lnTo>
                  <a:lnTo>
                    <a:pt x="4191" y="347"/>
                  </a:lnTo>
                  <a:cubicBezTo>
                    <a:pt x="4191" y="158"/>
                    <a:pt x="4033" y="0"/>
                    <a:pt x="3813" y="0"/>
                  </a:cubicBezTo>
                  <a:cubicBezTo>
                    <a:pt x="3624" y="0"/>
                    <a:pt x="3466" y="158"/>
                    <a:pt x="3466" y="347"/>
                  </a:cubicBezTo>
                  <a:lnTo>
                    <a:pt x="3466" y="725"/>
                  </a:lnTo>
                  <a:lnTo>
                    <a:pt x="2080" y="725"/>
                  </a:lnTo>
                  <a:lnTo>
                    <a:pt x="2080" y="347"/>
                  </a:lnTo>
                  <a:cubicBezTo>
                    <a:pt x="2080" y="158"/>
                    <a:pt x="1922" y="0"/>
                    <a:pt x="17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0" name="Google Shape;11090;p136"/>
            <p:cNvSpPr/>
            <p:nvPr/>
          </p:nvSpPr>
          <p:spPr>
            <a:xfrm>
              <a:off x="4190400" y="2526300"/>
              <a:ext cx="34700" cy="35450"/>
            </a:xfrm>
            <a:custGeom>
              <a:rect b="b" l="l" r="r" t="t"/>
              <a:pathLst>
                <a:path extrusionOk="0" h="1418" w="1388">
                  <a:moveTo>
                    <a:pt x="347" y="0"/>
                  </a:moveTo>
                  <a:cubicBezTo>
                    <a:pt x="158" y="0"/>
                    <a:pt x="1" y="158"/>
                    <a:pt x="1" y="347"/>
                  </a:cubicBezTo>
                  <a:lnTo>
                    <a:pt x="1" y="1071"/>
                  </a:lnTo>
                  <a:cubicBezTo>
                    <a:pt x="1" y="1260"/>
                    <a:pt x="127" y="1418"/>
                    <a:pt x="347" y="1418"/>
                  </a:cubicBezTo>
                  <a:lnTo>
                    <a:pt x="1041" y="1418"/>
                  </a:lnTo>
                  <a:cubicBezTo>
                    <a:pt x="1261" y="1418"/>
                    <a:pt x="1387" y="1260"/>
                    <a:pt x="1387" y="1071"/>
                  </a:cubicBezTo>
                  <a:cubicBezTo>
                    <a:pt x="1387" y="882"/>
                    <a:pt x="1261" y="725"/>
                    <a:pt x="1041" y="725"/>
                  </a:cubicBezTo>
                  <a:lnTo>
                    <a:pt x="694" y="725"/>
                  </a:lnTo>
                  <a:lnTo>
                    <a:pt x="694" y="347"/>
                  </a:ln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1" name="Google Shape;11091;p136"/>
            <p:cNvSpPr/>
            <p:nvPr/>
          </p:nvSpPr>
          <p:spPr>
            <a:xfrm>
              <a:off x="3998225" y="2421550"/>
              <a:ext cx="35475" cy="18125"/>
            </a:xfrm>
            <a:custGeom>
              <a:rect b="b" l="l" r="r" t="t"/>
              <a:pathLst>
                <a:path extrusionOk="0" h="725" w="1419">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2" name="Google Shape;11092;p136"/>
            <p:cNvSpPr/>
            <p:nvPr/>
          </p:nvSpPr>
          <p:spPr>
            <a:xfrm>
              <a:off x="4050225" y="2421550"/>
              <a:ext cx="35450" cy="18125"/>
            </a:xfrm>
            <a:custGeom>
              <a:rect b="b" l="l" r="r" t="t"/>
              <a:pathLst>
                <a:path extrusionOk="0" h="725" w="1418">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3" name="Google Shape;11093;p136"/>
            <p:cNvSpPr/>
            <p:nvPr/>
          </p:nvSpPr>
          <p:spPr>
            <a:xfrm>
              <a:off x="4102200" y="2421550"/>
              <a:ext cx="35475" cy="18125"/>
            </a:xfrm>
            <a:custGeom>
              <a:rect b="b" l="l" r="r" t="t"/>
              <a:pathLst>
                <a:path extrusionOk="0" h="725" w="1419">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4" name="Google Shape;11094;p136"/>
            <p:cNvSpPr/>
            <p:nvPr/>
          </p:nvSpPr>
          <p:spPr>
            <a:xfrm>
              <a:off x="4155750" y="2421550"/>
              <a:ext cx="35475" cy="18125"/>
            </a:xfrm>
            <a:custGeom>
              <a:rect b="b" l="l" r="r" t="t"/>
              <a:pathLst>
                <a:path extrusionOk="0" h="725" w="1419">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5" name="Google Shape;11095;p136"/>
            <p:cNvSpPr/>
            <p:nvPr/>
          </p:nvSpPr>
          <p:spPr>
            <a:xfrm>
              <a:off x="3998225" y="2456975"/>
              <a:ext cx="35475" cy="18150"/>
            </a:xfrm>
            <a:custGeom>
              <a:rect b="b" l="l" r="r" t="t"/>
              <a:pathLst>
                <a:path extrusionOk="0" h="726" w="1419">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6" name="Google Shape;11096;p136"/>
            <p:cNvSpPr/>
            <p:nvPr/>
          </p:nvSpPr>
          <p:spPr>
            <a:xfrm>
              <a:off x="4050225" y="2456975"/>
              <a:ext cx="35450" cy="18150"/>
            </a:xfrm>
            <a:custGeom>
              <a:rect b="b" l="l" r="r" t="t"/>
              <a:pathLst>
                <a:path extrusionOk="0" h="726" w="1418">
                  <a:moveTo>
                    <a:pt x="347" y="1"/>
                  </a:moveTo>
                  <a:cubicBezTo>
                    <a:pt x="158" y="1"/>
                    <a:pt x="0" y="158"/>
                    <a:pt x="0" y="379"/>
                  </a:cubicBezTo>
                  <a:cubicBezTo>
                    <a:pt x="0" y="568"/>
                    <a:pt x="158" y="725"/>
                    <a:pt x="347" y="725"/>
                  </a:cubicBezTo>
                  <a:lnTo>
                    <a:pt x="1071" y="725"/>
                  </a:lnTo>
                  <a:cubicBezTo>
                    <a:pt x="1260" y="725"/>
                    <a:pt x="1418" y="568"/>
                    <a:pt x="1418" y="379"/>
                  </a:cubicBezTo>
                  <a:cubicBezTo>
                    <a:pt x="1418" y="158"/>
                    <a:pt x="1260" y="1"/>
                    <a:pt x="107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7" name="Google Shape;11097;p136"/>
            <p:cNvSpPr/>
            <p:nvPr/>
          </p:nvSpPr>
          <p:spPr>
            <a:xfrm>
              <a:off x="4102200" y="2456975"/>
              <a:ext cx="35475" cy="18150"/>
            </a:xfrm>
            <a:custGeom>
              <a:rect b="b" l="l" r="r" t="t"/>
              <a:pathLst>
                <a:path extrusionOk="0" h="726" w="1419">
                  <a:moveTo>
                    <a:pt x="378" y="1"/>
                  </a:moveTo>
                  <a:cubicBezTo>
                    <a:pt x="158" y="1"/>
                    <a:pt x="0" y="158"/>
                    <a:pt x="0" y="379"/>
                  </a:cubicBezTo>
                  <a:cubicBezTo>
                    <a:pt x="0" y="568"/>
                    <a:pt x="158" y="725"/>
                    <a:pt x="378"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8" name="Google Shape;11098;p136"/>
            <p:cNvSpPr/>
            <p:nvPr/>
          </p:nvSpPr>
          <p:spPr>
            <a:xfrm>
              <a:off x="4155750" y="2456975"/>
              <a:ext cx="35475" cy="18150"/>
            </a:xfrm>
            <a:custGeom>
              <a:rect b="b" l="l" r="r" t="t"/>
              <a:pathLst>
                <a:path extrusionOk="0" h="726" w="1419">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9" name="Google Shape;11099;p136"/>
            <p:cNvSpPr/>
            <p:nvPr/>
          </p:nvSpPr>
          <p:spPr>
            <a:xfrm>
              <a:off x="3998225" y="2491650"/>
              <a:ext cx="35475" cy="18125"/>
            </a:xfrm>
            <a:custGeom>
              <a:rect b="b" l="l" r="r" t="t"/>
              <a:pathLst>
                <a:path extrusionOk="0" h="725" w="1419">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0" name="Google Shape;11100;p136"/>
            <p:cNvSpPr/>
            <p:nvPr/>
          </p:nvSpPr>
          <p:spPr>
            <a:xfrm>
              <a:off x="4050225" y="2491650"/>
              <a:ext cx="35450" cy="18125"/>
            </a:xfrm>
            <a:custGeom>
              <a:rect b="b" l="l" r="r" t="t"/>
              <a:pathLst>
                <a:path extrusionOk="0" h="725" w="1418">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1" name="Google Shape;11101;p136"/>
            <p:cNvSpPr/>
            <p:nvPr/>
          </p:nvSpPr>
          <p:spPr>
            <a:xfrm>
              <a:off x="4102200" y="2491650"/>
              <a:ext cx="35475" cy="18125"/>
            </a:xfrm>
            <a:custGeom>
              <a:rect b="b" l="l" r="r" t="t"/>
              <a:pathLst>
                <a:path extrusionOk="0" h="725" w="1419">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2" name="Google Shape;11102;p136"/>
            <p:cNvSpPr/>
            <p:nvPr/>
          </p:nvSpPr>
          <p:spPr>
            <a:xfrm>
              <a:off x="3998225" y="2526300"/>
              <a:ext cx="35475" cy="18125"/>
            </a:xfrm>
            <a:custGeom>
              <a:rect b="b" l="l" r="r" t="t"/>
              <a:pathLst>
                <a:path extrusionOk="0" h="725" w="1419">
                  <a:moveTo>
                    <a:pt x="347" y="0"/>
                  </a:moveTo>
                  <a:cubicBezTo>
                    <a:pt x="158" y="0"/>
                    <a:pt x="1" y="158"/>
                    <a:pt x="1" y="347"/>
                  </a:cubicBezTo>
                  <a:cubicBezTo>
                    <a:pt x="1"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3" name="Google Shape;11103;p136"/>
            <p:cNvSpPr/>
            <p:nvPr/>
          </p:nvSpPr>
          <p:spPr>
            <a:xfrm>
              <a:off x="4050225" y="2526300"/>
              <a:ext cx="35450" cy="18125"/>
            </a:xfrm>
            <a:custGeom>
              <a:rect b="b" l="l" r="r" t="t"/>
              <a:pathLst>
                <a:path extrusionOk="0" h="725" w="1418">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4" name="Google Shape;11104;p136"/>
            <p:cNvSpPr/>
            <p:nvPr/>
          </p:nvSpPr>
          <p:spPr>
            <a:xfrm>
              <a:off x="4102200" y="2526300"/>
              <a:ext cx="35475" cy="18125"/>
            </a:xfrm>
            <a:custGeom>
              <a:rect b="b" l="l" r="r" t="t"/>
              <a:pathLst>
                <a:path extrusionOk="0" h="725" w="1419">
                  <a:moveTo>
                    <a:pt x="378" y="0"/>
                  </a:moveTo>
                  <a:cubicBezTo>
                    <a:pt x="158" y="0"/>
                    <a:pt x="0" y="158"/>
                    <a:pt x="0" y="347"/>
                  </a:cubicBezTo>
                  <a:cubicBezTo>
                    <a:pt x="0" y="567"/>
                    <a:pt x="158" y="725"/>
                    <a:pt x="378"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05" name="Google Shape;11105;p136"/>
          <p:cNvGrpSpPr/>
          <p:nvPr/>
        </p:nvGrpSpPr>
        <p:grpSpPr>
          <a:xfrm>
            <a:off x="5301691" y="3608476"/>
            <a:ext cx="349457" cy="348513"/>
            <a:chOff x="3962775" y="2683025"/>
            <a:chExt cx="296175" cy="295375"/>
          </a:xfrm>
        </p:grpSpPr>
        <p:sp>
          <p:nvSpPr>
            <p:cNvPr id="11106" name="Google Shape;11106;p136"/>
            <p:cNvSpPr/>
            <p:nvPr/>
          </p:nvSpPr>
          <p:spPr>
            <a:xfrm>
              <a:off x="3962775" y="2838200"/>
              <a:ext cx="296175" cy="140200"/>
            </a:xfrm>
            <a:custGeom>
              <a:rect b="b" l="l" r="r" t="t"/>
              <a:pathLst>
                <a:path extrusionOk="0" h="5608" w="11847">
                  <a:moveTo>
                    <a:pt x="3530" y="3466"/>
                  </a:moveTo>
                  <a:lnTo>
                    <a:pt x="3530" y="4883"/>
                  </a:lnTo>
                  <a:lnTo>
                    <a:pt x="757" y="4883"/>
                  </a:lnTo>
                  <a:lnTo>
                    <a:pt x="757" y="3466"/>
                  </a:lnTo>
                  <a:close/>
                  <a:moveTo>
                    <a:pt x="7688" y="725"/>
                  </a:moveTo>
                  <a:lnTo>
                    <a:pt x="7688" y="4883"/>
                  </a:lnTo>
                  <a:lnTo>
                    <a:pt x="4223" y="4883"/>
                  </a:lnTo>
                  <a:lnTo>
                    <a:pt x="4223" y="725"/>
                  </a:lnTo>
                  <a:close/>
                  <a:moveTo>
                    <a:pt x="11185" y="2111"/>
                  </a:moveTo>
                  <a:lnTo>
                    <a:pt x="11185" y="4883"/>
                  </a:lnTo>
                  <a:lnTo>
                    <a:pt x="8381" y="4883"/>
                  </a:lnTo>
                  <a:lnTo>
                    <a:pt x="8381" y="2111"/>
                  </a:lnTo>
                  <a:close/>
                  <a:moveTo>
                    <a:pt x="3845" y="0"/>
                  </a:moveTo>
                  <a:cubicBezTo>
                    <a:pt x="3656" y="0"/>
                    <a:pt x="3498" y="158"/>
                    <a:pt x="3498" y="378"/>
                  </a:cubicBezTo>
                  <a:lnTo>
                    <a:pt x="3498" y="2804"/>
                  </a:lnTo>
                  <a:lnTo>
                    <a:pt x="348" y="2804"/>
                  </a:lnTo>
                  <a:cubicBezTo>
                    <a:pt x="158" y="2804"/>
                    <a:pt x="1" y="2962"/>
                    <a:pt x="1" y="3151"/>
                  </a:cubicBezTo>
                  <a:lnTo>
                    <a:pt x="1" y="5261"/>
                  </a:lnTo>
                  <a:cubicBezTo>
                    <a:pt x="1" y="5450"/>
                    <a:pt x="158" y="5608"/>
                    <a:pt x="348" y="5608"/>
                  </a:cubicBezTo>
                  <a:lnTo>
                    <a:pt x="11500" y="5608"/>
                  </a:lnTo>
                  <a:cubicBezTo>
                    <a:pt x="11689" y="5608"/>
                    <a:pt x="11847" y="5450"/>
                    <a:pt x="11847" y="5261"/>
                  </a:cubicBezTo>
                  <a:lnTo>
                    <a:pt x="11847" y="1733"/>
                  </a:lnTo>
                  <a:cubicBezTo>
                    <a:pt x="11847" y="1544"/>
                    <a:pt x="11689" y="1386"/>
                    <a:pt x="11532" y="1386"/>
                  </a:cubicBezTo>
                  <a:lnTo>
                    <a:pt x="8381" y="1386"/>
                  </a:lnTo>
                  <a:lnTo>
                    <a:pt x="8381" y="378"/>
                  </a:lnTo>
                  <a:cubicBezTo>
                    <a:pt x="8381" y="158"/>
                    <a:pt x="8224" y="0"/>
                    <a:pt x="803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7" name="Google Shape;11107;p136"/>
            <p:cNvSpPr/>
            <p:nvPr/>
          </p:nvSpPr>
          <p:spPr>
            <a:xfrm>
              <a:off x="4051000" y="2683025"/>
              <a:ext cx="122100" cy="138650"/>
            </a:xfrm>
            <a:custGeom>
              <a:rect b="b" l="l" r="r" t="t"/>
              <a:pathLst>
                <a:path extrusionOk="0" h="5546" w="4884">
                  <a:moveTo>
                    <a:pt x="2426" y="662"/>
                  </a:moveTo>
                  <a:cubicBezTo>
                    <a:pt x="2804" y="662"/>
                    <a:pt x="3120" y="977"/>
                    <a:pt x="3120" y="1387"/>
                  </a:cubicBezTo>
                  <a:cubicBezTo>
                    <a:pt x="3120" y="1765"/>
                    <a:pt x="2804" y="2080"/>
                    <a:pt x="2426" y="2080"/>
                  </a:cubicBezTo>
                  <a:cubicBezTo>
                    <a:pt x="2017" y="2080"/>
                    <a:pt x="1702" y="1765"/>
                    <a:pt x="1702" y="1387"/>
                  </a:cubicBezTo>
                  <a:cubicBezTo>
                    <a:pt x="1702" y="977"/>
                    <a:pt x="2017" y="662"/>
                    <a:pt x="2426" y="662"/>
                  </a:cubicBezTo>
                  <a:close/>
                  <a:moveTo>
                    <a:pt x="2426" y="2742"/>
                  </a:moveTo>
                  <a:cubicBezTo>
                    <a:pt x="3340" y="2742"/>
                    <a:pt x="4128" y="3529"/>
                    <a:pt x="4128" y="4474"/>
                  </a:cubicBezTo>
                  <a:lnTo>
                    <a:pt x="4128" y="4852"/>
                  </a:lnTo>
                  <a:lnTo>
                    <a:pt x="694" y="4852"/>
                  </a:lnTo>
                  <a:lnTo>
                    <a:pt x="694" y="4474"/>
                  </a:lnTo>
                  <a:cubicBezTo>
                    <a:pt x="694" y="3498"/>
                    <a:pt x="1481" y="2742"/>
                    <a:pt x="2426" y="2742"/>
                  </a:cubicBezTo>
                  <a:close/>
                  <a:moveTo>
                    <a:pt x="2489" y="1"/>
                  </a:moveTo>
                  <a:cubicBezTo>
                    <a:pt x="1733" y="1"/>
                    <a:pt x="1103" y="631"/>
                    <a:pt x="1103" y="1387"/>
                  </a:cubicBezTo>
                  <a:cubicBezTo>
                    <a:pt x="1103" y="1733"/>
                    <a:pt x="1229" y="2049"/>
                    <a:pt x="1450" y="2269"/>
                  </a:cubicBezTo>
                  <a:cubicBezTo>
                    <a:pt x="568" y="2679"/>
                    <a:pt x="1" y="3498"/>
                    <a:pt x="1" y="4474"/>
                  </a:cubicBezTo>
                  <a:lnTo>
                    <a:pt x="1" y="5199"/>
                  </a:lnTo>
                  <a:cubicBezTo>
                    <a:pt x="1" y="5388"/>
                    <a:pt x="158" y="5546"/>
                    <a:pt x="379" y="5546"/>
                  </a:cubicBezTo>
                  <a:lnTo>
                    <a:pt x="4537" y="5546"/>
                  </a:lnTo>
                  <a:cubicBezTo>
                    <a:pt x="4726" y="5546"/>
                    <a:pt x="4884" y="5388"/>
                    <a:pt x="4884" y="5199"/>
                  </a:cubicBezTo>
                  <a:lnTo>
                    <a:pt x="4884" y="4474"/>
                  </a:lnTo>
                  <a:cubicBezTo>
                    <a:pt x="4884" y="3498"/>
                    <a:pt x="4348" y="2679"/>
                    <a:pt x="3529" y="2269"/>
                  </a:cubicBezTo>
                  <a:cubicBezTo>
                    <a:pt x="3750" y="2049"/>
                    <a:pt x="3876" y="1733"/>
                    <a:pt x="3876" y="1387"/>
                  </a:cubicBezTo>
                  <a:cubicBezTo>
                    <a:pt x="3876" y="631"/>
                    <a:pt x="3246" y="1"/>
                    <a:pt x="248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8" name="Google Shape;11108;p136"/>
            <p:cNvSpPr/>
            <p:nvPr/>
          </p:nvSpPr>
          <p:spPr>
            <a:xfrm>
              <a:off x="4084875" y="2873200"/>
              <a:ext cx="52800" cy="69775"/>
            </a:xfrm>
            <a:custGeom>
              <a:rect b="b" l="l" r="r" t="t"/>
              <a:pathLst>
                <a:path extrusionOk="0" h="2791" w="2112">
                  <a:moveTo>
                    <a:pt x="1095" y="0"/>
                  </a:moveTo>
                  <a:cubicBezTo>
                    <a:pt x="1001" y="0"/>
                    <a:pt x="903" y="28"/>
                    <a:pt x="819" y="112"/>
                  </a:cubicBezTo>
                  <a:lnTo>
                    <a:pt x="126" y="805"/>
                  </a:lnTo>
                  <a:cubicBezTo>
                    <a:pt x="0" y="931"/>
                    <a:pt x="0" y="1184"/>
                    <a:pt x="126" y="1278"/>
                  </a:cubicBezTo>
                  <a:cubicBezTo>
                    <a:pt x="205" y="1341"/>
                    <a:pt x="292" y="1373"/>
                    <a:pt x="378" y="1373"/>
                  </a:cubicBezTo>
                  <a:cubicBezTo>
                    <a:pt x="465" y="1373"/>
                    <a:pt x="552" y="1341"/>
                    <a:pt x="630" y="1278"/>
                  </a:cubicBezTo>
                  <a:lnTo>
                    <a:pt x="756" y="1184"/>
                  </a:lnTo>
                  <a:lnTo>
                    <a:pt x="756" y="2066"/>
                  </a:lnTo>
                  <a:lnTo>
                    <a:pt x="378" y="2066"/>
                  </a:lnTo>
                  <a:cubicBezTo>
                    <a:pt x="189" y="2066"/>
                    <a:pt x="32" y="2223"/>
                    <a:pt x="32" y="2444"/>
                  </a:cubicBezTo>
                  <a:cubicBezTo>
                    <a:pt x="32" y="2633"/>
                    <a:pt x="189" y="2790"/>
                    <a:pt x="378" y="2790"/>
                  </a:cubicBezTo>
                  <a:lnTo>
                    <a:pt x="1765" y="2790"/>
                  </a:lnTo>
                  <a:cubicBezTo>
                    <a:pt x="1954" y="2790"/>
                    <a:pt x="2111" y="2633"/>
                    <a:pt x="2111" y="2444"/>
                  </a:cubicBezTo>
                  <a:cubicBezTo>
                    <a:pt x="2111" y="2223"/>
                    <a:pt x="1954" y="2066"/>
                    <a:pt x="1765" y="2066"/>
                  </a:cubicBezTo>
                  <a:lnTo>
                    <a:pt x="1418" y="2066"/>
                  </a:lnTo>
                  <a:lnTo>
                    <a:pt x="1418" y="333"/>
                  </a:lnTo>
                  <a:cubicBezTo>
                    <a:pt x="1418" y="175"/>
                    <a:pt x="1323" y="81"/>
                    <a:pt x="1229" y="18"/>
                  </a:cubicBezTo>
                  <a:cubicBezTo>
                    <a:pt x="1187" y="7"/>
                    <a:pt x="1141" y="0"/>
                    <a:pt x="109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09" name="Google Shape;11109;p136"/>
          <p:cNvSpPr/>
          <p:nvPr/>
        </p:nvSpPr>
        <p:spPr>
          <a:xfrm>
            <a:off x="7513275" y="2670141"/>
            <a:ext cx="354117" cy="348513"/>
          </a:xfrm>
          <a:custGeom>
            <a:rect b="b" l="l" r="r" t="t"/>
            <a:pathLst>
              <a:path extrusionOk="0" h="11815" w="12005">
                <a:moveTo>
                  <a:pt x="6003" y="693"/>
                </a:moveTo>
                <a:cubicBezTo>
                  <a:pt x="6089" y="693"/>
                  <a:pt x="6176" y="725"/>
                  <a:pt x="6239" y="788"/>
                </a:cubicBezTo>
                <a:lnTo>
                  <a:pt x="8444" y="2993"/>
                </a:lnTo>
                <a:lnTo>
                  <a:pt x="7972" y="3466"/>
                </a:lnTo>
                <a:lnTo>
                  <a:pt x="7751" y="3214"/>
                </a:lnTo>
                <a:cubicBezTo>
                  <a:pt x="7562" y="3025"/>
                  <a:pt x="7279" y="2899"/>
                  <a:pt x="6995" y="2899"/>
                </a:cubicBezTo>
                <a:cubicBezTo>
                  <a:pt x="6711" y="2899"/>
                  <a:pt x="6459" y="3025"/>
                  <a:pt x="6239" y="3214"/>
                </a:cubicBezTo>
                <a:cubicBezTo>
                  <a:pt x="5861" y="3623"/>
                  <a:pt x="5861" y="4285"/>
                  <a:pt x="6239" y="4663"/>
                </a:cubicBezTo>
                <a:lnTo>
                  <a:pt x="6491" y="4915"/>
                </a:lnTo>
                <a:lnTo>
                  <a:pt x="6018" y="5388"/>
                </a:lnTo>
                <a:lnTo>
                  <a:pt x="5262" y="4631"/>
                </a:lnTo>
                <a:cubicBezTo>
                  <a:pt x="5199" y="4568"/>
                  <a:pt x="5113" y="4537"/>
                  <a:pt x="5026" y="4537"/>
                </a:cubicBezTo>
                <a:cubicBezTo>
                  <a:pt x="4939" y="4537"/>
                  <a:pt x="4853" y="4568"/>
                  <a:pt x="4790" y="4631"/>
                </a:cubicBezTo>
                <a:lnTo>
                  <a:pt x="4317" y="5104"/>
                </a:lnTo>
                <a:cubicBezTo>
                  <a:pt x="4254" y="5167"/>
                  <a:pt x="4167" y="5198"/>
                  <a:pt x="4081" y="5198"/>
                </a:cubicBezTo>
                <a:cubicBezTo>
                  <a:pt x="3994" y="5198"/>
                  <a:pt x="3907" y="5167"/>
                  <a:pt x="3844" y="5104"/>
                </a:cubicBezTo>
                <a:cubicBezTo>
                  <a:pt x="3718" y="4978"/>
                  <a:pt x="3718" y="4757"/>
                  <a:pt x="3844" y="4631"/>
                </a:cubicBezTo>
                <a:lnTo>
                  <a:pt x="4317" y="4159"/>
                </a:lnTo>
                <a:cubicBezTo>
                  <a:pt x="4443" y="4033"/>
                  <a:pt x="4443" y="3812"/>
                  <a:pt x="4317" y="3686"/>
                </a:cubicBezTo>
                <a:lnTo>
                  <a:pt x="3624" y="2993"/>
                </a:lnTo>
                <a:lnTo>
                  <a:pt x="5766" y="788"/>
                </a:lnTo>
                <a:cubicBezTo>
                  <a:pt x="5829" y="725"/>
                  <a:pt x="5916" y="693"/>
                  <a:pt x="6003" y="693"/>
                </a:cubicBezTo>
                <a:close/>
                <a:moveTo>
                  <a:pt x="3088" y="3466"/>
                </a:moveTo>
                <a:lnTo>
                  <a:pt x="3561" y="3938"/>
                </a:lnTo>
                <a:lnTo>
                  <a:pt x="3340" y="4159"/>
                </a:lnTo>
                <a:cubicBezTo>
                  <a:pt x="2931" y="4568"/>
                  <a:pt x="2931" y="5230"/>
                  <a:pt x="3340" y="5608"/>
                </a:cubicBezTo>
                <a:cubicBezTo>
                  <a:pt x="3529" y="5813"/>
                  <a:pt x="3797" y="5915"/>
                  <a:pt x="4065" y="5915"/>
                </a:cubicBezTo>
                <a:cubicBezTo>
                  <a:pt x="4333" y="5915"/>
                  <a:pt x="4601" y="5813"/>
                  <a:pt x="4790" y="5608"/>
                </a:cubicBezTo>
                <a:lnTo>
                  <a:pt x="5042" y="5388"/>
                </a:lnTo>
                <a:lnTo>
                  <a:pt x="5514" y="5860"/>
                </a:lnTo>
                <a:lnTo>
                  <a:pt x="4758" y="6616"/>
                </a:lnTo>
                <a:cubicBezTo>
                  <a:pt x="4632" y="6711"/>
                  <a:pt x="4632" y="6963"/>
                  <a:pt x="4758" y="7089"/>
                </a:cubicBezTo>
                <a:lnTo>
                  <a:pt x="5231" y="7561"/>
                </a:lnTo>
                <a:cubicBezTo>
                  <a:pt x="5357" y="7656"/>
                  <a:pt x="5357" y="7908"/>
                  <a:pt x="5231" y="8002"/>
                </a:cubicBezTo>
                <a:cubicBezTo>
                  <a:pt x="5168" y="8065"/>
                  <a:pt x="5081" y="8097"/>
                  <a:pt x="4994" y="8097"/>
                </a:cubicBezTo>
                <a:cubicBezTo>
                  <a:pt x="4908" y="8097"/>
                  <a:pt x="4821" y="8065"/>
                  <a:pt x="4758" y="8002"/>
                </a:cubicBezTo>
                <a:lnTo>
                  <a:pt x="4286" y="7561"/>
                </a:lnTo>
                <a:cubicBezTo>
                  <a:pt x="4223" y="7498"/>
                  <a:pt x="4136" y="7467"/>
                  <a:pt x="4049" y="7467"/>
                </a:cubicBezTo>
                <a:cubicBezTo>
                  <a:pt x="3963" y="7467"/>
                  <a:pt x="3876" y="7498"/>
                  <a:pt x="3813" y="7561"/>
                </a:cubicBezTo>
                <a:lnTo>
                  <a:pt x="3088" y="8254"/>
                </a:lnTo>
                <a:lnTo>
                  <a:pt x="883" y="6049"/>
                </a:lnTo>
                <a:cubicBezTo>
                  <a:pt x="789" y="6018"/>
                  <a:pt x="789" y="5829"/>
                  <a:pt x="883" y="5671"/>
                </a:cubicBezTo>
                <a:lnTo>
                  <a:pt x="3088" y="3466"/>
                </a:lnTo>
                <a:close/>
                <a:moveTo>
                  <a:pt x="8917" y="3529"/>
                </a:moveTo>
                <a:lnTo>
                  <a:pt x="11122" y="5671"/>
                </a:lnTo>
                <a:cubicBezTo>
                  <a:pt x="11248" y="5766"/>
                  <a:pt x="11248" y="6018"/>
                  <a:pt x="11122" y="6144"/>
                </a:cubicBezTo>
                <a:lnTo>
                  <a:pt x="8917" y="8349"/>
                </a:lnTo>
                <a:lnTo>
                  <a:pt x="8444" y="7876"/>
                </a:lnTo>
                <a:lnTo>
                  <a:pt x="8696" y="7624"/>
                </a:lnTo>
                <a:cubicBezTo>
                  <a:pt x="9074" y="7246"/>
                  <a:pt x="9074" y="6553"/>
                  <a:pt x="8696" y="6175"/>
                </a:cubicBezTo>
                <a:cubicBezTo>
                  <a:pt x="8491" y="5970"/>
                  <a:pt x="8224" y="5868"/>
                  <a:pt x="7956" y="5868"/>
                </a:cubicBezTo>
                <a:cubicBezTo>
                  <a:pt x="7688" y="5868"/>
                  <a:pt x="7420" y="5970"/>
                  <a:pt x="7216" y="6175"/>
                </a:cubicBezTo>
                <a:lnTo>
                  <a:pt x="6995" y="6396"/>
                </a:lnTo>
                <a:lnTo>
                  <a:pt x="6522" y="5923"/>
                </a:lnTo>
                <a:lnTo>
                  <a:pt x="7279" y="5198"/>
                </a:lnTo>
                <a:cubicBezTo>
                  <a:pt x="7373" y="5072"/>
                  <a:pt x="7373" y="4820"/>
                  <a:pt x="7279" y="4726"/>
                </a:cubicBezTo>
                <a:lnTo>
                  <a:pt x="6806" y="4222"/>
                </a:lnTo>
                <a:cubicBezTo>
                  <a:pt x="6680" y="4127"/>
                  <a:pt x="6680" y="3875"/>
                  <a:pt x="6806" y="3749"/>
                </a:cubicBezTo>
                <a:cubicBezTo>
                  <a:pt x="6869" y="3686"/>
                  <a:pt x="6963" y="3655"/>
                  <a:pt x="7026" y="3655"/>
                </a:cubicBezTo>
                <a:cubicBezTo>
                  <a:pt x="7121" y="3655"/>
                  <a:pt x="7216" y="3686"/>
                  <a:pt x="7279" y="3749"/>
                </a:cubicBezTo>
                <a:lnTo>
                  <a:pt x="7751" y="4222"/>
                </a:lnTo>
                <a:cubicBezTo>
                  <a:pt x="7798" y="4285"/>
                  <a:pt x="7885" y="4316"/>
                  <a:pt x="7976" y="4316"/>
                </a:cubicBezTo>
                <a:cubicBezTo>
                  <a:pt x="8066" y="4316"/>
                  <a:pt x="8161" y="4285"/>
                  <a:pt x="8224" y="4222"/>
                </a:cubicBezTo>
                <a:lnTo>
                  <a:pt x="8917" y="3529"/>
                </a:lnTo>
                <a:close/>
                <a:moveTo>
                  <a:pt x="5987" y="6396"/>
                </a:moveTo>
                <a:lnTo>
                  <a:pt x="6711" y="7152"/>
                </a:lnTo>
                <a:cubicBezTo>
                  <a:pt x="6774" y="7215"/>
                  <a:pt x="6869" y="7246"/>
                  <a:pt x="6960" y="7246"/>
                </a:cubicBezTo>
                <a:cubicBezTo>
                  <a:pt x="7050" y="7246"/>
                  <a:pt x="7137" y="7215"/>
                  <a:pt x="7184" y="7152"/>
                </a:cubicBezTo>
                <a:lnTo>
                  <a:pt x="7657" y="6679"/>
                </a:lnTo>
                <a:cubicBezTo>
                  <a:pt x="7720" y="6616"/>
                  <a:pt x="7814" y="6585"/>
                  <a:pt x="7905" y="6585"/>
                </a:cubicBezTo>
                <a:cubicBezTo>
                  <a:pt x="7995" y="6585"/>
                  <a:pt x="8082" y="6616"/>
                  <a:pt x="8129" y="6679"/>
                </a:cubicBezTo>
                <a:cubicBezTo>
                  <a:pt x="8255" y="6805"/>
                  <a:pt x="8255" y="7026"/>
                  <a:pt x="8129" y="7152"/>
                </a:cubicBezTo>
                <a:lnTo>
                  <a:pt x="7657" y="7624"/>
                </a:lnTo>
                <a:cubicBezTo>
                  <a:pt x="7562" y="7750"/>
                  <a:pt x="7562" y="7971"/>
                  <a:pt x="7657" y="8097"/>
                </a:cubicBezTo>
                <a:lnTo>
                  <a:pt x="8381" y="8822"/>
                </a:lnTo>
                <a:lnTo>
                  <a:pt x="6239" y="11027"/>
                </a:lnTo>
                <a:cubicBezTo>
                  <a:pt x="6192" y="11074"/>
                  <a:pt x="6105" y="11098"/>
                  <a:pt x="6014" y="11098"/>
                </a:cubicBezTo>
                <a:cubicBezTo>
                  <a:pt x="5924" y="11098"/>
                  <a:pt x="5829" y="11074"/>
                  <a:pt x="5766" y="11027"/>
                </a:cubicBezTo>
                <a:lnTo>
                  <a:pt x="3561" y="8822"/>
                </a:lnTo>
                <a:lnTo>
                  <a:pt x="4034" y="8349"/>
                </a:lnTo>
                <a:lnTo>
                  <a:pt x="4286" y="8570"/>
                </a:lnTo>
                <a:cubicBezTo>
                  <a:pt x="4475" y="8774"/>
                  <a:pt x="4742" y="8877"/>
                  <a:pt x="5010" y="8877"/>
                </a:cubicBezTo>
                <a:cubicBezTo>
                  <a:pt x="5278" y="8877"/>
                  <a:pt x="5546" y="8774"/>
                  <a:pt x="5735" y="8570"/>
                </a:cubicBezTo>
                <a:cubicBezTo>
                  <a:pt x="6144" y="8191"/>
                  <a:pt x="6144" y="7498"/>
                  <a:pt x="5735" y="7120"/>
                </a:cubicBezTo>
                <a:lnTo>
                  <a:pt x="5514" y="6868"/>
                </a:lnTo>
                <a:lnTo>
                  <a:pt x="5987" y="6396"/>
                </a:lnTo>
                <a:close/>
                <a:moveTo>
                  <a:pt x="5999" y="0"/>
                </a:moveTo>
                <a:cubicBezTo>
                  <a:pt x="5735" y="0"/>
                  <a:pt x="5467" y="95"/>
                  <a:pt x="5262" y="284"/>
                </a:cubicBezTo>
                <a:lnTo>
                  <a:pt x="379" y="5167"/>
                </a:lnTo>
                <a:cubicBezTo>
                  <a:pt x="1" y="5577"/>
                  <a:pt x="1" y="6238"/>
                  <a:pt x="379" y="6648"/>
                </a:cubicBezTo>
                <a:lnTo>
                  <a:pt x="5262" y="11531"/>
                </a:lnTo>
                <a:cubicBezTo>
                  <a:pt x="5467" y="11720"/>
                  <a:pt x="5735" y="11814"/>
                  <a:pt x="5999" y="11814"/>
                </a:cubicBezTo>
                <a:cubicBezTo>
                  <a:pt x="6262" y="11814"/>
                  <a:pt x="6522" y="11720"/>
                  <a:pt x="6711" y="11531"/>
                </a:cubicBezTo>
                <a:lnTo>
                  <a:pt x="11595" y="6648"/>
                </a:lnTo>
                <a:cubicBezTo>
                  <a:pt x="12004" y="6238"/>
                  <a:pt x="12004" y="5577"/>
                  <a:pt x="11595" y="5167"/>
                </a:cubicBezTo>
                <a:lnTo>
                  <a:pt x="6711" y="284"/>
                </a:lnTo>
                <a:cubicBezTo>
                  <a:pt x="6522" y="95"/>
                  <a:pt x="6262" y="0"/>
                  <a:pt x="599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10" name="Google Shape;11110;p136"/>
          <p:cNvGrpSpPr/>
          <p:nvPr/>
        </p:nvGrpSpPr>
        <p:grpSpPr>
          <a:xfrm>
            <a:off x="7516228" y="3159168"/>
            <a:ext cx="348513" cy="348513"/>
            <a:chOff x="5775900" y="2308125"/>
            <a:chExt cx="295375" cy="295375"/>
          </a:xfrm>
        </p:grpSpPr>
        <p:sp>
          <p:nvSpPr>
            <p:cNvPr id="11111" name="Google Shape;11111;p136"/>
            <p:cNvSpPr/>
            <p:nvPr/>
          </p:nvSpPr>
          <p:spPr>
            <a:xfrm>
              <a:off x="5984625" y="2482975"/>
              <a:ext cx="18125" cy="18150"/>
            </a:xfrm>
            <a:custGeom>
              <a:rect b="b" l="l" r="r" t="t"/>
              <a:pathLst>
                <a:path extrusionOk="0" h="726" w="725">
                  <a:moveTo>
                    <a:pt x="378" y="0"/>
                  </a:moveTo>
                  <a:cubicBezTo>
                    <a:pt x="158" y="0"/>
                    <a:pt x="0" y="158"/>
                    <a:pt x="0" y="347"/>
                  </a:cubicBezTo>
                  <a:cubicBezTo>
                    <a:pt x="0" y="568"/>
                    <a:pt x="158" y="725"/>
                    <a:pt x="378" y="725"/>
                  </a:cubicBezTo>
                  <a:cubicBezTo>
                    <a:pt x="567" y="725"/>
                    <a:pt x="725" y="568"/>
                    <a:pt x="725" y="347"/>
                  </a:cubicBezTo>
                  <a:cubicBezTo>
                    <a:pt x="725" y="158"/>
                    <a:pt x="567" y="0"/>
                    <a:pt x="37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2" name="Google Shape;11112;p136"/>
            <p:cNvSpPr/>
            <p:nvPr/>
          </p:nvSpPr>
          <p:spPr>
            <a:xfrm>
              <a:off x="5775900" y="2308125"/>
              <a:ext cx="295375" cy="295375"/>
            </a:xfrm>
            <a:custGeom>
              <a:rect b="b" l="l" r="r" t="t"/>
              <a:pathLst>
                <a:path extrusionOk="0" h="11815" w="11815">
                  <a:moveTo>
                    <a:pt x="7845" y="725"/>
                  </a:moveTo>
                  <a:cubicBezTo>
                    <a:pt x="7719" y="914"/>
                    <a:pt x="7656" y="1166"/>
                    <a:pt x="7656" y="1450"/>
                  </a:cubicBezTo>
                  <a:cubicBezTo>
                    <a:pt x="7656" y="1670"/>
                    <a:pt x="7719" y="1922"/>
                    <a:pt x="7845" y="2143"/>
                  </a:cubicBezTo>
                  <a:lnTo>
                    <a:pt x="1387" y="2143"/>
                  </a:lnTo>
                  <a:cubicBezTo>
                    <a:pt x="1009" y="2143"/>
                    <a:pt x="694" y="1828"/>
                    <a:pt x="694" y="1450"/>
                  </a:cubicBezTo>
                  <a:cubicBezTo>
                    <a:pt x="694" y="1040"/>
                    <a:pt x="1009" y="725"/>
                    <a:pt x="1387" y="725"/>
                  </a:cubicBezTo>
                  <a:close/>
                  <a:moveTo>
                    <a:pt x="6112" y="6994"/>
                  </a:moveTo>
                  <a:cubicBezTo>
                    <a:pt x="5955" y="7183"/>
                    <a:pt x="5829" y="7436"/>
                    <a:pt x="5766" y="7719"/>
                  </a:cubicBezTo>
                  <a:lnTo>
                    <a:pt x="3466" y="7719"/>
                  </a:lnTo>
                  <a:lnTo>
                    <a:pt x="3466" y="6994"/>
                  </a:lnTo>
                  <a:close/>
                  <a:moveTo>
                    <a:pt x="694" y="2678"/>
                  </a:moveTo>
                  <a:cubicBezTo>
                    <a:pt x="883" y="2773"/>
                    <a:pt x="1103" y="2867"/>
                    <a:pt x="1387" y="2867"/>
                  </a:cubicBezTo>
                  <a:lnTo>
                    <a:pt x="1387" y="10460"/>
                  </a:lnTo>
                  <a:cubicBezTo>
                    <a:pt x="1009" y="10460"/>
                    <a:pt x="694" y="10145"/>
                    <a:pt x="694" y="9767"/>
                  </a:cubicBezTo>
                  <a:lnTo>
                    <a:pt x="694" y="2678"/>
                  </a:lnTo>
                  <a:close/>
                  <a:moveTo>
                    <a:pt x="8381" y="2836"/>
                  </a:moveTo>
                  <a:lnTo>
                    <a:pt x="8381" y="5608"/>
                  </a:lnTo>
                  <a:cubicBezTo>
                    <a:pt x="7814" y="5703"/>
                    <a:pt x="7247" y="5923"/>
                    <a:pt x="6774" y="6301"/>
                  </a:cubicBezTo>
                  <a:lnTo>
                    <a:pt x="3151" y="6301"/>
                  </a:lnTo>
                  <a:cubicBezTo>
                    <a:pt x="2962" y="6301"/>
                    <a:pt x="2804" y="6459"/>
                    <a:pt x="2804" y="6648"/>
                  </a:cubicBezTo>
                  <a:lnTo>
                    <a:pt x="2804" y="8034"/>
                  </a:lnTo>
                  <a:cubicBezTo>
                    <a:pt x="2804" y="8223"/>
                    <a:pt x="2962" y="8381"/>
                    <a:pt x="3151" y="8381"/>
                  </a:cubicBezTo>
                  <a:lnTo>
                    <a:pt x="5640" y="8381"/>
                  </a:lnTo>
                  <a:lnTo>
                    <a:pt x="5640" y="8727"/>
                  </a:lnTo>
                  <a:cubicBezTo>
                    <a:pt x="5640" y="9357"/>
                    <a:pt x="5829" y="9956"/>
                    <a:pt x="6144" y="10492"/>
                  </a:cubicBezTo>
                  <a:lnTo>
                    <a:pt x="2080" y="10492"/>
                  </a:lnTo>
                  <a:lnTo>
                    <a:pt x="2080" y="10460"/>
                  </a:lnTo>
                  <a:lnTo>
                    <a:pt x="2080" y="2836"/>
                  </a:lnTo>
                  <a:close/>
                  <a:moveTo>
                    <a:pt x="8727" y="6301"/>
                  </a:moveTo>
                  <a:cubicBezTo>
                    <a:pt x="10050" y="6301"/>
                    <a:pt x="11153" y="7404"/>
                    <a:pt x="11153" y="8727"/>
                  </a:cubicBezTo>
                  <a:cubicBezTo>
                    <a:pt x="11153" y="10082"/>
                    <a:pt x="10050" y="11216"/>
                    <a:pt x="8727" y="11216"/>
                  </a:cubicBezTo>
                  <a:cubicBezTo>
                    <a:pt x="7373" y="11216"/>
                    <a:pt x="6270" y="10113"/>
                    <a:pt x="6270" y="8727"/>
                  </a:cubicBezTo>
                  <a:cubicBezTo>
                    <a:pt x="6270" y="7373"/>
                    <a:pt x="7373" y="6301"/>
                    <a:pt x="8727" y="6301"/>
                  </a:cubicBezTo>
                  <a:close/>
                  <a:moveTo>
                    <a:pt x="1387" y="0"/>
                  </a:moveTo>
                  <a:cubicBezTo>
                    <a:pt x="630" y="0"/>
                    <a:pt x="0" y="630"/>
                    <a:pt x="0" y="1355"/>
                  </a:cubicBezTo>
                  <a:lnTo>
                    <a:pt x="0" y="9704"/>
                  </a:lnTo>
                  <a:cubicBezTo>
                    <a:pt x="0" y="10460"/>
                    <a:pt x="630" y="11090"/>
                    <a:pt x="1387" y="11090"/>
                  </a:cubicBezTo>
                  <a:lnTo>
                    <a:pt x="6742" y="11090"/>
                  </a:lnTo>
                  <a:cubicBezTo>
                    <a:pt x="7310" y="11563"/>
                    <a:pt x="8003" y="11815"/>
                    <a:pt x="8727" y="11815"/>
                  </a:cubicBezTo>
                  <a:cubicBezTo>
                    <a:pt x="10460" y="11815"/>
                    <a:pt x="11815" y="10334"/>
                    <a:pt x="11815" y="8664"/>
                  </a:cubicBezTo>
                  <a:cubicBezTo>
                    <a:pt x="11815" y="7120"/>
                    <a:pt x="10618" y="5829"/>
                    <a:pt x="9074" y="5608"/>
                  </a:cubicBezTo>
                  <a:lnTo>
                    <a:pt x="9074" y="2458"/>
                  </a:lnTo>
                  <a:cubicBezTo>
                    <a:pt x="9074" y="2269"/>
                    <a:pt x="9042" y="2143"/>
                    <a:pt x="8822" y="2080"/>
                  </a:cubicBezTo>
                  <a:cubicBezTo>
                    <a:pt x="8538" y="1985"/>
                    <a:pt x="8349" y="1733"/>
                    <a:pt x="8349" y="1418"/>
                  </a:cubicBezTo>
                  <a:cubicBezTo>
                    <a:pt x="8349" y="1135"/>
                    <a:pt x="8538" y="851"/>
                    <a:pt x="8822" y="725"/>
                  </a:cubicBezTo>
                  <a:cubicBezTo>
                    <a:pt x="8979" y="694"/>
                    <a:pt x="9074" y="536"/>
                    <a:pt x="9074" y="410"/>
                  </a:cubicBezTo>
                  <a:lnTo>
                    <a:pt x="9074" y="347"/>
                  </a:lnTo>
                  <a:cubicBezTo>
                    <a:pt x="9074" y="158"/>
                    <a:pt x="8916" y="0"/>
                    <a:pt x="872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3" name="Google Shape;11113;p136"/>
            <p:cNvSpPr/>
            <p:nvPr/>
          </p:nvSpPr>
          <p:spPr>
            <a:xfrm>
              <a:off x="5984625" y="2508975"/>
              <a:ext cx="18125" cy="61450"/>
            </a:xfrm>
            <a:custGeom>
              <a:rect b="b" l="l" r="r" t="t"/>
              <a:pathLst>
                <a:path extrusionOk="0" h="2458" w="725">
                  <a:moveTo>
                    <a:pt x="378" y="0"/>
                  </a:moveTo>
                  <a:cubicBezTo>
                    <a:pt x="158" y="0"/>
                    <a:pt x="0" y="158"/>
                    <a:pt x="0" y="347"/>
                  </a:cubicBezTo>
                  <a:lnTo>
                    <a:pt x="0" y="2111"/>
                  </a:lnTo>
                  <a:cubicBezTo>
                    <a:pt x="0" y="2300"/>
                    <a:pt x="158" y="2458"/>
                    <a:pt x="378" y="2458"/>
                  </a:cubicBezTo>
                  <a:cubicBezTo>
                    <a:pt x="567" y="2458"/>
                    <a:pt x="725" y="2300"/>
                    <a:pt x="725" y="2111"/>
                  </a:cubicBezTo>
                  <a:lnTo>
                    <a:pt x="725" y="347"/>
                  </a:lnTo>
                  <a:cubicBezTo>
                    <a:pt x="725" y="158"/>
                    <a:pt x="567" y="0"/>
                    <a:pt x="37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4" name="Google Shape;11114;p136"/>
            <p:cNvSpPr/>
            <p:nvPr/>
          </p:nvSpPr>
          <p:spPr>
            <a:xfrm>
              <a:off x="5845200" y="2395550"/>
              <a:ext cx="122900" cy="17350"/>
            </a:xfrm>
            <a:custGeom>
              <a:rect b="b" l="l" r="r" t="t"/>
              <a:pathLst>
                <a:path extrusionOk="0" h="694" w="4916">
                  <a:moveTo>
                    <a:pt x="347" y="0"/>
                  </a:moveTo>
                  <a:cubicBezTo>
                    <a:pt x="158" y="0"/>
                    <a:pt x="1" y="158"/>
                    <a:pt x="1" y="347"/>
                  </a:cubicBezTo>
                  <a:cubicBezTo>
                    <a:pt x="1" y="599"/>
                    <a:pt x="158" y="694"/>
                    <a:pt x="347" y="694"/>
                  </a:cubicBezTo>
                  <a:lnTo>
                    <a:pt x="4569" y="694"/>
                  </a:lnTo>
                  <a:cubicBezTo>
                    <a:pt x="4758" y="694"/>
                    <a:pt x="4916" y="536"/>
                    <a:pt x="4916" y="347"/>
                  </a:cubicBezTo>
                  <a:cubicBezTo>
                    <a:pt x="4916" y="158"/>
                    <a:pt x="4758" y="0"/>
                    <a:pt x="456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5" name="Google Shape;11115;p136"/>
            <p:cNvSpPr/>
            <p:nvPr/>
          </p:nvSpPr>
          <p:spPr>
            <a:xfrm>
              <a:off x="5845200" y="2431000"/>
              <a:ext cx="122900" cy="17350"/>
            </a:xfrm>
            <a:custGeom>
              <a:rect b="b" l="l" r="r" t="t"/>
              <a:pathLst>
                <a:path extrusionOk="0" h="694" w="4916">
                  <a:moveTo>
                    <a:pt x="347" y="0"/>
                  </a:moveTo>
                  <a:cubicBezTo>
                    <a:pt x="158" y="0"/>
                    <a:pt x="1" y="158"/>
                    <a:pt x="1" y="347"/>
                  </a:cubicBezTo>
                  <a:cubicBezTo>
                    <a:pt x="1" y="536"/>
                    <a:pt x="158" y="693"/>
                    <a:pt x="347" y="693"/>
                  </a:cubicBezTo>
                  <a:lnTo>
                    <a:pt x="4569" y="693"/>
                  </a:lnTo>
                  <a:cubicBezTo>
                    <a:pt x="4758" y="693"/>
                    <a:pt x="4916" y="536"/>
                    <a:pt x="4916" y="347"/>
                  </a:cubicBezTo>
                  <a:cubicBezTo>
                    <a:pt x="4916" y="158"/>
                    <a:pt x="4758" y="0"/>
                    <a:pt x="456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16" name="Google Shape;11116;p136"/>
          <p:cNvGrpSpPr/>
          <p:nvPr/>
        </p:nvGrpSpPr>
        <p:grpSpPr>
          <a:xfrm>
            <a:off x="7537142" y="3608004"/>
            <a:ext cx="306686" cy="349457"/>
            <a:chOff x="5794025" y="2673575"/>
            <a:chExt cx="259925" cy="296175"/>
          </a:xfrm>
        </p:grpSpPr>
        <p:sp>
          <p:nvSpPr>
            <p:cNvPr id="11117" name="Google Shape;11117;p136"/>
            <p:cNvSpPr/>
            <p:nvPr/>
          </p:nvSpPr>
          <p:spPr>
            <a:xfrm>
              <a:off x="5794025" y="2673575"/>
              <a:ext cx="259925" cy="296175"/>
            </a:xfrm>
            <a:custGeom>
              <a:rect b="b" l="l" r="r" t="t"/>
              <a:pathLst>
                <a:path extrusionOk="0" h="11847" w="10397">
                  <a:moveTo>
                    <a:pt x="5860" y="694"/>
                  </a:moveTo>
                  <a:cubicBezTo>
                    <a:pt x="7089" y="694"/>
                    <a:pt x="8097" y="1639"/>
                    <a:pt x="8254" y="2805"/>
                  </a:cubicBezTo>
                  <a:cubicBezTo>
                    <a:pt x="8160" y="2773"/>
                    <a:pt x="8065" y="2773"/>
                    <a:pt x="7939" y="2773"/>
                  </a:cubicBezTo>
                  <a:lnTo>
                    <a:pt x="7561" y="2773"/>
                  </a:lnTo>
                  <a:cubicBezTo>
                    <a:pt x="7404" y="1985"/>
                    <a:pt x="6679" y="1387"/>
                    <a:pt x="5860" y="1387"/>
                  </a:cubicBezTo>
                  <a:lnTo>
                    <a:pt x="4474" y="1387"/>
                  </a:lnTo>
                  <a:cubicBezTo>
                    <a:pt x="3655" y="1387"/>
                    <a:pt x="2930" y="1985"/>
                    <a:pt x="2804" y="2773"/>
                  </a:cubicBezTo>
                  <a:lnTo>
                    <a:pt x="2394" y="2773"/>
                  </a:lnTo>
                  <a:cubicBezTo>
                    <a:pt x="2268" y="2773"/>
                    <a:pt x="2142" y="2773"/>
                    <a:pt x="2079" y="2805"/>
                  </a:cubicBezTo>
                  <a:cubicBezTo>
                    <a:pt x="2237" y="1639"/>
                    <a:pt x="3277" y="694"/>
                    <a:pt x="4474" y="694"/>
                  </a:cubicBezTo>
                  <a:close/>
                  <a:moveTo>
                    <a:pt x="6206" y="2143"/>
                  </a:moveTo>
                  <a:cubicBezTo>
                    <a:pt x="6616" y="2300"/>
                    <a:pt x="6931" y="2647"/>
                    <a:pt x="6931" y="3120"/>
                  </a:cubicBezTo>
                  <a:lnTo>
                    <a:pt x="6931" y="3403"/>
                  </a:lnTo>
                  <a:cubicBezTo>
                    <a:pt x="6522" y="3246"/>
                    <a:pt x="6206" y="2899"/>
                    <a:pt x="6206" y="2427"/>
                  </a:cubicBezTo>
                  <a:lnTo>
                    <a:pt x="6206" y="2143"/>
                  </a:lnTo>
                  <a:close/>
                  <a:moveTo>
                    <a:pt x="5513" y="2080"/>
                  </a:moveTo>
                  <a:lnTo>
                    <a:pt x="5513" y="2427"/>
                  </a:lnTo>
                  <a:cubicBezTo>
                    <a:pt x="5513" y="3025"/>
                    <a:pt x="5041" y="3435"/>
                    <a:pt x="4474" y="3435"/>
                  </a:cubicBezTo>
                  <a:lnTo>
                    <a:pt x="3466" y="3435"/>
                  </a:lnTo>
                  <a:lnTo>
                    <a:pt x="3466" y="3088"/>
                  </a:lnTo>
                  <a:cubicBezTo>
                    <a:pt x="3466" y="2490"/>
                    <a:pt x="3938" y="2080"/>
                    <a:pt x="4474" y="2080"/>
                  </a:cubicBezTo>
                  <a:close/>
                  <a:moveTo>
                    <a:pt x="2741" y="3435"/>
                  </a:moveTo>
                  <a:lnTo>
                    <a:pt x="2741" y="5451"/>
                  </a:lnTo>
                  <a:cubicBezTo>
                    <a:pt x="2363" y="5293"/>
                    <a:pt x="2048" y="4947"/>
                    <a:pt x="2048" y="4474"/>
                  </a:cubicBezTo>
                  <a:lnTo>
                    <a:pt x="2048" y="3813"/>
                  </a:lnTo>
                  <a:cubicBezTo>
                    <a:pt x="2048" y="3592"/>
                    <a:pt x="2205" y="3435"/>
                    <a:pt x="2394" y="3435"/>
                  </a:cubicBezTo>
                  <a:close/>
                  <a:moveTo>
                    <a:pt x="7939" y="3498"/>
                  </a:moveTo>
                  <a:cubicBezTo>
                    <a:pt x="8160" y="3498"/>
                    <a:pt x="8317" y="3655"/>
                    <a:pt x="8317" y="3844"/>
                  </a:cubicBezTo>
                  <a:lnTo>
                    <a:pt x="8317" y="4506"/>
                  </a:lnTo>
                  <a:cubicBezTo>
                    <a:pt x="8317" y="4947"/>
                    <a:pt x="8034" y="5325"/>
                    <a:pt x="7593" y="5482"/>
                  </a:cubicBezTo>
                  <a:lnTo>
                    <a:pt x="7593" y="3498"/>
                  </a:lnTo>
                  <a:close/>
                  <a:moveTo>
                    <a:pt x="5891" y="3435"/>
                  </a:moveTo>
                  <a:cubicBezTo>
                    <a:pt x="6143" y="3750"/>
                    <a:pt x="6522" y="4033"/>
                    <a:pt x="6931" y="4128"/>
                  </a:cubicBezTo>
                  <a:lnTo>
                    <a:pt x="6931" y="5892"/>
                  </a:lnTo>
                  <a:cubicBezTo>
                    <a:pt x="6931" y="6491"/>
                    <a:pt x="6459" y="6900"/>
                    <a:pt x="5891" y="6900"/>
                  </a:cubicBezTo>
                  <a:lnTo>
                    <a:pt x="4505" y="6900"/>
                  </a:lnTo>
                  <a:cubicBezTo>
                    <a:pt x="3938" y="6900"/>
                    <a:pt x="3497" y="6428"/>
                    <a:pt x="3497" y="5892"/>
                  </a:cubicBezTo>
                  <a:lnTo>
                    <a:pt x="3497" y="4159"/>
                  </a:lnTo>
                  <a:lnTo>
                    <a:pt x="4505" y="4159"/>
                  </a:lnTo>
                  <a:cubicBezTo>
                    <a:pt x="5072" y="4159"/>
                    <a:pt x="5576" y="3876"/>
                    <a:pt x="5891" y="3435"/>
                  </a:cubicBezTo>
                  <a:close/>
                  <a:moveTo>
                    <a:pt x="6238" y="7593"/>
                  </a:moveTo>
                  <a:cubicBezTo>
                    <a:pt x="6333" y="7782"/>
                    <a:pt x="6459" y="7971"/>
                    <a:pt x="6616" y="8097"/>
                  </a:cubicBezTo>
                  <a:lnTo>
                    <a:pt x="5198" y="9547"/>
                  </a:lnTo>
                  <a:lnTo>
                    <a:pt x="3718" y="8097"/>
                  </a:lnTo>
                  <a:cubicBezTo>
                    <a:pt x="3875" y="7971"/>
                    <a:pt x="4033" y="7782"/>
                    <a:pt x="4096" y="7593"/>
                  </a:cubicBezTo>
                  <a:cubicBezTo>
                    <a:pt x="4190" y="7625"/>
                    <a:pt x="4379" y="7625"/>
                    <a:pt x="4474" y="7625"/>
                  </a:cubicBezTo>
                  <a:lnTo>
                    <a:pt x="5860" y="7625"/>
                  </a:lnTo>
                  <a:cubicBezTo>
                    <a:pt x="5986" y="7625"/>
                    <a:pt x="6143" y="7625"/>
                    <a:pt x="6238" y="7593"/>
                  </a:cubicBezTo>
                  <a:close/>
                  <a:moveTo>
                    <a:pt x="2961" y="8318"/>
                  </a:moveTo>
                  <a:lnTo>
                    <a:pt x="4852" y="10177"/>
                  </a:lnTo>
                  <a:lnTo>
                    <a:pt x="4852" y="11122"/>
                  </a:lnTo>
                  <a:lnTo>
                    <a:pt x="662" y="11122"/>
                  </a:lnTo>
                  <a:lnTo>
                    <a:pt x="662" y="9358"/>
                  </a:lnTo>
                  <a:cubicBezTo>
                    <a:pt x="662" y="8759"/>
                    <a:pt x="1134" y="8318"/>
                    <a:pt x="1701" y="8318"/>
                  </a:cubicBezTo>
                  <a:close/>
                  <a:moveTo>
                    <a:pt x="8664" y="8318"/>
                  </a:moveTo>
                  <a:cubicBezTo>
                    <a:pt x="9262" y="8318"/>
                    <a:pt x="9672" y="8790"/>
                    <a:pt x="9672" y="9358"/>
                  </a:cubicBezTo>
                  <a:lnTo>
                    <a:pt x="9672" y="11122"/>
                  </a:lnTo>
                  <a:lnTo>
                    <a:pt x="5513" y="11122"/>
                  </a:lnTo>
                  <a:lnTo>
                    <a:pt x="5513" y="10177"/>
                  </a:lnTo>
                  <a:lnTo>
                    <a:pt x="7404" y="8318"/>
                  </a:lnTo>
                  <a:close/>
                  <a:moveTo>
                    <a:pt x="4537" y="1"/>
                  </a:moveTo>
                  <a:cubicBezTo>
                    <a:pt x="2804" y="1"/>
                    <a:pt x="1418" y="1418"/>
                    <a:pt x="1418" y="3120"/>
                  </a:cubicBezTo>
                  <a:lnTo>
                    <a:pt x="1418" y="4506"/>
                  </a:lnTo>
                  <a:cubicBezTo>
                    <a:pt x="1418" y="5356"/>
                    <a:pt x="2048" y="6050"/>
                    <a:pt x="2835" y="6207"/>
                  </a:cubicBezTo>
                  <a:cubicBezTo>
                    <a:pt x="2898" y="6648"/>
                    <a:pt x="3151" y="7026"/>
                    <a:pt x="3497" y="7278"/>
                  </a:cubicBezTo>
                  <a:cubicBezTo>
                    <a:pt x="3466" y="7467"/>
                    <a:pt x="3308" y="7625"/>
                    <a:pt x="3119" y="7625"/>
                  </a:cubicBezTo>
                  <a:lnTo>
                    <a:pt x="1733" y="7625"/>
                  </a:lnTo>
                  <a:cubicBezTo>
                    <a:pt x="788" y="7625"/>
                    <a:pt x="0" y="8412"/>
                    <a:pt x="0" y="9358"/>
                  </a:cubicBezTo>
                  <a:lnTo>
                    <a:pt x="0" y="11468"/>
                  </a:lnTo>
                  <a:cubicBezTo>
                    <a:pt x="0" y="11689"/>
                    <a:pt x="158" y="11846"/>
                    <a:pt x="347" y="11846"/>
                  </a:cubicBezTo>
                  <a:lnTo>
                    <a:pt x="10050" y="11846"/>
                  </a:lnTo>
                  <a:cubicBezTo>
                    <a:pt x="10239" y="11846"/>
                    <a:pt x="10397" y="11689"/>
                    <a:pt x="10397" y="11468"/>
                  </a:cubicBezTo>
                  <a:lnTo>
                    <a:pt x="10397" y="9358"/>
                  </a:lnTo>
                  <a:cubicBezTo>
                    <a:pt x="10397" y="8412"/>
                    <a:pt x="9609" y="7625"/>
                    <a:pt x="8664" y="7625"/>
                  </a:cubicBezTo>
                  <a:lnTo>
                    <a:pt x="7278" y="7625"/>
                  </a:lnTo>
                  <a:cubicBezTo>
                    <a:pt x="7089" y="7625"/>
                    <a:pt x="6931" y="7467"/>
                    <a:pt x="6931" y="7278"/>
                  </a:cubicBezTo>
                  <a:cubicBezTo>
                    <a:pt x="7278" y="7026"/>
                    <a:pt x="7530" y="6648"/>
                    <a:pt x="7593" y="6207"/>
                  </a:cubicBezTo>
                  <a:cubicBezTo>
                    <a:pt x="8380" y="6050"/>
                    <a:pt x="9010" y="5325"/>
                    <a:pt x="9010" y="4506"/>
                  </a:cubicBezTo>
                  <a:lnTo>
                    <a:pt x="9010" y="3120"/>
                  </a:lnTo>
                  <a:cubicBezTo>
                    <a:pt x="9010" y="1387"/>
                    <a:pt x="7593" y="1"/>
                    <a:pt x="589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8" name="Google Shape;11118;p136"/>
            <p:cNvSpPr/>
            <p:nvPr/>
          </p:nvSpPr>
          <p:spPr>
            <a:xfrm>
              <a:off x="5967300" y="2915375"/>
              <a:ext cx="35450" cy="17350"/>
            </a:xfrm>
            <a:custGeom>
              <a:rect b="b" l="l" r="r" t="t"/>
              <a:pathLst>
                <a:path extrusionOk="0" h="694" w="1418">
                  <a:moveTo>
                    <a:pt x="347" y="1"/>
                  </a:moveTo>
                  <a:cubicBezTo>
                    <a:pt x="158" y="1"/>
                    <a:pt x="0" y="158"/>
                    <a:pt x="0" y="347"/>
                  </a:cubicBezTo>
                  <a:cubicBezTo>
                    <a:pt x="0" y="536"/>
                    <a:pt x="158" y="694"/>
                    <a:pt x="347" y="694"/>
                  </a:cubicBezTo>
                  <a:lnTo>
                    <a:pt x="1040" y="694"/>
                  </a:lnTo>
                  <a:cubicBezTo>
                    <a:pt x="1260" y="694"/>
                    <a:pt x="1418" y="536"/>
                    <a:pt x="1418" y="347"/>
                  </a:cubicBezTo>
                  <a:cubicBezTo>
                    <a:pt x="1418" y="158"/>
                    <a:pt x="1260" y="1"/>
                    <a:pt x="10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19" name="Google Shape;11119;p136"/>
          <p:cNvSpPr/>
          <p:nvPr/>
        </p:nvSpPr>
        <p:spPr>
          <a:xfrm>
            <a:off x="6637977" y="4079018"/>
            <a:ext cx="349457" cy="348513"/>
          </a:xfrm>
          <a:custGeom>
            <a:rect b="b" l="l" r="r" t="t"/>
            <a:pathLst>
              <a:path extrusionOk="0" h="11815" w="11847">
                <a:moveTo>
                  <a:pt x="5892" y="693"/>
                </a:moveTo>
                <a:cubicBezTo>
                  <a:pt x="6491" y="693"/>
                  <a:pt x="6932" y="1134"/>
                  <a:pt x="6932" y="1701"/>
                </a:cubicBezTo>
                <a:cubicBezTo>
                  <a:pt x="6932" y="2269"/>
                  <a:pt x="6459" y="2710"/>
                  <a:pt x="5892" y="2710"/>
                </a:cubicBezTo>
                <a:cubicBezTo>
                  <a:pt x="5325" y="2710"/>
                  <a:pt x="4884" y="2269"/>
                  <a:pt x="4884" y="1701"/>
                </a:cubicBezTo>
                <a:cubicBezTo>
                  <a:pt x="4884" y="1134"/>
                  <a:pt x="5325" y="693"/>
                  <a:pt x="5892" y="693"/>
                </a:cubicBezTo>
                <a:close/>
                <a:moveTo>
                  <a:pt x="5892" y="3466"/>
                </a:moveTo>
                <a:cubicBezTo>
                  <a:pt x="6176" y="3466"/>
                  <a:pt x="6428" y="3497"/>
                  <a:pt x="6680" y="3592"/>
                </a:cubicBezTo>
                <a:lnTo>
                  <a:pt x="5892" y="4631"/>
                </a:lnTo>
                <a:lnTo>
                  <a:pt x="5104" y="3592"/>
                </a:lnTo>
                <a:cubicBezTo>
                  <a:pt x="5357" y="3529"/>
                  <a:pt x="5609" y="3466"/>
                  <a:pt x="5892" y="3466"/>
                </a:cubicBezTo>
                <a:close/>
                <a:moveTo>
                  <a:pt x="4222" y="2048"/>
                </a:moveTo>
                <a:cubicBezTo>
                  <a:pt x="4285" y="2426"/>
                  <a:pt x="4474" y="2710"/>
                  <a:pt x="4726" y="2962"/>
                </a:cubicBezTo>
                <a:cubicBezTo>
                  <a:pt x="4632" y="2993"/>
                  <a:pt x="4537" y="3056"/>
                  <a:pt x="4443" y="3088"/>
                </a:cubicBezTo>
                <a:cubicBezTo>
                  <a:pt x="4443" y="3088"/>
                  <a:pt x="4411" y="3088"/>
                  <a:pt x="4411" y="3119"/>
                </a:cubicBezTo>
                <a:cubicBezTo>
                  <a:pt x="3403" y="3623"/>
                  <a:pt x="2773" y="4694"/>
                  <a:pt x="2773" y="5829"/>
                </a:cubicBezTo>
                <a:lnTo>
                  <a:pt x="2773" y="6207"/>
                </a:lnTo>
                <a:lnTo>
                  <a:pt x="2143" y="6207"/>
                </a:lnTo>
                <a:lnTo>
                  <a:pt x="2647" y="2300"/>
                </a:lnTo>
                <a:cubicBezTo>
                  <a:pt x="2679" y="2174"/>
                  <a:pt x="2836" y="2048"/>
                  <a:pt x="2962" y="2048"/>
                </a:cubicBezTo>
                <a:close/>
                <a:moveTo>
                  <a:pt x="4474" y="3907"/>
                </a:moveTo>
                <a:lnTo>
                  <a:pt x="5546" y="5325"/>
                </a:lnTo>
                <a:lnTo>
                  <a:pt x="5546" y="6238"/>
                </a:lnTo>
                <a:lnTo>
                  <a:pt x="3466" y="6238"/>
                </a:lnTo>
                <a:lnTo>
                  <a:pt x="3466" y="5892"/>
                </a:lnTo>
                <a:cubicBezTo>
                  <a:pt x="3466" y="5041"/>
                  <a:pt x="3844" y="4348"/>
                  <a:pt x="4474" y="3907"/>
                </a:cubicBezTo>
                <a:close/>
                <a:moveTo>
                  <a:pt x="7278" y="3907"/>
                </a:moveTo>
                <a:cubicBezTo>
                  <a:pt x="7908" y="4348"/>
                  <a:pt x="8318" y="5104"/>
                  <a:pt x="8318" y="5892"/>
                </a:cubicBezTo>
                <a:lnTo>
                  <a:pt x="8318" y="6238"/>
                </a:lnTo>
                <a:lnTo>
                  <a:pt x="6207" y="6238"/>
                </a:lnTo>
                <a:lnTo>
                  <a:pt x="6207" y="5325"/>
                </a:lnTo>
                <a:lnTo>
                  <a:pt x="7278" y="3907"/>
                </a:lnTo>
                <a:close/>
                <a:moveTo>
                  <a:pt x="8854" y="2048"/>
                </a:moveTo>
                <a:cubicBezTo>
                  <a:pt x="9011" y="2048"/>
                  <a:pt x="9137" y="2143"/>
                  <a:pt x="9169" y="2300"/>
                </a:cubicBezTo>
                <a:lnTo>
                  <a:pt x="9673" y="6238"/>
                </a:lnTo>
                <a:lnTo>
                  <a:pt x="9043" y="6238"/>
                </a:lnTo>
                <a:lnTo>
                  <a:pt x="9043" y="5860"/>
                </a:lnTo>
                <a:cubicBezTo>
                  <a:pt x="9043" y="4694"/>
                  <a:pt x="8381" y="3655"/>
                  <a:pt x="7436" y="3151"/>
                </a:cubicBezTo>
                <a:cubicBezTo>
                  <a:pt x="7436" y="3151"/>
                  <a:pt x="7404" y="3151"/>
                  <a:pt x="7404" y="3119"/>
                </a:cubicBezTo>
                <a:cubicBezTo>
                  <a:pt x="7310" y="3088"/>
                  <a:pt x="7184" y="3056"/>
                  <a:pt x="7121" y="2993"/>
                </a:cubicBezTo>
                <a:cubicBezTo>
                  <a:pt x="7310" y="2773"/>
                  <a:pt x="7530" y="2458"/>
                  <a:pt x="7593" y="2048"/>
                </a:cubicBezTo>
                <a:close/>
                <a:moveTo>
                  <a:pt x="10744" y="6900"/>
                </a:moveTo>
                <a:cubicBezTo>
                  <a:pt x="10933" y="6900"/>
                  <a:pt x="11090" y="7057"/>
                  <a:pt x="11090" y="7246"/>
                </a:cubicBezTo>
                <a:cubicBezTo>
                  <a:pt x="11090" y="7435"/>
                  <a:pt x="10933" y="7624"/>
                  <a:pt x="10744" y="7624"/>
                </a:cubicBezTo>
                <a:lnTo>
                  <a:pt x="1009" y="7624"/>
                </a:lnTo>
                <a:cubicBezTo>
                  <a:pt x="820" y="7624"/>
                  <a:pt x="662" y="7435"/>
                  <a:pt x="662" y="7246"/>
                </a:cubicBezTo>
                <a:cubicBezTo>
                  <a:pt x="662" y="7057"/>
                  <a:pt x="820" y="6900"/>
                  <a:pt x="1009" y="6900"/>
                </a:cubicBezTo>
                <a:close/>
                <a:moveTo>
                  <a:pt x="10397" y="8317"/>
                </a:moveTo>
                <a:lnTo>
                  <a:pt x="10397" y="11121"/>
                </a:lnTo>
                <a:lnTo>
                  <a:pt x="1387" y="11121"/>
                </a:lnTo>
                <a:lnTo>
                  <a:pt x="1387" y="8317"/>
                </a:lnTo>
                <a:close/>
                <a:moveTo>
                  <a:pt x="5892" y="0"/>
                </a:moveTo>
                <a:cubicBezTo>
                  <a:pt x="5073" y="0"/>
                  <a:pt x="4380" y="599"/>
                  <a:pt x="4222" y="1386"/>
                </a:cubicBezTo>
                <a:lnTo>
                  <a:pt x="2962" y="1386"/>
                </a:lnTo>
                <a:cubicBezTo>
                  <a:pt x="2458" y="1386"/>
                  <a:pt x="2080" y="1701"/>
                  <a:pt x="1954" y="2143"/>
                </a:cubicBezTo>
                <a:lnTo>
                  <a:pt x="1954" y="2174"/>
                </a:lnTo>
                <a:lnTo>
                  <a:pt x="1450" y="6238"/>
                </a:lnTo>
                <a:lnTo>
                  <a:pt x="1072" y="6238"/>
                </a:lnTo>
                <a:cubicBezTo>
                  <a:pt x="473" y="6238"/>
                  <a:pt x="1" y="6711"/>
                  <a:pt x="1" y="7246"/>
                </a:cubicBezTo>
                <a:cubicBezTo>
                  <a:pt x="1" y="7719"/>
                  <a:pt x="316" y="8065"/>
                  <a:pt x="694" y="8254"/>
                </a:cubicBezTo>
                <a:lnTo>
                  <a:pt x="694" y="11468"/>
                </a:lnTo>
                <a:cubicBezTo>
                  <a:pt x="694" y="11657"/>
                  <a:pt x="851" y="11815"/>
                  <a:pt x="1040" y="11815"/>
                </a:cubicBezTo>
                <a:lnTo>
                  <a:pt x="10775" y="11815"/>
                </a:lnTo>
                <a:cubicBezTo>
                  <a:pt x="10996" y="11815"/>
                  <a:pt x="11153" y="11657"/>
                  <a:pt x="11153" y="11468"/>
                </a:cubicBezTo>
                <a:lnTo>
                  <a:pt x="11153" y="8254"/>
                </a:lnTo>
                <a:cubicBezTo>
                  <a:pt x="11531" y="8065"/>
                  <a:pt x="11847" y="7719"/>
                  <a:pt x="11847" y="7246"/>
                </a:cubicBezTo>
                <a:cubicBezTo>
                  <a:pt x="11815" y="6711"/>
                  <a:pt x="11342" y="6238"/>
                  <a:pt x="10744" y="6238"/>
                </a:cubicBezTo>
                <a:lnTo>
                  <a:pt x="10366" y="6238"/>
                </a:lnTo>
                <a:lnTo>
                  <a:pt x="9830" y="2174"/>
                </a:lnTo>
                <a:lnTo>
                  <a:pt x="9830" y="2143"/>
                </a:lnTo>
                <a:cubicBezTo>
                  <a:pt x="9736" y="1701"/>
                  <a:pt x="9295" y="1386"/>
                  <a:pt x="8854" y="1386"/>
                </a:cubicBezTo>
                <a:lnTo>
                  <a:pt x="7593" y="1386"/>
                </a:lnTo>
                <a:cubicBezTo>
                  <a:pt x="7436" y="599"/>
                  <a:pt x="6711" y="0"/>
                  <a:pt x="58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1123" name="Shape 11123"/>
        <p:cNvGrpSpPr/>
        <p:nvPr/>
      </p:nvGrpSpPr>
      <p:grpSpPr>
        <a:xfrm>
          <a:off x="0" y="0"/>
          <a:ext cx="0" cy="0"/>
          <a:chOff x="0" y="0"/>
          <a:chExt cx="0" cy="0"/>
        </a:xfrm>
      </p:grpSpPr>
      <p:sp>
        <p:nvSpPr>
          <p:cNvPr id="11124" name="Google Shape;11124;p137"/>
          <p:cNvSpPr txBox="1"/>
          <p:nvPr>
            <p:ph idx="4294967295" type="title"/>
          </p:nvPr>
        </p:nvSpPr>
        <p:spPr>
          <a:xfrm>
            <a:off x="849675" y="715988"/>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1125" name="Google Shape;11125;p137"/>
          <p:cNvSpPr txBox="1"/>
          <p:nvPr>
            <p:ph idx="4294967295" type="title"/>
          </p:nvPr>
        </p:nvSpPr>
        <p:spPr>
          <a:xfrm>
            <a:off x="4858400" y="715988"/>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11126" name="Google Shape;11126;p137"/>
          <p:cNvGrpSpPr/>
          <p:nvPr/>
        </p:nvGrpSpPr>
        <p:grpSpPr>
          <a:xfrm>
            <a:off x="882957" y="1306638"/>
            <a:ext cx="292442" cy="355741"/>
            <a:chOff x="-35830350" y="1912725"/>
            <a:chExt cx="241050" cy="293225"/>
          </a:xfrm>
        </p:grpSpPr>
        <p:sp>
          <p:nvSpPr>
            <p:cNvPr id="11127" name="Google Shape;11127;p137"/>
            <p:cNvSpPr/>
            <p:nvPr/>
          </p:nvSpPr>
          <p:spPr>
            <a:xfrm>
              <a:off x="-35830350" y="1912725"/>
              <a:ext cx="241050" cy="293225"/>
            </a:xfrm>
            <a:custGeom>
              <a:rect b="b" l="l" r="r" t="t"/>
              <a:pathLst>
                <a:path extrusionOk="0" h="11729" w="9642">
                  <a:moveTo>
                    <a:pt x="8665" y="694"/>
                  </a:moveTo>
                  <a:cubicBezTo>
                    <a:pt x="8822" y="726"/>
                    <a:pt x="8980" y="883"/>
                    <a:pt x="8980" y="1041"/>
                  </a:cubicBezTo>
                  <a:lnTo>
                    <a:pt x="8980" y="7562"/>
                  </a:lnTo>
                  <a:lnTo>
                    <a:pt x="2836" y="7562"/>
                  </a:lnTo>
                  <a:lnTo>
                    <a:pt x="2836" y="694"/>
                  </a:lnTo>
                  <a:close/>
                  <a:moveTo>
                    <a:pt x="2175" y="726"/>
                  </a:moveTo>
                  <a:lnTo>
                    <a:pt x="2175" y="7625"/>
                  </a:lnTo>
                  <a:lnTo>
                    <a:pt x="1828" y="7625"/>
                  </a:lnTo>
                  <a:cubicBezTo>
                    <a:pt x="1450" y="7625"/>
                    <a:pt x="1072" y="7720"/>
                    <a:pt x="788" y="7972"/>
                  </a:cubicBezTo>
                  <a:lnTo>
                    <a:pt x="788" y="1797"/>
                  </a:lnTo>
                  <a:cubicBezTo>
                    <a:pt x="788" y="1198"/>
                    <a:pt x="1261" y="726"/>
                    <a:pt x="1828" y="726"/>
                  </a:cubicBezTo>
                  <a:close/>
                  <a:moveTo>
                    <a:pt x="8791" y="8287"/>
                  </a:moveTo>
                  <a:cubicBezTo>
                    <a:pt x="8696" y="8507"/>
                    <a:pt x="8665" y="8759"/>
                    <a:pt x="8633" y="8948"/>
                  </a:cubicBezTo>
                  <a:lnTo>
                    <a:pt x="1734" y="8948"/>
                  </a:lnTo>
                  <a:cubicBezTo>
                    <a:pt x="1545" y="8948"/>
                    <a:pt x="1387" y="9106"/>
                    <a:pt x="1387" y="9295"/>
                  </a:cubicBezTo>
                  <a:cubicBezTo>
                    <a:pt x="1387" y="9515"/>
                    <a:pt x="1545" y="9673"/>
                    <a:pt x="1734" y="9673"/>
                  </a:cubicBezTo>
                  <a:lnTo>
                    <a:pt x="4821" y="9673"/>
                  </a:lnTo>
                  <a:lnTo>
                    <a:pt x="4821" y="10335"/>
                  </a:lnTo>
                  <a:lnTo>
                    <a:pt x="1860" y="10335"/>
                  </a:lnTo>
                  <a:cubicBezTo>
                    <a:pt x="1293" y="10335"/>
                    <a:pt x="757" y="9925"/>
                    <a:pt x="757" y="9295"/>
                  </a:cubicBezTo>
                  <a:cubicBezTo>
                    <a:pt x="757" y="8728"/>
                    <a:pt x="1230" y="8287"/>
                    <a:pt x="1765" y="8287"/>
                  </a:cubicBezTo>
                  <a:close/>
                  <a:moveTo>
                    <a:pt x="8665" y="9673"/>
                  </a:moveTo>
                  <a:cubicBezTo>
                    <a:pt x="8696" y="9894"/>
                    <a:pt x="8759" y="10146"/>
                    <a:pt x="8822" y="10335"/>
                  </a:cubicBezTo>
                  <a:lnTo>
                    <a:pt x="7594" y="10335"/>
                  </a:lnTo>
                  <a:lnTo>
                    <a:pt x="7594" y="9673"/>
                  </a:lnTo>
                  <a:close/>
                  <a:moveTo>
                    <a:pt x="6900" y="9673"/>
                  </a:moveTo>
                  <a:lnTo>
                    <a:pt x="6900" y="10693"/>
                  </a:lnTo>
                  <a:lnTo>
                    <a:pt x="6428" y="10398"/>
                  </a:lnTo>
                  <a:cubicBezTo>
                    <a:pt x="6396" y="10366"/>
                    <a:pt x="6302" y="10366"/>
                    <a:pt x="6239" y="10366"/>
                  </a:cubicBezTo>
                  <a:cubicBezTo>
                    <a:pt x="6144" y="10366"/>
                    <a:pt x="6113" y="10366"/>
                    <a:pt x="6018" y="10398"/>
                  </a:cubicBezTo>
                  <a:lnTo>
                    <a:pt x="5514" y="10713"/>
                  </a:lnTo>
                  <a:lnTo>
                    <a:pt x="5514" y="9673"/>
                  </a:lnTo>
                  <a:close/>
                  <a:moveTo>
                    <a:pt x="1734" y="1"/>
                  </a:moveTo>
                  <a:cubicBezTo>
                    <a:pt x="1261" y="1"/>
                    <a:pt x="820" y="222"/>
                    <a:pt x="505" y="537"/>
                  </a:cubicBezTo>
                  <a:cubicBezTo>
                    <a:pt x="190" y="820"/>
                    <a:pt x="1" y="1261"/>
                    <a:pt x="1" y="1734"/>
                  </a:cubicBezTo>
                  <a:lnTo>
                    <a:pt x="1" y="9295"/>
                  </a:lnTo>
                  <a:cubicBezTo>
                    <a:pt x="95" y="10272"/>
                    <a:pt x="946" y="10996"/>
                    <a:pt x="1860" y="10996"/>
                  </a:cubicBezTo>
                  <a:lnTo>
                    <a:pt x="4853" y="10996"/>
                  </a:lnTo>
                  <a:lnTo>
                    <a:pt x="4853" y="11343"/>
                  </a:lnTo>
                  <a:cubicBezTo>
                    <a:pt x="4853" y="11469"/>
                    <a:pt x="4916" y="11595"/>
                    <a:pt x="5042" y="11658"/>
                  </a:cubicBezTo>
                  <a:cubicBezTo>
                    <a:pt x="5099" y="11700"/>
                    <a:pt x="5155" y="11717"/>
                    <a:pt x="5209" y="11717"/>
                  </a:cubicBezTo>
                  <a:cubicBezTo>
                    <a:pt x="5275" y="11717"/>
                    <a:pt x="5336" y="11692"/>
                    <a:pt x="5388" y="11658"/>
                  </a:cubicBezTo>
                  <a:lnTo>
                    <a:pt x="6239" y="11122"/>
                  </a:lnTo>
                  <a:lnTo>
                    <a:pt x="7058" y="11658"/>
                  </a:lnTo>
                  <a:cubicBezTo>
                    <a:pt x="7121" y="11705"/>
                    <a:pt x="7176" y="11729"/>
                    <a:pt x="7231" y="11729"/>
                  </a:cubicBezTo>
                  <a:cubicBezTo>
                    <a:pt x="7286" y="11729"/>
                    <a:pt x="7342" y="11705"/>
                    <a:pt x="7405" y="11658"/>
                  </a:cubicBezTo>
                  <a:cubicBezTo>
                    <a:pt x="7531" y="11595"/>
                    <a:pt x="7594" y="11500"/>
                    <a:pt x="7594" y="11343"/>
                  </a:cubicBezTo>
                  <a:lnTo>
                    <a:pt x="7594" y="10996"/>
                  </a:lnTo>
                  <a:lnTo>
                    <a:pt x="9295" y="10996"/>
                  </a:lnTo>
                  <a:cubicBezTo>
                    <a:pt x="9421" y="10996"/>
                    <a:pt x="9547" y="10933"/>
                    <a:pt x="9578" y="10839"/>
                  </a:cubicBezTo>
                  <a:cubicBezTo>
                    <a:pt x="9641" y="10713"/>
                    <a:pt x="9641" y="10618"/>
                    <a:pt x="9578" y="10524"/>
                  </a:cubicBezTo>
                  <a:cubicBezTo>
                    <a:pt x="9169" y="9767"/>
                    <a:pt x="9169" y="8885"/>
                    <a:pt x="9578" y="8098"/>
                  </a:cubicBezTo>
                  <a:cubicBezTo>
                    <a:pt x="9610" y="8035"/>
                    <a:pt x="9610" y="8003"/>
                    <a:pt x="9610" y="7909"/>
                  </a:cubicBezTo>
                  <a:lnTo>
                    <a:pt x="9610" y="1041"/>
                  </a:lnTo>
                  <a:cubicBezTo>
                    <a:pt x="9610" y="474"/>
                    <a:pt x="9137" y="1"/>
                    <a:pt x="860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8" name="Google Shape;11128;p137"/>
            <p:cNvSpPr/>
            <p:nvPr/>
          </p:nvSpPr>
          <p:spPr>
            <a:xfrm>
              <a:off x="-35742925" y="1965500"/>
              <a:ext cx="120550" cy="119750"/>
            </a:xfrm>
            <a:custGeom>
              <a:rect b="b" l="l" r="r" t="t"/>
              <a:pathLst>
                <a:path extrusionOk="0" h="4790" w="4822">
                  <a:moveTo>
                    <a:pt x="2364" y="694"/>
                  </a:moveTo>
                  <a:cubicBezTo>
                    <a:pt x="2773" y="694"/>
                    <a:pt x="3057" y="1009"/>
                    <a:pt x="3057" y="1356"/>
                  </a:cubicBezTo>
                  <a:cubicBezTo>
                    <a:pt x="3057" y="1765"/>
                    <a:pt x="2742" y="2049"/>
                    <a:pt x="2364" y="2049"/>
                  </a:cubicBezTo>
                  <a:cubicBezTo>
                    <a:pt x="2348" y="2050"/>
                    <a:pt x="2332" y="2051"/>
                    <a:pt x="2316" y="2051"/>
                  </a:cubicBezTo>
                  <a:cubicBezTo>
                    <a:pt x="1989" y="2051"/>
                    <a:pt x="1702" y="1746"/>
                    <a:pt x="1702" y="1356"/>
                  </a:cubicBezTo>
                  <a:cubicBezTo>
                    <a:pt x="1702" y="977"/>
                    <a:pt x="2017" y="694"/>
                    <a:pt x="2364" y="694"/>
                  </a:cubicBezTo>
                  <a:close/>
                  <a:moveTo>
                    <a:pt x="2427" y="2742"/>
                  </a:moveTo>
                  <a:cubicBezTo>
                    <a:pt x="3246" y="2742"/>
                    <a:pt x="3939" y="3340"/>
                    <a:pt x="4097" y="4128"/>
                  </a:cubicBezTo>
                  <a:lnTo>
                    <a:pt x="757" y="4128"/>
                  </a:lnTo>
                  <a:cubicBezTo>
                    <a:pt x="883" y="3340"/>
                    <a:pt x="1576" y="2742"/>
                    <a:pt x="2427" y="2742"/>
                  </a:cubicBezTo>
                  <a:close/>
                  <a:moveTo>
                    <a:pt x="2427" y="1"/>
                  </a:moveTo>
                  <a:cubicBezTo>
                    <a:pt x="1671" y="1"/>
                    <a:pt x="1041" y="599"/>
                    <a:pt x="1041" y="1356"/>
                  </a:cubicBezTo>
                  <a:cubicBezTo>
                    <a:pt x="1041" y="1734"/>
                    <a:pt x="1167" y="2049"/>
                    <a:pt x="1387" y="2269"/>
                  </a:cubicBezTo>
                  <a:cubicBezTo>
                    <a:pt x="568" y="2647"/>
                    <a:pt x="32" y="3498"/>
                    <a:pt x="32" y="4443"/>
                  </a:cubicBezTo>
                  <a:cubicBezTo>
                    <a:pt x="1" y="4632"/>
                    <a:pt x="158" y="4790"/>
                    <a:pt x="379" y="4790"/>
                  </a:cubicBezTo>
                  <a:lnTo>
                    <a:pt x="4475" y="4790"/>
                  </a:lnTo>
                  <a:cubicBezTo>
                    <a:pt x="4664" y="4790"/>
                    <a:pt x="4821" y="4632"/>
                    <a:pt x="4821" y="4443"/>
                  </a:cubicBezTo>
                  <a:cubicBezTo>
                    <a:pt x="4821" y="3498"/>
                    <a:pt x="4254" y="2647"/>
                    <a:pt x="3435" y="2269"/>
                  </a:cubicBezTo>
                  <a:cubicBezTo>
                    <a:pt x="3687" y="2049"/>
                    <a:pt x="3813" y="1702"/>
                    <a:pt x="3813" y="1356"/>
                  </a:cubicBezTo>
                  <a:cubicBezTo>
                    <a:pt x="3813" y="599"/>
                    <a:pt x="3183" y="1"/>
                    <a:pt x="242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29" name="Google Shape;11129;p137"/>
          <p:cNvGrpSpPr/>
          <p:nvPr/>
        </p:nvGrpSpPr>
        <p:grpSpPr>
          <a:xfrm>
            <a:off x="851444" y="1766235"/>
            <a:ext cx="355468" cy="353587"/>
            <a:chOff x="-35854750" y="2272675"/>
            <a:chExt cx="293000" cy="291450"/>
          </a:xfrm>
        </p:grpSpPr>
        <p:sp>
          <p:nvSpPr>
            <p:cNvPr id="11130" name="Google Shape;11130;p137"/>
            <p:cNvSpPr/>
            <p:nvPr/>
          </p:nvSpPr>
          <p:spPr>
            <a:xfrm>
              <a:off x="-35854750" y="2272675"/>
              <a:ext cx="293000" cy="291450"/>
            </a:xfrm>
            <a:custGeom>
              <a:rect b="b" l="l" r="r" t="t"/>
              <a:pathLst>
                <a:path extrusionOk="0" h="11658" w="11720">
                  <a:moveTo>
                    <a:pt x="5844" y="654"/>
                  </a:moveTo>
                  <a:cubicBezTo>
                    <a:pt x="6144" y="654"/>
                    <a:pt x="6443" y="773"/>
                    <a:pt x="6679" y="1009"/>
                  </a:cubicBezTo>
                  <a:lnTo>
                    <a:pt x="7057" y="1355"/>
                  </a:lnTo>
                  <a:lnTo>
                    <a:pt x="4600" y="1355"/>
                  </a:lnTo>
                  <a:lnTo>
                    <a:pt x="5009" y="1009"/>
                  </a:lnTo>
                  <a:cubicBezTo>
                    <a:pt x="5246" y="773"/>
                    <a:pt x="5545" y="654"/>
                    <a:pt x="5844" y="654"/>
                  </a:cubicBezTo>
                  <a:close/>
                  <a:moveTo>
                    <a:pt x="2080" y="3939"/>
                  </a:moveTo>
                  <a:lnTo>
                    <a:pt x="2080" y="6365"/>
                  </a:lnTo>
                  <a:lnTo>
                    <a:pt x="819" y="5136"/>
                  </a:lnTo>
                  <a:lnTo>
                    <a:pt x="2080" y="3939"/>
                  </a:lnTo>
                  <a:close/>
                  <a:moveTo>
                    <a:pt x="9609" y="3876"/>
                  </a:moveTo>
                  <a:lnTo>
                    <a:pt x="10869" y="5136"/>
                  </a:lnTo>
                  <a:lnTo>
                    <a:pt x="9609" y="6365"/>
                  </a:lnTo>
                  <a:lnTo>
                    <a:pt x="9609" y="3876"/>
                  </a:lnTo>
                  <a:close/>
                  <a:moveTo>
                    <a:pt x="8570" y="2080"/>
                  </a:moveTo>
                  <a:cubicBezTo>
                    <a:pt x="8790" y="2080"/>
                    <a:pt x="8948" y="2238"/>
                    <a:pt x="8948" y="2427"/>
                  </a:cubicBezTo>
                  <a:lnTo>
                    <a:pt x="8948" y="7089"/>
                  </a:lnTo>
                  <a:lnTo>
                    <a:pt x="8286" y="7751"/>
                  </a:lnTo>
                  <a:cubicBezTo>
                    <a:pt x="7593" y="7152"/>
                    <a:pt x="6774" y="6837"/>
                    <a:pt x="5860" y="6837"/>
                  </a:cubicBezTo>
                  <a:cubicBezTo>
                    <a:pt x="4978" y="6837"/>
                    <a:pt x="4127" y="7152"/>
                    <a:pt x="3466" y="7751"/>
                  </a:cubicBezTo>
                  <a:lnTo>
                    <a:pt x="2804" y="7089"/>
                  </a:lnTo>
                  <a:lnTo>
                    <a:pt x="2804" y="2427"/>
                  </a:lnTo>
                  <a:cubicBezTo>
                    <a:pt x="2804" y="2238"/>
                    <a:pt x="2962" y="2080"/>
                    <a:pt x="3119" y="2080"/>
                  </a:cubicBezTo>
                  <a:close/>
                  <a:moveTo>
                    <a:pt x="693" y="5987"/>
                  </a:moveTo>
                  <a:lnTo>
                    <a:pt x="2993" y="8223"/>
                  </a:lnTo>
                  <a:lnTo>
                    <a:pt x="693" y="10492"/>
                  </a:lnTo>
                  <a:lnTo>
                    <a:pt x="693" y="5987"/>
                  </a:lnTo>
                  <a:close/>
                  <a:moveTo>
                    <a:pt x="11027" y="5987"/>
                  </a:moveTo>
                  <a:lnTo>
                    <a:pt x="11027" y="10492"/>
                  </a:lnTo>
                  <a:lnTo>
                    <a:pt x="8727" y="8223"/>
                  </a:lnTo>
                  <a:lnTo>
                    <a:pt x="11027" y="5987"/>
                  </a:lnTo>
                  <a:close/>
                  <a:moveTo>
                    <a:pt x="5829" y="7499"/>
                  </a:moveTo>
                  <a:cubicBezTo>
                    <a:pt x="6616" y="7499"/>
                    <a:pt x="7309" y="7814"/>
                    <a:pt x="7876" y="8381"/>
                  </a:cubicBezTo>
                  <a:lnTo>
                    <a:pt x="10523" y="10964"/>
                  </a:lnTo>
                  <a:lnTo>
                    <a:pt x="1166" y="10964"/>
                  </a:lnTo>
                  <a:lnTo>
                    <a:pt x="3781" y="8381"/>
                  </a:lnTo>
                  <a:cubicBezTo>
                    <a:pt x="4316" y="7814"/>
                    <a:pt x="5041" y="7499"/>
                    <a:pt x="5829" y="7499"/>
                  </a:cubicBezTo>
                  <a:close/>
                  <a:moveTo>
                    <a:pt x="5864" y="1"/>
                  </a:moveTo>
                  <a:cubicBezTo>
                    <a:pt x="5380" y="1"/>
                    <a:pt x="4899" y="190"/>
                    <a:pt x="4537" y="568"/>
                  </a:cubicBezTo>
                  <a:lnTo>
                    <a:pt x="3655" y="1387"/>
                  </a:lnTo>
                  <a:lnTo>
                    <a:pt x="3119" y="1387"/>
                  </a:lnTo>
                  <a:cubicBezTo>
                    <a:pt x="2552" y="1387"/>
                    <a:pt x="2080" y="1859"/>
                    <a:pt x="2080" y="2427"/>
                  </a:cubicBezTo>
                  <a:lnTo>
                    <a:pt x="2080" y="2962"/>
                  </a:lnTo>
                  <a:lnTo>
                    <a:pt x="315" y="4726"/>
                  </a:lnTo>
                  <a:cubicBezTo>
                    <a:pt x="126" y="4915"/>
                    <a:pt x="0" y="5136"/>
                    <a:pt x="0" y="5420"/>
                  </a:cubicBezTo>
                  <a:lnTo>
                    <a:pt x="0" y="10618"/>
                  </a:lnTo>
                  <a:cubicBezTo>
                    <a:pt x="32" y="11216"/>
                    <a:pt x="473" y="11657"/>
                    <a:pt x="1071" y="11657"/>
                  </a:cubicBezTo>
                  <a:lnTo>
                    <a:pt x="10680" y="11657"/>
                  </a:lnTo>
                  <a:cubicBezTo>
                    <a:pt x="11216" y="11657"/>
                    <a:pt x="11720" y="11185"/>
                    <a:pt x="11720" y="10618"/>
                  </a:cubicBezTo>
                  <a:lnTo>
                    <a:pt x="11720" y="5420"/>
                  </a:lnTo>
                  <a:cubicBezTo>
                    <a:pt x="11720" y="5136"/>
                    <a:pt x="11626" y="4915"/>
                    <a:pt x="11405" y="4726"/>
                  </a:cubicBezTo>
                  <a:lnTo>
                    <a:pt x="9641" y="2962"/>
                  </a:lnTo>
                  <a:lnTo>
                    <a:pt x="9641" y="2427"/>
                  </a:lnTo>
                  <a:cubicBezTo>
                    <a:pt x="9641" y="1859"/>
                    <a:pt x="9168" y="1387"/>
                    <a:pt x="8633" y="1387"/>
                  </a:cubicBezTo>
                  <a:lnTo>
                    <a:pt x="8065" y="1387"/>
                  </a:lnTo>
                  <a:lnTo>
                    <a:pt x="7215" y="568"/>
                  </a:lnTo>
                  <a:cubicBezTo>
                    <a:pt x="6837" y="190"/>
                    <a:pt x="6348" y="1"/>
                    <a:pt x="586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1" name="Google Shape;11131;p137"/>
            <p:cNvSpPr/>
            <p:nvPr/>
          </p:nvSpPr>
          <p:spPr>
            <a:xfrm>
              <a:off x="-35733475" y="2340425"/>
              <a:ext cx="51225" cy="68550"/>
            </a:xfrm>
            <a:custGeom>
              <a:rect b="b" l="l" r="r" t="t"/>
              <a:pathLst>
                <a:path extrusionOk="0" h="2742" w="2049">
                  <a:moveTo>
                    <a:pt x="1009" y="0"/>
                  </a:moveTo>
                  <a:cubicBezTo>
                    <a:pt x="474" y="0"/>
                    <a:pt x="1" y="473"/>
                    <a:pt x="1" y="1008"/>
                  </a:cubicBezTo>
                  <a:cubicBezTo>
                    <a:pt x="1" y="1260"/>
                    <a:pt x="158" y="1418"/>
                    <a:pt x="316" y="1418"/>
                  </a:cubicBezTo>
                  <a:cubicBezTo>
                    <a:pt x="505" y="1418"/>
                    <a:pt x="663" y="1260"/>
                    <a:pt x="663" y="1040"/>
                  </a:cubicBezTo>
                  <a:cubicBezTo>
                    <a:pt x="663" y="851"/>
                    <a:pt x="820" y="693"/>
                    <a:pt x="1009" y="693"/>
                  </a:cubicBezTo>
                  <a:cubicBezTo>
                    <a:pt x="1198" y="693"/>
                    <a:pt x="1356" y="851"/>
                    <a:pt x="1356" y="1040"/>
                  </a:cubicBezTo>
                  <a:cubicBezTo>
                    <a:pt x="1356" y="1229"/>
                    <a:pt x="1293" y="1323"/>
                    <a:pt x="1135" y="1386"/>
                  </a:cubicBezTo>
                  <a:cubicBezTo>
                    <a:pt x="852" y="1449"/>
                    <a:pt x="663" y="1733"/>
                    <a:pt x="663" y="2016"/>
                  </a:cubicBezTo>
                  <a:lnTo>
                    <a:pt x="663" y="2394"/>
                  </a:lnTo>
                  <a:cubicBezTo>
                    <a:pt x="663" y="2583"/>
                    <a:pt x="820" y="2741"/>
                    <a:pt x="1009" y="2741"/>
                  </a:cubicBezTo>
                  <a:cubicBezTo>
                    <a:pt x="1230" y="2741"/>
                    <a:pt x="1387" y="2583"/>
                    <a:pt x="1387" y="2394"/>
                  </a:cubicBezTo>
                  <a:lnTo>
                    <a:pt x="1387" y="2016"/>
                  </a:lnTo>
                  <a:cubicBezTo>
                    <a:pt x="1765" y="1827"/>
                    <a:pt x="2049" y="1449"/>
                    <a:pt x="2049" y="1008"/>
                  </a:cubicBezTo>
                  <a:cubicBezTo>
                    <a:pt x="2049" y="473"/>
                    <a:pt x="1576" y="0"/>
                    <a:pt x="100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2" name="Google Shape;11132;p137"/>
            <p:cNvSpPr/>
            <p:nvPr/>
          </p:nvSpPr>
          <p:spPr>
            <a:xfrm>
              <a:off x="-35716925" y="2418400"/>
              <a:ext cx="17350" cy="17350"/>
            </a:xfrm>
            <a:custGeom>
              <a:rect b="b" l="l" r="r" t="t"/>
              <a:pathLst>
                <a:path extrusionOk="0" h="694" w="694">
                  <a:moveTo>
                    <a:pt x="347" y="0"/>
                  </a:moveTo>
                  <a:cubicBezTo>
                    <a:pt x="158" y="0"/>
                    <a:pt x="1" y="158"/>
                    <a:pt x="1" y="347"/>
                  </a:cubicBezTo>
                  <a:cubicBezTo>
                    <a:pt x="1" y="536"/>
                    <a:pt x="158" y="693"/>
                    <a:pt x="347" y="693"/>
                  </a:cubicBezTo>
                  <a:cubicBezTo>
                    <a:pt x="536" y="693"/>
                    <a:pt x="694" y="536"/>
                    <a:pt x="694" y="347"/>
                  </a:cubicBezTo>
                  <a:cubicBezTo>
                    <a:pt x="662"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33" name="Google Shape;11133;p137"/>
          <p:cNvGrpSpPr/>
          <p:nvPr/>
        </p:nvGrpSpPr>
        <p:grpSpPr>
          <a:xfrm>
            <a:off x="850958" y="2220821"/>
            <a:ext cx="356438" cy="354558"/>
            <a:chOff x="-35853975" y="2631825"/>
            <a:chExt cx="293800" cy="292250"/>
          </a:xfrm>
        </p:grpSpPr>
        <p:sp>
          <p:nvSpPr>
            <p:cNvPr id="11134" name="Google Shape;11134;p137"/>
            <p:cNvSpPr/>
            <p:nvPr/>
          </p:nvSpPr>
          <p:spPr>
            <a:xfrm>
              <a:off x="-35813025" y="2701825"/>
              <a:ext cx="201675" cy="171925"/>
            </a:xfrm>
            <a:custGeom>
              <a:rect b="b" l="l" r="r" t="t"/>
              <a:pathLst>
                <a:path extrusionOk="0" h="6877" w="8067">
                  <a:moveTo>
                    <a:pt x="1765" y="824"/>
                  </a:moveTo>
                  <a:lnTo>
                    <a:pt x="2868" y="1643"/>
                  </a:lnTo>
                  <a:lnTo>
                    <a:pt x="2238" y="2462"/>
                  </a:lnTo>
                  <a:cubicBezTo>
                    <a:pt x="2112" y="2620"/>
                    <a:pt x="2143" y="2840"/>
                    <a:pt x="2301" y="2935"/>
                  </a:cubicBezTo>
                  <a:lnTo>
                    <a:pt x="5042" y="4983"/>
                  </a:lnTo>
                  <a:cubicBezTo>
                    <a:pt x="5108" y="5035"/>
                    <a:pt x="5179" y="5060"/>
                    <a:pt x="5246" y="5060"/>
                  </a:cubicBezTo>
                  <a:cubicBezTo>
                    <a:pt x="5341" y="5060"/>
                    <a:pt x="5428" y="5011"/>
                    <a:pt x="5483" y="4920"/>
                  </a:cubicBezTo>
                  <a:lnTo>
                    <a:pt x="6113" y="4100"/>
                  </a:lnTo>
                  <a:lnTo>
                    <a:pt x="7247" y="4920"/>
                  </a:lnTo>
                  <a:lnTo>
                    <a:pt x="6554" y="5739"/>
                  </a:lnTo>
                  <a:cubicBezTo>
                    <a:pt x="6348" y="6001"/>
                    <a:pt x="6042" y="6152"/>
                    <a:pt x="5735" y="6152"/>
                  </a:cubicBezTo>
                  <a:cubicBezTo>
                    <a:pt x="5525" y="6152"/>
                    <a:pt x="5315" y="6081"/>
                    <a:pt x="5136" y="5928"/>
                  </a:cubicBezTo>
                  <a:lnTo>
                    <a:pt x="1324" y="3061"/>
                  </a:lnTo>
                  <a:cubicBezTo>
                    <a:pt x="883" y="2714"/>
                    <a:pt x="757" y="2084"/>
                    <a:pt x="1135" y="1643"/>
                  </a:cubicBezTo>
                  <a:lnTo>
                    <a:pt x="1765" y="824"/>
                  </a:lnTo>
                  <a:close/>
                  <a:moveTo>
                    <a:pt x="1647" y="1"/>
                  </a:moveTo>
                  <a:cubicBezTo>
                    <a:pt x="1540" y="1"/>
                    <a:pt x="1435" y="63"/>
                    <a:pt x="1356" y="162"/>
                  </a:cubicBezTo>
                  <a:lnTo>
                    <a:pt x="537" y="1265"/>
                  </a:lnTo>
                  <a:cubicBezTo>
                    <a:pt x="1" y="1990"/>
                    <a:pt x="95" y="3061"/>
                    <a:pt x="883" y="3659"/>
                  </a:cubicBezTo>
                  <a:lnTo>
                    <a:pt x="4727" y="6526"/>
                  </a:lnTo>
                  <a:cubicBezTo>
                    <a:pt x="5026" y="6760"/>
                    <a:pt x="5384" y="6876"/>
                    <a:pt x="5744" y="6876"/>
                  </a:cubicBezTo>
                  <a:cubicBezTo>
                    <a:pt x="6255" y="6876"/>
                    <a:pt x="6770" y="6642"/>
                    <a:pt x="7121" y="6180"/>
                  </a:cubicBezTo>
                  <a:lnTo>
                    <a:pt x="7940" y="5077"/>
                  </a:lnTo>
                  <a:cubicBezTo>
                    <a:pt x="8066" y="4888"/>
                    <a:pt x="8003" y="4668"/>
                    <a:pt x="7846" y="4573"/>
                  </a:cubicBezTo>
                  <a:lnTo>
                    <a:pt x="6207" y="3344"/>
                  </a:lnTo>
                  <a:cubicBezTo>
                    <a:pt x="6142" y="3292"/>
                    <a:pt x="6070" y="3267"/>
                    <a:pt x="6001" y="3267"/>
                  </a:cubicBezTo>
                  <a:cubicBezTo>
                    <a:pt x="5903" y="3267"/>
                    <a:pt x="5808" y="3316"/>
                    <a:pt x="5735" y="3407"/>
                  </a:cubicBezTo>
                  <a:lnTo>
                    <a:pt x="5105" y="4258"/>
                  </a:lnTo>
                  <a:lnTo>
                    <a:pt x="2931" y="2588"/>
                  </a:lnTo>
                  <a:lnTo>
                    <a:pt x="3561" y="1769"/>
                  </a:lnTo>
                  <a:cubicBezTo>
                    <a:pt x="3687" y="1612"/>
                    <a:pt x="3656" y="1423"/>
                    <a:pt x="3498" y="1297"/>
                  </a:cubicBezTo>
                  <a:lnTo>
                    <a:pt x="1828" y="68"/>
                  </a:lnTo>
                  <a:cubicBezTo>
                    <a:pt x="1770" y="22"/>
                    <a:pt x="1708" y="1"/>
                    <a:pt x="16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5" name="Google Shape;11135;p137"/>
            <p:cNvSpPr/>
            <p:nvPr/>
          </p:nvSpPr>
          <p:spPr>
            <a:xfrm>
              <a:off x="-35853975" y="2631825"/>
              <a:ext cx="293800" cy="292250"/>
            </a:xfrm>
            <a:custGeom>
              <a:rect b="b" l="l" r="r" t="t"/>
              <a:pathLst>
                <a:path extrusionOk="0" h="11690" w="11752">
                  <a:moveTo>
                    <a:pt x="5861" y="662"/>
                  </a:moveTo>
                  <a:cubicBezTo>
                    <a:pt x="8696" y="662"/>
                    <a:pt x="11027" y="2994"/>
                    <a:pt x="11027" y="5829"/>
                  </a:cubicBezTo>
                  <a:cubicBezTo>
                    <a:pt x="11027" y="6806"/>
                    <a:pt x="10744" y="7751"/>
                    <a:pt x="10240" y="8539"/>
                  </a:cubicBezTo>
                  <a:cubicBezTo>
                    <a:pt x="10177" y="8665"/>
                    <a:pt x="10114" y="8791"/>
                    <a:pt x="10177" y="8854"/>
                  </a:cubicBezTo>
                  <a:lnTo>
                    <a:pt x="10807" y="10776"/>
                  </a:lnTo>
                  <a:lnTo>
                    <a:pt x="8854" y="10145"/>
                  </a:lnTo>
                  <a:cubicBezTo>
                    <a:pt x="8837" y="10137"/>
                    <a:pt x="8815" y="10133"/>
                    <a:pt x="8792" y="10133"/>
                  </a:cubicBezTo>
                  <a:cubicBezTo>
                    <a:pt x="8728" y="10133"/>
                    <a:pt x="8648" y="10162"/>
                    <a:pt x="8602" y="10208"/>
                  </a:cubicBezTo>
                  <a:cubicBezTo>
                    <a:pt x="7751" y="10713"/>
                    <a:pt x="6806" y="10996"/>
                    <a:pt x="5861" y="10996"/>
                  </a:cubicBezTo>
                  <a:cubicBezTo>
                    <a:pt x="3025" y="10996"/>
                    <a:pt x="725" y="8665"/>
                    <a:pt x="725" y="5829"/>
                  </a:cubicBezTo>
                  <a:cubicBezTo>
                    <a:pt x="725" y="2994"/>
                    <a:pt x="3025" y="662"/>
                    <a:pt x="5861" y="662"/>
                  </a:cubicBezTo>
                  <a:close/>
                  <a:moveTo>
                    <a:pt x="5829" y="1"/>
                  </a:moveTo>
                  <a:cubicBezTo>
                    <a:pt x="2616" y="1"/>
                    <a:pt x="1" y="2647"/>
                    <a:pt x="1" y="5829"/>
                  </a:cubicBezTo>
                  <a:cubicBezTo>
                    <a:pt x="1" y="7373"/>
                    <a:pt x="599" y="8854"/>
                    <a:pt x="1733" y="9956"/>
                  </a:cubicBezTo>
                  <a:cubicBezTo>
                    <a:pt x="2836" y="11059"/>
                    <a:pt x="4285" y="11689"/>
                    <a:pt x="5861" y="11689"/>
                  </a:cubicBezTo>
                  <a:cubicBezTo>
                    <a:pt x="6900" y="11689"/>
                    <a:pt x="7908" y="11406"/>
                    <a:pt x="8822" y="10870"/>
                  </a:cubicBezTo>
                  <a:lnTo>
                    <a:pt x="11279" y="11658"/>
                  </a:lnTo>
                  <a:cubicBezTo>
                    <a:pt x="11303" y="11666"/>
                    <a:pt x="11331" y="11669"/>
                    <a:pt x="11360" y="11669"/>
                  </a:cubicBezTo>
                  <a:cubicBezTo>
                    <a:pt x="11449" y="11669"/>
                    <a:pt x="11555" y="11634"/>
                    <a:pt x="11626" y="11563"/>
                  </a:cubicBezTo>
                  <a:cubicBezTo>
                    <a:pt x="11689" y="11500"/>
                    <a:pt x="11752" y="11343"/>
                    <a:pt x="11689" y="11217"/>
                  </a:cubicBezTo>
                  <a:lnTo>
                    <a:pt x="10901" y="8791"/>
                  </a:lnTo>
                  <a:cubicBezTo>
                    <a:pt x="11469" y="7877"/>
                    <a:pt x="11752" y="6837"/>
                    <a:pt x="11752" y="5829"/>
                  </a:cubicBezTo>
                  <a:cubicBezTo>
                    <a:pt x="11689" y="2647"/>
                    <a:pt x="9074" y="1"/>
                    <a:pt x="582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6" name="Google Shape;11136;p137"/>
            <p:cNvSpPr/>
            <p:nvPr/>
          </p:nvSpPr>
          <p:spPr>
            <a:xfrm>
              <a:off x="-35715350" y="2735025"/>
              <a:ext cx="49650" cy="40675"/>
            </a:xfrm>
            <a:custGeom>
              <a:rect b="b" l="l" r="r" t="t"/>
              <a:pathLst>
                <a:path extrusionOk="0" h="1627" w="1986">
                  <a:moveTo>
                    <a:pt x="410" y="0"/>
                  </a:moveTo>
                  <a:cubicBezTo>
                    <a:pt x="221" y="0"/>
                    <a:pt x="64" y="126"/>
                    <a:pt x="64" y="315"/>
                  </a:cubicBezTo>
                  <a:cubicBezTo>
                    <a:pt x="1" y="504"/>
                    <a:pt x="158" y="662"/>
                    <a:pt x="379" y="662"/>
                  </a:cubicBezTo>
                  <a:cubicBezTo>
                    <a:pt x="788" y="725"/>
                    <a:pt x="1166" y="977"/>
                    <a:pt x="1261" y="1386"/>
                  </a:cubicBezTo>
                  <a:cubicBezTo>
                    <a:pt x="1311" y="1536"/>
                    <a:pt x="1439" y="1626"/>
                    <a:pt x="1585" y="1626"/>
                  </a:cubicBezTo>
                  <a:cubicBezTo>
                    <a:pt x="1623" y="1626"/>
                    <a:pt x="1662" y="1620"/>
                    <a:pt x="1702" y="1607"/>
                  </a:cubicBezTo>
                  <a:cubicBezTo>
                    <a:pt x="1891" y="1575"/>
                    <a:pt x="1985" y="1386"/>
                    <a:pt x="1954" y="1197"/>
                  </a:cubicBezTo>
                  <a:cubicBezTo>
                    <a:pt x="1733" y="504"/>
                    <a:pt x="1103" y="32"/>
                    <a:pt x="41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7" name="Google Shape;11137;p137"/>
            <p:cNvSpPr/>
            <p:nvPr/>
          </p:nvSpPr>
          <p:spPr>
            <a:xfrm>
              <a:off x="-35705900" y="2667275"/>
              <a:ext cx="107925" cy="101750"/>
            </a:xfrm>
            <a:custGeom>
              <a:rect b="b" l="l" r="r" t="t"/>
              <a:pathLst>
                <a:path extrusionOk="0" h="4070" w="4317">
                  <a:moveTo>
                    <a:pt x="347" y="1"/>
                  </a:moveTo>
                  <a:cubicBezTo>
                    <a:pt x="158" y="1"/>
                    <a:pt x="1" y="127"/>
                    <a:pt x="1" y="316"/>
                  </a:cubicBezTo>
                  <a:cubicBezTo>
                    <a:pt x="1" y="505"/>
                    <a:pt x="95" y="662"/>
                    <a:pt x="316" y="662"/>
                  </a:cubicBezTo>
                  <a:cubicBezTo>
                    <a:pt x="2048" y="820"/>
                    <a:pt x="3372" y="2111"/>
                    <a:pt x="3655" y="3781"/>
                  </a:cubicBezTo>
                  <a:cubicBezTo>
                    <a:pt x="3683" y="3951"/>
                    <a:pt x="3813" y="4070"/>
                    <a:pt x="3976" y="4070"/>
                  </a:cubicBezTo>
                  <a:cubicBezTo>
                    <a:pt x="3995" y="4070"/>
                    <a:pt x="4014" y="4068"/>
                    <a:pt x="4033" y="4065"/>
                  </a:cubicBezTo>
                  <a:cubicBezTo>
                    <a:pt x="4191" y="4065"/>
                    <a:pt x="4317" y="3844"/>
                    <a:pt x="4317" y="3687"/>
                  </a:cubicBezTo>
                  <a:cubicBezTo>
                    <a:pt x="4002" y="1733"/>
                    <a:pt x="2364" y="190"/>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8" name="Google Shape;11138;p137"/>
            <p:cNvSpPr/>
            <p:nvPr/>
          </p:nvSpPr>
          <p:spPr>
            <a:xfrm>
              <a:off x="-35709825" y="2700350"/>
              <a:ext cx="77200" cy="68700"/>
            </a:xfrm>
            <a:custGeom>
              <a:rect b="b" l="l" r="r" t="t"/>
              <a:pathLst>
                <a:path extrusionOk="0" h="2748" w="3088">
                  <a:moveTo>
                    <a:pt x="347" y="1"/>
                  </a:moveTo>
                  <a:cubicBezTo>
                    <a:pt x="158" y="1"/>
                    <a:pt x="0" y="127"/>
                    <a:pt x="0" y="316"/>
                  </a:cubicBezTo>
                  <a:cubicBezTo>
                    <a:pt x="0" y="536"/>
                    <a:pt x="95" y="694"/>
                    <a:pt x="315" y="725"/>
                  </a:cubicBezTo>
                  <a:cubicBezTo>
                    <a:pt x="1323" y="788"/>
                    <a:pt x="2142" y="1545"/>
                    <a:pt x="2394" y="2490"/>
                  </a:cubicBezTo>
                  <a:cubicBezTo>
                    <a:pt x="2422" y="2655"/>
                    <a:pt x="2570" y="2748"/>
                    <a:pt x="2753" y="2748"/>
                  </a:cubicBezTo>
                  <a:cubicBezTo>
                    <a:pt x="2780" y="2748"/>
                    <a:pt x="2808" y="2746"/>
                    <a:pt x="2836" y="2742"/>
                  </a:cubicBezTo>
                  <a:cubicBezTo>
                    <a:pt x="3025" y="2679"/>
                    <a:pt x="3088" y="2490"/>
                    <a:pt x="3056" y="2301"/>
                  </a:cubicBezTo>
                  <a:cubicBezTo>
                    <a:pt x="2741" y="1072"/>
                    <a:pt x="1670" y="127"/>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39" name="Google Shape;11139;p137"/>
          <p:cNvGrpSpPr/>
          <p:nvPr/>
        </p:nvGrpSpPr>
        <p:grpSpPr>
          <a:xfrm>
            <a:off x="3089562" y="1307714"/>
            <a:ext cx="353587" cy="353587"/>
            <a:chOff x="-34032200" y="1916675"/>
            <a:chExt cx="291450" cy="291450"/>
          </a:xfrm>
        </p:grpSpPr>
        <p:sp>
          <p:nvSpPr>
            <p:cNvPr id="11140" name="Google Shape;11140;p137"/>
            <p:cNvSpPr/>
            <p:nvPr/>
          </p:nvSpPr>
          <p:spPr>
            <a:xfrm>
              <a:off x="-34032200" y="1916675"/>
              <a:ext cx="291450" cy="291450"/>
            </a:xfrm>
            <a:custGeom>
              <a:rect b="b" l="l" r="r" t="t"/>
              <a:pathLst>
                <a:path extrusionOk="0" h="11658" w="11658">
                  <a:moveTo>
                    <a:pt x="6459" y="694"/>
                  </a:moveTo>
                  <a:cubicBezTo>
                    <a:pt x="6648" y="694"/>
                    <a:pt x="6806" y="851"/>
                    <a:pt x="6806" y="1040"/>
                  </a:cubicBezTo>
                  <a:lnTo>
                    <a:pt x="6806" y="1387"/>
                  </a:lnTo>
                  <a:lnTo>
                    <a:pt x="662" y="1387"/>
                  </a:lnTo>
                  <a:lnTo>
                    <a:pt x="662" y="1040"/>
                  </a:lnTo>
                  <a:cubicBezTo>
                    <a:pt x="662" y="851"/>
                    <a:pt x="820" y="694"/>
                    <a:pt x="977" y="694"/>
                  </a:cubicBezTo>
                  <a:close/>
                  <a:moveTo>
                    <a:pt x="10303" y="4096"/>
                  </a:moveTo>
                  <a:lnTo>
                    <a:pt x="8192" y="5419"/>
                  </a:lnTo>
                  <a:lnTo>
                    <a:pt x="6207" y="4096"/>
                  </a:lnTo>
                  <a:close/>
                  <a:moveTo>
                    <a:pt x="5420" y="4411"/>
                  </a:moveTo>
                  <a:lnTo>
                    <a:pt x="7971" y="6112"/>
                  </a:lnTo>
                  <a:cubicBezTo>
                    <a:pt x="8034" y="6144"/>
                    <a:pt x="8097" y="6144"/>
                    <a:pt x="8192" y="6144"/>
                  </a:cubicBezTo>
                  <a:cubicBezTo>
                    <a:pt x="8255" y="6144"/>
                    <a:pt x="8286" y="6144"/>
                    <a:pt x="8381" y="6112"/>
                  </a:cubicBezTo>
                  <a:lnTo>
                    <a:pt x="10933" y="4537"/>
                  </a:lnTo>
                  <a:lnTo>
                    <a:pt x="10933" y="7184"/>
                  </a:lnTo>
                  <a:cubicBezTo>
                    <a:pt x="10933" y="7373"/>
                    <a:pt x="10775" y="7530"/>
                    <a:pt x="10618" y="7530"/>
                  </a:cubicBezTo>
                  <a:lnTo>
                    <a:pt x="5766" y="7530"/>
                  </a:lnTo>
                  <a:cubicBezTo>
                    <a:pt x="5577" y="7530"/>
                    <a:pt x="5420" y="7373"/>
                    <a:pt x="5420" y="7184"/>
                  </a:cubicBezTo>
                  <a:lnTo>
                    <a:pt x="5420" y="4443"/>
                  </a:lnTo>
                  <a:lnTo>
                    <a:pt x="5420" y="4411"/>
                  </a:lnTo>
                  <a:close/>
                  <a:moveTo>
                    <a:pt x="6806" y="2048"/>
                  </a:moveTo>
                  <a:lnTo>
                    <a:pt x="6806" y="3435"/>
                  </a:lnTo>
                  <a:lnTo>
                    <a:pt x="5766" y="3435"/>
                  </a:lnTo>
                  <a:cubicBezTo>
                    <a:pt x="5231" y="3435"/>
                    <a:pt x="4758" y="3907"/>
                    <a:pt x="4758" y="4443"/>
                  </a:cubicBezTo>
                  <a:lnTo>
                    <a:pt x="4758" y="7184"/>
                  </a:lnTo>
                  <a:cubicBezTo>
                    <a:pt x="4758" y="7719"/>
                    <a:pt x="5231" y="8192"/>
                    <a:pt x="5766" y="8192"/>
                  </a:cubicBezTo>
                  <a:lnTo>
                    <a:pt x="6806" y="8192"/>
                  </a:lnTo>
                  <a:lnTo>
                    <a:pt x="6806" y="8916"/>
                  </a:lnTo>
                  <a:lnTo>
                    <a:pt x="662" y="8916"/>
                  </a:lnTo>
                  <a:lnTo>
                    <a:pt x="662" y="2048"/>
                  </a:lnTo>
                  <a:close/>
                  <a:moveTo>
                    <a:pt x="6774" y="9578"/>
                  </a:moveTo>
                  <a:lnTo>
                    <a:pt x="6774" y="10649"/>
                  </a:lnTo>
                  <a:cubicBezTo>
                    <a:pt x="6806" y="10838"/>
                    <a:pt x="6648" y="10996"/>
                    <a:pt x="6459" y="10996"/>
                  </a:cubicBezTo>
                  <a:lnTo>
                    <a:pt x="977" y="10996"/>
                  </a:lnTo>
                  <a:cubicBezTo>
                    <a:pt x="788" y="10996"/>
                    <a:pt x="631" y="10838"/>
                    <a:pt x="631" y="10649"/>
                  </a:cubicBezTo>
                  <a:lnTo>
                    <a:pt x="631" y="9578"/>
                  </a:lnTo>
                  <a:close/>
                  <a:moveTo>
                    <a:pt x="1009" y="1"/>
                  </a:moveTo>
                  <a:cubicBezTo>
                    <a:pt x="473" y="1"/>
                    <a:pt x="1" y="473"/>
                    <a:pt x="1" y="1040"/>
                  </a:cubicBezTo>
                  <a:lnTo>
                    <a:pt x="1" y="10649"/>
                  </a:lnTo>
                  <a:cubicBezTo>
                    <a:pt x="1" y="11185"/>
                    <a:pt x="473" y="11657"/>
                    <a:pt x="1009" y="11657"/>
                  </a:cubicBezTo>
                  <a:lnTo>
                    <a:pt x="6491" y="11657"/>
                  </a:lnTo>
                  <a:cubicBezTo>
                    <a:pt x="7026" y="11657"/>
                    <a:pt x="7499" y="11185"/>
                    <a:pt x="7499" y="10649"/>
                  </a:cubicBezTo>
                  <a:lnTo>
                    <a:pt x="7499" y="8255"/>
                  </a:lnTo>
                  <a:lnTo>
                    <a:pt x="10618" y="8255"/>
                  </a:lnTo>
                  <a:cubicBezTo>
                    <a:pt x="11185" y="8255"/>
                    <a:pt x="11658" y="7782"/>
                    <a:pt x="11658" y="7215"/>
                  </a:cubicBezTo>
                  <a:lnTo>
                    <a:pt x="11658" y="4506"/>
                  </a:lnTo>
                  <a:cubicBezTo>
                    <a:pt x="11658" y="3907"/>
                    <a:pt x="11185" y="3435"/>
                    <a:pt x="10618" y="3435"/>
                  </a:cubicBezTo>
                  <a:lnTo>
                    <a:pt x="7499" y="3435"/>
                  </a:lnTo>
                  <a:lnTo>
                    <a:pt x="7499" y="1040"/>
                  </a:lnTo>
                  <a:cubicBezTo>
                    <a:pt x="7499" y="473"/>
                    <a:pt x="7026" y="1"/>
                    <a:pt x="649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1" name="Google Shape;11141;p137"/>
            <p:cNvSpPr/>
            <p:nvPr/>
          </p:nvSpPr>
          <p:spPr>
            <a:xfrm>
              <a:off x="-33999125" y="2019075"/>
              <a:ext cx="69350" cy="18125"/>
            </a:xfrm>
            <a:custGeom>
              <a:rect b="b" l="l" r="r" t="t"/>
              <a:pathLst>
                <a:path extrusionOk="0" h="725" w="2774">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616" y="0"/>
                    <a:pt x="239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2" name="Google Shape;11142;p137"/>
            <p:cNvSpPr/>
            <p:nvPr/>
          </p:nvSpPr>
          <p:spPr>
            <a:xfrm>
              <a:off x="-33999900" y="2053725"/>
              <a:ext cx="52000" cy="18125"/>
            </a:xfrm>
            <a:custGeom>
              <a:rect b="b" l="l" r="r" t="t"/>
              <a:pathLst>
                <a:path extrusionOk="0" h="725" w="2080">
                  <a:moveTo>
                    <a:pt x="347" y="0"/>
                  </a:moveTo>
                  <a:cubicBezTo>
                    <a:pt x="158" y="0"/>
                    <a:pt x="0" y="158"/>
                    <a:pt x="0" y="347"/>
                  </a:cubicBezTo>
                  <a:cubicBezTo>
                    <a:pt x="0" y="567"/>
                    <a:pt x="158" y="725"/>
                    <a:pt x="347" y="725"/>
                  </a:cubicBezTo>
                  <a:lnTo>
                    <a:pt x="1733" y="725"/>
                  </a:lnTo>
                  <a:cubicBezTo>
                    <a:pt x="1922" y="725"/>
                    <a:pt x="2080" y="567"/>
                    <a:pt x="2080" y="347"/>
                  </a:cubicBezTo>
                  <a:cubicBezTo>
                    <a:pt x="2080" y="158"/>
                    <a:pt x="1922" y="0"/>
                    <a:pt x="17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3" name="Google Shape;11143;p137"/>
            <p:cNvSpPr/>
            <p:nvPr/>
          </p:nvSpPr>
          <p:spPr>
            <a:xfrm>
              <a:off x="-33999125" y="2088375"/>
              <a:ext cx="34675" cy="17350"/>
            </a:xfrm>
            <a:custGeom>
              <a:rect b="b" l="l" r="r" t="t"/>
              <a:pathLst>
                <a:path extrusionOk="0" h="694" w="1387">
                  <a:moveTo>
                    <a:pt x="347" y="1"/>
                  </a:moveTo>
                  <a:cubicBezTo>
                    <a:pt x="158" y="1"/>
                    <a:pt x="1" y="158"/>
                    <a:pt x="1" y="347"/>
                  </a:cubicBezTo>
                  <a:cubicBezTo>
                    <a:pt x="1" y="536"/>
                    <a:pt x="158" y="694"/>
                    <a:pt x="347" y="694"/>
                  </a:cubicBezTo>
                  <a:lnTo>
                    <a:pt x="1041" y="694"/>
                  </a:lnTo>
                  <a:cubicBezTo>
                    <a:pt x="1230" y="694"/>
                    <a:pt x="1387" y="536"/>
                    <a:pt x="1387" y="347"/>
                  </a:cubicBezTo>
                  <a:cubicBezTo>
                    <a:pt x="1387" y="158"/>
                    <a:pt x="1230" y="1"/>
                    <a:pt x="104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44" name="Google Shape;11144;p137"/>
          <p:cNvSpPr/>
          <p:nvPr/>
        </p:nvSpPr>
        <p:spPr>
          <a:xfrm>
            <a:off x="3086014" y="1764916"/>
            <a:ext cx="354527" cy="356620"/>
          </a:xfrm>
          <a:custGeom>
            <a:rect b="b" l="l" r="r" t="t"/>
            <a:pathLst>
              <a:path extrusionOk="0" h="11758" w="11689">
                <a:moveTo>
                  <a:pt x="8538" y="2747"/>
                </a:moveTo>
                <a:cubicBezTo>
                  <a:pt x="8727" y="2747"/>
                  <a:pt x="8853" y="2905"/>
                  <a:pt x="8853" y="3094"/>
                </a:cubicBezTo>
                <a:cubicBezTo>
                  <a:pt x="8885" y="3251"/>
                  <a:pt x="8727" y="3409"/>
                  <a:pt x="8538" y="3409"/>
                </a:cubicBezTo>
                <a:cubicBezTo>
                  <a:pt x="8444" y="3409"/>
                  <a:pt x="8381" y="3377"/>
                  <a:pt x="8286" y="3346"/>
                </a:cubicBezTo>
                <a:lnTo>
                  <a:pt x="8538" y="2747"/>
                </a:lnTo>
                <a:close/>
                <a:moveTo>
                  <a:pt x="3277" y="1581"/>
                </a:moveTo>
                <a:cubicBezTo>
                  <a:pt x="3844" y="1581"/>
                  <a:pt x="4316" y="2023"/>
                  <a:pt x="4316" y="2590"/>
                </a:cubicBezTo>
                <a:cubicBezTo>
                  <a:pt x="4316" y="3157"/>
                  <a:pt x="3844" y="3598"/>
                  <a:pt x="3277" y="3598"/>
                </a:cubicBezTo>
                <a:cubicBezTo>
                  <a:pt x="2741" y="3598"/>
                  <a:pt x="2269" y="3157"/>
                  <a:pt x="2269" y="2590"/>
                </a:cubicBezTo>
                <a:cubicBezTo>
                  <a:pt x="2269" y="1991"/>
                  <a:pt x="2741" y="1581"/>
                  <a:pt x="3277" y="1581"/>
                </a:cubicBezTo>
                <a:close/>
                <a:moveTo>
                  <a:pt x="9231" y="5457"/>
                </a:moveTo>
                <a:cubicBezTo>
                  <a:pt x="9672" y="5457"/>
                  <a:pt x="10050" y="5740"/>
                  <a:pt x="10208" y="6150"/>
                </a:cubicBezTo>
                <a:lnTo>
                  <a:pt x="8286" y="6150"/>
                </a:lnTo>
                <a:cubicBezTo>
                  <a:pt x="8412" y="5772"/>
                  <a:pt x="8759" y="5457"/>
                  <a:pt x="9231" y="5457"/>
                </a:cubicBezTo>
                <a:close/>
                <a:moveTo>
                  <a:pt x="10932" y="6843"/>
                </a:moveTo>
                <a:lnTo>
                  <a:pt x="10932" y="7504"/>
                </a:lnTo>
                <a:lnTo>
                  <a:pt x="5262" y="7504"/>
                </a:lnTo>
                <a:lnTo>
                  <a:pt x="5262" y="6843"/>
                </a:lnTo>
                <a:close/>
                <a:moveTo>
                  <a:pt x="3403" y="4291"/>
                </a:moveTo>
                <a:cubicBezTo>
                  <a:pt x="4064" y="4322"/>
                  <a:pt x="4631" y="4921"/>
                  <a:pt x="4631" y="5583"/>
                </a:cubicBezTo>
                <a:lnTo>
                  <a:pt x="4631" y="7725"/>
                </a:lnTo>
                <a:cubicBezTo>
                  <a:pt x="4348" y="7567"/>
                  <a:pt x="4033" y="7441"/>
                  <a:pt x="3686" y="7441"/>
                </a:cubicBezTo>
                <a:lnTo>
                  <a:pt x="3340" y="7441"/>
                </a:lnTo>
                <a:lnTo>
                  <a:pt x="3340" y="6402"/>
                </a:lnTo>
                <a:cubicBezTo>
                  <a:pt x="3340" y="6213"/>
                  <a:pt x="3182" y="6055"/>
                  <a:pt x="2962" y="6055"/>
                </a:cubicBezTo>
                <a:cubicBezTo>
                  <a:pt x="2773" y="6055"/>
                  <a:pt x="2615" y="6213"/>
                  <a:pt x="2615" y="6402"/>
                </a:cubicBezTo>
                <a:lnTo>
                  <a:pt x="2615" y="7788"/>
                </a:lnTo>
                <a:cubicBezTo>
                  <a:pt x="2615" y="7977"/>
                  <a:pt x="2773" y="8134"/>
                  <a:pt x="2962" y="8134"/>
                </a:cubicBezTo>
                <a:lnTo>
                  <a:pt x="3655" y="8134"/>
                </a:lnTo>
                <a:cubicBezTo>
                  <a:pt x="4064" y="8134"/>
                  <a:pt x="4474" y="8418"/>
                  <a:pt x="4600" y="8828"/>
                </a:cubicBezTo>
                <a:lnTo>
                  <a:pt x="1985" y="8828"/>
                </a:lnTo>
                <a:lnTo>
                  <a:pt x="1985" y="5583"/>
                </a:lnTo>
                <a:lnTo>
                  <a:pt x="2080" y="5583"/>
                </a:lnTo>
                <a:cubicBezTo>
                  <a:pt x="2080" y="5236"/>
                  <a:pt x="2237" y="4858"/>
                  <a:pt x="2458" y="4637"/>
                </a:cubicBezTo>
                <a:cubicBezTo>
                  <a:pt x="2741" y="4385"/>
                  <a:pt x="3056" y="4291"/>
                  <a:pt x="3403" y="4291"/>
                </a:cubicBezTo>
                <a:close/>
                <a:moveTo>
                  <a:pt x="1040" y="4795"/>
                </a:moveTo>
                <a:cubicBezTo>
                  <a:pt x="1229" y="4795"/>
                  <a:pt x="1418" y="4952"/>
                  <a:pt x="1418" y="5141"/>
                </a:cubicBezTo>
                <a:lnTo>
                  <a:pt x="1418" y="9174"/>
                </a:lnTo>
                <a:lnTo>
                  <a:pt x="1418" y="9300"/>
                </a:lnTo>
                <a:cubicBezTo>
                  <a:pt x="1449" y="9458"/>
                  <a:pt x="1575" y="9521"/>
                  <a:pt x="1733" y="9521"/>
                </a:cubicBezTo>
                <a:lnTo>
                  <a:pt x="5860" y="9521"/>
                </a:lnTo>
                <a:cubicBezTo>
                  <a:pt x="6049" y="9521"/>
                  <a:pt x="6175" y="9678"/>
                  <a:pt x="6175" y="9836"/>
                </a:cubicBezTo>
                <a:lnTo>
                  <a:pt x="6175" y="10938"/>
                </a:lnTo>
                <a:lnTo>
                  <a:pt x="693" y="10938"/>
                </a:lnTo>
                <a:lnTo>
                  <a:pt x="693" y="5141"/>
                </a:lnTo>
                <a:cubicBezTo>
                  <a:pt x="693" y="4952"/>
                  <a:pt x="851" y="4795"/>
                  <a:pt x="1040" y="4795"/>
                </a:cubicBezTo>
                <a:close/>
                <a:moveTo>
                  <a:pt x="7656" y="8197"/>
                </a:moveTo>
                <a:cubicBezTo>
                  <a:pt x="7971" y="8260"/>
                  <a:pt x="8254" y="8576"/>
                  <a:pt x="8254" y="8922"/>
                </a:cubicBezTo>
                <a:lnTo>
                  <a:pt x="8254" y="10938"/>
                </a:lnTo>
                <a:lnTo>
                  <a:pt x="6868" y="10938"/>
                </a:lnTo>
                <a:lnTo>
                  <a:pt x="6868" y="9836"/>
                </a:lnTo>
                <a:cubicBezTo>
                  <a:pt x="6868" y="9269"/>
                  <a:pt x="6396" y="8796"/>
                  <a:pt x="5860" y="8796"/>
                </a:cubicBezTo>
                <a:lnTo>
                  <a:pt x="5388" y="8796"/>
                </a:lnTo>
                <a:cubicBezTo>
                  <a:pt x="5356" y="8576"/>
                  <a:pt x="5230" y="8386"/>
                  <a:pt x="5104" y="8197"/>
                </a:cubicBezTo>
                <a:close/>
                <a:moveTo>
                  <a:pt x="9185" y="1"/>
                </a:moveTo>
                <a:cubicBezTo>
                  <a:pt x="9049" y="1"/>
                  <a:pt x="8908" y="88"/>
                  <a:pt x="8885" y="227"/>
                </a:cubicBezTo>
                <a:lnTo>
                  <a:pt x="6837" y="5078"/>
                </a:lnTo>
                <a:cubicBezTo>
                  <a:pt x="6774" y="5236"/>
                  <a:pt x="6837" y="5457"/>
                  <a:pt x="7026" y="5520"/>
                </a:cubicBezTo>
                <a:cubicBezTo>
                  <a:pt x="7089" y="5520"/>
                  <a:pt x="7120" y="5551"/>
                  <a:pt x="7152" y="5551"/>
                </a:cubicBezTo>
                <a:cubicBezTo>
                  <a:pt x="7278" y="5551"/>
                  <a:pt x="7435" y="5457"/>
                  <a:pt x="7467" y="5362"/>
                </a:cubicBezTo>
                <a:lnTo>
                  <a:pt x="8034" y="4039"/>
                </a:lnTo>
                <a:cubicBezTo>
                  <a:pt x="8191" y="4133"/>
                  <a:pt x="8349" y="4165"/>
                  <a:pt x="8538" y="4165"/>
                </a:cubicBezTo>
                <a:cubicBezTo>
                  <a:pt x="8664" y="4165"/>
                  <a:pt x="8759" y="4133"/>
                  <a:pt x="8885" y="4133"/>
                </a:cubicBezTo>
                <a:lnTo>
                  <a:pt x="8885" y="4921"/>
                </a:lnTo>
                <a:cubicBezTo>
                  <a:pt x="8223" y="5047"/>
                  <a:pt x="7719" y="5583"/>
                  <a:pt x="7561" y="6244"/>
                </a:cubicBezTo>
                <a:lnTo>
                  <a:pt x="5293" y="6244"/>
                </a:lnTo>
                <a:lnTo>
                  <a:pt x="5293" y="5709"/>
                </a:lnTo>
                <a:cubicBezTo>
                  <a:pt x="5293" y="4984"/>
                  <a:pt x="4915" y="4354"/>
                  <a:pt x="4348" y="4007"/>
                </a:cubicBezTo>
                <a:cubicBezTo>
                  <a:pt x="4757" y="3692"/>
                  <a:pt x="4978" y="3220"/>
                  <a:pt x="4978" y="2653"/>
                </a:cubicBezTo>
                <a:cubicBezTo>
                  <a:pt x="4978" y="1707"/>
                  <a:pt x="4253" y="983"/>
                  <a:pt x="3308" y="983"/>
                </a:cubicBezTo>
                <a:cubicBezTo>
                  <a:pt x="2363" y="983"/>
                  <a:pt x="1607" y="1707"/>
                  <a:pt x="1607" y="2653"/>
                </a:cubicBezTo>
                <a:cubicBezTo>
                  <a:pt x="1607" y="3220"/>
                  <a:pt x="1890" y="3724"/>
                  <a:pt x="2269" y="4039"/>
                </a:cubicBezTo>
                <a:cubicBezTo>
                  <a:pt x="2143" y="4133"/>
                  <a:pt x="2080" y="4196"/>
                  <a:pt x="1985" y="4291"/>
                </a:cubicBezTo>
                <a:cubicBezTo>
                  <a:pt x="1922" y="4354"/>
                  <a:pt x="1827" y="4448"/>
                  <a:pt x="1764" y="4543"/>
                </a:cubicBezTo>
                <a:cubicBezTo>
                  <a:pt x="1575" y="4354"/>
                  <a:pt x="1323" y="4228"/>
                  <a:pt x="1008" y="4228"/>
                </a:cubicBezTo>
                <a:cubicBezTo>
                  <a:pt x="473" y="4228"/>
                  <a:pt x="0" y="4700"/>
                  <a:pt x="0" y="5268"/>
                </a:cubicBezTo>
                <a:lnTo>
                  <a:pt x="0" y="11411"/>
                </a:lnTo>
                <a:cubicBezTo>
                  <a:pt x="0" y="11600"/>
                  <a:pt x="158" y="11758"/>
                  <a:pt x="347" y="11758"/>
                </a:cubicBezTo>
                <a:lnTo>
                  <a:pt x="8570" y="11758"/>
                </a:lnTo>
                <a:cubicBezTo>
                  <a:pt x="8759" y="11758"/>
                  <a:pt x="8916" y="11600"/>
                  <a:pt x="8916" y="11411"/>
                </a:cubicBezTo>
                <a:lnTo>
                  <a:pt x="8916" y="9048"/>
                </a:lnTo>
                <a:cubicBezTo>
                  <a:pt x="8916" y="8765"/>
                  <a:pt x="8853" y="8544"/>
                  <a:pt x="8727" y="8292"/>
                </a:cubicBezTo>
                <a:lnTo>
                  <a:pt x="11342" y="8292"/>
                </a:lnTo>
                <a:cubicBezTo>
                  <a:pt x="11531" y="8292"/>
                  <a:pt x="11689" y="8134"/>
                  <a:pt x="11689" y="7945"/>
                </a:cubicBezTo>
                <a:lnTo>
                  <a:pt x="11689" y="6559"/>
                </a:lnTo>
                <a:cubicBezTo>
                  <a:pt x="11689" y="6339"/>
                  <a:pt x="11531" y="6181"/>
                  <a:pt x="11310" y="6181"/>
                </a:cubicBezTo>
                <a:lnTo>
                  <a:pt x="10901" y="6181"/>
                </a:lnTo>
                <a:cubicBezTo>
                  <a:pt x="10775" y="5520"/>
                  <a:pt x="10239" y="4984"/>
                  <a:pt x="9546" y="4826"/>
                </a:cubicBezTo>
                <a:lnTo>
                  <a:pt x="9546" y="3094"/>
                </a:lnTo>
                <a:cubicBezTo>
                  <a:pt x="9546" y="2621"/>
                  <a:pt x="9231" y="2243"/>
                  <a:pt x="8790" y="2117"/>
                </a:cubicBezTo>
                <a:lnTo>
                  <a:pt x="9515" y="447"/>
                </a:lnTo>
                <a:cubicBezTo>
                  <a:pt x="9578" y="290"/>
                  <a:pt x="9515" y="69"/>
                  <a:pt x="9326" y="38"/>
                </a:cubicBezTo>
                <a:cubicBezTo>
                  <a:pt x="9283" y="12"/>
                  <a:pt x="9234" y="1"/>
                  <a:pt x="918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45" name="Google Shape;11145;p137"/>
          <p:cNvGrpSpPr/>
          <p:nvPr/>
        </p:nvGrpSpPr>
        <p:grpSpPr>
          <a:xfrm>
            <a:off x="3089092" y="2220821"/>
            <a:ext cx="354527" cy="354558"/>
            <a:chOff x="-34032200" y="2634975"/>
            <a:chExt cx="292225" cy="292250"/>
          </a:xfrm>
        </p:grpSpPr>
        <p:sp>
          <p:nvSpPr>
            <p:cNvPr id="11146" name="Google Shape;11146;p137"/>
            <p:cNvSpPr/>
            <p:nvPr/>
          </p:nvSpPr>
          <p:spPr>
            <a:xfrm>
              <a:off x="-34032200" y="2634975"/>
              <a:ext cx="292225" cy="292250"/>
            </a:xfrm>
            <a:custGeom>
              <a:rect b="b" l="l" r="r" t="t"/>
              <a:pathLst>
                <a:path extrusionOk="0" h="11690" w="11689">
                  <a:moveTo>
                    <a:pt x="5766" y="662"/>
                  </a:moveTo>
                  <a:cubicBezTo>
                    <a:pt x="8602" y="662"/>
                    <a:pt x="10933" y="2962"/>
                    <a:pt x="10933" y="5798"/>
                  </a:cubicBezTo>
                  <a:cubicBezTo>
                    <a:pt x="10933" y="6806"/>
                    <a:pt x="10649" y="7783"/>
                    <a:pt x="10114" y="8602"/>
                  </a:cubicBezTo>
                  <a:lnTo>
                    <a:pt x="10145" y="8444"/>
                  </a:lnTo>
                  <a:cubicBezTo>
                    <a:pt x="10177" y="8350"/>
                    <a:pt x="10145" y="8224"/>
                    <a:pt x="10082" y="8129"/>
                  </a:cubicBezTo>
                  <a:cubicBezTo>
                    <a:pt x="9988" y="8066"/>
                    <a:pt x="9862" y="8035"/>
                    <a:pt x="9767" y="8035"/>
                  </a:cubicBezTo>
                  <a:lnTo>
                    <a:pt x="9641" y="8066"/>
                  </a:lnTo>
                  <a:cubicBezTo>
                    <a:pt x="10019" y="7405"/>
                    <a:pt x="10240" y="6617"/>
                    <a:pt x="10240" y="5829"/>
                  </a:cubicBezTo>
                  <a:cubicBezTo>
                    <a:pt x="10240" y="3372"/>
                    <a:pt x="8223" y="1356"/>
                    <a:pt x="5766" y="1356"/>
                  </a:cubicBezTo>
                  <a:cubicBezTo>
                    <a:pt x="5136" y="1356"/>
                    <a:pt x="4506" y="1482"/>
                    <a:pt x="3970" y="1765"/>
                  </a:cubicBezTo>
                  <a:cubicBezTo>
                    <a:pt x="3813" y="1828"/>
                    <a:pt x="3718" y="2017"/>
                    <a:pt x="3813" y="2175"/>
                  </a:cubicBezTo>
                  <a:lnTo>
                    <a:pt x="3970" y="2553"/>
                  </a:lnTo>
                  <a:lnTo>
                    <a:pt x="2710" y="2742"/>
                  </a:lnTo>
                  <a:lnTo>
                    <a:pt x="2301" y="2773"/>
                  </a:lnTo>
                  <a:cubicBezTo>
                    <a:pt x="2364" y="2647"/>
                    <a:pt x="2710" y="1324"/>
                    <a:pt x="2742" y="1198"/>
                  </a:cubicBezTo>
                  <a:lnTo>
                    <a:pt x="2836" y="1293"/>
                  </a:lnTo>
                  <a:cubicBezTo>
                    <a:pt x="2898" y="1354"/>
                    <a:pt x="2986" y="1402"/>
                    <a:pt x="3084" y="1402"/>
                  </a:cubicBezTo>
                  <a:cubicBezTo>
                    <a:pt x="3136" y="1402"/>
                    <a:pt x="3191" y="1389"/>
                    <a:pt x="3246" y="1356"/>
                  </a:cubicBezTo>
                  <a:cubicBezTo>
                    <a:pt x="4033" y="883"/>
                    <a:pt x="4915" y="662"/>
                    <a:pt x="5766" y="662"/>
                  </a:cubicBezTo>
                  <a:close/>
                  <a:moveTo>
                    <a:pt x="6144" y="2080"/>
                  </a:moveTo>
                  <a:cubicBezTo>
                    <a:pt x="7940" y="2238"/>
                    <a:pt x="9358" y="3687"/>
                    <a:pt x="9515" y="5451"/>
                  </a:cubicBezTo>
                  <a:lnTo>
                    <a:pt x="9200" y="5451"/>
                  </a:lnTo>
                  <a:cubicBezTo>
                    <a:pt x="9011" y="5451"/>
                    <a:pt x="8854" y="5609"/>
                    <a:pt x="8854" y="5829"/>
                  </a:cubicBezTo>
                  <a:cubicBezTo>
                    <a:pt x="8854" y="6018"/>
                    <a:pt x="9011" y="6176"/>
                    <a:pt x="9200" y="6176"/>
                  </a:cubicBezTo>
                  <a:lnTo>
                    <a:pt x="9515" y="6176"/>
                  </a:lnTo>
                  <a:cubicBezTo>
                    <a:pt x="9452" y="6932"/>
                    <a:pt x="9169" y="7657"/>
                    <a:pt x="8665" y="8255"/>
                  </a:cubicBezTo>
                  <a:lnTo>
                    <a:pt x="6995" y="8570"/>
                  </a:lnTo>
                  <a:cubicBezTo>
                    <a:pt x="6900" y="8602"/>
                    <a:pt x="6806" y="8665"/>
                    <a:pt x="6774" y="8759"/>
                  </a:cubicBezTo>
                  <a:cubicBezTo>
                    <a:pt x="6743" y="8885"/>
                    <a:pt x="6743" y="9011"/>
                    <a:pt x="6806" y="9074"/>
                  </a:cubicBezTo>
                  <a:lnTo>
                    <a:pt x="6995" y="9389"/>
                  </a:lnTo>
                  <a:cubicBezTo>
                    <a:pt x="6743" y="9484"/>
                    <a:pt x="6459" y="9547"/>
                    <a:pt x="6176" y="9547"/>
                  </a:cubicBezTo>
                  <a:lnTo>
                    <a:pt x="6176" y="9232"/>
                  </a:lnTo>
                  <a:cubicBezTo>
                    <a:pt x="6176" y="9043"/>
                    <a:pt x="6018" y="8885"/>
                    <a:pt x="5829" y="8885"/>
                  </a:cubicBezTo>
                  <a:cubicBezTo>
                    <a:pt x="5640" y="8885"/>
                    <a:pt x="5483" y="9043"/>
                    <a:pt x="5483" y="9232"/>
                  </a:cubicBezTo>
                  <a:lnTo>
                    <a:pt x="5483" y="9547"/>
                  </a:lnTo>
                  <a:cubicBezTo>
                    <a:pt x="3655" y="9389"/>
                    <a:pt x="2238" y="7940"/>
                    <a:pt x="2080" y="6176"/>
                  </a:cubicBezTo>
                  <a:lnTo>
                    <a:pt x="2395" y="6176"/>
                  </a:lnTo>
                  <a:cubicBezTo>
                    <a:pt x="2584" y="6176"/>
                    <a:pt x="2742" y="6018"/>
                    <a:pt x="2742" y="5829"/>
                  </a:cubicBezTo>
                  <a:cubicBezTo>
                    <a:pt x="2742" y="5609"/>
                    <a:pt x="2584" y="5451"/>
                    <a:pt x="2395" y="5451"/>
                  </a:cubicBezTo>
                  <a:lnTo>
                    <a:pt x="2080" y="5451"/>
                  </a:lnTo>
                  <a:cubicBezTo>
                    <a:pt x="2175" y="4727"/>
                    <a:pt x="2427" y="3971"/>
                    <a:pt x="2962" y="3372"/>
                  </a:cubicBezTo>
                  <a:lnTo>
                    <a:pt x="4474" y="3183"/>
                  </a:lnTo>
                  <a:cubicBezTo>
                    <a:pt x="4600" y="3183"/>
                    <a:pt x="4663" y="3088"/>
                    <a:pt x="4726" y="3025"/>
                  </a:cubicBezTo>
                  <a:cubicBezTo>
                    <a:pt x="4758" y="2931"/>
                    <a:pt x="4758" y="2836"/>
                    <a:pt x="4726" y="2710"/>
                  </a:cubicBezTo>
                  <a:lnTo>
                    <a:pt x="4506" y="2269"/>
                  </a:lnTo>
                  <a:cubicBezTo>
                    <a:pt x="4789" y="2143"/>
                    <a:pt x="5104" y="2112"/>
                    <a:pt x="5420" y="2080"/>
                  </a:cubicBezTo>
                  <a:lnTo>
                    <a:pt x="5420" y="2395"/>
                  </a:lnTo>
                  <a:cubicBezTo>
                    <a:pt x="5420" y="2584"/>
                    <a:pt x="5577" y="2742"/>
                    <a:pt x="5766" y="2742"/>
                  </a:cubicBezTo>
                  <a:cubicBezTo>
                    <a:pt x="5987" y="2742"/>
                    <a:pt x="6144" y="2584"/>
                    <a:pt x="6144" y="2395"/>
                  </a:cubicBezTo>
                  <a:lnTo>
                    <a:pt x="6144" y="2080"/>
                  </a:lnTo>
                  <a:close/>
                  <a:moveTo>
                    <a:pt x="1607" y="2899"/>
                  </a:moveTo>
                  <a:lnTo>
                    <a:pt x="1544" y="3151"/>
                  </a:lnTo>
                  <a:cubicBezTo>
                    <a:pt x="1481" y="3246"/>
                    <a:pt x="1544" y="3372"/>
                    <a:pt x="1607" y="3466"/>
                  </a:cubicBezTo>
                  <a:cubicBezTo>
                    <a:pt x="1670" y="3529"/>
                    <a:pt x="1796" y="3561"/>
                    <a:pt x="1922" y="3561"/>
                  </a:cubicBezTo>
                  <a:lnTo>
                    <a:pt x="1985" y="3561"/>
                  </a:lnTo>
                  <a:cubicBezTo>
                    <a:pt x="1607" y="4254"/>
                    <a:pt x="1387" y="5042"/>
                    <a:pt x="1387" y="5861"/>
                  </a:cubicBezTo>
                  <a:cubicBezTo>
                    <a:pt x="1387" y="8287"/>
                    <a:pt x="3372" y="10303"/>
                    <a:pt x="5829" y="10303"/>
                  </a:cubicBezTo>
                  <a:cubicBezTo>
                    <a:pt x="6459" y="10303"/>
                    <a:pt x="7089" y="10177"/>
                    <a:pt x="7688" y="9925"/>
                  </a:cubicBezTo>
                  <a:cubicBezTo>
                    <a:pt x="7751" y="9862"/>
                    <a:pt x="7845" y="9799"/>
                    <a:pt x="7877" y="9704"/>
                  </a:cubicBezTo>
                  <a:cubicBezTo>
                    <a:pt x="7908" y="9641"/>
                    <a:pt x="7877" y="9515"/>
                    <a:pt x="7845" y="9452"/>
                  </a:cubicBezTo>
                  <a:lnTo>
                    <a:pt x="7688" y="9200"/>
                  </a:lnTo>
                  <a:lnTo>
                    <a:pt x="9421" y="8854"/>
                  </a:lnTo>
                  <a:lnTo>
                    <a:pt x="9421" y="8854"/>
                  </a:lnTo>
                  <a:cubicBezTo>
                    <a:pt x="9326" y="9200"/>
                    <a:pt x="9074" y="10177"/>
                    <a:pt x="9011" y="10492"/>
                  </a:cubicBezTo>
                  <a:lnTo>
                    <a:pt x="8759" y="10303"/>
                  </a:lnTo>
                  <a:cubicBezTo>
                    <a:pt x="8708" y="10235"/>
                    <a:pt x="8640" y="10204"/>
                    <a:pt x="8567" y="10204"/>
                  </a:cubicBezTo>
                  <a:cubicBezTo>
                    <a:pt x="8505" y="10204"/>
                    <a:pt x="8439" y="10228"/>
                    <a:pt x="8381" y="10271"/>
                  </a:cubicBezTo>
                  <a:cubicBezTo>
                    <a:pt x="7593" y="10744"/>
                    <a:pt x="6680" y="10965"/>
                    <a:pt x="5829" y="10965"/>
                  </a:cubicBezTo>
                  <a:cubicBezTo>
                    <a:pt x="2994" y="10965"/>
                    <a:pt x="662" y="8665"/>
                    <a:pt x="662" y="5829"/>
                  </a:cubicBezTo>
                  <a:cubicBezTo>
                    <a:pt x="662" y="4758"/>
                    <a:pt x="977" y="3781"/>
                    <a:pt x="1607" y="2899"/>
                  </a:cubicBezTo>
                  <a:close/>
                  <a:moveTo>
                    <a:pt x="5766" y="1"/>
                  </a:moveTo>
                  <a:cubicBezTo>
                    <a:pt x="4884" y="1"/>
                    <a:pt x="3970" y="221"/>
                    <a:pt x="3151" y="662"/>
                  </a:cubicBezTo>
                  <a:lnTo>
                    <a:pt x="2836" y="316"/>
                  </a:lnTo>
                  <a:cubicBezTo>
                    <a:pt x="2765" y="245"/>
                    <a:pt x="2677" y="210"/>
                    <a:pt x="2597" y="210"/>
                  </a:cubicBezTo>
                  <a:cubicBezTo>
                    <a:pt x="2570" y="210"/>
                    <a:pt x="2545" y="214"/>
                    <a:pt x="2521" y="221"/>
                  </a:cubicBezTo>
                  <a:cubicBezTo>
                    <a:pt x="2395" y="253"/>
                    <a:pt x="2301" y="347"/>
                    <a:pt x="2269" y="473"/>
                  </a:cubicBezTo>
                  <a:lnTo>
                    <a:pt x="1985" y="1450"/>
                  </a:lnTo>
                  <a:cubicBezTo>
                    <a:pt x="694" y="2553"/>
                    <a:pt x="1" y="4160"/>
                    <a:pt x="1" y="5829"/>
                  </a:cubicBezTo>
                  <a:cubicBezTo>
                    <a:pt x="1" y="7342"/>
                    <a:pt x="599" y="8854"/>
                    <a:pt x="1733" y="9956"/>
                  </a:cubicBezTo>
                  <a:cubicBezTo>
                    <a:pt x="2836" y="11059"/>
                    <a:pt x="4285" y="11689"/>
                    <a:pt x="5861" y="11689"/>
                  </a:cubicBezTo>
                  <a:cubicBezTo>
                    <a:pt x="6774" y="11689"/>
                    <a:pt x="7719" y="11437"/>
                    <a:pt x="8539" y="11028"/>
                  </a:cubicBezTo>
                  <a:lnTo>
                    <a:pt x="8980" y="11406"/>
                  </a:lnTo>
                  <a:cubicBezTo>
                    <a:pt x="9027" y="11477"/>
                    <a:pt x="9110" y="11512"/>
                    <a:pt x="9201" y="11512"/>
                  </a:cubicBezTo>
                  <a:cubicBezTo>
                    <a:pt x="9232" y="11512"/>
                    <a:pt x="9263" y="11508"/>
                    <a:pt x="9295" y="11500"/>
                  </a:cubicBezTo>
                  <a:cubicBezTo>
                    <a:pt x="9421" y="11437"/>
                    <a:pt x="9484" y="11374"/>
                    <a:pt x="9515" y="11248"/>
                  </a:cubicBezTo>
                  <a:lnTo>
                    <a:pt x="9799" y="10114"/>
                  </a:lnTo>
                  <a:cubicBezTo>
                    <a:pt x="10996" y="9011"/>
                    <a:pt x="11689" y="7468"/>
                    <a:pt x="11689" y="5861"/>
                  </a:cubicBezTo>
                  <a:cubicBezTo>
                    <a:pt x="11658" y="2616"/>
                    <a:pt x="9011" y="1"/>
                    <a:pt x="576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7" name="Google Shape;11147;p137"/>
            <p:cNvSpPr/>
            <p:nvPr/>
          </p:nvSpPr>
          <p:spPr>
            <a:xfrm>
              <a:off x="-33947125" y="2735800"/>
              <a:ext cx="51200" cy="86675"/>
            </a:xfrm>
            <a:custGeom>
              <a:rect b="b" l="l" r="r" t="t"/>
              <a:pathLst>
                <a:path extrusionOk="0" h="3467" w="2048">
                  <a:moveTo>
                    <a:pt x="1040" y="1"/>
                  </a:moveTo>
                  <a:cubicBezTo>
                    <a:pt x="473" y="1"/>
                    <a:pt x="0" y="473"/>
                    <a:pt x="0" y="1040"/>
                  </a:cubicBezTo>
                  <a:cubicBezTo>
                    <a:pt x="0" y="1229"/>
                    <a:pt x="158" y="1387"/>
                    <a:pt x="378" y="1387"/>
                  </a:cubicBezTo>
                  <a:cubicBezTo>
                    <a:pt x="567" y="1387"/>
                    <a:pt x="725" y="1229"/>
                    <a:pt x="725" y="1040"/>
                  </a:cubicBezTo>
                  <a:cubicBezTo>
                    <a:pt x="725" y="851"/>
                    <a:pt x="882" y="662"/>
                    <a:pt x="1071" y="662"/>
                  </a:cubicBezTo>
                  <a:cubicBezTo>
                    <a:pt x="1292" y="662"/>
                    <a:pt x="1449" y="851"/>
                    <a:pt x="1449" y="1040"/>
                  </a:cubicBezTo>
                  <a:lnTo>
                    <a:pt x="1449" y="1292"/>
                  </a:lnTo>
                  <a:cubicBezTo>
                    <a:pt x="1449" y="1418"/>
                    <a:pt x="1355" y="1544"/>
                    <a:pt x="1229" y="1639"/>
                  </a:cubicBezTo>
                  <a:lnTo>
                    <a:pt x="599" y="1954"/>
                  </a:lnTo>
                  <a:cubicBezTo>
                    <a:pt x="252" y="2111"/>
                    <a:pt x="63" y="2458"/>
                    <a:pt x="63" y="2836"/>
                  </a:cubicBezTo>
                  <a:lnTo>
                    <a:pt x="63" y="3119"/>
                  </a:lnTo>
                  <a:cubicBezTo>
                    <a:pt x="0" y="3372"/>
                    <a:pt x="158" y="3466"/>
                    <a:pt x="315" y="3466"/>
                  </a:cubicBezTo>
                  <a:lnTo>
                    <a:pt x="1701" y="3466"/>
                  </a:lnTo>
                  <a:cubicBezTo>
                    <a:pt x="1891" y="3466"/>
                    <a:pt x="2048" y="3309"/>
                    <a:pt x="2048" y="3119"/>
                  </a:cubicBezTo>
                  <a:cubicBezTo>
                    <a:pt x="2048" y="2930"/>
                    <a:pt x="1891" y="2773"/>
                    <a:pt x="1701" y="2773"/>
                  </a:cubicBezTo>
                  <a:lnTo>
                    <a:pt x="693" y="2773"/>
                  </a:lnTo>
                  <a:cubicBezTo>
                    <a:pt x="725" y="2678"/>
                    <a:pt x="756" y="2584"/>
                    <a:pt x="882" y="2521"/>
                  </a:cubicBezTo>
                  <a:lnTo>
                    <a:pt x="1512" y="2206"/>
                  </a:lnTo>
                  <a:cubicBezTo>
                    <a:pt x="1859" y="2048"/>
                    <a:pt x="2048" y="1702"/>
                    <a:pt x="2048" y="1292"/>
                  </a:cubicBezTo>
                  <a:lnTo>
                    <a:pt x="2048" y="1040"/>
                  </a:lnTo>
                  <a:cubicBezTo>
                    <a:pt x="2048" y="473"/>
                    <a:pt x="1575" y="1"/>
                    <a:pt x="10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8" name="Google Shape;11148;p137"/>
            <p:cNvSpPr/>
            <p:nvPr/>
          </p:nvSpPr>
          <p:spPr>
            <a:xfrm>
              <a:off x="-33878600" y="2737375"/>
              <a:ext cx="52000" cy="86675"/>
            </a:xfrm>
            <a:custGeom>
              <a:rect b="b" l="l" r="r" t="t"/>
              <a:pathLst>
                <a:path extrusionOk="0" h="3467" w="2080">
                  <a:moveTo>
                    <a:pt x="347" y="1"/>
                  </a:moveTo>
                  <a:cubicBezTo>
                    <a:pt x="158" y="1"/>
                    <a:pt x="0" y="158"/>
                    <a:pt x="0" y="347"/>
                  </a:cubicBezTo>
                  <a:lnTo>
                    <a:pt x="0" y="1733"/>
                  </a:lnTo>
                  <a:cubicBezTo>
                    <a:pt x="0" y="1922"/>
                    <a:pt x="158" y="2080"/>
                    <a:pt x="347" y="2080"/>
                  </a:cubicBezTo>
                  <a:lnTo>
                    <a:pt x="1355" y="2080"/>
                  </a:lnTo>
                  <a:lnTo>
                    <a:pt x="1355" y="3088"/>
                  </a:lnTo>
                  <a:cubicBezTo>
                    <a:pt x="1355" y="3309"/>
                    <a:pt x="1512" y="3466"/>
                    <a:pt x="1733" y="3466"/>
                  </a:cubicBezTo>
                  <a:cubicBezTo>
                    <a:pt x="1922" y="3466"/>
                    <a:pt x="2079" y="3309"/>
                    <a:pt x="2079" y="3088"/>
                  </a:cubicBezTo>
                  <a:lnTo>
                    <a:pt x="2079" y="1733"/>
                  </a:lnTo>
                  <a:lnTo>
                    <a:pt x="2079" y="347"/>
                  </a:lnTo>
                  <a:cubicBezTo>
                    <a:pt x="2079" y="158"/>
                    <a:pt x="1922" y="1"/>
                    <a:pt x="1733" y="1"/>
                  </a:cubicBezTo>
                  <a:cubicBezTo>
                    <a:pt x="1512" y="1"/>
                    <a:pt x="1355" y="158"/>
                    <a:pt x="1355" y="347"/>
                  </a:cubicBezTo>
                  <a:lnTo>
                    <a:pt x="1355" y="1355"/>
                  </a:lnTo>
                  <a:lnTo>
                    <a:pt x="693" y="1355"/>
                  </a:lnTo>
                  <a:lnTo>
                    <a:pt x="693" y="347"/>
                  </a:ln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49" name="Google Shape;11149;p137"/>
          <p:cNvGrpSpPr/>
          <p:nvPr/>
        </p:nvGrpSpPr>
        <p:grpSpPr>
          <a:xfrm>
            <a:off x="1739487" y="2687069"/>
            <a:ext cx="358379" cy="354527"/>
            <a:chOff x="-32245875" y="1938725"/>
            <a:chExt cx="295400" cy="292225"/>
          </a:xfrm>
        </p:grpSpPr>
        <p:sp>
          <p:nvSpPr>
            <p:cNvPr id="11150" name="Google Shape;11150;p137"/>
            <p:cNvSpPr/>
            <p:nvPr/>
          </p:nvSpPr>
          <p:spPr>
            <a:xfrm>
              <a:off x="-32156075" y="2042700"/>
              <a:ext cx="120525" cy="120525"/>
            </a:xfrm>
            <a:custGeom>
              <a:rect b="b" l="l" r="r" t="t"/>
              <a:pathLst>
                <a:path extrusionOk="0" h="4821" w="4821">
                  <a:moveTo>
                    <a:pt x="2395" y="725"/>
                  </a:moveTo>
                  <a:cubicBezTo>
                    <a:pt x="3340" y="725"/>
                    <a:pt x="4096" y="1481"/>
                    <a:pt x="4096" y="2426"/>
                  </a:cubicBezTo>
                  <a:cubicBezTo>
                    <a:pt x="4096" y="3308"/>
                    <a:pt x="3340" y="4096"/>
                    <a:pt x="2395" y="4096"/>
                  </a:cubicBezTo>
                  <a:cubicBezTo>
                    <a:pt x="1450" y="4096"/>
                    <a:pt x="725" y="3340"/>
                    <a:pt x="725" y="2426"/>
                  </a:cubicBezTo>
                  <a:cubicBezTo>
                    <a:pt x="725" y="1450"/>
                    <a:pt x="1450" y="725"/>
                    <a:pt x="2395" y="725"/>
                  </a:cubicBezTo>
                  <a:close/>
                  <a:moveTo>
                    <a:pt x="2395" y="0"/>
                  </a:moveTo>
                  <a:cubicBezTo>
                    <a:pt x="1072" y="0"/>
                    <a:pt x="1" y="1071"/>
                    <a:pt x="1" y="2426"/>
                  </a:cubicBezTo>
                  <a:cubicBezTo>
                    <a:pt x="1" y="3749"/>
                    <a:pt x="1072" y="4821"/>
                    <a:pt x="2395" y="4821"/>
                  </a:cubicBezTo>
                  <a:cubicBezTo>
                    <a:pt x="3750" y="4821"/>
                    <a:pt x="4821" y="3749"/>
                    <a:pt x="4821" y="2426"/>
                  </a:cubicBezTo>
                  <a:cubicBezTo>
                    <a:pt x="4758" y="1071"/>
                    <a:pt x="3718" y="0"/>
                    <a:pt x="239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1" name="Google Shape;11151;p137"/>
            <p:cNvSpPr/>
            <p:nvPr/>
          </p:nvSpPr>
          <p:spPr>
            <a:xfrm>
              <a:off x="-32105675" y="2076550"/>
              <a:ext cx="35475" cy="33900"/>
            </a:xfrm>
            <a:custGeom>
              <a:rect b="b" l="l" r="r" t="t"/>
              <a:pathLst>
                <a:path extrusionOk="0" h="1356" w="1419">
                  <a:moveTo>
                    <a:pt x="347" y="1"/>
                  </a:moveTo>
                  <a:cubicBezTo>
                    <a:pt x="158" y="1"/>
                    <a:pt x="1" y="159"/>
                    <a:pt x="1" y="348"/>
                  </a:cubicBezTo>
                  <a:lnTo>
                    <a:pt x="1" y="1009"/>
                  </a:lnTo>
                  <a:cubicBezTo>
                    <a:pt x="1" y="1230"/>
                    <a:pt x="158" y="1356"/>
                    <a:pt x="347" y="1356"/>
                  </a:cubicBezTo>
                  <a:lnTo>
                    <a:pt x="1009" y="1356"/>
                  </a:lnTo>
                  <a:cubicBezTo>
                    <a:pt x="1230" y="1356"/>
                    <a:pt x="1387" y="1198"/>
                    <a:pt x="1387" y="1009"/>
                  </a:cubicBezTo>
                  <a:cubicBezTo>
                    <a:pt x="1419" y="852"/>
                    <a:pt x="1261" y="694"/>
                    <a:pt x="1072" y="694"/>
                  </a:cubicBezTo>
                  <a:lnTo>
                    <a:pt x="694" y="694"/>
                  </a:lnTo>
                  <a:lnTo>
                    <a:pt x="694" y="348"/>
                  </a:lnTo>
                  <a:cubicBezTo>
                    <a:pt x="694" y="159"/>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2" name="Google Shape;11152;p137"/>
            <p:cNvSpPr/>
            <p:nvPr/>
          </p:nvSpPr>
          <p:spPr>
            <a:xfrm>
              <a:off x="-32245875" y="1938725"/>
              <a:ext cx="295400" cy="292225"/>
            </a:xfrm>
            <a:custGeom>
              <a:rect b="b" l="l" r="r" t="t"/>
              <a:pathLst>
                <a:path extrusionOk="0" h="11689" w="11816">
                  <a:moveTo>
                    <a:pt x="10965" y="1355"/>
                  </a:moveTo>
                  <a:cubicBezTo>
                    <a:pt x="11154" y="1355"/>
                    <a:pt x="11311" y="1544"/>
                    <a:pt x="11311" y="1733"/>
                  </a:cubicBezTo>
                  <a:lnTo>
                    <a:pt x="11311" y="2742"/>
                  </a:lnTo>
                  <a:lnTo>
                    <a:pt x="1009" y="2742"/>
                  </a:lnTo>
                  <a:lnTo>
                    <a:pt x="1009" y="1733"/>
                  </a:lnTo>
                  <a:lnTo>
                    <a:pt x="852" y="1733"/>
                  </a:lnTo>
                  <a:cubicBezTo>
                    <a:pt x="852" y="1544"/>
                    <a:pt x="1009" y="1355"/>
                    <a:pt x="1198" y="1355"/>
                  </a:cubicBezTo>
                  <a:lnTo>
                    <a:pt x="1545" y="1355"/>
                  </a:lnTo>
                  <a:lnTo>
                    <a:pt x="1545" y="1733"/>
                  </a:lnTo>
                  <a:cubicBezTo>
                    <a:pt x="1545" y="1922"/>
                    <a:pt x="1702" y="2080"/>
                    <a:pt x="1891" y="2080"/>
                  </a:cubicBezTo>
                  <a:cubicBezTo>
                    <a:pt x="2112" y="2080"/>
                    <a:pt x="2269" y="1922"/>
                    <a:pt x="2269" y="1733"/>
                  </a:cubicBezTo>
                  <a:lnTo>
                    <a:pt x="2269" y="1355"/>
                  </a:lnTo>
                  <a:lnTo>
                    <a:pt x="3624" y="1355"/>
                  </a:lnTo>
                  <a:lnTo>
                    <a:pt x="3624" y="1733"/>
                  </a:lnTo>
                  <a:cubicBezTo>
                    <a:pt x="3624" y="1922"/>
                    <a:pt x="3782" y="2080"/>
                    <a:pt x="4002" y="2080"/>
                  </a:cubicBezTo>
                  <a:cubicBezTo>
                    <a:pt x="4191" y="2080"/>
                    <a:pt x="4349" y="1922"/>
                    <a:pt x="4349" y="1733"/>
                  </a:cubicBezTo>
                  <a:lnTo>
                    <a:pt x="4349" y="1355"/>
                  </a:lnTo>
                  <a:lnTo>
                    <a:pt x="5735" y="1355"/>
                  </a:lnTo>
                  <a:lnTo>
                    <a:pt x="5735" y="1733"/>
                  </a:lnTo>
                  <a:cubicBezTo>
                    <a:pt x="5735" y="1922"/>
                    <a:pt x="5892" y="2080"/>
                    <a:pt x="6081" y="2080"/>
                  </a:cubicBezTo>
                  <a:cubicBezTo>
                    <a:pt x="6270" y="2080"/>
                    <a:pt x="6428" y="1922"/>
                    <a:pt x="6428" y="1733"/>
                  </a:cubicBezTo>
                  <a:lnTo>
                    <a:pt x="6428" y="1355"/>
                  </a:lnTo>
                  <a:lnTo>
                    <a:pt x="7814" y="1355"/>
                  </a:lnTo>
                  <a:lnTo>
                    <a:pt x="7814" y="1733"/>
                  </a:lnTo>
                  <a:cubicBezTo>
                    <a:pt x="7814" y="1922"/>
                    <a:pt x="7972" y="2080"/>
                    <a:pt x="8161" y="2080"/>
                  </a:cubicBezTo>
                  <a:cubicBezTo>
                    <a:pt x="8381" y="2080"/>
                    <a:pt x="8539" y="1922"/>
                    <a:pt x="8539" y="1733"/>
                  </a:cubicBezTo>
                  <a:lnTo>
                    <a:pt x="8539" y="1355"/>
                  </a:lnTo>
                  <a:lnTo>
                    <a:pt x="9893" y="1355"/>
                  </a:lnTo>
                  <a:lnTo>
                    <a:pt x="9893" y="1733"/>
                  </a:lnTo>
                  <a:cubicBezTo>
                    <a:pt x="9893" y="1922"/>
                    <a:pt x="10051" y="2080"/>
                    <a:pt x="10272" y="2080"/>
                  </a:cubicBezTo>
                  <a:cubicBezTo>
                    <a:pt x="10461" y="2080"/>
                    <a:pt x="10618" y="1922"/>
                    <a:pt x="10618" y="1733"/>
                  </a:cubicBezTo>
                  <a:lnTo>
                    <a:pt x="10618" y="1355"/>
                  </a:lnTo>
                  <a:close/>
                  <a:moveTo>
                    <a:pt x="11154" y="3466"/>
                  </a:moveTo>
                  <a:lnTo>
                    <a:pt x="11154" y="9641"/>
                  </a:lnTo>
                  <a:lnTo>
                    <a:pt x="852" y="9641"/>
                  </a:lnTo>
                  <a:lnTo>
                    <a:pt x="852" y="3466"/>
                  </a:lnTo>
                  <a:close/>
                  <a:moveTo>
                    <a:pt x="11154" y="10366"/>
                  </a:moveTo>
                  <a:lnTo>
                    <a:pt x="11154" y="10712"/>
                  </a:lnTo>
                  <a:cubicBezTo>
                    <a:pt x="11122" y="10870"/>
                    <a:pt x="10965" y="11027"/>
                    <a:pt x="10807" y="11027"/>
                  </a:cubicBezTo>
                  <a:lnTo>
                    <a:pt x="1198" y="11027"/>
                  </a:lnTo>
                  <a:cubicBezTo>
                    <a:pt x="1009" y="11027"/>
                    <a:pt x="852" y="10870"/>
                    <a:pt x="852" y="10649"/>
                  </a:cubicBezTo>
                  <a:lnTo>
                    <a:pt x="852" y="10366"/>
                  </a:lnTo>
                  <a:close/>
                  <a:moveTo>
                    <a:pt x="1734" y="1"/>
                  </a:moveTo>
                  <a:cubicBezTo>
                    <a:pt x="1545" y="1"/>
                    <a:pt x="1387" y="158"/>
                    <a:pt x="1387" y="347"/>
                  </a:cubicBezTo>
                  <a:lnTo>
                    <a:pt x="1387" y="694"/>
                  </a:lnTo>
                  <a:lnTo>
                    <a:pt x="1041" y="694"/>
                  </a:lnTo>
                  <a:cubicBezTo>
                    <a:pt x="474" y="694"/>
                    <a:pt x="1" y="1166"/>
                    <a:pt x="1" y="1733"/>
                  </a:cubicBezTo>
                  <a:lnTo>
                    <a:pt x="1" y="10649"/>
                  </a:lnTo>
                  <a:cubicBezTo>
                    <a:pt x="1" y="11216"/>
                    <a:pt x="474" y="11689"/>
                    <a:pt x="1041" y="11689"/>
                  </a:cubicBezTo>
                  <a:lnTo>
                    <a:pt x="10650" y="11689"/>
                  </a:lnTo>
                  <a:cubicBezTo>
                    <a:pt x="11185" y="11689"/>
                    <a:pt x="11658" y="11216"/>
                    <a:pt x="11658" y="10649"/>
                  </a:cubicBezTo>
                  <a:lnTo>
                    <a:pt x="11658" y="1733"/>
                  </a:lnTo>
                  <a:cubicBezTo>
                    <a:pt x="11815" y="1166"/>
                    <a:pt x="11343" y="694"/>
                    <a:pt x="10807" y="694"/>
                  </a:cubicBezTo>
                  <a:lnTo>
                    <a:pt x="10461" y="694"/>
                  </a:lnTo>
                  <a:lnTo>
                    <a:pt x="10461" y="347"/>
                  </a:lnTo>
                  <a:cubicBezTo>
                    <a:pt x="10461" y="158"/>
                    <a:pt x="10303" y="1"/>
                    <a:pt x="10083" y="1"/>
                  </a:cubicBezTo>
                  <a:cubicBezTo>
                    <a:pt x="9893" y="1"/>
                    <a:pt x="9736" y="158"/>
                    <a:pt x="9736" y="347"/>
                  </a:cubicBezTo>
                  <a:lnTo>
                    <a:pt x="9736" y="694"/>
                  </a:lnTo>
                  <a:lnTo>
                    <a:pt x="8350" y="694"/>
                  </a:lnTo>
                  <a:lnTo>
                    <a:pt x="8350" y="347"/>
                  </a:lnTo>
                  <a:cubicBezTo>
                    <a:pt x="8350" y="158"/>
                    <a:pt x="8192" y="1"/>
                    <a:pt x="8003" y="1"/>
                  </a:cubicBezTo>
                  <a:cubicBezTo>
                    <a:pt x="7814" y="1"/>
                    <a:pt x="7657" y="158"/>
                    <a:pt x="7657" y="347"/>
                  </a:cubicBezTo>
                  <a:lnTo>
                    <a:pt x="7657" y="694"/>
                  </a:lnTo>
                  <a:lnTo>
                    <a:pt x="6270" y="694"/>
                  </a:lnTo>
                  <a:lnTo>
                    <a:pt x="6270" y="347"/>
                  </a:lnTo>
                  <a:cubicBezTo>
                    <a:pt x="6270" y="158"/>
                    <a:pt x="6113" y="1"/>
                    <a:pt x="5924" y="1"/>
                  </a:cubicBezTo>
                  <a:cubicBezTo>
                    <a:pt x="5735" y="1"/>
                    <a:pt x="5577" y="158"/>
                    <a:pt x="5577" y="347"/>
                  </a:cubicBezTo>
                  <a:lnTo>
                    <a:pt x="5577" y="694"/>
                  </a:lnTo>
                  <a:lnTo>
                    <a:pt x="4191" y="694"/>
                  </a:lnTo>
                  <a:lnTo>
                    <a:pt x="4191" y="347"/>
                  </a:lnTo>
                  <a:cubicBezTo>
                    <a:pt x="4191" y="158"/>
                    <a:pt x="4034" y="1"/>
                    <a:pt x="3845" y="1"/>
                  </a:cubicBezTo>
                  <a:cubicBezTo>
                    <a:pt x="3624" y="1"/>
                    <a:pt x="3466" y="158"/>
                    <a:pt x="3466" y="347"/>
                  </a:cubicBezTo>
                  <a:lnTo>
                    <a:pt x="3466" y="694"/>
                  </a:lnTo>
                  <a:lnTo>
                    <a:pt x="2112" y="694"/>
                  </a:lnTo>
                  <a:lnTo>
                    <a:pt x="2112" y="347"/>
                  </a:lnTo>
                  <a:cubicBezTo>
                    <a:pt x="2112" y="158"/>
                    <a:pt x="1954" y="1"/>
                    <a:pt x="173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53" name="Google Shape;11153;p137"/>
          <p:cNvGrpSpPr/>
          <p:nvPr/>
        </p:nvGrpSpPr>
        <p:grpSpPr>
          <a:xfrm>
            <a:off x="1736150" y="3156468"/>
            <a:ext cx="365052" cy="352162"/>
            <a:chOff x="-32243500" y="2299850"/>
            <a:chExt cx="300900" cy="290275"/>
          </a:xfrm>
        </p:grpSpPr>
        <p:sp>
          <p:nvSpPr>
            <p:cNvPr id="11154" name="Google Shape;11154;p137"/>
            <p:cNvSpPr/>
            <p:nvPr/>
          </p:nvSpPr>
          <p:spPr>
            <a:xfrm>
              <a:off x="-32243500" y="2299850"/>
              <a:ext cx="300900" cy="290275"/>
            </a:xfrm>
            <a:custGeom>
              <a:rect b="b" l="l" r="r" t="t"/>
              <a:pathLst>
                <a:path extrusionOk="0" h="11611" w="12036">
                  <a:moveTo>
                    <a:pt x="7955" y="654"/>
                  </a:moveTo>
                  <a:cubicBezTo>
                    <a:pt x="8743" y="654"/>
                    <a:pt x="9531" y="946"/>
                    <a:pt x="10114" y="1529"/>
                  </a:cubicBezTo>
                  <a:cubicBezTo>
                    <a:pt x="11311" y="2726"/>
                    <a:pt x="11311" y="4679"/>
                    <a:pt x="10114" y="5876"/>
                  </a:cubicBezTo>
                  <a:cubicBezTo>
                    <a:pt x="9540" y="6450"/>
                    <a:pt x="8752" y="6766"/>
                    <a:pt x="7951" y="6766"/>
                  </a:cubicBezTo>
                  <a:cubicBezTo>
                    <a:pt x="7565" y="6766"/>
                    <a:pt x="7175" y="6692"/>
                    <a:pt x="6806" y="6538"/>
                  </a:cubicBezTo>
                  <a:cubicBezTo>
                    <a:pt x="6759" y="6526"/>
                    <a:pt x="6709" y="6519"/>
                    <a:pt x="6661" y="6519"/>
                  </a:cubicBezTo>
                  <a:cubicBezTo>
                    <a:pt x="6577" y="6519"/>
                    <a:pt x="6499" y="6541"/>
                    <a:pt x="6459" y="6601"/>
                  </a:cubicBezTo>
                  <a:lnTo>
                    <a:pt x="5545" y="7514"/>
                  </a:lnTo>
                  <a:lnTo>
                    <a:pt x="4726" y="7514"/>
                  </a:lnTo>
                  <a:cubicBezTo>
                    <a:pt x="4537" y="7514"/>
                    <a:pt x="4380" y="7672"/>
                    <a:pt x="4380" y="7861"/>
                  </a:cubicBezTo>
                  <a:lnTo>
                    <a:pt x="4380" y="8460"/>
                  </a:lnTo>
                  <a:lnTo>
                    <a:pt x="3907" y="8428"/>
                  </a:lnTo>
                  <a:cubicBezTo>
                    <a:pt x="3813" y="8428"/>
                    <a:pt x="3687" y="8428"/>
                    <a:pt x="3655" y="8491"/>
                  </a:cubicBezTo>
                  <a:cubicBezTo>
                    <a:pt x="3592" y="8554"/>
                    <a:pt x="3529" y="8649"/>
                    <a:pt x="3529" y="8743"/>
                  </a:cubicBezTo>
                  <a:lnTo>
                    <a:pt x="3466" y="9531"/>
                  </a:lnTo>
                  <a:lnTo>
                    <a:pt x="2678" y="9594"/>
                  </a:lnTo>
                  <a:cubicBezTo>
                    <a:pt x="2584" y="9594"/>
                    <a:pt x="2521" y="9657"/>
                    <a:pt x="2426" y="9720"/>
                  </a:cubicBezTo>
                  <a:cubicBezTo>
                    <a:pt x="2395" y="9814"/>
                    <a:pt x="2363" y="9877"/>
                    <a:pt x="2363" y="9972"/>
                  </a:cubicBezTo>
                  <a:lnTo>
                    <a:pt x="2426" y="10665"/>
                  </a:lnTo>
                  <a:lnTo>
                    <a:pt x="2174" y="10949"/>
                  </a:lnTo>
                  <a:lnTo>
                    <a:pt x="694" y="10949"/>
                  </a:lnTo>
                  <a:lnTo>
                    <a:pt x="694" y="9499"/>
                  </a:lnTo>
                  <a:lnTo>
                    <a:pt x="757" y="9499"/>
                  </a:lnTo>
                  <a:lnTo>
                    <a:pt x="5041" y="5215"/>
                  </a:lnTo>
                  <a:cubicBezTo>
                    <a:pt x="5104" y="5120"/>
                    <a:pt x="5167" y="4963"/>
                    <a:pt x="5104" y="4837"/>
                  </a:cubicBezTo>
                  <a:cubicBezTo>
                    <a:pt x="4695" y="3702"/>
                    <a:pt x="4947" y="2411"/>
                    <a:pt x="5797" y="1529"/>
                  </a:cubicBezTo>
                  <a:cubicBezTo>
                    <a:pt x="6380" y="946"/>
                    <a:pt x="7168" y="654"/>
                    <a:pt x="7955" y="654"/>
                  </a:cubicBezTo>
                  <a:close/>
                  <a:moveTo>
                    <a:pt x="7936" y="1"/>
                  </a:moveTo>
                  <a:cubicBezTo>
                    <a:pt x="6971" y="1"/>
                    <a:pt x="6002" y="363"/>
                    <a:pt x="5262" y="1088"/>
                  </a:cubicBezTo>
                  <a:cubicBezTo>
                    <a:pt x="4285" y="2096"/>
                    <a:pt x="3939" y="3576"/>
                    <a:pt x="4380" y="4931"/>
                  </a:cubicBezTo>
                  <a:lnTo>
                    <a:pt x="126" y="9184"/>
                  </a:lnTo>
                  <a:cubicBezTo>
                    <a:pt x="32" y="9247"/>
                    <a:pt x="0" y="9342"/>
                    <a:pt x="0" y="9405"/>
                  </a:cubicBezTo>
                  <a:lnTo>
                    <a:pt x="0" y="11358"/>
                  </a:lnTo>
                  <a:cubicBezTo>
                    <a:pt x="32" y="11453"/>
                    <a:pt x="189" y="11610"/>
                    <a:pt x="379" y="11610"/>
                  </a:cubicBezTo>
                  <a:lnTo>
                    <a:pt x="2332" y="11610"/>
                  </a:lnTo>
                  <a:cubicBezTo>
                    <a:pt x="2395" y="11610"/>
                    <a:pt x="2521" y="11579"/>
                    <a:pt x="2552" y="11516"/>
                  </a:cubicBezTo>
                  <a:lnTo>
                    <a:pt x="3025" y="11043"/>
                  </a:lnTo>
                  <a:cubicBezTo>
                    <a:pt x="3119" y="10949"/>
                    <a:pt x="3151" y="10823"/>
                    <a:pt x="3119" y="10759"/>
                  </a:cubicBezTo>
                  <a:lnTo>
                    <a:pt x="3025" y="10255"/>
                  </a:lnTo>
                  <a:lnTo>
                    <a:pt x="3750" y="10161"/>
                  </a:lnTo>
                  <a:cubicBezTo>
                    <a:pt x="3907" y="10161"/>
                    <a:pt x="4002" y="10003"/>
                    <a:pt x="4065" y="9846"/>
                  </a:cubicBezTo>
                  <a:lnTo>
                    <a:pt x="4128" y="9153"/>
                  </a:lnTo>
                  <a:lnTo>
                    <a:pt x="4663" y="9216"/>
                  </a:lnTo>
                  <a:cubicBezTo>
                    <a:pt x="4726" y="9216"/>
                    <a:pt x="4852" y="9216"/>
                    <a:pt x="4915" y="9153"/>
                  </a:cubicBezTo>
                  <a:cubicBezTo>
                    <a:pt x="5010" y="9058"/>
                    <a:pt x="5041" y="8995"/>
                    <a:pt x="5041" y="8901"/>
                  </a:cubicBezTo>
                  <a:lnTo>
                    <a:pt x="5041" y="8271"/>
                  </a:lnTo>
                  <a:lnTo>
                    <a:pt x="5671" y="8271"/>
                  </a:lnTo>
                  <a:cubicBezTo>
                    <a:pt x="5734" y="8271"/>
                    <a:pt x="5829" y="8239"/>
                    <a:pt x="5892" y="8145"/>
                  </a:cubicBezTo>
                  <a:lnTo>
                    <a:pt x="6774" y="7325"/>
                  </a:lnTo>
                  <a:cubicBezTo>
                    <a:pt x="7153" y="7452"/>
                    <a:pt x="7548" y="7514"/>
                    <a:pt x="7941" y="7514"/>
                  </a:cubicBezTo>
                  <a:cubicBezTo>
                    <a:pt x="8920" y="7514"/>
                    <a:pt x="9889" y="7131"/>
                    <a:pt x="10586" y="6412"/>
                  </a:cubicBezTo>
                  <a:cubicBezTo>
                    <a:pt x="12035" y="4963"/>
                    <a:pt x="12035" y="2568"/>
                    <a:pt x="10586" y="1088"/>
                  </a:cubicBezTo>
                  <a:cubicBezTo>
                    <a:pt x="9862" y="363"/>
                    <a:pt x="8901" y="1"/>
                    <a:pt x="793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5" name="Google Shape;11155;p137"/>
            <p:cNvSpPr/>
            <p:nvPr/>
          </p:nvSpPr>
          <p:spPr>
            <a:xfrm>
              <a:off x="-32048175" y="2342775"/>
              <a:ext cx="55950" cy="51025"/>
            </a:xfrm>
            <a:custGeom>
              <a:rect b="b" l="l" r="r" t="t"/>
              <a:pathLst>
                <a:path extrusionOk="0" h="2041" w="2238">
                  <a:moveTo>
                    <a:pt x="1119" y="662"/>
                  </a:moveTo>
                  <a:cubicBezTo>
                    <a:pt x="1206" y="662"/>
                    <a:pt x="1292" y="694"/>
                    <a:pt x="1355" y="757"/>
                  </a:cubicBezTo>
                  <a:cubicBezTo>
                    <a:pt x="1481" y="883"/>
                    <a:pt x="1481" y="1135"/>
                    <a:pt x="1355" y="1229"/>
                  </a:cubicBezTo>
                  <a:cubicBezTo>
                    <a:pt x="1292" y="1292"/>
                    <a:pt x="1206" y="1324"/>
                    <a:pt x="1119" y="1324"/>
                  </a:cubicBezTo>
                  <a:cubicBezTo>
                    <a:pt x="1032" y="1324"/>
                    <a:pt x="946" y="1292"/>
                    <a:pt x="883" y="1229"/>
                  </a:cubicBezTo>
                  <a:cubicBezTo>
                    <a:pt x="725" y="1135"/>
                    <a:pt x="725" y="914"/>
                    <a:pt x="883" y="757"/>
                  </a:cubicBezTo>
                  <a:cubicBezTo>
                    <a:pt x="946" y="694"/>
                    <a:pt x="1032" y="662"/>
                    <a:pt x="1119" y="662"/>
                  </a:cubicBezTo>
                  <a:close/>
                  <a:moveTo>
                    <a:pt x="1115" y="1"/>
                  </a:moveTo>
                  <a:cubicBezTo>
                    <a:pt x="851" y="1"/>
                    <a:pt x="584" y="95"/>
                    <a:pt x="379" y="284"/>
                  </a:cubicBezTo>
                  <a:cubicBezTo>
                    <a:pt x="1" y="694"/>
                    <a:pt x="1" y="1355"/>
                    <a:pt x="379" y="1733"/>
                  </a:cubicBezTo>
                  <a:cubicBezTo>
                    <a:pt x="599" y="1938"/>
                    <a:pt x="867" y="2041"/>
                    <a:pt x="1127" y="2041"/>
                  </a:cubicBezTo>
                  <a:cubicBezTo>
                    <a:pt x="1387" y="2041"/>
                    <a:pt x="1639" y="1938"/>
                    <a:pt x="1828" y="1733"/>
                  </a:cubicBezTo>
                  <a:cubicBezTo>
                    <a:pt x="2238" y="1355"/>
                    <a:pt x="2238" y="694"/>
                    <a:pt x="1828" y="284"/>
                  </a:cubicBezTo>
                  <a:cubicBezTo>
                    <a:pt x="1639" y="95"/>
                    <a:pt x="1379" y="1"/>
                    <a:pt x="111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56" name="Google Shape;11156;p137"/>
          <p:cNvSpPr/>
          <p:nvPr/>
        </p:nvSpPr>
        <p:spPr>
          <a:xfrm>
            <a:off x="1737541" y="3616837"/>
            <a:ext cx="356438" cy="352617"/>
          </a:xfrm>
          <a:custGeom>
            <a:rect b="b" l="l" r="r" t="t"/>
            <a:pathLst>
              <a:path extrusionOk="0" h="11626" w="11752">
                <a:moveTo>
                  <a:pt x="5829" y="662"/>
                </a:moveTo>
                <a:cubicBezTo>
                  <a:pt x="6049" y="662"/>
                  <a:pt x="6207" y="819"/>
                  <a:pt x="6207" y="1008"/>
                </a:cubicBezTo>
                <a:cubicBezTo>
                  <a:pt x="6207" y="1197"/>
                  <a:pt x="6049" y="1355"/>
                  <a:pt x="5829" y="1355"/>
                </a:cubicBezTo>
                <a:cubicBezTo>
                  <a:pt x="5640" y="1355"/>
                  <a:pt x="5482" y="1197"/>
                  <a:pt x="5482" y="1008"/>
                </a:cubicBezTo>
                <a:cubicBezTo>
                  <a:pt x="5482" y="819"/>
                  <a:pt x="5640" y="662"/>
                  <a:pt x="5829" y="662"/>
                </a:cubicBezTo>
                <a:close/>
                <a:moveTo>
                  <a:pt x="5829" y="2048"/>
                </a:moveTo>
                <a:cubicBezTo>
                  <a:pt x="6743" y="2048"/>
                  <a:pt x="7625" y="2363"/>
                  <a:pt x="8255" y="2898"/>
                </a:cubicBezTo>
                <a:lnTo>
                  <a:pt x="7247" y="3875"/>
                </a:lnTo>
                <a:cubicBezTo>
                  <a:pt x="6869" y="3560"/>
                  <a:pt x="6364" y="3403"/>
                  <a:pt x="5797" y="3403"/>
                </a:cubicBezTo>
                <a:cubicBezTo>
                  <a:pt x="5325" y="3403"/>
                  <a:pt x="4821" y="3560"/>
                  <a:pt x="4380" y="3875"/>
                </a:cubicBezTo>
                <a:lnTo>
                  <a:pt x="3435" y="2930"/>
                </a:lnTo>
                <a:cubicBezTo>
                  <a:pt x="4065" y="2363"/>
                  <a:pt x="4884" y="2048"/>
                  <a:pt x="5829" y="2048"/>
                </a:cubicBezTo>
                <a:close/>
                <a:moveTo>
                  <a:pt x="4852" y="1355"/>
                </a:moveTo>
                <a:cubicBezTo>
                  <a:pt x="4852" y="1418"/>
                  <a:pt x="4884" y="1449"/>
                  <a:pt x="4884" y="1449"/>
                </a:cubicBezTo>
                <a:cubicBezTo>
                  <a:pt x="3214" y="1796"/>
                  <a:pt x="1828" y="3151"/>
                  <a:pt x="1481" y="4883"/>
                </a:cubicBezTo>
                <a:cubicBezTo>
                  <a:pt x="1450" y="4883"/>
                  <a:pt x="1387" y="4820"/>
                  <a:pt x="1387" y="4820"/>
                </a:cubicBezTo>
                <a:lnTo>
                  <a:pt x="1387" y="3718"/>
                </a:lnTo>
                <a:cubicBezTo>
                  <a:pt x="1387" y="2426"/>
                  <a:pt x="2458" y="1355"/>
                  <a:pt x="3750" y="1355"/>
                </a:cubicBezTo>
                <a:close/>
                <a:moveTo>
                  <a:pt x="7908" y="1355"/>
                </a:moveTo>
                <a:cubicBezTo>
                  <a:pt x="9200" y="1355"/>
                  <a:pt x="10240" y="2426"/>
                  <a:pt x="10240" y="3718"/>
                </a:cubicBezTo>
                <a:lnTo>
                  <a:pt x="10240" y="4820"/>
                </a:lnTo>
                <a:cubicBezTo>
                  <a:pt x="10208" y="4820"/>
                  <a:pt x="10177" y="4883"/>
                  <a:pt x="10177" y="4883"/>
                </a:cubicBezTo>
                <a:cubicBezTo>
                  <a:pt x="9830" y="3182"/>
                  <a:pt x="8475" y="1796"/>
                  <a:pt x="6743" y="1449"/>
                </a:cubicBezTo>
                <a:cubicBezTo>
                  <a:pt x="6743" y="1418"/>
                  <a:pt x="6774" y="1355"/>
                  <a:pt x="6774" y="1355"/>
                </a:cubicBezTo>
                <a:close/>
                <a:moveTo>
                  <a:pt x="10618" y="5419"/>
                </a:moveTo>
                <a:cubicBezTo>
                  <a:pt x="10807" y="5419"/>
                  <a:pt x="10964" y="5576"/>
                  <a:pt x="10964" y="5765"/>
                </a:cubicBezTo>
                <a:cubicBezTo>
                  <a:pt x="10964" y="5986"/>
                  <a:pt x="10807" y="6143"/>
                  <a:pt x="10618" y="6143"/>
                </a:cubicBezTo>
                <a:cubicBezTo>
                  <a:pt x="10397" y="6143"/>
                  <a:pt x="10240" y="5986"/>
                  <a:pt x="10240" y="5765"/>
                </a:cubicBezTo>
                <a:cubicBezTo>
                  <a:pt x="10240" y="5576"/>
                  <a:pt x="10397" y="5419"/>
                  <a:pt x="10618" y="5419"/>
                </a:cubicBezTo>
                <a:close/>
                <a:moveTo>
                  <a:pt x="1040" y="5450"/>
                </a:moveTo>
                <a:cubicBezTo>
                  <a:pt x="1229" y="5450"/>
                  <a:pt x="1387" y="5608"/>
                  <a:pt x="1387" y="5828"/>
                </a:cubicBezTo>
                <a:cubicBezTo>
                  <a:pt x="1387" y="6017"/>
                  <a:pt x="1229" y="6175"/>
                  <a:pt x="1040" y="6175"/>
                </a:cubicBezTo>
                <a:cubicBezTo>
                  <a:pt x="851" y="6175"/>
                  <a:pt x="694" y="6017"/>
                  <a:pt x="694" y="5828"/>
                </a:cubicBezTo>
                <a:cubicBezTo>
                  <a:pt x="694" y="5608"/>
                  <a:pt x="851" y="5450"/>
                  <a:pt x="1040" y="5450"/>
                </a:cubicBezTo>
                <a:close/>
                <a:moveTo>
                  <a:pt x="5829" y="4096"/>
                </a:moveTo>
                <a:cubicBezTo>
                  <a:pt x="6774" y="4096"/>
                  <a:pt x="7530" y="4820"/>
                  <a:pt x="7530" y="5765"/>
                </a:cubicBezTo>
                <a:cubicBezTo>
                  <a:pt x="7530" y="6711"/>
                  <a:pt x="6837" y="7498"/>
                  <a:pt x="5829" y="7498"/>
                </a:cubicBezTo>
                <a:cubicBezTo>
                  <a:pt x="4884" y="7498"/>
                  <a:pt x="4096" y="6711"/>
                  <a:pt x="4159" y="5734"/>
                </a:cubicBezTo>
                <a:cubicBezTo>
                  <a:pt x="4191" y="4789"/>
                  <a:pt x="4884" y="4096"/>
                  <a:pt x="5829" y="4096"/>
                </a:cubicBezTo>
                <a:close/>
                <a:moveTo>
                  <a:pt x="2930" y="3371"/>
                </a:moveTo>
                <a:lnTo>
                  <a:pt x="3876" y="4316"/>
                </a:lnTo>
                <a:cubicBezTo>
                  <a:pt x="3561" y="4757"/>
                  <a:pt x="3403" y="5261"/>
                  <a:pt x="3403" y="5765"/>
                </a:cubicBezTo>
                <a:cubicBezTo>
                  <a:pt x="3403" y="6301"/>
                  <a:pt x="3561" y="6805"/>
                  <a:pt x="3876" y="7183"/>
                </a:cubicBezTo>
                <a:lnTo>
                  <a:pt x="2899" y="8191"/>
                </a:lnTo>
                <a:cubicBezTo>
                  <a:pt x="2363" y="7561"/>
                  <a:pt x="2048" y="6711"/>
                  <a:pt x="2048" y="5765"/>
                </a:cubicBezTo>
                <a:cubicBezTo>
                  <a:pt x="2048" y="4883"/>
                  <a:pt x="2363" y="4001"/>
                  <a:pt x="2930" y="3371"/>
                </a:cubicBezTo>
                <a:close/>
                <a:moveTo>
                  <a:pt x="8759" y="3340"/>
                </a:moveTo>
                <a:cubicBezTo>
                  <a:pt x="9294" y="4001"/>
                  <a:pt x="9609" y="4820"/>
                  <a:pt x="9609" y="5734"/>
                </a:cubicBezTo>
                <a:cubicBezTo>
                  <a:pt x="9578" y="6711"/>
                  <a:pt x="9263" y="7561"/>
                  <a:pt x="8727" y="8191"/>
                </a:cubicBezTo>
                <a:lnTo>
                  <a:pt x="7782" y="7246"/>
                </a:lnTo>
                <a:cubicBezTo>
                  <a:pt x="8097" y="6805"/>
                  <a:pt x="8255" y="6301"/>
                  <a:pt x="8255" y="5765"/>
                </a:cubicBezTo>
                <a:cubicBezTo>
                  <a:pt x="8255" y="5576"/>
                  <a:pt x="8192" y="5387"/>
                  <a:pt x="8160" y="5198"/>
                </a:cubicBezTo>
                <a:cubicBezTo>
                  <a:pt x="8097" y="4883"/>
                  <a:pt x="7971" y="4600"/>
                  <a:pt x="7782" y="4316"/>
                </a:cubicBezTo>
                <a:lnTo>
                  <a:pt x="8759" y="3340"/>
                </a:lnTo>
                <a:close/>
                <a:moveTo>
                  <a:pt x="7310" y="7719"/>
                </a:moveTo>
                <a:lnTo>
                  <a:pt x="8255" y="8664"/>
                </a:lnTo>
                <a:cubicBezTo>
                  <a:pt x="7562" y="9231"/>
                  <a:pt x="6743" y="9546"/>
                  <a:pt x="5829" y="9546"/>
                </a:cubicBezTo>
                <a:cubicBezTo>
                  <a:pt x="4947" y="9546"/>
                  <a:pt x="4065" y="9231"/>
                  <a:pt x="3435" y="8695"/>
                </a:cubicBezTo>
                <a:lnTo>
                  <a:pt x="4411" y="7719"/>
                </a:lnTo>
                <a:cubicBezTo>
                  <a:pt x="4821" y="8034"/>
                  <a:pt x="5325" y="8191"/>
                  <a:pt x="5829" y="8191"/>
                </a:cubicBezTo>
                <a:cubicBezTo>
                  <a:pt x="6364" y="8191"/>
                  <a:pt x="6869" y="8034"/>
                  <a:pt x="7310" y="7719"/>
                </a:cubicBezTo>
                <a:close/>
                <a:moveTo>
                  <a:pt x="1481" y="6711"/>
                </a:moveTo>
                <a:cubicBezTo>
                  <a:pt x="1828" y="8443"/>
                  <a:pt x="3214" y="9798"/>
                  <a:pt x="4884" y="10145"/>
                </a:cubicBezTo>
                <a:cubicBezTo>
                  <a:pt x="4884" y="10176"/>
                  <a:pt x="4852" y="10239"/>
                  <a:pt x="4852" y="10271"/>
                </a:cubicBezTo>
                <a:lnTo>
                  <a:pt x="3781" y="10271"/>
                </a:lnTo>
                <a:cubicBezTo>
                  <a:pt x="2458" y="10271"/>
                  <a:pt x="1387" y="9168"/>
                  <a:pt x="1387" y="7813"/>
                </a:cubicBezTo>
                <a:lnTo>
                  <a:pt x="1387" y="6774"/>
                </a:lnTo>
                <a:cubicBezTo>
                  <a:pt x="1418" y="6774"/>
                  <a:pt x="1481" y="6711"/>
                  <a:pt x="1481" y="6711"/>
                </a:cubicBezTo>
                <a:close/>
                <a:moveTo>
                  <a:pt x="10177" y="6711"/>
                </a:moveTo>
                <a:cubicBezTo>
                  <a:pt x="10208" y="6711"/>
                  <a:pt x="10240" y="6774"/>
                  <a:pt x="10240" y="6774"/>
                </a:cubicBezTo>
                <a:lnTo>
                  <a:pt x="10240" y="7876"/>
                </a:lnTo>
                <a:cubicBezTo>
                  <a:pt x="10240" y="9168"/>
                  <a:pt x="9200" y="10271"/>
                  <a:pt x="7877" y="10271"/>
                </a:cubicBezTo>
                <a:lnTo>
                  <a:pt x="6774" y="10271"/>
                </a:lnTo>
                <a:cubicBezTo>
                  <a:pt x="6774" y="10239"/>
                  <a:pt x="6743" y="10176"/>
                  <a:pt x="6743" y="10145"/>
                </a:cubicBezTo>
                <a:cubicBezTo>
                  <a:pt x="8475" y="9798"/>
                  <a:pt x="9830" y="8412"/>
                  <a:pt x="10177" y="6711"/>
                </a:cubicBezTo>
                <a:close/>
                <a:moveTo>
                  <a:pt x="5829" y="10239"/>
                </a:moveTo>
                <a:cubicBezTo>
                  <a:pt x="6049" y="10239"/>
                  <a:pt x="6207" y="10397"/>
                  <a:pt x="6207" y="10586"/>
                </a:cubicBezTo>
                <a:cubicBezTo>
                  <a:pt x="6144" y="10775"/>
                  <a:pt x="5986" y="10932"/>
                  <a:pt x="5829" y="10932"/>
                </a:cubicBezTo>
                <a:cubicBezTo>
                  <a:pt x="5640" y="10932"/>
                  <a:pt x="5482" y="10775"/>
                  <a:pt x="5482" y="10586"/>
                </a:cubicBezTo>
                <a:cubicBezTo>
                  <a:pt x="5482" y="10397"/>
                  <a:pt x="5640" y="10239"/>
                  <a:pt x="5829" y="10239"/>
                </a:cubicBezTo>
                <a:close/>
                <a:moveTo>
                  <a:pt x="5829" y="0"/>
                </a:moveTo>
                <a:cubicBezTo>
                  <a:pt x="5388" y="0"/>
                  <a:pt x="5010" y="315"/>
                  <a:pt x="4852" y="693"/>
                </a:cubicBezTo>
                <a:lnTo>
                  <a:pt x="3813" y="693"/>
                </a:lnTo>
                <a:cubicBezTo>
                  <a:pt x="2111" y="693"/>
                  <a:pt x="725" y="2079"/>
                  <a:pt x="725" y="3781"/>
                </a:cubicBezTo>
                <a:lnTo>
                  <a:pt x="725" y="4820"/>
                </a:lnTo>
                <a:cubicBezTo>
                  <a:pt x="316" y="4946"/>
                  <a:pt x="0" y="5356"/>
                  <a:pt x="0" y="5828"/>
                </a:cubicBezTo>
                <a:cubicBezTo>
                  <a:pt x="0" y="6301"/>
                  <a:pt x="316" y="6648"/>
                  <a:pt x="725" y="6805"/>
                </a:cubicBezTo>
                <a:lnTo>
                  <a:pt x="725" y="7876"/>
                </a:lnTo>
                <a:cubicBezTo>
                  <a:pt x="725" y="9546"/>
                  <a:pt x="2111" y="10964"/>
                  <a:pt x="3813" y="10964"/>
                </a:cubicBezTo>
                <a:lnTo>
                  <a:pt x="4915" y="10964"/>
                </a:lnTo>
                <a:cubicBezTo>
                  <a:pt x="5073" y="11373"/>
                  <a:pt x="5419" y="11625"/>
                  <a:pt x="5892" y="11625"/>
                </a:cubicBezTo>
                <a:cubicBezTo>
                  <a:pt x="6333" y="11625"/>
                  <a:pt x="6711" y="11310"/>
                  <a:pt x="6869" y="10932"/>
                </a:cubicBezTo>
                <a:lnTo>
                  <a:pt x="7971" y="10932"/>
                </a:lnTo>
                <a:cubicBezTo>
                  <a:pt x="9672" y="10932"/>
                  <a:pt x="11059" y="9546"/>
                  <a:pt x="11059" y="7845"/>
                </a:cubicBezTo>
                <a:lnTo>
                  <a:pt x="11059" y="6774"/>
                </a:lnTo>
                <a:cubicBezTo>
                  <a:pt x="11216" y="6711"/>
                  <a:pt x="11311" y="6648"/>
                  <a:pt x="11437" y="6522"/>
                </a:cubicBezTo>
                <a:cubicBezTo>
                  <a:pt x="11626" y="6333"/>
                  <a:pt x="11752" y="6049"/>
                  <a:pt x="11752" y="5765"/>
                </a:cubicBezTo>
                <a:cubicBezTo>
                  <a:pt x="11752" y="5513"/>
                  <a:pt x="11626" y="5230"/>
                  <a:pt x="11437" y="5041"/>
                </a:cubicBezTo>
                <a:cubicBezTo>
                  <a:pt x="11248" y="4946"/>
                  <a:pt x="11090" y="4883"/>
                  <a:pt x="10964" y="4820"/>
                </a:cubicBezTo>
                <a:lnTo>
                  <a:pt x="10964" y="3781"/>
                </a:lnTo>
                <a:cubicBezTo>
                  <a:pt x="10964" y="2079"/>
                  <a:pt x="9578" y="693"/>
                  <a:pt x="7877" y="693"/>
                </a:cubicBezTo>
                <a:lnTo>
                  <a:pt x="6837" y="693"/>
                </a:lnTo>
                <a:cubicBezTo>
                  <a:pt x="6711" y="315"/>
                  <a:pt x="6301" y="0"/>
                  <a:pt x="58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57" name="Google Shape;11157;p137"/>
          <p:cNvGrpSpPr/>
          <p:nvPr/>
        </p:nvGrpSpPr>
        <p:grpSpPr>
          <a:xfrm>
            <a:off x="1299432" y="1306759"/>
            <a:ext cx="354527" cy="355498"/>
            <a:chOff x="-35495600" y="1912725"/>
            <a:chExt cx="292225" cy="293025"/>
          </a:xfrm>
        </p:grpSpPr>
        <p:sp>
          <p:nvSpPr>
            <p:cNvPr id="11158" name="Google Shape;11158;p137"/>
            <p:cNvSpPr/>
            <p:nvPr/>
          </p:nvSpPr>
          <p:spPr>
            <a:xfrm>
              <a:off x="-35495600" y="1912725"/>
              <a:ext cx="102400" cy="293025"/>
            </a:xfrm>
            <a:custGeom>
              <a:rect b="b" l="l" r="r" t="t"/>
              <a:pathLst>
                <a:path extrusionOk="0" h="11721" w="4096">
                  <a:moveTo>
                    <a:pt x="3088" y="726"/>
                  </a:moveTo>
                  <a:cubicBezTo>
                    <a:pt x="3277" y="726"/>
                    <a:pt x="3435" y="883"/>
                    <a:pt x="3435" y="1041"/>
                  </a:cubicBezTo>
                  <a:lnTo>
                    <a:pt x="3435" y="3120"/>
                  </a:lnTo>
                  <a:cubicBezTo>
                    <a:pt x="3435" y="3309"/>
                    <a:pt x="3277" y="3467"/>
                    <a:pt x="3088" y="3467"/>
                  </a:cubicBezTo>
                  <a:lnTo>
                    <a:pt x="2710" y="3467"/>
                  </a:lnTo>
                  <a:lnTo>
                    <a:pt x="2710" y="726"/>
                  </a:lnTo>
                  <a:close/>
                  <a:moveTo>
                    <a:pt x="2080" y="757"/>
                  </a:moveTo>
                  <a:lnTo>
                    <a:pt x="2080" y="3561"/>
                  </a:lnTo>
                  <a:cubicBezTo>
                    <a:pt x="1702" y="3719"/>
                    <a:pt x="1418" y="4065"/>
                    <a:pt x="1418" y="4538"/>
                  </a:cubicBezTo>
                  <a:lnTo>
                    <a:pt x="1418" y="7310"/>
                  </a:lnTo>
                  <a:cubicBezTo>
                    <a:pt x="1418" y="7720"/>
                    <a:pt x="1702" y="8129"/>
                    <a:pt x="2080" y="8287"/>
                  </a:cubicBezTo>
                  <a:lnTo>
                    <a:pt x="2080" y="11028"/>
                  </a:lnTo>
                  <a:cubicBezTo>
                    <a:pt x="1292" y="10870"/>
                    <a:pt x="725" y="10177"/>
                    <a:pt x="725" y="9326"/>
                  </a:cubicBezTo>
                  <a:lnTo>
                    <a:pt x="725" y="2458"/>
                  </a:lnTo>
                  <a:cubicBezTo>
                    <a:pt x="725" y="1639"/>
                    <a:pt x="1292" y="915"/>
                    <a:pt x="2080" y="757"/>
                  </a:cubicBezTo>
                  <a:close/>
                  <a:moveTo>
                    <a:pt x="3136" y="8314"/>
                  </a:moveTo>
                  <a:cubicBezTo>
                    <a:pt x="3303" y="8314"/>
                    <a:pt x="3435" y="8461"/>
                    <a:pt x="3435" y="8633"/>
                  </a:cubicBezTo>
                  <a:lnTo>
                    <a:pt x="3435" y="10681"/>
                  </a:lnTo>
                  <a:cubicBezTo>
                    <a:pt x="3435" y="10870"/>
                    <a:pt x="3277" y="11028"/>
                    <a:pt x="3088" y="11028"/>
                  </a:cubicBezTo>
                  <a:lnTo>
                    <a:pt x="2710" y="11028"/>
                  </a:lnTo>
                  <a:lnTo>
                    <a:pt x="2710" y="8318"/>
                  </a:lnTo>
                  <a:lnTo>
                    <a:pt x="3088" y="8318"/>
                  </a:lnTo>
                  <a:cubicBezTo>
                    <a:pt x="3104" y="8316"/>
                    <a:pt x="3120" y="8314"/>
                    <a:pt x="3136" y="8314"/>
                  </a:cubicBezTo>
                  <a:close/>
                  <a:moveTo>
                    <a:pt x="2395" y="1"/>
                  </a:moveTo>
                  <a:cubicBezTo>
                    <a:pt x="1072" y="1"/>
                    <a:pt x="0" y="1104"/>
                    <a:pt x="0" y="2427"/>
                  </a:cubicBezTo>
                  <a:lnTo>
                    <a:pt x="0" y="9263"/>
                  </a:lnTo>
                  <a:cubicBezTo>
                    <a:pt x="0" y="10618"/>
                    <a:pt x="1072" y="11721"/>
                    <a:pt x="2395" y="11721"/>
                  </a:cubicBezTo>
                  <a:lnTo>
                    <a:pt x="3088" y="11721"/>
                  </a:lnTo>
                  <a:cubicBezTo>
                    <a:pt x="3624" y="11721"/>
                    <a:pt x="4096" y="11248"/>
                    <a:pt x="4096" y="10681"/>
                  </a:cubicBezTo>
                  <a:lnTo>
                    <a:pt x="4096" y="8633"/>
                  </a:lnTo>
                  <a:cubicBezTo>
                    <a:pt x="4096" y="8098"/>
                    <a:pt x="3624" y="7625"/>
                    <a:pt x="3088" y="7625"/>
                  </a:cubicBezTo>
                  <a:lnTo>
                    <a:pt x="2395" y="7625"/>
                  </a:lnTo>
                  <a:cubicBezTo>
                    <a:pt x="2206" y="7625"/>
                    <a:pt x="2048" y="7468"/>
                    <a:pt x="2048" y="7247"/>
                  </a:cubicBezTo>
                  <a:lnTo>
                    <a:pt x="2048" y="4506"/>
                  </a:lnTo>
                  <a:cubicBezTo>
                    <a:pt x="2048" y="4317"/>
                    <a:pt x="2206" y="4160"/>
                    <a:pt x="2395" y="4160"/>
                  </a:cubicBezTo>
                  <a:lnTo>
                    <a:pt x="3088" y="4160"/>
                  </a:lnTo>
                  <a:cubicBezTo>
                    <a:pt x="3624" y="4160"/>
                    <a:pt x="4096" y="3687"/>
                    <a:pt x="4096" y="3120"/>
                  </a:cubicBezTo>
                  <a:lnTo>
                    <a:pt x="4096" y="1041"/>
                  </a:lnTo>
                  <a:cubicBezTo>
                    <a:pt x="4096" y="474"/>
                    <a:pt x="3624" y="1"/>
                    <a:pt x="308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9" name="Google Shape;11159;p137"/>
            <p:cNvSpPr/>
            <p:nvPr/>
          </p:nvSpPr>
          <p:spPr>
            <a:xfrm>
              <a:off x="-35305775" y="1912725"/>
              <a:ext cx="102400" cy="292250"/>
            </a:xfrm>
            <a:custGeom>
              <a:rect b="b" l="l" r="r" t="t"/>
              <a:pathLst>
                <a:path extrusionOk="0" h="11690" w="4096">
                  <a:moveTo>
                    <a:pt x="1386" y="694"/>
                  </a:moveTo>
                  <a:lnTo>
                    <a:pt x="1386" y="3435"/>
                  </a:lnTo>
                  <a:lnTo>
                    <a:pt x="1040" y="3435"/>
                  </a:lnTo>
                  <a:cubicBezTo>
                    <a:pt x="1023" y="3438"/>
                    <a:pt x="1007" y="3439"/>
                    <a:pt x="992" y="3439"/>
                  </a:cubicBezTo>
                  <a:cubicBezTo>
                    <a:pt x="825" y="3439"/>
                    <a:pt x="693" y="3293"/>
                    <a:pt x="693" y="3120"/>
                  </a:cubicBezTo>
                  <a:lnTo>
                    <a:pt x="693" y="1041"/>
                  </a:lnTo>
                  <a:cubicBezTo>
                    <a:pt x="693" y="852"/>
                    <a:pt x="851" y="694"/>
                    <a:pt x="1040" y="694"/>
                  </a:cubicBezTo>
                  <a:close/>
                  <a:moveTo>
                    <a:pt x="1386" y="8287"/>
                  </a:moveTo>
                  <a:lnTo>
                    <a:pt x="1386" y="10996"/>
                  </a:lnTo>
                  <a:lnTo>
                    <a:pt x="1040" y="10996"/>
                  </a:lnTo>
                  <a:cubicBezTo>
                    <a:pt x="851" y="10996"/>
                    <a:pt x="693" y="10839"/>
                    <a:pt x="693" y="10681"/>
                  </a:cubicBezTo>
                  <a:lnTo>
                    <a:pt x="693" y="8633"/>
                  </a:lnTo>
                  <a:cubicBezTo>
                    <a:pt x="693" y="8444"/>
                    <a:pt x="851" y="8287"/>
                    <a:pt x="1040" y="8287"/>
                  </a:cubicBezTo>
                  <a:close/>
                  <a:moveTo>
                    <a:pt x="2016" y="757"/>
                  </a:moveTo>
                  <a:cubicBezTo>
                    <a:pt x="2804" y="915"/>
                    <a:pt x="3403" y="1639"/>
                    <a:pt x="3403" y="2458"/>
                  </a:cubicBezTo>
                  <a:lnTo>
                    <a:pt x="3403" y="9295"/>
                  </a:lnTo>
                  <a:cubicBezTo>
                    <a:pt x="3403" y="10114"/>
                    <a:pt x="2804" y="10839"/>
                    <a:pt x="2016" y="10996"/>
                  </a:cubicBezTo>
                  <a:lnTo>
                    <a:pt x="2016" y="8255"/>
                  </a:lnTo>
                  <a:cubicBezTo>
                    <a:pt x="2426" y="8098"/>
                    <a:pt x="2678" y="7720"/>
                    <a:pt x="2678" y="7247"/>
                  </a:cubicBezTo>
                  <a:lnTo>
                    <a:pt x="2678" y="4506"/>
                  </a:lnTo>
                  <a:cubicBezTo>
                    <a:pt x="2678" y="4065"/>
                    <a:pt x="2426" y="3687"/>
                    <a:pt x="2016" y="3530"/>
                  </a:cubicBezTo>
                  <a:lnTo>
                    <a:pt x="2016" y="757"/>
                  </a:lnTo>
                  <a:close/>
                  <a:moveTo>
                    <a:pt x="1040" y="1"/>
                  </a:moveTo>
                  <a:cubicBezTo>
                    <a:pt x="473" y="1"/>
                    <a:pt x="0" y="474"/>
                    <a:pt x="0" y="1041"/>
                  </a:cubicBezTo>
                  <a:lnTo>
                    <a:pt x="0" y="3120"/>
                  </a:lnTo>
                  <a:cubicBezTo>
                    <a:pt x="0" y="3687"/>
                    <a:pt x="473" y="4128"/>
                    <a:pt x="1040" y="4128"/>
                  </a:cubicBezTo>
                  <a:lnTo>
                    <a:pt x="1701" y="4128"/>
                  </a:lnTo>
                  <a:cubicBezTo>
                    <a:pt x="1890" y="4128"/>
                    <a:pt x="2048" y="4286"/>
                    <a:pt x="2048" y="4506"/>
                  </a:cubicBezTo>
                  <a:lnTo>
                    <a:pt x="2048" y="7247"/>
                  </a:lnTo>
                  <a:cubicBezTo>
                    <a:pt x="2048" y="7436"/>
                    <a:pt x="1890" y="7625"/>
                    <a:pt x="1701" y="7625"/>
                  </a:cubicBezTo>
                  <a:lnTo>
                    <a:pt x="1040" y="7625"/>
                  </a:lnTo>
                  <a:cubicBezTo>
                    <a:pt x="473" y="7625"/>
                    <a:pt x="0" y="8098"/>
                    <a:pt x="0" y="8633"/>
                  </a:cubicBezTo>
                  <a:lnTo>
                    <a:pt x="0" y="10681"/>
                  </a:lnTo>
                  <a:cubicBezTo>
                    <a:pt x="0" y="11248"/>
                    <a:pt x="473" y="11689"/>
                    <a:pt x="1040" y="11689"/>
                  </a:cubicBezTo>
                  <a:lnTo>
                    <a:pt x="1701" y="11689"/>
                  </a:lnTo>
                  <a:cubicBezTo>
                    <a:pt x="3056" y="11689"/>
                    <a:pt x="4096" y="10650"/>
                    <a:pt x="4096" y="9295"/>
                  </a:cubicBezTo>
                  <a:lnTo>
                    <a:pt x="4096" y="2458"/>
                  </a:lnTo>
                  <a:cubicBezTo>
                    <a:pt x="4096" y="1104"/>
                    <a:pt x="2993" y="1"/>
                    <a:pt x="170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0" name="Google Shape;11160;p137"/>
            <p:cNvSpPr/>
            <p:nvPr/>
          </p:nvSpPr>
          <p:spPr>
            <a:xfrm>
              <a:off x="-35427875" y="2017025"/>
              <a:ext cx="155200" cy="85800"/>
            </a:xfrm>
            <a:custGeom>
              <a:rect b="b" l="l" r="r" t="t"/>
              <a:pathLst>
                <a:path extrusionOk="0" h="3432" w="6208">
                  <a:moveTo>
                    <a:pt x="4853" y="1122"/>
                  </a:moveTo>
                  <a:lnTo>
                    <a:pt x="5420" y="1657"/>
                  </a:lnTo>
                  <a:lnTo>
                    <a:pt x="4853" y="2256"/>
                  </a:lnTo>
                  <a:cubicBezTo>
                    <a:pt x="4821" y="2130"/>
                    <a:pt x="4695" y="2035"/>
                    <a:pt x="4538" y="2035"/>
                  </a:cubicBezTo>
                  <a:lnTo>
                    <a:pt x="1734" y="2035"/>
                  </a:lnTo>
                  <a:cubicBezTo>
                    <a:pt x="1576" y="2035"/>
                    <a:pt x="1482" y="2098"/>
                    <a:pt x="1419" y="2256"/>
                  </a:cubicBezTo>
                  <a:lnTo>
                    <a:pt x="883" y="1657"/>
                  </a:lnTo>
                  <a:lnTo>
                    <a:pt x="1419" y="1122"/>
                  </a:lnTo>
                  <a:cubicBezTo>
                    <a:pt x="1482" y="1248"/>
                    <a:pt x="1576" y="1342"/>
                    <a:pt x="1734" y="1342"/>
                  </a:cubicBezTo>
                  <a:lnTo>
                    <a:pt x="4538" y="1342"/>
                  </a:lnTo>
                  <a:cubicBezTo>
                    <a:pt x="4695" y="1342"/>
                    <a:pt x="4821" y="1279"/>
                    <a:pt x="4853" y="1122"/>
                  </a:cubicBezTo>
                  <a:close/>
                  <a:moveTo>
                    <a:pt x="1715" y="0"/>
                  </a:moveTo>
                  <a:cubicBezTo>
                    <a:pt x="1631" y="0"/>
                    <a:pt x="1553" y="22"/>
                    <a:pt x="1513" y="82"/>
                  </a:cubicBezTo>
                  <a:lnTo>
                    <a:pt x="127" y="1468"/>
                  </a:lnTo>
                  <a:cubicBezTo>
                    <a:pt x="1" y="1594"/>
                    <a:pt x="1" y="1783"/>
                    <a:pt x="127" y="1941"/>
                  </a:cubicBezTo>
                  <a:lnTo>
                    <a:pt x="1513" y="3327"/>
                  </a:lnTo>
                  <a:cubicBezTo>
                    <a:pt x="1550" y="3401"/>
                    <a:pt x="1619" y="3432"/>
                    <a:pt x="1696" y="3432"/>
                  </a:cubicBezTo>
                  <a:cubicBezTo>
                    <a:pt x="1750" y="3432"/>
                    <a:pt x="1807" y="3416"/>
                    <a:pt x="1860" y="3390"/>
                  </a:cubicBezTo>
                  <a:cubicBezTo>
                    <a:pt x="1986" y="3359"/>
                    <a:pt x="2049" y="3201"/>
                    <a:pt x="2049" y="3075"/>
                  </a:cubicBezTo>
                  <a:lnTo>
                    <a:pt x="2049" y="2729"/>
                  </a:lnTo>
                  <a:lnTo>
                    <a:pt x="4160" y="2729"/>
                  </a:lnTo>
                  <a:lnTo>
                    <a:pt x="4160" y="3075"/>
                  </a:lnTo>
                  <a:cubicBezTo>
                    <a:pt x="4160" y="3233"/>
                    <a:pt x="4223" y="3359"/>
                    <a:pt x="4349" y="3390"/>
                  </a:cubicBezTo>
                  <a:cubicBezTo>
                    <a:pt x="4401" y="3416"/>
                    <a:pt x="4458" y="3432"/>
                    <a:pt x="4512" y="3432"/>
                  </a:cubicBezTo>
                  <a:cubicBezTo>
                    <a:pt x="4589" y="3432"/>
                    <a:pt x="4658" y="3401"/>
                    <a:pt x="4695" y="3327"/>
                  </a:cubicBezTo>
                  <a:lnTo>
                    <a:pt x="6081" y="1941"/>
                  </a:lnTo>
                  <a:cubicBezTo>
                    <a:pt x="6207" y="1815"/>
                    <a:pt x="6207" y="1594"/>
                    <a:pt x="6081" y="1468"/>
                  </a:cubicBezTo>
                  <a:lnTo>
                    <a:pt x="4695" y="82"/>
                  </a:lnTo>
                  <a:cubicBezTo>
                    <a:pt x="4649" y="36"/>
                    <a:pt x="4552" y="7"/>
                    <a:pt x="4454" y="7"/>
                  </a:cubicBezTo>
                  <a:cubicBezTo>
                    <a:pt x="4418" y="7"/>
                    <a:pt x="4382" y="11"/>
                    <a:pt x="4349" y="19"/>
                  </a:cubicBezTo>
                  <a:cubicBezTo>
                    <a:pt x="4223" y="51"/>
                    <a:pt x="4160" y="208"/>
                    <a:pt x="4160" y="334"/>
                  </a:cubicBezTo>
                  <a:lnTo>
                    <a:pt x="4160" y="681"/>
                  </a:lnTo>
                  <a:lnTo>
                    <a:pt x="2049" y="681"/>
                  </a:lnTo>
                  <a:lnTo>
                    <a:pt x="2049" y="334"/>
                  </a:lnTo>
                  <a:cubicBezTo>
                    <a:pt x="2049" y="177"/>
                    <a:pt x="1986" y="51"/>
                    <a:pt x="1860" y="19"/>
                  </a:cubicBezTo>
                  <a:cubicBezTo>
                    <a:pt x="1814" y="8"/>
                    <a:pt x="1763" y="0"/>
                    <a:pt x="171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61" name="Google Shape;11161;p137"/>
          <p:cNvSpPr/>
          <p:nvPr/>
        </p:nvSpPr>
        <p:spPr>
          <a:xfrm>
            <a:off x="1295266" y="1765962"/>
            <a:ext cx="356438" cy="354527"/>
          </a:xfrm>
          <a:custGeom>
            <a:rect b="b" l="l" r="r" t="t"/>
            <a:pathLst>
              <a:path extrusionOk="0" h="11689" w="11752">
                <a:moveTo>
                  <a:pt x="5860" y="662"/>
                </a:moveTo>
                <a:cubicBezTo>
                  <a:pt x="6427" y="662"/>
                  <a:pt x="6900" y="1135"/>
                  <a:pt x="6900" y="1670"/>
                </a:cubicBezTo>
                <a:cubicBezTo>
                  <a:pt x="6900" y="2238"/>
                  <a:pt x="6427" y="2710"/>
                  <a:pt x="5860" y="2710"/>
                </a:cubicBezTo>
                <a:cubicBezTo>
                  <a:pt x="5293" y="2710"/>
                  <a:pt x="4821" y="2238"/>
                  <a:pt x="4821" y="1670"/>
                </a:cubicBezTo>
                <a:cubicBezTo>
                  <a:pt x="4821" y="1135"/>
                  <a:pt x="5293" y="662"/>
                  <a:pt x="5860" y="662"/>
                </a:cubicBezTo>
                <a:close/>
                <a:moveTo>
                  <a:pt x="5860" y="3372"/>
                </a:moveTo>
                <a:cubicBezTo>
                  <a:pt x="7058" y="3403"/>
                  <a:pt x="8034" y="4317"/>
                  <a:pt x="8223" y="5451"/>
                </a:cubicBezTo>
                <a:lnTo>
                  <a:pt x="3466" y="5451"/>
                </a:lnTo>
                <a:cubicBezTo>
                  <a:pt x="3624" y="4285"/>
                  <a:pt x="4663" y="3372"/>
                  <a:pt x="5860" y="3372"/>
                </a:cubicBezTo>
                <a:close/>
                <a:moveTo>
                  <a:pt x="9420" y="7562"/>
                </a:moveTo>
                <a:cubicBezTo>
                  <a:pt x="9956" y="7562"/>
                  <a:pt x="10429" y="7814"/>
                  <a:pt x="10744" y="8223"/>
                </a:cubicBezTo>
                <a:lnTo>
                  <a:pt x="10082" y="8223"/>
                </a:lnTo>
                <a:cubicBezTo>
                  <a:pt x="9546" y="8223"/>
                  <a:pt x="9074" y="8696"/>
                  <a:pt x="9074" y="9232"/>
                </a:cubicBezTo>
                <a:cubicBezTo>
                  <a:pt x="9074" y="9799"/>
                  <a:pt x="9546" y="10271"/>
                  <a:pt x="10082" y="10271"/>
                </a:cubicBezTo>
                <a:lnTo>
                  <a:pt x="10744" y="10271"/>
                </a:lnTo>
                <a:cubicBezTo>
                  <a:pt x="10429" y="10712"/>
                  <a:pt x="9925" y="10933"/>
                  <a:pt x="9420" y="10933"/>
                </a:cubicBezTo>
                <a:cubicBezTo>
                  <a:pt x="8696" y="10933"/>
                  <a:pt x="8034" y="10460"/>
                  <a:pt x="7814" y="9799"/>
                </a:cubicBezTo>
                <a:cubicBezTo>
                  <a:pt x="7751" y="9673"/>
                  <a:pt x="7593" y="9547"/>
                  <a:pt x="7499" y="9547"/>
                </a:cubicBezTo>
                <a:lnTo>
                  <a:pt x="4222" y="9547"/>
                </a:lnTo>
                <a:cubicBezTo>
                  <a:pt x="4065" y="9547"/>
                  <a:pt x="3939" y="9641"/>
                  <a:pt x="3907" y="9799"/>
                </a:cubicBezTo>
                <a:cubicBezTo>
                  <a:pt x="3655" y="10460"/>
                  <a:pt x="2993" y="10933"/>
                  <a:pt x="2300" y="10933"/>
                </a:cubicBezTo>
                <a:cubicBezTo>
                  <a:pt x="1733" y="10933"/>
                  <a:pt x="1261" y="10649"/>
                  <a:pt x="914" y="10271"/>
                </a:cubicBezTo>
                <a:lnTo>
                  <a:pt x="1576" y="10271"/>
                </a:lnTo>
                <a:cubicBezTo>
                  <a:pt x="2143" y="10271"/>
                  <a:pt x="2615" y="9799"/>
                  <a:pt x="2615" y="9232"/>
                </a:cubicBezTo>
                <a:cubicBezTo>
                  <a:pt x="2615" y="8696"/>
                  <a:pt x="2143" y="8223"/>
                  <a:pt x="1576" y="8223"/>
                </a:cubicBezTo>
                <a:lnTo>
                  <a:pt x="914" y="8223"/>
                </a:lnTo>
                <a:cubicBezTo>
                  <a:pt x="1229" y="7782"/>
                  <a:pt x="1733" y="7562"/>
                  <a:pt x="2300" y="7562"/>
                </a:cubicBezTo>
                <a:cubicBezTo>
                  <a:pt x="2993" y="7562"/>
                  <a:pt x="3655" y="8034"/>
                  <a:pt x="3907" y="8696"/>
                </a:cubicBezTo>
                <a:cubicBezTo>
                  <a:pt x="3939" y="8822"/>
                  <a:pt x="4096" y="8917"/>
                  <a:pt x="4222" y="8917"/>
                </a:cubicBezTo>
                <a:lnTo>
                  <a:pt x="7499" y="8917"/>
                </a:lnTo>
                <a:cubicBezTo>
                  <a:pt x="7656" y="8917"/>
                  <a:pt x="7751" y="8854"/>
                  <a:pt x="7814" y="8696"/>
                </a:cubicBezTo>
                <a:cubicBezTo>
                  <a:pt x="8034" y="8034"/>
                  <a:pt x="8727" y="7562"/>
                  <a:pt x="9420" y="7562"/>
                </a:cubicBezTo>
                <a:close/>
                <a:moveTo>
                  <a:pt x="5860" y="1"/>
                </a:moveTo>
                <a:cubicBezTo>
                  <a:pt x="4915" y="1"/>
                  <a:pt x="4128" y="725"/>
                  <a:pt x="4128" y="1670"/>
                </a:cubicBezTo>
                <a:cubicBezTo>
                  <a:pt x="4128" y="2143"/>
                  <a:pt x="4348" y="2584"/>
                  <a:pt x="4663" y="2899"/>
                </a:cubicBezTo>
                <a:lnTo>
                  <a:pt x="4695" y="2931"/>
                </a:lnTo>
                <a:cubicBezTo>
                  <a:pt x="3592" y="3372"/>
                  <a:pt x="2773" y="4474"/>
                  <a:pt x="2773" y="5829"/>
                </a:cubicBezTo>
                <a:cubicBezTo>
                  <a:pt x="2773" y="6018"/>
                  <a:pt x="2930" y="6176"/>
                  <a:pt x="3119" y="6176"/>
                </a:cubicBezTo>
                <a:lnTo>
                  <a:pt x="5514" y="6176"/>
                </a:lnTo>
                <a:lnTo>
                  <a:pt x="5514" y="8255"/>
                </a:lnTo>
                <a:lnTo>
                  <a:pt x="4443" y="8255"/>
                </a:lnTo>
                <a:cubicBezTo>
                  <a:pt x="4065" y="7436"/>
                  <a:pt x="3245" y="6869"/>
                  <a:pt x="2300" y="6869"/>
                </a:cubicBezTo>
                <a:cubicBezTo>
                  <a:pt x="1261" y="6869"/>
                  <a:pt x="410" y="7499"/>
                  <a:pt x="32" y="8444"/>
                </a:cubicBezTo>
                <a:cubicBezTo>
                  <a:pt x="0" y="8570"/>
                  <a:pt x="0" y="8696"/>
                  <a:pt x="95" y="8759"/>
                </a:cubicBezTo>
                <a:cubicBezTo>
                  <a:pt x="158" y="8854"/>
                  <a:pt x="253" y="8917"/>
                  <a:pt x="347" y="8917"/>
                </a:cubicBezTo>
                <a:lnTo>
                  <a:pt x="1607" y="8917"/>
                </a:lnTo>
                <a:cubicBezTo>
                  <a:pt x="1828" y="8917"/>
                  <a:pt x="1985" y="9074"/>
                  <a:pt x="1985" y="9295"/>
                </a:cubicBezTo>
                <a:cubicBezTo>
                  <a:pt x="1985" y="9484"/>
                  <a:pt x="1828" y="9641"/>
                  <a:pt x="1607" y="9641"/>
                </a:cubicBezTo>
                <a:lnTo>
                  <a:pt x="347" y="9641"/>
                </a:lnTo>
                <a:cubicBezTo>
                  <a:pt x="253" y="9641"/>
                  <a:pt x="158" y="9673"/>
                  <a:pt x="95" y="9799"/>
                </a:cubicBezTo>
                <a:cubicBezTo>
                  <a:pt x="0" y="9862"/>
                  <a:pt x="0" y="9988"/>
                  <a:pt x="32" y="10114"/>
                </a:cubicBezTo>
                <a:cubicBezTo>
                  <a:pt x="410" y="11059"/>
                  <a:pt x="1292" y="11689"/>
                  <a:pt x="2300" y="11689"/>
                </a:cubicBezTo>
                <a:cubicBezTo>
                  <a:pt x="3182" y="11689"/>
                  <a:pt x="4065" y="11122"/>
                  <a:pt x="4443" y="10303"/>
                </a:cubicBezTo>
                <a:lnTo>
                  <a:pt x="7278" y="10303"/>
                </a:lnTo>
                <a:cubicBezTo>
                  <a:pt x="7688" y="11122"/>
                  <a:pt x="8507" y="11689"/>
                  <a:pt x="9452" y="11689"/>
                </a:cubicBezTo>
                <a:cubicBezTo>
                  <a:pt x="10492" y="11689"/>
                  <a:pt x="11342" y="11059"/>
                  <a:pt x="11689" y="10114"/>
                </a:cubicBezTo>
                <a:cubicBezTo>
                  <a:pt x="11752" y="9988"/>
                  <a:pt x="11752" y="9862"/>
                  <a:pt x="11657" y="9799"/>
                </a:cubicBezTo>
                <a:cubicBezTo>
                  <a:pt x="11594" y="9704"/>
                  <a:pt x="11500" y="9641"/>
                  <a:pt x="11374" y="9641"/>
                </a:cubicBezTo>
                <a:lnTo>
                  <a:pt x="10114" y="9641"/>
                </a:lnTo>
                <a:cubicBezTo>
                  <a:pt x="9925" y="9641"/>
                  <a:pt x="9767" y="9484"/>
                  <a:pt x="9767" y="9295"/>
                </a:cubicBezTo>
                <a:cubicBezTo>
                  <a:pt x="9767" y="9074"/>
                  <a:pt x="9925" y="8917"/>
                  <a:pt x="10114" y="8917"/>
                </a:cubicBezTo>
                <a:lnTo>
                  <a:pt x="11374" y="8917"/>
                </a:lnTo>
                <a:cubicBezTo>
                  <a:pt x="11500" y="8917"/>
                  <a:pt x="11594" y="8885"/>
                  <a:pt x="11657" y="8759"/>
                </a:cubicBezTo>
                <a:cubicBezTo>
                  <a:pt x="11752" y="8696"/>
                  <a:pt x="11752" y="8570"/>
                  <a:pt x="11689" y="8444"/>
                </a:cubicBezTo>
                <a:cubicBezTo>
                  <a:pt x="11342" y="7499"/>
                  <a:pt x="10429" y="6869"/>
                  <a:pt x="9452" y="6869"/>
                </a:cubicBezTo>
                <a:cubicBezTo>
                  <a:pt x="8538" y="6869"/>
                  <a:pt x="7688" y="7436"/>
                  <a:pt x="7278" y="8255"/>
                </a:cubicBezTo>
                <a:lnTo>
                  <a:pt x="6238" y="8255"/>
                </a:lnTo>
                <a:lnTo>
                  <a:pt x="6238" y="6176"/>
                </a:lnTo>
                <a:lnTo>
                  <a:pt x="8633" y="6176"/>
                </a:lnTo>
                <a:cubicBezTo>
                  <a:pt x="8822" y="6176"/>
                  <a:pt x="8979" y="6018"/>
                  <a:pt x="8979" y="5829"/>
                </a:cubicBezTo>
                <a:cubicBezTo>
                  <a:pt x="8979" y="4506"/>
                  <a:pt x="8192" y="3403"/>
                  <a:pt x="7058" y="2931"/>
                </a:cubicBezTo>
                <a:cubicBezTo>
                  <a:pt x="7341" y="2616"/>
                  <a:pt x="7562" y="2175"/>
                  <a:pt x="7562" y="1670"/>
                </a:cubicBezTo>
                <a:cubicBezTo>
                  <a:pt x="7562" y="725"/>
                  <a:pt x="6806" y="1"/>
                  <a:pt x="586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62" name="Google Shape;11162;p137"/>
          <p:cNvGrpSpPr/>
          <p:nvPr/>
        </p:nvGrpSpPr>
        <p:grpSpPr>
          <a:xfrm>
            <a:off x="1299432" y="2221307"/>
            <a:ext cx="354527" cy="353587"/>
            <a:chOff x="-35495600" y="2631825"/>
            <a:chExt cx="292225" cy="291450"/>
          </a:xfrm>
        </p:grpSpPr>
        <p:sp>
          <p:nvSpPr>
            <p:cNvPr id="11163" name="Google Shape;11163;p137"/>
            <p:cNvSpPr/>
            <p:nvPr/>
          </p:nvSpPr>
          <p:spPr>
            <a:xfrm>
              <a:off x="-35495600" y="2735025"/>
              <a:ext cx="137075" cy="188250"/>
            </a:xfrm>
            <a:custGeom>
              <a:rect b="b" l="l" r="r" t="t"/>
              <a:pathLst>
                <a:path extrusionOk="0" h="7530" w="5483">
                  <a:moveTo>
                    <a:pt x="4443" y="662"/>
                  </a:moveTo>
                  <a:cubicBezTo>
                    <a:pt x="4663" y="662"/>
                    <a:pt x="4821" y="819"/>
                    <a:pt x="4821" y="1040"/>
                  </a:cubicBezTo>
                  <a:lnTo>
                    <a:pt x="4821" y="1386"/>
                  </a:lnTo>
                  <a:lnTo>
                    <a:pt x="662" y="1386"/>
                  </a:lnTo>
                  <a:lnTo>
                    <a:pt x="662" y="1040"/>
                  </a:lnTo>
                  <a:cubicBezTo>
                    <a:pt x="725" y="819"/>
                    <a:pt x="820" y="662"/>
                    <a:pt x="1040" y="662"/>
                  </a:cubicBezTo>
                  <a:close/>
                  <a:moveTo>
                    <a:pt x="4821" y="2048"/>
                  </a:moveTo>
                  <a:lnTo>
                    <a:pt x="4821" y="5482"/>
                  </a:lnTo>
                  <a:lnTo>
                    <a:pt x="662" y="5482"/>
                  </a:lnTo>
                  <a:lnTo>
                    <a:pt x="662" y="2048"/>
                  </a:lnTo>
                  <a:close/>
                  <a:moveTo>
                    <a:pt x="4852" y="6143"/>
                  </a:moveTo>
                  <a:lnTo>
                    <a:pt x="4852" y="6490"/>
                  </a:lnTo>
                  <a:cubicBezTo>
                    <a:pt x="4821" y="6711"/>
                    <a:pt x="4663" y="6868"/>
                    <a:pt x="4506" y="6868"/>
                  </a:cubicBezTo>
                  <a:lnTo>
                    <a:pt x="1072" y="6868"/>
                  </a:lnTo>
                  <a:cubicBezTo>
                    <a:pt x="883" y="6868"/>
                    <a:pt x="725" y="6711"/>
                    <a:pt x="725" y="6490"/>
                  </a:cubicBezTo>
                  <a:lnTo>
                    <a:pt x="725" y="6143"/>
                  </a:lnTo>
                  <a:close/>
                  <a:moveTo>
                    <a:pt x="1040" y="0"/>
                  </a:moveTo>
                  <a:cubicBezTo>
                    <a:pt x="473" y="0"/>
                    <a:pt x="0" y="473"/>
                    <a:pt x="0" y="1040"/>
                  </a:cubicBezTo>
                  <a:lnTo>
                    <a:pt x="0" y="6490"/>
                  </a:lnTo>
                  <a:cubicBezTo>
                    <a:pt x="0" y="7057"/>
                    <a:pt x="473" y="7530"/>
                    <a:pt x="1040" y="7530"/>
                  </a:cubicBezTo>
                  <a:lnTo>
                    <a:pt x="4443" y="7530"/>
                  </a:lnTo>
                  <a:cubicBezTo>
                    <a:pt x="5010" y="7530"/>
                    <a:pt x="5482" y="7057"/>
                    <a:pt x="5482" y="6490"/>
                  </a:cubicBezTo>
                  <a:lnTo>
                    <a:pt x="5482" y="1040"/>
                  </a:lnTo>
                  <a:cubicBezTo>
                    <a:pt x="5482" y="473"/>
                    <a:pt x="5010" y="0"/>
                    <a:pt x="44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4" name="Google Shape;11164;p137"/>
            <p:cNvSpPr/>
            <p:nvPr/>
          </p:nvSpPr>
          <p:spPr>
            <a:xfrm>
              <a:off x="-35339650" y="2631825"/>
              <a:ext cx="136275" cy="188275"/>
            </a:xfrm>
            <a:custGeom>
              <a:rect b="b" l="l" r="r" t="t"/>
              <a:pathLst>
                <a:path extrusionOk="0" h="7531" w="5451">
                  <a:moveTo>
                    <a:pt x="4411" y="662"/>
                  </a:moveTo>
                  <a:cubicBezTo>
                    <a:pt x="4600" y="662"/>
                    <a:pt x="4758" y="820"/>
                    <a:pt x="4758" y="1009"/>
                  </a:cubicBezTo>
                  <a:lnTo>
                    <a:pt x="4758" y="1387"/>
                  </a:lnTo>
                  <a:lnTo>
                    <a:pt x="631" y="1387"/>
                  </a:lnTo>
                  <a:lnTo>
                    <a:pt x="631" y="1009"/>
                  </a:lnTo>
                  <a:cubicBezTo>
                    <a:pt x="631" y="820"/>
                    <a:pt x="788" y="662"/>
                    <a:pt x="977" y="662"/>
                  </a:cubicBezTo>
                  <a:close/>
                  <a:moveTo>
                    <a:pt x="4758" y="2049"/>
                  </a:moveTo>
                  <a:lnTo>
                    <a:pt x="4758" y="5483"/>
                  </a:lnTo>
                  <a:lnTo>
                    <a:pt x="631" y="5483"/>
                  </a:lnTo>
                  <a:lnTo>
                    <a:pt x="631" y="2049"/>
                  </a:lnTo>
                  <a:close/>
                  <a:moveTo>
                    <a:pt x="4789" y="6144"/>
                  </a:moveTo>
                  <a:lnTo>
                    <a:pt x="4789" y="6491"/>
                  </a:lnTo>
                  <a:cubicBezTo>
                    <a:pt x="4758" y="6680"/>
                    <a:pt x="4600" y="6837"/>
                    <a:pt x="4443" y="6837"/>
                  </a:cubicBezTo>
                  <a:lnTo>
                    <a:pt x="1009" y="6837"/>
                  </a:lnTo>
                  <a:cubicBezTo>
                    <a:pt x="820" y="6837"/>
                    <a:pt x="662" y="6680"/>
                    <a:pt x="662" y="6491"/>
                  </a:cubicBezTo>
                  <a:lnTo>
                    <a:pt x="662" y="6144"/>
                  </a:lnTo>
                  <a:close/>
                  <a:moveTo>
                    <a:pt x="1009" y="1"/>
                  </a:moveTo>
                  <a:cubicBezTo>
                    <a:pt x="473" y="1"/>
                    <a:pt x="0" y="473"/>
                    <a:pt x="0" y="1009"/>
                  </a:cubicBezTo>
                  <a:lnTo>
                    <a:pt x="0" y="6491"/>
                  </a:lnTo>
                  <a:cubicBezTo>
                    <a:pt x="0" y="7058"/>
                    <a:pt x="473" y="7531"/>
                    <a:pt x="1009" y="7531"/>
                  </a:cubicBezTo>
                  <a:lnTo>
                    <a:pt x="4443" y="7531"/>
                  </a:lnTo>
                  <a:cubicBezTo>
                    <a:pt x="4978" y="7531"/>
                    <a:pt x="5451" y="7058"/>
                    <a:pt x="5451" y="6491"/>
                  </a:cubicBezTo>
                  <a:lnTo>
                    <a:pt x="5451" y="1009"/>
                  </a:lnTo>
                  <a:cubicBezTo>
                    <a:pt x="5451" y="442"/>
                    <a:pt x="4978" y="1"/>
                    <a:pt x="444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5" name="Google Shape;11165;p137"/>
            <p:cNvSpPr/>
            <p:nvPr/>
          </p:nvSpPr>
          <p:spPr>
            <a:xfrm>
              <a:off x="-35341225" y="2836625"/>
              <a:ext cx="85075" cy="84500"/>
            </a:xfrm>
            <a:custGeom>
              <a:rect b="b" l="l" r="r" t="t"/>
              <a:pathLst>
                <a:path extrusionOk="0" h="3380" w="3403">
                  <a:moveTo>
                    <a:pt x="3056" y="0"/>
                  </a:moveTo>
                  <a:cubicBezTo>
                    <a:pt x="2836" y="0"/>
                    <a:pt x="2678" y="158"/>
                    <a:pt x="2678" y="347"/>
                  </a:cubicBezTo>
                  <a:lnTo>
                    <a:pt x="2678" y="1008"/>
                  </a:lnTo>
                  <a:cubicBezTo>
                    <a:pt x="2678" y="1575"/>
                    <a:pt x="2206" y="2048"/>
                    <a:pt x="1670" y="2048"/>
                  </a:cubicBezTo>
                  <a:lnTo>
                    <a:pt x="1103" y="2048"/>
                  </a:lnTo>
                  <a:lnTo>
                    <a:pt x="1229" y="1922"/>
                  </a:lnTo>
                  <a:cubicBezTo>
                    <a:pt x="1418" y="1859"/>
                    <a:pt x="1418" y="1638"/>
                    <a:pt x="1261" y="1481"/>
                  </a:cubicBezTo>
                  <a:cubicBezTo>
                    <a:pt x="1213" y="1418"/>
                    <a:pt x="1127" y="1386"/>
                    <a:pt x="1036" y="1386"/>
                  </a:cubicBezTo>
                  <a:cubicBezTo>
                    <a:pt x="946" y="1386"/>
                    <a:pt x="851" y="1418"/>
                    <a:pt x="788" y="1481"/>
                  </a:cubicBezTo>
                  <a:lnTo>
                    <a:pt x="126" y="2142"/>
                  </a:lnTo>
                  <a:cubicBezTo>
                    <a:pt x="0" y="2268"/>
                    <a:pt x="0" y="2521"/>
                    <a:pt x="126" y="2615"/>
                  </a:cubicBezTo>
                  <a:lnTo>
                    <a:pt x="788" y="3308"/>
                  </a:lnTo>
                  <a:cubicBezTo>
                    <a:pt x="851" y="3355"/>
                    <a:pt x="946" y="3379"/>
                    <a:pt x="1036" y="3379"/>
                  </a:cubicBezTo>
                  <a:cubicBezTo>
                    <a:pt x="1127" y="3379"/>
                    <a:pt x="1213" y="3355"/>
                    <a:pt x="1261" y="3308"/>
                  </a:cubicBezTo>
                  <a:cubicBezTo>
                    <a:pt x="1387" y="3182"/>
                    <a:pt x="1387" y="2930"/>
                    <a:pt x="1261" y="2836"/>
                  </a:cubicBezTo>
                  <a:lnTo>
                    <a:pt x="1166" y="2710"/>
                  </a:lnTo>
                  <a:lnTo>
                    <a:pt x="1702" y="2710"/>
                  </a:lnTo>
                  <a:cubicBezTo>
                    <a:pt x="2647" y="2710"/>
                    <a:pt x="3403" y="1953"/>
                    <a:pt x="3403" y="1008"/>
                  </a:cubicBezTo>
                  <a:lnTo>
                    <a:pt x="3403" y="347"/>
                  </a:lnTo>
                  <a:cubicBezTo>
                    <a:pt x="3403" y="158"/>
                    <a:pt x="3245" y="0"/>
                    <a:pt x="305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6" name="Google Shape;11166;p137"/>
            <p:cNvSpPr/>
            <p:nvPr/>
          </p:nvSpPr>
          <p:spPr>
            <a:xfrm>
              <a:off x="-35442050" y="2632625"/>
              <a:ext cx="84300" cy="85075"/>
            </a:xfrm>
            <a:custGeom>
              <a:rect b="b" l="l" r="r" t="t"/>
              <a:pathLst>
                <a:path extrusionOk="0" h="3403" w="3372">
                  <a:moveTo>
                    <a:pt x="2348" y="0"/>
                  </a:moveTo>
                  <a:cubicBezTo>
                    <a:pt x="2261" y="0"/>
                    <a:pt x="2175" y="32"/>
                    <a:pt x="2112" y="95"/>
                  </a:cubicBezTo>
                  <a:cubicBezTo>
                    <a:pt x="1986" y="189"/>
                    <a:pt x="1986" y="441"/>
                    <a:pt x="2112" y="567"/>
                  </a:cubicBezTo>
                  <a:lnTo>
                    <a:pt x="2238" y="662"/>
                  </a:lnTo>
                  <a:lnTo>
                    <a:pt x="1671" y="662"/>
                  </a:lnTo>
                  <a:cubicBezTo>
                    <a:pt x="725" y="662"/>
                    <a:pt x="1" y="1418"/>
                    <a:pt x="1" y="2363"/>
                  </a:cubicBezTo>
                  <a:lnTo>
                    <a:pt x="1" y="3025"/>
                  </a:lnTo>
                  <a:cubicBezTo>
                    <a:pt x="1" y="3245"/>
                    <a:pt x="158" y="3403"/>
                    <a:pt x="347" y="3403"/>
                  </a:cubicBezTo>
                  <a:cubicBezTo>
                    <a:pt x="536" y="3403"/>
                    <a:pt x="694" y="3245"/>
                    <a:pt x="694" y="3025"/>
                  </a:cubicBezTo>
                  <a:lnTo>
                    <a:pt x="694" y="2363"/>
                  </a:lnTo>
                  <a:cubicBezTo>
                    <a:pt x="694" y="1828"/>
                    <a:pt x="1166" y="1355"/>
                    <a:pt x="1734" y="1355"/>
                  </a:cubicBezTo>
                  <a:lnTo>
                    <a:pt x="2269" y="1355"/>
                  </a:lnTo>
                  <a:lnTo>
                    <a:pt x="2143" y="1450"/>
                  </a:lnTo>
                  <a:cubicBezTo>
                    <a:pt x="1954" y="1544"/>
                    <a:pt x="1954" y="1765"/>
                    <a:pt x="2112" y="1891"/>
                  </a:cubicBezTo>
                  <a:cubicBezTo>
                    <a:pt x="2175" y="1954"/>
                    <a:pt x="2261" y="1985"/>
                    <a:pt x="2348" y="1985"/>
                  </a:cubicBezTo>
                  <a:cubicBezTo>
                    <a:pt x="2435" y="1985"/>
                    <a:pt x="2521" y="1954"/>
                    <a:pt x="2584" y="1891"/>
                  </a:cubicBezTo>
                  <a:lnTo>
                    <a:pt x="3246" y="1229"/>
                  </a:lnTo>
                  <a:cubicBezTo>
                    <a:pt x="3372" y="1103"/>
                    <a:pt x="3372" y="883"/>
                    <a:pt x="3246" y="756"/>
                  </a:cubicBezTo>
                  <a:lnTo>
                    <a:pt x="2584" y="95"/>
                  </a:lnTo>
                  <a:cubicBezTo>
                    <a:pt x="2521" y="32"/>
                    <a:pt x="2435" y="0"/>
                    <a:pt x="234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67" name="Google Shape;11167;p137"/>
          <p:cNvGrpSpPr/>
          <p:nvPr/>
        </p:nvGrpSpPr>
        <p:grpSpPr>
          <a:xfrm>
            <a:off x="3537081" y="1307714"/>
            <a:ext cx="353587" cy="353587"/>
            <a:chOff x="-33673825" y="1916675"/>
            <a:chExt cx="291450" cy="291450"/>
          </a:xfrm>
        </p:grpSpPr>
        <p:sp>
          <p:nvSpPr>
            <p:cNvPr id="11168" name="Google Shape;11168;p137"/>
            <p:cNvSpPr/>
            <p:nvPr/>
          </p:nvSpPr>
          <p:spPr>
            <a:xfrm>
              <a:off x="-33486375" y="1950550"/>
              <a:ext cx="85875" cy="85075"/>
            </a:xfrm>
            <a:custGeom>
              <a:rect b="b" l="l" r="r" t="t"/>
              <a:pathLst>
                <a:path extrusionOk="0" h="3403" w="3435">
                  <a:moveTo>
                    <a:pt x="379" y="0"/>
                  </a:moveTo>
                  <a:cubicBezTo>
                    <a:pt x="158" y="0"/>
                    <a:pt x="1" y="158"/>
                    <a:pt x="1" y="347"/>
                  </a:cubicBezTo>
                  <a:cubicBezTo>
                    <a:pt x="1" y="536"/>
                    <a:pt x="158" y="693"/>
                    <a:pt x="379" y="693"/>
                  </a:cubicBezTo>
                  <a:lnTo>
                    <a:pt x="1072" y="693"/>
                  </a:lnTo>
                  <a:cubicBezTo>
                    <a:pt x="1639" y="693"/>
                    <a:pt x="2111" y="1166"/>
                    <a:pt x="2111" y="1733"/>
                  </a:cubicBezTo>
                  <a:lnTo>
                    <a:pt x="2111" y="2269"/>
                  </a:lnTo>
                  <a:lnTo>
                    <a:pt x="1985" y="2174"/>
                  </a:lnTo>
                  <a:cubicBezTo>
                    <a:pt x="1922" y="2111"/>
                    <a:pt x="1836" y="2080"/>
                    <a:pt x="1749" y="2080"/>
                  </a:cubicBezTo>
                  <a:cubicBezTo>
                    <a:pt x="1663" y="2080"/>
                    <a:pt x="1576" y="2111"/>
                    <a:pt x="1513" y="2174"/>
                  </a:cubicBezTo>
                  <a:cubicBezTo>
                    <a:pt x="1387" y="2269"/>
                    <a:pt x="1387" y="2521"/>
                    <a:pt x="1513" y="2647"/>
                  </a:cubicBezTo>
                  <a:lnTo>
                    <a:pt x="2174" y="3308"/>
                  </a:lnTo>
                  <a:cubicBezTo>
                    <a:pt x="2237" y="3371"/>
                    <a:pt x="2324" y="3403"/>
                    <a:pt x="2411" y="3403"/>
                  </a:cubicBezTo>
                  <a:cubicBezTo>
                    <a:pt x="2497" y="3403"/>
                    <a:pt x="2584" y="3371"/>
                    <a:pt x="2647" y="3308"/>
                  </a:cubicBezTo>
                  <a:lnTo>
                    <a:pt x="3309" y="2647"/>
                  </a:lnTo>
                  <a:cubicBezTo>
                    <a:pt x="3435" y="2521"/>
                    <a:pt x="3435" y="2269"/>
                    <a:pt x="3309" y="2174"/>
                  </a:cubicBezTo>
                  <a:cubicBezTo>
                    <a:pt x="3261" y="2111"/>
                    <a:pt x="3175" y="2080"/>
                    <a:pt x="3084" y="2080"/>
                  </a:cubicBezTo>
                  <a:cubicBezTo>
                    <a:pt x="2994" y="2080"/>
                    <a:pt x="2899" y="2111"/>
                    <a:pt x="2836" y="2174"/>
                  </a:cubicBezTo>
                  <a:lnTo>
                    <a:pt x="2742" y="2269"/>
                  </a:lnTo>
                  <a:lnTo>
                    <a:pt x="2742" y="1733"/>
                  </a:lnTo>
                  <a:cubicBezTo>
                    <a:pt x="2773" y="788"/>
                    <a:pt x="1985"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9" name="Google Shape;11169;p137"/>
            <p:cNvSpPr/>
            <p:nvPr/>
          </p:nvSpPr>
          <p:spPr>
            <a:xfrm>
              <a:off x="-33605300" y="2122250"/>
              <a:ext cx="85075" cy="85875"/>
            </a:xfrm>
            <a:custGeom>
              <a:rect b="b" l="l" r="r" t="t"/>
              <a:pathLst>
                <a:path extrusionOk="0" h="3435" w="3403">
                  <a:moveTo>
                    <a:pt x="1024" y="0"/>
                  </a:moveTo>
                  <a:cubicBezTo>
                    <a:pt x="938" y="0"/>
                    <a:pt x="851" y="32"/>
                    <a:pt x="788" y="95"/>
                  </a:cubicBezTo>
                  <a:lnTo>
                    <a:pt x="126" y="756"/>
                  </a:lnTo>
                  <a:cubicBezTo>
                    <a:pt x="0" y="882"/>
                    <a:pt x="0" y="1134"/>
                    <a:pt x="126" y="1229"/>
                  </a:cubicBezTo>
                  <a:cubicBezTo>
                    <a:pt x="189" y="1292"/>
                    <a:pt x="276" y="1323"/>
                    <a:pt x="363" y="1323"/>
                  </a:cubicBezTo>
                  <a:cubicBezTo>
                    <a:pt x="449" y="1323"/>
                    <a:pt x="536" y="1292"/>
                    <a:pt x="599" y="1229"/>
                  </a:cubicBezTo>
                  <a:lnTo>
                    <a:pt x="725" y="1134"/>
                  </a:lnTo>
                  <a:lnTo>
                    <a:pt x="725" y="1670"/>
                  </a:lnTo>
                  <a:cubicBezTo>
                    <a:pt x="662" y="2174"/>
                    <a:pt x="820" y="2615"/>
                    <a:pt x="1135" y="2930"/>
                  </a:cubicBezTo>
                  <a:cubicBezTo>
                    <a:pt x="1450" y="3245"/>
                    <a:pt x="1891" y="3434"/>
                    <a:pt x="2363" y="3434"/>
                  </a:cubicBezTo>
                  <a:lnTo>
                    <a:pt x="3025" y="3434"/>
                  </a:lnTo>
                  <a:cubicBezTo>
                    <a:pt x="3245" y="3434"/>
                    <a:pt x="3403" y="3277"/>
                    <a:pt x="3403" y="3088"/>
                  </a:cubicBezTo>
                  <a:cubicBezTo>
                    <a:pt x="3403" y="2899"/>
                    <a:pt x="3245" y="2741"/>
                    <a:pt x="3025" y="2741"/>
                  </a:cubicBezTo>
                  <a:lnTo>
                    <a:pt x="2363" y="2741"/>
                  </a:lnTo>
                  <a:cubicBezTo>
                    <a:pt x="1828" y="2741"/>
                    <a:pt x="1355" y="2269"/>
                    <a:pt x="1355" y="1670"/>
                  </a:cubicBezTo>
                  <a:lnTo>
                    <a:pt x="1355" y="1134"/>
                  </a:lnTo>
                  <a:lnTo>
                    <a:pt x="1450" y="1229"/>
                  </a:lnTo>
                  <a:cubicBezTo>
                    <a:pt x="1513" y="1292"/>
                    <a:pt x="1607" y="1323"/>
                    <a:pt x="1698" y="1323"/>
                  </a:cubicBezTo>
                  <a:cubicBezTo>
                    <a:pt x="1788" y="1323"/>
                    <a:pt x="1875" y="1292"/>
                    <a:pt x="1922" y="1229"/>
                  </a:cubicBezTo>
                  <a:cubicBezTo>
                    <a:pt x="2048" y="1134"/>
                    <a:pt x="2048" y="882"/>
                    <a:pt x="1922" y="756"/>
                  </a:cubicBezTo>
                  <a:lnTo>
                    <a:pt x="1261" y="95"/>
                  </a:lnTo>
                  <a:cubicBezTo>
                    <a:pt x="1198" y="32"/>
                    <a:pt x="1111" y="0"/>
                    <a:pt x="102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0" name="Google Shape;11170;p137"/>
            <p:cNvSpPr/>
            <p:nvPr/>
          </p:nvSpPr>
          <p:spPr>
            <a:xfrm>
              <a:off x="-33673825" y="1916675"/>
              <a:ext cx="189050" cy="189050"/>
            </a:xfrm>
            <a:custGeom>
              <a:rect b="b" l="l" r="r" t="t"/>
              <a:pathLst>
                <a:path extrusionOk="0" h="7562" w="7562">
                  <a:moveTo>
                    <a:pt x="3718" y="694"/>
                  </a:moveTo>
                  <a:cubicBezTo>
                    <a:pt x="5073" y="694"/>
                    <a:pt x="6144" y="1733"/>
                    <a:pt x="6144" y="3088"/>
                  </a:cubicBezTo>
                  <a:lnTo>
                    <a:pt x="6144" y="3466"/>
                  </a:lnTo>
                  <a:lnTo>
                    <a:pt x="6081" y="3466"/>
                  </a:lnTo>
                  <a:cubicBezTo>
                    <a:pt x="5986" y="2647"/>
                    <a:pt x="5262" y="2048"/>
                    <a:pt x="4411" y="2048"/>
                  </a:cubicBezTo>
                  <a:lnTo>
                    <a:pt x="3025" y="2048"/>
                  </a:lnTo>
                  <a:cubicBezTo>
                    <a:pt x="2143" y="2048"/>
                    <a:pt x="1481" y="2678"/>
                    <a:pt x="1324" y="3466"/>
                  </a:cubicBezTo>
                  <a:lnTo>
                    <a:pt x="1292" y="3466"/>
                  </a:lnTo>
                  <a:lnTo>
                    <a:pt x="1292" y="3088"/>
                  </a:lnTo>
                  <a:cubicBezTo>
                    <a:pt x="1355" y="1733"/>
                    <a:pt x="2426" y="694"/>
                    <a:pt x="3718" y="694"/>
                  </a:cubicBezTo>
                  <a:close/>
                  <a:moveTo>
                    <a:pt x="4380" y="2741"/>
                  </a:moveTo>
                  <a:cubicBezTo>
                    <a:pt x="4915" y="2741"/>
                    <a:pt x="5388" y="3214"/>
                    <a:pt x="5388" y="3750"/>
                  </a:cubicBezTo>
                  <a:lnTo>
                    <a:pt x="5388" y="4096"/>
                  </a:lnTo>
                  <a:lnTo>
                    <a:pt x="5388" y="4096"/>
                  </a:lnTo>
                  <a:cubicBezTo>
                    <a:pt x="5153" y="4096"/>
                    <a:pt x="4907" y="4091"/>
                    <a:pt x="4821" y="4033"/>
                  </a:cubicBezTo>
                  <a:cubicBezTo>
                    <a:pt x="4789" y="4002"/>
                    <a:pt x="4758" y="3876"/>
                    <a:pt x="4758" y="3781"/>
                  </a:cubicBezTo>
                  <a:cubicBezTo>
                    <a:pt x="4758" y="3592"/>
                    <a:pt x="4600" y="3435"/>
                    <a:pt x="4411" y="3435"/>
                  </a:cubicBezTo>
                  <a:cubicBezTo>
                    <a:pt x="4191" y="3435"/>
                    <a:pt x="4033" y="3592"/>
                    <a:pt x="4033" y="3781"/>
                  </a:cubicBezTo>
                  <a:cubicBezTo>
                    <a:pt x="4033" y="3876"/>
                    <a:pt x="4033" y="4002"/>
                    <a:pt x="3970" y="4033"/>
                  </a:cubicBezTo>
                  <a:cubicBezTo>
                    <a:pt x="3907" y="4096"/>
                    <a:pt x="3757" y="4112"/>
                    <a:pt x="3576" y="4112"/>
                  </a:cubicBezTo>
                  <a:cubicBezTo>
                    <a:pt x="3395" y="4112"/>
                    <a:pt x="3182" y="4096"/>
                    <a:pt x="2993" y="4096"/>
                  </a:cubicBezTo>
                  <a:lnTo>
                    <a:pt x="1954" y="4096"/>
                  </a:lnTo>
                  <a:lnTo>
                    <a:pt x="1954" y="3750"/>
                  </a:lnTo>
                  <a:cubicBezTo>
                    <a:pt x="1954" y="3214"/>
                    <a:pt x="2426" y="2741"/>
                    <a:pt x="2993" y="2741"/>
                  </a:cubicBezTo>
                  <a:close/>
                  <a:moveTo>
                    <a:pt x="1009" y="4065"/>
                  </a:moveTo>
                  <a:cubicBezTo>
                    <a:pt x="1198" y="4065"/>
                    <a:pt x="1355" y="4222"/>
                    <a:pt x="1355" y="4411"/>
                  </a:cubicBezTo>
                  <a:lnTo>
                    <a:pt x="1355" y="5104"/>
                  </a:lnTo>
                  <a:cubicBezTo>
                    <a:pt x="1355" y="5293"/>
                    <a:pt x="1198" y="5451"/>
                    <a:pt x="1009" y="5451"/>
                  </a:cubicBezTo>
                  <a:cubicBezTo>
                    <a:pt x="820" y="5451"/>
                    <a:pt x="662" y="5293"/>
                    <a:pt x="662" y="5104"/>
                  </a:cubicBezTo>
                  <a:lnTo>
                    <a:pt x="662" y="4411"/>
                  </a:lnTo>
                  <a:cubicBezTo>
                    <a:pt x="662" y="4222"/>
                    <a:pt x="820" y="4065"/>
                    <a:pt x="1009" y="4065"/>
                  </a:cubicBezTo>
                  <a:close/>
                  <a:moveTo>
                    <a:pt x="6490" y="4096"/>
                  </a:moveTo>
                  <a:cubicBezTo>
                    <a:pt x="6679" y="4096"/>
                    <a:pt x="6837" y="4254"/>
                    <a:pt x="6837" y="4474"/>
                  </a:cubicBezTo>
                  <a:lnTo>
                    <a:pt x="6837" y="5136"/>
                  </a:lnTo>
                  <a:cubicBezTo>
                    <a:pt x="6837" y="5325"/>
                    <a:pt x="6679" y="5482"/>
                    <a:pt x="6490" y="5482"/>
                  </a:cubicBezTo>
                  <a:cubicBezTo>
                    <a:pt x="6301" y="5482"/>
                    <a:pt x="6144" y="5325"/>
                    <a:pt x="6144" y="5136"/>
                  </a:cubicBezTo>
                  <a:lnTo>
                    <a:pt x="6144" y="4474"/>
                  </a:lnTo>
                  <a:cubicBezTo>
                    <a:pt x="6144" y="4254"/>
                    <a:pt x="6301" y="4096"/>
                    <a:pt x="6490" y="4096"/>
                  </a:cubicBezTo>
                  <a:close/>
                  <a:moveTo>
                    <a:pt x="4443" y="4537"/>
                  </a:moveTo>
                  <a:cubicBezTo>
                    <a:pt x="4726" y="4726"/>
                    <a:pt x="5073" y="4789"/>
                    <a:pt x="5451" y="4789"/>
                  </a:cubicBezTo>
                  <a:lnTo>
                    <a:pt x="5451" y="5136"/>
                  </a:lnTo>
                  <a:cubicBezTo>
                    <a:pt x="5451" y="6081"/>
                    <a:pt x="4663" y="6869"/>
                    <a:pt x="3718" y="6869"/>
                  </a:cubicBezTo>
                  <a:cubicBezTo>
                    <a:pt x="2773" y="6869"/>
                    <a:pt x="2048" y="6081"/>
                    <a:pt x="2048" y="5136"/>
                  </a:cubicBezTo>
                  <a:lnTo>
                    <a:pt x="2048" y="4789"/>
                  </a:lnTo>
                  <a:lnTo>
                    <a:pt x="3056" y="4789"/>
                  </a:lnTo>
                  <a:cubicBezTo>
                    <a:pt x="3148" y="4789"/>
                    <a:pt x="3241" y="4790"/>
                    <a:pt x="3333" y="4790"/>
                  </a:cubicBezTo>
                  <a:cubicBezTo>
                    <a:pt x="3749" y="4790"/>
                    <a:pt x="4159" y="4769"/>
                    <a:pt x="4443" y="4537"/>
                  </a:cubicBezTo>
                  <a:close/>
                  <a:moveTo>
                    <a:pt x="3813" y="1"/>
                  </a:moveTo>
                  <a:cubicBezTo>
                    <a:pt x="2111" y="1"/>
                    <a:pt x="725" y="1387"/>
                    <a:pt x="725" y="3088"/>
                  </a:cubicBezTo>
                  <a:lnTo>
                    <a:pt x="725" y="3466"/>
                  </a:lnTo>
                  <a:cubicBezTo>
                    <a:pt x="347" y="3624"/>
                    <a:pt x="63" y="4002"/>
                    <a:pt x="63" y="4474"/>
                  </a:cubicBezTo>
                  <a:lnTo>
                    <a:pt x="63" y="5136"/>
                  </a:lnTo>
                  <a:cubicBezTo>
                    <a:pt x="0" y="5671"/>
                    <a:pt x="473" y="6144"/>
                    <a:pt x="1009" y="6144"/>
                  </a:cubicBezTo>
                  <a:cubicBezTo>
                    <a:pt x="1198" y="6144"/>
                    <a:pt x="1355" y="6112"/>
                    <a:pt x="1513" y="6049"/>
                  </a:cubicBezTo>
                  <a:cubicBezTo>
                    <a:pt x="1891" y="6932"/>
                    <a:pt x="2741" y="7562"/>
                    <a:pt x="3781" y="7562"/>
                  </a:cubicBezTo>
                  <a:cubicBezTo>
                    <a:pt x="4789" y="7562"/>
                    <a:pt x="5671" y="6932"/>
                    <a:pt x="6018" y="6049"/>
                  </a:cubicBezTo>
                  <a:cubicBezTo>
                    <a:pt x="6175" y="6112"/>
                    <a:pt x="6333" y="6144"/>
                    <a:pt x="6522" y="6144"/>
                  </a:cubicBezTo>
                  <a:cubicBezTo>
                    <a:pt x="7089" y="6144"/>
                    <a:pt x="7562" y="5671"/>
                    <a:pt x="7562" y="5136"/>
                  </a:cubicBezTo>
                  <a:lnTo>
                    <a:pt x="7562" y="4474"/>
                  </a:lnTo>
                  <a:cubicBezTo>
                    <a:pt x="7562" y="4033"/>
                    <a:pt x="7278" y="3624"/>
                    <a:pt x="6869" y="3466"/>
                  </a:cubicBezTo>
                  <a:lnTo>
                    <a:pt x="6869" y="3088"/>
                  </a:lnTo>
                  <a:cubicBezTo>
                    <a:pt x="6869" y="1387"/>
                    <a:pt x="5514" y="1"/>
                    <a:pt x="381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1" name="Google Shape;11171;p137"/>
            <p:cNvSpPr/>
            <p:nvPr/>
          </p:nvSpPr>
          <p:spPr>
            <a:xfrm>
              <a:off x="-33503700" y="2070250"/>
              <a:ext cx="121325" cy="137075"/>
            </a:xfrm>
            <a:custGeom>
              <a:rect b="b" l="l" r="r" t="t"/>
              <a:pathLst>
                <a:path extrusionOk="0" h="5483" w="4853">
                  <a:moveTo>
                    <a:pt x="3151" y="726"/>
                  </a:moveTo>
                  <a:cubicBezTo>
                    <a:pt x="3687" y="726"/>
                    <a:pt x="4222" y="1198"/>
                    <a:pt x="4222" y="1734"/>
                  </a:cubicBezTo>
                  <a:lnTo>
                    <a:pt x="4222" y="2112"/>
                  </a:lnTo>
                  <a:cubicBezTo>
                    <a:pt x="3939" y="2112"/>
                    <a:pt x="3655" y="2112"/>
                    <a:pt x="3592" y="1986"/>
                  </a:cubicBezTo>
                  <a:cubicBezTo>
                    <a:pt x="3529" y="1954"/>
                    <a:pt x="3498" y="1828"/>
                    <a:pt x="3498" y="1734"/>
                  </a:cubicBezTo>
                  <a:cubicBezTo>
                    <a:pt x="3498" y="1545"/>
                    <a:pt x="3340" y="1387"/>
                    <a:pt x="3151" y="1387"/>
                  </a:cubicBezTo>
                  <a:cubicBezTo>
                    <a:pt x="2962" y="1387"/>
                    <a:pt x="2804" y="1545"/>
                    <a:pt x="2804" y="1734"/>
                  </a:cubicBezTo>
                  <a:cubicBezTo>
                    <a:pt x="2804" y="1828"/>
                    <a:pt x="2804" y="1954"/>
                    <a:pt x="2710" y="1986"/>
                  </a:cubicBezTo>
                  <a:cubicBezTo>
                    <a:pt x="2636" y="2060"/>
                    <a:pt x="2487" y="2090"/>
                    <a:pt x="2312" y="2090"/>
                  </a:cubicBezTo>
                  <a:cubicBezTo>
                    <a:pt x="2189" y="2090"/>
                    <a:pt x="2053" y="2075"/>
                    <a:pt x="1922" y="2049"/>
                  </a:cubicBezTo>
                  <a:lnTo>
                    <a:pt x="694" y="2049"/>
                  </a:lnTo>
                  <a:lnTo>
                    <a:pt x="694" y="1734"/>
                  </a:lnTo>
                  <a:cubicBezTo>
                    <a:pt x="694" y="1198"/>
                    <a:pt x="1166" y="726"/>
                    <a:pt x="1765" y="726"/>
                  </a:cubicBezTo>
                  <a:close/>
                  <a:moveTo>
                    <a:pt x="3151" y="2521"/>
                  </a:moveTo>
                  <a:cubicBezTo>
                    <a:pt x="3435" y="2742"/>
                    <a:pt x="3813" y="2773"/>
                    <a:pt x="4222" y="2773"/>
                  </a:cubicBezTo>
                  <a:lnTo>
                    <a:pt x="4222" y="3120"/>
                  </a:lnTo>
                  <a:cubicBezTo>
                    <a:pt x="4159" y="4034"/>
                    <a:pt x="3372" y="4853"/>
                    <a:pt x="2426" y="4853"/>
                  </a:cubicBezTo>
                  <a:cubicBezTo>
                    <a:pt x="1481" y="4853"/>
                    <a:pt x="694" y="4065"/>
                    <a:pt x="694" y="3120"/>
                  </a:cubicBezTo>
                  <a:lnTo>
                    <a:pt x="694" y="2773"/>
                  </a:lnTo>
                  <a:lnTo>
                    <a:pt x="1765" y="2773"/>
                  </a:lnTo>
                  <a:cubicBezTo>
                    <a:pt x="1859" y="2773"/>
                    <a:pt x="2836" y="2773"/>
                    <a:pt x="3151" y="2521"/>
                  </a:cubicBezTo>
                  <a:close/>
                  <a:moveTo>
                    <a:pt x="1733" y="1"/>
                  </a:moveTo>
                  <a:cubicBezTo>
                    <a:pt x="788" y="1"/>
                    <a:pt x="1" y="757"/>
                    <a:pt x="1" y="1702"/>
                  </a:cubicBezTo>
                  <a:lnTo>
                    <a:pt x="1" y="3088"/>
                  </a:lnTo>
                  <a:cubicBezTo>
                    <a:pt x="1" y="4412"/>
                    <a:pt x="1103" y="5483"/>
                    <a:pt x="2395" y="5483"/>
                  </a:cubicBezTo>
                  <a:cubicBezTo>
                    <a:pt x="3750" y="5483"/>
                    <a:pt x="4789" y="4380"/>
                    <a:pt x="4789" y="3088"/>
                  </a:cubicBezTo>
                  <a:lnTo>
                    <a:pt x="4789" y="1702"/>
                  </a:lnTo>
                  <a:cubicBezTo>
                    <a:pt x="4852" y="789"/>
                    <a:pt x="4065" y="1"/>
                    <a:pt x="312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72" name="Google Shape;11172;p137"/>
          <p:cNvGrpSpPr/>
          <p:nvPr/>
        </p:nvGrpSpPr>
        <p:grpSpPr>
          <a:xfrm>
            <a:off x="3534700" y="1765295"/>
            <a:ext cx="358349" cy="355468"/>
            <a:chOff x="-33676975" y="2275050"/>
            <a:chExt cx="295375" cy="293000"/>
          </a:xfrm>
        </p:grpSpPr>
        <p:sp>
          <p:nvSpPr>
            <p:cNvPr id="11173" name="Google Shape;11173;p137"/>
            <p:cNvSpPr/>
            <p:nvPr/>
          </p:nvSpPr>
          <p:spPr>
            <a:xfrm>
              <a:off x="-33502125" y="2309700"/>
              <a:ext cx="52800" cy="67750"/>
            </a:xfrm>
            <a:custGeom>
              <a:rect b="b" l="l" r="r" t="t"/>
              <a:pathLst>
                <a:path extrusionOk="0" h="2710" w="2112">
                  <a:moveTo>
                    <a:pt x="1040" y="0"/>
                  </a:moveTo>
                  <a:cubicBezTo>
                    <a:pt x="473" y="0"/>
                    <a:pt x="1" y="473"/>
                    <a:pt x="1" y="1040"/>
                  </a:cubicBezTo>
                  <a:cubicBezTo>
                    <a:pt x="1" y="1229"/>
                    <a:pt x="158" y="1387"/>
                    <a:pt x="379" y="1387"/>
                  </a:cubicBezTo>
                  <a:cubicBezTo>
                    <a:pt x="568" y="1387"/>
                    <a:pt x="725" y="1229"/>
                    <a:pt x="725" y="1040"/>
                  </a:cubicBezTo>
                  <a:cubicBezTo>
                    <a:pt x="725" y="820"/>
                    <a:pt x="883" y="662"/>
                    <a:pt x="1072" y="662"/>
                  </a:cubicBezTo>
                  <a:cubicBezTo>
                    <a:pt x="1261" y="662"/>
                    <a:pt x="1450" y="820"/>
                    <a:pt x="1450" y="1040"/>
                  </a:cubicBezTo>
                  <a:cubicBezTo>
                    <a:pt x="1450" y="1198"/>
                    <a:pt x="1355" y="1292"/>
                    <a:pt x="1198" y="1355"/>
                  </a:cubicBezTo>
                  <a:cubicBezTo>
                    <a:pt x="914" y="1418"/>
                    <a:pt x="725" y="1702"/>
                    <a:pt x="725" y="1985"/>
                  </a:cubicBezTo>
                  <a:lnTo>
                    <a:pt x="725" y="2363"/>
                  </a:lnTo>
                  <a:cubicBezTo>
                    <a:pt x="725" y="2552"/>
                    <a:pt x="883" y="2710"/>
                    <a:pt x="1072" y="2710"/>
                  </a:cubicBezTo>
                  <a:cubicBezTo>
                    <a:pt x="1292" y="2710"/>
                    <a:pt x="1450" y="2552"/>
                    <a:pt x="1450" y="2363"/>
                  </a:cubicBezTo>
                  <a:lnTo>
                    <a:pt x="1450" y="1985"/>
                  </a:lnTo>
                  <a:cubicBezTo>
                    <a:pt x="1828" y="1828"/>
                    <a:pt x="2111" y="1418"/>
                    <a:pt x="2111" y="977"/>
                  </a:cubicBezTo>
                  <a:cubicBezTo>
                    <a:pt x="2048" y="473"/>
                    <a:pt x="1576" y="0"/>
                    <a:pt x="104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4" name="Google Shape;11174;p137"/>
            <p:cNvSpPr/>
            <p:nvPr/>
          </p:nvSpPr>
          <p:spPr>
            <a:xfrm>
              <a:off x="-33484800" y="2395550"/>
              <a:ext cx="17350" cy="17350"/>
            </a:xfrm>
            <a:custGeom>
              <a:rect b="b" l="l" r="r" t="t"/>
              <a:pathLst>
                <a:path extrusionOk="0" h="694" w="694">
                  <a:moveTo>
                    <a:pt x="347" y="0"/>
                  </a:moveTo>
                  <a:cubicBezTo>
                    <a:pt x="158" y="0"/>
                    <a:pt x="1" y="158"/>
                    <a:pt x="1" y="347"/>
                  </a:cubicBezTo>
                  <a:cubicBezTo>
                    <a:pt x="1" y="536"/>
                    <a:pt x="158" y="694"/>
                    <a:pt x="347" y="694"/>
                  </a:cubicBezTo>
                  <a:cubicBezTo>
                    <a:pt x="536" y="694"/>
                    <a:pt x="694" y="536"/>
                    <a:pt x="694" y="347"/>
                  </a:cubicBezTo>
                  <a:cubicBezTo>
                    <a:pt x="662"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5" name="Google Shape;11175;p137"/>
            <p:cNvSpPr/>
            <p:nvPr/>
          </p:nvSpPr>
          <p:spPr>
            <a:xfrm>
              <a:off x="-33676975" y="2275050"/>
              <a:ext cx="295375" cy="293000"/>
            </a:xfrm>
            <a:custGeom>
              <a:rect b="b" l="l" r="r" t="t"/>
              <a:pathLst>
                <a:path extrusionOk="0" h="11720" w="11815">
                  <a:moveTo>
                    <a:pt x="8034" y="725"/>
                  </a:moveTo>
                  <a:cubicBezTo>
                    <a:pt x="9735" y="725"/>
                    <a:pt x="11090" y="2080"/>
                    <a:pt x="11090" y="3781"/>
                  </a:cubicBezTo>
                  <a:cubicBezTo>
                    <a:pt x="11090" y="5482"/>
                    <a:pt x="9735" y="6868"/>
                    <a:pt x="8034" y="6868"/>
                  </a:cubicBezTo>
                  <a:cubicBezTo>
                    <a:pt x="6333" y="6868"/>
                    <a:pt x="4947" y="5482"/>
                    <a:pt x="4947" y="3781"/>
                  </a:cubicBezTo>
                  <a:cubicBezTo>
                    <a:pt x="4947" y="2080"/>
                    <a:pt x="6333" y="725"/>
                    <a:pt x="8034" y="725"/>
                  </a:cubicBezTo>
                  <a:close/>
                  <a:moveTo>
                    <a:pt x="5104" y="6207"/>
                  </a:moveTo>
                  <a:cubicBezTo>
                    <a:pt x="5262" y="6364"/>
                    <a:pt x="5419" y="6553"/>
                    <a:pt x="5577" y="6679"/>
                  </a:cubicBezTo>
                  <a:lnTo>
                    <a:pt x="5325" y="6931"/>
                  </a:lnTo>
                  <a:cubicBezTo>
                    <a:pt x="5262" y="6994"/>
                    <a:pt x="5167" y="7026"/>
                    <a:pt x="5077" y="7026"/>
                  </a:cubicBezTo>
                  <a:cubicBezTo>
                    <a:pt x="4986" y="7026"/>
                    <a:pt x="4899" y="6994"/>
                    <a:pt x="4852" y="6931"/>
                  </a:cubicBezTo>
                  <a:cubicBezTo>
                    <a:pt x="4726" y="6805"/>
                    <a:pt x="4726" y="6585"/>
                    <a:pt x="4852" y="6459"/>
                  </a:cubicBezTo>
                  <a:lnTo>
                    <a:pt x="5104" y="6207"/>
                  </a:lnTo>
                  <a:close/>
                  <a:moveTo>
                    <a:pt x="3104" y="8380"/>
                  </a:moveTo>
                  <a:cubicBezTo>
                    <a:pt x="3190" y="8380"/>
                    <a:pt x="3277" y="8412"/>
                    <a:pt x="3340" y="8475"/>
                  </a:cubicBezTo>
                  <a:cubicBezTo>
                    <a:pt x="3466" y="8601"/>
                    <a:pt x="3466" y="8822"/>
                    <a:pt x="3340" y="8948"/>
                  </a:cubicBezTo>
                  <a:lnTo>
                    <a:pt x="1387" y="10932"/>
                  </a:lnTo>
                  <a:cubicBezTo>
                    <a:pt x="1324" y="10980"/>
                    <a:pt x="1229" y="11003"/>
                    <a:pt x="1139" y="11003"/>
                  </a:cubicBezTo>
                  <a:cubicBezTo>
                    <a:pt x="1048" y="11003"/>
                    <a:pt x="961" y="10980"/>
                    <a:pt x="914" y="10932"/>
                  </a:cubicBezTo>
                  <a:cubicBezTo>
                    <a:pt x="788" y="10806"/>
                    <a:pt x="788" y="10554"/>
                    <a:pt x="914" y="10460"/>
                  </a:cubicBezTo>
                  <a:lnTo>
                    <a:pt x="2867" y="8475"/>
                  </a:lnTo>
                  <a:cubicBezTo>
                    <a:pt x="2930" y="8412"/>
                    <a:pt x="3017" y="8380"/>
                    <a:pt x="3104" y="8380"/>
                  </a:cubicBezTo>
                  <a:close/>
                  <a:moveTo>
                    <a:pt x="8034" y="0"/>
                  </a:moveTo>
                  <a:cubicBezTo>
                    <a:pt x="5955" y="0"/>
                    <a:pt x="4285" y="1701"/>
                    <a:pt x="4285" y="3749"/>
                  </a:cubicBezTo>
                  <a:cubicBezTo>
                    <a:pt x="4285" y="4411"/>
                    <a:pt x="4443" y="5041"/>
                    <a:pt x="4758" y="5608"/>
                  </a:cubicBezTo>
                  <a:lnTo>
                    <a:pt x="4380" y="5986"/>
                  </a:lnTo>
                  <a:cubicBezTo>
                    <a:pt x="4065" y="6301"/>
                    <a:pt x="3970" y="6774"/>
                    <a:pt x="4159" y="7183"/>
                  </a:cubicBezTo>
                  <a:lnTo>
                    <a:pt x="3529" y="7813"/>
                  </a:lnTo>
                  <a:cubicBezTo>
                    <a:pt x="3387" y="7743"/>
                    <a:pt x="3232" y="7707"/>
                    <a:pt x="3077" y="7707"/>
                  </a:cubicBezTo>
                  <a:cubicBezTo>
                    <a:pt x="2819" y="7707"/>
                    <a:pt x="2560" y="7806"/>
                    <a:pt x="2363" y="8002"/>
                  </a:cubicBezTo>
                  <a:lnTo>
                    <a:pt x="378" y="9987"/>
                  </a:lnTo>
                  <a:cubicBezTo>
                    <a:pt x="0" y="10365"/>
                    <a:pt x="0" y="11027"/>
                    <a:pt x="378" y="11436"/>
                  </a:cubicBezTo>
                  <a:cubicBezTo>
                    <a:pt x="583" y="11625"/>
                    <a:pt x="851" y="11720"/>
                    <a:pt x="1119" y="11720"/>
                  </a:cubicBezTo>
                  <a:cubicBezTo>
                    <a:pt x="1387" y="11720"/>
                    <a:pt x="1654" y="11625"/>
                    <a:pt x="1859" y="11436"/>
                  </a:cubicBezTo>
                  <a:lnTo>
                    <a:pt x="3813" y="9452"/>
                  </a:lnTo>
                  <a:cubicBezTo>
                    <a:pt x="4128" y="9137"/>
                    <a:pt x="4222" y="8664"/>
                    <a:pt x="4002" y="8286"/>
                  </a:cubicBezTo>
                  <a:lnTo>
                    <a:pt x="4632" y="7656"/>
                  </a:lnTo>
                  <a:cubicBezTo>
                    <a:pt x="4782" y="7725"/>
                    <a:pt x="4940" y="7761"/>
                    <a:pt x="5097" y="7761"/>
                  </a:cubicBezTo>
                  <a:cubicBezTo>
                    <a:pt x="5367" y="7761"/>
                    <a:pt x="5629" y="7655"/>
                    <a:pt x="5829" y="7435"/>
                  </a:cubicBezTo>
                  <a:lnTo>
                    <a:pt x="6207" y="7057"/>
                  </a:lnTo>
                  <a:cubicBezTo>
                    <a:pt x="6774" y="7372"/>
                    <a:pt x="7404" y="7530"/>
                    <a:pt x="8066" y="7530"/>
                  </a:cubicBezTo>
                  <a:cubicBezTo>
                    <a:pt x="10145" y="7530"/>
                    <a:pt x="11815" y="5829"/>
                    <a:pt x="11815" y="3781"/>
                  </a:cubicBezTo>
                  <a:cubicBezTo>
                    <a:pt x="11815" y="1733"/>
                    <a:pt x="10082" y="0"/>
                    <a:pt x="803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76" name="Google Shape;11176;p137"/>
          <p:cNvGrpSpPr/>
          <p:nvPr/>
        </p:nvGrpSpPr>
        <p:grpSpPr>
          <a:xfrm>
            <a:off x="3537081" y="2220594"/>
            <a:ext cx="353587" cy="355013"/>
            <a:chOff x="-33673825" y="2634975"/>
            <a:chExt cx="291450" cy="292625"/>
          </a:xfrm>
        </p:grpSpPr>
        <p:sp>
          <p:nvSpPr>
            <p:cNvPr id="11177" name="Google Shape;11177;p137"/>
            <p:cNvSpPr/>
            <p:nvPr/>
          </p:nvSpPr>
          <p:spPr>
            <a:xfrm>
              <a:off x="-33673825" y="2634975"/>
              <a:ext cx="291450" cy="292625"/>
            </a:xfrm>
            <a:custGeom>
              <a:rect b="b" l="l" r="r" t="t"/>
              <a:pathLst>
                <a:path extrusionOk="0" h="11705" w="11658">
                  <a:moveTo>
                    <a:pt x="5829" y="662"/>
                  </a:moveTo>
                  <a:cubicBezTo>
                    <a:pt x="6459" y="662"/>
                    <a:pt x="7089" y="1261"/>
                    <a:pt x="7562" y="2238"/>
                  </a:cubicBezTo>
                  <a:cubicBezTo>
                    <a:pt x="7310" y="2364"/>
                    <a:pt x="7152" y="2553"/>
                    <a:pt x="7026" y="2773"/>
                  </a:cubicBezTo>
                  <a:cubicBezTo>
                    <a:pt x="6648" y="2742"/>
                    <a:pt x="6238" y="2710"/>
                    <a:pt x="5860" y="2710"/>
                  </a:cubicBezTo>
                  <a:cubicBezTo>
                    <a:pt x="5451" y="2710"/>
                    <a:pt x="5041" y="2742"/>
                    <a:pt x="4663" y="2773"/>
                  </a:cubicBezTo>
                  <a:cubicBezTo>
                    <a:pt x="4569" y="2553"/>
                    <a:pt x="4348" y="2364"/>
                    <a:pt x="4159" y="2238"/>
                  </a:cubicBezTo>
                  <a:cubicBezTo>
                    <a:pt x="4569" y="1261"/>
                    <a:pt x="5199" y="662"/>
                    <a:pt x="5829" y="662"/>
                  </a:cubicBezTo>
                  <a:close/>
                  <a:moveTo>
                    <a:pt x="3403" y="2742"/>
                  </a:moveTo>
                  <a:cubicBezTo>
                    <a:pt x="3813" y="2742"/>
                    <a:pt x="4096" y="3057"/>
                    <a:pt x="4096" y="3403"/>
                  </a:cubicBezTo>
                  <a:cubicBezTo>
                    <a:pt x="4096" y="3750"/>
                    <a:pt x="3781" y="4097"/>
                    <a:pt x="3403" y="4097"/>
                  </a:cubicBezTo>
                  <a:cubicBezTo>
                    <a:pt x="3025" y="4097"/>
                    <a:pt x="2741" y="3750"/>
                    <a:pt x="2741" y="3403"/>
                  </a:cubicBezTo>
                  <a:cubicBezTo>
                    <a:pt x="2741" y="3057"/>
                    <a:pt x="3025" y="2742"/>
                    <a:pt x="3403" y="2742"/>
                  </a:cubicBezTo>
                  <a:close/>
                  <a:moveTo>
                    <a:pt x="7562" y="946"/>
                  </a:moveTo>
                  <a:cubicBezTo>
                    <a:pt x="9011" y="1482"/>
                    <a:pt x="10145" y="2616"/>
                    <a:pt x="10649" y="4097"/>
                  </a:cubicBezTo>
                  <a:cubicBezTo>
                    <a:pt x="10334" y="3844"/>
                    <a:pt x="9988" y="3655"/>
                    <a:pt x="9609" y="3466"/>
                  </a:cubicBezTo>
                  <a:lnTo>
                    <a:pt x="9609" y="3403"/>
                  </a:lnTo>
                  <a:cubicBezTo>
                    <a:pt x="9609" y="2679"/>
                    <a:pt x="8979" y="2049"/>
                    <a:pt x="8223" y="2049"/>
                  </a:cubicBezTo>
                  <a:lnTo>
                    <a:pt x="8192" y="2049"/>
                  </a:lnTo>
                  <a:cubicBezTo>
                    <a:pt x="7971" y="1608"/>
                    <a:pt x="7782" y="1261"/>
                    <a:pt x="7562" y="946"/>
                  </a:cubicBezTo>
                  <a:close/>
                  <a:moveTo>
                    <a:pt x="4096" y="978"/>
                  </a:moveTo>
                  <a:lnTo>
                    <a:pt x="4096" y="978"/>
                  </a:lnTo>
                  <a:cubicBezTo>
                    <a:pt x="3844" y="1293"/>
                    <a:pt x="3624" y="1639"/>
                    <a:pt x="3466" y="2080"/>
                  </a:cubicBezTo>
                  <a:lnTo>
                    <a:pt x="3403" y="2080"/>
                  </a:lnTo>
                  <a:cubicBezTo>
                    <a:pt x="2678" y="2080"/>
                    <a:pt x="2048" y="2710"/>
                    <a:pt x="2048" y="3466"/>
                  </a:cubicBezTo>
                  <a:lnTo>
                    <a:pt x="2048" y="3498"/>
                  </a:lnTo>
                  <a:cubicBezTo>
                    <a:pt x="1639" y="3687"/>
                    <a:pt x="1292" y="3876"/>
                    <a:pt x="977" y="4128"/>
                  </a:cubicBezTo>
                  <a:cubicBezTo>
                    <a:pt x="1481" y="2616"/>
                    <a:pt x="2615" y="1482"/>
                    <a:pt x="4096" y="978"/>
                  </a:cubicBezTo>
                  <a:close/>
                  <a:moveTo>
                    <a:pt x="8223" y="2773"/>
                  </a:moveTo>
                  <a:cubicBezTo>
                    <a:pt x="8601" y="2773"/>
                    <a:pt x="8885" y="3088"/>
                    <a:pt x="8885" y="3466"/>
                  </a:cubicBezTo>
                  <a:cubicBezTo>
                    <a:pt x="8885" y="3813"/>
                    <a:pt x="8601" y="4128"/>
                    <a:pt x="8223" y="4128"/>
                  </a:cubicBezTo>
                  <a:cubicBezTo>
                    <a:pt x="7814" y="4128"/>
                    <a:pt x="7562" y="3813"/>
                    <a:pt x="7562" y="3466"/>
                  </a:cubicBezTo>
                  <a:cubicBezTo>
                    <a:pt x="7562" y="3088"/>
                    <a:pt x="7877" y="2773"/>
                    <a:pt x="8223" y="2773"/>
                  </a:cubicBezTo>
                  <a:close/>
                  <a:moveTo>
                    <a:pt x="9452" y="4160"/>
                  </a:moveTo>
                  <a:cubicBezTo>
                    <a:pt x="10429" y="4632"/>
                    <a:pt x="11027" y="5262"/>
                    <a:pt x="11027" y="5892"/>
                  </a:cubicBezTo>
                  <a:cubicBezTo>
                    <a:pt x="10964" y="5924"/>
                    <a:pt x="10933" y="6050"/>
                    <a:pt x="10933" y="6176"/>
                  </a:cubicBezTo>
                  <a:cubicBezTo>
                    <a:pt x="10492" y="5735"/>
                    <a:pt x="9925" y="5514"/>
                    <a:pt x="9294" y="5514"/>
                  </a:cubicBezTo>
                  <a:cubicBezTo>
                    <a:pt x="9168" y="5514"/>
                    <a:pt x="9042" y="5514"/>
                    <a:pt x="8916" y="5546"/>
                  </a:cubicBezTo>
                  <a:cubicBezTo>
                    <a:pt x="8916" y="5231"/>
                    <a:pt x="8885" y="4947"/>
                    <a:pt x="8885" y="4664"/>
                  </a:cubicBezTo>
                  <a:cubicBezTo>
                    <a:pt x="9137" y="4569"/>
                    <a:pt x="9326" y="4349"/>
                    <a:pt x="9452" y="4160"/>
                  </a:cubicBezTo>
                  <a:close/>
                  <a:moveTo>
                    <a:pt x="2237" y="4097"/>
                  </a:moveTo>
                  <a:cubicBezTo>
                    <a:pt x="2363" y="4349"/>
                    <a:pt x="2552" y="4506"/>
                    <a:pt x="2773" y="4632"/>
                  </a:cubicBezTo>
                  <a:cubicBezTo>
                    <a:pt x="2741" y="5042"/>
                    <a:pt x="2710" y="5420"/>
                    <a:pt x="2710" y="5829"/>
                  </a:cubicBezTo>
                  <a:cubicBezTo>
                    <a:pt x="2710" y="6207"/>
                    <a:pt x="2741" y="6617"/>
                    <a:pt x="2773" y="6995"/>
                  </a:cubicBezTo>
                  <a:cubicBezTo>
                    <a:pt x="2552" y="7121"/>
                    <a:pt x="2363" y="7310"/>
                    <a:pt x="2237" y="7499"/>
                  </a:cubicBezTo>
                  <a:cubicBezTo>
                    <a:pt x="1261" y="7026"/>
                    <a:pt x="662" y="6459"/>
                    <a:pt x="662" y="5829"/>
                  </a:cubicBezTo>
                  <a:cubicBezTo>
                    <a:pt x="662" y="5199"/>
                    <a:pt x="1261" y="4569"/>
                    <a:pt x="2237" y="4097"/>
                  </a:cubicBezTo>
                  <a:close/>
                  <a:moveTo>
                    <a:pt x="5829" y="3466"/>
                  </a:moveTo>
                  <a:cubicBezTo>
                    <a:pt x="6175" y="3466"/>
                    <a:pt x="6522" y="3466"/>
                    <a:pt x="6869" y="3498"/>
                  </a:cubicBezTo>
                  <a:cubicBezTo>
                    <a:pt x="6932" y="4191"/>
                    <a:pt x="7467" y="4790"/>
                    <a:pt x="8192" y="4790"/>
                  </a:cubicBezTo>
                  <a:cubicBezTo>
                    <a:pt x="8223" y="5105"/>
                    <a:pt x="8223" y="5420"/>
                    <a:pt x="8223" y="5735"/>
                  </a:cubicBezTo>
                  <a:cubicBezTo>
                    <a:pt x="7436" y="6144"/>
                    <a:pt x="6869" y="6963"/>
                    <a:pt x="6869" y="7909"/>
                  </a:cubicBezTo>
                  <a:lnTo>
                    <a:pt x="6869" y="8192"/>
                  </a:lnTo>
                  <a:cubicBezTo>
                    <a:pt x="6522" y="8224"/>
                    <a:pt x="6175" y="8224"/>
                    <a:pt x="5829" y="8224"/>
                  </a:cubicBezTo>
                  <a:cubicBezTo>
                    <a:pt x="5451" y="8224"/>
                    <a:pt x="5104" y="8224"/>
                    <a:pt x="4758" y="8192"/>
                  </a:cubicBezTo>
                  <a:cubicBezTo>
                    <a:pt x="4726" y="7468"/>
                    <a:pt x="4159" y="6869"/>
                    <a:pt x="3466" y="6869"/>
                  </a:cubicBezTo>
                  <a:cubicBezTo>
                    <a:pt x="3403" y="6522"/>
                    <a:pt x="3403" y="6207"/>
                    <a:pt x="3403" y="5861"/>
                  </a:cubicBezTo>
                  <a:cubicBezTo>
                    <a:pt x="3403" y="5483"/>
                    <a:pt x="3403" y="5136"/>
                    <a:pt x="3466" y="4790"/>
                  </a:cubicBezTo>
                  <a:cubicBezTo>
                    <a:pt x="4159" y="4758"/>
                    <a:pt x="4758" y="4191"/>
                    <a:pt x="4758" y="3498"/>
                  </a:cubicBezTo>
                  <a:cubicBezTo>
                    <a:pt x="5104" y="3466"/>
                    <a:pt x="5482" y="3466"/>
                    <a:pt x="5829" y="3466"/>
                  </a:cubicBezTo>
                  <a:close/>
                  <a:moveTo>
                    <a:pt x="3403" y="7562"/>
                  </a:moveTo>
                  <a:cubicBezTo>
                    <a:pt x="3813" y="7562"/>
                    <a:pt x="4096" y="7877"/>
                    <a:pt x="4096" y="8224"/>
                  </a:cubicBezTo>
                  <a:cubicBezTo>
                    <a:pt x="4096" y="8570"/>
                    <a:pt x="3781" y="8885"/>
                    <a:pt x="3403" y="8885"/>
                  </a:cubicBezTo>
                  <a:cubicBezTo>
                    <a:pt x="3025" y="8885"/>
                    <a:pt x="2741" y="8570"/>
                    <a:pt x="2741" y="8224"/>
                  </a:cubicBezTo>
                  <a:cubicBezTo>
                    <a:pt x="2741" y="7877"/>
                    <a:pt x="3025" y="7562"/>
                    <a:pt x="3403" y="7562"/>
                  </a:cubicBezTo>
                  <a:close/>
                  <a:moveTo>
                    <a:pt x="7940" y="10114"/>
                  </a:moveTo>
                  <a:lnTo>
                    <a:pt x="8192" y="10429"/>
                  </a:lnTo>
                  <a:lnTo>
                    <a:pt x="7593" y="10650"/>
                  </a:lnTo>
                  <a:cubicBezTo>
                    <a:pt x="7719" y="10492"/>
                    <a:pt x="7814" y="10303"/>
                    <a:pt x="7940" y="10114"/>
                  </a:cubicBezTo>
                  <a:close/>
                  <a:moveTo>
                    <a:pt x="977" y="7594"/>
                  </a:moveTo>
                  <a:cubicBezTo>
                    <a:pt x="1261" y="7814"/>
                    <a:pt x="1639" y="8035"/>
                    <a:pt x="2048" y="8224"/>
                  </a:cubicBezTo>
                  <a:lnTo>
                    <a:pt x="2048" y="8255"/>
                  </a:lnTo>
                  <a:cubicBezTo>
                    <a:pt x="2048" y="9011"/>
                    <a:pt x="2678" y="9641"/>
                    <a:pt x="3403" y="9641"/>
                  </a:cubicBezTo>
                  <a:lnTo>
                    <a:pt x="3466" y="9641"/>
                  </a:lnTo>
                  <a:cubicBezTo>
                    <a:pt x="3655" y="10019"/>
                    <a:pt x="3844" y="10397"/>
                    <a:pt x="4096" y="10681"/>
                  </a:cubicBezTo>
                  <a:cubicBezTo>
                    <a:pt x="2615" y="10145"/>
                    <a:pt x="1481" y="9011"/>
                    <a:pt x="977" y="7594"/>
                  </a:cubicBezTo>
                  <a:close/>
                  <a:moveTo>
                    <a:pt x="9294" y="6207"/>
                  </a:moveTo>
                  <a:cubicBezTo>
                    <a:pt x="10240" y="6207"/>
                    <a:pt x="10964" y="6963"/>
                    <a:pt x="10964" y="7909"/>
                  </a:cubicBezTo>
                  <a:cubicBezTo>
                    <a:pt x="10964" y="8192"/>
                    <a:pt x="10901" y="8413"/>
                    <a:pt x="10807" y="8665"/>
                  </a:cubicBezTo>
                  <a:cubicBezTo>
                    <a:pt x="10744" y="8759"/>
                    <a:pt x="10177" y="9484"/>
                    <a:pt x="9294" y="10744"/>
                  </a:cubicBezTo>
                  <a:lnTo>
                    <a:pt x="8979" y="10303"/>
                  </a:lnTo>
                  <a:cubicBezTo>
                    <a:pt x="8018" y="9071"/>
                    <a:pt x="8059" y="9043"/>
                    <a:pt x="8038" y="9043"/>
                  </a:cubicBezTo>
                  <a:lnTo>
                    <a:pt x="8038" y="9043"/>
                  </a:lnTo>
                  <a:cubicBezTo>
                    <a:pt x="8037" y="9043"/>
                    <a:pt x="8036" y="9043"/>
                    <a:pt x="8034" y="9043"/>
                  </a:cubicBezTo>
                  <a:cubicBezTo>
                    <a:pt x="7751" y="8728"/>
                    <a:pt x="7593" y="8350"/>
                    <a:pt x="7593" y="7909"/>
                  </a:cubicBezTo>
                  <a:cubicBezTo>
                    <a:pt x="7593" y="6963"/>
                    <a:pt x="8349" y="6207"/>
                    <a:pt x="9294" y="6207"/>
                  </a:cubicBezTo>
                  <a:close/>
                  <a:moveTo>
                    <a:pt x="7026" y="8854"/>
                  </a:moveTo>
                  <a:cubicBezTo>
                    <a:pt x="7152" y="9074"/>
                    <a:pt x="7278" y="9326"/>
                    <a:pt x="7467" y="9515"/>
                  </a:cubicBezTo>
                  <a:cubicBezTo>
                    <a:pt x="7026" y="10429"/>
                    <a:pt x="6459" y="10965"/>
                    <a:pt x="5829" y="10965"/>
                  </a:cubicBezTo>
                  <a:cubicBezTo>
                    <a:pt x="5199" y="10965"/>
                    <a:pt x="4569" y="10397"/>
                    <a:pt x="4096" y="9389"/>
                  </a:cubicBezTo>
                  <a:cubicBezTo>
                    <a:pt x="4317" y="9295"/>
                    <a:pt x="4474" y="9074"/>
                    <a:pt x="4600" y="8854"/>
                  </a:cubicBezTo>
                  <a:cubicBezTo>
                    <a:pt x="4978" y="8885"/>
                    <a:pt x="5388" y="8917"/>
                    <a:pt x="5766" y="8917"/>
                  </a:cubicBezTo>
                  <a:cubicBezTo>
                    <a:pt x="6207" y="8917"/>
                    <a:pt x="6616" y="8885"/>
                    <a:pt x="7026" y="8854"/>
                  </a:cubicBezTo>
                  <a:close/>
                  <a:moveTo>
                    <a:pt x="5829" y="1"/>
                  </a:moveTo>
                  <a:cubicBezTo>
                    <a:pt x="2584" y="1"/>
                    <a:pt x="0" y="2616"/>
                    <a:pt x="0" y="5861"/>
                  </a:cubicBezTo>
                  <a:cubicBezTo>
                    <a:pt x="0" y="9043"/>
                    <a:pt x="2584" y="11689"/>
                    <a:pt x="5829" y="11689"/>
                  </a:cubicBezTo>
                  <a:cubicBezTo>
                    <a:pt x="6806" y="11689"/>
                    <a:pt x="7751" y="11437"/>
                    <a:pt x="8570" y="11028"/>
                  </a:cubicBezTo>
                  <a:lnTo>
                    <a:pt x="8979" y="11563"/>
                  </a:lnTo>
                  <a:cubicBezTo>
                    <a:pt x="9042" y="11658"/>
                    <a:pt x="9145" y="11705"/>
                    <a:pt x="9247" y="11705"/>
                  </a:cubicBezTo>
                  <a:cubicBezTo>
                    <a:pt x="9350" y="11705"/>
                    <a:pt x="9452" y="11658"/>
                    <a:pt x="9515" y="11563"/>
                  </a:cubicBezTo>
                  <a:cubicBezTo>
                    <a:pt x="9515" y="11563"/>
                    <a:pt x="11279" y="9169"/>
                    <a:pt x="11405" y="8980"/>
                  </a:cubicBezTo>
                  <a:cubicBezTo>
                    <a:pt x="11563" y="8665"/>
                    <a:pt x="11657" y="8287"/>
                    <a:pt x="11657" y="7940"/>
                  </a:cubicBezTo>
                  <a:cubicBezTo>
                    <a:pt x="11657" y="7657"/>
                    <a:pt x="11626" y="7405"/>
                    <a:pt x="11531" y="7152"/>
                  </a:cubicBezTo>
                  <a:cubicBezTo>
                    <a:pt x="11594" y="6774"/>
                    <a:pt x="11657" y="6333"/>
                    <a:pt x="11657" y="5892"/>
                  </a:cubicBezTo>
                  <a:cubicBezTo>
                    <a:pt x="11657" y="2616"/>
                    <a:pt x="9042" y="1"/>
                    <a:pt x="582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8" name="Google Shape;11178;p137"/>
            <p:cNvSpPr/>
            <p:nvPr/>
          </p:nvSpPr>
          <p:spPr>
            <a:xfrm>
              <a:off x="-33467475" y="2806675"/>
              <a:ext cx="51225" cy="51225"/>
            </a:xfrm>
            <a:custGeom>
              <a:rect b="b" l="l" r="r" t="t"/>
              <a:pathLst>
                <a:path extrusionOk="0" h="2049" w="2049">
                  <a:moveTo>
                    <a:pt x="1040" y="631"/>
                  </a:moveTo>
                  <a:cubicBezTo>
                    <a:pt x="1229" y="631"/>
                    <a:pt x="1387" y="789"/>
                    <a:pt x="1387" y="1009"/>
                  </a:cubicBezTo>
                  <a:cubicBezTo>
                    <a:pt x="1387" y="1198"/>
                    <a:pt x="1198" y="1356"/>
                    <a:pt x="1040" y="1356"/>
                  </a:cubicBezTo>
                  <a:cubicBezTo>
                    <a:pt x="820" y="1356"/>
                    <a:pt x="662" y="1198"/>
                    <a:pt x="662" y="1009"/>
                  </a:cubicBezTo>
                  <a:cubicBezTo>
                    <a:pt x="662" y="789"/>
                    <a:pt x="820" y="631"/>
                    <a:pt x="1040" y="631"/>
                  </a:cubicBezTo>
                  <a:close/>
                  <a:moveTo>
                    <a:pt x="1040" y="1"/>
                  </a:moveTo>
                  <a:cubicBezTo>
                    <a:pt x="473" y="1"/>
                    <a:pt x="1" y="474"/>
                    <a:pt x="1" y="1041"/>
                  </a:cubicBezTo>
                  <a:cubicBezTo>
                    <a:pt x="1" y="1576"/>
                    <a:pt x="473" y="2049"/>
                    <a:pt x="1040" y="2049"/>
                  </a:cubicBezTo>
                  <a:cubicBezTo>
                    <a:pt x="1576" y="2049"/>
                    <a:pt x="2049" y="1576"/>
                    <a:pt x="2049" y="1041"/>
                  </a:cubicBezTo>
                  <a:cubicBezTo>
                    <a:pt x="2049" y="442"/>
                    <a:pt x="1576" y="1"/>
                    <a:pt x="10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79" name="Google Shape;11179;p137"/>
          <p:cNvGrpSpPr/>
          <p:nvPr/>
        </p:nvGrpSpPr>
        <p:grpSpPr>
          <a:xfrm>
            <a:off x="2205089" y="2687509"/>
            <a:ext cx="329687" cy="353648"/>
            <a:chOff x="-31874100" y="1939525"/>
            <a:chExt cx="271750" cy="291500"/>
          </a:xfrm>
        </p:grpSpPr>
        <p:sp>
          <p:nvSpPr>
            <p:cNvPr id="11180" name="Google Shape;11180;p137"/>
            <p:cNvSpPr/>
            <p:nvPr/>
          </p:nvSpPr>
          <p:spPr>
            <a:xfrm>
              <a:off x="-31874100" y="2132475"/>
              <a:ext cx="271750" cy="98550"/>
            </a:xfrm>
            <a:custGeom>
              <a:rect b="b" l="l" r="r" t="t"/>
              <a:pathLst>
                <a:path extrusionOk="0" h="3942" w="10870">
                  <a:moveTo>
                    <a:pt x="2080" y="1135"/>
                  </a:moveTo>
                  <a:lnTo>
                    <a:pt x="2300" y="1576"/>
                  </a:lnTo>
                  <a:cubicBezTo>
                    <a:pt x="2363" y="1702"/>
                    <a:pt x="2458" y="1734"/>
                    <a:pt x="2584" y="1765"/>
                  </a:cubicBezTo>
                  <a:lnTo>
                    <a:pt x="3056" y="1860"/>
                  </a:lnTo>
                  <a:lnTo>
                    <a:pt x="2710" y="2206"/>
                  </a:lnTo>
                  <a:cubicBezTo>
                    <a:pt x="2615" y="2269"/>
                    <a:pt x="2584" y="2395"/>
                    <a:pt x="2615" y="2521"/>
                  </a:cubicBezTo>
                  <a:lnTo>
                    <a:pt x="2710" y="2994"/>
                  </a:lnTo>
                  <a:lnTo>
                    <a:pt x="2269" y="2773"/>
                  </a:lnTo>
                  <a:cubicBezTo>
                    <a:pt x="2237" y="2710"/>
                    <a:pt x="2143" y="2710"/>
                    <a:pt x="2111" y="2710"/>
                  </a:cubicBezTo>
                  <a:cubicBezTo>
                    <a:pt x="2080" y="2710"/>
                    <a:pt x="1985" y="2710"/>
                    <a:pt x="1954" y="2773"/>
                  </a:cubicBezTo>
                  <a:lnTo>
                    <a:pt x="1513" y="2994"/>
                  </a:lnTo>
                  <a:lnTo>
                    <a:pt x="1607" y="2521"/>
                  </a:lnTo>
                  <a:cubicBezTo>
                    <a:pt x="1607" y="2395"/>
                    <a:pt x="1607" y="2301"/>
                    <a:pt x="1513" y="2206"/>
                  </a:cubicBezTo>
                  <a:lnTo>
                    <a:pt x="1166" y="1860"/>
                  </a:lnTo>
                  <a:lnTo>
                    <a:pt x="1639" y="1765"/>
                  </a:lnTo>
                  <a:cubicBezTo>
                    <a:pt x="1670" y="1765"/>
                    <a:pt x="1796" y="1702"/>
                    <a:pt x="1828" y="1576"/>
                  </a:cubicBezTo>
                  <a:lnTo>
                    <a:pt x="2080" y="1135"/>
                  </a:lnTo>
                  <a:close/>
                  <a:moveTo>
                    <a:pt x="5514" y="1135"/>
                  </a:moveTo>
                  <a:lnTo>
                    <a:pt x="5734" y="1576"/>
                  </a:lnTo>
                  <a:cubicBezTo>
                    <a:pt x="5766" y="1702"/>
                    <a:pt x="5892" y="1734"/>
                    <a:pt x="6018" y="1765"/>
                  </a:cubicBezTo>
                  <a:lnTo>
                    <a:pt x="6490" y="1860"/>
                  </a:lnTo>
                  <a:lnTo>
                    <a:pt x="6144" y="2206"/>
                  </a:lnTo>
                  <a:cubicBezTo>
                    <a:pt x="6049" y="2269"/>
                    <a:pt x="6018" y="2395"/>
                    <a:pt x="6049" y="2521"/>
                  </a:cubicBezTo>
                  <a:lnTo>
                    <a:pt x="6144" y="2994"/>
                  </a:lnTo>
                  <a:lnTo>
                    <a:pt x="5703" y="2773"/>
                  </a:lnTo>
                  <a:cubicBezTo>
                    <a:pt x="5671" y="2710"/>
                    <a:pt x="5577" y="2710"/>
                    <a:pt x="5545" y="2710"/>
                  </a:cubicBezTo>
                  <a:cubicBezTo>
                    <a:pt x="5514" y="2710"/>
                    <a:pt x="5419" y="2710"/>
                    <a:pt x="5388" y="2773"/>
                  </a:cubicBezTo>
                  <a:lnTo>
                    <a:pt x="4947" y="2994"/>
                  </a:lnTo>
                  <a:lnTo>
                    <a:pt x="5041" y="2521"/>
                  </a:lnTo>
                  <a:cubicBezTo>
                    <a:pt x="5041" y="2395"/>
                    <a:pt x="5041" y="2301"/>
                    <a:pt x="4947" y="2206"/>
                  </a:cubicBezTo>
                  <a:lnTo>
                    <a:pt x="4600" y="1860"/>
                  </a:lnTo>
                  <a:lnTo>
                    <a:pt x="4978" y="1765"/>
                  </a:lnTo>
                  <a:cubicBezTo>
                    <a:pt x="5104" y="1765"/>
                    <a:pt x="5199" y="1702"/>
                    <a:pt x="5262" y="1576"/>
                  </a:cubicBezTo>
                  <a:lnTo>
                    <a:pt x="5514" y="1135"/>
                  </a:lnTo>
                  <a:close/>
                  <a:moveTo>
                    <a:pt x="8916" y="1135"/>
                  </a:moveTo>
                  <a:lnTo>
                    <a:pt x="9168" y="1576"/>
                  </a:lnTo>
                  <a:cubicBezTo>
                    <a:pt x="9200" y="1702"/>
                    <a:pt x="9326" y="1734"/>
                    <a:pt x="9452" y="1765"/>
                  </a:cubicBezTo>
                  <a:lnTo>
                    <a:pt x="9924" y="1860"/>
                  </a:lnTo>
                  <a:lnTo>
                    <a:pt x="9546" y="2206"/>
                  </a:lnTo>
                  <a:cubicBezTo>
                    <a:pt x="9483" y="2269"/>
                    <a:pt x="9452" y="2395"/>
                    <a:pt x="9483" y="2521"/>
                  </a:cubicBezTo>
                  <a:lnTo>
                    <a:pt x="9546" y="2994"/>
                  </a:lnTo>
                  <a:lnTo>
                    <a:pt x="9137" y="2773"/>
                  </a:lnTo>
                  <a:cubicBezTo>
                    <a:pt x="9074" y="2710"/>
                    <a:pt x="9011" y="2710"/>
                    <a:pt x="8979" y="2710"/>
                  </a:cubicBezTo>
                  <a:cubicBezTo>
                    <a:pt x="8916" y="2710"/>
                    <a:pt x="8853" y="2710"/>
                    <a:pt x="8822" y="2773"/>
                  </a:cubicBezTo>
                  <a:lnTo>
                    <a:pt x="8381" y="2994"/>
                  </a:lnTo>
                  <a:lnTo>
                    <a:pt x="8444" y="2521"/>
                  </a:lnTo>
                  <a:cubicBezTo>
                    <a:pt x="8444" y="2395"/>
                    <a:pt x="8444" y="2301"/>
                    <a:pt x="8381" y="2206"/>
                  </a:cubicBezTo>
                  <a:lnTo>
                    <a:pt x="8034" y="1860"/>
                  </a:lnTo>
                  <a:lnTo>
                    <a:pt x="8412" y="1765"/>
                  </a:lnTo>
                  <a:cubicBezTo>
                    <a:pt x="8538" y="1765"/>
                    <a:pt x="8601" y="1702"/>
                    <a:pt x="8696" y="1576"/>
                  </a:cubicBezTo>
                  <a:lnTo>
                    <a:pt x="8916" y="1135"/>
                  </a:lnTo>
                  <a:close/>
                  <a:moveTo>
                    <a:pt x="2048" y="1"/>
                  </a:moveTo>
                  <a:cubicBezTo>
                    <a:pt x="1922" y="1"/>
                    <a:pt x="1796" y="64"/>
                    <a:pt x="1733" y="190"/>
                  </a:cubicBezTo>
                  <a:lnTo>
                    <a:pt x="1292" y="1104"/>
                  </a:lnTo>
                  <a:lnTo>
                    <a:pt x="315" y="1261"/>
                  </a:lnTo>
                  <a:cubicBezTo>
                    <a:pt x="189" y="1261"/>
                    <a:pt x="63" y="1387"/>
                    <a:pt x="32" y="1482"/>
                  </a:cubicBezTo>
                  <a:cubicBezTo>
                    <a:pt x="0" y="1608"/>
                    <a:pt x="32" y="1765"/>
                    <a:pt x="95" y="1860"/>
                  </a:cubicBezTo>
                  <a:lnTo>
                    <a:pt x="819" y="2553"/>
                  </a:lnTo>
                  <a:lnTo>
                    <a:pt x="662" y="3561"/>
                  </a:lnTo>
                  <a:cubicBezTo>
                    <a:pt x="630" y="3655"/>
                    <a:pt x="693" y="3813"/>
                    <a:pt x="788" y="3876"/>
                  </a:cubicBezTo>
                  <a:cubicBezTo>
                    <a:pt x="862" y="3913"/>
                    <a:pt x="925" y="3928"/>
                    <a:pt x="990" y="3928"/>
                  </a:cubicBezTo>
                  <a:cubicBezTo>
                    <a:pt x="1035" y="3928"/>
                    <a:pt x="1082" y="3920"/>
                    <a:pt x="1134" y="3907"/>
                  </a:cubicBezTo>
                  <a:lnTo>
                    <a:pt x="2048" y="3435"/>
                  </a:lnTo>
                  <a:lnTo>
                    <a:pt x="2962" y="3907"/>
                  </a:lnTo>
                  <a:cubicBezTo>
                    <a:pt x="2998" y="3931"/>
                    <a:pt x="3039" y="3942"/>
                    <a:pt x="3082" y="3942"/>
                  </a:cubicBezTo>
                  <a:cubicBezTo>
                    <a:pt x="3153" y="3942"/>
                    <a:pt x="3230" y="3915"/>
                    <a:pt x="3308" y="3876"/>
                  </a:cubicBezTo>
                  <a:cubicBezTo>
                    <a:pt x="3434" y="3781"/>
                    <a:pt x="3466" y="3655"/>
                    <a:pt x="3434" y="3561"/>
                  </a:cubicBezTo>
                  <a:lnTo>
                    <a:pt x="3277" y="2553"/>
                  </a:lnTo>
                  <a:lnTo>
                    <a:pt x="3749" y="2080"/>
                  </a:lnTo>
                  <a:lnTo>
                    <a:pt x="4222" y="2553"/>
                  </a:lnTo>
                  <a:lnTo>
                    <a:pt x="4064" y="3561"/>
                  </a:lnTo>
                  <a:cubicBezTo>
                    <a:pt x="4001" y="3655"/>
                    <a:pt x="4096" y="3813"/>
                    <a:pt x="4159" y="3876"/>
                  </a:cubicBezTo>
                  <a:cubicBezTo>
                    <a:pt x="4233" y="3913"/>
                    <a:pt x="4307" y="3928"/>
                    <a:pt x="4380" y="3928"/>
                  </a:cubicBezTo>
                  <a:cubicBezTo>
                    <a:pt x="4433" y="3928"/>
                    <a:pt x="4485" y="3920"/>
                    <a:pt x="4537" y="3907"/>
                  </a:cubicBezTo>
                  <a:lnTo>
                    <a:pt x="5419" y="3435"/>
                  </a:lnTo>
                  <a:lnTo>
                    <a:pt x="6333" y="3907"/>
                  </a:lnTo>
                  <a:cubicBezTo>
                    <a:pt x="6381" y="3931"/>
                    <a:pt x="6429" y="3942"/>
                    <a:pt x="6475" y="3942"/>
                  </a:cubicBezTo>
                  <a:cubicBezTo>
                    <a:pt x="6550" y="3942"/>
                    <a:pt x="6621" y="3915"/>
                    <a:pt x="6679" y="3876"/>
                  </a:cubicBezTo>
                  <a:cubicBezTo>
                    <a:pt x="6805" y="3781"/>
                    <a:pt x="6837" y="3655"/>
                    <a:pt x="6805" y="3561"/>
                  </a:cubicBezTo>
                  <a:lnTo>
                    <a:pt x="6648" y="2553"/>
                  </a:lnTo>
                  <a:lnTo>
                    <a:pt x="7120" y="2080"/>
                  </a:lnTo>
                  <a:lnTo>
                    <a:pt x="7593" y="2553"/>
                  </a:lnTo>
                  <a:lnTo>
                    <a:pt x="7435" y="3561"/>
                  </a:lnTo>
                  <a:cubicBezTo>
                    <a:pt x="7404" y="3655"/>
                    <a:pt x="7467" y="3813"/>
                    <a:pt x="7561" y="3876"/>
                  </a:cubicBezTo>
                  <a:cubicBezTo>
                    <a:pt x="7635" y="3913"/>
                    <a:pt x="7698" y="3928"/>
                    <a:pt x="7763" y="3928"/>
                  </a:cubicBezTo>
                  <a:cubicBezTo>
                    <a:pt x="7809" y="3928"/>
                    <a:pt x="7856" y="3920"/>
                    <a:pt x="7908" y="3907"/>
                  </a:cubicBezTo>
                  <a:lnTo>
                    <a:pt x="8822" y="3435"/>
                  </a:lnTo>
                  <a:lnTo>
                    <a:pt x="9735" y="3907"/>
                  </a:lnTo>
                  <a:cubicBezTo>
                    <a:pt x="9771" y="3931"/>
                    <a:pt x="9812" y="3942"/>
                    <a:pt x="9856" y="3942"/>
                  </a:cubicBezTo>
                  <a:cubicBezTo>
                    <a:pt x="9926" y="3942"/>
                    <a:pt x="10004" y="3915"/>
                    <a:pt x="10082" y="3876"/>
                  </a:cubicBezTo>
                  <a:cubicBezTo>
                    <a:pt x="10208" y="3781"/>
                    <a:pt x="10239" y="3655"/>
                    <a:pt x="10208" y="3561"/>
                  </a:cubicBezTo>
                  <a:lnTo>
                    <a:pt x="10050" y="2553"/>
                  </a:lnTo>
                  <a:lnTo>
                    <a:pt x="10743" y="1860"/>
                  </a:lnTo>
                  <a:cubicBezTo>
                    <a:pt x="10838" y="1765"/>
                    <a:pt x="10869" y="1608"/>
                    <a:pt x="10838" y="1482"/>
                  </a:cubicBezTo>
                  <a:cubicBezTo>
                    <a:pt x="10775" y="1387"/>
                    <a:pt x="10680" y="1293"/>
                    <a:pt x="10554" y="1261"/>
                  </a:cubicBezTo>
                  <a:lnTo>
                    <a:pt x="9578" y="1104"/>
                  </a:lnTo>
                  <a:lnTo>
                    <a:pt x="9137" y="190"/>
                  </a:lnTo>
                  <a:cubicBezTo>
                    <a:pt x="9105" y="64"/>
                    <a:pt x="8979" y="1"/>
                    <a:pt x="8822" y="1"/>
                  </a:cubicBezTo>
                  <a:cubicBezTo>
                    <a:pt x="8696" y="1"/>
                    <a:pt x="8570" y="64"/>
                    <a:pt x="8507" y="190"/>
                  </a:cubicBezTo>
                  <a:lnTo>
                    <a:pt x="8066" y="1104"/>
                  </a:lnTo>
                  <a:lnTo>
                    <a:pt x="7120" y="1261"/>
                  </a:lnTo>
                  <a:lnTo>
                    <a:pt x="6175" y="1104"/>
                  </a:lnTo>
                  <a:lnTo>
                    <a:pt x="5734" y="190"/>
                  </a:lnTo>
                  <a:cubicBezTo>
                    <a:pt x="5703" y="64"/>
                    <a:pt x="5577" y="1"/>
                    <a:pt x="5419" y="1"/>
                  </a:cubicBezTo>
                  <a:cubicBezTo>
                    <a:pt x="5262" y="1"/>
                    <a:pt x="5199" y="64"/>
                    <a:pt x="5104" y="190"/>
                  </a:cubicBezTo>
                  <a:lnTo>
                    <a:pt x="4695" y="1104"/>
                  </a:lnTo>
                  <a:lnTo>
                    <a:pt x="3749" y="1261"/>
                  </a:lnTo>
                  <a:lnTo>
                    <a:pt x="2804" y="1104"/>
                  </a:lnTo>
                  <a:lnTo>
                    <a:pt x="2363" y="190"/>
                  </a:lnTo>
                  <a:cubicBezTo>
                    <a:pt x="2332" y="64"/>
                    <a:pt x="2206" y="1"/>
                    <a:pt x="20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1" name="Google Shape;11181;p137"/>
            <p:cNvSpPr/>
            <p:nvPr/>
          </p:nvSpPr>
          <p:spPr>
            <a:xfrm>
              <a:off x="-31830775" y="1939525"/>
              <a:ext cx="189050" cy="189825"/>
            </a:xfrm>
            <a:custGeom>
              <a:rect b="b" l="l" r="r" t="t"/>
              <a:pathLst>
                <a:path extrusionOk="0" h="7593" w="7562">
                  <a:moveTo>
                    <a:pt x="3718" y="662"/>
                  </a:moveTo>
                  <a:cubicBezTo>
                    <a:pt x="5072" y="662"/>
                    <a:pt x="6144" y="1764"/>
                    <a:pt x="6144" y="3088"/>
                  </a:cubicBezTo>
                  <a:lnTo>
                    <a:pt x="6144" y="3466"/>
                  </a:lnTo>
                  <a:lnTo>
                    <a:pt x="6081" y="3466"/>
                  </a:lnTo>
                  <a:cubicBezTo>
                    <a:pt x="5986" y="2647"/>
                    <a:pt x="5261" y="2048"/>
                    <a:pt x="4411" y="2048"/>
                  </a:cubicBezTo>
                  <a:lnTo>
                    <a:pt x="3025" y="2048"/>
                  </a:lnTo>
                  <a:cubicBezTo>
                    <a:pt x="2142" y="2048"/>
                    <a:pt x="1481" y="2678"/>
                    <a:pt x="1323" y="3466"/>
                  </a:cubicBezTo>
                  <a:lnTo>
                    <a:pt x="1292" y="3466"/>
                  </a:lnTo>
                  <a:lnTo>
                    <a:pt x="1292" y="3088"/>
                  </a:lnTo>
                  <a:cubicBezTo>
                    <a:pt x="1323" y="1764"/>
                    <a:pt x="2426" y="662"/>
                    <a:pt x="3718" y="662"/>
                  </a:cubicBezTo>
                  <a:close/>
                  <a:moveTo>
                    <a:pt x="4348" y="2773"/>
                  </a:moveTo>
                  <a:cubicBezTo>
                    <a:pt x="4915" y="2773"/>
                    <a:pt x="5387" y="3245"/>
                    <a:pt x="5387" y="3781"/>
                  </a:cubicBezTo>
                  <a:lnTo>
                    <a:pt x="5387" y="4127"/>
                  </a:lnTo>
                  <a:lnTo>
                    <a:pt x="5387" y="4127"/>
                  </a:lnTo>
                  <a:cubicBezTo>
                    <a:pt x="5153" y="4127"/>
                    <a:pt x="4907" y="4122"/>
                    <a:pt x="4820" y="4064"/>
                  </a:cubicBezTo>
                  <a:cubicBezTo>
                    <a:pt x="4789" y="4033"/>
                    <a:pt x="4757" y="3907"/>
                    <a:pt x="4757" y="3812"/>
                  </a:cubicBezTo>
                  <a:cubicBezTo>
                    <a:pt x="4757" y="3623"/>
                    <a:pt x="4600" y="3466"/>
                    <a:pt x="4411" y="3466"/>
                  </a:cubicBezTo>
                  <a:cubicBezTo>
                    <a:pt x="4190" y="3466"/>
                    <a:pt x="4033" y="3623"/>
                    <a:pt x="4033" y="3812"/>
                  </a:cubicBezTo>
                  <a:cubicBezTo>
                    <a:pt x="4033" y="3907"/>
                    <a:pt x="4033" y="4033"/>
                    <a:pt x="3970" y="4064"/>
                  </a:cubicBezTo>
                  <a:cubicBezTo>
                    <a:pt x="3907" y="4127"/>
                    <a:pt x="3789" y="4143"/>
                    <a:pt x="3643" y="4143"/>
                  </a:cubicBezTo>
                  <a:cubicBezTo>
                    <a:pt x="3497" y="4143"/>
                    <a:pt x="3324" y="4127"/>
                    <a:pt x="3151" y="4127"/>
                  </a:cubicBezTo>
                  <a:lnTo>
                    <a:pt x="1953" y="4127"/>
                  </a:lnTo>
                  <a:lnTo>
                    <a:pt x="1953" y="3781"/>
                  </a:lnTo>
                  <a:cubicBezTo>
                    <a:pt x="1953" y="3214"/>
                    <a:pt x="2426" y="2773"/>
                    <a:pt x="2993" y="2773"/>
                  </a:cubicBezTo>
                  <a:close/>
                  <a:moveTo>
                    <a:pt x="1008" y="4096"/>
                  </a:moveTo>
                  <a:cubicBezTo>
                    <a:pt x="1197" y="4096"/>
                    <a:pt x="1355" y="4253"/>
                    <a:pt x="1355" y="4442"/>
                  </a:cubicBezTo>
                  <a:lnTo>
                    <a:pt x="1355" y="5135"/>
                  </a:lnTo>
                  <a:cubicBezTo>
                    <a:pt x="1323" y="5356"/>
                    <a:pt x="1197" y="5482"/>
                    <a:pt x="1008" y="5482"/>
                  </a:cubicBezTo>
                  <a:cubicBezTo>
                    <a:pt x="819" y="5482"/>
                    <a:pt x="662" y="5324"/>
                    <a:pt x="662" y="5135"/>
                  </a:cubicBezTo>
                  <a:lnTo>
                    <a:pt x="662" y="4442"/>
                  </a:lnTo>
                  <a:cubicBezTo>
                    <a:pt x="662" y="4253"/>
                    <a:pt x="819" y="4096"/>
                    <a:pt x="1008" y="4096"/>
                  </a:cubicBezTo>
                  <a:close/>
                  <a:moveTo>
                    <a:pt x="6459" y="4127"/>
                  </a:moveTo>
                  <a:cubicBezTo>
                    <a:pt x="6648" y="4127"/>
                    <a:pt x="6805" y="4285"/>
                    <a:pt x="6805" y="4505"/>
                  </a:cubicBezTo>
                  <a:lnTo>
                    <a:pt x="6805" y="5167"/>
                  </a:lnTo>
                  <a:cubicBezTo>
                    <a:pt x="6805" y="5356"/>
                    <a:pt x="6648" y="5513"/>
                    <a:pt x="6459" y="5513"/>
                  </a:cubicBezTo>
                  <a:cubicBezTo>
                    <a:pt x="6238" y="5513"/>
                    <a:pt x="6081" y="5356"/>
                    <a:pt x="6081" y="5167"/>
                  </a:cubicBezTo>
                  <a:lnTo>
                    <a:pt x="6081" y="4505"/>
                  </a:lnTo>
                  <a:cubicBezTo>
                    <a:pt x="6081" y="4285"/>
                    <a:pt x="6238" y="4127"/>
                    <a:pt x="6459" y="4127"/>
                  </a:cubicBezTo>
                  <a:close/>
                  <a:moveTo>
                    <a:pt x="4442" y="4568"/>
                  </a:moveTo>
                  <a:cubicBezTo>
                    <a:pt x="4726" y="4757"/>
                    <a:pt x="5072" y="4820"/>
                    <a:pt x="5450" y="4820"/>
                  </a:cubicBezTo>
                  <a:lnTo>
                    <a:pt x="5450" y="5167"/>
                  </a:lnTo>
                  <a:cubicBezTo>
                    <a:pt x="5450" y="6112"/>
                    <a:pt x="4663" y="6900"/>
                    <a:pt x="3718" y="6900"/>
                  </a:cubicBezTo>
                  <a:cubicBezTo>
                    <a:pt x="2772" y="6900"/>
                    <a:pt x="2048" y="6112"/>
                    <a:pt x="2048" y="5167"/>
                  </a:cubicBezTo>
                  <a:lnTo>
                    <a:pt x="2048" y="4820"/>
                  </a:lnTo>
                  <a:lnTo>
                    <a:pt x="3214" y="4820"/>
                  </a:lnTo>
                  <a:cubicBezTo>
                    <a:pt x="3305" y="4820"/>
                    <a:pt x="3394" y="4821"/>
                    <a:pt x="3479" y="4821"/>
                  </a:cubicBezTo>
                  <a:cubicBezTo>
                    <a:pt x="3863" y="4821"/>
                    <a:pt x="4184" y="4800"/>
                    <a:pt x="4442" y="4568"/>
                  </a:cubicBezTo>
                  <a:close/>
                  <a:moveTo>
                    <a:pt x="3718" y="0"/>
                  </a:moveTo>
                  <a:cubicBezTo>
                    <a:pt x="2048" y="0"/>
                    <a:pt x="662" y="1386"/>
                    <a:pt x="662" y="3119"/>
                  </a:cubicBezTo>
                  <a:lnTo>
                    <a:pt x="662" y="3497"/>
                  </a:lnTo>
                  <a:cubicBezTo>
                    <a:pt x="252" y="3655"/>
                    <a:pt x="0" y="4033"/>
                    <a:pt x="0" y="4505"/>
                  </a:cubicBezTo>
                  <a:lnTo>
                    <a:pt x="0" y="5167"/>
                  </a:lnTo>
                  <a:cubicBezTo>
                    <a:pt x="0" y="5703"/>
                    <a:pt x="473" y="6175"/>
                    <a:pt x="1008" y="6175"/>
                  </a:cubicBezTo>
                  <a:cubicBezTo>
                    <a:pt x="1197" y="6175"/>
                    <a:pt x="1355" y="6144"/>
                    <a:pt x="1512" y="6081"/>
                  </a:cubicBezTo>
                  <a:cubicBezTo>
                    <a:pt x="1890" y="6963"/>
                    <a:pt x="2741" y="7593"/>
                    <a:pt x="3781" y="7593"/>
                  </a:cubicBezTo>
                  <a:cubicBezTo>
                    <a:pt x="4789" y="7593"/>
                    <a:pt x="5671" y="6963"/>
                    <a:pt x="6018" y="6049"/>
                  </a:cubicBezTo>
                  <a:cubicBezTo>
                    <a:pt x="6175" y="6144"/>
                    <a:pt x="6333" y="6175"/>
                    <a:pt x="6522" y="6175"/>
                  </a:cubicBezTo>
                  <a:cubicBezTo>
                    <a:pt x="7089" y="6175"/>
                    <a:pt x="7561" y="5703"/>
                    <a:pt x="7561" y="5167"/>
                  </a:cubicBezTo>
                  <a:lnTo>
                    <a:pt x="7561" y="4474"/>
                  </a:lnTo>
                  <a:cubicBezTo>
                    <a:pt x="7561" y="4064"/>
                    <a:pt x="7278" y="3655"/>
                    <a:pt x="6868" y="3497"/>
                  </a:cubicBezTo>
                  <a:lnTo>
                    <a:pt x="6868" y="3119"/>
                  </a:lnTo>
                  <a:cubicBezTo>
                    <a:pt x="6805" y="1386"/>
                    <a:pt x="5419" y="0"/>
                    <a:pt x="371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82" name="Google Shape;11182;p137"/>
          <p:cNvSpPr/>
          <p:nvPr/>
        </p:nvSpPr>
        <p:spPr>
          <a:xfrm>
            <a:off x="2211275" y="3155955"/>
            <a:ext cx="311550" cy="353587"/>
          </a:xfrm>
          <a:custGeom>
            <a:rect b="b" l="l" r="r" t="t"/>
            <a:pathLst>
              <a:path extrusionOk="0" h="11658" w="10272">
                <a:moveTo>
                  <a:pt x="7877" y="693"/>
                </a:moveTo>
                <a:cubicBezTo>
                  <a:pt x="8066" y="693"/>
                  <a:pt x="8224" y="851"/>
                  <a:pt x="8224" y="1040"/>
                </a:cubicBezTo>
                <a:lnTo>
                  <a:pt x="8224" y="1387"/>
                </a:lnTo>
                <a:lnTo>
                  <a:pt x="2080" y="1387"/>
                </a:lnTo>
                <a:lnTo>
                  <a:pt x="2080" y="1040"/>
                </a:lnTo>
                <a:cubicBezTo>
                  <a:pt x="2049" y="851"/>
                  <a:pt x="2206" y="693"/>
                  <a:pt x="2395" y="693"/>
                </a:cubicBezTo>
                <a:close/>
                <a:moveTo>
                  <a:pt x="9200" y="2710"/>
                </a:moveTo>
                <a:cubicBezTo>
                  <a:pt x="9421" y="2710"/>
                  <a:pt x="9578" y="2899"/>
                  <a:pt x="9578" y="3088"/>
                </a:cubicBezTo>
                <a:cubicBezTo>
                  <a:pt x="9578" y="3277"/>
                  <a:pt x="9421" y="3434"/>
                  <a:pt x="9200" y="3434"/>
                </a:cubicBezTo>
                <a:lnTo>
                  <a:pt x="8854" y="3434"/>
                </a:lnTo>
                <a:lnTo>
                  <a:pt x="8854" y="2773"/>
                </a:lnTo>
                <a:lnTo>
                  <a:pt x="9200" y="2773"/>
                </a:lnTo>
                <a:lnTo>
                  <a:pt x="9200" y="2710"/>
                </a:lnTo>
                <a:close/>
                <a:moveTo>
                  <a:pt x="6176" y="3907"/>
                </a:moveTo>
                <a:cubicBezTo>
                  <a:pt x="6207" y="4033"/>
                  <a:pt x="6333" y="4127"/>
                  <a:pt x="6491" y="4127"/>
                </a:cubicBezTo>
                <a:lnTo>
                  <a:pt x="9200" y="4127"/>
                </a:lnTo>
                <a:cubicBezTo>
                  <a:pt x="9326" y="4127"/>
                  <a:pt x="9421" y="4127"/>
                  <a:pt x="9515" y="4096"/>
                </a:cubicBezTo>
                <a:lnTo>
                  <a:pt x="9515" y="4096"/>
                </a:lnTo>
                <a:cubicBezTo>
                  <a:pt x="9421" y="4474"/>
                  <a:pt x="9011" y="4789"/>
                  <a:pt x="8539" y="4789"/>
                </a:cubicBezTo>
                <a:lnTo>
                  <a:pt x="6491" y="4789"/>
                </a:lnTo>
                <a:cubicBezTo>
                  <a:pt x="6333" y="4789"/>
                  <a:pt x="6239" y="4852"/>
                  <a:pt x="6176" y="5010"/>
                </a:cubicBezTo>
                <a:lnTo>
                  <a:pt x="5640" y="4474"/>
                </a:lnTo>
                <a:lnTo>
                  <a:pt x="6176" y="3907"/>
                </a:lnTo>
                <a:close/>
                <a:moveTo>
                  <a:pt x="1387" y="4789"/>
                </a:moveTo>
                <a:lnTo>
                  <a:pt x="1387" y="5451"/>
                </a:lnTo>
                <a:lnTo>
                  <a:pt x="1009" y="5451"/>
                </a:lnTo>
                <a:cubicBezTo>
                  <a:pt x="820" y="5451"/>
                  <a:pt x="662" y="5293"/>
                  <a:pt x="662" y="5073"/>
                </a:cubicBezTo>
                <a:cubicBezTo>
                  <a:pt x="662" y="4884"/>
                  <a:pt x="820" y="4789"/>
                  <a:pt x="1009" y="4789"/>
                </a:cubicBezTo>
                <a:close/>
                <a:moveTo>
                  <a:pt x="4065" y="5923"/>
                </a:moveTo>
                <a:lnTo>
                  <a:pt x="4601" y="6459"/>
                </a:lnTo>
                <a:lnTo>
                  <a:pt x="4065" y="7026"/>
                </a:lnTo>
                <a:cubicBezTo>
                  <a:pt x="4033" y="6900"/>
                  <a:pt x="3907" y="6774"/>
                  <a:pt x="3750" y="6774"/>
                </a:cubicBezTo>
                <a:lnTo>
                  <a:pt x="1702" y="6774"/>
                </a:lnTo>
                <a:cubicBezTo>
                  <a:pt x="1664" y="6779"/>
                  <a:pt x="1626" y="6782"/>
                  <a:pt x="1589" y="6782"/>
                </a:cubicBezTo>
                <a:cubicBezTo>
                  <a:pt x="1192" y="6782"/>
                  <a:pt x="838" y="6487"/>
                  <a:pt x="694" y="6112"/>
                </a:cubicBezTo>
                <a:lnTo>
                  <a:pt x="694" y="6112"/>
                </a:lnTo>
                <a:cubicBezTo>
                  <a:pt x="788" y="6144"/>
                  <a:pt x="914" y="6144"/>
                  <a:pt x="1009" y="6144"/>
                </a:cubicBezTo>
                <a:lnTo>
                  <a:pt x="3750" y="6144"/>
                </a:lnTo>
                <a:cubicBezTo>
                  <a:pt x="3907" y="6144"/>
                  <a:pt x="4002" y="6081"/>
                  <a:pt x="4065" y="5923"/>
                </a:cubicBezTo>
                <a:close/>
                <a:moveTo>
                  <a:pt x="8192" y="2048"/>
                </a:moveTo>
                <a:lnTo>
                  <a:pt x="8192" y="3434"/>
                </a:lnTo>
                <a:lnTo>
                  <a:pt x="6806" y="3434"/>
                </a:lnTo>
                <a:lnTo>
                  <a:pt x="6806" y="3088"/>
                </a:lnTo>
                <a:cubicBezTo>
                  <a:pt x="6806" y="2930"/>
                  <a:pt x="6743" y="2804"/>
                  <a:pt x="6617" y="2773"/>
                </a:cubicBezTo>
                <a:cubicBezTo>
                  <a:pt x="6571" y="2761"/>
                  <a:pt x="6520" y="2754"/>
                  <a:pt x="6472" y="2754"/>
                </a:cubicBezTo>
                <a:cubicBezTo>
                  <a:pt x="6388" y="2754"/>
                  <a:pt x="6310" y="2776"/>
                  <a:pt x="6270" y="2836"/>
                </a:cubicBezTo>
                <a:lnTo>
                  <a:pt x="4884" y="4222"/>
                </a:lnTo>
                <a:cubicBezTo>
                  <a:pt x="4758" y="4348"/>
                  <a:pt x="4758" y="4569"/>
                  <a:pt x="4884" y="4695"/>
                </a:cubicBezTo>
                <a:lnTo>
                  <a:pt x="6270" y="6081"/>
                </a:lnTo>
                <a:cubicBezTo>
                  <a:pt x="6315" y="6125"/>
                  <a:pt x="6407" y="6170"/>
                  <a:pt x="6501" y="6170"/>
                </a:cubicBezTo>
                <a:cubicBezTo>
                  <a:pt x="6540" y="6170"/>
                  <a:pt x="6580" y="6162"/>
                  <a:pt x="6617" y="6144"/>
                </a:cubicBezTo>
                <a:cubicBezTo>
                  <a:pt x="6743" y="6112"/>
                  <a:pt x="6806" y="5955"/>
                  <a:pt x="6806" y="5829"/>
                </a:cubicBezTo>
                <a:lnTo>
                  <a:pt x="6806" y="5482"/>
                </a:lnTo>
                <a:lnTo>
                  <a:pt x="8192" y="5482"/>
                </a:lnTo>
                <a:lnTo>
                  <a:pt x="8192" y="8948"/>
                </a:lnTo>
                <a:lnTo>
                  <a:pt x="2049" y="8948"/>
                </a:lnTo>
                <a:lnTo>
                  <a:pt x="2049" y="7530"/>
                </a:lnTo>
                <a:lnTo>
                  <a:pt x="3435" y="7530"/>
                </a:lnTo>
                <a:lnTo>
                  <a:pt x="3435" y="7877"/>
                </a:lnTo>
                <a:cubicBezTo>
                  <a:pt x="3435" y="8034"/>
                  <a:pt x="3498" y="8160"/>
                  <a:pt x="3624" y="8192"/>
                </a:cubicBezTo>
                <a:cubicBezTo>
                  <a:pt x="3676" y="8218"/>
                  <a:pt x="3734" y="8233"/>
                  <a:pt x="3788" y="8233"/>
                </a:cubicBezTo>
                <a:cubicBezTo>
                  <a:pt x="3864" y="8233"/>
                  <a:pt x="3934" y="8202"/>
                  <a:pt x="3970" y="8129"/>
                </a:cubicBezTo>
                <a:lnTo>
                  <a:pt x="5357" y="6742"/>
                </a:lnTo>
                <a:cubicBezTo>
                  <a:pt x="5483" y="6616"/>
                  <a:pt x="5483" y="6396"/>
                  <a:pt x="5357" y="6270"/>
                </a:cubicBezTo>
                <a:lnTo>
                  <a:pt x="3970" y="4884"/>
                </a:lnTo>
                <a:cubicBezTo>
                  <a:pt x="3924" y="4837"/>
                  <a:pt x="3828" y="4808"/>
                  <a:pt x="3730" y="4808"/>
                </a:cubicBezTo>
                <a:cubicBezTo>
                  <a:pt x="3694" y="4808"/>
                  <a:pt x="3658" y="4812"/>
                  <a:pt x="3624" y="4821"/>
                </a:cubicBezTo>
                <a:cubicBezTo>
                  <a:pt x="3498" y="4852"/>
                  <a:pt x="3435" y="5010"/>
                  <a:pt x="3435" y="5136"/>
                </a:cubicBezTo>
                <a:lnTo>
                  <a:pt x="3435" y="5482"/>
                </a:lnTo>
                <a:lnTo>
                  <a:pt x="2049" y="5482"/>
                </a:lnTo>
                <a:lnTo>
                  <a:pt x="2049" y="2048"/>
                </a:lnTo>
                <a:close/>
                <a:moveTo>
                  <a:pt x="8192" y="9609"/>
                </a:moveTo>
                <a:lnTo>
                  <a:pt x="8192" y="10649"/>
                </a:lnTo>
                <a:cubicBezTo>
                  <a:pt x="8192" y="10838"/>
                  <a:pt x="8035" y="10996"/>
                  <a:pt x="7877" y="10996"/>
                </a:cubicBezTo>
                <a:lnTo>
                  <a:pt x="2395" y="10996"/>
                </a:lnTo>
                <a:cubicBezTo>
                  <a:pt x="2206" y="10996"/>
                  <a:pt x="2049" y="10838"/>
                  <a:pt x="2049" y="10649"/>
                </a:cubicBezTo>
                <a:lnTo>
                  <a:pt x="2049" y="9609"/>
                </a:lnTo>
                <a:close/>
                <a:moveTo>
                  <a:pt x="2395" y="0"/>
                </a:moveTo>
                <a:cubicBezTo>
                  <a:pt x="1860" y="0"/>
                  <a:pt x="1387" y="473"/>
                  <a:pt x="1387" y="1040"/>
                </a:cubicBezTo>
                <a:lnTo>
                  <a:pt x="1387" y="4096"/>
                </a:lnTo>
                <a:lnTo>
                  <a:pt x="1009" y="4096"/>
                </a:lnTo>
                <a:cubicBezTo>
                  <a:pt x="473" y="4096"/>
                  <a:pt x="1" y="4569"/>
                  <a:pt x="1" y="5136"/>
                </a:cubicBezTo>
                <a:lnTo>
                  <a:pt x="1" y="5797"/>
                </a:lnTo>
                <a:cubicBezTo>
                  <a:pt x="1" y="6616"/>
                  <a:pt x="599" y="7341"/>
                  <a:pt x="1387" y="7498"/>
                </a:cubicBezTo>
                <a:lnTo>
                  <a:pt x="1387" y="10649"/>
                </a:lnTo>
                <a:cubicBezTo>
                  <a:pt x="1387" y="11185"/>
                  <a:pt x="1860" y="11657"/>
                  <a:pt x="2395" y="11657"/>
                </a:cubicBezTo>
                <a:lnTo>
                  <a:pt x="7877" y="11657"/>
                </a:lnTo>
                <a:cubicBezTo>
                  <a:pt x="8413" y="11657"/>
                  <a:pt x="8885" y="11185"/>
                  <a:pt x="8885" y="10649"/>
                </a:cubicBezTo>
                <a:lnTo>
                  <a:pt x="8885" y="5451"/>
                </a:lnTo>
                <a:cubicBezTo>
                  <a:pt x="9673" y="5293"/>
                  <a:pt x="10271" y="4569"/>
                  <a:pt x="10271" y="3749"/>
                </a:cubicBezTo>
                <a:lnTo>
                  <a:pt x="10271" y="3088"/>
                </a:lnTo>
                <a:cubicBezTo>
                  <a:pt x="10271" y="2521"/>
                  <a:pt x="9799" y="2048"/>
                  <a:pt x="9263" y="2048"/>
                </a:cubicBezTo>
                <a:lnTo>
                  <a:pt x="8885" y="2048"/>
                </a:lnTo>
                <a:lnTo>
                  <a:pt x="8885" y="1040"/>
                </a:lnTo>
                <a:cubicBezTo>
                  <a:pt x="8885" y="473"/>
                  <a:pt x="8413" y="0"/>
                  <a:pt x="787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83" name="Google Shape;11183;p137"/>
          <p:cNvGrpSpPr/>
          <p:nvPr/>
        </p:nvGrpSpPr>
        <p:grpSpPr>
          <a:xfrm>
            <a:off x="2186451" y="3616531"/>
            <a:ext cx="366963" cy="352768"/>
            <a:chOff x="-31889075" y="2658950"/>
            <a:chExt cx="302475" cy="290775"/>
          </a:xfrm>
        </p:grpSpPr>
        <p:sp>
          <p:nvSpPr>
            <p:cNvPr id="11184" name="Google Shape;11184;p137"/>
            <p:cNvSpPr/>
            <p:nvPr/>
          </p:nvSpPr>
          <p:spPr>
            <a:xfrm>
              <a:off x="-31889075" y="2658950"/>
              <a:ext cx="302475" cy="290775"/>
            </a:xfrm>
            <a:custGeom>
              <a:rect b="b" l="l" r="r" t="t"/>
              <a:pathLst>
                <a:path extrusionOk="0" h="11631" w="12099">
                  <a:moveTo>
                    <a:pt x="10555" y="712"/>
                  </a:moveTo>
                  <a:lnTo>
                    <a:pt x="11153" y="1310"/>
                  </a:lnTo>
                  <a:lnTo>
                    <a:pt x="10051" y="3138"/>
                  </a:lnTo>
                  <a:lnTo>
                    <a:pt x="8728" y="1814"/>
                  </a:lnTo>
                  <a:lnTo>
                    <a:pt x="10555" y="712"/>
                  </a:lnTo>
                  <a:close/>
                  <a:moveTo>
                    <a:pt x="8665" y="2696"/>
                  </a:moveTo>
                  <a:lnTo>
                    <a:pt x="9137" y="3169"/>
                  </a:lnTo>
                  <a:lnTo>
                    <a:pt x="7278" y="4996"/>
                  </a:lnTo>
                  <a:lnTo>
                    <a:pt x="6806" y="4524"/>
                  </a:lnTo>
                  <a:lnTo>
                    <a:pt x="8665" y="2696"/>
                  </a:lnTo>
                  <a:close/>
                  <a:moveTo>
                    <a:pt x="3022" y="640"/>
                  </a:moveTo>
                  <a:cubicBezTo>
                    <a:pt x="3549" y="640"/>
                    <a:pt x="4066" y="847"/>
                    <a:pt x="4443" y="1247"/>
                  </a:cubicBezTo>
                  <a:cubicBezTo>
                    <a:pt x="5010" y="1783"/>
                    <a:pt x="5199" y="2602"/>
                    <a:pt x="4915" y="3358"/>
                  </a:cubicBezTo>
                  <a:cubicBezTo>
                    <a:pt x="4884" y="3484"/>
                    <a:pt x="4915" y="3642"/>
                    <a:pt x="5010" y="3705"/>
                  </a:cubicBezTo>
                  <a:lnTo>
                    <a:pt x="8160" y="6855"/>
                  </a:lnTo>
                  <a:cubicBezTo>
                    <a:pt x="8208" y="6926"/>
                    <a:pt x="8308" y="6961"/>
                    <a:pt x="8409" y="6961"/>
                  </a:cubicBezTo>
                  <a:cubicBezTo>
                    <a:pt x="8442" y="6961"/>
                    <a:pt x="8476" y="6957"/>
                    <a:pt x="8507" y="6950"/>
                  </a:cubicBezTo>
                  <a:cubicBezTo>
                    <a:pt x="8741" y="6862"/>
                    <a:pt x="8981" y="6819"/>
                    <a:pt x="9217" y="6819"/>
                  </a:cubicBezTo>
                  <a:cubicBezTo>
                    <a:pt x="9743" y="6819"/>
                    <a:pt x="10248" y="7031"/>
                    <a:pt x="10618" y="7422"/>
                  </a:cubicBezTo>
                  <a:cubicBezTo>
                    <a:pt x="11153" y="7926"/>
                    <a:pt x="11342" y="8682"/>
                    <a:pt x="11153" y="9375"/>
                  </a:cubicBezTo>
                  <a:lnTo>
                    <a:pt x="10240" y="8493"/>
                  </a:lnTo>
                  <a:cubicBezTo>
                    <a:pt x="10035" y="8289"/>
                    <a:pt x="9767" y="8186"/>
                    <a:pt x="9503" y="8186"/>
                  </a:cubicBezTo>
                  <a:cubicBezTo>
                    <a:pt x="9240" y="8186"/>
                    <a:pt x="8980" y="8289"/>
                    <a:pt x="8791" y="8493"/>
                  </a:cubicBezTo>
                  <a:cubicBezTo>
                    <a:pt x="8381" y="8871"/>
                    <a:pt x="8381" y="9533"/>
                    <a:pt x="8791" y="9943"/>
                  </a:cubicBezTo>
                  <a:lnTo>
                    <a:pt x="9673" y="10856"/>
                  </a:lnTo>
                  <a:cubicBezTo>
                    <a:pt x="9498" y="10904"/>
                    <a:pt x="9318" y="10928"/>
                    <a:pt x="9140" y="10928"/>
                  </a:cubicBezTo>
                  <a:cubicBezTo>
                    <a:pt x="8614" y="10928"/>
                    <a:pt x="8096" y="10721"/>
                    <a:pt x="7719" y="10321"/>
                  </a:cubicBezTo>
                  <a:cubicBezTo>
                    <a:pt x="7152" y="9785"/>
                    <a:pt x="6963" y="8966"/>
                    <a:pt x="7247" y="8210"/>
                  </a:cubicBezTo>
                  <a:cubicBezTo>
                    <a:pt x="7278" y="8084"/>
                    <a:pt x="7247" y="7926"/>
                    <a:pt x="7152" y="7863"/>
                  </a:cubicBezTo>
                  <a:lnTo>
                    <a:pt x="4002" y="4713"/>
                  </a:lnTo>
                  <a:cubicBezTo>
                    <a:pt x="3960" y="4629"/>
                    <a:pt x="3876" y="4587"/>
                    <a:pt x="3787" y="4587"/>
                  </a:cubicBezTo>
                  <a:cubicBezTo>
                    <a:pt x="3743" y="4587"/>
                    <a:pt x="3697" y="4597"/>
                    <a:pt x="3655" y="4618"/>
                  </a:cubicBezTo>
                  <a:cubicBezTo>
                    <a:pt x="3421" y="4706"/>
                    <a:pt x="3181" y="4749"/>
                    <a:pt x="2945" y="4749"/>
                  </a:cubicBezTo>
                  <a:cubicBezTo>
                    <a:pt x="2419" y="4749"/>
                    <a:pt x="1914" y="4537"/>
                    <a:pt x="1544" y="4146"/>
                  </a:cubicBezTo>
                  <a:cubicBezTo>
                    <a:pt x="1009" y="3642"/>
                    <a:pt x="820" y="2885"/>
                    <a:pt x="1009" y="2192"/>
                  </a:cubicBezTo>
                  <a:lnTo>
                    <a:pt x="1009" y="2192"/>
                  </a:lnTo>
                  <a:lnTo>
                    <a:pt x="1922" y="3075"/>
                  </a:lnTo>
                  <a:cubicBezTo>
                    <a:pt x="2127" y="3279"/>
                    <a:pt x="2395" y="3382"/>
                    <a:pt x="2659" y="3382"/>
                  </a:cubicBezTo>
                  <a:cubicBezTo>
                    <a:pt x="2923" y="3382"/>
                    <a:pt x="3183" y="3279"/>
                    <a:pt x="3372" y="3075"/>
                  </a:cubicBezTo>
                  <a:cubicBezTo>
                    <a:pt x="3781" y="2696"/>
                    <a:pt x="3781" y="2035"/>
                    <a:pt x="3372" y="1625"/>
                  </a:cubicBezTo>
                  <a:lnTo>
                    <a:pt x="2490" y="712"/>
                  </a:lnTo>
                  <a:cubicBezTo>
                    <a:pt x="2665" y="664"/>
                    <a:pt x="2844" y="640"/>
                    <a:pt x="3022" y="640"/>
                  </a:cubicBezTo>
                  <a:close/>
                  <a:moveTo>
                    <a:pt x="4380" y="6036"/>
                  </a:moveTo>
                  <a:lnTo>
                    <a:pt x="5829" y="7485"/>
                  </a:lnTo>
                  <a:lnTo>
                    <a:pt x="2679" y="10636"/>
                  </a:lnTo>
                  <a:cubicBezTo>
                    <a:pt x="2474" y="10840"/>
                    <a:pt x="2206" y="10943"/>
                    <a:pt x="1942" y="10943"/>
                  </a:cubicBezTo>
                  <a:cubicBezTo>
                    <a:pt x="1678" y="10943"/>
                    <a:pt x="1418" y="10840"/>
                    <a:pt x="1229" y="10636"/>
                  </a:cubicBezTo>
                  <a:cubicBezTo>
                    <a:pt x="820" y="10226"/>
                    <a:pt x="820" y="9596"/>
                    <a:pt x="1229" y="9186"/>
                  </a:cubicBezTo>
                  <a:lnTo>
                    <a:pt x="4380" y="6036"/>
                  </a:lnTo>
                  <a:close/>
                  <a:moveTo>
                    <a:pt x="2915" y="1"/>
                  </a:moveTo>
                  <a:cubicBezTo>
                    <a:pt x="2465" y="1"/>
                    <a:pt x="2014" y="112"/>
                    <a:pt x="1607" y="334"/>
                  </a:cubicBezTo>
                  <a:cubicBezTo>
                    <a:pt x="1544" y="365"/>
                    <a:pt x="1450" y="491"/>
                    <a:pt x="1450" y="554"/>
                  </a:cubicBezTo>
                  <a:cubicBezTo>
                    <a:pt x="1450" y="680"/>
                    <a:pt x="1481" y="775"/>
                    <a:pt x="1544" y="838"/>
                  </a:cubicBezTo>
                  <a:lnTo>
                    <a:pt x="2836" y="2129"/>
                  </a:lnTo>
                  <a:cubicBezTo>
                    <a:pt x="2962" y="2255"/>
                    <a:pt x="2962" y="2507"/>
                    <a:pt x="2836" y="2602"/>
                  </a:cubicBezTo>
                  <a:cubicBezTo>
                    <a:pt x="2773" y="2665"/>
                    <a:pt x="2686" y="2696"/>
                    <a:pt x="2600" y="2696"/>
                  </a:cubicBezTo>
                  <a:cubicBezTo>
                    <a:pt x="2513" y="2696"/>
                    <a:pt x="2427" y="2665"/>
                    <a:pt x="2364" y="2602"/>
                  </a:cubicBezTo>
                  <a:lnTo>
                    <a:pt x="1072" y="1310"/>
                  </a:lnTo>
                  <a:cubicBezTo>
                    <a:pt x="1001" y="1239"/>
                    <a:pt x="912" y="1204"/>
                    <a:pt x="846" y="1204"/>
                  </a:cubicBezTo>
                  <a:cubicBezTo>
                    <a:pt x="824" y="1204"/>
                    <a:pt x="804" y="1208"/>
                    <a:pt x="788" y="1216"/>
                  </a:cubicBezTo>
                  <a:cubicBezTo>
                    <a:pt x="662" y="1216"/>
                    <a:pt x="599" y="1310"/>
                    <a:pt x="536" y="1373"/>
                  </a:cubicBezTo>
                  <a:cubicBezTo>
                    <a:pt x="1" y="2413"/>
                    <a:pt x="127" y="3736"/>
                    <a:pt x="1009" y="4618"/>
                  </a:cubicBezTo>
                  <a:cubicBezTo>
                    <a:pt x="1549" y="5135"/>
                    <a:pt x="2230" y="5407"/>
                    <a:pt x="2934" y="5407"/>
                  </a:cubicBezTo>
                  <a:cubicBezTo>
                    <a:pt x="3173" y="5407"/>
                    <a:pt x="3415" y="5375"/>
                    <a:pt x="3655" y="5311"/>
                  </a:cubicBezTo>
                  <a:lnTo>
                    <a:pt x="3907" y="5563"/>
                  </a:lnTo>
                  <a:lnTo>
                    <a:pt x="757" y="8714"/>
                  </a:lnTo>
                  <a:cubicBezTo>
                    <a:pt x="64" y="9344"/>
                    <a:pt x="64" y="10447"/>
                    <a:pt x="757" y="11108"/>
                  </a:cubicBezTo>
                  <a:cubicBezTo>
                    <a:pt x="1088" y="11455"/>
                    <a:pt x="1521" y="11628"/>
                    <a:pt x="1954" y="11628"/>
                  </a:cubicBezTo>
                  <a:cubicBezTo>
                    <a:pt x="2387" y="11628"/>
                    <a:pt x="2820" y="11455"/>
                    <a:pt x="3151" y="11108"/>
                  </a:cubicBezTo>
                  <a:lnTo>
                    <a:pt x="6302" y="7958"/>
                  </a:lnTo>
                  <a:lnTo>
                    <a:pt x="6522" y="8210"/>
                  </a:lnTo>
                  <a:cubicBezTo>
                    <a:pt x="6302" y="9155"/>
                    <a:pt x="6522" y="10132"/>
                    <a:pt x="7247" y="10825"/>
                  </a:cubicBezTo>
                  <a:cubicBezTo>
                    <a:pt x="7765" y="11362"/>
                    <a:pt x="8469" y="11630"/>
                    <a:pt x="9169" y="11630"/>
                  </a:cubicBezTo>
                  <a:cubicBezTo>
                    <a:pt x="9618" y="11630"/>
                    <a:pt x="10066" y="11519"/>
                    <a:pt x="10460" y="11297"/>
                  </a:cubicBezTo>
                  <a:cubicBezTo>
                    <a:pt x="10555" y="11266"/>
                    <a:pt x="10618" y="11140"/>
                    <a:pt x="10618" y="11077"/>
                  </a:cubicBezTo>
                  <a:cubicBezTo>
                    <a:pt x="10618" y="11014"/>
                    <a:pt x="10586" y="10888"/>
                    <a:pt x="10555" y="10793"/>
                  </a:cubicBezTo>
                  <a:lnTo>
                    <a:pt x="9263" y="9501"/>
                  </a:lnTo>
                  <a:cubicBezTo>
                    <a:pt x="9137" y="9375"/>
                    <a:pt x="9137" y="9155"/>
                    <a:pt x="9263" y="9029"/>
                  </a:cubicBezTo>
                  <a:cubicBezTo>
                    <a:pt x="9310" y="8966"/>
                    <a:pt x="9397" y="8934"/>
                    <a:pt x="9488" y="8934"/>
                  </a:cubicBezTo>
                  <a:cubicBezTo>
                    <a:pt x="9578" y="8934"/>
                    <a:pt x="9673" y="8966"/>
                    <a:pt x="9736" y="9029"/>
                  </a:cubicBezTo>
                  <a:lnTo>
                    <a:pt x="11027" y="10321"/>
                  </a:lnTo>
                  <a:cubicBezTo>
                    <a:pt x="11075" y="10392"/>
                    <a:pt x="11157" y="10427"/>
                    <a:pt x="11236" y="10427"/>
                  </a:cubicBezTo>
                  <a:cubicBezTo>
                    <a:pt x="11262" y="10427"/>
                    <a:pt x="11287" y="10423"/>
                    <a:pt x="11311" y="10415"/>
                  </a:cubicBezTo>
                  <a:cubicBezTo>
                    <a:pt x="11405" y="10415"/>
                    <a:pt x="11500" y="10321"/>
                    <a:pt x="11532" y="10258"/>
                  </a:cubicBezTo>
                  <a:cubicBezTo>
                    <a:pt x="12099" y="9218"/>
                    <a:pt x="11973" y="7895"/>
                    <a:pt x="11059" y="7013"/>
                  </a:cubicBezTo>
                  <a:cubicBezTo>
                    <a:pt x="10542" y="6496"/>
                    <a:pt x="9850" y="6224"/>
                    <a:pt x="9139" y="6224"/>
                  </a:cubicBezTo>
                  <a:cubicBezTo>
                    <a:pt x="8897" y="6224"/>
                    <a:pt x="8653" y="6255"/>
                    <a:pt x="8413" y="6320"/>
                  </a:cubicBezTo>
                  <a:lnTo>
                    <a:pt x="7719" y="5595"/>
                  </a:lnTo>
                  <a:lnTo>
                    <a:pt x="9578" y="3736"/>
                  </a:lnTo>
                  <a:lnTo>
                    <a:pt x="9799" y="3988"/>
                  </a:lnTo>
                  <a:cubicBezTo>
                    <a:pt x="9867" y="4056"/>
                    <a:pt x="9958" y="4089"/>
                    <a:pt x="10051" y="4089"/>
                  </a:cubicBezTo>
                  <a:cubicBezTo>
                    <a:pt x="10172" y="4089"/>
                    <a:pt x="10294" y="4032"/>
                    <a:pt x="10366" y="3925"/>
                  </a:cubicBezTo>
                  <a:lnTo>
                    <a:pt x="11815" y="1499"/>
                  </a:lnTo>
                  <a:cubicBezTo>
                    <a:pt x="11878" y="1373"/>
                    <a:pt x="11878" y="1184"/>
                    <a:pt x="11784" y="1090"/>
                  </a:cubicBezTo>
                  <a:lnTo>
                    <a:pt x="10775" y="82"/>
                  </a:lnTo>
                  <a:cubicBezTo>
                    <a:pt x="10723" y="30"/>
                    <a:pt x="10652" y="6"/>
                    <a:pt x="10573" y="6"/>
                  </a:cubicBezTo>
                  <a:cubicBezTo>
                    <a:pt x="10507" y="6"/>
                    <a:pt x="10437" y="22"/>
                    <a:pt x="10366" y="50"/>
                  </a:cubicBezTo>
                  <a:lnTo>
                    <a:pt x="7940" y="1499"/>
                  </a:lnTo>
                  <a:cubicBezTo>
                    <a:pt x="7751" y="1625"/>
                    <a:pt x="7719" y="1909"/>
                    <a:pt x="7877" y="2066"/>
                  </a:cubicBezTo>
                  <a:lnTo>
                    <a:pt x="8097" y="2287"/>
                  </a:lnTo>
                  <a:lnTo>
                    <a:pt x="6270" y="4146"/>
                  </a:lnTo>
                  <a:lnTo>
                    <a:pt x="5546" y="3421"/>
                  </a:lnTo>
                  <a:cubicBezTo>
                    <a:pt x="5798" y="2476"/>
                    <a:pt x="5546" y="1499"/>
                    <a:pt x="4852" y="806"/>
                  </a:cubicBezTo>
                  <a:cubicBezTo>
                    <a:pt x="4315" y="269"/>
                    <a:pt x="3615" y="1"/>
                    <a:pt x="291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5" name="Google Shape;11185;p137"/>
            <p:cNvSpPr/>
            <p:nvPr/>
          </p:nvSpPr>
          <p:spPr>
            <a:xfrm>
              <a:off x="-31838650" y="2838200"/>
              <a:ext cx="70100" cy="68550"/>
            </a:xfrm>
            <a:custGeom>
              <a:rect b="b" l="l" r="r" t="t"/>
              <a:pathLst>
                <a:path extrusionOk="0" h="2742" w="2804">
                  <a:moveTo>
                    <a:pt x="2430" y="0"/>
                  </a:moveTo>
                  <a:cubicBezTo>
                    <a:pt x="2339" y="0"/>
                    <a:pt x="2253" y="32"/>
                    <a:pt x="2205" y="95"/>
                  </a:cubicBezTo>
                  <a:lnTo>
                    <a:pt x="95" y="2174"/>
                  </a:lnTo>
                  <a:cubicBezTo>
                    <a:pt x="0" y="2300"/>
                    <a:pt x="0" y="2521"/>
                    <a:pt x="95" y="2647"/>
                  </a:cubicBezTo>
                  <a:cubicBezTo>
                    <a:pt x="158" y="2710"/>
                    <a:pt x="236" y="2741"/>
                    <a:pt x="319" y="2741"/>
                  </a:cubicBezTo>
                  <a:cubicBezTo>
                    <a:pt x="402" y="2741"/>
                    <a:pt x="488" y="2710"/>
                    <a:pt x="567" y="2647"/>
                  </a:cubicBezTo>
                  <a:lnTo>
                    <a:pt x="2678" y="567"/>
                  </a:lnTo>
                  <a:cubicBezTo>
                    <a:pt x="2804" y="441"/>
                    <a:pt x="2804" y="221"/>
                    <a:pt x="2678" y="95"/>
                  </a:cubicBezTo>
                  <a:cubicBezTo>
                    <a:pt x="2615" y="32"/>
                    <a:pt x="2520" y="0"/>
                    <a:pt x="243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86" name="Google Shape;11186;p137"/>
          <p:cNvSpPr/>
          <p:nvPr/>
        </p:nvSpPr>
        <p:spPr>
          <a:xfrm>
            <a:off x="3974577" y="3155469"/>
            <a:ext cx="356438" cy="354558"/>
          </a:xfrm>
          <a:custGeom>
            <a:rect b="b" l="l" r="r" t="t"/>
            <a:pathLst>
              <a:path extrusionOk="0" h="11690" w="11752">
                <a:moveTo>
                  <a:pt x="5923" y="694"/>
                </a:moveTo>
                <a:cubicBezTo>
                  <a:pt x="6490" y="694"/>
                  <a:pt x="6963" y="1166"/>
                  <a:pt x="6963" y="1765"/>
                </a:cubicBezTo>
                <a:cubicBezTo>
                  <a:pt x="6963" y="2332"/>
                  <a:pt x="6490" y="2805"/>
                  <a:pt x="5923" y="2805"/>
                </a:cubicBezTo>
                <a:cubicBezTo>
                  <a:pt x="5325" y="2805"/>
                  <a:pt x="4852" y="2332"/>
                  <a:pt x="4852" y="1765"/>
                </a:cubicBezTo>
                <a:cubicBezTo>
                  <a:pt x="4852" y="1229"/>
                  <a:pt x="5325" y="694"/>
                  <a:pt x="5923" y="694"/>
                </a:cubicBezTo>
                <a:close/>
                <a:moveTo>
                  <a:pt x="2489" y="3466"/>
                </a:moveTo>
                <a:cubicBezTo>
                  <a:pt x="2678" y="3466"/>
                  <a:pt x="2836" y="3624"/>
                  <a:pt x="2836" y="3813"/>
                </a:cubicBezTo>
                <a:lnTo>
                  <a:pt x="2836" y="4916"/>
                </a:lnTo>
                <a:cubicBezTo>
                  <a:pt x="2678" y="4947"/>
                  <a:pt x="2584" y="5042"/>
                  <a:pt x="2458" y="5168"/>
                </a:cubicBezTo>
                <a:cubicBezTo>
                  <a:pt x="2363" y="5231"/>
                  <a:pt x="2300" y="5357"/>
                  <a:pt x="2237" y="5420"/>
                </a:cubicBezTo>
                <a:cubicBezTo>
                  <a:pt x="2174" y="5357"/>
                  <a:pt x="2143" y="5262"/>
                  <a:pt x="2143" y="5199"/>
                </a:cubicBezTo>
                <a:lnTo>
                  <a:pt x="2143" y="3813"/>
                </a:lnTo>
                <a:cubicBezTo>
                  <a:pt x="2143" y="3624"/>
                  <a:pt x="2300" y="3466"/>
                  <a:pt x="2489" y="3466"/>
                </a:cubicBezTo>
                <a:close/>
                <a:moveTo>
                  <a:pt x="9326" y="3466"/>
                </a:moveTo>
                <a:cubicBezTo>
                  <a:pt x="9546" y="3466"/>
                  <a:pt x="9704" y="3624"/>
                  <a:pt x="9704" y="3813"/>
                </a:cubicBezTo>
                <a:lnTo>
                  <a:pt x="9704" y="5199"/>
                </a:lnTo>
                <a:cubicBezTo>
                  <a:pt x="9704" y="5262"/>
                  <a:pt x="9641" y="5357"/>
                  <a:pt x="9578" y="5420"/>
                </a:cubicBezTo>
                <a:cubicBezTo>
                  <a:pt x="9546" y="5294"/>
                  <a:pt x="9452" y="5231"/>
                  <a:pt x="9389" y="5168"/>
                </a:cubicBezTo>
                <a:cubicBezTo>
                  <a:pt x="9263" y="5042"/>
                  <a:pt x="9137" y="4947"/>
                  <a:pt x="8979" y="4916"/>
                </a:cubicBezTo>
                <a:lnTo>
                  <a:pt x="8979" y="3813"/>
                </a:lnTo>
                <a:cubicBezTo>
                  <a:pt x="9011" y="3624"/>
                  <a:pt x="9168" y="3466"/>
                  <a:pt x="9326" y="3466"/>
                </a:cubicBezTo>
                <a:close/>
                <a:moveTo>
                  <a:pt x="5923" y="3466"/>
                </a:moveTo>
                <a:cubicBezTo>
                  <a:pt x="6900" y="3466"/>
                  <a:pt x="7814" y="4096"/>
                  <a:pt x="8160" y="4947"/>
                </a:cubicBezTo>
                <a:cubicBezTo>
                  <a:pt x="8066" y="5010"/>
                  <a:pt x="8003" y="5042"/>
                  <a:pt x="7971" y="5105"/>
                </a:cubicBezTo>
                <a:lnTo>
                  <a:pt x="6081" y="6963"/>
                </a:lnTo>
                <a:cubicBezTo>
                  <a:pt x="6018" y="6995"/>
                  <a:pt x="5955" y="7089"/>
                  <a:pt x="5923" y="7152"/>
                </a:cubicBezTo>
                <a:cubicBezTo>
                  <a:pt x="5860" y="7089"/>
                  <a:pt x="5797" y="7026"/>
                  <a:pt x="5766" y="6963"/>
                </a:cubicBezTo>
                <a:lnTo>
                  <a:pt x="3876" y="5105"/>
                </a:lnTo>
                <a:cubicBezTo>
                  <a:pt x="3781" y="5042"/>
                  <a:pt x="3750" y="5010"/>
                  <a:pt x="3655" y="4947"/>
                </a:cubicBezTo>
                <a:cubicBezTo>
                  <a:pt x="4033" y="4096"/>
                  <a:pt x="4915" y="3466"/>
                  <a:pt x="5923" y="3466"/>
                </a:cubicBezTo>
                <a:close/>
                <a:moveTo>
                  <a:pt x="10744" y="2049"/>
                </a:moveTo>
                <a:cubicBezTo>
                  <a:pt x="10964" y="2049"/>
                  <a:pt x="11122" y="2206"/>
                  <a:pt x="11122" y="2395"/>
                </a:cubicBezTo>
                <a:lnTo>
                  <a:pt x="11122" y="6144"/>
                </a:lnTo>
                <a:lnTo>
                  <a:pt x="11059" y="6144"/>
                </a:lnTo>
                <a:cubicBezTo>
                  <a:pt x="11059" y="6333"/>
                  <a:pt x="11027" y="6491"/>
                  <a:pt x="10901" y="6648"/>
                </a:cubicBezTo>
                <a:lnTo>
                  <a:pt x="9263" y="9421"/>
                </a:lnTo>
                <a:cubicBezTo>
                  <a:pt x="9105" y="9673"/>
                  <a:pt x="9011" y="9956"/>
                  <a:pt x="9011" y="10271"/>
                </a:cubicBezTo>
                <a:lnTo>
                  <a:pt x="9011" y="10933"/>
                </a:lnTo>
                <a:lnTo>
                  <a:pt x="6270" y="10933"/>
                </a:lnTo>
                <a:lnTo>
                  <a:pt x="6270" y="8097"/>
                </a:lnTo>
                <a:cubicBezTo>
                  <a:pt x="6270" y="7845"/>
                  <a:pt x="6396" y="7593"/>
                  <a:pt x="6585" y="7404"/>
                </a:cubicBezTo>
                <a:lnTo>
                  <a:pt x="8475" y="5546"/>
                </a:lnTo>
                <a:cubicBezTo>
                  <a:pt x="8538" y="5483"/>
                  <a:pt x="8625" y="5451"/>
                  <a:pt x="8712" y="5451"/>
                </a:cubicBezTo>
                <a:cubicBezTo>
                  <a:pt x="8798" y="5451"/>
                  <a:pt x="8885" y="5483"/>
                  <a:pt x="8948" y="5546"/>
                </a:cubicBezTo>
                <a:cubicBezTo>
                  <a:pt x="9074" y="5672"/>
                  <a:pt x="9074" y="5892"/>
                  <a:pt x="8948" y="6018"/>
                </a:cubicBezTo>
                <a:lnTo>
                  <a:pt x="7751" y="7215"/>
                </a:lnTo>
                <a:cubicBezTo>
                  <a:pt x="7656" y="7310"/>
                  <a:pt x="7656" y="7562"/>
                  <a:pt x="7751" y="7656"/>
                </a:cubicBezTo>
                <a:cubicBezTo>
                  <a:pt x="7814" y="7719"/>
                  <a:pt x="7908" y="7751"/>
                  <a:pt x="7999" y="7751"/>
                </a:cubicBezTo>
                <a:cubicBezTo>
                  <a:pt x="8089" y="7751"/>
                  <a:pt x="8176" y="7719"/>
                  <a:pt x="8223" y="7656"/>
                </a:cubicBezTo>
                <a:lnTo>
                  <a:pt x="10082" y="5829"/>
                </a:lnTo>
                <a:cubicBezTo>
                  <a:pt x="10271" y="5609"/>
                  <a:pt x="10397" y="5388"/>
                  <a:pt x="10397" y="5105"/>
                </a:cubicBezTo>
                <a:lnTo>
                  <a:pt x="10397" y="2395"/>
                </a:lnTo>
                <a:cubicBezTo>
                  <a:pt x="10397" y="2206"/>
                  <a:pt x="10555" y="2049"/>
                  <a:pt x="10744" y="2049"/>
                </a:cubicBezTo>
                <a:close/>
                <a:moveTo>
                  <a:pt x="1103" y="2080"/>
                </a:moveTo>
                <a:cubicBezTo>
                  <a:pt x="1292" y="2080"/>
                  <a:pt x="1450" y="2238"/>
                  <a:pt x="1450" y="2427"/>
                </a:cubicBezTo>
                <a:lnTo>
                  <a:pt x="1450" y="5168"/>
                </a:lnTo>
                <a:cubicBezTo>
                  <a:pt x="1450" y="5420"/>
                  <a:pt x="1576" y="5672"/>
                  <a:pt x="1796" y="5861"/>
                </a:cubicBezTo>
                <a:lnTo>
                  <a:pt x="3624" y="7719"/>
                </a:lnTo>
                <a:cubicBezTo>
                  <a:pt x="3687" y="7782"/>
                  <a:pt x="3781" y="7814"/>
                  <a:pt x="3872" y="7814"/>
                </a:cubicBezTo>
                <a:cubicBezTo>
                  <a:pt x="3962" y="7814"/>
                  <a:pt x="4049" y="7782"/>
                  <a:pt x="4096" y="7719"/>
                </a:cubicBezTo>
                <a:cubicBezTo>
                  <a:pt x="4222" y="7593"/>
                  <a:pt x="4222" y="7373"/>
                  <a:pt x="4096" y="7247"/>
                </a:cubicBezTo>
                <a:lnTo>
                  <a:pt x="2930" y="6050"/>
                </a:lnTo>
                <a:cubicBezTo>
                  <a:pt x="2804" y="5955"/>
                  <a:pt x="2804" y="5703"/>
                  <a:pt x="2930" y="5577"/>
                </a:cubicBezTo>
                <a:cubicBezTo>
                  <a:pt x="2978" y="5530"/>
                  <a:pt x="3064" y="5506"/>
                  <a:pt x="3155" y="5506"/>
                </a:cubicBezTo>
                <a:cubicBezTo>
                  <a:pt x="3245" y="5506"/>
                  <a:pt x="3340" y="5530"/>
                  <a:pt x="3403" y="5577"/>
                </a:cubicBezTo>
                <a:lnTo>
                  <a:pt x="5293" y="7436"/>
                </a:lnTo>
                <a:cubicBezTo>
                  <a:pt x="5482" y="7625"/>
                  <a:pt x="5608" y="7877"/>
                  <a:pt x="5608" y="8161"/>
                </a:cubicBezTo>
                <a:lnTo>
                  <a:pt x="5608" y="10996"/>
                </a:lnTo>
                <a:lnTo>
                  <a:pt x="2836" y="10996"/>
                </a:lnTo>
                <a:lnTo>
                  <a:pt x="2836" y="10303"/>
                </a:lnTo>
                <a:cubicBezTo>
                  <a:pt x="2804" y="10051"/>
                  <a:pt x="2710" y="9736"/>
                  <a:pt x="2552" y="9452"/>
                </a:cubicBezTo>
                <a:lnTo>
                  <a:pt x="914" y="6680"/>
                </a:lnTo>
                <a:cubicBezTo>
                  <a:pt x="851" y="6522"/>
                  <a:pt x="757" y="6333"/>
                  <a:pt x="757" y="6176"/>
                </a:cubicBezTo>
                <a:lnTo>
                  <a:pt x="757" y="2427"/>
                </a:lnTo>
                <a:cubicBezTo>
                  <a:pt x="757" y="2238"/>
                  <a:pt x="914" y="2080"/>
                  <a:pt x="1103" y="2080"/>
                </a:cubicBezTo>
                <a:close/>
                <a:moveTo>
                  <a:pt x="5860" y="1"/>
                </a:moveTo>
                <a:cubicBezTo>
                  <a:pt x="4915" y="1"/>
                  <a:pt x="4128" y="788"/>
                  <a:pt x="4128" y="1734"/>
                </a:cubicBezTo>
                <a:cubicBezTo>
                  <a:pt x="4128" y="2206"/>
                  <a:pt x="4348" y="2647"/>
                  <a:pt x="4695" y="2994"/>
                </a:cubicBezTo>
                <a:cubicBezTo>
                  <a:pt x="4411" y="3120"/>
                  <a:pt x="4191" y="3214"/>
                  <a:pt x="3939" y="3435"/>
                </a:cubicBezTo>
                <a:cubicBezTo>
                  <a:pt x="3750" y="3592"/>
                  <a:pt x="3592" y="3750"/>
                  <a:pt x="3435" y="3939"/>
                </a:cubicBezTo>
                <a:lnTo>
                  <a:pt x="3435" y="3813"/>
                </a:lnTo>
                <a:cubicBezTo>
                  <a:pt x="3435" y="3246"/>
                  <a:pt x="2962" y="2805"/>
                  <a:pt x="2395" y="2805"/>
                </a:cubicBezTo>
                <a:cubicBezTo>
                  <a:pt x="2300" y="2805"/>
                  <a:pt x="2174" y="2836"/>
                  <a:pt x="2048" y="2836"/>
                </a:cubicBezTo>
                <a:lnTo>
                  <a:pt x="2048" y="2427"/>
                </a:lnTo>
                <a:cubicBezTo>
                  <a:pt x="2048" y="1891"/>
                  <a:pt x="1576" y="1418"/>
                  <a:pt x="1040" y="1418"/>
                </a:cubicBezTo>
                <a:cubicBezTo>
                  <a:pt x="473" y="1418"/>
                  <a:pt x="0" y="1891"/>
                  <a:pt x="0" y="2427"/>
                </a:cubicBezTo>
                <a:lnTo>
                  <a:pt x="0" y="6176"/>
                </a:lnTo>
                <a:cubicBezTo>
                  <a:pt x="0" y="6491"/>
                  <a:pt x="95" y="6806"/>
                  <a:pt x="253" y="7026"/>
                </a:cubicBezTo>
                <a:lnTo>
                  <a:pt x="1891" y="9799"/>
                </a:lnTo>
                <a:cubicBezTo>
                  <a:pt x="1985" y="9956"/>
                  <a:pt x="2048" y="10145"/>
                  <a:pt x="2048" y="10303"/>
                </a:cubicBezTo>
                <a:lnTo>
                  <a:pt x="2048" y="11342"/>
                </a:lnTo>
                <a:cubicBezTo>
                  <a:pt x="2048" y="11532"/>
                  <a:pt x="2206" y="11689"/>
                  <a:pt x="2395" y="11689"/>
                </a:cubicBezTo>
                <a:lnTo>
                  <a:pt x="9294" y="11689"/>
                </a:lnTo>
                <a:cubicBezTo>
                  <a:pt x="9483" y="11689"/>
                  <a:pt x="9641" y="11532"/>
                  <a:pt x="9641" y="11342"/>
                </a:cubicBezTo>
                <a:lnTo>
                  <a:pt x="9641" y="10303"/>
                </a:lnTo>
                <a:cubicBezTo>
                  <a:pt x="9641" y="10114"/>
                  <a:pt x="9704" y="9956"/>
                  <a:pt x="9799" y="9799"/>
                </a:cubicBezTo>
                <a:lnTo>
                  <a:pt x="11468" y="7026"/>
                </a:lnTo>
                <a:cubicBezTo>
                  <a:pt x="11626" y="6774"/>
                  <a:pt x="11689" y="6491"/>
                  <a:pt x="11689" y="6176"/>
                </a:cubicBezTo>
                <a:lnTo>
                  <a:pt x="11689" y="2427"/>
                </a:lnTo>
                <a:cubicBezTo>
                  <a:pt x="11752" y="1891"/>
                  <a:pt x="11279" y="1418"/>
                  <a:pt x="10712" y="1418"/>
                </a:cubicBezTo>
                <a:cubicBezTo>
                  <a:pt x="10177" y="1418"/>
                  <a:pt x="9704" y="1891"/>
                  <a:pt x="9704" y="2427"/>
                </a:cubicBezTo>
                <a:lnTo>
                  <a:pt x="9704" y="2836"/>
                </a:lnTo>
                <a:cubicBezTo>
                  <a:pt x="9578" y="2805"/>
                  <a:pt x="9452" y="2805"/>
                  <a:pt x="9326" y="2805"/>
                </a:cubicBezTo>
                <a:cubicBezTo>
                  <a:pt x="8790" y="2805"/>
                  <a:pt x="8318" y="3246"/>
                  <a:pt x="8318" y="3813"/>
                </a:cubicBezTo>
                <a:lnTo>
                  <a:pt x="8318" y="3939"/>
                </a:lnTo>
                <a:cubicBezTo>
                  <a:pt x="8160" y="3750"/>
                  <a:pt x="8003" y="3592"/>
                  <a:pt x="7814" y="3435"/>
                </a:cubicBezTo>
                <a:cubicBezTo>
                  <a:pt x="7562" y="3246"/>
                  <a:pt x="7341" y="3088"/>
                  <a:pt x="7058" y="2994"/>
                </a:cubicBezTo>
                <a:cubicBezTo>
                  <a:pt x="7404" y="2647"/>
                  <a:pt x="7593" y="2206"/>
                  <a:pt x="7593" y="1734"/>
                </a:cubicBezTo>
                <a:cubicBezTo>
                  <a:pt x="7593" y="788"/>
                  <a:pt x="6806" y="1"/>
                  <a:pt x="586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87" name="Google Shape;11187;p137"/>
          <p:cNvGrpSpPr/>
          <p:nvPr/>
        </p:nvGrpSpPr>
        <p:grpSpPr>
          <a:xfrm>
            <a:off x="1747421" y="1306759"/>
            <a:ext cx="354527" cy="355498"/>
            <a:chOff x="-35136450" y="1912725"/>
            <a:chExt cx="292225" cy="293025"/>
          </a:xfrm>
        </p:grpSpPr>
        <p:sp>
          <p:nvSpPr>
            <p:cNvPr id="11188" name="Google Shape;11188;p137"/>
            <p:cNvSpPr/>
            <p:nvPr/>
          </p:nvSpPr>
          <p:spPr>
            <a:xfrm>
              <a:off x="-35136450" y="2050575"/>
              <a:ext cx="155975" cy="155175"/>
            </a:xfrm>
            <a:custGeom>
              <a:rect b="b" l="l" r="r" t="t"/>
              <a:pathLst>
                <a:path extrusionOk="0" h="6207" w="6239">
                  <a:moveTo>
                    <a:pt x="3120" y="693"/>
                  </a:moveTo>
                  <a:cubicBezTo>
                    <a:pt x="3718" y="693"/>
                    <a:pt x="4191" y="1166"/>
                    <a:pt x="4191" y="1702"/>
                  </a:cubicBezTo>
                  <a:cubicBezTo>
                    <a:pt x="4191" y="2269"/>
                    <a:pt x="3718" y="2741"/>
                    <a:pt x="3120" y="2741"/>
                  </a:cubicBezTo>
                  <a:cubicBezTo>
                    <a:pt x="2521" y="2741"/>
                    <a:pt x="2049" y="2269"/>
                    <a:pt x="2049" y="1702"/>
                  </a:cubicBezTo>
                  <a:cubicBezTo>
                    <a:pt x="2049" y="1166"/>
                    <a:pt x="2521" y="693"/>
                    <a:pt x="3120" y="693"/>
                  </a:cubicBezTo>
                  <a:close/>
                  <a:moveTo>
                    <a:pt x="3120" y="3434"/>
                  </a:moveTo>
                  <a:cubicBezTo>
                    <a:pt x="4348" y="3434"/>
                    <a:pt x="5357" y="4348"/>
                    <a:pt x="5514" y="5514"/>
                  </a:cubicBezTo>
                  <a:lnTo>
                    <a:pt x="757" y="5514"/>
                  </a:lnTo>
                  <a:cubicBezTo>
                    <a:pt x="883" y="4348"/>
                    <a:pt x="1891" y="3434"/>
                    <a:pt x="3120" y="3434"/>
                  </a:cubicBezTo>
                  <a:close/>
                  <a:moveTo>
                    <a:pt x="3120" y="0"/>
                  </a:moveTo>
                  <a:cubicBezTo>
                    <a:pt x="2175" y="0"/>
                    <a:pt x="1387" y="756"/>
                    <a:pt x="1387" y="1702"/>
                  </a:cubicBezTo>
                  <a:cubicBezTo>
                    <a:pt x="1387" y="2174"/>
                    <a:pt x="1576" y="2615"/>
                    <a:pt x="1891" y="2930"/>
                  </a:cubicBezTo>
                  <a:lnTo>
                    <a:pt x="1954" y="2962"/>
                  </a:lnTo>
                  <a:cubicBezTo>
                    <a:pt x="851" y="3403"/>
                    <a:pt x="1" y="4506"/>
                    <a:pt x="1" y="5829"/>
                  </a:cubicBezTo>
                  <a:cubicBezTo>
                    <a:pt x="1" y="6049"/>
                    <a:pt x="158" y="6207"/>
                    <a:pt x="379" y="6207"/>
                  </a:cubicBezTo>
                  <a:lnTo>
                    <a:pt x="5892" y="6207"/>
                  </a:lnTo>
                  <a:cubicBezTo>
                    <a:pt x="6081" y="6207"/>
                    <a:pt x="6239" y="6049"/>
                    <a:pt x="6239" y="5829"/>
                  </a:cubicBezTo>
                  <a:cubicBezTo>
                    <a:pt x="6239" y="4537"/>
                    <a:pt x="5420" y="3434"/>
                    <a:pt x="4317" y="2962"/>
                  </a:cubicBezTo>
                  <a:lnTo>
                    <a:pt x="4348" y="2930"/>
                  </a:lnTo>
                  <a:cubicBezTo>
                    <a:pt x="4663" y="2615"/>
                    <a:pt x="4852" y="2174"/>
                    <a:pt x="4852" y="1702"/>
                  </a:cubicBezTo>
                  <a:cubicBezTo>
                    <a:pt x="4852" y="756"/>
                    <a:pt x="4065" y="0"/>
                    <a:pt x="312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9" name="Google Shape;11189;p137"/>
            <p:cNvSpPr/>
            <p:nvPr/>
          </p:nvSpPr>
          <p:spPr>
            <a:xfrm>
              <a:off x="-34964750" y="1947400"/>
              <a:ext cx="68550" cy="103200"/>
            </a:xfrm>
            <a:custGeom>
              <a:rect b="b" l="l" r="r" t="t"/>
              <a:pathLst>
                <a:path extrusionOk="0" h="4128" w="2742">
                  <a:moveTo>
                    <a:pt x="1387" y="725"/>
                  </a:moveTo>
                  <a:cubicBezTo>
                    <a:pt x="1765" y="725"/>
                    <a:pt x="2049" y="1008"/>
                    <a:pt x="2049" y="1386"/>
                  </a:cubicBezTo>
                  <a:lnTo>
                    <a:pt x="2049" y="2773"/>
                  </a:lnTo>
                  <a:cubicBezTo>
                    <a:pt x="2049" y="2836"/>
                    <a:pt x="2049" y="2867"/>
                    <a:pt x="2017" y="2930"/>
                  </a:cubicBezTo>
                  <a:lnTo>
                    <a:pt x="1923" y="2836"/>
                  </a:lnTo>
                  <a:cubicBezTo>
                    <a:pt x="1860" y="2773"/>
                    <a:pt x="1773" y="2741"/>
                    <a:pt x="1686" y="2741"/>
                  </a:cubicBezTo>
                  <a:cubicBezTo>
                    <a:pt x="1600" y="2741"/>
                    <a:pt x="1513" y="2773"/>
                    <a:pt x="1450" y="2836"/>
                  </a:cubicBezTo>
                  <a:cubicBezTo>
                    <a:pt x="1324" y="2962"/>
                    <a:pt x="1324" y="3182"/>
                    <a:pt x="1450" y="3308"/>
                  </a:cubicBezTo>
                  <a:lnTo>
                    <a:pt x="1545" y="3403"/>
                  </a:lnTo>
                  <a:cubicBezTo>
                    <a:pt x="1482" y="3434"/>
                    <a:pt x="1450" y="3434"/>
                    <a:pt x="1387" y="3434"/>
                  </a:cubicBezTo>
                  <a:cubicBezTo>
                    <a:pt x="977" y="3434"/>
                    <a:pt x="694" y="3119"/>
                    <a:pt x="694" y="2773"/>
                  </a:cubicBezTo>
                  <a:lnTo>
                    <a:pt x="694" y="1386"/>
                  </a:lnTo>
                  <a:cubicBezTo>
                    <a:pt x="694" y="977"/>
                    <a:pt x="1040" y="725"/>
                    <a:pt x="1387" y="725"/>
                  </a:cubicBezTo>
                  <a:close/>
                  <a:moveTo>
                    <a:pt x="1387" y="0"/>
                  </a:moveTo>
                  <a:cubicBezTo>
                    <a:pt x="631" y="0"/>
                    <a:pt x="1" y="630"/>
                    <a:pt x="1" y="1386"/>
                  </a:cubicBezTo>
                  <a:lnTo>
                    <a:pt x="1" y="2773"/>
                  </a:lnTo>
                  <a:cubicBezTo>
                    <a:pt x="1" y="3497"/>
                    <a:pt x="631" y="4127"/>
                    <a:pt x="1387" y="4127"/>
                  </a:cubicBezTo>
                  <a:cubicBezTo>
                    <a:pt x="1608" y="4127"/>
                    <a:pt x="1860" y="4064"/>
                    <a:pt x="2080" y="3938"/>
                  </a:cubicBezTo>
                  <a:lnTo>
                    <a:pt x="2175" y="4033"/>
                  </a:lnTo>
                  <a:cubicBezTo>
                    <a:pt x="2222" y="4080"/>
                    <a:pt x="2309" y="4104"/>
                    <a:pt x="2399" y="4104"/>
                  </a:cubicBezTo>
                  <a:cubicBezTo>
                    <a:pt x="2490" y="4104"/>
                    <a:pt x="2584" y="4080"/>
                    <a:pt x="2647" y="4033"/>
                  </a:cubicBezTo>
                  <a:cubicBezTo>
                    <a:pt x="2742" y="3907"/>
                    <a:pt x="2742" y="3655"/>
                    <a:pt x="2647" y="3560"/>
                  </a:cubicBezTo>
                  <a:lnTo>
                    <a:pt x="2553" y="3466"/>
                  </a:lnTo>
                  <a:cubicBezTo>
                    <a:pt x="2679" y="3277"/>
                    <a:pt x="2742" y="3025"/>
                    <a:pt x="2742" y="2773"/>
                  </a:cubicBezTo>
                  <a:lnTo>
                    <a:pt x="2742" y="1386"/>
                  </a:lnTo>
                  <a:cubicBezTo>
                    <a:pt x="2742" y="630"/>
                    <a:pt x="2112" y="0"/>
                    <a:pt x="138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0" name="Google Shape;11190;p137"/>
            <p:cNvSpPr/>
            <p:nvPr/>
          </p:nvSpPr>
          <p:spPr>
            <a:xfrm>
              <a:off x="-35016725" y="1912725"/>
              <a:ext cx="172500" cy="172025"/>
            </a:xfrm>
            <a:custGeom>
              <a:rect b="b" l="l" r="r" t="t"/>
              <a:pathLst>
                <a:path extrusionOk="0" h="6881" w="6900">
                  <a:moveTo>
                    <a:pt x="3466" y="726"/>
                  </a:moveTo>
                  <a:cubicBezTo>
                    <a:pt x="4947" y="726"/>
                    <a:pt x="6175" y="1954"/>
                    <a:pt x="6175" y="3467"/>
                  </a:cubicBezTo>
                  <a:cubicBezTo>
                    <a:pt x="6207" y="4979"/>
                    <a:pt x="4978" y="6207"/>
                    <a:pt x="3466" y="6207"/>
                  </a:cubicBezTo>
                  <a:cubicBezTo>
                    <a:pt x="2930" y="6207"/>
                    <a:pt x="2426" y="6050"/>
                    <a:pt x="1985" y="5766"/>
                  </a:cubicBezTo>
                  <a:cubicBezTo>
                    <a:pt x="1942" y="5745"/>
                    <a:pt x="1868" y="5708"/>
                    <a:pt x="1806" y="5708"/>
                  </a:cubicBezTo>
                  <a:cubicBezTo>
                    <a:pt x="1778" y="5708"/>
                    <a:pt x="1753" y="5715"/>
                    <a:pt x="1733" y="5735"/>
                  </a:cubicBezTo>
                  <a:lnTo>
                    <a:pt x="946" y="5987"/>
                  </a:lnTo>
                  <a:lnTo>
                    <a:pt x="1198" y="5199"/>
                  </a:lnTo>
                  <a:cubicBezTo>
                    <a:pt x="1261" y="5136"/>
                    <a:pt x="1198" y="5010"/>
                    <a:pt x="1166" y="4947"/>
                  </a:cubicBezTo>
                  <a:cubicBezTo>
                    <a:pt x="914" y="4506"/>
                    <a:pt x="757" y="4002"/>
                    <a:pt x="757" y="3467"/>
                  </a:cubicBezTo>
                  <a:cubicBezTo>
                    <a:pt x="757" y="1954"/>
                    <a:pt x="1954" y="726"/>
                    <a:pt x="3466" y="726"/>
                  </a:cubicBezTo>
                  <a:close/>
                  <a:moveTo>
                    <a:pt x="3466" y="1"/>
                  </a:moveTo>
                  <a:cubicBezTo>
                    <a:pt x="1576" y="1"/>
                    <a:pt x="32" y="1545"/>
                    <a:pt x="32" y="3435"/>
                  </a:cubicBezTo>
                  <a:cubicBezTo>
                    <a:pt x="32" y="4034"/>
                    <a:pt x="190" y="4569"/>
                    <a:pt x="473" y="5136"/>
                  </a:cubicBezTo>
                  <a:lnTo>
                    <a:pt x="32" y="6428"/>
                  </a:lnTo>
                  <a:cubicBezTo>
                    <a:pt x="0" y="6554"/>
                    <a:pt x="32" y="6712"/>
                    <a:pt x="95" y="6775"/>
                  </a:cubicBezTo>
                  <a:cubicBezTo>
                    <a:pt x="166" y="6845"/>
                    <a:pt x="272" y="6881"/>
                    <a:pt x="374" y="6881"/>
                  </a:cubicBezTo>
                  <a:cubicBezTo>
                    <a:pt x="408" y="6881"/>
                    <a:pt x="442" y="6877"/>
                    <a:pt x="473" y="6869"/>
                  </a:cubicBezTo>
                  <a:lnTo>
                    <a:pt x="1765" y="6428"/>
                  </a:lnTo>
                  <a:cubicBezTo>
                    <a:pt x="2269" y="6712"/>
                    <a:pt x="2867" y="6869"/>
                    <a:pt x="3466" y="6869"/>
                  </a:cubicBezTo>
                  <a:cubicBezTo>
                    <a:pt x="5356" y="6869"/>
                    <a:pt x="6900" y="5325"/>
                    <a:pt x="6900" y="3435"/>
                  </a:cubicBezTo>
                  <a:cubicBezTo>
                    <a:pt x="6869" y="1576"/>
                    <a:pt x="5356" y="1"/>
                    <a:pt x="346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91" name="Google Shape;11191;p137"/>
          <p:cNvGrpSpPr/>
          <p:nvPr/>
        </p:nvGrpSpPr>
        <p:grpSpPr>
          <a:xfrm>
            <a:off x="1747891" y="1765978"/>
            <a:ext cx="353587" cy="354103"/>
            <a:chOff x="-35134875" y="2272675"/>
            <a:chExt cx="291450" cy="291875"/>
          </a:xfrm>
        </p:grpSpPr>
        <p:sp>
          <p:nvSpPr>
            <p:cNvPr id="11192" name="Google Shape;11192;p137"/>
            <p:cNvSpPr/>
            <p:nvPr/>
          </p:nvSpPr>
          <p:spPr>
            <a:xfrm>
              <a:off x="-35134875" y="2272675"/>
              <a:ext cx="291450" cy="291875"/>
            </a:xfrm>
            <a:custGeom>
              <a:rect b="b" l="l" r="r" t="t"/>
              <a:pathLst>
                <a:path extrusionOk="0" h="11675" w="11658">
                  <a:moveTo>
                    <a:pt x="9925" y="662"/>
                  </a:moveTo>
                  <a:cubicBezTo>
                    <a:pt x="10460" y="662"/>
                    <a:pt x="10933" y="1135"/>
                    <a:pt x="10933" y="1733"/>
                  </a:cubicBezTo>
                  <a:lnTo>
                    <a:pt x="10933" y="5136"/>
                  </a:lnTo>
                  <a:cubicBezTo>
                    <a:pt x="10933" y="5703"/>
                    <a:pt x="10460" y="6176"/>
                    <a:pt x="9925" y="6176"/>
                  </a:cubicBezTo>
                  <a:cubicBezTo>
                    <a:pt x="9704" y="6176"/>
                    <a:pt x="9547" y="6333"/>
                    <a:pt x="9547" y="6522"/>
                  </a:cubicBezTo>
                  <a:lnTo>
                    <a:pt x="9547" y="7751"/>
                  </a:lnTo>
                  <a:lnTo>
                    <a:pt x="8192" y="6365"/>
                  </a:lnTo>
                  <a:lnTo>
                    <a:pt x="8192" y="4474"/>
                  </a:lnTo>
                  <a:cubicBezTo>
                    <a:pt x="8192" y="3529"/>
                    <a:pt x="7404" y="2742"/>
                    <a:pt x="6459" y="2742"/>
                  </a:cubicBezTo>
                  <a:lnTo>
                    <a:pt x="3372" y="2742"/>
                  </a:lnTo>
                  <a:lnTo>
                    <a:pt x="3372" y="1733"/>
                  </a:lnTo>
                  <a:cubicBezTo>
                    <a:pt x="3372" y="1166"/>
                    <a:pt x="3844" y="662"/>
                    <a:pt x="4411" y="662"/>
                  </a:cubicBezTo>
                  <a:close/>
                  <a:moveTo>
                    <a:pt x="6459" y="3403"/>
                  </a:moveTo>
                  <a:cubicBezTo>
                    <a:pt x="6995" y="3403"/>
                    <a:pt x="7499" y="3876"/>
                    <a:pt x="7499" y="4474"/>
                  </a:cubicBezTo>
                  <a:lnTo>
                    <a:pt x="7499" y="7908"/>
                  </a:lnTo>
                  <a:lnTo>
                    <a:pt x="7467" y="7908"/>
                  </a:lnTo>
                  <a:cubicBezTo>
                    <a:pt x="7467" y="8444"/>
                    <a:pt x="6995" y="8917"/>
                    <a:pt x="6396" y="8917"/>
                  </a:cubicBezTo>
                  <a:lnTo>
                    <a:pt x="3687" y="8917"/>
                  </a:lnTo>
                  <a:cubicBezTo>
                    <a:pt x="3624" y="8917"/>
                    <a:pt x="3498" y="8948"/>
                    <a:pt x="3466" y="9043"/>
                  </a:cubicBezTo>
                  <a:lnTo>
                    <a:pt x="1986" y="10492"/>
                  </a:lnTo>
                  <a:lnTo>
                    <a:pt x="1986" y="9295"/>
                  </a:lnTo>
                  <a:cubicBezTo>
                    <a:pt x="1986" y="9074"/>
                    <a:pt x="1828" y="8917"/>
                    <a:pt x="1639" y="8917"/>
                  </a:cubicBezTo>
                  <a:cubicBezTo>
                    <a:pt x="1103" y="8917"/>
                    <a:pt x="631" y="8444"/>
                    <a:pt x="631" y="7908"/>
                  </a:cubicBezTo>
                  <a:lnTo>
                    <a:pt x="631" y="4474"/>
                  </a:lnTo>
                  <a:cubicBezTo>
                    <a:pt x="631" y="3939"/>
                    <a:pt x="1103" y="3403"/>
                    <a:pt x="1639" y="3403"/>
                  </a:cubicBezTo>
                  <a:close/>
                  <a:moveTo>
                    <a:pt x="4411" y="1"/>
                  </a:moveTo>
                  <a:cubicBezTo>
                    <a:pt x="3466" y="1"/>
                    <a:pt x="2710" y="788"/>
                    <a:pt x="2710" y="1733"/>
                  </a:cubicBezTo>
                  <a:lnTo>
                    <a:pt x="2710" y="2742"/>
                  </a:lnTo>
                  <a:lnTo>
                    <a:pt x="1671" y="2742"/>
                  </a:lnTo>
                  <a:cubicBezTo>
                    <a:pt x="725" y="2742"/>
                    <a:pt x="1" y="3529"/>
                    <a:pt x="1" y="4474"/>
                  </a:cubicBezTo>
                  <a:lnTo>
                    <a:pt x="1" y="7908"/>
                  </a:lnTo>
                  <a:cubicBezTo>
                    <a:pt x="1" y="8728"/>
                    <a:pt x="568" y="9452"/>
                    <a:pt x="1355" y="9610"/>
                  </a:cubicBezTo>
                  <a:lnTo>
                    <a:pt x="1355" y="11342"/>
                  </a:lnTo>
                  <a:cubicBezTo>
                    <a:pt x="1355" y="11500"/>
                    <a:pt x="1450" y="11594"/>
                    <a:pt x="1576" y="11657"/>
                  </a:cubicBezTo>
                  <a:cubicBezTo>
                    <a:pt x="1607" y="11668"/>
                    <a:pt x="1646" y="11675"/>
                    <a:pt x="1687" y="11675"/>
                  </a:cubicBezTo>
                  <a:cubicBezTo>
                    <a:pt x="1769" y="11675"/>
                    <a:pt x="1860" y="11647"/>
                    <a:pt x="1923" y="11563"/>
                  </a:cubicBezTo>
                  <a:lnTo>
                    <a:pt x="3876" y="9610"/>
                  </a:lnTo>
                  <a:lnTo>
                    <a:pt x="6491" y="9610"/>
                  </a:lnTo>
                  <a:cubicBezTo>
                    <a:pt x="7436" y="9610"/>
                    <a:pt x="8224" y="8854"/>
                    <a:pt x="8224" y="7908"/>
                  </a:cubicBezTo>
                  <a:lnTo>
                    <a:pt x="8224" y="7341"/>
                  </a:lnTo>
                  <a:lnTo>
                    <a:pt x="9704" y="8822"/>
                  </a:lnTo>
                  <a:cubicBezTo>
                    <a:pt x="9773" y="8868"/>
                    <a:pt x="9876" y="8897"/>
                    <a:pt x="9976" y="8897"/>
                  </a:cubicBezTo>
                  <a:cubicBezTo>
                    <a:pt x="10013" y="8897"/>
                    <a:pt x="10049" y="8893"/>
                    <a:pt x="10082" y="8885"/>
                  </a:cubicBezTo>
                  <a:cubicBezTo>
                    <a:pt x="10208" y="8854"/>
                    <a:pt x="10271" y="8696"/>
                    <a:pt x="10271" y="8570"/>
                  </a:cubicBezTo>
                  <a:lnTo>
                    <a:pt x="10271" y="6837"/>
                  </a:lnTo>
                  <a:cubicBezTo>
                    <a:pt x="11059" y="6680"/>
                    <a:pt x="11658" y="5987"/>
                    <a:pt x="11658" y="5136"/>
                  </a:cubicBezTo>
                  <a:lnTo>
                    <a:pt x="11658" y="1733"/>
                  </a:lnTo>
                  <a:cubicBezTo>
                    <a:pt x="11595" y="788"/>
                    <a:pt x="10870" y="1"/>
                    <a:pt x="992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3" name="Google Shape;11193;p137"/>
            <p:cNvSpPr/>
            <p:nvPr/>
          </p:nvSpPr>
          <p:spPr>
            <a:xfrm>
              <a:off x="-35093925" y="2419175"/>
              <a:ext cx="18150" cy="17350"/>
            </a:xfrm>
            <a:custGeom>
              <a:rect b="b" l="l" r="r" t="t"/>
              <a:pathLst>
                <a:path extrusionOk="0" h="694" w="726">
                  <a:moveTo>
                    <a:pt x="348" y="1"/>
                  </a:moveTo>
                  <a:cubicBezTo>
                    <a:pt x="159" y="1"/>
                    <a:pt x="1" y="158"/>
                    <a:pt x="1" y="347"/>
                  </a:cubicBezTo>
                  <a:cubicBezTo>
                    <a:pt x="1" y="536"/>
                    <a:pt x="159" y="694"/>
                    <a:pt x="348" y="694"/>
                  </a:cubicBezTo>
                  <a:cubicBezTo>
                    <a:pt x="568" y="694"/>
                    <a:pt x="726" y="536"/>
                    <a:pt x="726" y="347"/>
                  </a:cubicBezTo>
                  <a:cubicBezTo>
                    <a:pt x="726" y="158"/>
                    <a:pt x="568" y="1"/>
                    <a:pt x="3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4" name="Google Shape;11194;p137"/>
            <p:cNvSpPr/>
            <p:nvPr/>
          </p:nvSpPr>
          <p:spPr>
            <a:xfrm>
              <a:off x="-35042725" y="2419175"/>
              <a:ext cx="18150" cy="17350"/>
            </a:xfrm>
            <a:custGeom>
              <a:rect b="b" l="l" r="r" t="t"/>
              <a:pathLst>
                <a:path extrusionOk="0" h="694" w="726">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5" name="Google Shape;11195;p137"/>
            <p:cNvSpPr/>
            <p:nvPr/>
          </p:nvSpPr>
          <p:spPr>
            <a:xfrm>
              <a:off x="-34991525" y="2419175"/>
              <a:ext cx="18150" cy="17350"/>
            </a:xfrm>
            <a:custGeom>
              <a:rect b="b" l="l" r="r" t="t"/>
              <a:pathLst>
                <a:path extrusionOk="0" h="694" w="726">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96" name="Google Shape;11196;p137"/>
          <p:cNvGrpSpPr/>
          <p:nvPr/>
        </p:nvGrpSpPr>
        <p:grpSpPr>
          <a:xfrm>
            <a:off x="1789458" y="2221307"/>
            <a:ext cx="270453" cy="353587"/>
            <a:chOff x="-35101800" y="2631050"/>
            <a:chExt cx="222925" cy="291450"/>
          </a:xfrm>
        </p:grpSpPr>
        <p:sp>
          <p:nvSpPr>
            <p:cNvPr id="11197" name="Google Shape;11197;p137"/>
            <p:cNvSpPr/>
            <p:nvPr/>
          </p:nvSpPr>
          <p:spPr>
            <a:xfrm>
              <a:off x="-34999400" y="2699575"/>
              <a:ext cx="18150" cy="18125"/>
            </a:xfrm>
            <a:custGeom>
              <a:rect b="b" l="l" r="r" t="t"/>
              <a:pathLst>
                <a:path extrusionOk="0" h="725" w="726">
                  <a:moveTo>
                    <a:pt x="347" y="0"/>
                  </a:moveTo>
                  <a:cubicBezTo>
                    <a:pt x="158" y="0"/>
                    <a:pt x="1" y="158"/>
                    <a:pt x="1" y="347"/>
                  </a:cubicBezTo>
                  <a:cubicBezTo>
                    <a:pt x="1" y="567"/>
                    <a:pt x="158" y="725"/>
                    <a:pt x="347" y="725"/>
                  </a:cubicBezTo>
                  <a:cubicBezTo>
                    <a:pt x="568" y="725"/>
                    <a:pt x="725" y="567"/>
                    <a:pt x="725" y="347"/>
                  </a:cubicBezTo>
                  <a:cubicBezTo>
                    <a:pt x="725" y="158"/>
                    <a:pt x="568"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8" name="Google Shape;11198;p137"/>
            <p:cNvSpPr/>
            <p:nvPr/>
          </p:nvSpPr>
          <p:spPr>
            <a:xfrm>
              <a:off x="-34999400" y="2732650"/>
              <a:ext cx="18150" cy="52800"/>
            </a:xfrm>
            <a:custGeom>
              <a:rect b="b" l="l" r="r" t="t"/>
              <a:pathLst>
                <a:path extrusionOk="0" h="2112" w="726">
                  <a:moveTo>
                    <a:pt x="347" y="0"/>
                  </a:moveTo>
                  <a:cubicBezTo>
                    <a:pt x="158" y="0"/>
                    <a:pt x="1" y="190"/>
                    <a:pt x="1" y="379"/>
                  </a:cubicBezTo>
                  <a:lnTo>
                    <a:pt x="1" y="1765"/>
                  </a:lnTo>
                  <a:cubicBezTo>
                    <a:pt x="1" y="1985"/>
                    <a:pt x="158" y="2111"/>
                    <a:pt x="347" y="2111"/>
                  </a:cubicBezTo>
                  <a:cubicBezTo>
                    <a:pt x="568" y="2111"/>
                    <a:pt x="725" y="1954"/>
                    <a:pt x="725" y="1765"/>
                  </a:cubicBezTo>
                  <a:lnTo>
                    <a:pt x="725" y="379"/>
                  </a:lnTo>
                  <a:cubicBezTo>
                    <a:pt x="725" y="190"/>
                    <a:pt x="568"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9" name="Google Shape;11199;p137"/>
            <p:cNvSpPr/>
            <p:nvPr/>
          </p:nvSpPr>
          <p:spPr>
            <a:xfrm>
              <a:off x="-35067125" y="2665700"/>
              <a:ext cx="153600" cy="154400"/>
            </a:xfrm>
            <a:custGeom>
              <a:rect b="b" l="l" r="r" t="t"/>
              <a:pathLst>
                <a:path extrusionOk="0" h="6176" w="6144">
                  <a:moveTo>
                    <a:pt x="3056" y="694"/>
                  </a:moveTo>
                  <a:cubicBezTo>
                    <a:pt x="4411" y="694"/>
                    <a:pt x="5482" y="1765"/>
                    <a:pt x="5482" y="3088"/>
                  </a:cubicBezTo>
                  <a:cubicBezTo>
                    <a:pt x="5482" y="4443"/>
                    <a:pt x="4411" y="5482"/>
                    <a:pt x="3056" y="5482"/>
                  </a:cubicBezTo>
                  <a:cubicBezTo>
                    <a:pt x="1733" y="5482"/>
                    <a:pt x="662" y="4443"/>
                    <a:pt x="662" y="3088"/>
                  </a:cubicBezTo>
                  <a:cubicBezTo>
                    <a:pt x="662" y="1796"/>
                    <a:pt x="1764" y="694"/>
                    <a:pt x="3056" y="694"/>
                  </a:cubicBezTo>
                  <a:close/>
                  <a:moveTo>
                    <a:pt x="3056" y="1"/>
                  </a:moveTo>
                  <a:cubicBezTo>
                    <a:pt x="1386" y="1"/>
                    <a:pt x="0" y="1387"/>
                    <a:pt x="0" y="3088"/>
                  </a:cubicBezTo>
                  <a:cubicBezTo>
                    <a:pt x="0" y="4789"/>
                    <a:pt x="1386" y="6176"/>
                    <a:pt x="3056" y="6176"/>
                  </a:cubicBezTo>
                  <a:cubicBezTo>
                    <a:pt x="4757" y="6176"/>
                    <a:pt x="6144" y="4789"/>
                    <a:pt x="6144" y="3088"/>
                  </a:cubicBezTo>
                  <a:cubicBezTo>
                    <a:pt x="6144" y="1387"/>
                    <a:pt x="4757" y="1"/>
                    <a:pt x="305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0" name="Google Shape;11200;p137"/>
            <p:cNvSpPr/>
            <p:nvPr/>
          </p:nvSpPr>
          <p:spPr>
            <a:xfrm>
              <a:off x="-35101800" y="2631050"/>
              <a:ext cx="222925" cy="291450"/>
            </a:xfrm>
            <a:custGeom>
              <a:rect b="b" l="l" r="r" t="t"/>
              <a:pathLst>
                <a:path extrusionOk="0" h="11658" w="8917">
                  <a:moveTo>
                    <a:pt x="4443" y="693"/>
                  </a:moveTo>
                  <a:cubicBezTo>
                    <a:pt x="6554" y="693"/>
                    <a:pt x="8192" y="2395"/>
                    <a:pt x="8192" y="4474"/>
                  </a:cubicBezTo>
                  <a:cubicBezTo>
                    <a:pt x="8192" y="5293"/>
                    <a:pt x="7940" y="6081"/>
                    <a:pt x="7436" y="6711"/>
                  </a:cubicBezTo>
                  <a:lnTo>
                    <a:pt x="4443" y="10775"/>
                  </a:lnTo>
                  <a:lnTo>
                    <a:pt x="1450" y="6711"/>
                  </a:lnTo>
                  <a:cubicBezTo>
                    <a:pt x="1009" y="6049"/>
                    <a:pt x="726" y="5293"/>
                    <a:pt x="726" y="4474"/>
                  </a:cubicBezTo>
                  <a:cubicBezTo>
                    <a:pt x="726" y="2395"/>
                    <a:pt x="2364" y="693"/>
                    <a:pt x="4443" y="693"/>
                  </a:cubicBezTo>
                  <a:close/>
                  <a:moveTo>
                    <a:pt x="4443" y="0"/>
                  </a:moveTo>
                  <a:cubicBezTo>
                    <a:pt x="2017" y="0"/>
                    <a:pt x="1" y="1985"/>
                    <a:pt x="1" y="4443"/>
                  </a:cubicBezTo>
                  <a:cubicBezTo>
                    <a:pt x="1" y="5419"/>
                    <a:pt x="316" y="6333"/>
                    <a:pt x="883" y="7120"/>
                  </a:cubicBezTo>
                  <a:lnTo>
                    <a:pt x="4191" y="11531"/>
                  </a:lnTo>
                  <a:cubicBezTo>
                    <a:pt x="4254" y="11594"/>
                    <a:pt x="4349" y="11657"/>
                    <a:pt x="4443" y="11657"/>
                  </a:cubicBezTo>
                  <a:cubicBezTo>
                    <a:pt x="4569" y="11657"/>
                    <a:pt x="4664" y="11594"/>
                    <a:pt x="4727" y="11531"/>
                  </a:cubicBezTo>
                  <a:lnTo>
                    <a:pt x="8003" y="7120"/>
                  </a:lnTo>
                  <a:cubicBezTo>
                    <a:pt x="8602" y="6333"/>
                    <a:pt x="8917" y="5419"/>
                    <a:pt x="8917" y="4443"/>
                  </a:cubicBezTo>
                  <a:cubicBezTo>
                    <a:pt x="8917" y="1985"/>
                    <a:pt x="6901" y="0"/>
                    <a:pt x="44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201" name="Google Shape;11201;p137"/>
          <p:cNvSpPr/>
          <p:nvPr/>
        </p:nvSpPr>
        <p:spPr>
          <a:xfrm>
            <a:off x="3982155" y="1307046"/>
            <a:ext cx="338270" cy="355255"/>
          </a:xfrm>
          <a:custGeom>
            <a:rect b="b" l="l" r="r" t="t"/>
            <a:pathLst>
              <a:path extrusionOk="0" h="11713" w="11153">
                <a:moveTo>
                  <a:pt x="9594" y="693"/>
                </a:moveTo>
                <a:cubicBezTo>
                  <a:pt x="9767" y="693"/>
                  <a:pt x="9940" y="764"/>
                  <a:pt x="10082" y="906"/>
                </a:cubicBezTo>
                <a:cubicBezTo>
                  <a:pt x="10365" y="1158"/>
                  <a:pt x="10365" y="1599"/>
                  <a:pt x="10082" y="1883"/>
                </a:cubicBezTo>
                <a:lnTo>
                  <a:pt x="9168" y="2796"/>
                </a:lnTo>
                <a:lnTo>
                  <a:pt x="6175" y="3364"/>
                </a:lnTo>
                <a:lnTo>
                  <a:pt x="6175" y="1410"/>
                </a:lnTo>
                <a:lnTo>
                  <a:pt x="8475" y="1410"/>
                </a:lnTo>
                <a:cubicBezTo>
                  <a:pt x="8538" y="1410"/>
                  <a:pt x="8664" y="1379"/>
                  <a:pt x="8696" y="1284"/>
                </a:cubicBezTo>
                <a:lnTo>
                  <a:pt x="9105" y="906"/>
                </a:lnTo>
                <a:cubicBezTo>
                  <a:pt x="9247" y="764"/>
                  <a:pt x="9420" y="693"/>
                  <a:pt x="9594" y="693"/>
                </a:cubicBezTo>
                <a:close/>
                <a:moveTo>
                  <a:pt x="5136" y="749"/>
                </a:moveTo>
                <a:cubicBezTo>
                  <a:pt x="5325" y="749"/>
                  <a:pt x="5482" y="906"/>
                  <a:pt x="5482" y="1095"/>
                </a:cubicBezTo>
                <a:lnTo>
                  <a:pt x="5482" y="4214"/>
                </a:lnTo>
                <a:cubicBezTo>
                  <a:pt x="5356" y="4151"/>
                  <a:pt x="5230" y="4151"/>
                  <a:pt x="5136" y="4151"/>
                </a:cubicBezTo>
                <a:cubicBezTo>
                  <a:pt x="5010" y="4151"/>
                  <a:pt x="4884" y="4151"/>
                  <a:pt x="4758" y="4214"/>
                </a:cubicBezTo>
                <a:lnTo>
                  <a:pt x="4758" y="1095"/>
                </a:lnTo>
                <a:cubicBezTo>
                  <a:pt x="4758" y="906"/>
                  <a:pt x="4915" y="749"/>
                  <a:pt x="5136" y="749"/>
                </a:cubicBezTo>
                <a:close/>
                <a:moveTo>
                  <a:pt x="5136" y="4844"/>
                </a:moveTo>
                <a:cubicBezTo>
                  <a:pt x="5671" y="4844"/>
                  <a:pt x="6144" y="5317"/>
                  <a:pt x="6144" y="5852"/>
                </a:cubicBezTo>
                <a:cubicBezTo>
                  <a:pt x="6144" y="6419"/>
                  <a:pt x="5671" y="6861"/>
                  <a:pt x="5136" y="6861"/>
                </a:cubicBezTo>
                <a:cubicBezTo>
                  <a:pt x="4568" y="6861"/>
                  <a:pt x="4096" y="6388"/>
                  <a:pt x="4096" y="5852"/>
                </a:cubicBezTo>
                <a:cubicBezTo>
                  <a:pt x="4096" y="5317"/>
                  <a:pt x="4568" y="4844"/>
                  <a:pt x="5136" y="4844"/>
                </a:cubicBezTo>
                <a:close/>
                <a:moveTo>
                  <a:pt x="4096" y="1442"/>
                </a:moveTo>
                <a:lnTo>
                  <a:pt x="4096" y="4529"/>
                </a:lnTo>
                <a:cubicBezTo>
                  <a:pt x="3655" y="4844"/>
                  <a:pt x="3434" y="5348"/>
                  <a:pt x="3434" y="5884"/>
                </a:cubicBezTo>
                <a:cubicBezTo>
                  <a:pt x="3434" y="6136"/>
                  <a:pt x="3466" y="6419"/>
                  <a:pt x="3592" y="6609"/>
                </a:cubicBezTo>
                <a:lnTo>
                  <a:pt x="2332" y="8184"/>
                </a:lnTo>
                <a:cubicBezTo>
                  <a:pt x="1323" y="7522"/>
                  <a:pt x="725" y="6356"/>
                  <a:pt x="725" y="5159"/>
                </a:cubicBezTo>
                <a:cubicBezTo>
                  <a:pt x="662" y="3143"/>
                  <a:pt x="2206" y="1568"/>
                  <a:pt x="4096" y="1442"/>
                </a:cubicBezTo>
                <a:close/>
                <a:moveTo>
                  <a:pt x="8916" y="3521"/>
                </a:moveTo>
                <a:lnTo>
                  <a:pt x="8916" y="4466"/>
                </a:lnTo>
                <a:cubicBezTo>
                  <a:pt x="8916" y="4529"/>
                  <a:pt x="8916" y="4592"/>
                  <a:pt x="8948" y="4624"/>
                </a:cubicBezTo>
                <a:lnTo>
                  <a:pt x="9798" y="6419"/>
                </a:lnTo>
                <a:cubicBezTo>
                  <a:pt x="9893" y="6577"/>
                  <a:pt x="9798" y="6672"/>
                  <a:pt x="9798" y="6735"/>
                </a:cubicBezTo>
                <a:cubicBezTo>
                  <a:pt x="9767" y="6766"/>
                  <a:pt x="9704" y="6892"/>
                  <a:pt x="9546" y="6892"/>
                </a:cubicBezTo>
                <a:lnTo>
                  <a:pt x="9263" y="6892"/>
                </a:lnTo>
                <a:cubicBezTo>
                  <a:pt x="9074" y="6892"/>
                  <a:pt x="8916" y="7050"/>
                  <a:pt x="8916" y="7239"/>
                </a:cubicBezTo>
                <a:lnTo>
                  <a:pt x="8916" y="8341"/>
                </a:lnTo>
                <a:cubicBezTo>
                  <a:pt x="8633" y="8467"/>
                  <a:pt x="8381" y="8656"/>
                  <a:pt x="8286" y="8971"/>
                </a:cubicBezTo>
                <a:lnTo>
                  <a:pt x="6522" y="8971"/>
                </a:lnTo>
                <a:cubicBezTo>
                  <a:pt x="5955" y="8971"/>
                  <a:pt x="5482" y="8499"/>
                  <a:pt x="5482" y="7932"/>
                </a:cubicBezTo>
                <a:lnTo>
                  <a:pt x="5482" y="7554"/>
                </a:lnTo>
                <a:cubicBezTo>
                  <a:pt x="6270" y="7396"/>
                  <a:pt x="6868" y="6672"/>
                  <a:pt x="6868" y="5852"/>
                </a:cubicBezTo>
                <a:cubicBezTo>
                  <a:pt x="6868" y="5317"/>
                  <a:pt x="6585" y="4781"/>
                  <a:pt x="6207" y="4466"/>
                </a:cubicBezTo>
                <a:lnTo>
                  <a:pt x="6207" y="4088"/>
                </a:lnTo>
                <a:lnTo>
                  <a:pt x="8916" y="3521"/>
                </a:lnTo>
                <a:close/>
                <a:moveTo>
                  <a:pt x="9231" y="8940"/>
                </a:moveTo>
                <a:cubicBezTo>
                  <a:pt x="9420" y="8940"/>
                  <a:pt x="9578" y="9097"/>
                  <a:pt x="9578" y="9286"/>
                </a:cubicBezTo>
                <a:cubicBezTo>
                  <a:pt x="9578" y="9475"/>
                  <a:pt x="9420" y="9633"/>
                  <a:pt x="9231" y="9633"/>
                </a:cubicBezTo>
                <a:cubicBezTo>
                  <a:pt x="9011" y="9633"/>
                  <a:pt x="8853" y="9475"/>
                  <a:pt x="8853" y="9286"/>
                </a:cubicBezTo>
                <a:cubicBezTo>
                  <a:pt x="8853" y="9097"/>
                  <a:pt x="9011" y="8940"/>
                  <a:pt x="9231" y="8940"/>
                </a:cubicBezTo>
                <a:close/>
                <a:moveTo>
                  <a:pt x="3970" y="7144"/>
                </a:moveTo>
                <a:cubicBezTo>
                  <a:pt x="4222" y="7365"/>
                  <a:pt x="4442" y="7522"/>
                  <a:pt x="4758" y="7554"/>
                </a:cubicBezTo>
                <a:lnTo>
                  <a:pt x="4758" y="7932"/>
                </a:lnTo>
                <a:cubicBezTo>
                  <a:pt x="4758" y="8877"/>
                  <a:pt x="5514" y="9633"/>
                  <a:pt x="6459" y="9633"/>
                </a:cubicBezTo>
                <a:lnTo>
                  <a:pt x="8223" y="9633"/>
                </a:lnTo>
                <a:cubicBezTo>
                  <a:pt x="8286" y="9727"/>
                  <a:pt x="8318" y="9791"/>
                  <a:pt x="8349" y="9822"/>
                </a:cubicBezTo>
                <a:cubicBezTo>
                  <a:pt x="8034" y="10137"/>
                  <a:pt x="7593" y="10295"/>
                  <a:pt x="7183" y="10295"/>
                </a:cubicBezTo>
                <a:lnTo>
                  <a:pt x="5797" y="10295"/>
                </a:lnTo>
                <a:cubicBezTo>
                  <a:pt x="5608" y="10295"/>
                  <a:pt x="5451" y="10452"/>
                  <a:pt x="5451" y="10673"/>
                </a:cubicBezTo>
                <a:lnTo>
                  <a:pt x="5451" y="11051"/>
                </a:lnTo>
                <a:lnTo>
                  <a:pt x="2710" y="11051"/>
                </a:lnTo>
                <a:lnTo>
                  <a:pt x="2710" y="8719"/>
                </a:lnTo>
                <a:lnTo>
                  <a:pt x="3970" y="7144"/>
                </a:lnTo>
                <a:close/>
                <a:moveTo>
                  <a:pt x="9629" y="0"/>
                </a:moveTo>
                <a:cubicBezTo>
                  <a:pt x="9278" y="0"/>
                  <a:pt x="8932" y="134"/>
                  <a:pt x="8664" y="402"/>
                </a:cubicBezTo>
                <a:lnTo>
                  <a:pt x="8412" y="686"/>
                </a:lnTo>
                <a:lnTo>
                  <a:pt x="6144" y="686"/>
                </a:lnTo>
                <a:cubicBezTo>
                  <a:pt x="5986" y="308"/>
                  <a:pt x="5640" y="24"/>
                  <a:pt x="5167" y="24"/>
                </a:cubicBezTo>
                <a:cubicBezTo>
                  <a:pt x="4726" y="24"/>
                  <a:pt x="4348" y="308"/>
                  <a:pt x="4190" y="686"/>
                </a:cubicBezTo>
                <a:cubicBezTo>
                  <a:pt x="1859" y="812"/>
                  <a:pt x="0" y="2702"/>
                  <a:pt x="0" y="5033"/>
                </a:cubicBezTo>
                <a:cubicBezTo>
                  <a:pt x="0" y="6514"/>
                  <a:pt x="725" y="7900"/>
                  <a:pt x="1922" y="8688"/>
                </a:cubicBezTo>
                <a:lnTo>
                  <a:pt x="2048" y="8782"/>
                </a:lnTo>
                <a:lnTo>
                  <a:pt x="2048" y="11366"/>
                </a:lnTo>
                <a:cubicBezTo>
                  <a:pt x="2048" y="11555"/>
                  <a:pt x="2206" y="11712"/>
                  <a:pt x="2426" y="11712"/>
                </a:cubicBezTo>
                <a:lnTo>
                  <a:pt x="5829" y="11712"/>
                </a:lnTo>
                <a:cubicBezTo>
                  <a:pt x="6018" y="11712"/>
                  <a:pt x="6207" y="11555"/>
                  <a:pt x="6207" y="11366"/>
                </a:cubicBezTo>
                <a:lnTo>
                  <a:pt x="6207" y="10956"/>
                </a:lnTo>
                <a:lnTo>
                  <a:pt x="7215" y="10956"/>
                </a:lnTo>
                <a:cubicBezTo>
                  <a:pt x="7877" y="10956"/>
                  <a:pt x="8475" y="10704"/>
                  <a:pt x="8948" y="10232"/>
                </a:cubicBezTo>
                <a:cubicBezTo>
                  <a:pt x="9074" y="10263"/>
                  <a:pt x="9137" y="10263"/>
                  <a:pt x="9263" y="10263"/>
                </a:cubicBezTo>
                <a:cubicBezTo>
                  <a:pt x="9830" y="10263"/>
                  <a:pt x="10302" y="9791"/>
                  <a:pt x="10302" y="9223"/>
                </a:cubicBezTo>
                <a:cubicBezTo>
                  <a:pt x="10302" y="8814"/>
                  <a:pt x="10019" y="8404"/>
                  <a:pt x="9609" y="8247"/>
                </a:cubicBezTo>
                <a:lnTo>
                  <a:pt x="9609" y="7491"/>
                </a:lnTo>
                <a:cubicBezTo>
                  <a:pt x="9924" y="7459"/>
                  <a:pt x="10239" y="7302"/>
                  <a:pt x="10397" y="7018"/>
                </a:cubicBezTo>
                <a:cubicBezTo>
                  <a:pt x="10617" y="6703"/>
                  <a:pt x="10617" y="6356"/>
                  <a:pt x="10460" y="6041"/>
                </a:cubicBezTo>
                <a:lnTo>
                  <a:pt x="9609" y="4403"/>
                </a:lnTo>
                <a:lnTo>
                  <a:pt x="9609" y="3332"/>
                </a:lnTo>
                <a:lnTo>
                  <a:pt x="10617" y="2355"/>
                </a:lnTo>
                <a:cubicBezTo>
                  <a:pt x="11153" y="1788"/>
                  <a:pt x="11153" y="938"/>
                  <a:pt x="10617" y="402"/>
                </a:cubicBezTo>
                <a:cubicBezTo>
                  <a:pt x="10334" y="134"/>
                  <a:pt x="9979" y="0"/>
                  <a:pt x="96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202" name="Google Shape;11202;p137"/>
          <p:cNvGrpSpPr/>
          <p:nvPr/>
        </p:nvGrpSpPr>
        <p:grpSpPr>
          <a:xfrm>
            <a:off x="3977510" y="1765295"/>
            <a:ext cx="353587" cy="355468"/>
            <a:chOff x="-33314675" y="2275050"/>
            <a:chExt cx="291450" cy="293000"/>
          </a:xfrm>
        </p:grpSpPr>
        <p:sp>
          <p:nvSpPr>
            <p:cNvPr id="11203" name="Google Shape;11203;p137"/>
            <p:cNvSpPr/>
            <p:nvPr/>
          </p:nvSpPr>
          <p:spPr>
            <a:xfrm>
              <a:off x="-33143750" y="2275050"/>
              <a:ext cx="120525" cy="120525"/>
            </a:xfrm>
            <a:custGeom>
              <a:rect b="b" l="l" r="r" t="t"/>
              <a:pathLst>
                <a:path extrusionOk="0" h="4821" w="4821">
                  <a:moveTo>
                    <a:pt x="2426" y="725"/>
                  </a:moveTo>
                  <a:cubicBezTo>
                    <a:pt x="3371" y="725"/>
                    <a:pt x="4096" y="1512"/>
                    <a:pt x="4096" y="2458"/>
                  </a:cubicBezTo>
                  <a:cubicBezTo>
                    <a:pt x="4159" y="3403"/>
                    <a:pt x="3371" y="4159"/>
                    <a:pt x="2426" y="4159"/>
                  </a:cubicBezTo>
                  <a:cubicBezTo>
                    <a:pt x="1481" y="4159"/>
                    <a:pt x="725" y="3403"/>
                    <a:pt x="725" y="2458"/>
                  </a:cubicBezTo>
                  <a:cubicBezTo>
                    <a:pt x="725" y="1512"/>
                    <a:pt x="1481" y="725"/>
                    <a:pt x="2426" y="725"/>
                  </a:cubicBezTo>
                  <a:close/>
                  <a:moveTo>
                    <a:pt x="2426" y="0"/>
                  </a:moveTo>
                  <a:cubicBezTo>
                    <a:pt x="1071" y="0"/>
                    <a:pt x="0" y="1103"/>
                    <a:pt x="0" y="2426"/>
                  </a:cubicBezTo>
                  <a:cubicBezTo>
                    <a:pt x="0" y="3749"/>
                    <a:pt x="1071" y="4820"/>
                    <a:pt x="2426" y="4820"/>
                  </a:cubicBezTo>
                  <a:cubicBezTo>
                    <a:pt x="3749" y="4820"/>
                    <a:pt x="4821" y="3749"/>
                    <a:pt x="4821" y="2426"/>
                  </a:cubicBezTo>
                  <a:cubicBezTo>
                    <a:pt x="4821" y="1103"/>
                    <a:pt x="3749" y="0"/>
                    <a:pt x="242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4" name="Google Shape;11204;p137"/>
            <p:cNvSpPr/>
            <p:nvPr/>
          </p:nvSpPr>
          <p:spPr>
            <a:xfrm>
              <a:off x="-33093350" y="2309700"/>
              <a:ext cx="35475" cy="34675"/>
            </a:xfrm>
            <a:custGeom>
              <a:rect b="b" l="l" r="r" t="t"/>
              <a:pathLst>
                <a:path extrusionOk="0" h="1387" w="1419">
                  <a:moveTo>
                    <a:pt x="347" y="0"/>
                  </a:moveTo>
                  <a:cubicBezTo>
                    <a:pt x="158" y="0"/>
                    <a:pt x="1" y="158"/>
                    <a:pt x="1" y="347"/>
                  </a:cubicBezTo>
                  <a:lnTo>
                    <a:pt x="1" y="1009"/>
                  </a:lnTo>
                  <a:cubicBezTo>
                    <a:pt x="1" y="1229"/>
                    <a:pt x="158" y="1387"/>
                    <a:pt x="347" y="1387"/>
                  </a:cubicBezTo>
                  <a:lnTo>
                    <a:pt x="1040" y="1387"/>
                  </a:lnTo>
                  <a:cubicBezTo>
                    <a:pt x="1229" y="1387"/>
                    <a:pt x="1387" y="1229"/>
                    <a:pt x="1387" y="1009"/>
                  </a:cubicBezTo>
                  <a:cubicBezTo>
                    <a:pt x="1418" y="883"/>
                    <a:pt x="1261" y="694"/>
                    <a:pt x="1072" y="694"/>
                  </a:cubicBezTo>
                  <a:lnTo>
                    <a:pt x="725" y="694"/>
                  </a:lnTo>
                  <a:lnTo>
                    <a:pt x="725" y="347"/>
                  </a:lnTo>
                  <a:cubicBezTo>
                    <a:pt x="725" y="158"/>
                    <a:pt x="568"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5" name="Google Shape;11205;p137"/>
            <p:cNvSpPr/>
            <p:nvPr/>
          </p:nvSpPr>
          <p:spPr>
            <a:xfrm>
              <a:off x="-33314675" y="2328600"/>
              <a:ext cx="239475" cy="239450"/>
            </a:xfrm>
            <a:custGeom>
              <a:rect b="b" l="l" r="r" t="t"/>
              <a:pathLst>
                <a:path extrusionOk="0" h="9578" w="9579">
                  <a:moveTo>
                    <a:pt x="3057" y="631"/>
                  </a:moveTo>
                  <a:cubicBezTo>
                    <a:pt x="3624" y="631"/>
                    <a:pt x="4096" y="1103"/>
                    <a:pt x="4096" y="1639"/>
                  </a:cubicBezTo>
                  <a:cubicBezTo>
                    <a:pt x="4096" y="2206"/>
                    <a:pt x="3624" y="2678"/>
                    <a:pt x="3057" y="2678"/>
                  </a:cubicBezTo>
                  <a:cubicBezTo>
                    <a:pt x="2521" y="2678"/>
                    <a:pt x="2049" y="2206"/>
                    <a:pt x="2049" y="1639"/>
                  </a:cubicBezTo>
                  <a:cubicBezTo>
                    <a:pt x="2049" y="1103"/>
                    <a:pt x="2490" y="631"/>
                    <a:pt x="3057" y="631"/>
                  </a:cubicBezTo>
                  <a:close/>
                  <a:moveTo>
                    <a:pt x="3063" y="3369"/>
                  </a:moveTo>
                  <a:cubicBezTo>
                    <a:pt x="3690" y="3369"/>
                    <a:pt x="4308" y="3646"/>
                    <a:pt x="4726" y="4065"/>
                  </a:cubicBezTo>
                  <a:lnTo>
                    <a:pt x="4411" y="4065"/>
                  </a:lnTo>
                  <a:cubicBezTo>
                    <a:pt x="3844" y="4065"/>
                    <a:pt x="3372" y="4506"/>
                    <a:pt x="3372" y="5073"/>
                  </a:cubicBezTo>
                  <a:lnTo>
                    <a:pt x="3372" y="6774"/>
                  </a:lnTo>
                  <a:lnTo>
                    <a:pt x="662" y="6774"/>
                  </a:lnTo>
                  <a:lnTo>
                    <a:pt x="662" y="5892"/>
                  </a:lnTo>
                  <a:cubicBezTo>
                    <a:pt x="662" y="4569"/>
                    <a:pt x="1702" y="3435"/>
                    <a:pt x="2962" y="3372"/>
                  </a:cubicBezTo>
                  <a:cubicBezTo>
                    <a:pt x="2996" y="3370"/>
                    <a:pt x="3029" y="3369"/>
                    <a:pt x="3063" y="3369"/>
                  </a:cubicBezTo>
                  <a:close/>
                  <a:moveTo>
                    <a:pt x="7215" y="4726"/>
                  </a:moveTo>
                  <a:cubicBezTo>
                    <a:pt x="7373" y="4726"/>
                    <a:pt x="7530" y="4884"/>
                    <a:pt x="7530" y="5073"/>
                  </a:cubicBezTo>
                  <a:lnTo>
                    <a:pt x="7530" y="6774"/>
                  </a:lnTo>
                  <a:lnTo>
                    <a:pt x="4096" y="6774"/>
                  </a:lnTo>
                  <a:lnTo>
                    <a:pt x="4096" y="5073"/>
                  </a:lnTo>
                  <a:cubicBezTo>
                    <a:pt x="4096" y="4884"/>
                    <a:pt x="4254" y="4726"/>
                    <a:pt x="4443" y="4726"/>
                  </a:cubicBezTo>
                  <a:close/>
                  <a:moveTo>
                    <a:pt x="8586" y="7495"/>
                  </a:moveTo>
                  <a:cubicBezTo>
                    <a:pt x="8753" y="7495"/>
                    <a:pt x="8885" y="7644"/>
                    <a:pt x="8885" y="7845"/>
                  </a:cubicBezTo>
                  <a:lnTo>
                    <a:pt x="8885" y="8885"/>
                  </a:lnTo>
                  <a:lnTo>
                    <a:pt x="662" y="8885"/>
                  </a:lnTo>
                  <a:lnTo>
                    <a:pt x="662" y="7499"/>
                  </a:lnTo>
                  <a:lnTo>
                    <a:pt x="8539" y="7499"/>
                  </a:lnTo>
                  <a:cubicBezTo>
                    <a:pt x="8555" y="7496"/>
                    <a:pt x="8571" y="7495"/>
                    <a:pt x="8586" y="7495"/>
                  </a:cubicBezTo>
                  <a:close/>
                  <a:moveTo>
                    <a:pt x="3057" y="1"/>
                  </a:moveTo>
                  <a:cubicBezTo>
                    <a:pt x="2112" y="1"/>
                    <a:pt x="1387" y="725"/>
                    <a:pt x="1387" y="1702"/>
                  </a:cubicBezTo>
                  <a:cubicBezTo>
                    <a:pt x="1387" y="2206"/>
                    <a:pt x="1576" y="2647"/>
                    <a:pt x="1923" y="2930"/>
                  </a:cubicBezTo>
                  <a:cubicBezTo>
                    <a:pt x="820" y="3403"/>
                    <a:pt x="1" y="4600"/>
                    <a:pt x="1" y="5923"/>
                  </a:cubicBezTo>
                  <a:lnTo>
                    <a:pt x="1" y="9263"/>
                  </a:lnTo>
                  <a:cubicBezTo>
                    <a:pt x="1" y="9420"/>
                    <a:pt x="127" y="9578"/>
                    <a:pt x="316" y="9578"/>
                  </a:cubicBezTo>
                  <a:lnTo>
                    <a:pt x="9200" y="9578"/>
                  </a:lnTo>
                  <a:cubicBezTo>
                    <a:pt x="9421" y="9578"/>
                    <a:pt x="9578" y="9420"/>
                    <a:pt x="9578" y="9200"/>
                  </a:cubicBezTo>
                  <a:lnTo>
                    <a:pt x="9578" y="7845"/>
                  </a:lnTo>
                  <a:cubicBezTo>
                    <a:pt x="9578" y="7278"/>
                    <a:pt x="9106" y="6806"/>
                    <a:pt x="8539" y="6806"/>
                  </a:cubicBezTo>
                  <a:lnTo>
                    <a:pt x="8192" y="6806"/>
                  </a:lnTo>
                  <a:lnTo>
                    <a:pt x="8192" y="5104"/>
                  </a:lnTo>
                  <a:cubicBezTo>
                    <a:pt x="8192" y="4569"/>
                    <a:pt x="7719" y="4096"/>
                    <a:pt x="7152" y="4096"/>
                  </a:cubicBezTo>
                  <a:lnTo>
                    <a:pt x="5577" y="4096"/>
                  </a:lnTo>
                  <a:cubicBezTo>
                    <a:pt x="5231" y="3561"/>
                    <a:pt x="4758" y="3183"/>
                    <a:pt x="4222" y="2930"/>
                  </a:cubicBezTo>
                  <a:cubicBezTo>
                    <a:pt x="4569" y="2615"/>
                    <a:pt x="4758" y="2206"/>
                    <a:pt x="4758" y="1702"/>
                  </a:cubicBezTo>
                  <a:cubicBezTo>
                    <a:pt x="4758" y="725"/>
                    <a:pt x="4002" y="1"/>
                    <a:pt x="305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206" name="Google Shape;11206;p137"/>
          <p:cNvSpPr/>
          <p:nvPr/>
        </p:nvSpPr>
        <p:spPr>
          <a:xfrm>
            <a:off x="3973071" y="2220094"/>
            <a:ext cx="356438" cy="356468"/>
          </a:xfrm>
          <a:custGeom>
            <a:rect b="b" l="l" r="r" t="t"/>
            <a:pathLst>
              <a:path extrusionOk="0" h="11753" w="11752">
                <a:moveTo>
                  <a:pt x="9672" y="725"/>
                </a:moveTo>
                <a:lnTo>
                  <a:pt x="9672" y="4191"/>
                </a:lnTo>
                <a:cubicBezTo>
                  <a:pt x="9546" y="4160"/>
                  <a:pt x="9420" y="4160"/>
                  <a:pt x="9294" y="4160"/>
                </a:cubicBezTo>
                <a:cubicBezTo>
                  <a:pt x="9200" y="4160"/>
                  <a:pt x="9074" y="4191"/>
                  <a:pt x="8948" y="4223"/>
                </a:cubicBezTo>
                <a:lnTo>
                  <a:pt x="8948" y="3844"/>
                </a:lnTo>
                <a:cubicBezTo>
                  <a:pt x="8948" y="3277"/>
                  <a:pt x="8475" y="2805"/>
                  <a:pt x="7939" y="2805"/>
                </a:cubicBezTo>
                <a:cubicBezTo>
                  <a:pt x="7813" y="2805"/>
                  <a:pt x="7687" y="2836"/>
                  <a:pt x="7561" y="2836"/>
                </a:cubicBezTo>
                <a:lnTo>
                  <a:pt x="7561" y="2458"/>
                </a:lnTo>
                <a:cubicBezTo>
                  <a:pt x="7561" y="1891"/>
                  <a:pt x="7089" y="1419"/>
                  <a:pt x="6553" y="1419"/>
                </a:cubicBezTo>
                <a:cubicBezTo>
                  <a:pt x="6427" y="1419"/>
                  <a:pt x="6364" y="1419"/>
                  <a:pt x="6238" y="1482"/>
                </a:cubicBezTo>
                <a:cubicBezTo>
                  <a:pt x="6427" y="1041"/>
                  <a:pt x="6837" y="725"/>
                  <a:pt x="7246" y="725"/>
                </a:cubicBezTo>
                <a:close/>
                <a:moveTo>
                  <a:pt x="11090" y="1419"/>
                </a:moveTo>
                <a:lnTo>
                  <a:pt x="11090" y="4884"/>
                </a:lnTo>
                <a:cubicBezTo>
                  <a:pt x="10964" y="4853"/>
                  <a:pt x="10838" y="4853"/>
                  <a:pt x="10712" y="4853"/>
                </a:cubicBezTo>
                <a:cubicBezTo>
                  <a:pt x="10617" y="4853"/>
                  <a:pt x="10491" y="4884"/>
                  <a:pt x="10365" y="4884"/>
                </a:cubicBezTo>
                <a:lnTo>
                  <a:pt x="10365" y="1419"/>
                </a:lnTo>
                <a:close/>
                <a:moveTo>
                  <a:pt x="4537" y="725"/>
                </a:moveTo>
                <a:cubicBezTo>
                  <a:pt x="5104" y="725"/>
                  <a:pt x="5577" y="1198"/>
                  <a:pt x="5577" y="1734"/>
                </a:cubicBezTo>
                <a:lnTo>
                  <a:pt x="5577" y="5010"/>
                </a:lnTo>
                <a:lnTo>
                  <a:pt x="4474" y="6113"/>
                </a:lnTo>
                <a:cubicBezTo>
                  <a:pt x="4253" y="6302"/>
                  <a:pt x="4096" y="6585"/>
                  <a:pt x="4033" y="6869"/>
                </a:cubicBezTo>
                <a:lnTo>
                  <a:pt x="2143" y="6869"/>
                </a:lnTo>
                <a:lnTo>
                  <a:pt x="2143" y="725"/>
                </a:lnTo>
                <a:close/>
                <a:moveTo>
                  <a:pt x="1418" y="1419"/>
                </a:moveTo>
                <a:lnTo>
                  <a:pt x="1418" y="7247"/>
                </a:lnTo>
                <a:cubicBezTo>
                  <a:pt x="1418" y="7468"/>
                  <a:pt x="1575" y="7625"/>
                  <a:pt x="1796" y="7625"/>
                </a:cubicBezTo>
                <a:lnTo>
                  <a:pt x="3938" y="7625"/>
                </a:lnTo>
                <a:cubicBezTo>
                  <a:pt x="4001" y="7846"/>
                  <a:pt x="4064" y="8098"/>
                  <a:pt x="4190" y="8287"/>
                </a:cubicBezTo>
                <a:lnTo>
                  <a:pt x="725" y="8287"/>
                </a:lnTo>
                <a:lnTo>
                  <a:pt x="725" y="1419"/>
                </a:lnTo>
                <a:close/>
                <a:moveTo>
                  <a:pt x="6648" y="2112"/>
                </a:moveTo>
                <a:cubicBezTo>
                  <a:pt x="6837" y="2112"/>
                  <a:pt x="6994" y="2269"/>
                  <a:pt x="6994" y="2458"/>
                </a:cubicBezTo>
                <a:lnTo>
                  <a:pt x="6994" y="6554"/>
                </a:lnTo>
                <a:cubicBezTo>
                  <a:pt x="6994" y="6743"/>
                  <a:pt x="7152" y="6900"/>
                  <a:pt x="7341" y="6900"/>
                </a:cubicBezTo>
                <a:cubicBezTo>
                  <a:pt x="7530" y="6900"/>
                  <a:pt x="7687" y="6743"/>
                  <a:pt x="7687" y="6554"/>
                </a:cubicBezTo>
                <a:lnTo>
                  <a:pt x="7687" y="3844"/>
                </a:lnTo>
                <a:cubicBezTo>
                  <a:pt x="7687" y="3624"/>
                  <a:pt x="7845" y="3466"/>
                  <a:pt x="8065" y="3466"/>
                </a:cubicBezTo>
                <a:cubicBezTo>
                  <a:pt x="8254" y="3466"/>
                  <a:pt x="8412" y="3624"/>
                  <a:pt x="8412" y="3844"/>
                </a:cubicBezTo>
                <a:lnTo>
                  <a:pt x="8412" y="6554"/>
                </a:lnTo>
                <a:cubicBezTo>
                  <a:pt x="8412" y="6743"/>
                  <a:pt x="8570" y="6900"/>
                  <a:pt x="8759" y="6900"/>
                </a:cubicBezTo>
                <a:cubicBezTo>
                  <a:pt x="8948" y="6900"/>
                  <a:pt x="9105" y="6743"/>
                  <a:pt x="9105" y="6554"/>
                </a:cubicBezTo>
                <a:lnTo>
                  <a:pt x="9105" y="5168"/>
                </a:lnTo>
                <a:cubicBezTo>
                  <a:pt x="9105" y="4979"/>
                  <a:pt x="9263" y="4821"/>
                  <a:pt x="9483" y="4821"/>
                </a:cubicBezTo>
                <a:cubicBezTo>
                  <a:pt x="9672" y="4821"/>
                  <a:pt x="9830" y="4979"/>
                  <a:pt x="9830" y="5168"/>
                </a:cubicBezTo>
                <a:lnTo>
                  <a:pt x="9830" y="6554"/>
                </a:lnTo>
                <a:cubicBezTo>
                  <a:pt x="9830" y="6743"/>
                  <a:pt x="9987" y="6900"/>
                  <a:pt x="10176" y="6900"/>
                </a:cubicBezTo>
                <a:cubicBezTo>
                  <a:pt x="10365" y="6900"/>
                  <a:pt x="10523" y="6743"/>
                  <a:pt x="10523" y="6554"/>
                </a:cubicBezTo>
                <a:lnTo>
                  <a:pt x="10523" y="5892"/>
                </a:lnTo>
                <a:cubicBezTo>
                  <a:pt x="10523" y="5672"/>
                  <a:pt x="10680" y="5514"/>
                  <a:pt x="10901" y="5514"/>
                </a:cubicBezTo>
                <a:cubicBezTo>
                  <a:pt x="11090" y="5514"/>
                  <a:pt x="11247" y="5672"/>
                  <a:pt x="11247" y="5892"/>
                </a:cubicBezTo>
                <a:cubicBezTo>
                  <a:pt x="11090" y="5955"/>
                  <a:pt x="11090" y="8633"/>
                  <a:pt x="11090" y="8791"/>
                </a:cubicBezTo>
                <a:cubicBezTo>
                  <a:pt x="11090" y="9043"/>
                  <a:pt x="10995" y="9232"/>
                  <a:pt x="10838" y="9389"/>
                </a:cubicBezTo>
                <a:cubicBezTo>
                  <a:pt x="10586" y="9673"/>
                  <a:pt x="10397" y="10051"/>
                  <a:pt x="10397" y="10460"/>
                </a:cubicBezTo>
                <a:lnTo>
                  <a:pt x="10397" y="11028"/>
                </a:lnTo>
                <a:lnTo>
                  <a:pt x="6270" y="11028"/>
                </a:lnTo>
                <a:lnTo>
                  <a:pt x="6270" y="10397"/>
                </a:lnTo>
                <a:cubicBezTo>
                  <a:pt x="6270" y="10051"/>
                  <a:pt x="6144" y="9673"/>
                  <a:pt x="5923" y="9389"/>
                </a:cubicBezTo>
                <a:lnTo>
                  <a:pt x="4852" y="7972"/>
                </a:lnTo>
                <a:cubicBezTo>
                  <a:pt x="4537" y="7562"/>
                  <a:pt x="4600" y="6995"/>
                  <a:pt x="4946" y="6617"/>
                </a:cubicBezTo>
                <a:lnTo>
                  <a:pt x="5577" y="5987"/>
                </a:lnTo>
                <a:lnTo>
                  <a:pt x="5577" y="6554"/>
                </a:lnTo>
                <a:cubicBezTo>
                  <a:pt x="5577" y="6743"/>
                  <a:pt x="5734" y="6900"/>
                  <a:pt x="5923" y="6900"/>
                </a:cubicBezTo>
                <a:cubicBezTo>
                  <a:pt x="6112" y="6900"/>
                  <a:pt x="6270" y="6743"/>
                  <a:pt x="6270" y="6554"/>
                </a:cubicBezTo>
                <a:lnTo>
                  <a:pt x="6270" y="2458"/>
                </a:lnTo>
                <a:cubicBezTo>
                  <a:pt x="6270" y="2269"/>
                  <a:pt x="6427" y="2112"/>
                  <a:pt x="6648" y="2112"/>
                </a:cubicBezTo>
                <a:close/>
                <a:moveTo>
                  <a:pt x="1733" y="1"/>
                </a:moveTo>
                <a:cubicBezTo>
                  <a:pt x="1544" y="1"/>
                  <a:pt x="1386" y="158"/>
                  <a:pt x="1386" y="379"/>
                </a:cubicBezTo>
                <a:lnTo>
                  <a:pt x="1386" y="725"/>
                </a:lnTo>
                <a:lnTo>
                  <a:pt x="378" y="725"/>
                </a:lnTo>
                <a:cubicBezTo>
                  <a:pt x="158" y="725"/>
                  <a:pt x="0" y="883"/>
                  <a:pt x="0" y="1072"/>
                </a:cubicBezTo>
                <a:lnTo>
                  <a:pt x="0" y="8602"/>
                </a:lnTo>
                <a:cubicBezTo>
                  <a:pt x="0" y="8791"/>
                  <a:pt x="158" y="8948"/>
                  <a:pt x="378" y="8948"/>
                </a:cubicBezTo>
                <a:lnTo>
                  <a:pt x="4663" y="8948"/>
                </a:lnTo>
                <a:lnTo>
                  <a:pt x="5293" y="9830"/>
                </a:lnTo>
                <a:cubicBezTo>
                  <a:pt x="5419" y="9988"/>
                  <a:pt x="5482" y="10208"/>
                  <a:pt x="5482" y="10460"/>
                </a:cubicBezTo>
                <a:lnTo>
                  <a:pt x="5482" y="11406"/>
                </a:lnTo>
                <a:cubicBezTo>
                  <a:pt x="5482" y="11595"/>
                  <a:pt x="5640" y="11752"/>
                  <a:pt x="5829" y="11752"/>
                </a:cubicBezTo>
                <a:lnTo>
                  <a:pt x="10649" y="11752"/>
                </a:lnTo>
                <a:cubicBezTo>
                  <a:pt x="10838" y="11752"/>
                  <a:pt x="10995" y="11595"/>
                  <a:pt x="10995" y="11406"/>
                </a:cubicBezTo>
                <a:lnTo>
                  <a:pt x="10995" y="10460"/>
                </a:lnTo>
                <a:cubicBezTo>
                  <a:pt x="10995" y="10208"/>
                  <a:pt x="11090" y="10019"/>
                  <a:pt x="11247" y="9862"/>
                </a:cubicBezTo>
                <a:cubicBezTo>
                  <a:pt x="11500" y="9578"/>
                  <a:pt x="11657" y="9200"/>
                  <a:pt x="11657" y="8791"/>
                </a:cubicBezTo>
                <a:lnTo>
                  <a:pt x="11657" y="1072"/>
                </a:lnTo>
                <a:cubicBezTo>
                  <a:pt x="11752" y="883"/>
                  <a:pt x="11594" y="725"/>
                  <a:pt x="11405" y="725"/>
                </a:cubicBezTo>
                <a:lnTo>
                  <a:pt x="10365" y="725"/>
                </a:lnTo>
                <a:lnTo>
                  <a:pt x="10365" y="379"/>
                </a:lnTo>
                <a:cubicBezTo>
                  <a:pt x="10365" y="158"/>
                  <a:pt x="10208" y="1"/>
                  <a:pt x="10019" y="1"/>
                </a:cubicBezTo>
                <a:lnTo>
                  <a:pt x="7246" y="1"/>
                </a:lnTo>
                <a:cubicBezTo>
                  <a:pt x="6711" y="1"/>
                  <a:pt x="6207" y="284"/>
                  <a:pt x="5892" y="662"/>
                </a:cubicBezTo>
                <a:cubicBezTo>
                  <a:pt x="5577" y="253"/>
                  <a:pt x="5041" y="1"/>
                  <a:pt x="450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207" name="Google Shape;11207;p137"/>
          <p:cNvGrpSpPr/>
          <p:nvPr/>
        </p:nvGrpSpPr>
        <p:grpSpPr>
          <a:xfrm>
            <a:off x="2639701" y="2687555"/>
            <a:ext cx="353587" cy="353557"/>
            <a:chOff x="-31523625" y="1939525"/>
            <a:chExt cx="291450" cy="291425"/>
          </a:xfrm>
        </p:grpSpPr>
        <p:sp>
          <p:nvSpPr>
            <p:cNvPr id="11208" name="Google Shape;11208;p137"/>
            <p:cNvSpPr/>
            <p:nvPr/>
          </p:nvSpPr>
          <p:spPr>
            <a:xfrm>
              <a:off x="-31523625" y="1939525"/>
              <a:ext cx="291450" cy="291425"/>
            </a:xfrm>
            <a:custGeom>
              <a:rect b="b" l="l" r="r" t="t"/>
              <a:pathLst>
                <a:path extrusionOk="0" h="11657" w="11658">
                  <a:moveTo>
                    <a:pt x="2269" y="756"/>
                  </a:moveTo>
                  <a:cubicBezTo>
                    <a:pt x="2899" y="756"/>
                    <a:pt x="3372" y="1260"/>
                    <a:pt x="3372" y="1859"/>
                  </a:cubicBezTo>
                  <a:cubicBezTo>
                    <a:pt x="3372" y="2363"/>
                    <a:pt x="3057" y="2615"/>
                    <a:pt x="2805" y="2867"/>
                  </a:cubicBezTo>
                  <a:cubicBezTo>
                    <a:pt x="2710" y="2962"/>
                    <a:pt x="2679" y="3025"/>
                    <a:pt x="2679" y="3119"/>
                  </a:cubicBezTo>
                  <a:lnTo>
                    <a:pt x="2679" y="7246"/>
                  </a:lnTo>
                  <a:cubicBezTo>
                    <a:pt x="2679" y="7341"/>
                    <a:pt x="2710" y="7435"/>
                    <a:pt x="2805" y="7498"/>
                  </a:cubicBezTo>
                  <a:cubicBezTo>
                    <a:pt x="3057" y="7750"/>
                    <a:pt x="3372" y="8002"/>
                    <a:pt x="3372" y="8506"/>
                  </a:cubicBezTo>
                  <a:cubicBezTo>
                    <a:pt x="3372" y="9137"/>
                    <a:pt x="2868" y="9609"/>
                    <a:pt x="2269" y="9609"/>
                  </a:cubicBezTo>
                  <a:lnTo>
                    <a:pt x="1765" y="9609"/>
                  </a:lnTo>
                  <a:cubicBezTo>
                    <a:pt x="1167" y="9609"/>
                    <a:pt x="663" y="9137"/>
                    <a:pt x="663" y="8506"/>
                  </a:cubicBezTo>
                  <a:cubicBezTo>
                    <a:pt x="663" y="8002"/>
                    <a:pt x="978" y="7750"/>
                    <a:pt x="1261" y="7498"/>
                  </a:cubicBezTo>
                  <a:cubicBezTo>
                    <a:pt x="1324" y="7404"/>
                    <a:pt x="1356" y="7341"/>
                    <a:pt x="1356" y="7246"/>
                  </a:cubicBezTo>
                  <a:lnTo>
                    <a:pt x="1356" y="3119"/>
                  </a:lnTo>
                  <a:cubicBezTo>
                    <a:pt x="1356" y="3025"/>
                    <a:pt x="1324" y="2930"/>
                    <a:pt x="1261" y="2867"/>
                  </a:cubicBezTo>
                  <a:cubicBezTo>
                    <a:pt x="978" y="2615"/>
                    <a:pt x="663" y="2363"/>
                    <a:pt x="663" y="1859"/>
                  </a:cubicBezTo>
                  <a:cubicBezTo>
                    <a:pt x="663" y="1229"/>
                    <a:pt x="1167" y="756"/>
                    <a:pt x="1765" y="756"/>
                  </a:cubicBezTo>
                  <a:close/>
                  <a:moveTo>
                    <a:pt x="10650" y="2048"/>
                  </a:moveTo>
                  <a:cubicBezTo>
                    <a:pt x="10870" y="2048"/>
                    <a:pt x="11028" y="2205"/>
                    <a:pt x="11028" y="2395"/>
                  </a:cubicBezTo>
                  <a:lnTo>
                    <a:pt x="11028" y="9294"/>
                  </a:lnTo>
                  <a:lnTo>
                    <a:pt x="10965" y="9294"/>
                  </a:lnTo>
                  <a:cubicBezTo>
                    <a:pt x="10965" y="9483"/>
                    <a:pt x="10807" y="9641"/>
                    <a:pt x="10618" y="9641"/>
                  </a:cubicBezTo>
                  <a:lnTo>
                    <a:pt x="3687" y="9641"/>
                  </a:lnTo>
                  <a:cubicBezTo>
                    <a:pt x="3939" y="9326"/>
                    <a:pt x="4097" y="8948"/>
                    <a:pt x="4097" y="8538"/>
                  </a:cubicBezTo>
                  <a:cubicBezTo>
                    <a:pt x="4097" y="8065"/>
                    <a:pt x="3876" y="7593"/>
                    <a:pt x="3561" y="7278"/>
                  </a:cubicBezTo>
                  <a:lnTo>
                    <a:pt x="3404" y="7120"/>
                  </a:lnTo>
                  <a:lnTo>
                    <a:pt x="3404" y="3245"/>
                  </a:lnTo>
                  <a:cubicBezTo>
                    <a:pt x="3624" y="3025"/>
                    <a:pt x="4002" y="2710"/>
                    <a:pt x="4097" y="2048"/>
                  </a:cubicBezTo>
                  <a:close/>
                  <a:moveTo>
                    <a:pt x="4758" y="10334"/>
                  </a:moveTo>
                  <a:lnTo>
                    <a:pt x="4758" y="10649"/>
                  </a:lnTo>
                  <a:cubicBezTo>
                    <a:pt x="4758" y="10838"/>
                    <a:pt x="4601" y="10995"/>
                    <a:pt x="4412" y="10995"/>
                  </a:cubicBezTo>
                  <a:lnTo>
                    <a:pt x="2710" y="10995"/>
                  </a:lnTo>
                  <a:cubicBezTo>
                    <a:pt x="2521" y="10995"/>
                    <a:pt x="2364" y="10838"/>
                    <a:pt x="2364" y="10649"/>
                  </a:cubicBezTo>
                  <a:lnTo>
                    <a:pt x="2364" y="10334"/>
                  </a:lnTo>
                  <a:close/>
                  <a:moveTo>
                    <a:pt x="1797" y="0"/>
                  </a:moveTo>
                  <a:cubicBezTo>
                    <a:pt x="820" y="0"/>
                    <a:pt x="1" y="788"/>
                    <a:pt x="1" y="1827"/>
                  </a:cubicBezTo>
                  <a:cubicBezTo>
                    <a:pt x="1" y="2300"/>
                    <a:pt x="190" y="2773"/>
                    <a:pt x="505" y="3088"/>
                  </a:cubicBezTo>
                  <a:lnTo>
                    <a:pt x="663" y="3245"/>
                  </a:lnTo>
                  <a:lnTo>
                    <a:pt x="663" y="7089"/>
                  </a:lnTo>
                  <a:cubicBezTo>
                    <a:pt x="474" y="7278"/>
                    <a:pt x="1" y="7719"/>
                    <a:pt x="1" y="8506"/>
                  </a:cubicBezTo>
                  <a:cubicBezTo>
                    <a:pt x="1" y="9452"/>
                    <a:pt x="694" y="10208"/>
                    <a:pt x="1639" y="10271"/>
                  </a:cubicBezTo>
                  <a:lnTo>
                    <a:pt x="1734" y="10271"/>
                  </a:lnTo>
                  <a:lnTo>
                    <a:pt x="1734" y="10649"/>
                  </a:lnTo>
                  <a:cubicBezTo>
                    <a:pt x="1734" y="11184"/>
                    <a:pt x="2206" y="11657"/>
                    <a:pt x="2742" y="11657"/>
                  </a:cubicBezTo>
                  <a:lnTo>
                    <a:pt x="4443" y="11657"/>
                  </a:lnTo>
                  <a:cubicBezTo>
                    <a:pt x="5010" y="11657"/>
                    <a:pt x="5451" y="11184"/>
                    <a:pt x="5451" y="10649"/>
                  </a:cubicBezTo>
                  <a:lnTo>
                    <a:pt x="5451" y="10334"/>
                  </a:lnTo>
                  <a:lnTo>
                    <a:pt x="10618" y="10334"/>
                  </a:lnTo>
                  <a:cubicBezTo>
                    <a:pt x="11185" y="10334"/>
                    <a:pt x="11658" y="9861"/>
                    <a:pt x="11658" y="9294"/>
                  </a:cubicBezTo>
                  <a:lnTo>
                    <a:pt x="11658" y="2395"/>
                  </a:lnTo>
                  <a:cubicBezTo>
                    <a:pt x="11658" y="1827"/>
                    <a:pt x="11185" y="1386"/>
                    <a:pt x="10618" y="1386"/>
                  </a:cubicBezTo>
                  <a:lnTo>
                    <a:pt x="4034" y="1386"/>
                  </a:lnTo>
                  <a:cubicBezTo>
                    <a:pt x="3845" y="599"/>
                    <a:pt x="3151" y="0"/>
                    <a:pt x="230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9" name="Google Shape;11209;p137"/>
            <p:cNvSpPr/>
            <p:nvPr/>
          </p:nvSpPr>
          <p:spPr>
            <a:xfrm>
              <a:off x="-31404675" y="2007250"/>
              <a:ext cx="138625" cy="52800"/>
            </a:xfrm>
            <a:custGeom>
              <a:rect b="b" l="l" r="r" t="t"/>
              <a:pathLst>
                <a:path extrusionOk="0" h="2112" w="5545">
                  <a:moveTo>
                    <a:pt x="4852" y="725"/>
                  </a:moveTo>
                  <a:lnTo>
                    <a:pt x="4852" y="1418"/>
                  </a:lnTo>
                  <a:lnTo>
                    <a:pt x="693" y="1418"/>
                  </a:lnTo>
                  <a:lnTo>
                    <a:pt x="693" y="725"/>
                  </a:lnTo>
                  <a:close/>
                  <a:moveTo>
                    <a:pt x="347" y="1"/>
                  </a:moveTo>
                  <a:cubicBezTo>
                    <a:pt x="158" y="1"/>
                    <a:pt x="0" y="158"/>
                    <a:pt x="0" y="379"/>
                  </a:cubicBezTo>
                  <a:lnTo>
                    <a:pt x="0" y="1733"/>
                  </a:lnTo>
                  <a:cubicBezTo>
                    <a:pt x="0" y="1954"/>
                    <a:pt x="158" y="2111"/>
                    <a:pt x="347" y="2111"/>
                  </a:cubicBezTo>
                  <a:lnTo>
                    <a:pt x="5199" y="2111"/>
                  </a:lnTo>
                  <a:cubicBezTo>
                    <a:pt x="5388" y="2111"/>
                    <a:pt x="5545" y="1954"/>
                    <a:pt x="5545" y="1733"/>
                  </a:cubicBezTo>
                  <a:lnTo>
                    <a:pt x="5545" y="379"/>
                  </a:lnTo>
                  <a:cubicBezTo>
                    <a:pt x="5514" y="158"/>
                    <a:pt x="5356" y="1"/>
                    <a:pt x="519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0" name="Google Shape;11210;p137"/>
            <p:cNvSpPr/>
            <p:nvPr/>
          </p:nvSpPr>
          <p:spPr>
            <a:xfrm>
              <a:off x="-31404675" y="2077350"/>
              <a:ext cx="34675" cy="18150"/>
            </a:xfrm>
            <a:custGeom>
              <a:rect b="b" l="l" r="r" t="t"/>
              <a:pathLst>
                <a:path extrusionOk="0" h="726" w="1387">
                  <a:moveTo>
                    <a:pt x="347" y="0"/>
                  </a:moveTo>
                  <a:cubicBezTo>
                    <a:pt x="158" y="0"/>
                    <a:pt x="0" y="158"/>
                    <a:pt x="0" y="347"/>
                  </a:cubicBezTo>
                  <a:cubicBezTo>
                    <a:pt x="0" y="568"/>
                    <a:pt x="158" y="725"/>
                    <a:pt x="347" y="725"/>
                  </a:cubicBezTo>
                  <a:lnTo>
                    <a:pt x="1008" y="725"/>
                  </a:lnTo>
                  <a:cubicBezTo>
                    <a:pt x="1229" y="725"/>
                    <a:pt x="1386" y="568"/>
                    <a:pt x="1386" y="347"/>
                  </a:cubicBezTo>
                  <a:cubicBezTo>
                    <a:pt x="1386" y="158"/>
                    <a:pt x="1229" y="0"/>
                    <a:pt x="100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1" name="Google Shape;11211;p137"/>
            <p:cNvSpPr/>
            <p:nvPr/>
          </p:nvSpPr>
          <p:spPr>
            <a:xfrm>
              <a:off x="-31353475" y="2077350"/>
              <a:ext cx="35450" cy="18150"/>
            </a:xfrm>
            <a:custGeom>
              <a:rect b="b" l="l" r="r" t="t"/>
              <a:pathLst>
                <a:path extrusionOk="0" h="726" w="1418">
                  <a:moveTo>
                    <a:pt x="347" y="0"/>
                  </a:moveTo>
                  <a:cubicBezTo>
                    <a:pt x="158" y="0"/>
                    <a:pt x="0" y="158"/>
                    <a:pt x="0" y="347"/>
                  </a:cubicBezTo>
                  <a:cubicBezTo>
                    <a:pt x="0" y="568"/>
                    <a:pt x="158" y="725"/>
                    <a:pt x="347" y="725"/>
                  </a:cubicBezTo>
                  <a:lnTo>
                    <a:pt x="1071" y="725"/>
                  </a:lnTo>
                  <a:cubicBezTo>
                    <a:pt x="1260" y="725"/>
                    <a:pt x="1418" y="568"/>
                    <a:pt x="1418" y="347"/>
                  </a:cubicBezTo>
                  <a:cubicBezTo>
                    <a:pt x="1418" y="158"/>
                    <a:pt x="1260" y="0"/>
                    <a:pt x="10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2" name="Google Shape;11212;p137"/>
            <p:cNvSpPr/>
            <p:nvPr/>
          </p:nvSpPr>
          <p:spPr>
            <a:xfrm>
              <a:off x="-31301500" y="2077350"/>
              <a:ext cx="35450" cy="18150"/>
            </a:xfrm>
            <a:custGeom>
              <a:rect b="b" l="l" r="r" t="t"/>
              <a:pathLst>
                <a:path extrusionOk="0" h="726" w="1418">
                  <a:moveTo>
                    <a:pt x="347" y="0"/>
                  </a:moveTo>
                  <a:cubicBezTo>
                    <a:pt x="158" y="0"/>
                    <a:pt x="0" y="158"/>
                    <a:pt x="0" y="347"/>
                  </a:cubicBezTo>
                  <a:cubicBezTo>
                    <a:pt x="0" y="568"/>
                    <a:pt x="158" y="725"/>
                    <a:pt x="347" y="725"/>
                  </a:cubicBezTo>
                  <a:lnTo>
                    <a:pt x="1072" y="725"/>
                  </a:lnTo>
                  <a:cubicBezTo>
                    <a:pt x="1261" y="725"/>
                    <a:pt x="1418" y="568"/>
                    <a:pt x="1418" y="347"/>
                  </a:cubicBezTo>
                  <a:cubicBezTo>
                    <a:pt x="1387" y="158"/>
                    <a:pt x="1229"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3" name="Google Shape;11213;p137"/>
            <p:cNvSpPr/>
            <p:nvPr/>
          </p:nvSpPr>
          <p:spPr>
            <a:xfrm>
              <a:off x="-31404675" y="2112000"/>
              <a:ext cx="34675" cy="17350"/>
            </a:xfrm>
            <a:custGeom>
              <a:rect b="b" l="l" r="r" t="t"/>
              <a:pathLst>
                <a:path extrusionOk="0" h="694" w="1387">
                  <a:moveTo>
                    <a:pt x="347" y="1"/>
                  </a:moveTo>
                  <a:cubicBezTo>
                    <a:pt x="158" y="1"/>
                    <a:pt x="0" y="158"/>
                    <a:pt x="0" y="347"/>
                  </a:cubicBezTo>
                  <a:cubicBezTo>
                    <a:pt x="0" y="536"/>
                    <a:pt x="158" y="694"/>
                    <a:pt x="347" y="694"/>
                  </a:cubicBezTo>
                  <a:lnTo>
                    <a:pt x="1008" y="694"/>
                  </a:lnTo>
                  <a:cubicBezTo>
                    <a:pt x="1229" y="694"/>
                    <a:pt x="1386" y="536"/>
                    <a:pt x="1386" y="347"/>
                  </a:cubicBezTo>
                  <a:cubicBezTo>
                    <a:pt x="1386" y="158"/>
                    <a:pt x="1229" y="1"/>
                    <a:pt x="10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4" name="Google Shape;11214;p137"/>
            <p:cNvSpPr/>
            <p:nvPr/>
          </p:nvSpPr>
          <p:spPr>
            <a:xfrm>
              <a:off x="-31353475" y="2112000"/>
              <a:ext cx="35450" cy="17350"/>
            </a:xfrm>
            <a:custGeom>
              <a:rect b="b" l="l" r="r" t="t"/>
              <a:pathLst>
                <a:path extrusionOk="0" h="694" w="1418">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5" name="Google Shape;11215;p137"/>
            <p:cNvSpPr/>
            <p:nvPr/>
          </p:nvSpPr>
          <p:spPr>
            <a:xfrm>
              <a:off x="-31301500" y="2112000"/>
              <a:ext cx="35450" cy="17350"/>
            </a:xfrm>
            <a:custGeom>
              <a:rect b="b" l="l" r="r" t="t"/>
              <a:pathLst>
                <a:path extrusionOk="0" h="694" w="1418">
                  <a:moveTo>
                    <a:pt x="347" y="1"/>
                  </a:moveTo>
                  <a:cubicBezTo>
                    <a:pt x="158" y="1"/>
                    <a:pt x="0" y="158"/>
                    <a:pt x="0" y="347"/>
                  </a:cubicBezTo>
                  <a:cubicBezTo>
                    <a:pt x="0" y="536"/>
                    <a:pt x="158" y="694"/>
                    <a:pt x="347" y="694"/>
                  </a:cubicBezTo>
                  <a:lnTo>
                    <a:pt x="1072" y="694"/>
                  </a:lnTo>
                  <a:cubicBezTo>
                    <a:pt x="1261" y="694"/>
                    <a:pt x="1418" y="536"/>
                    <a:pt x="1418" y="347"/>
                  </a:cubicBezTo>
                  <a:cubicBezTo>
                    <a:pt x="1387" y="158"/>
                    <a:pt x="1229" y="1"/>
                    <a:pt x="107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6" name="Google Shape;11216;p137"/>
            <p:cNvSpPr/>
            <p:nvPr/>
          </p:nvSpPr>
          <p:spPr>
            <a:xfrm>
              <a:off x="-31404675" y="2145075"/>
              <a:ext cx="34675" cy="18150"/>
            </a:xfrm>
            <a:custGeom>
              <a:rect b="b" l="l" r="r" t="t"/>
              <a:pathLst>
                <a:path extrusionOk="0" h="726" w="1387">
                  <a:moveTo>
                    <a:pt x="347" y="1"/>
                  </a:moveTo>
                  <a:cubicBezTo>
                    <a:pt x="158" y="1"/>
                    <a:pt x="0" y="158"/>
                    <a:pt x="0" y="379"/>
                  </a:cubicBezTo>
                  <a:cubicBezTo>
                    <a:pt x="0" y="568"/>
                    <a:pt x="158" y="726"/>
                    <a:pt x="347" y="726"/>
                  </a:cubicBezTo>
                  <a:lnTo>
                    <a:pt x="1008" y="726"/>
                  </a:lnTo>
                  <a:cubicBezTo>
                    <a:pt x="1229" y="726"/>
                    <a:pt x="1386" y="568"/>
                    <a:pt x="1386" y="379"/>
                  </a:cubicBezTo>
                  <a:cubicBezTo>
                    <a:pt x="1386" y="158"/>
                    <a:pt x="1229" y="1"/>
                    <a:pt x="10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7" name="Google Shape;11217;p137"/>
            <p:cNvSpPr/>
            <p:nvPr/>
          </p:nvSpPr>
          <p:spPr>
            <a:xfrm>
              <a:off x="-31353475" y="2145075"/>
              <a:ext cx="35450" cy="18150"/>
            </a:xfrm>
            <a:custGeom>
              <a:rect b="b" l="l" r="r" t="t"/>
              <a:pathLst>
                <a:path extrusionOk="0" h="726" w="1418">
                  <a:moveTo>
                    <a:pt x="347" y="1"/>
                  </a:moveTo>
                  <a:cubicBezTo>
                    <a:pt x="158" y="1"/>
                    <a:pt x="0" y="158"/>
                    <a:pt x="0" y="379"/>
                  </a:cubicBezTo>
                  <a:cubicBezTo>
                    <a:pt x="0" y="568"/>
                    <a:pt x="158" y="726"/>
                    <a:pt x="347" y="726"/>
                  </a:cubicBezTo>
                  <a:lnTo>
                    <a:pt x="1071" y="726"/>
                  </a:lnTo>
                  <a:cubicBezTo>
                    <a:pt x="1260" y="726"/>
                    <a:pt x="1418" y="568"/>
                    <a:pt x="1418" y="379"/>
                  </a:cubicBezTo>
                  <a:cubicBezTo>
                    <a:pt x="1418" y="158"/>
                    <a:pt x="1260" y="1"/>
                    <a:pt x="107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8" name="Google Shape;11218;p137"/>
            <p:cNvSpPr/>
            <p:nvPr/>
          </p:nvSpPr>
          <p:spPr>
            <a:xfrm>
              <a:off x="-31301500" y="2145075"/>
              <a:ext cx="35450" cy="18150"/>
            </a:xfrm>
            <a:custGeom>
              <a:rect b="b" l="l" r="r" t="t"/>
              <a:pathLst>
                <a:path extrusionOk="0" h="726" w="1418">
                  <a:moveTo>
                    <a:pt x="347" y="1"/>
                  </a:moveTo>
                  <a:cubicBezTo>
                    <a:pt x="158" y="1"/>
                    <a:pt x="0" y="158"/>
                    <a:pt x="0" y="379"/>
                  </a:cubicBezTo>
                  <a:cubicBezTo>
                    <a:pt x="0" y="568"/>
                    <a:pt x="158" y="726"/>
                    <a:pt x="347" y="726"/>
                  </a:cubicBezTo>
                  <a:lnTo>
                    <a:pt x="1072" y="726"/>
                  </a:lnTo>
                  <a:cubicBezTo>
                    <a:pt x="1261" y="726"/>
                    <a:pt x="1418" y="568"/>
                    <a:pt x="1418" y="379"/>
                  </a:cubicBezTo>
                  <a:cubicBezTo>
                    <a:pt x="1387" y="158"/>
                    <a:pt x="1229" y="1"/>
                    <a:pt x="107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19" name="Google Shape;11219;p137"/>
          <p:cNvGrpSpPr/>
          <p:nvPr/>
        </p:nvGrpSpPr>
        <p:grpSpPr>
          <a:xfrm>
            <a:off x="2638746" y="3155755"/>
            <a:ext cx="355498" cy="353587"/>
            <a:chOff x="-31523625" y="2298675"/>
            <a:chExt cx="293025" cy="291450"/>
          </a:xfrm>
        </p:grpSpPr>
        <p:sp>
          <p:nvSpPr>
            <p:cNvPr id="11220" name="Google Shape;11220;p137"/>
            <p:cNvSpPr/>
            <p:nvPr/>
          </p:nvSpPr>
          <p:spPr>
            <a:xfrm>
              <a:off x="-31523625" y="2298675"/>
              <a:ext cx="293025" cy="291450"/>
            </a:xfrm>
            <a:custGeom>
              <a:rect b="b" l="l" r="r" t="t"/>
              <a:pathLst>
                <a:path extrusionOk="0" h="11658" w="11721">
                  <a:moveTo>
                    <a:pt x="4443" y="630"/>
                  </a:moveTo>
                  <a:cubicBezTo>
                    <a:pt x="4632" y="630"/>
                    <a:pt x="4790" y="788"/>
                    <a:pt x="4790" y="977"/>
                  </a:cubicBezTo>
                  <a:cubicBezTo>
                    <a:pt x="4790" y="1198"/>
                    <a:pt x="4632" y="1355"/>
                    <a:pt x="4443" y="1355"/>
                  </a:cubicBezTo>
                  <a:cubicBezTo>
                    <a:pt x="4254" y="1355"/>
                    <a:pt x="4097" y="1198"/>
                    <a:pt x="4097" y="977"/>
                  </a:cubicBezTo>
                  <a:cubicBezTo>
                    <a:pt x="4097" y="788"/>
                    <a:pt x="4254" y="630"/>
                    <a:pt x="4443" y="630"/>
                  </a:cubicBezTo>
                  <a:close/>
                  <a:moveTo>
                    <a:pt x="7153" y="3434"/>
                  </a:moveTo>
                  <a:cubicBezTo>
                    <a:pt x="6523" y="3938"/>
                    <a:pt x="6176" y="4663"/>
                    <a:pt x="6176" y="5482"/>
                  </a:cubicBezTo>
                  <a:lnTo>
                    <a:pt x="6176" y="7530"/>
                  </a:lnTo>
                  <a:lnTo>
                    <a:pt x="663" y="7530"/>
                  </a:lnTo>
                  <a:lnTo>
                    <a:pt x="663" y="5482"/>
                  </a:lnTo>
                  <a:cubicBezTo>
                    <a:pt x="663" y="4348"/>
                    <a:pt x="1576" y="3434"/>
                    <a:pt x="2710" y="3434"/>
                  </a:cubicBezTo>
                  <a:lnTo>
                    <a:pt x="4790" y="3434"/>
                  </a:lnTo>
                  <a:lnTo>
                    <a:pt x="4790" y="4474"/>
                  </a:lnTo>
                  <a:cubicBezTo>
                    <a:pt x="4790" y="4663"/>
                    <a:pt x="4947" y="4821"/>
                    <a:pt x="5136" y="4821"/>
                  </a:cubicBezTo>
                  <a:cubicBezTo>
                    <a:pt x="5357" y="4821"/>
                    <a:pt x="5514" y="4663"/>
                    <a:pt x="5514" y="4474"/>
                  </a:cubicBezTo>
                  <a:lnTo>
                    <a:pt x="5514" y="3434"/>
                  </a:lnTo>
                  <a:close/>
                  <a:moveTo>
                    <a:pt x="6176" y="8255"/>
                  </a:moveTo>
                  <a:lnTo>
                    <a:pt x="6176" y="8916"/>
                  </a:lnTo>
                  <a:lnTo>
                    <a:pt x="663" y="8916"/>
                  </a:lnTo>
                  <a:lnTo>
                    <a:pt x="663" y="8255"/>
                  </a:lnTo>
                  <a:close/>
                  <a:moveTo>
                    <a:pt x="8917" y="3434"/>
                  </a:moveTo>
                  <a:cubicBezTo>
                    <a:pt x="10083" y="3434"/>
                    <a:pt x="10965" y="4348"/>
                    <a:pt x="10965" y="5482"/>
                  </a:cubicBezTo>
                  <a:lnTo>
                    <a:pt x="10965" y="8916"/>
                  </a:lnTo>
                  <a:lnTo>
                    <a:pt x="6869" y="8916"/>
                  </a:lnTo>
                  <a:lnTo>
                    <a:pt x="6869" y="5482"/>
                  </a:lnTo>
                  <a:cubicBezTo>
                    <a:pt x="6869" y="4380"/>
                    <a:pt x="7783" y="3434"/>
                    <a:pt x="8917" y="3434"/>
                  </a:cubicBezTo>
                  <a:close/>
                  <a:moveTo>
                    <a:pt x="4790" y="9609"/>
                  </a:moveTo>
                  <a:lnTo>
                    <a:pt x="4790" y="10996"/>
                  </a:lnTo>
                  <a:lnTo>
                    <a:pt x="4128" y="10996"/>
                  </a:lnTo>
                  <a:lnTo>
                    <a:pt x="4128" y="9609"/>
                  </a:lnTo>
                  <a:close/>
                  <a:moveTo>
                    <a:pt x="4443" y="0"/>
                  </a:moveTo>
                  <a:cubicBezTo>
                    <a:pt x="3876" y="0"/>
                    <a:pt x="3404" y="473"/>
                    <a:pt x="3404" y="1040"/>
                  </a:cubicBezTo>
                  <a:cubicBezTo>
                    <a:pt x="3404" y="1576"/>
                    <a:pt x="3876" y="2048"/>
                    <a:pt x="4443" y="2048"/>
                  </a:cubicBezTo>
                  <a:cubicBezTo>
                    <a:pt x="4569" y="2048"/>
                    <a:pt x="4664" y="2017"/>
                    <a:pt x="4790" y="2017"/>
                  </a:cubicBezTo>
                  <a:lnTo>
                    <a:pt x="4790" y="2773"/>
                  </a:lnTo>
                  <a:lnTo>
                    <a:pt x="2710" y="2773"/>
                  </a:lnTo>
                  <a:cubicBezTo>
                    <a:pt x="1198" y="2773"/>
                    <a:pt x="1" y="4001"/>
                    <a:pt x="1" y="5482"/>
                  </a:cubicBezTo>
                  <a:lnTo>
                    <a:pt x="1" y="9231"/>
                  </a:lnTo>
                  <a:cubicBezTo>
                    <a:pt x="1" y="9420"/>
                    <a:pt x="159" y="9578"/>
                    <a:pt x="348" y="9578"/>
                  </a:cubicBezTo>
                  <a:lnTo>
                    <a:pt x="3467" y="9578"/>
                  </a:lnTo>
                  <a:lnTo>
                    <a:pt x="3467" y="11311"/>
                  </a:lnTo>
                  <a:cubicBezTo>
                    <a:pt x="3467" y="11500"/>
                    <a:pt x="3624" y="11657"/>
                    <a:pt x="3813" y="11657"/>
                  </a:cubicBezTo>
                  <a:lnTo>
                    <a:pt x="5199" y="11657"/>
                  </a:lnTo>
                  <a:cubicBezTo>
                    <a:pt x="5388" y="11657"/>
                    <a:pt x="5546" y="11500"/>
                    <a:pt x="5546" y="11311"/>
                  </a:cubicBezTo>
                  <a:lnTo>
                    <a:pt x="5546" y="9578"/>
                  </a:lnTo>
                  <a:lnTo>
                    <a:pt x="11374" y="9578"/>
                  </a:lnTo>
                  <a:cubicBezTo>
                    <a:pt x="11563" y="9578"/>
                    <a:pt x="11721" y="9420"/>
                    <a:pt x="11721" y="9231"/>
                  </a:cubicBezTo>
                  <a:lnTo>
                    <a:pt x="11721" y="5482"/>
                  </a:lnTo>
                  <a:cubicBezTo>
                    <a:pt x="11658" y="4001"/>
                    <a:pt x="10429" y="2773"/>
                    <a:pt x="8917" y="2773"/>
                  </a:cubicBezTo>
                  <a:lnTo>
                    <a:pt x="5451" y="2773"/>
                  </a:lnTo>
                  <a:lnTo>
                    <a:pt x="5451" y="1040"/>
                  </a:lnTo>
                  <a:cubicBezTo>
                    <a:pt x="5451" y="473"/>
                    <a:pt x="4979" y="0"/>
                    <a:pt x="44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1" name="Google Shape;11221;p137"/>
            <p:cNvSpPr/>
            <p:nvPr/>
          </p:nvSpPr>
          <p:spPr>
            <a:xfrm>
              <a:off x="-31334575" y="2452250"/>
              <a:ext cx="67750" cy="51225"/>
            </a:xfrm>
            <a:custGeom>
              <a:rect b="b" l="l" r="r" t="t"/>
              <a:pathLst>
                <a:path extrusionOk="0" h="2049" w="2710">
                  <a:moveTo>
                    <a:pt x="1670" y="694"/>
                  </a:moveTo>
                  <a:cubicBezTo>
                    <a:pt x="1890" y="694"/>
                    <a:pt x="2048" y="851"/>
                    <a:pt x="2048" y="1040"/>
                  </a:cubicBezTo>
                  <a:cubicBezTo>
                    <a:pt x="2048" y="1229"/>
                    <a:pt x="1890" y="1387"/>
                    <a:pt x="1670" y="1387"/>
                  </a:cubicBezTo>
                  <a:lnTo>
                    <a:pt x="1008" y="1387"/>
                  </a:lnTo>
                  <a:cubicBezTo>
                    <a:pt x="819" y="1387"/>
                    <a:pt x="662" y="1229"/>
                    <a:pt x="662" y="1040"/>
                  </a:cubicBezTo>
                  <a:cubicBezTo>
                    <a:pt x="662" y="851"/>
                    <a:pt x="819" y="694"/>
                    <a:pt x="1008" y="694"/>
                  </a:cubicBezTo>
                  <a:close/>
                  <a:moveTo>
                    <a:pt x="1008" y="1"/>
                  </a:moveTo>
                  <a:cubicBezTo>
                    <a:pt x="473" y="1"/>
                    <a:pt x="0" y="473"/>
                    <a:pt x="0" y="1040"/>
                  </a:cubicBezTo>
                  <a:cubicBezTo>
                    <a:pt x="0" y="1576"/>
                    <a:pt x="473" y="2049"/>
                    <a:pt x="1008" y="2049"/>
                  </a:cubicBezTo>
                  <a:lnTo>
                    <a:pt x="1670" y="2049"/>
                  </a:lnTo>
                  <a:cubicBezTo>
                    <a:pt x="2237" y="2049"/>
                    <a:pt x="2710" y="1576"/>
                    <a:pt x="2710" y="1040"/>
                  </a:cubicBezTo>
                  <a:cubicBezTo>
                    <a:pt x="2710" y="473"/>
                    <a:pt x="2269" y="1"/>
                    <a:pt x="167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2" name="Google Shape;11222;p137"/>
            <p:cNvSpPr/>
            <p:nvPr/>
          </p:nvSpPr>
          <p:spPr>
            <a:xfrm>
              <a:off x="-31334575" y="2419175"/>
              <a:ext cx="68525" cy="17350"/>
            </a:xfrm>
            <a:custGeom>
              <a:rect b="b" l="l" r="r" t="t"/>
              <a:pathLst>
                <a:path extrusionOk="0" h="694" w="2741">
                  <a:moveTo>
                    <a:pt x="347" y="1"/>
                  </a:moveTo>
                  <a:cubicBezTo>
                    <a:pt x="158" y="1"/>
                    <a:pt x="0" y="158"/>
                    <a:pt x="0" y="347"/>
                  </a:cubicBezTo>
                  <a:cubicBezTo>
                    <a:pt x="0" y="536"/>
                    <a:pt x="158" y="694"/>
                    <a:pt x="347" y="694"/>
                  </a:cubicBezTo>
                  <a:lnTo>
                    <a:pt x="2395" y="694"/>
                  </a:lnTo>
                  <a:cubicBezTo>
                    <a:pt x="2584" y="694"/>
                    <a:pt x="2741" y="536"/>
                    <a:pt x="2741" y="347"/>
                  </a:cubicBezTo>
                  <a:cubicBezTo>
                    <a:pt x="2710" y="158"/>
                    <a:pt x="2552" y="1"/>
                    <a:pt x="239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223" name="Google Shape;11223;p137"/>
          <p:cNvSpPr/>
          <p:nvPr/>
        </p:nvSpPr>
        <p:spPr>
          <a:xfrm>
            <a:off x="2633984" y="3614926"/>
            <a:ext cx="359320" cy="356438"/>
          </a:xfrm>
          <a:custGeom>
            <a:rect b="b" l="l" r="r" t="t"/>
            <a:pathLst>
              <a:path extrusionOk="0" h="11752" w="11847">
                <a:moveTo>
                  <a:pt x="6039" y="2796"/>
                </a:moveTo>
                <a:cubicBezTo>
                  <a:pt x="6845" y="2796"/>
                  <a:pt x="7621" y="3116"/>
                  <a:pt x="8224" y="3718"/>
                </a:cubicBezTo>
                <a:cubicBezTo>
                  <a:pt x="8917" y="4411"/>
                  <a:pt x="9232" y="5356"/>
                  <a:pt x="9074" y="6396"/>
                </a:cubicBezTo>
                <a:cubicBezTo>
                  <a:pt x="8885" y="7688"/>
                  <a:pt x="7814" y="8759"/>
                  <a:pt x="6522" y="8948"/>
                </a:cubicBezTo>
                <a:cubicBezTo>
                  <a:pt x="6377" y="8962"/>
                  <a:pt x="6232" y="8970"/>
                  <a:pt x="6088" y="8970"/>
                </a:cubicBezTo>
                <a:cubicBezTo>
                  <a:pt x="5606" y="8970"/>
                  <a:pt x="5132" y="8883"/>
                  <a:pt x="4695" y="8664"/>
                </a:cubicBezTo>
                <a:lnTo>
                  <a:pt x="5231" y="8160"/>
                </a:lnTo>
                <a:cubicBezTo>
                  <a:pt x="5444" y="8249"/>
                  <a:pt x="5677" y="8288"/>
                  <a:pt x="5919" y="8288"/>
                </a:cubicBezTo>
                <a:cubicBezTo>
                  <a:pt x="6106" y="8288"/>
                  <a:pt x="6298" y="8265"/>
                  <a:pt x="6491" y="8223"/>
                </a:cubicBezTo>
                <a:cubicBezTo>
                  <a:pt x="6964" y="8160"/>
                  <a:pt x="7373" y="7908"/>
                  <a:pt x="7751" y="7562"/>
                </a:cubicBezTo>
                <a:cubicBezTo>
                  <a:pt x="8098" y="7215"/>
                  <a:pt x="8318" y="6774"/>
                  <a:pt x="8413" y="6301"/>
                </a:cubicBezTo>
                <a:cubicBezTo>
                  <a:pt x="8476" y="5797"/>
                  <a:pt x="8444" y="5293"/>
                  <a:pt x="8224" y="4821"/>
                </a:cubicBezTo>
                <a:cubicBezTo>
                  <a:pt x="8161" y="4695"/>
                  <a:pt x="8066" y="4663"/>
                  <a:pt x="7972" y="4600"/>
                </a:cubicBezTo>
                <a:cubicBezTo>
                  <a:pt x="7846" y="4600"/>
                  <a:pt x="7751" y="4600"/>
                  <a:pt x="7657" y="4695"/>
                </a:cubicBezTo>
                <a:lnTo>
                  <a:pt x="6806" y="5545"/>
                </a:lnTo>
                <a:cubicBezTo>
                  <a:pt x="6743" y="5608"/>
                  <a:pt x="6649" y="5640"/>
                  <a:pt x="6558" y="5640"/>
                </a:cubicBezTo>
                <a:cubicBezTo>
                  <a:pt x="6467" y="5640"/>
                  <a:pt x="6381" y="5608"/>
                  <a:pt x="6333" y="5545"/>
                </a:cubicBezTo>
                <a:cubicBezTo>
                  <a:pt x="6207" y="5419"/>
                  <a:pt x="6207" y="5199"/>
                  <a:pt x="6333" y="5073"/>
                </a:cubicBezTo>
                <a:lnTo>
                  <a:pt x="7184" y="4222"/>
                </a:lnTo>
                <a:cubicBezTo>
                  <a:pt x="7279" y="4128"/>
                  <a:pt x="7310" y="4033"/>
                  <a:pt x="7279" y="3907"/>
                </a:cubicBezTo>
                <a:cubicBezTo>
                  <a:pt x="7279" y="3781"/>
                  <a:pt x="7184" y="3718"/>
                  <a:pt x="7058" y="3655"/>
                </a:cubicBezTo>
                <a:cubicBezTo>
                  <a:pt x="6723" y="3499"/>
                  <a:pt x="6372" y="3437"/>
                  <a:pt x="6017" y="3437"/>
                </a:cubicBezTo>
                <a:cubicBezTo>
                  <a:pt x="5871" y="3437"/>
                  <a:pt x="5724" y="3448"/>
                  <a:pt x="5577" y="3466"/>
                </a:cubicBezTo>
                <a:cubicBezTo>
                  <a:pt x="5105" y="3561"/>
                  <a:pt x="4664" y="3781"/>
                  <a:pt x="4317" y="4128"/>
                </a:cubicBezTo>
                <a:cubicBezTo>
                  <a:pt x="3971" y="4506"/>
                  <a:pt x="3719" y="4915"/>
                  <a:pt x="3656" y="5388"/>
                </a:cubicBezTo>
                <a:cubicBezTo>
                  <a:pt x="3561" y="5829"/>
                  <a:pt x="3593" y="6270"/>
                  <a:pt x="3719" y="6648"/>
                </a:cubicBezTo>
                <a:lnTo>
                  <a:pt x="3214" y="7184"/>
                </a:lnTo>
                <a:cubicBezTo>
                  <a:pt x="2962" y="6648"/>
                  <a:pt x="2868" y="6018"/>
                  <a:pt x="2962" y="5388"/>
                </a:cubicBezTo>
                <a:cubicBezTo>
                  <a:pt x="3183" y="4096"/>
                  <a:pt x="4223" y="3025"/>
                  <a:pt x="5546" y="2836"/>
                </a:cubicBezTo>
                <a:cubicBezTo>
                  <a:pt x="5710" y="2809"/>
                  <a:pt x="5875" y="2796"/>
                  <a:pt x="6039" y="2796"/>
                </a:cubicBezTo>
                <a:close/>
                <a:moveTo>
                  <a:pt x="6428" y="757"/>
                </a:moveTo>
                <a:lnTo>
                  <a:pt x="6554" y="1261"/>
                </a:lnTo>
                <a:cubicBezTo>
                  <a:pt x="6585" y="1387"/>
                  <a:pt x="6680" y="1481"/>
                  <a:pt x="6838" y="1481"/>
                </a:cubicBezTo>
                <a:cubicBezTo>
                  <a:pt x="7468" y="1607"/>
                  <a:pt x="8003" y="1859"/>
                  <a:pt x="8539" y="2206"/>
                </a:cubicBezTo>
                <a:cubicBezTo>
                  <a:pt x="8586" y="2237"/>
                  <a:pt x="8641" y="2253"/>
                  <a:pt x="8700" y="2253"/>
                </a:cubicBezTo>
                <a:cubicBezTo>
                  <a:pt x="8759" y="2253"/>
                  <a:pt x="8822" y="2237"/>
                  <a:pt x="8885" y="2206"/>
                </a:cubicBezTo>
                <a:lnTo>
                  <a:pt x="9326" y="1922"/>
                </a:lnTo>
                <a:lnTo>
                  <a:pt x="9894" y="2521"/>
                </a:lnTo>
                <a:lnTo>
                  <a:pt x="9641" y="2962"/>
                </a:lnTo>
                <a:cubicBezTo>
                  <a:pt x="9547" y="3088"/>
                  <a:pt x="9547" y="3246"/>
                  <a:pt x="9641" y="3309"/>
                </a:cubicBezTo>
                <a:cubicBezTo>
                  <a:pt x="9988" y="3813"/>
                  <a:pt x="10209" y="4411"/>
                  <a:pt x="10335" y="5010"/>
                </a:cubicBezTo>
                <a:cubicBezTo>
                  <a:pt x="10366" y="5136"/>
                  <a:pt x="10461" y="5230"/>
                  <a:pt x="10587" y="5293"/>
                </a:cubicBezTo>
                <a:lnTo>
                  <a:pt x="11091" y="5388"/>
                </a:lnTo>
                <a:lnTo>
                  <a:pt x="11091" y="6301"/>
                </a:lnTo>
                <a:lnTo>
                  <a:pt x="11154" y="6301"/>
                </a:lnTo>
                <a:lnTo>
                  <a:pt x="10650" y="6428"/>
                </a:lnTo>
                <a:cubicBezTo>
                  <a:pt x="10524" y="6459"/>
                  <a:pt x="10429" y="6554"/>
                  <a:pt x="10429" y="6711"/>
                </a:cubicBezTo>
                <a:cubicBezTo>
                  <a:pt x="10303" y="7341"/>
                  <a:pt x="10051" y="7877"/>
                  <a:pt x="9704" y="8381"/>
                </a:cubicBezTo>
                <a:cubicBezTo>
                  <a:pt x="9641" y="8507"/>
                  <a:pt x="9641" y="8633"/>
                  <a:pt x="9704" y="8759"/>
                </a:cubicBezTo>
                <a:lnTo>
                  <a:pt x="9988" y="9168"/>
                </a:lnTo>
                <a:lnTo>
                  <a:pt x="9389" y="9767"/>
                </a:lnTo>
                <a:lnTo>
                  <a:pt x="8948" y="9483"/>
                </a:lnTo>
                <a:cubicBezTo>
                  <a:pt x="8901" y="9452"/>
                  <a:pt x="8838" y="9436"/>
                  <a:pt x="8775" y="9436"/>
                </a:cubicBezTo>
                <a:cubicBezTo>
                  <a:pt x="8712" y="9436"/>
                  <a:pt x="8649" y="9452"/>
                  <a:pt x="8602" y="9483"/>
                </a:cubicBezTo>
                <a:cubicBezTo>
                  <a:pt x="8098" y="9862"/>
                  <a:pt x="7499" y="10082"/>
                  <a:pt x="6901" y="10208"/>
                </a:cubicBezTo>
                <a:cubicBezTo>
                  <a:pt x="6806" y="10240"/>
                  <a:pt x="6680" y="10334"/>
                  <a:pt x="6649" y="10429"/>
                </a:cubicBezTo>
                <a:lnTo>
                  <a:pt x="6522" y="10964"/>
                </a:lnTo>
                <a:lnTo>
                  <a:pt x="5703" y="10964"/>
                </a:lnTo>
                <a:lnTo>
                  <a:pt x="5577" y="10429"/>
                </a:lnTo>
                <a:cubicBezTo>
                  <a:pt x="5546" y="10334"/>
                  <a:pt x="5451" y="10208"/>
                  <a:pt x="5294" y="10208"/>
                </a:cubicBezTo>
                <a:cubicBezTo>
                  <a:pt x="4758" y="10082"/>
                  <a:pt x="4223" y="9893"/>
                  <a:pt x="3750" y="9609"/>
                </a:cubicBezTo>
                <a:lnTo>
                  <a:pt x="4286" y="9105"/>
                </a:lnTo>
                <a:cubicBezTo>
                  <a:pt x="4821" y="9420"/>
                  <a:pt x="5451" y="9578"/>
                  <a:pt x="6113" y="9578"/>
                </a:cubicBezTo>
                <a:cubicBezTo>
                  <a:pt x="6333" y="9578"/>
                  <a:pt x="6522" y="9578"/>
                  <a:pt x="6712" y="9546"/>
                </a:cubicBezTo>
                <a:cubicBezTo>
                  <a:pt x="7499" y="9420"/>
                  <a:pt x="8224" y="9011"/>
                  <a:pt x="8759" y="8475"/>
                </a:cubicBezTo>
                <a:cubicBezTo>
                  <a:pt x="9326" y="7908"/>
                  <a:pt x="9704" y="7184"/>
                  <a:pt x="9831" y="6428"/>
                </a:cubicBezTo>
                <a:cubicBezTo>
                  <a:pt x="10020" y="5199"/>
                  <a:pt x="9641" y="4033"/>
                  <a:pt x="8759" y="3151"/>
                </a:cubicBezTo>
                <a:cubicBezTo>
                  <a:pt x="8046" y="2438"/>
                  <a:pt x="7089" y="2034"/>
                  <a:pt x="6074" y="2034"/>
                </a:cubicBezTo>
                <a:cubicBezTo>
                  <a:pt x="5878" y="2034"/>
                  <a:pt x="5681" y="2049"/>
                  <a:pt x="5483" y="2080"/>
                </a:cubicBezTo>
                <a:cubicBezTo>
                  <a:pt x="4695" y="2206"/>
                  <a:pt x="4002" y="2615"/>
                  <a:pt x="3435" y="3151"/>
                </a:cubicBezTo>
                <a:cubicBezTo>
                  <a:pt x="2899" y="3718"/>
                  <a:pt x="2490" y="4443"/>
                  <a:pt x="2395" y="5199"/>
                </a:cubicBezTo>
                <a:cubicBezTo>
                  <a:pt x="2269" y="6018"/>
                  <a:pt x="2427" y="6900"/>
                  <a:pt x="2805" y="7656"/>
                </a:cubicBezTo>
                <a:lnTo>
                  <a:pt x="2301" y="8160"/>
                </a:lnTo>
                <a:cubicBezTo>
                  <a:pt x="2017" y="7688"/>
                  <a:pt x="1828" y="7184"/>
                  <a:pt x="1702" y="6617"/>
                </a:cubicBezTo>
                <a:cubicBezTo>
                  <a:pt x="1671" y="6491"/>
                  <a:pt x="1608" y="6396"/>
                  <a:pt x="1482" y="6333"/>
                </a:cubicBezTo>
                <a:lnTo>
                  <a:pt x="978" y="6238"/>
                </a:lnTo>
                <a:lnTo>
                  <a:pt x="978" y="5388"/>
                </a:lnTo>
                <a:lnTo>
                  <a:pt x="1482" y="5293"/>
                </a:lnTo>
                <a:cubicBezTo>
                  <a:pt x="1608" y="5230"/>
                  <a:pt x="1702" y="5167"/>
                  <a:pt x="1702" y="5010"/>
                </a:cubicBezTo>
                <a:cubicBezTo>
                  <a:pt x="1828" y="4380"/>
                  <a:pt x="2080" y="3813"/>
                  <a:pt x="2427" y="3309"/>
                </a:cubicBezTo>
                <a:cubicBezTo>
                  <a:pt x="2490" y="3183"/>
                  <a:pt x="2490" y="3088"/>
                  <a:pt x="2427" y="2962"/>
                </a:cubicBezTo>
                <a:lnTo>
                  <a:pt x="2143" y="2521"/>
                </a:lnTo>
                <a:lnTo>
                  <a:pt x="2742" y="1922"/>
                </a:lnTo>
                <a:lnTo>
                  <a:pt x="3183" y="2206"/>
                </a:lnTo>
                <a:cubicBezTo>
                  <a:pt x="3230" y="2237"/>
                  <a:pt x="3293" y="2253"/>
                  <a:pt x="3356" y="2253"/>
                </a:cubicBezTo>
                <a:cubicBezTo>
                  <a:pt x="3419" y="2253"/>
                  <a:pt x="3482" y="2237"/>
                  <a:pt x="3530" y="2206"/>
                </a:cubicBezTo>
                <a:cubicBezTo>
                  <a:pt x="4034" y="1859"/>
                  <a:pt x="4632" y="1607"/>
                  <a:pt x="5231" y="1481"/>
                </a:cubicBezTo>
                <a:cubicBezTo>
                  <a:pt x="5325" y="1450"/>
                  <a:pt x="5451" y="1387"/>
                  <a:pt x="5483" y="1261"/>
                </a:cubicBezTo>
                <a:lnTo>
                  <a:pt x="5609" y="757"/>
                </a:lnTo>
                <a:close/>
                <a:moveTo>
                  <a:pt x="6239" y="4222"/>
                </a:moveTo>
                <a:lnTo>
                  <a:pt x="5766" y="4695"/>
                </a:lnTo>
                <a:cubicBezTo>
                  <a:pt x="5388" y="5073"/>
                  <a:pt x="5388" y="5766"/>
                  <a:pt x="5766" y="6144"/>
                </a:cubicBezTo>
                <a:cubicBezTo>
                  <a:pt x="5971" y="6349"/>
                  <a:pt x="6239" y="6451"/>
                  <a:pt x="6503" y="6451"/>
                </a:cubicBezTo>
                <a:cubicBezTo>
                  <a:pt x="6767" y="6451"/>
                  <a:pt x="7027" y="6349"/>
                  <a:pt x="7216" y="6144"/>
                </a:cubicBezTo>
                <a:lnTo>
                  <a:pt x="7688" y="5671"/>
                </a:lnTo>
                <a:cubicBezTo>
                  <a:pt x="7751" y="5860"/>
                  <a:pt x="7751" y="6081"/>
                  <a:pt x="7688" y="6238"/>
                </a:cubicBezTo>
                <a:cubicBezTo>
                  <a:pt x="7594" y="6900"/>
                  <a:pt x="7027" y="7436"/>
                  <a:pt x="6365" y="7562"/>
                </a:cubicBezTo>
                <a:cubicBezTo>
                  <a:pt x="6267" y="7588"/>
                  <a:pt x="6163" y="7600"/>
                  <a:pt x="6059" y="7600"/>
                </a:cubicBezTo>
                <a:cubicBezTo>
                  <a:pt x="5794" y="7600"/>
                  <a:pt x="5520" y="7526"/>
                  <a:pt x="5294" y="7436"/>
                </a:cubicBezTo>
                <a:cubicBezTo>
                  <a:pt x="5252" y="7415"/>
                  <a:pt x="5206" y="7404"/>
                  <a:pt x="5161" y="7404"/>
                </a:cubicBezTo>
                <a:cubicBezTo>
                  <a:pt x="5070" y="7404"/>
                  <a:pt x="4979" y="7446"/>
                  <a:pt x="4916" y="7530"/>
                </a:cubicBezTo>
                <a:lnTo>
                  <a:pt x="3908" y="8507"/>
                </a:lnTo>
                <a:lnTo>
                  <a:pt x="1450" y="10964"/>
                </a:lnTo>
                <a:cubicBezTo>
                  <a:pt x="1387" y="11011"/>
                  <a:pt x="1293" y="11035"/>
                  <a:pt x="1202" y="11035"/>
                </a:cubicBezTo>
                <a:cubicBezTo>
                  <a:pt x="1112" y="11035"/>
                  <a:pt x="1025" y="11011"/>
                  <a:pt x="978" y="10964"/>
                </a:cubicBezTo>
                <a:cubicBezTo>
                  <a:pt x="852" y="10838"/>
                  <a:pt x="852" y="10586"/>
                  <a:pt x="978" y="10492"/>
                </a:cubicBezTo>
                <a:lnTo>
                  <a:pt x="3403" y="8034"/>
                </a:lnTo>
                <a:lnTo>
                  <a:pt x="4380" y="7058"/>
                </a:lnTo>
                <a:cubicBezTo>
                  <a:pt x="4506" y="6932"/>
                  <a:pt x="4506" y="6774"/>
                  <a:pt x="4475" y="6648"/>
                </a:cubicBezTo>
                <a:cubicBezTo>
                  <a:pt x="4317" y="6333"/>
                  <a:pt x="4286" y="5955"/>
                  <a:pt x="4349" y="5608"/>
                </a:cubicBezTo>
                <a:cubicBezTo>
                  <a:pt x="4475" y="4915"/>
                  <a:pt x="5010" y="4380"/>
                  <a:pt x="5703" y="4254"/>
                </a:cubicBezTo>
                <a:cubicBezTo>
                  <a:pt x="5798" y="4254"/>
                  <a:pt x="5892" y="4222"/>
                  <a:pt x="6018" y="4222"/>
                </a:cubicBezTo>
                <a:close/>
                <a:moveTo>
                  <a:pt x="5262" y="1"/>
                </a:moveTo>
                <a:cubicBezTo>
                  <a:pt x="5105" y="1"/>
                  <a:pt x="4979" y="127"/>
                  <a:pt x="4947" y="284"/>
                </a:cubicBezTo>
                <a:lnTo>
                  <a:pt x="4790" y="883"/>
                </a:lnTo>
                <a:cubicBezTo>
                  <a:pt x="4223" y="977"/>
                  <a:pt x="3719" y="1229"/>
                  <a:pt x="3214" y="1513"/>
                </a:cubicBezTo>
                <a:lnTo>
                  <a:pt x="2710" y="1198"/>
                </a:lnTo>
                <a:cubicBezTo>
                  <a:pt x="2652" y="1154"/>
                  <a:pt x="2580" y="1130"/>
                  <a:pt x="2507" y="1130"/>
                </a:cubicBezTo>
                <a:cubicBezTo>
                  <a:pt x="2422" y="1130"/>
                  <a:pt x="2337" y="1162"/>
                  <a:pt x="2269" y="1229"/>
                </a:cubicBezTo>
                <a:lnTo>
                  <a:pt x="1293" y="2206"/>
                </a:lnTo>
                <a:cubicBezTo>
                  <a:pt x="1167" y="2332"/>
                  <a:pt x="1167" y="2489"/>
                  <a:pt x="1230" y="2647"/>
                </a:cubicBezTo>
                <a:lnTo>
                  <a:pt x="1545" y="3151"/>
                </a:lnTo>
                <a:cubicBezTo>
                  <a:pt x="1230" y="3624"/>
                  <a:pt x="1041" y="4128"/>
                  <a:pt x="915" y="4726"/>
                </a:cubicBezTo>
                <a:lnTo>
                  <a:pt x="348" y="4884"/>
                </a:lnTo>
                <a:cubicBezTo>
                  <a:pt x="190" y="4915"/>
                  <a:pt x="64" y="5041"/>
                  <a:pt x="64" y="5199"/>
                </a:cubicBezTo>
                <a:lnTo>
                  <a:pt x="64" y="6585"/>
                </a:lnTo>
                <a:cubicBezTo>
                  <a:pt x="64" y="6743"/>
                  <a:pt x="190" y="6869"/>
                  <a:pt x="348" y="6900"/>
                </a:cubicBezTo>
                <a:lnTo>
                  <a:pt x="915" y="7058"/>
                </a:lnTo>
                <a:cubicBezTo>
                  <a:pt x="1041" y="7656"/>
                  <a:pt x="1324" y="8223"/>
                  <a:pt x="1639" y="8696"/>
                </a:cubicBezTo>
                <a:lnTo>
                  <a:pt x="379" y="9956"/>
                </a:lnTo>
                <a:cubicBezTo>
                  <a:pt x="1" y="10366"/>
                  <a:pt x="1" y="11027"/>
                  <a:pt x="379" y="11437"/>
                </a:cubicBezTo>
                <a:cubicBezTo>
                  <a:pt x="584" y="11626"/>
                  <a:pt x="852" y="11720"/>
                  <a:pt x="1115" y="11720"/>
                </a:cubicBezTo>
                <a:cubicBezTo>
                  <a:pt x="1379" y="11720"/>
                  <a:pt x="1639" y="11626"/>
                  <a:pt x="1828" y="11437"/>
                </a:cubicBezTo>
                <a:lnTo>
                  <a:pt x="3088" y="10177"/>
                </a:lnTo>
                <a:cubicBezTo>
                  <a:pt x="3624" y="10523"/>
                  <a:pt x="4160" y="10744"/>
                  <a:pt x="4758" y="10870"/>
                </a:cubicBezTo>
                <a:lnTo>
                  <a:pt x="4916" y="11468"/>
                </a:lnTo>
                <a:cubicBezTo>
                  <a:pt x="4947" y="11626"/>
                  <a:pt x="5073" y="11752"/>
                  <a:pt x="5231" y="11752"/>
                </a:cubicBezTo>
                <a:lnTo>
                  <a:pt x="6585" y="11752"/>
                </a:lnTo>
                <a:cubicBezTo>
                  <a:pt x="6775" y="11752"/>
                  <a:pt x="6869" y="11626"/>
                  <a:pt x="6932" y="11468"/>
                </a:cubicBezTo>
                <a:lnTo>
                  <a:pt x="7090" y="10870"/>
                </a:lnTo>
                <a:cubicBezTo>
                  <a:pt x="7625" y="10744"/>
                  <a:pt x="8129" y="10523"/>
                  <a:pt x="8665" y="10240"/>
                </a:cubicBezTo>
                <a:lnTo>
                  <a:pt x="9169" y="10555"/>
                </a:lnTo>
                <a:cubicBezTo>
                  <a:pt x="9227" y="10599"/>
                  <a:pt x="9299" y="10622"/>
                  <a:pt x="9372" y="10622"/>
                </a:cubicBezTo>
                <a:cubicBezTo>
                  <a:pt x="9457" y="10622"/>
                  <a:pt x="9542" y="10591"/>
                  <a:pt x="9610" y="10523"/>
                </a:cubicBezTo>
                <a:lnTo>
                  <a:pt x="10587" y="9546"/>
                </a:lnTo>
                <a:cubicBezTo>
                  <a:pt x="10713" y="9420"/>
                  <a:pt x="10713" y="9263"/>
                  <a:pt x="10618" y="9105"/>
                </a:cubicBezTo>
                <a:lnTo>
                  <a:pt x="10303" y="8601"/>
                </a:lnTo>
                <a:cubicBezTo>
                  <a:pt x="10618" y="8129"/>
                  <a:pt x="10807" y="7593"/>
                  <a:pt x="10933" y="7026"/>
                </a:cubicBezTo>
                <a:lnTo>
                  <a:pt x="11532" y="6869"/>
                </a:lnTo>
                <a:cubicBezTo>
                  <a:pt x="11689" y="6806"/>
                  <a:pt x="11784" y="6711"/>
                  <a:pt x="11784" y="6554"/>
                </a:cubicBezTo>
                <a:lnTo>
                  <a:pt x="11784" y="5167"/>
                </a:lnTo>
                <a:cubicBezTo>
                  <a:pt x="11847" y="5041"/>
                  <a:pt x="11721" y="4915"/>
                  <a:pt x="11563" y="4884"/>
                </a:cubicBezTo>
                <a:lnTo>
                  <a:pt x="10965" y="4726"/>
                </a:lnTo>
                <a:cubicBezTo>
                  <a:pt x="10839" y="4191"/>
                  <a:pt x="10618" y="3655"/>
                  <a:pt x="10335" y="3151"/>
                </a:cubicBezTo>
                <a:lnTo>
                  <a:pt x="10650" y="2647"/>
                </a:lnTo>
                <a:cubicBezTo>
                  <a:pt x="10744" y="2521"/>
                  <a:pt x="10744" y="2332"/>
                  <a:pt x="10618" y="2206"/>
                </a:cubicBezTo>
                <a:lnTo>
                  <a:pt x="9641" y="1229"/>
                </a:lnTo>
                <a:cubicBezTo>
                  <a:pt x="9574" y="1162"/>
                  <a:pt x="9497" y="1130"/>
                  <a:pt x="9417" y="1130"/>
                </a:cubicBezTo>
                <a:cubicBezTo>
                  <a:pt x="9347" y="1130"/>
                  <a:pt x="9274" y="1154"/>
                  <a:pt x="9200" y="1198"/>
                </a:cubicBezTo>
                <a:lnTo>
                  <a:pt x="8696" y="1513"/>
                </a:lnTo>
                <a:cubicBezTo>
                  <a:pt x="8224" y="1198"/>
                  <a:pt x="7720" y="977"/>
                  <a:pt x="7121" y="883"/>
                </a:cubicBezTo>
                <a:lnTo>
                  <a:pt x="6964" y="284"/>
                </a:lnTo>
                <a:cubicBezTo>
                  <a:pt x="6932" y="127"/>
                  <a:pt x="6806" y="1"/>
                  <a:pt x="664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4" name="Google Shape;11224;p137"/>
          <p:cNvSpPr/>
          <p:nvPr/>
        </p:nvSpPr>
        <p:spPr>
          <a:xfrm>
            <a:off x="3975533" y="3616352"/>
            <a:ext cx="354527" cy="353587"/>
          </a:xfrm>
          <a:custGeom>
            <a:rect b="b" l="l" r="r" t="t"/>
            <a:pathLst>
              <a:path extrusionOk="0" h="11658" w="11689">
                <a:moveTo>
                  <a:pt x="8632" y="694"/>
                </a:moveTo>
                <a:cubicBezTo>
                  <a:pt x="8821" y="694"/>
                  <a:pt x="8979" y="851"/>
                  <a:pt x="8979" y="1040"/>
                </a:cubicBezTo>
                <a:lnTo>
                  <a:pt x="8979" y="1387"/>
                </a:lnTo>
                <a:lnTo>
                  <a:pt x="2836" y="1387"/>
                </a:lnTo>
                <a:lnTo>
                  <a:pt x="2836" y="1040"/>
                </a:lnTo>
                <a:cubicBezTo>
                  <a:pt x="2804" y="851"/>
                  <a:pt x="2962" y="694"/>
                  <a:pt x="3151" y="694"/>
                </a:cubicBezTo>
                <a:close/>
                <a:moveTo>
                  <a:pt x="4505" y="3435"/>
                </a:moveTo>
                <a:cubicBezTo>
                  <a:pt x="4694" y="3435"/>
                  <a:pt x="4852" y="3592"/>
                  <a:pt x="4852" y="3781"/>
                </a:cubicBezTo>
                <a:lnTo>
                  <a:pt x="4852" y="5829"/>
                </a:lnTo>
                <a:cubicBezTo>
                  <a:pt x="4852" y="6049"/>
                  <a:pt x="4694" y="6207"/>
                  <a:pt x="4505" y="6207"/>
                </a:cubicBezTo>
                <a:lnTo>
                  <a:pt x="3812" y="6207"/>
                </a:lnTo>
                <a:cubicBezTo>
                  <a:pt x="3623" y="6207"/>
                  <a:pt x="3466" y="6365"/>
                  <a:pt x="3466" y="6554"/>
                </a:cubicBezTo>
                <a:lnTo>
                  <a:pt x="3466" y="7089"/>
                </a:lnTo>
                <a:lnTo>
                  <a:pt x="2678" y="6302"/>
                </a:lnTo>
                <a:cubicBezTo>
                  <a:pt x="2615" y="6239"/>
                  <a:pt x="2520" y="6207"/>
                  <a:pt x="2457" y="6207"/>
                </a:cubicBezTo>
                <a:lnTo>
                  <a:pt x="1071" y="6207"/>
                </a:lnTo>
                <a:cubicBezTo>
                  <a:pt x="882" y="6144"/>
                  <a:pt x="725" y="5986"/>
                  <a:pt x="725" y="5829"/>
                </a:cubicBezTo>
                <a:lnTo>
                  <a:pt x="725" y="3781"/>
                </a:lnTo>
                <a:cubicBezTo>
                  <a:pt x="725" y="3592"/>
                  <a:pt x="882" y="3435"/>
                  <a:pt x="1071" y="3435"/>
                </a:cubicBezTo>
                <a:close/>
                <a:moveTo>
                  <a:pt x="10680" y="3435"/>
                </a:moveTo>
                <a:cubicBezTo>
                  <a:pt x="10869" y="3435"/>
                  <a:pt x="11027" y="3592"/>
                  <a:pt x="11027" y="3781"/>
                </a:cubicBezTo>
                <a:lnTo>
                  <a:pt x="11027" y="5829"/>
                </a:lnTo>
                <a:cubicBezTo>
                  <a:pt x="11027" y="6049"/>
                  <a:pt x="10869" y="6207"/>
                  <a:pt x="10680" y="6207"/>
                </a:cubicBezTo>
                <a:lnTo>
                  <a:pt x="9294" y="6207"/>
                </a:lnTo>
                <a:cubicBezTo>
                  <a:pt x="9231" y="6207"/>
                  <a:pt x="9105" y="6239"/>
                  <a:pt x="9074" y="6302"/>
                </a:cubicBezTo>
                <a:lnTo>
                  <a:pt x="8286" y="7089"/>
                </a:lnTo>
                <a:lnTo>
                  <a:pt x="8286" y="6554"/>
                </a:lnTo>
                <a:cubicBezTo>
                  <a:pt x="8286" y="6365"/>
                  <a:pt x="8128" y="6207"/>
                  <a:pt x="7908" y="6207"/>
                </a:cubicBezTo>
                <a:lnTo>
                  <a:pt x="7246" y="6207"/>
                </a:lnTo>
                <a:cubicBezTo>
                  <a:pt x="7057" y="6207"/>
                  <a:pt x="6900" y="6049"/>
                  <a:pt x="6900" y="5829"/>
                </a:cubicBezTo>
                <a:lnTo>
                  <a:pt x="6900" y="3781"/>
                </a:lnTo>
                <a:cubicBezTo>
                  <a:pt x="6900" y="3592"/>
                  <a:pt x="7057" y="3435"/>
                  <a:pt x="7246" y="3435"/>
                </a:cubicBezTo>
                <a:close/>
                <a:moveTo>
                  <a:pt x="8948" y="2048"/>
                </a:moveTo>
                <a:lnTo>
                  <a:pt x="8948" y="2773"/>
                </a:lnTo>
                <a:lnTo>
                  <a:pt x="7246" y="2773"/>
                </a:lnTo>
                <a:cubicBezTo>
                  <a:pt x="6711" y="2773"/>
                  <a:pt x="6238" y="3246"/>
                  <a:pt x="6238" y="3781"/>
                </a:cubicBezTo>
                <a:lnTo>
                  <a:pt x="6238" y="5829"/>
                </a:lnTo>
                <a:cubicBezTo>
                  <a:pt x="6238" y="6396"/>
                  <a:pt x="6711" y="6869"/>
                  <a:pt x="7246" y="6869"/>
                </a:cubicBezTo>
                <a:lnTo>
                  <a:pt x="7593" y="6869"/>
                </a:lnTo>
                <a:lnTo>
                  <a:pt x="7593" y="7877"/>
                </a:lnTo>
                <a:cubicBezTo>
                  <a:pt x="7593" y="8034"/>
                  <a:pt x="7687" y="8160"/>
                  <a:pt x="7813" y="8192"/>
                </a:cubicBezTo>
                <a:cubicBezTo>
                  <a:pt x="7852" y="8218"/>
                  <a:pt x="7902" y="8233"/>
                  <a:pt x="7954" y="8233"/>
                </a:cubicBezTo>
                <a:cubicBezTo>
                  <a:pt x="8028" y="8233"/>
                  <a:pt x="8105" y="8203"/>
                  <a:pt x="8160" y="8129"/>
                </a:cubicBezTo>
                <a:lnTo>
                  <a:pt x="8948" y="7341"/>
                </a:lnTo>
                <a:lnTo>
                  <a:pt x="8948" y="8916"/>
                </a:lnTo>
                <a:lnTo>
                  <a:pt x="2804" y="8916"/>
                </a:lnTo>
                <a:lnTo>
                  <a:pt x="2804" y="7341"/>
                </a:lnTo>
                <a:lnTo>
                  <a:pt x="3592" y="8129"/>
                </a:lnTo>
                <a:cubicBezTo>
                  <a:pt x="3636" y="8173"/>
                  <a:pt x="3728" y="8218"/>
                  <a:pt x="3823" y="8218"/>
                </a:cubicBezTo>
                <a:cubicBezTo>
                  <a:pt x="3862" y="8218"/>
                  <a:pt x="3901" y="8210"/>
                  <a:pt x="3938" y="8192"/>
                </a:cubicBezTo>
                <a:cubicBezTo>
                  <a:pt x="4064" y="8160"/>
                  <a:pt x="4127" y="8003"/>
                  <a:pt x="4127" y="7877"/>
                </a:cubicBezTo>
                <a:lnTo>
                  <a:pt x="4127" y="6869"/>
                </a:lnTo>
                <a:lnTo>
                  <a:pt x="4505" y="6869"/>
                </a:lnTo>
                <a:cubicBezTo>
                  <a:pt x="5041" y="6869"/>
                  <a:pt x="5513" y="6396"/>
                  <a:pt x="5513" y="5829"/>
                </a:cubicBezTo>
                <a:lnTo>
                  <a:pt x="5513" y="3781"/>
                </a:lnTo>
                <a:cubicBezTo>
                  <a:pt x="5513" y="3246"/>
                  <a:pt x="5041" y="2773"/>
                  <a:pt x="4505" y="2773"/>
                </a:cubicBezTo>
                <a:lnTo>
                  <a:pt x="2804" y="2773"/>
                </a:lnTo>
                <a:lnTo>
                  <a:pt x="2804" y="2048"/>
                </a:lnTo>
                <a:close/>
                <a:moveTo>
                  <a:pt x="8948" y="9547"/>
                </a:moveTo>
                <a:lnTo>
                  <a:pt x="8948" y="10618"/>
                </a:lnTo>
                <a:cubicBezTo>
                  <a:pt x="8948" y="10838"/>
                  <a:pt x="8790" y="10964"/>
                  <a:pt x="8632" y="10964"/>
                </a:cubicBezTo>
                <a:lnTo>
                  <a:pt x="3151" y="10964"/>
                </a:lnTo>
                <a:cubicBezTo>
                  <a:pt x="2962" y="10964"/>
                  <a:pt x="2804" y="10807"/>
                  <a:pt x="2804" y="10618"/>
                </a:cubicBezTo>
                <a:lnTo>
                  <a:pt x="2804" y="9547"/>
                </a:lnTo>
                <a:close/>
                <a:moveTo>
                  <a:pt x="3119" y="1"/>
                </a:moveTo>
                <a:cubicBezTo>
                  <a:pt x="2552" y="1"/>
                  <a:pt x="2079" y="473"/>
                  <a:pt x="2079" y="1040"/>
                </a:cubicBezTo>
                <a:lnTo>
                  <a:pt x="2079" y="2773"/>
                </a:lnTo>
                <a:lnTo>
                  <a:pt x="1040" y="2773"/>
                </a:lnTo>
                <a:cubicBezTo>
                  <a:pt x="473" y="2773"/>
                  <a:pt x="0" y="3246"/>
                  <a:pt x="0" y="3781"/>
                </a:cubicBezTo>
                <a:lnTo>
                  <a:pt x="0" y="5829"/>
                </a:lnTo>
                <a:cubicBezTo>
                  <a:pt x="0" y="6396"/>
                  <a:pt x="473" y="6869"/>
                  <a:pt x="1040" y="6869"/>
                </a:cubicBezTo>
                <a:lnTo>
                  <a:pt x="2079" y="6869"/>
                </a:lnTo>
                <a:lnTo>
                  <a:pt x="2079" y="10649"/>
                </a:lnTo>
                <a:cubicBezTo>
                  <a:pt x="2079" y="11185"/>
                  <a:pt x="2552" y="11657"/>
                  <a:pt x="3119" y="11657"/>
                </a:cubicBezTo>
                <a:lnTo>
                  <a:pt x="8601" y="11657"/>
                </a:lnTo>
                <a:cubicBezTo>
                  <a:pt x="9137" y="11657"/>
                  <a:pt x="9609" y="11185"/>
                  <a:pt x="9609" y="10649"/>
                </a:cubicBezTo>
                <a:lnTo>
                  <a:pt x="9609" y="6869"/>
                </a:lnTo>
                <a:lnTo>
                  <a:pt x="10680" y="6869"/>
                </a:lnTo>
                <a:cubicBezTo>
                  <a:pt x="11216" y="6869"/>
                  <a:pt x="11688" y="6396"/>
                  <a:pt x="11688" y="5829"/>
                </a:cubicBezTo>
                <a:lnTo>
                  <a:pt x="11688" y="3781"/>
                </a:lnTo>
                <a:cubicBezTo>
                  <a:pt x="11688" y="3214"/>
                  <a:pt x="11279" y="2773"/>
                  <a:pt x="10680" y="2773"/>
                </a:cubicBezTo>
                <a:lnTo>
                  <a:pt x="9609" y="2773"/>
                </a:lnTo>
                <a:lnTo>
                  <a:pt x="9609" y="1040"/>
                </a:lnTo>
                <a:cubicBezTo>
                  <a:pt x="9609" y="473"/>
                  <a:pt x="9137" y="1"/>
                  <a:pt x="860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225" name="Google Shape;11225;p137"/>
          <p:cNvGrpSpPr/>
          <p:nvPr/>
        </p:nvGrpSpPr>
        <p:grpSpPr>
          <a:xfrm>
            <a:off x="2205934" y="1307729"/>
            <a:ext cx="331598" cy="353557"/>
            <a:chOff x="-34767825" y="1914325"/>
            <a:chExt cx="273325" cy="291425"/>
          </a:xfrm>
        </p:grpSpPr>
        <p:sp>
          <p:nvSpPr>
            <p:cNvPr id="11226" name="Google Shape;11226;p137"/>
            <p:cNvSpPr/>
            <p:nvPr/>
          </p:nvSpPr>
          <p:spPr>
            <a:xfrm>
              <a:off x="-34767825" y="1914325"/>
              <a:ext cx="273325" cy="291425"/>
            </a:xfrm>
            <a:custGeom>
              <a:rect b="b" l="l" r="r" t="t"/>
              <a:pathLst>
                <a:path extrusionOk="0" h="11657" w="10933">
                  <a:moveTo>
                    <a:pt x="5954" y="662"/>
                  </a:moveTo>
                  <a:cubicBezTo>
                    <a:pt x="5702" y="851"/>
                    <a:pt x="5482" y="1103"/>
                    <a:pt x="5324" y="1355"/>
                  </a:cubicBezTo>
                  <a:lnTo>
                    <a:pt x="693" y="1355"/>
                  </a:lnTo>
                  <a:lnTo>
                    <a:pt x="693" y="1008"/>
                  </a:lnTo>
                  <a:cubicBezTo>
                    <a:pt x="662" y="819"/>
                    <a:pt x="819" y="662"/>
                    <a:pt x="1008" y="662"/>
                  </a:cubicBezTo>
                  <a:close/>
                  <a:moveTo>
                    <a:pt x="7902" y="692"/>
                  </a:moveTo>
                  <a:cubicBezTo>
                    <a:pt x="9199" y="692"/>
                    <a:pt x="10239" y="1752"/>
                    <a:pt x="10239" y="3056"/>
                  </a:cubicBezTo>
                  <a:cubicBezTo>
                    <a:pt x="10239" y="4411"/>
                    <a:pt x="9168" y="5450"/>
                    <a:pt x="7845" y="5450"/>
                  </a:cubicBezTo>
                  <a:cubicBezTo>
                    <a:pt x="7404" y="5450"/>
                    <a:pt x="6963" y="5356"/>
                    <a:pt x="6585" y="5104"/>
                  </a:cubicBezTo>
                  <a:cubicBezTo>
                    <a:pt x="6519" y="5082"/>
                    <a:pt x="6454" y="5045"/>
                    <a:pt x="6389" y="5045"/>
                  </a:cubicBezTo>
                  <a:cubicBezTo>
                    <a:pt x="6360" y="5045"/>
                    <a:pt x="6330" y="5053"/>
                    <a:pt x="6301" y="5072"/>
                  </a:cubicBezTo>
                  <a:lnTo>
                    <a:pt x="5671" y="5261"/>
                  </a:lnTo>
                  <a:lnTo>
                    <a:pt x="5860" y="4631"/>
                  </a:lnTo>
                  <a:cubicBezTo>
                    <a:pt x="5923" y="4568"/>
                    <a:pt x="5860" y="4442"/>
                    <a:pt x="5828" y="4348"/>
                  </a:cubicBezTo>
                  <a:cubicBezTo>
                    <a:pt x="5608" y="3970"/>
                    <a:pt x="5482" y="3529"/>
                    <a:pt x="5482" y="3087"/>
                  </a:cubicBezTo>
                  <a:cubicBezTo>
                    <a:pt x="5482" y="2678"/>
                    <a:pt x="5608" y="2268"/>
                    <a:pt x="5765" y="1953"/>
                  </a:cubicBezTo>
                  <a:cubicBezTo>
                    <a:pt x="5797" y="1922"/>
                    <a:pt x="5797" y="1922"/>
                    <a:pt x="5797" y="1859"/>
                  </a:cubicBezTo>
                  <a:cubicBezTo>
                    <a:pt x="6207" y="1166"/>
                    <a:pt x="6963" y="693"/>
                    <a:pt x="7845" y="693"/>
                  </a:cubicBezTo>
                  <a:cubicBezTo>
                    <a:pt x="7864" y="693"/>
                    <a:pt x="7883" y="692"/>
                    <a:pt x="7902" y="692"/>
                  </a:cubicBezTo>
                  <a:close/>
                  <a:moveTo>
                    <a:pt x="3749" y="5450"/>
                  </a:moveTo>
                  <a:cubicBezTo>
                    <a:pt x="4127" y="5450"/>
                    <a:pt x="4411" y="5765"/>
                    <a:pt x="4411" y="6143"/>
                  </a:cubicBezTo>
                  <a:cubicBezTo>
                    <a:pt x="4411" y="6521"/>
                    <a:pt x="4096" y="6805"/>
                    <a:pt x="3749" y="6805"/>
                  </a:cubicBezTo>
                  <a:cubicBezTo>
                    <a:pt x="3732" y="6806"/>
                    <a:pt x="3714" y="6807"/>
                    <a:pt x="3697" y="6807"/>
                  </a:cubicBezTo>
                  <a:cubicBezTo>
                    <a:pt x="3343" y="6807"/>
                    <a:pt x="3056" y="6504"/>
                    <a:pt x="3056" y="6143"/>
                  </a:cubicBezTo>
                  <a:cubicBezTo>
                    <a:pt x="3056" y="5734"/>
                    <a:pt x="3371" y="5450"/>
                    <a:pt x="3749" y="5450"/>
                  </a:cubicBezTo>
                  <a:close/>
                  <a:moveTo>
                    <a:pt x="4946" y="1985"/>
                  </a:moveTo>
                  <a:cubicBezTo>
                    <a:pt x="4852" y="2300"/>
                    <a:pt x="4789" y="2646"/>
                    <a:pt x="4789" y="3024"/>
                  </a:cubicBezTo>
                  <a:cubicBezTo>
                    <a:pt x="4757" y="3560"/>
                    <a:pt x="4915" y="4096"/>
                    <a:pt x="5167" y="4568"/>
                  </a:cubicBezTo>
                  <a:lnTo>
                    <a:pt x="4883" y="5387"/>
                  </a:lnTo>
                  <a:cubicBezTo>
                    <a:pt x="4631" y="5009"/>
                    <a:pt x="4222" y="4757"/>
                    <a:pt x="3749" y="4757"/>
                  </a:cubicBezTo>
                  <a:cubicBezTo>
                    <a:pt x="2993" y="4757"/>
                    <a:pt x="2363" y="5387"/>
                    <a:pt x="2363" y="6143"/>
                  </a:cubicBezTo>
                  <a:cubicBezTo>
                    <a:pt x="2363" y="6490"/>
                    <a:pt x="2489" y="6805"/>
                    <a:pt x="2709" y="7026"/>
                  </a:cubicBezTo>
                  <a:cubicBezTo>
                    <a:pt x="2016" y="7404"/>
                    <a:pt x="1481" y="8065"/>
                    <a:pt x="1386" y="8853"/>
                  </a:cubicBezTo>
                  <a:lnTo>
                    <a:pt x="662" y="8853"/>
                  </a:lnTo>
                  <a:lnTo>
                    <a:pt x="662" y="1985"/>
                  </a:lnTo>
                  <a:close/>
                  <a:moveTo>
                    <a:pt x="3749" y="7498"/>
                  </a:moveTo>
                  <a:cubicBezTo>
                    <a:pt x="4568" y="7498"/>
                    <a:pt x="5261" y="8097"/>
                    <a:pt x="5419" y="8884"/>
                  </a:cubicBezTo>
                  <a:lnTo>
                    <a:pt x="2079" y="8884"/>
                  </a:lnTo>
                  <a:cubicBezTo>
                    <a:pt x="2237" y="8097"/>
                    <a:pt x="2899" y="7498"/>
                    <a:pt x="3749" y="7498"/>
                  </a:cubicBezTo>
                  <a:close/>
                  <a:moveTo>
                    <a:pt x="6364" y="5765"/>
                  </a:moveTo>
                  <a:cubicBezTo>
                    <a:pt x="6522" y="5860"/>
                    <a:pt x="6679" y="5923"/>
                    <a:pt x="6837" y="5986"/>
                  </a:cubicBezTo>
                  <a:lnTo>
                    <a:pt x="6837" y="8884"/>
                  </a:lnTo>
                  <a:lnTo>
                    <a:pt x="6112" y="8884"/>
                  </a:lnTo>
                  <a:cubicBezTo>
                    <a:pt x="5986" y="8065"/>
                    <a:pt x="5482" y="7404"/>
                    <a:pt x="4757" y="7089"/>
                  </a:cubicBezTo>
                  <a:cubicBezTo>
                    <a:pt x="5009" y="6837"/>
                    <a:pt x="5104" y="6521"/>
                    <a:pt x="5104" y="6175"/>
                  </a:cubicBezTo>
                  <a:lnTo>
                    <a:pt x="5230" y="6175"/>
                  </a:lnTo>
                  <a:lnTo>
                    <a:pt x="6364" y="5765"/>
                  </a:lnTo>
                  <a:close/>
                  <a:moveTo>
                    <a:pt x="6805" y="9514"/>
                  </a:moveTo>
                  <a:lnTo>
                    <a:pt x="6805" y="10586"/>
                  </a:lnTo>
                  <a:cubicBezTo>
                    <a:pt x="6805" y="10775"/>
                    <a:pt x="6648" y="10932"/>
                    <a:pt x="6490" y="10932"/>
                  </a:cubicBezTo>
                  <a:lnTo>
                    <a:pt x="1008" y="10932"/>
                  </a:lnTo>
                  <a:cubicBezTo>
                    <a:pt x="819" y="10932"/>
                    <a:pt x="662" y="10775"/>
                    <a:pt x="662" y="10586"/>
                  </a:cubicBezTo>
                  <a:lnTo>
                    <a:pt x="662" y="9514"/>
                  </a:lnTo>
                  <a:close/>
                  <a:moveTo>
                    <a:pt x="1008" y="0"/>
                  </a:moveTo>
                  <a:cubicBezTo>
                    <a:pt x="473" y="0"/>
                    <a:pt x="0" y="473"/>
                    <a:pt x="0" y="1040"/>
                  </a:cubicBezTo>
                  <a:lnTo>
                    <a:pt x="0" y="10649"/>
                  </a:lnTo>
                  <a:cubicBezTo>
                    <a:pt x="0" y="11184"/>
                    <a:pt x="441" y="11657"/>
                    <a:pt x="1008" y="11657"/>
                  </a:cubicBezTo>
                  <a:lnTo>
                    <a:pt x="6490" y="11657"/>
                  </a:lnTo>
                  <a:cubicBezTo>
                    <a:pt x="7057" y="11657"/>
                    <a:pt x="7530" y="11184"/>
                    <a:pt x="7530" y="10617"/>
                  </a:cubicBezTo>
                  <a:lnTo>
                    <a:pt x="7530" y="6143"/>
                  </a:lnTo>
                  <a:cubicBezTo>
                    <a:pt x="7624" y="6143"/>
                    <a:pt x="7750" y="6175"/>
                    <a:pt x="7876" y="6175"/>
                  </a:cubicBezTo>
                  <a:cubicBezTo>
                    <a:pt x="9578" y="6175"/>
                    <a:pt x="10932" y="4789"/>
                    <a:pt x="10932" y="3087"/>
                  </a:cubicBezTo>
                  <a:cubicBezTo>
                    <a:pt x="10932" y="1418"/>
                    <a:pt x="9578" y="0"/>
                    <a:pt x="787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7" name="Google Shape;11227;p137"/>
            <p:cNvSpPr/>
            <p:nvPr/>
          </p:nvSpPr>
          <p:spPr>
            <a:xfrm>
              <a:off x="-34579600" y="1947400"/>
              <a:ext cx="17350" cy="18125"/>
            </a:xfrm>
            <a:custGeom>
              <a:rect b="b" l="l" r="r" t="t"/>
              <a:pathLst>
                <a:path extrusionOk="0" h="725" w="694">
                  <a:moveTo>
                    <a:pt x="347" y="0"/>
                  </a:moveTo>
                  <a:cubicBezTo>
                    <a:pt x="158" y="0"/>
                    <a:pt x="1" y="189"/>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8" name="Google Shape;11228;p137"/>
            <p:cNvSpPr/>
            <p:nvPr/>
          </p:nvSpPr>
          <p:spPr>
            <a:xfrm>
              <a:off x="-34581175" y="1982050"/>
              <a:ext cx="18150" cy="52000"/>
            </a:xfrm>
            <a:custGeom>
              <a:rect b="b" l="l" r="r" t="t"/>
              <a:pathLst>
                <a:path extrusionOk="0" h="2080" w="726">
                  <a:moveTo>
                    <a:pt x="379" y="0"/>
                  </a:moveTo>
                  <a:cubicBezTo>
                    <a:pt x="158" y="0"/>
                    <a:pt x="1" y="158"/>
                    <a:pt x="1" y="347"/>
                  </a:cubicBezTo>
                  <a:lnTo>
                    <a:pt x="1" y="1733"/>
                  </a:lnTo>
                  <a:cubicBezTo>
                    <a:pt x="1" y="1922"/>
                    <a:pt x="158" y="2080"/>
                    <a:pt x="379" y="2080"/>
                  </a:cubicBezTo>
                  <a:cubicBezTo>
                    <a:pt x="568" y="2080"/>
                    <a:pt x="725" y="1922"/>
                    <a:pt x="725" y="1733"/>
                  </a:cubicBezTo>
                  <a:lnTo>
                    <a:pt x="725" y="347"/>
                  </a:lnTo>
                  <a:cubicBezTo>
                    <a:pt x="725" y="158"/>
                    <a:pt x="568"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29" name="Google Shape;11229;p137"/>
          <p:cNvGrpSpPr/>
          <p:nvPr/>
        </p:nvGrpSpPr>
        <p:grpSpPr>
          <a:xfrm>
            <a:off x="2193513" y="1765280"/>
            <a:ext cx="356438" cy="355498"/>
            <a:chOff x="-34778075" y="2272675"/>
            <a:chExt cx="293800" cy="293025"/>
          </a:xfrm>
        </p:grpSpPr>
        <p:sp>
          <p:nvSpPr>
            <p:cNvPr id="11230" name="Google Shape;11230;p137"/>
            <p:cNvSpPr/>
            <p:nvPr/>
          </p:nvSpPr>
          <p:spPr>
            <a:xfrm>
              <a:off x="-34725300" y="2324675"/>
              <a:ext cx="187475" cy="188250"/>
            </a:xfrm>
            <a:custGeom>
              <a:rect b="b" l="l" r="r" t="t"/>
              <a:pathLst>
                <a:path extrusionOk="0" h="7530" w="7499">
                  <a:moveTo>
                    <a:pt x="4127" y="693"/>
                  </a:moveTo>
                  <a:lnTo>
                    <a:pt x="4127" y="1134"/>
                  </a:lnTo>
                  <a:cubicBezTo>
                    <a:pt x="4127" y="1292"/>
                    <a:pt x="4253" y="1418"/>
                    <a:pt x="4411" y="1449"/>
                  </a:cubicBezTo>
                  <a:cubicBezTo>
                    <a:pt x="4600" y="1481"/>
                    <a:pt x="4821" y="1607"/>
                    <a:pt x="4978" y="1701"/>
                  </a:cubicBezTo>
                  <a:cubicBezTo>
                    <a:pt x="5023" y="1724"/>
                    <a:pt x="5075" y="1734"/>
                    <a:pt x="5130" y="1734"/>
                  </a:cubicBezTo>
                  <a:cubicBezTo>
                    <a:pt x="5230" y="1734"/>
                    <a:pt x="5338" y="1699"/>
                    <a:pt x="5419" y="1638"/>
                  </a:cubicBezTo>
                  <a:lnTo>
                    <a:pt x="5734" y="1323"/>
                  </a:lnTo>
                  <a:lnTo>
                    <a:pt x="6207" y="1796"/>
                  </a:lnTo>
                  <a:lnTo>
                    <a:pt x="5892" y="2111"/>
                  </a:lnTo>
                  <a:cubicBezTo>
                    <a:pt x="5766" y="2237"/>
                    <a:pt x="5766" y="2394"/>
                    <a:pt x="5860" y="2552"/>
                  </a:cubicBezTo>
                  <a:cubicBezTo>
                    <a:pt x="5986" y="2741"/>
                    <a:pt x="6049" y="2961"/>
                    <a:pt x="6081" y="3150"/>
                  </a:cubicBezTo>
                  <a:cubicBezTo>
                    <a:pt x="6144" y="3308"/>
                    <a:pt x="6238" y="3434"/>
                    <a:pt x="6396" y="3434"/>
                  </a:cubicBezTo>
                  <a:lnTo>
                    <a:pt x="6837" y="3434"/>
                  </a:lnTo>
                  <a:lnTo>
                    <a:pt x="6837" y="4096"/>
                  </a:lnTo>
                  <a:lnTo>
                    <a:pt x="6396" y="4096"/>
                  </a:lnTo>
                  <a:cubicBezTo>
                    <a:pt x="6238" y="4096"/>
                    <a:pt x="6144" y="4222"/>
                    <a:pt x="6081" y="4379"/>
                  </a:cubicBezTo>
                  <a:cubicBezTo>
                    <a:pt x="6049" y="4568"/>
                    <a:pt x="5923" y="4789"/>
                    <a:pt x="5860" y="4946"/>
                  </a:cubicBezTo>
                  <a:cubicBezTo>
                    <a:pt x="5766" y="5072"/>
                    <a:pt x="5829" y="5261"/>
                    <a:pt x="5892" y="5387"/>
                  </a:cubicBezTo>
                  <a:lnTo>
                    <a:pt x="6207" y="5702"/>
                  </a:lnTo>
                  <a:lnTo>
                    <a:pt x="5734" y="6175"/>
                  </a:lnTo>
                  <a:lnTo>
                    <a:pt x="5419" y="5860"/>
                  </a:lnTo>
                  <a:cubicBezTo>
                    <a:pt x="5352" y="5792"/>
                    <a:pt x="5275" y="5761"/>
                    <a:pt x="5194" y="5761"/>
                  </a:cubicBezTo>
                  <a:cubicBezTo>
                    <a:pt x="5124" y="5761"/>
                    <a:pt x="5051" y="5785"/>
                    <a:pt x="4978" y="5828"/>
                  </a:cubicBezTo>
                  <a:cubicBezTo>
                    <a:pt x="4789" y="5954"/>
                    <a:pt x="4600" y="6017"/>
                    <a:pt x="4411" y="6049"/>
                  </a:cubicBezTo>
                  <a:cubicBezTo>
                    <a:pt x="4253" y="6080"/>
                    <a:pt x="4127" y="6206"/>
                    <a:pt x="4127" y="6364"/>
                  </a:cubicBezTo>
                  <a:lnTo>
                    <a:pt x="4127" y="6805"/>
                  </a:lnTo>
                  <a:lnTo>
                    <a:pt x="3466" y="6805"/>
                  </a:lnTo>
                  <a:lnTo>
                    <a:pt x="3466" y="6364"/>
                  </a:lnTo>
                  <a:cubicBezTo>
                    <a:pt x="3466" y="6206"/>
                    <a:pt x="3340" y="6112"/>
                    <a:pt x="3182" y="6049"/>
                  </a:cubicBezTo>
                  <a:cubicBezTo>
                    <a:pt x="2993" y="6017"/>
                    <a:pt x="2741" y="5891"/>
                    <a:pt x="2584" y="5828"/>
                  </a:cubicBezTo>
                  <a:cubicBezTo>
                    <a:pt x="2549" y="5794"/>
                    <a:pt x="2497" y="5780"/>
                    <a:pt x="2441" y="5780"/>
                  </a:cubicBezTo>
                  <a:cubicBezTo>
                    <a:pt x="2344" y="5780"/>
                    <a:pt x="2234" y="5820"/>
                    <a:pt x="2174" y="5860"/>
                  </a:cubicBezTo>
                  <a:lnTo>
                    <a:pt x="1859" y="6175"/>
                  </a:lnTo>
                  <a:lnTo>
                    <a:pt x="1387" y="5702"/>
                  </a:lnTo>
                  <a:lnTo>
                    <a:pt x="1702" y="5387"/>
                  </a:lnTo>
                  <a:cubicBezTo>
                    <a:pt x="1796" y="5261"/>
                    <a:pt x="1796" y="5104"/>
                    <a:pt x="1733" y="4946"/>
                  </a:cubicBezTo>
                  <a:cubicBezTo>
                    <a:pt x="1607" y="4757"/>
                    <a:pt x="1544" y="4568"/>
                    <a:pt x="1481" y="4379"/>
                  </a:cubicBezTo>
                  <a:cubicBezTo>
                    <a:pt x="1450" y="4222"/>
                    <a:pt x="1324" y="4096"/>
                    <a:pt x="1166" y="4096"/>
                  </a:cubicBezTo>
                  <a:lnTo>
                    <a:pt x="756" y="4096"/>
                  </a:lnTo>
                  <a:lnTo>
                    <a:pt x="756" y="3434"/>
                  </a:lnTo>
                  <a:lnTo>
                    <a:pt x="1166" y="3434"/>
                  </a:lnTo>
                  <a:cubicBezTo>
                    <a:pt x="1324" y="3434"/>
                    <a:pt x="1450" y="3308"/>
                    <a:pt x="1481" y="3150"/>
                  </a:cubicBezTo>
                  <a:cubicBezTo>
                    <a:pt x="1544" y="2961"/>
                    <a:pt x="1639" y="2709"/>
                    <a:pt x="1733" y="2552"/>
                  </a:cubicBezTo>
                  <a:cubicBezTo>
                    <a:pt x="1796" y="2426"/>
                    <a:pt x="1765" y="2237"/>
                    <a:pt x="1702" y="2111"/>
                  </a:cubicBezTo>
                  <a:lnTo>
                    <a:pt x="1387" y="1796"/>
                  </a:lnTo>
                  <a:lnTo>
                    <a:pt x="1859" y="1323"/>
                  </a:lnTo>
                  <a:lnTo>
                    <a:pt x="2174" y="1638"/>
                  </a:lnTo>
                  <a:cubicBezTo>
                    <a:pt x="2230" y="1712"/>
                    <a:pt x="2307" y="1743"/>
                    <a:pt x="2392" y="1743"/>
                  </a:cubicBezTo>
                  <a:cubicBezTo>
                    <a:pt x="2453" y="1743"/>
                    <a:pt x="2518" y="1727"/>
                    <a:pt x="2584" y="1701"/>
                  </a:cubicBezTo>
                  <a:cubicBezTo>
                    <a:pt x="2804" y="1575"/>
                    <a:pt x="2993" y="1481"/>
                    <a:pt x="3182" y="1449"/>
                  </a:cubicBezTo>
                  <a:cubicBezTo>
                    <a:pt x="3340" y="1418"/>
                    <a:pt x="3466" y="1292"/>
                    <a:pt x="3466" y="1134"/>
                  </a:cubicBezTo>
                  <a:lnTo>
                    <a:pt x="3466" y="693"/>
                  </a:lnTo>
                  <a:close/>
                  <a:moveTo>
                    <a:pt x="3056" y="0"/>
                  </a:moveTo>
                  <a:cubicBezTo>
                    <a:pt x="2867" y="0"/>
                    <a:pt x="2710" y="158"/>
                    <a:pt x="2710" y="347"/>
                  </a:cubicBezTo>
                  <a:lnTo>
                    <a:pt x="2710" y="851"/>
                  </a:lnTo>
                  <a:cubicBezTo>
                    <a:pt x="2584" y="914"/>
                    <a:pt x="2521" y="945"/>
                    <a:pt x="2426" y="977"/>
                  </a:cubicBezTo>
                  <a:lnTo>
                    <a:pt x="2080" y="630"/>
                  </a:lnTo>
                  <a:cubicBezTo>
                    <a:pt x="1985" y="536"/>
                    <a:pt x="1922" y="504"/>
                    <a:pt x="1828" y="504"/>
                  </a:cubicBezTo>
                  <a:cubicBezTo>
                    <a:pt x="1765" y="504"/>
                    <a:pt x="1639" y="536"/>
                    <a:pt x="1607" y="630"/>
                  </a:cubicBezTo>
                  <a:lnTo>
                    <a:pt x="630" y="1607"/>
                  </a:lnTo>
                  <a:cubicBezTo>
                    <a:pt x="536" y="1701"/>
                    <a:pt x="504" y="1764"/>
                    <a:pt x="504" y="1859"/>
                  </a:cubicBezTo>
                  <a:cubicBezTo>
                    <a:pt x="504" y="1922"/>
                    <a:pt x="536" y="2048"/>
                    <a:pt x="630" y="2079"/>
                  </a:cubicBezTo>
                  <a:lnTo>
                    <a:pt x="977" y="2426"/>
                  </a:lnTo>
                  <a:cubicBezTo>
                    <a:pt x="945" y="2520"/>
                    <a:pt x="914" y="2646"/>
                    <a:pt x="851" y="2709"/>
                  </a:cubicBezTo>
                  <a:lnTo>
                    <a:pt x="347" y="2709"/>
                  </a:lnTo>
                  <a:cubicBezTo>
                    <a:pt x="158" y="2709"/>
                    <a:pt x="0" y="2867"/>
                    <a:pt x="0" y="3056"/>
                  </a:cubicBezTo>
                  <a:lnTo>
                    <a:pt x="0" y="4442"/>
                  </a:lnTo>
                  <a:cubicBezTo>
                    <a:pt x="0" y="4631"/>
                    <a:pt x="158" y="4789"/>
                    <a:pt x="347" y="4789"/>
                  </a:cubicBezTo>
                  <a:lnTo>
                    <a:pt x="851" y="4789"/>
                  </a:lnTo>
                  <a:cubicBezTo>
                    <a:pt x="882" y="4915"/>
                    <a:pt x="945" y="5009"/>
                    <a:pt x="977" y="5072"/>
                  </a:cubicBezTo>
                  <a:lnTo>
                    <a:pt x="630" y="5419"/>
                  </a:lnTo>
                  <a:cubicBezTo>
                    <a:pt x="536" y="5513"/>
                    <a:pt x="504" y="5576"/>
                    <a:pt x="504" y="5671"/>
                  </a:cubicBezTo>
                  <a:cubicBezTo>
                    <a:pt x="504" y="5734"/>
                    <a:pt x="536" y="5860"/>
                    <a:pt x="630" y="5891"/>
                  </a:cubicBezTo>
                  <a:lnTo>
                    <a:pt x="1607" y="6900"/>
                  </a:lnTo>
                  <a:cubicBezTo>
                    <a:pt x="1670" y="6963"/>
                    <a:pt x="1765" y="6994"/>
                    <a:pt x="1828" y="6994"/>
                  </a:cubicBezTo>
                  <a:cubicBezTo>
                    <a:pt x="1922" y="6994"/>
                    <a:pt x="2048" y="6963"/>
                    <a:pt x="2080" y="6900"/>
                  </a:cubicBezTo>
                  <a:lnTo>
                    <a:pt x="2426" y="6521"/>
                  </a:lnTo>
                  <a:cubicBezTo>
                    <a:pt x="2521" y="6585"/>
                    <a:pt x="2615" y="6616"/>
                    <a:pt x="2710" y="6648"/>
                  </a:cubicBezTo>
                  <a:lnTo>
                    <a:pt x="2710" y="7152"/>
                  </a:lnTo>
                  <a:cubicBezTo>
                    <a:pt x="2710" y="7372"/>
                    <a:pt x="2867" y="7530"/>
                    <a:pt x="3056" y="7530"/>
                  </a:cubicBezTo>
                  <a:lnTo>
                    <a:pt x="4443" y="7530"/>
                  </a:lnTo>
                  <a:cubicBezTo>
                    <a:pt x="4632" y="7530"/>
                    <a:pt x="4789" y="7372"/>
                    <a:pt x="4789" y="7152"/>
                  </a:cubicBezTo>
                  <a:lnTo>
                    <a:pt x="4789" y="6648"/>
                  </a:lnTo>
                  <a:cubicBezTo>
                    <a:pt x="4915" y="6616"/>
                    <a:pt x="4978" y="6585"/>
                    <a:pt x="5073" y="6521"/>
                  </a:cubicBezTo>
                  <a:lnTo>
                    <a:pt x="5419" y="6900"/>
                  </a:lnTo>
                  <a:cubicBezTo>
                    <a:pt x="5514" y="6963"/>
                    <a:pt x="5577" y="6994"/>
                    <a:pt x="5671" y="6994"/>
                  </a:cubicBezTo>
                  <a:cubicBezTo>
                    <a:pt x="5734" y="6994"/>
                    <a:pt x="5860" y="6963"/>
                    <a:pt x="5892" y="6900"/>
                  </a:cubicBezTo>
                  <a:lnTo>
                    <a:pt x="6868" y="5891"/>
                  </a:lnTo>
                  <a:cubicBezTo>
                    <a:pt x="6994" y="5797"/>
                    <a:pt x="6994" y="5545"/>
                    <a:pt x="6868" y="5419"/>
                  </a:cubicBezTo>
                  <a:lnTo>
                    <a:pt x="6522" y="5072"/>
                  </a:lnTo>
                  <a:cubicBezTo>
                    <a:pt x="6553" y="5009"/>
                    <a:pt x="6616" y="4883"/>
                    <a:pt x="6648" y="4789"/>
                  </a:cubicBezTo>
                  <a:lnTo>
                    <a:pt x="7152" y="4789"/>
                  </a:lnTo>
                  <a:cubicBezTo>
                    <a:pt x="7341" y="4789"/>
                    <a:pt x="7499" y="4631"/>
                    <a:pt x="7499" y="4442"/>
                  </a:cubicBezTo>
                  <a:lnTo>
                    <a:pt x="7499" y="3056"/>
                  </a:lnTo>
                  <a:cubicBezTo>
                    <a:pt x="7499" y="2867"/>
                    <a:pt x="7341" y="2709"/>
                    <a:pt x="7152" y="2709"/>
                  </a:cubicBezTo>
                  <a:lnTo>
                    <a:pt x="6648" y="2709"/>
                  </a:lnTo>
                  <a:cubicBezTo>
                    <a:pt x="6616" y="2583"/>
                    <a:pt x="6553" y="2520"/>
                    <a:pt x="6522" y="2426"/>
                  </a:cubicBezTo>
                  <a:lnTo>
                    <a:pt x="6868" y="2079"/>
                  </a:lnTo>
                  <a:cubicBezTo>
                    <a:pt x="6994" y="1953"/>
                    <a:pt x="6994" y="1733"/>
                    <a:pt x="6868" y="1607"/>
                  </a:cubicBezTo>
                  <a:lnTo>
                    <a:pt x="5892" y="630"/>
                  </a:lnTo>
                  <a:cubicBezTo>
                    <a:pt x="5829" y="536"/>
                    <a:pt x="5734" y="504"/>
                    <a:pt x="5671" y="504"/>
                  </a:cubicBezTo>
                  <a:cubicBezTo>
                    <a:pt x="5577" y="504"/>
                    <a:pt x="5451" y="536"/>
                    <a:pt x="5419" y="630"/>
                  </a:cubicBezTo>
                  <a:lnTo>
                    <a:pt x="5073" y="977"/>
                  </a:lnTo>
                  <a:cubicBezTo>
                    <a:pt x="4978" y="945"/>
                    <a:pt x="4884" y="914"/>
                    <a:pt x="4789" y="851"/>
                  </a:cubicBezTo>
                  <a:lnTo>
                    <a:pt x="4789" y="347"/>
                  </a:lnTo>
                  <a:cubicBezTo>
                    <a:pt x="4789" y="158"/>
                    <a:pt x="4632" y="0"/>
                    <a:pt x="44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1" name="Google Shape;11231;p137"/>
            <p:cNvSpPr/>
            <p:nvPr/>
          </p:nvSpPr>
          <p:spPr>
            <a:xfrm>
              <a:off x="-34673325" y="2375850"/>
              <a:ext cx="85100" cy="84300"/>
            </a:xfrm>
            <a:custGeom>
              <a:rect b="b" l="l" r="r" t="t"/>
              <a:pathLst>
                <a:path extrusionOk="0" h="3372" w="3404">
                  <a:moveTo>
                    <a:pt x="1702" y="662"/>
                  </a:moveTo>
                  <a:cubicBezTo>
                    <a:pt x="2238" y="662"/>
                    <a:pt x="2710" y="1135"/>
                    <a:pt x="2710" y="1702"/>
                  </a:cubicBezTo>
                  <a:cubicBezTo>
                    <a:pt x="2710" y="2238"/>
                    <a:pt x="2238" y="2710"/>
                    <a:pt x="1702" y="2710"/>
                  </a:cubicBezTo>
                  <a:cubicBezTo>
                    <a:pt x="1135" y="2710"/>
                    <a:pt x="662" y="2238"/>
                    <a:pt x="662" y="1702"/>
                  </a:cubicBezTo>
                  <a:cubicBezTo>
                    <a:pt x="662" y="1135"/>
                    <a:pt x="1135" y="662"/>
                    <a:pt x="1702" y="662"/>
                  </a:cubicBezTo>
                  <a:close/>
                  <a:moveTo>
                    <a:pt x="1702" y="1"/>
                  </a:moveTo>
                  <a:cubicBezTo>
                    <a:pt x="757" y="1"/>
                    <a:pt x="1" y="757"/>
                    <a:pt x="1" y="1702"/>
                  </a:cubicBezTo>
                  <a:cubicBezTo>
                    <a:pt x="1" y="2647"/>
                    <a:pt x="757" y="3372"/>
                    <a:pt x="1702" y="3372"/>
                  </a:cubicBezTo>
                  <a:cubicBezTo>
                    <a:pt x="2647" y="3372"/>
                    <a:pt x="3403" y="2647"/>
                    <a:pt x="3403" y="1702"/>
                  </a:cubicBezTo>
                  <a:cubicBezTo>
                    <a:pt x="3372" y="757"/>
                    <a:pt x="2647" y="1"/>
                    <a:pt x="170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2" name="Google Shape;11232;p137"/>
            <p:cNvSpPr/>
            <p:nvPr/>
          </p:nvSpPr>
          <p:spPr>
            <a:xfrm>
              <a:off x="-34778075" y="2272675"/>
              <a:ext cx="293800" cy="293025"/>
            </a:xfrm>
            <a:custGeom>
              <a:rect b="b" l="l" r="r" t="t"/>
              <a:pathLst>
                <a:path extrusionOk="0" h="11721" w="11752">
                  <a:moveTo>
                    <a:pt x="5892" y="694"/>
                  </a:moveTo>
                  <a:cubicBezTo>
                    <a:pt x="8727" y="694"/>
                    <a:pt x="11027" y="3025"/>
                    <a:pt x="11027" y="5861"/>
                  </a:cubicBezTo>
                  <a:cubicBezTo>
                    <a:pt x="10996" y="8665"/>
                    <a:pt x="8727" y="10964"/>
                    <a:pt x="5892" y="10964"/>
                  </a:cubicBezTo>
                  <a:cubicBezTo>
                    <a:pt x="4884" y="10964"/>
                    <a:pt x="3939" y="10712"/>
                    <a:pt x="3119" y="10177"/>
                  </a:cubicBezTo>
                  <a:cubicBezTo>
                    <a:pt x="3075" y="10154"/>
                    <a:pt x="2999" y="10132"/>
                    <a:pt x="2936" y="10132"/>
                  </a:cubicBezTo>
                  <a:cubicBezTo>
                    <a:pt x="2910" y="10132"/>
                    <a:pt x="2886" y="10136"/>
                    <a:pt x="2867" y="10145"/>
                  </a:cubicBezTo>
                  <a:lnTo>
                    <a:pt x="914" y="10775"/>
                  </a:lnTo>
                  <a:lnTo>
                    <a:pt x="1544" y="8854"/>
                  </a:lnTo>
                  <a:cubicBezTo>
                    <a:pt x="1576" y="8759"/>
                    <a:pt x="1544" y="8665"/>
                    <a:pt x="1513" y="8570"/>
                  </a:cubicBezTo>
                  <a:cubicBezTo>
                    <a:pt x="1009" y="7751"/>
                    <a:pt x="725" y="6806"/>
                    <a:pt x="725" y="5861"/>
                  </a:cubicBezTo>
                  <a:cubicBezTo>
                    <a:pt x="725" y="3025"/>
                    <a:pt x="3056" y="694"/>
                    <a:pt x="5892" y="694"/>
                  </a:cubicBezTo>
                  <a:close/>
                  <a:moveTo>
                    <a:pt x="5892" y="1"/>
                  </a:moveTo>
                  <a:cubicBezTo>
                    <a:pt x="4348" y="1"/>
                    <a:pt x="2867" y="568"/>
                    <a:pt x="1733" y="1733"/>
                  </a:cubicBezTo>
                  <a:cubicBezTo>
                    <a:pt x="631" y="2836"/>
                    <a:pt x="0" y="4285"/>
                    <a:pt x="0" y="5861"/>
                  </a:cubicBezTo>
                  <a:cubicBezTo>
                    <a:pt x="0" y="6869"/>
                    <a:pt x="284" y="7908"/>
                    <a:pt x="851" y="8822"/>
                  </a:cubicBezTo>
                  <a:lnTo>
                    <a:pt x="63" y="11248"/>
                  </a:lnTo>
                  <a:cubicBezTo>
                    <a:pt x="0" y="11374"/>
                    <a:pt x="63" y="11531"/>
                    <a:pt x="127" y="11594"/>
                  </a:cubicBezTo>
                  <a:cubicBezTo>
                    <a:pt x="197" y="11665"/>
                    <a:pt x="304" y="11701"/>
                    <a:pt x="392" y="11701"/>
                  </a:cubicBezTo>
                  <a:cubicBezTo>
                    <a:pt x="422" y="11701"/>
                    <a:pt x="449" y="11697"/>
                    <a:pt x="473" y="11689"/>
                  </a:cubicBezTo>
                  <a:lnTo>
                    <a:pt x="2930" y="10901"/>
                  </a:lnTo>
                  <a:cubicBezTo>
                    <a:pt x="3844" y="11437"/>
                    <a:pt x="4852" y="11720"/>
                    <a:pt x="5892" y="11720"/>
                  </a:cubicBezTo>
                  <a:cubicBezTo>
                    <a:pt x="7404" y="11720"/>
                    <a:pt x="8916" y="11122"/>
                    <a:pt x="10019" y="9988"/>
                  </a:cubicBezTo>
                  <a:cubicBezTo>
                    <a:pt x="11122" y="8885"/>
                    <a:pt x="11752" y="7436"/>
                    <a:pt x="11752" y="5861"/>
                  </a:cubicBezTo>
                  <a:cubicBezTo>
                    <a:pt x="11752" y="4317"/>
                    <a:pt x="11153" y="2805"/>
                    <a:pt x="10019" y="1702"/>
                  </a:cubicBezTo>
                  <a:cubicBezTo>
                    <a:pt x="8885" y="568"/>
                    <a:pt x="7404" y="1"/>
                    <a:pt x="589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33" name="Google Shape;11233;p137"/>
          <p:cNvGrpSpPr/>
          <p:nvPr/>
        </p:nvGrpSpPr>
        <p:grpSpPr>
          <a:xfrm>
            <a:off x="2194939" y="2221307"/>
            <a:ext cx="353587" cy="353587"/>
            <a:chOff x="-34776500" y="2631825"/>
            <a:chExt cx="291450" cy="291450"/>
          </a:xfrm>
        </p:grpSpPr>
        <p:sp>
          <p:nvSpPr>
            <p:cNvPr id="11234" name="Google Shape;11234;p137"/>
            <p:cNvSpPr/>
            <p:nvPr/>
          </p:nvSpPr>
          <p:spPr>
            <a:xfrm>
              <a:off x="-34691425" y="2666500"/>
              <a:ext cx="120525" cy="154400"/>
            </a:xfrm>
            <a:custGeom>
              <a:rect b="b" l="l" r="r" t="t"/>
              <a:pathLst>
                <a:path extrusionOk="0" h="6176" w="4821">
                  <a:moveTo>
                    <a:pt x="2331" y="693"/>
                  </a:moveTo>
                  <a:cubicBezTo>
                    <a:pt x="3277" y="693"/>
                    <a:pt x="4033" y="1449"/>
                    <a:pt x="4033" y="2394"/>
                  </a:cubicBezTo>
                  <a:cubicBezTo>
                    <a:pt x="4096" y="2899"/>
                    <a:pt x="3844" y="3466"/>
                    <a:pt x="3403" y="3781"/>
                  </a:cubicBezTo>
                  <a:cubicBezTo>
                    <a:pt x="3151" y="3970"/>
                    <a:pt x="2741" y="4348"/>
                    <a:pt x="2741" y="4946"/>
                  </a:cubicBezTo>
                  <a:lnTo>
                    <a:pt x="2741" y="5135"/>
                  </a:lnTo>
                  <a:cubicBezTo>
                    <a:pt x="2741" y="5356"/>
                    <a:pt x="2583" y="5513"/>
                    <a:pt x="2363" y="5513"/>
                  </a:cubicBezTo>
                  <a:cubicBezTo>
                    <a:pt x="2174" y="5513"/>
                    <a:pt x="2016" y="5356"/>
                    <a:pt x="2016" y="5135"/>
                  </a:cubicBezTo>
                  <a:lnTo>
                    <a:pt x="2016" y="4946"/>
                  </a:lnTo>
                  <a:cubicBezTo>
                    <a:pt x="2016" y="4285"/>
                    <a:pt x="2363" y="3655"/>
                    <a:pt x="2962" y="3214"/>
                  </a:cubicBezTo>
                  <a:cubicBezTo>
                    <a:pt x="3245" y="3025"/>
                    <a:pt x="3403" y="2710"/>
                    <a:pt x="3403" y="2394"/>
                  </a:cubicBezTo>
                  <a:cubicBezTo>
                    <a:pt x="3403" y="1827"/>
                    <a:pt x="2930" y="1355"/>
                    <a:pt x="2363" y="1355"/>
                  </a:cubicBezTo>
                  <a:cubicBezTo>
                    <a:pt x="1827" y="1355"/>
                    <a:pt x="1355" y="1827"/>
                    <a:pt x="1355" y="2394"/>
                  </a:cubicBezTo>
                  <a:cubicBezTo>
                    <a:pt x="1355" y="2583"/>
                    <a:pt x="1197" y="2741"/>
                    <a:pt x="1008" y="2741"/>
                  </a:cubicBezTo>
                  <a:cubicBezTo>
                    <a:pt x="788" y="2741"/>
                    <a:pt x="630" y="2583"/>
                    <a:pt x="630" y="2394"/>
                  </a:cubicBezTo>
                  <a:cubicBezTo>
                    <a:pt x="630" y="1449"/>
                    <a:pt x="1386" y="693"/>
                    <a:pt x="2331" y="693"/>
                  </a:cubicBezTo>
                  <a:close/>
                  <a:moveTo>
                    <a:pt x="2426" y="0"/>
                  </a:moveTo>
                  <a:cubicBezTo>
                    <a:pt x="1071" y="0"/>
                    <a:pt x="0" y="1040"/>
                    <a:pt x="0" y="2394"/>
                  </a:cubicBezTo>
                  <a:cubicBezTo>
                    <a:pt x="0" y="2930"/>
                    <a:pt x="473" y="3403"/>
                    <a:pt x="1040" y="3403"/>
                  </a:cubicBezTo>
                  <a:cubicBezTo>
                    <a:pt x="1575" y="3403"/>
                    <a:pt x="2048" y="2930"/>
                    <a:pt x="2048" y="2394"/>
                  </a:cubicBezTo>
                  <a:cubicBezTo>
                    <a:pt x="2048" y="2205"/>
                    <a:pt x="2205" y="2048"/>
                    <a:pt x="2426" y="2048"/>
                  </a:cubicBezTo>
                  <a:cubicBezTo>
                    <a:pt x="2615" y="2048"/>
                    <a:pt x="2772" y="2205"/>
                    <a:pt x="2772" y="2394"/>
                  </a:cubicBezTo>
                  <a:cubicBezTo>
                    <a:pt x="2772" y="2520"/>
                    <a:pt x="2741" y="2583"/>
                    <a:pt x="2615" y="2646"/>
                  </a:cubicBezTo>
                  <a:cubicBezTo>
                    <a:pt x="1827" y="3245"/>
                    <a:pt x="1386" y="4064"/>
                    <a:pt x="1386" y="4946"/>
                  </a:cubicBezTo>
                  <a:lnTo>
                    <a:pt x="1386" y="5135"/>
                  </a:lnTo>
                  <a:cubicBezTo>
                    <a:pt x="1386" y="5702"/>
                    <a:pt x="1859" y="6175"/>
                    <a:pt x="2426" y="6175"/>
                  </a:cubicBezTo>
                  <a:cubicBezTo>
                    <a:pt x="2962" y="6175"/>
                    <a:pt x="3434" y="5702"/>
                    <a:pt x="3434" y="5135"/>
                  </a:cubicBezTo>
                  <a:lnTo>
                    <a:pt x="3434" y="4946"/>
                  </a:lnTo>
                  <a:cubicBezTo>
                    <a:pt x="3434" y="4663"/>
                    <a:pt x="3686" y="4442"/>
                    <a:pt x="3844" y="4316"/>
                  </a:cubicBezTo>
                  <a:cubicBezTo>
                    <a:pt x="4474" y="3875"/>
                    <a:pt x="4820" y="3151"/>
                    <a:pt x="4820" y="2394"/>
                  </a:cubicBezTo>
                  <a:cubicBezTo>
                    <a:pt x="4789" y="1040"/>
                    <a:pt x="3718" y="0"/>
                    <a:pt x="242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5" name="Google Shape;11235;p137"/>
            <p:cNvSpPr/>
            <p:nvPr/>
          </p:nvSpPr>
          <p:spPr>
            <a:xfrm>
              <a:off x="-34656775" y="2837400"/>
              <a:ext cx="51200" cy="51225"/>
            </a:xfrm>
            <a:custGeom>
              <a:rect b="b" l="l" r="r" t="t"/>
              <a:pathLst>
                <a:path extrusionOk="0" h="2049" w="2048">
                  <a:moveTo>
                    <a:pt x="1040" y="662"/>
                  </a:moveTo>
                  <a:cubicBezTo>
                    <a:pt x="1229" y="662"/>
                    <a:pt x="1386" y="820"/>
                    <a:pt x="1386" y="1040"/>
                  </a:cubicBezTo>
                  <a:cubicBezTo>
                    <a:pt x="1386" y="1229"/>
                    <a:pt x="1197" y="1387"/>
                    <a:pt x="1040" y="1387"/>
                  </a:cubicBezTo>
                  <a:cubicBezTo>
                    <a:pt x="819" y="1387"/>
                    <a:pt x="662" y="1229"/>
                    <a:pt x="662" y="1040"/>
                  </a:cubicBezTo>
                  <a:cubicBezTo>
                    <a:pt x="662" y="820"/>
                    <a:pt x="819" y="662"/>
                    <a:pt x="1040" y="662"/>
                  </a:cubicBezTo>
                  <a:close/>
                  <a:moveTo>
                    <a:pt x="1040" y="1"/>
                  </a:moveTo>
                  <a:cubicBezTo>
                    <a:pt x="473" y="1"/>
                    <a:pt x="0" y="473"/>
                    <a:pt x="0" y="1040"/>
                  </a:cubicBezTo>
                  <a:cubicBezTo>
                    <a:pt x="0" y="1576"/>
                    <a:pt x="473" y="2048"/>
                    <a:pt x="1040" y="2048"/>
                  </a:cubicBezTo>
                  <a:cubicBezTo>
                    <a:pt x="1576" y="2048"/>
                    <a:pt x="2048" y="1576"/>
                    <a:pt x="2048" y="1040"/>
                  </a:cubicBezTo>
                  <a:cubicBezTo>
                    <a:pt x="2048" y="473"/>
                    <a:pt x="1576" y="1"/>
                    <a:pt x="10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6" name="Google Shape;11236;p137"/>
            <p:cNvSpPr/>
            <p:nvPr/>
          </p:nvSpPr>
          <p:spPr>
            <a:xfrm>
              <a:off x="-34776500" y="2631825"/>
              <a:ext cx="291450" cy="291450"/>
            </a:xfrm>
            <a:custGeom>
              <a:rect b="b" l="l" r="r" t="t"/>
              <a:pathLst>
                <a:path extrusionOk="0" h="11658" w="11658">
                  <a:moveTo>
                    <a:pt x="5829" y="662"/>
                  </a:moveTo>
                  <a:cubicBezTo>
                    <a:pt x="8664" y="662"/>
                    <a:pt x="10964" y="2994"/>
                    <a:pt x="10964" y="5829"/>
                  </a:cubicBezTo>
                  <a:cubicBezTo>
                    <a:pt x="10933" y="8665"/>
                    <a:pt x="8664" y="10996"/>
                    <a:pt x="5829" y="10996"/>
                  </a:cubicBezTo>
                  <a:cubicBezTo>
                    <a:pt x="2993" y="10996"/>
                    <a:pt x="662" y="8665"/>
                    <a:pt x="662" y="5829"/>
                  </a:cubicBezTo>
                  <a:cubicBezTo>
                    <a:pt x="662" y="2994"/>
                    <a:pt x="2993" y="662"/>
                    <a:pt x="5829" y="662"/>
                  </a:cubicBezTo>
                  <a:close/>
                  <a:moveTo>
                    <a:pt x="5829" y="1"/>
                  </a:moveTo>
                  <a:cubicBezTo>
                    <a:pt x="2584" y="1"/>
                    <a:pt x="0" y="2647"/>
                    <a:pt x="0" y="5829"/>
                  </a:cubicBezTo>
                  <a:cubicBezTo>
                    <a:pt x="0" y="9043"/>
                    <a:pt x="2615" y="11658"/>
                    <a:pt x="5829" y="11658"/>
                  </a:cubicBezTo>
                  <a:cubicBezTo>
                    <a:pt x="9042" y="11658"/>
                    <a:pt x="11657" y="9011"/>
                    <a:pt x="11657" y="5829"/>
                  </a:cubicBezTo>
                  <a:cubicBezTo>
                    <a:pt x="11657" y="2584"/>
                    <a:pt x="9011" y="1"/>
                    <a:pt x="582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37" name="Google Shape;11237;p137"/>
          <p:cNvGrpSpPr/>
          <p:nvPr/>
        </p:nvGrpSpPr>
        <p:grpSpPr>
          <a:xfrm>
            <a:off x="853628" y="2685160"/>
            <a:ext cx="354527" cy="358349"/>
            <a:chOff x="-32956300" y="1915900"/>
            <a:chExt cx="292225" cy="295375"/>
          </a:xfrm>
        </p:grpSpPr>
        <p:sp>
          <p:nvSpPr>
            <p:cNvPr id="11238" name="Google Shape;11238;p137"/>
            <p:cNvSpPr/>
            <p:nvPr/>
          </p:nvSpPr>
          <p:spPr>
            <a:xfrm>
              <a:off x="-32956300" y="1915900"/>
              <a:ext cx="292225" cy="295375"/>
            </a:xfrm>
            <a:custGeom>
              <a:rect b="b" l="l" r="r" t="t"/>
              <a:pathLst>
                <a:path extrusionOk="0" h="11815" w="11689">
                  <a:moveTo>
                    <a:pt x="10996" y="2079"/>
                  </a:moveTo>
                  <a:lnTo>
                    <a:pt x="10996" y="3466"/>
                  </a:lnTo>
                  <a:lnTo>
                    <a:pt x="10334" y="3466"/>
                  </a:lnTo>
                  <a:lnTo>
                    <a:pt x="10334" y="2079"/>
                  </a:lnTo>
                  <a:close/>
                  <a:moveTo>
                    <a:pt x="10996" y="4127"/>
                  </a:moveTo>
                  <a:lnTo>
                    <a:pt x="10996" y="5513"/>
                  </a:lnTo>
                  <a:lnTo>
                    <a:pt x="10303" y="5513"/>
                  </a:lnTo>
                  <a:lnTo>
                    <a:pt x="10303" y="4127"/>
                  </a:lnTo>
                  <a:close/>
                  <a:moveTo>
                    <a:pt x="10996" y="6175"/>
                  </a:moveTo>
                  <a:lnTo>
                    <a:pt x="10996" y="7561"/>
                  </a:lnTo>
                  <a:lnTo>
                    <a:pt x="10334" y="7561"/>
                  </a:lnTo>
                  <a:lnTo>
                    <a:pt x="10334" y="6175"/>
                  </a:lnTo>
                  <a:close/>
                  <a:moveTo>
                    <a:pt x="2741" y="536"/>
                  </a:moveTo>
                  <a:lnTo>
                    <a:pt x="2741" y="10869"/>
                  </a:lnTo>
                  <a:lnTo>
                    <a:pt x="1733" y="10869"/>
                  </a:lnTo>
                  <a:cubicBezTo>
                    <a:pt x="1679" y="10914"/>
                    <a:pt x="1627" y="10934"/>
                    <a:pt x="1581" y="10934"/>
                  </a:cubicBezTo>
                  <a:cubicBezTo>
                    <a:pt x="1467" y="10934"/>
                    <a:pt x="1387" y="10815"/>
                    <a:pt x="1387" y="10680"/>
                  </a:cubicBezTo>
                  <a:lnTo>
                    <a:pt x="1387" y="10334"/>
                  </a:lnTo>
                  <a:lnTo>
                    <a:pt x="1733" y="10334"/>
                  </a:lnTo>
                  <a:cubicBezTo>
                    <a:pt x="1922" y="10334"/>
                    <a:pt x="2080" y="10145"/>
                    <a:pt x="2080" y="9956"/>
                  </a:cubicBezTo>
                  <a:cubicBezTo>
                    <a:pt x="2080" y="9767"/>
                    <a:pt x="1922" y="9609"/>
                    <a:pt x="1733" y="9609"/>
                  </a:cubicBezTo>
                  <a:lnTo>
                    <a:pt x="1387" y="9609"/>
                  </a:lnTo>
                  <a:lnTo>
                    <a:pt x="1387" y="8223"/>
                  </a:lnTo>
                  <a:lnTo>
                    <a:pt x="1733" y="8223"/>
                  </a:lnTo>
                  <a:cubicBezTo>
                    <a:pt x="1922" y="8223"/>
                    <a:pt x="2080" y="8065"/>
                    <a:pt x="2080" y="7876"/>
                  </a:cubicBezTo>
                  <a:cubicBezTo>
                    <a:pt x="2080" y="7687"/>
                    <a:pt x="1922" y="7530"/>
                    <a:pt x="1733" y="7530"/>
                  </a:cubicBezTo>
                  <a:lnTo>
                    <a:pt x="1387" y="7530"/>
                  </a:lnTo>
                  <a:lnTo>
                    <a:pt x="1387" y="6143"/>
                  </a:lnTo>
                  <a:lnTo>
                    <a:pt x="1733" y="6143"/>
                  </a:lnTo>
                  <a:cubicBezTo>
                    <a:pt x="1922" y="6143"/>
                    <a:pt x="2080" y="5986"/>
                    <a:pt x="2080" y="5797"/>
                  </a:cubicBezTo>
                  <a:cubicBezTo>
                    <a:pt x="2080" y="5576"/>
                    <a:pt x="1922" y="5419"/>
                    <a:pt x="1733" y="5419"/>
                  </a:cubicBezTo>
                  <a:lnTo>
                    <a:pt x="1387" y="5419"/>
                  </a:lnTo>
                  <a:lnTo>
                    <a:pt x="1387" y="4064"/>
                  </a:lnTo>
                  <a:lnTo>
                    <a:pt x="1733" y="4064"/>
                  </a:lnTo>
                  <a:cubicBezTo>
                    <a:pt x="1922" y="4064"/>
                    <a:pt x="2080" y="3907"/>
                    <a:pt x="2080" y="3686"/>
                  </a:cubicBezTo>
                  <a:cubicBezTo>
                    <a:pt x="2080" y="3497"/>
                    <a:pt x="1922" y="3340"/>
                    <a:pt x="1733" y="3340"/>
                  </a:cubicBezTo>
                  <a:lnTo>
                    <a:pt x="1387" y="3340"/>
                  </a:lnTo>
                  <a:lnTo>
                    <a:pt x="1387" y="1953"/>
                  </a:lnTo>
                  <a:lnTo>
                    <a:pt x="1733" y="1953"/>
                  </a:lnTo>
                  <a:cubicBezTo>
                    <a:pt x="1922" y="1953"/>
                    <a:pt x="2080" y="1796"/>
                    <a:pt x="2080" y="1607"/>
                  </a:cubicBezTo>
                  <a:cubicBezTo>
                    <a:pt x="2080" y="1418"/>
                    <a:pt x="1922" y="1260"/>
                    <a:pt x="1733" y="1260"/>
                  </a:cubicBezTo>
                  <a:lnTo>
                    <a:pt x="1387" y="1260"/>
                  </a:lnTo>
                  <a:lnTo>
                    <a:pt x="1387" y="914"/>
                  </a:lnTo>
                  <a:cubicBezTo>
                    <a:pt x="1387" y="693"/>
                    <a:pt x="1544" y="536"/>
                    <a:pt x="1733" y="536"/>
                  </a:cubicBezTo>
                  <a:close/>
                  <a:moveTo>
                    <a:pt x="9263" y="725"/>
                  </a:moveTo>
                  <a:cubicBezTo>
                    <a:pt x="9452" y="725"/>
                    <a:pt x="9609" y="882"/>
                    <a:pt x="9609" y="1071"/>
                  </a:cubicBezTo>
                  <a:lnTo>
                    <a:pt x="9609" y="10680"/>
                  </a:lnTo>
                  <a:cubicBezTo>
                    <a:pt x="9609" y="10869"/>
                    <a:pt x="9452" y="11027"/>
                    <a:pt x="9263" y="11027"/>
                  </a:cubicBezTo>
                  <a:lnTo>
                    <a:pt x="3371" y="11027"/>
                  </a:lnTo>
                  <a:lnTo>
                    <a:pt x="3371" y="725"/>
                  </a:lnTo>
                  <a:close/>
                  <a:moveTo>
                    <a:pt x="1733" y="0"/>
                  </a:moveTo>
                  <a:cubicBezTo>
                    <a:pt x="1166" y="0"/>
                    <a:pt x="694" y="473"/>
                    <a:pt x="694" y="1040"/>
                  </a:cubicBezTo>
                  <a:lnTo>
                    <a:pt x="694" y="1386"/>
                  </a:lnTo>
                  <a:lnTo>
                    <a:pt x="347" y="1386"/>
                  </a:lnTo>
                  <a:cubicBezTo>
                    <a:pt x="158" y="1386"/>
                    <a:pt x="0" y="1544"/>
                    <a:pt x="0" y="1733"/>
                  </a:cubicBezTo>
                  <a:cubicBezTo>
                    <a:pt x="0" y="1922"/>
                    <a:pt x="158" y="2079"/>
                    <a:pt x="347" y="2079"/>
                  </a:cubicBezTo>
                  <a:lnTo>
                    <a:pt x="694" y="2079"/>
                  </a:lnTo>
                  <a:lnTo>
                    <a:pt x="694" y="3466"/>
                  </a:lnTo>
                  <a:lnTo>
                    <a:pt x="347" y="3466"/>
                  </a:lnTo>
                  <a:cubicBezTo>
                    <a:pt x="158" y="3466"/>
                    <a:pt x="0" y="3623"/>
                    <a:pt x="0" y="3812"/>
                  </a:cubicBezTo>
                  <a:cubicBezTo>
                    <a:pt x="0" y="4033"/>
                    <a:pt x="158" y="4190"/>
                    <a:pt x="347" y="4190"/>
                  </a:cubicBezTo>
                  <a:lnTo>
                    <a:pt x="694" y="4190"/>
                  </a:lnTo>
                  <a:lnTo>
                    <a:pt x="694" y="5545"/>
                  </a:lnTo>
                  <a:lnTo>
                    <a:pt x="347" y="5545"/>
                  </a:lnTo>
                  <a:cubicBezTo>
                    <a:pt x="158" y="5545"/>
                    <a:pt x="0" y="5702"/>
                    <a:pt x="0" y="5923"/>
                  </a:cubicBezTo>
                  <a:cubicBezTo>
                    <a:pt x="0" y="6112"/>
                    <a:pt x="158" y="6269"/>
                    <a:pt x="347" y="6269"/>
                  </a:cubicBezTo>
                  <a:lnTo>
                    <a:pt x="694" y="6269"/>
                  </a:lnTo>
                  <a:lnTo>
                    <a:pt x="694" y="7656"/>
                  </a:lnTo>
                  <a:lnTo>
                    <a:pt x="347" y="7656"/>
                  </a:lnTo>
                  <a:cubicBezTo>
                    <a:pt x="158" y="7656"/>
                    <a:pt x="0" y="7813"/>
                    <a:pt x="0" y="8002"/>
                  </a:cubicBezTo>
                  <a:cubicBezTo>
                    <a:pt x="0" y="8191"/>
                    <a:pt x="158" y="8349"/>
                    <a:pt x="347" y="8349"/>
                  </a:cubicBezTo>
                  <a:lnTo>
                    <a:pt x="694" y="8349"/>
                  </a:lnTo>
                  <a:lnTo>
                    <a:pt x="694" y="9735"/>
                  </a:lnTo>
                  <a:lnTo>
                    <a:pt x="347" y="9735"/>
                  </a:lnTo>
                  <a:cubicBezTo>
                    <a:pt x="158" y="9735"/>
                    <a:pt x="0" y="9893"/>
                    <a:pt x="0" y="10082"/>
                  </a:cubicBezTo>
                  <a:cubicBezTo>
                    <a:pt x="0" y="10271"/>
                    <a:pt x="158" y="10428"/>
                    <a:pt x="347" y="10428"/>
                  </a:cubicBezTo>
                  <a:lnTo>
                    <a:pt x="694" y="10428"/>
                  </a:lnTo>
                  <a:lnTo>
                    <a:pt x="694" y="10806"/>
                  </a:lnTo>
                  <a:cubicBezTo>
                    <a:pt x="694" y="11342"/>
                    <a:pt x="1166" y="11814"/>
                    <a:pt x="1733" y="11814"/>
                  </a:cubicBezTo>
                  <a:lnTo>
                    <a:pt x="9294" y="11814"/>
                  </a:lnTo>
                  <a:cubicBezTo>
                    <a:pt x="9830" y="11814"/>
                    <a:pt x="10303" y="11342"/>
                    <a:pt x="10303" y="10806"/>
                  </a:cubicBezTo>
                  <a:lnTo>
                    <a:pt x="10303" y="8380"/>
                  </a:lnTo>
                  <a:lnTo>
                    <a:pt x="11342" y="8380"/>
                  </a:lnTo>
                  <a:cubicBezTo>
                    <a:pt x="11531" y="8380"/>
                    <a:pt x="11689" y="8223"/>
                    <a:pt x="11689" y="8034"/>
                  </a:cubicBezTo>
                  <a:lnTo>
                    <a:pt x="11689" y="1859"/>
                  </a:lnTo>
                  <a:cubicBezTo>
                    <a:pt x="11689" y="1544"/>
                    <a:pt x="11531" y="1386"/>
                    <a:pt x="11342" y="1386"/>
                  </a:cubicBezTo>
                  <a:lnTo>
                    <a:pt x="10303" y="1386"/>
                  </a:lnTo>
                  <a:lnTo>
                    <a:pt x="10303" y="1040"/>
                  </a:lnTo>
                  <a:cubicBezTo>
                    <a:pt x="10303" y="473"/>
                    <a:pt x="9830" y="0"/>
                    <a:pt x="929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9" name="Google Shape;11239;p137"/>
            <p:cNvSpPr/>
            <p:nvPr/>
          </p:nvSpPr>
          <p:spPr>
            <a:xfrm>
              <a:off x="-32836575" y="1967875"/>
              <a:ext cx="85875" cy="188250"/>
            </a:xfrm>
            <a:custGeom>
              <a:rect b="b" l="l" r="r" t="t"/>
              <a:pathLst>
                <a:path extrusionOk="0" h="7530" w="3435">
                  <a:moveTo>
                    <a:pt x="2773" y="693"/>
                  </a:moveTo>
                  <a:lnTo>
                    <a:pt x="2773" y="2048"/>
                  </a:lnTo>
                  <a:lnTo>
                    <a:pt x="1733" y="2048"/>
                  </a:lnTo>
                  <a:cubicBezTo>
                    <a:pt x="1544" y="2048"/>
                    <a:pt x="1386" y="2206"/>
                    <a:pt x="1386" y="2426"/>
                  </a:cubicBezTo>
                  <a:lnTo>
                    <a:pt x="1386" y="5136"/>
                  </a:lnTo>
                  <a:cubicBezTo>
                    <a:pt x="1386" y="5325"/>
                    <a:pt x="1544" y="5482"/>
                    <a:pt x="1733" y="5482"/>
                  </a:cubicBezTo>
                  <a:lnTo>
                    <a:pt x="2773" y="5482"/>
                  </a:lnTo>
                  <a:lnTo>
                    <a:pt x="2773" y="6868"/>
                  </a:lnTo>
                  <a:lnTo>
                    <a:pt x="1733" y="6868"/>
                  </a:lnTo>
                  <a:cubicBezTo>
                    <a:pt x="1197" y="6868"/>
                    <a:pt x="725" y="6396"/>
                    <a:pt x="725" y="5829"/>
                  </a:cubicBezTo>
                  <a:lnTo>
                    <a:pt x="725" y="1733"/>
                  </a:lnTo>
                  <a:cubicBezTo>
                    <a:pt x="725" y="1198"/>
                    <a:pt x="1197" y="693"/>
                    <a:pt x="1733" y="693"/>
                  </a:cubicBezTo>
                  <a:close/>
                  <a:moveTo>
                    <a:pt x="1701" y="0"/>
                  </a:moveTo>
                  <a:cubicBezTo>
                    <a:pt x="756" y="0"/>
                    <a:pt x="0" y="788"/>
                    <a:pt x="0" y="1733"/>
                  </a:cubicBezTo>
                  <a:lnTo>
                    <a:pt x="0" y="5829"/>
                  </a:lnTo>
                  <a:cubicBezTo>
                    <a:pt x="0" y="6774"/>
                    <a:pt x="756" y="7530"/>
                    <a:pt x="1701" y="7530"/>
                  </a:cubicBezTo>
                  <a:lnTo>
                    <a:pt x="3088" y="7530"/>
                  </a:lnTo>
                  <a:cubicBezTo>
                    <a:pt x="3277" y="7530"/>
                    <a:pt x="3434" y="7372"/>
                    <a:pt x="3434" y="7183"/>
                  </a:cubicBezTo>
                  <a:lnTo>
                    <a:pt x="3434" y="5136"/>
                  </a:lnTo>
                  <a:cubicBezTo>
                    <a:pt x="3434" y="4947"/>
                    <a:pt x="3277" y="4789"/>
                    <a:pt x="3088" y="4789"/>
                  </a:cubicBezTo>
                  <a:lnTo>
                    <a:pt x="2048" y="4789"/>
                  </a:lnTo>
                  <a:lnTo>
                    <a:pt x="2048" y="2741"/>
                  </a:lnTo>
                  <a:lnTo>
                    <a:pt x="3088" y="2741"/>
                  </a:lnTo>
                  <a:cubicBezTo>
                    <a:pt x="3277" y="2741"/>
                    <a:pt x="3434" y="2552"/>
                    <a:pt x="3434" y="2363"/>
                  </a:cubicBezTo>
                  <a:lnTo>
                    <a:pt x="3434" y="284"/>
                  </a:lnTo>
                  <a:cubicBezTo>
                    <a:pt x="3434" y="158"/>
                    <a:pt x="3277" y="0"/>
                    <a:pt x="308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240" name="Google Shape;11240;p137"/>
          <p:cNvSpPr/>
          <p:nvPr/>
        </p:nvSpPr>
        <p:spPr>
          <a:xfrm>
            <a:off x="850648" y="3155970"/>
            <a:ext cx="354527" cy="353557"/>
          </a:xfrm>
          <a:custGeom>
            <a:rect b="b" l="l" r="r" t="t"/>
            <a:pathLst>
              <a:path extrusionOk="0" h="11657" w="11689">
                <a:moveTo>
                  <a:pt x="5829" y="725"/>
                </a:moveTo>
                <a:cubicBezTo>
                  <a:pt x="6112" y="725"/>
                  <a:pt x="6333" y="882"/>
                  <a:pt x="6427" y="1134"/>
                </a:cubicBezTo>
                <a:lnTo>
                  <a:pt x="6774" y="2080"/>
                </a:lnTo>
                <a:lnTo>
                  <a:pt x="4915" y="2080"/>
                </a:lnTo>
                <a:lnTo>
                  <a:pt x="5262" y="1134"/>
                </a:lnTo>
                <a:cubicBezTo>
                  <a:pt x="5356" y="882"/>
                  <a:pt x="5577" y="725"/>
                  <a:pt x="5829" y="725"/>
                </a:cubicBezTo>
                <a:close/>
                <a:moveTo>
                  <a:pt x="7058" y="2773"/>
                </a:moveTo>
                <a:lnTo>
                  <a:pt x="7782" y="4852"/>
                </a:lnTo>
                <a:lnTo>
                  <a:pt x="3970" y="4852"/>
                </a:lnTo>
                <a:lnTo>
                  <a:pt x="4695" y="2773"/>
                </a:lnTo>
                <a:close/>
                <a:moveTo>
                  <a:pt x="8003" y="5514"/>
                </a:moveTo>
                <a:lnTo>
                  <a:pt x="8759" y="7624"/>
                </a:lnTo>
                <a:lnTo>
                  <a:pt x="2962" y="7624"/>
                </a:lnTo>
                <a:lnTo>
                  <a:pt x="3687" y="5514"/>
                </a:lnTo>
                <a:close/>
                <a:moveTo>
                  <a:pt x="8979" y="8286"/>
                </a:moveTo>
                <a:lnTo>
                  <a:pt x="9452" y="9672"/>
                </a:lnTo>
                <a:lnTo>
                  <a:pt x="2206" y="9672"/>
                </a:lnTo>
                <a:lnTo>
                  <a:pt x="2710" y="8286"/>
                </a:lnTo>
                <a:close/>
                <a:moveTo>
                  <a:pt x="10649" y="10334"/>
                </a:moveTo>
                <a:cubicBezTo>
                  <a:pt x="10838" y="10334"/>
                  <a:pt x="10996" y="10491"/>
                  <a:pt x="10996" y="10680"/>
                </a:cubicBezTo>
                <a:lnTo>
                  <a:pt x="10996" y="10995"/>
                </a:lnTo>
                <a:lnTo>
                  <a:pt x="662" y="10995"/>
                </a:lnTo>
                <a:lnTo>
                  <a:pt x="662" y="10680"/>
                </a:lnTo>
                <a:cubicBezTo>
                  <a:pt x="662" y="10491"/>
                  <a:pt x="820" y="10334"/>
                  <a:pt x="1040" y="10334"/>
                </a:cubicBezTo>
                <a:close/>
                <a:moveTo>
                  <a:pt x="5829" y="0"/>
                </a:moveTo>
                <a:cubicBezTo>
                  <a:pt x="5262" y="0"/>
                  <a:pt x="4758" y="378"/>
                  <a:pt x="4600" y="882"/>
                </a:cubicBezTo>
                <a:cubicBezTo>
                  <a:pt x="4474" y="1260"/>
                  <a:pt x="1670" y="9231"/>
                  <a:pt x="1481" y="9609"/>
                </a:cubicBezTo>
                <a:lnTo>
                  <a:pt x="1040" y="9609"/>
                </a:lnTo>
                <a:cubicBezTo>
                  <a:pt x="473" y="9609"/>
                  <a:pt x="0" y="10082"/>
                  <a:pt x="0" y="10649"/>
                </a:cubicBezTo>
                <a:lnTo>
                  <a:pt x="0" y="11310"/>
                </a:lnTo>
                <a:cubicBezTo>
                  <a:pt x="0" y="11499"/>
                  <a:pt x="158" y="11657"/>
                  <a:pt x="347" y="11657"/>
                </a:cubicBezTo>
                <a:lnTo>
                  <a:pt x="11342" y="11657"/>
                </a:lnTo>
                <a:cubicBezTo>
                  <a:pt x="11531" y="11657"/>
                  <a:pt x="11689" y="11499"/>
                  <a:pt x="11689" y="11310"/>
                </a:cubicBezTo>
                <a:lnTo>
                  <a:pt x="11689" y="10680"/>
                </a:lnTo>
                <a:cubicBezTo>
                  <a:pt x="11689" y="10082"/>
                  <a:pt x="11216" y="9609"/>
                  <a:pt x="10618" y="9609"/>
                </a:cubicBezTo>
                <a:lnTo>
                  <a:pt x="10145" y="9609"/>
                </a:lnTo>
                <a:cubicBezTo>
                  <a:pt x="9988" y="9231"/>
                  <a:pt x="7184" y="1229"/>
                  <a:pt x="7058" y="882"/>
                </a:cubicBezTo>
                <a:cubicBezTo>
                  <a:pt x="6837" y="378"/>
                  <a:pt x="6396" y="0"/>
                  <a:pt x="58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1" name="Google Shape;11241;p137"/>
          <p:cNvSpPr/>
          <p:nvPr/>
        </p:nvSpPr>
        <p:spPr>
          <a:xfrm>
            <a:off x="850162" y="3615866"/>
            <a:ext cx="355498" cy="354558"/>
          </a:xfrm>
          <a:custGeom>
            <a:rect b="b" l="l" r="r" t="t"/>
            <a:pathLst>
              <a:path extrusionOk="0" h="11690" w="11721">
                <a:moveTo>
                  <a:pt x="8980" y="662"/>
                </a:moveTo>
                <a:lnTo>
                  <a:pt x="8980" y="2710"/>
                </a:lnTo>
                <a:lnTo>
                  <a:pt x="7594" y="2710"/>
                </a:lnTo>
                <a:lnTo>
                  <a:pt x="7594" y="1671"/>
                </a:lnTo>
                <a:cubicBezTo>
                  <a:pt x="7594" y="1135"/>
                  <a:pt x="8066" y="662"/>
                  <a:pt x="8602" y="662"/>
                </a:cubicBezTo>
                <a:close/>
                <a:moveTo>
                  <a:pt x="9988" y="662"/>
                </a:moveTo>
                <a:cubicBezTo>
                  <a:pt x="10177" y="662"/>
                  <a:pt x="10366" y="820"/>
                  <a:pt x="10366" y="1009"/>
                </a:cubicBezTo>
                <a:lnTo>
                  <a:pt x="10366" y="2395"/>
                </a:lnTo>
                <a:cubicBezTo>
                  <a:pt x="10366" y="2584"/>
                  <a:pt x="10177" y="2742"/>
                  <a:pt x="9988" y="2742"/>
                </a:cubicBezTo>
                <a:lnTo>
                  <a:pt x="9641" y="2742"/>
                </a:lnTo>
                <a:lnTo>
                  <a:pt x="9641" y="662"/>
                </a:lnTo>
                <a:close/>
                <a:moveTo>
                  <a:pt x="10650" y="4758"/>
                </a:moveTo>
                <a:cubicBezTo>
                  <a:pt x="10870" y="4758"/>
                  <a:pt x="11028" y="4916"/>
                  <a:pt x="11028" y="5105"/>
                </a:cubicBezTo>
                <a:cubicBezTo>
                  <a:pt x="11028" y="5294"/>
                  <a:pt x="10870" y="5451"/>
                  <a:pt x="10650" y="5451"/>
                </a:cubicBezTo>
                <a:lnTo>
                  <a:pt x="9295" y="5451"/>
                </a:lnTo>
                <a:cubicBezTo>
                  <a:pt x="9074" y="5451"/>
                  <a:pt x="8917" y="5294"/>
                  <a:pt x="8917" y="5105"/>
                </a:cubicBezTo>
                <a:cubicBezTo>
                  <a:pt x="8917" y="4916"/>
                  <a:pt x="9074" y="4758"/>
                  <a:pt x="9295" y="4758"/>
                </a:cubicBezTo>
                <a:close/>
                <a:moveTo>
                  <a:pt x="10650" y="6144"/>
                </a:moveTo>
                <a:cubicBezTo>
                  <a:pt x="10870" y="6144"/>
                  <a:pt x="11028" y="6302"/>
                  <a:pt x="11028" y="6491"/>
                </a:cubicBezTo>
                <a:cubicBezTo>
                  <a:pt x="11028" y="6680"/>
                  <a:pt x="10870" y="6837"/>
                  <a:pt x="10650" y="6837"/>
                </a:cubicBezTo>
                <a:lnTo>
                  <a:pt x="9295" y="6837"/>
                </a:lnTo>
                <a:cubicBezTo>
                  <a:pt x="9074" y="6837"/>
                  <a:pt x="8917" y="6680"/>
                  <a:pt x="8917" y="6491"/>
                </a:cubicBezTo>
                <a:cubicBezTo>
                  <a:pt x="8917" y="6302"/>
                  <a:pt x="9074" y="6144"/>
                  <a:pt x="9295" y="6144"/>
                </a:cubicBezTo>
                <a:close/>
                <a:moveTo>
                  <a:pt x="3088" y="3372"/>
                </a:moveTo>
                <a:cubicBezTo>
                  <a:pt x="3309" y="3372"/>
                  <a:pt x="3467" y="3529"/>
                  <a:pt x="3467" y="3718"/>
                </a:cubicBezTo>
                <a:lnTo>
                  <a:pt x="3467" y="7814"/>
                </a:lnTo>
                <a:cubicBezTo>
                  <a:pt x="3467" y="8035"/>
                  <a:pt x="3309" y="8192"/>
                  <a:pt x="3088" y="8192"/>
                </a:cubicBezTo>
                <a:lnTo>
                  <a:pt x="2742" y="8192"/>
                </a:lnTo>
                <a:lnTo>
                  <a:pt x="2742" y="3372"/>
                </a:lnTo>
                <a:close/>
                <a:moveTo>
                  <a:pt x="9988" y="7499"/>
                </a:moveTo>
                <a:cubicBezTo>
                  <a:pt x="10177" y="7499"/>
                  <a:pt x="10335" y="7657"/>
                  <a:pt x="10335" y="7877"/>
                </a:cubicBezTo>
                <a:cubicBezTo>
                  <a:pt x="10335" y="8066"/>
                  <a:pt x="10177" y="8224"/>
                  <a:pt x="9988" y="8224"/>
                </a:cubicBezTo>
                <a:lnTo>
                  <a:pt x="9326" y="8224"/>
                </a:lnTo>
                <a:cubicBezTo>
                  <a:pt x="9137" y="8224"/>
                  <a:pt x="8980" y="8066"/>
                  <a:pt x="8980" y="7877"/>
                </a:cubicBezTo>
                <a:cubicBezTo>
                  <a:pt x="8980" y="7657"/>
                  <a:pt x="9137" y="7499"/>
                  <a:pt x="9326" y="7499"/>
                </a:cubicBezTo>
                <a:close/>
                <a:moveTo>
                  <a:pt x="9988" y="3403"/>
                </a:moveTo>
                <a:cubicBezTo>
                  <a:pt x="10177" y="3403"/>
                  <a:pt x="10335" y="3561"/>
                  <a:pt x="10335" y="3781"/>
                </a:cubicBezTo>
                <a:cubicBezTo>
                  <a:pt x="10335" y="3971"/>
                  <a:pt x="10177" y="4128"/>
                  <a:pt x="9988" y="4128"/>
                </a:cubicBezTo>
                <a:lnTo>
                  <a:pt x="7279" y="4128"/>
                </a:lnTo>
                <a:cubicBezTo>
                  <a:pt x="7090" y="4128"/>
                  <a:pt x="6932" y="4286"/>
                  <a:pt x="6932" y="4475"/>
                </a:cubicBezTo>
                <a:cubicBezTo>
                  <a:pt x="6932" y="5042"/>
                  <a:pt x="6459" y="5514"/>
                  <a:pt x="5892" y="5514"/>
                </a:cubicBezTo>
                <a:cubicBezTo>
                  <a:pt x="5703" y="5514"/>
                  <a:pt x="5546" y="5672"/>
                  <a:pt x="5546" y="5861"/>
                </a:cubicBezTo>
                <a:cubicBezTo>
                  <a:pt x="5546" y="6050"/>
                  <a:pt x="5703" y="6207"/>
                  <a:pt x="5892" y="6207"/>
                </a:cubicBezTo>
                <a:cubicBezTo>
                  <a:pt x="6302" y="6207"/>
                  <a:pt x="6649" y="6081"/>
                  <a:pt x="6932" y="5861"/>
                </a:cubicBezTo>
                <a:lnTo>
                  <a:pt x="6932" y="8255"/>
                </a:lnTo>
                <a:lnTo>
                  <a:pt x="5546" y="8255"/>
                </a:lnTo>
                <a:lnTo>
                  <a:pt x="5546" y="8192"/>
                </a:lnTo>
                <a:cubicBezTo>
                  <a:pt x="5388" y="8192"/>
                  <a:pt x="5231" y="8129"/>
                  <a:pt x="5073" y="8066"/>
                </a:cubicBezTo>
                <a:lnTo>
                  <a:pt x="4128" y="7625"/>
                </a:lnTo>
                <a:lnTo>
                  <a:pt x="4128" y="4097"/>
                </a:lnTo>
                <a:lnTo>
                  <a:pt x="4727" y="4097"/>
                </a:lnTo>
                <a:cubicBezTo>
                  <a:pt x="5105" y="4097"/>
                  <a:pt x="5514" y="3907"/>
                  <a:pt x="5766" y="3655"/>
                </a:cubicBezTo>
                <a:cubicBezTo>
                  <a:pt x="5924" y="3498"/>
                  <a:pt x="6144" y="3403"/>
                  <a:pt x="6365" y="3403"/>
                </a:cubicBezTo>
                <a:close/>
                <a:moveTo>
                  <a:pt x="1734" y="662"/>
                </a:moveTo>
                <a:cubicBezTo>
                  <a:pt x="1923" y="662"/>
                  <a:pt x="2080" y="820"/>
                  <a:pt x="2080" y="1009"/>
                </a:cubicBezTo>
                <a:lnTo>
                  <a:pt x="2080" y="9200"/>
                </a:lnTo>
                <a:cubicBezTo>
                  <a:pt x="2080" y="9389"/>
                  <a:pt x="1923" y="9547"/>
                  <a:pt x="1734" y="9547"/>
                </a:cubicBezTo>
                <a:cubicBezTo>
                  <a:pt x="1513" y="9547"/>
                  <a:pt x="1356" y="9389"/>
                  <a:pt x="1356" y="9200"/>
                </a:cubicBezTo>
                <a:lnTo>
                  <a:pt x="1356" y="1009"/>
                </a:lnTo>
                <a:cubicBezTo>
                  <a:pt x="1356" y="820"/>
                  <a:pt x="1513" y="662"/>
                  <a:pt x="1734" y="662"/>
                </a:cubicBezTo>
                <a:close/>
                <a:moveTo>
                  <a:pt x="8350" y="4790"/>
                </a:moveTo>
                <a:cubicBezTo>
                  <a:pt x="8287" y="4916"/>
                  <a:pt x="8287" y="5042"/>
                  <a:pt x="8287" y="5136"/>
                </a:cubicBezTo>
                <a:cubicBezTo>
                  <a:pt x="8287" y="5420"/>
                  <a:pt x="8413" y="5672"/>
                  <a:pt x="8570" y="5829"/>
                </a:cubicBezTo>
                <a:cubicBezTo>
                  <a:pt x="8413" y="6018"/>
                  <a:pt x="8287" y="6239"/>
                  <a:pt x="8287" y="6491"/>
                </a:cubicBezTo>
                <a:cubicBezTo>
                  <a:pt x="8287" y="6743"/>
                  <a:pt x="8413" y="6995"/>
                  <a:pt x="8570" y="7152"/>
                </a:cubicBezTo>
                <a:cubicBezTo>
                  <a:pt x="8413" y="7342"/>
                  <a:pt x="8287" y="7594"/>
                  <a:pt x="8287" y="7814"/>
                </a:cubicBezTo>
                <a:cubicBezTo>
                  <a:pt x="8287" y="8255"/>
                  <a:pt x="8570" y="8633"/>
                  <a:pt x="8980" y="8791"/>
                </a:cubicBezTo>
                <a:lnTo>
                  <a:pt x="8980" y="10965"/>
                </a:lnTo>
                <a:lnTo>
                  <a:pt x="8602" y="10965"/>
                </a:lnTo>
                <a:cubicBezTo>
                  <a:pt x="8066" y="10965"/>
                  <a:pt x="7594" y="10460"/>
                  <a:pt x="7594" y="9925"/>
                </a:cubicBezTo>
                <a:lnTo>
                  <a:pt x="7594" y="4790"/>
                </a:lnTo>
                <a:close/>
                <a:moveTo>
                  <a:pt x="9988" y="8885"/>
                </a:moveTo>
                <a:cubicBezTo>
                  <a:pt x="10177" y="8885"/>
                  <a:pt x="10335" y="9043"/>
                  <a:pt x="10335" y="9232"/>
                </a:cubicBezTo>
                <a:lnTo>
                  <a:pt x="10335" y="10618"/>
                </a:lnTo>
                <a:cubicBezTo>
                  <a:pt x="10335" y="10807"/>
                  <a:pt x="10177" y="10965"/>
                  <a:pt x="9988" y="10965"/>
                </a:cubicBezTo>
                <a:lnTo>
                  <a:pt x="9641" y="10965"/>
                </a:lnTo>
                <a:lnTo>
                  <a:pt x="9641" y="8885"/>
                </a:lnTo>
                <a:close/>
                <a:moveTo>
                  <a:pt x="1734" y="1"/>
                </a:moveTo>
                <a:cubicBezTo>
                  <a:pt x="1167" y="1"/>
                  <a:pt x="694" y="473"/>
                  <a:pt x="694" y="1009"/>
                </a:cubicBezTo>
                <a:lnTo>
                  <a:pt x="694" y="9200"/>
                </a:lnTo>
                <a:cubicBezTo>
                  <a:pt x="694" y="9641"/>
                  <a:pt x="978" y="10019"/>
                  <a:pt x="1356" y="10177"/>
                </a:cubicBezTo>
                <a:lnTo>
                  <a:pt x="1356" y="10965"/>
                </a:lnTo>
                <a:lnTo>
                  <a:pt x="348" y="10965"/>
                </a:lnTo>
                <a:cubicBezTo>
                  <a:pt x="158" y="10965"/>
                  <a:pt x="1" y="11122"/>
                  <a:pt x="1" y="11343"/>
                </a:cubicBezTo>
                <a:cubicBezTo>
                  <a:pt x="1" y="11532"/>
                  <a:pt x="158" y="11689"/>
                  <a:pt x="348" y="11689"/>
                </a:cubicBezTo>
                <a:lnTo>
                  <a:pt x="3057" y="11689"/>
                </a:lnTo>
                <a:cubicBezTo>
                  <a:pt x="3246" y="11689"/>
                  <a:pt x="3403" y="11532"/>
                  <a:pt x="3403" y="11343"/>
                </a:cubicBezTo>
                <a:cubicBezTo>
                  <a:pt x="3403" y="11122"/>
                  <a:pt x="3246" y="10965"/>
                  <a:pt x="3057" y="10965"/>
                </a:cubicBezTo>
                <a:lnTo>
                  <a:pt x="2049" y="10965"/>
                </a:lnTo>
                <a:lnTo>
                  <a:pt x="2049" y="10177"/>
                </a:lnTo>
                <a:cubicBezTo>
                  <a:pt x="2427" y="10019"/>
                  <a:pt x="2710" y="9673"/>
                  <a:pt x="2710" y="9200"/>
                </a:cubicBezTo>
                <a:lnTo>
                  <a:pt x="2710" y="8885"/>
                </a:lnTo>
                <a:lnTo>
                  <a:pt x="3057" y="8885"/>
                </a:lnTo>
                <a:cubicBezTo>
                  <a:pt x="3467" y="8885"/>
                  <a:pt x="3813" y="8665"/>
                  <a:pt x="3971" y="8350"/>
                </a:cubicBezTo>
                <a:lnTo>
                  <a:pt x="4727" y="8696"/>
                </a:lnTo>
                <a:cubicBezTo>
                  <a:pt x="4947" y="8822"/>
                  <a:pt x="5231" y="8885"/>
                  <a:pt x="5451" y="8885"/>
                </a:cubicBezTo>
                <a:lnTo>
                  <a:pt x="6838" y="8885"/>
                </a:lnTo>
                <a:lnTo>
                  <a:pt x="6838" y="9925"/>
                </a:lnTo>
                <a:cubicBezTo>
                  <a:pt x="6838" y="10870"/>
                  <a:pt x="7594" y="11689"/>
                  <a:pt x="8539" y="11689"/>
                </a:cubicBezTo>
                <a:lnTo>
                  <a:pt x="9925" y="11689"/>
                </a:lnTo>
                <a:cubicBezTo>
                  <a:pt x="10461" y="11689"/>
                  <a:pt x="10933" y="11217"/>
                  <a:pt x="10933" y="10650"/>
                </a:cubicBezTo>
                <a:lnTo>
                  <a:pt x="10933" y="9232"/>
                </a:lnTo>
                <a:cubicBezTo>
                  <a:pt x="10933" y="8980"/>
                  <a:pt x="10807" y="8728"/>
                  <a:pt x="10681" y="8570"/>
                </a:cubicBezTo>
                <a:cubicBezTo>
                  <a:pt x="10839" y="8381"/>
                  <a:pt x="10933" y="8129"/>
                  <a:pt x="10933" y="7909"/>
                </a:cubicBezTo>
                <a:cubicBezTo>
                  <a:pt x="10933" y="7783"/>
                  <a:pt x="10902" y="7625"/>
                  <a:pt x="10870" y="7499"/>
                </a:cubicBezTo>
                <a:cubicBezTo>
                  <a:pt x="11311" y="7405"/>
                  <a:pt x="11626" y="6995"/>
                  <a:pt x="11626" y="6522"/>
                </a:cubicBezTo>
                <a:cubicBezTo>
                  <a:pt x="11626" y="6239"/>
                  <a:pt x="11500" y="6018"/>
                  <a:pt x="11343" y="5861"/>
                </a:cubicBezTo>
                <a:cubicBezTo>
                  <a:pt x="11500" y="5672"/>
                  <a:pt x="11626" y="5420"/>
                  <a:pt x="11626" y="5199"/>
                </a:cubicBezTo>
                <a:cubicBezTo>
                  <a:pt x="11721" y="4632"/>
                  <a:pt x="11374" y="4254"/>
                  <a:pt x="10933" y="4128"/>
                </a:cubicBezTo>
                <a:cubicBezTo>
                  <a:pt x="10965" y="4002"/>
                  <a:pt x="11028" y="3876"/>
                  <a:pt x="11028" y="3718"/>
                </a:cubicBezTo>
                <a:cubicBezTo>
                  <a:pt x="11028" y="3466"/>
                  <a:pt x="10902" y="3214"/>
                  <a:pt x="10744" y="3057"/>
                </a:cubicBezTo>
                <a:cubicBezTo>
                  <a:pt x="10902" y="2868"/>
                  <a:pt x="11028" y="2616"/>
                  <a:pt x="11028" y="2395"/>
                </a:cubicBezTo>
                <a:lnTo>
                  <a:pt x="11028" y="1009"/>
                </a:lnTo>
                <a:cubicBezTo>
                  <a:pt x="11028" y="473"/>
                  <a:pt x="10555" y="1"/>
                  <a:pt x="9988" y="1"/>
                </a:cubicBezTo>
                <a:lnTo>
                  <a:pt x="8602" y="1"/>
                </a:lnTo>
                <a:cubicBezTo>
                  <a:pt x="7657" y="1"/>
                  <a:pt x="6932" y="726"/>
                  <a:pt x="6932" y="1671"/>
                </a:cubicBezTo>
                <a:lnTo>
                  <a:pt x="6932" y="2710"/>
                </a:lnTo>
                <a:lnTo>
                  <a:pt x="6365" y="2710"/>
                </a:lnTo>
                <a:cubicBezTo>
                  <a:pt x="5987" y="2710"/>
                  <a:pt x="5577" y="2868"/>
                  <a:pt x="5294" y="3151"/>
                </a:cubicBezTo>
                <a:cubicBezTo>
                  <a:pt x="5136" y="3309"/>
                  <a:pt x="4947" y="3372"/>
                  <a:pt x="4727" y="3372"/>
                </a:cubicBezTo>
                <a:lnTo>
                  <a:pt x="4097" y="3372"/>
                </a:lnTo>
                <a:cubicBezTo>
                  <a:pt x="3939" y="2994"/>
                  <a:pt x="3561" y="2710"/>
                  <a:pt x="3088" y="2710"/>
                </a:cubicBezTo>
                <a:lnTo>
                  <a:pt x="2742" y="2710"/>
                </a:lnTo>
                <a:lnTo>
                  <a:pt x="2742" y="1009"/>
                </a:lnTo>
                <a:cubicBezTo>
                  <a:pt x="2742" y="473"/>
                  <a:pt x="2269" y="1"/>
                  <a:pt x="173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242" name="Google Shape;11242;p137"/>
          <p:cNvGrpSpPr/>
          <p:nvPr/>
        </p:nvGrpSpPr>
        <p:grpSpPr>
          <a:xfrm>
            <a:off x="3081101" y="2687555"/>
            <a:ext cx="356438" cy="353557"/>
            <a:chOff x="-31166825" y="1939525"/>
            <a:chExt cx="293800" cy="291425"/>
          </a:xfrm>
        </p:grpSpPr>
        <p:sp>
          <p:nvSpPr>
            <p:cNvPr id="11243" name="Google Shape;11243;p137"/>
            <p:cNvSpPr/>
            <p:nvPr/>
          </p:nvSpPr>
          <p:spPr>
            <a:xfrm>
              <a:off x="-31166825" y="1939525"/>
              <a:ext cx="224500" cy="291425"/>
            </a:xfrm>
            <a:custGeom>
              <a:rect b="b" l="l" r="r" t="t"/>
              <a:pathLst>
                <a:path extrusionOk="0" h="11657" w="8980">
                  <a:moveTo>
                    <a:pt x="5892" y="662"/>
                  </a:moveTo>
                  <a:cubicBezTo>
                    <a:pt x="6081" y="662"/>
                    <a:pt x="6239" y="819"/>
                    <a:pt x="6239" y="1040"/>
                  </a:cubicBezTo>
                  <a:lnTo>
                    <a:pt x="6239" y="1386"/>
                  </a:lnTo>
                  <a:lnTo>
                    <a:pt x="2805" y="1386"/>
                  </a:lnTo>
                  <a:lnTo>
                    <a:pt x="2805" y="1040"/>
                  </a:lnTo>
                  <a:cubicBezTo>
                    <a:pt x="2805" y="819"/>
                    <a:pt x="2962" y="662"/>
                    <a:pt x="3120" y="662"/>
                  </a:cubicBezTo>
                  <a:close/>
                  <a:moveTo>
                    <a:pt x="8035" y="1323"/>
                  </a:moveTo>
                  <a:cubicBezTo>
                    <a:pt x="8255" y="1323"/>
                    <a:pt x="8413" y="1512"/>
                    <a:pt x="8413" y="1701"/>
                  </a:cubicBezTo>
                  <a:lnTo>
                    <a:pt x="8413" y="10617"/>
                  </a:lnTo>
                  <a:cubicBezTo>
                    <a:pt x="8413" y="10838"/>
                    <a:pt x="8255" y="10995"/>
                    <a:pt x="8035" y="10995"/>
                  </a:cubicBezTo>
                  <a:lnTo>
                    <a:pt x="1166" y="10995"/>
                  </a:lnTo>
                  <a:cubicBezTo>
                    <a:pt x="946" y="10995"/>
                    <a:pt x="788" y="10838"/>
                    <a:pt x="788" y="10617"/>
                  </a:cubicBezTo>
                  <a:lnTo>
                    <a:pt x="788" y="1701"/>
                  </a:lnTo>
                  <a:lnTo>
                    <a:pt x="757" y="1701"/>
                  </a:lnTo>
                  <a:cubicBezTo>
                    <a:pt x="757" y="1512"/>
                    <a:pt x="914" y="1323"/>
                    <a:pt x="1103" y="1323"/>
                  </a:cubicBezTo>
                  <a:lnTo>
                    <a:pt x="2143" y="1323"/>
                  </a:lnTo>
                  <a:lnTo>
                    <a:pt x="2143" y="1701"/>
                  </a:lnTo>
                  <a:cubicBezTo>
                    <a:pt x="2143" y="1890"/>
                    <a:pt x="2301" y="2048"/>
                    <a:pt x="2490" y="2048"/>
                  </a:cubicBezTo>
                  <a:lnTo>
                    <a:pt x="6617" y="2048"/>
                  </a:lnTo>
                  <a:cubicBezTo>
                    <a:pt x="6837" y="2048"/>
                    <a:pt x="6995" y="1890"/>
                    <a:pt x="6995" y="1701"/>
                  </a:cubicBezTo>
                  <a:lnTo>
                    <a:pt x="6995" y="1323"/>
                  </a:lnTo>
                  <a:close/>
                  <a:moveTo>
                    <a:pt x="3120" y="0"/>
                  </a:moveTo>
                  <a:cubicBezTo>
                    <a:pt x="2679" y="0"/>
                    <a:pt x="2301" y="284"/>
                    <a:pt x="2143" y="662"/>
                  </a:cubicBezTo>
                  <a:lnTo>
                    <a:pt x="1040" y="662"/>
                  </a:lnTo>
                  <a:cubicBezTo>
                    <a:pt x="473" y="662"/>
                    <a:pt x="1" y="1134"/>
                    <a:pt x="1" y="1701"/>
                  </a:cubicBezTo>
                  <a:lnTo>
                    <a:pt x="1" y="10649"/>
                  </a:lnTo>
                  <a:cubicBezTo>
                    <a:pt x="64" y="11216"/>
                    <a:pt x="536" y="11657"/>
                    <a:pt x="1072" y="11657"/>
                  </a:cubicBezTo>
                  <a:lnTo>
                    <a:pt x="7971" y="11657"/>
                  </a:lnTo>
                  <a:cubicBezTo>
                    <a:pt x="8507" y="11657"/>
                    <a:pt x="8980" y="11184"/>
                    <a:pt x="8980" y="10649"/>
                  </a:cubicBezTo>
                  <a:lnTo>
                    <a:pt x="8980" y="1701"/>
                  </a:lnTo>
                  <a:cubicBezTo>
                    <a:pt x="8980" y="1134"/>
                    <a:pt x="8507" y="662"/>
                    <a:pt x="7971" y="662"/>
                  </a:cubicBezTo>
                  <a:lnTo>
                    <a:pt x="6869" y="662"/>
                  </a:lnTo>
                  <a:cubicBezTo>
                    <a:pt x="6711" y="284"/>
                    <a:pt x="6365" y="0"/>
                    <a:pt x="58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4" name="Google Shape;11244;p137"/>
            <p:cNvSpPr/>
            <p:nvPr/>
          </p:nvSpPr>
          <p:spPr>
            <a:xfrm>
              <a:off x="-31131375" y="2145075"/>
              <a:ext cx="52800" cy="52800"/>
            </a:xfrm>
            <a:custGeom>
              <a:rect b="b" l="l" r="r" t="t"/>
              <a:pathLst>
                <a:path extrusionOk="0" h="2112" w="2112">
                  <a:moveTo>
                    <a:pt x="1355" y="726"/>
                  </a:moveTo>
                  <a:lnTo>
                    <a:pt x="1355" y="1387"/>
                  </a:lnTo>
                  <a:lnTo>
                    <a:pt x="694" y="1387"/>
                  </a:lnTo>
                  <a:lnTo>
                    <a:pt x="694" y="726"/>
                  </a:lnTo>
                  <a:close/>
                  <a:moveTo>
                    <a:pt x="379" y="1"/>
                  </a:moveTo>
                  <a:cubicBezTo>
                    <a:pt x="158" y="1"/>
                    <a:pt x="0" y="158"/>
                    <a:pt x="0" y="379"/>
                  </a:cubicBezTo>
                  <a:lnTo>
                    <a:pt x="0" y="1734"/>
                  </a:lnTo>
                  <a:cubicBezTo>
                    <a:pt x="0" y="1954"/>
                    <a:pt x="158" y="2112"/>
                    <a:pt x="379" y="2112"/>
                  </a:cubicBezTo>
                  <a:lnTo>
                    <a:pt x="1733" y="2112"/>
                  </a:lnTo>
                  <a:cubicBezTo>
                    <a:pt x="1954" y="2112"/>
                    <a:pt x="2111" y="1954"/>
                    <a:pt x="2111" y="1734"/>
                  </a:cubicBezTo>
                  <a:lnTo>
                    <a:pt x="2111" y="379"/>
                  </a:lnTo>
                  <a:cubicBezTo>
                    <a:pt x="2111" y="158"/>
                    <a:pt x="1954" y="1"/>
                    <a:pt x="173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5" name="Google Shape;11245;p137"/>
            <p:cNvSpPr/>
            <p:nvPr/>
          </p:nvSpPr>
          <p:spPr>
            <a:xfrm>
              <a:off x="-31131375" y="2076550"/>
              <a:ext cx="52800" cy="52025"/>
            </a:xfrm>
            <a:custGeom>
              <a:rect b="b" l="l" r="r" t="t"/>
              <a:pathLst>
                <a:path extrusionOk="0" h="2081" w="2112">
                  <a:moveTo>
                    <a:pt x="1355" y="694"/>
                  </a:moveTo>
                  <a:lnTo>
                    <a:pt x="1355" y="1356"/>
                  </a:lnTo>
                  <a:lnTo>
                    <a:pt x="694" y="1356"/>
                  </a:lnTo>
                  <a:lnTo>
                    <a:pt x="694" y="694"/>
                  </a:lnTo>
                  <a:close/>
                  <a:moveTo>
                    <a:pt x="379" y="1"/>
                  </a:moveTo>
                  <a:cubicBezTo>
                    <a:pt x="158" y="1"/>
                    <a:pt x="0" y="159"/>
                    <a:pt x="0" y="348"/>
                  </a:cubicBezTo>
                  <a:lnTo>
                    <a:pt x="0" y="1734"/>
                  </a:lnTo>
                  <a:cubicBezTo>
                    <a:pt x="0" y="1923"/>
                    <a:pt x="158" y="2080"/>
                    <a:pt x="379" y="2080"/>
                  </a:cubicBezTo>
                  <a:lnTo>
                    <a:pt x="1733" y="2080"/>
                  </a:lnTo>
                  <a:cubicBezTo>
                    <a:pt x="1954" y="2080"/>
                    <a:pt x="2111" y="1923"/>
                    <a:pt x="2111" y="1734"/>
                  </a:cubicBezTo>
                  <a:lnTo>
                    <a:pt x="2111" y="348"/>
                  </a:lnTo>
                  <a:cubicBezTo>
                    <a:pt x="2111" y="159"/>
                    <a:pt x="1954" y="1"/>
                    <a:pt x="173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6" name="Google Shape;11246;p137"/>
            <p:cNvSpPr/>
            <p:nvPr/>
          </p:nvSpPr>
          <p:spPr>
            <a:xfrm>
              <a:off x="-31131375" y="2007250"/>
              <a:ext cx="52800" cy="52800"/>
            </a:xfrm>
            <a:custGeom>
              <a:rect b="b" l="l" r="r" t="t"/>
              <a:pathLst>
                <a:path extrusionOk="0" h="2112" w="2112">
                  <a:moveTo>
                    <a:pt x="1355" y="725"/>
                  </a:moveTo>
                  <a:lnTo>
                    <a:pt x="1355" y="1387"/>
                  </a:lnTo>
                  <a:lnTo>
                    <a:pt x="694" y="1387"/>
                  </a:lnTo>
                  <a:lnTo>
                    <a:pt x="694" y="725"/>
                  </a:lnTo>
                  <a:close/>
                  <a:moveTo>
                    <a:pt x="379" y="1"/>
                  </a:moveTo>
                  <a:cubicBezTo>
                    <a:pt x="158" y="1"/>
                    <a:pt x="0" y="158"/>
                    <a:pt x="0" y="379"/>
                  </a:cubicBezTo>
                  <a:lnTo>
                    <a:pt x="0" y="1733"/>
                  </a:lnTo>
                  <a:cubicBezTo>
                    <a:pt x="0" y="1954"/>
                    <a:pt x="158" y="2111"/>
                    <a:pt x="379" y="2111"/>
                  </a:cubicBezTo>
                  <a:lnTo>
                    <a:pt x="1733" y="2111"/>
                  </a:lnTo>
                  <a:cubicBezTo>
                    <a:pt x="1954" y="2111"/>
                    <a:pt x="2111" y="1954"/>
                    <a:pt x="2111" y="1733"/>
                  </a:cubicBezTo>
                  <a:lnTo>
                    <a:pt x="2111" y="379"/>
                  </a:lnTo>
                  <a:cubicBezTo>
                    <a:pt x="2111" y="158"/>
                    <a:pt x="1954" y="1"/>
                    <a:pt x="173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7" name="Google Shape;11247;p137"/>
            <p:cNvSpPr/>
            <p:nvPr/>
          </p:nvSpPr>
          <p:spPr>
            <a:xfrm>
              <a:off x="-31062075" y="2007250"/>
              <a:ext cx="85875" cy="18150"/>
            </a:xfrm>
            <a:custGeom>
              <a:rect b="b" l="l" r="r" t="t"/>
              <a:pathLst>
                <a:path extrusionOk="0" h="726" w="3435">
                  <a:moveTo>
                    <a:pt x="347" y="1"/>
                  </a:moveTo>
                  <a:cubicBezTo>
                    <a:pt x="158" y="1"/>
                    <a:pt x="1" y="158"/>
                    <a:pt x="1" y="379"/>
                  </a:cubicBezTo>
                  <a:cubicBezTo>
                    <a:pt x="1" y="568"/>
                    <a:pt x="158" y="725"/>
                    <a:pt x="347" y="725"/>
                  </a:cubicBezTo>
                  <a:lnTo>
                    <a:pt x="3057" y="725"/>
                  </a:lnTo>
                  <a:cubicBezTo>
                    <a:pt x="3277" y="725"/>
                    <a:pt x="3435" y="568"/>
                    <a:pt x="3435" y="379"/>
                  </a:cubicBezTo>
                  <a:cubicBezTo>
                    <a:pt x="3435" y="158"/>
                    <a:pt x="3277" y="1"/>
                    <a:pt x="305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8" name="Google Shape;11248;p137"/>
            <p:cNvSpPr/>
            <p:nvPr/>
          </p:nvSpPr>
          <p:spPr>
            <a:xfrm>
              <a:off x="-31062075" y="2041900"/>
              <a:ext cx="52025" cy="18150"/>
            </a:xfrm>
            <a:custGeom>
              <a:rect b="b" l="l" r="r" t="t"/>
              <a:pathLst>
                <a:path extrusionOk="0" h="726" w="2081">
                  <a:moveTo>
                    <a:pt x="347" y="1"/>
                  </a:moveTo>
                  <a:cubicBezTo>
                    <a:pt x="158" y="1"/>
                    <a:pt x="1" y="158"/>
                    <a:pt x="1" y="347"/>
                  </a:cubicBezTo>
                  <a:cubicBezTo>
                    <a:pt x="1" y="568"/>
                    <a:pt x="158" y="725"/>
                    <a:pt x="347" y="725"/>
                  </a:cubicBezTo>
                  <a:lnTo>
                    <a:pt x="1734" y="725"/>
                  </a:lnTo>
                  <a:cubicBezTo>
                    <a:pt x="1923" y="725"/>
                    <a:pt x="2080" y="568"/>
                    <a:pt x="2080" y="347"/>
                  </a:cubicBezTo>
                  <a:cubicBezTo>
                    <a:pt x="2080" y="158"/>
                    <a:pt x="1923" y="1"/>
                    <a:pt x="173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9" name="Google Shape;11249;p137"/>
            <p:cNvSpPr/>
            <p:nvPr/>
          </p:nvSpPr>
          <p:spPr>
            <a:xfrm>
              <a:off x="-31062075" y="2076550"/>
              <a:ext cx="85875" cy="17375"/>
            </a:xfrm>
            <a:custGeom>
              <a:rect b="b" l="l" r="r" t="t"/>
              <a:pathLst>
                <a:path extrusionOk="0" h="695" w="3435">
                  <a:moveTo>
                    <a:pt x="347" y="1"/>
                  </a:moveTo>
                  <a:cubicBezTo>
                    <a:pt x="158" y="1"/>
                    <a:pt x="1" y="159"/>
                    <a:pt x="1" y="348"/>
                  </a:cubicBezTo>
                  <a:cubicBezTo>
                    <a:pt x="1" y="537"/>
                    <a:pt x="158" y="694"/>
                    <a:pt x="347" y="694"/>
                  </a:cubicBezTo>
                  <a:lnTo>
                    <a:pt x="3057" y="694"/>
                  </a:lnTo>
                  <a:cubicBezTo>
                    <a:pt x="3277" y="694"/>
                    <a:pt x="3435" y="537"/>
                    <a:pt x="3435" y="348"/>
                  </a:cubicBezTo>
                  <a:cubicBezTo>
                    <a:pt x="3435" y="159"/>
                    <a:pt x="3277" y="1"/>
                    <a:pt x="305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0" name="Google Shape;11250;p137"/>
            <p:cNvSpPr/>
            <p:nvPr/>
          </p:nvSpPr>
          <p:spPr>
            <a:xfrm>
              <a:off x="-31062075" y="2110425"/>
              <a:ext cx="52025" cy="18150"/>
            </a:xfrm>
            <a:custGeom>
              <a:rect b="b" l="l" r="r" t="t"/>
              <a:pathLst>
                <a:path extrusionOk="0" h="726" w="2081">
                  <a:moveTo>
                    <a:pt x="347" y="1"/>
                  </a:moveTo>
                  <a:cubicBezTo>
                    <a:pt x="158" y="1"/>
                    <a:pt x="1" y="190"/>
                    <a:pt x="1" y="379"/>
                  </a:cubicBezTo>
                  <a:cubicBezTo>
                    <a:pt x="1" y="568"/>
                    <a:pt x="158" y="725"/>
                    <a:pt x="347" y="725"/>
                  </a:cubicBezTo>
                  <a:lnTo>
                    <a:pt x="1734" y="725"/>
                  </a:lnTo>
                  <a:cubicBezTo>
                    <a:pt x="1923" y="725"/>
                    <a:pt x="2080" y="568"/>
                    <a:pt x="2080" y="379"/>
                  </a:cubicBezTo>
                  <a:cubicBezTo>
                    <a:pt x="2080" y="190"/>
                    <a:pt x="1923" y="1"/>
                    <a:pt x="173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1" name="Google Shape;11251;p137"/>
            <p:cNvSpPr/>
            <p:nvPr/>
          </p:nvSpPr>
          <p:spPr>
            <a:xfrm>
              <a:off x="-31062075" y="2145075"/>
              <a:ext cx="85875" cy="18150"/>
            </a:xfrm>
            <a:custGeom>
              <a:rect b="b" l="l" r="r" t="t"/>
              <a:pathLst>
                <a:path extrusionOk="0" h="726" w="3435">
                  <a:moveTo>
                    <a:pt x="347" y="1"/>
                  </a:moveTo>
                  <a:cubicBezTo>
                    <a:pt x="158" y="1"/>
                    <a:pt x="1" y="158"/>
                    <a:pt x="1" y="379"/>
                  </a:cubicBezTo>
                  <a:cubicBezTo>
                    <a:pt x="1" y="568"/>
                    <a:pt x="158" y="726"/>
                    <a:pt x="347" y="726"/>
                  </a:cubicBezTo>
                  <a:lnTo>
                    <a:pt x="3057" y="726"/>
                  </a:lnTo>
                  <a:cubicBezTo>
                    <a:pt x="3277" y="726"/>
                    <a:pt x="3435" y="568"/>
                    <a:pt x="3435" y="379"/>
                  </a:cubicBezTo>
                  <a:cubicBezTo>
                    <a:pt x="3435" y="158"/>
                    <a:pt x="3277" y="1"/>
                    <a:pt x="305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2" name="Google Shape;11252;p137"/>
            <p:cNvSpPr/>
            <p:nvPr/>
          </p:nvSpPr>
          <p:spPr>
            <a:xfrm>
              <a:off x="-31062075" y="2179750"/>
              <a:ext cx="52025" cy="18125"/>
            </a:xfrm>
            <a:custGeom>
              <a:rect b="b" l="l" r="r" t="t"/>
              <a:pathLst>
                <a:path extrusionOk="0" h="725" w="2081">
                  <a:moveTo>
                    <a:pt x="347" y="0"/>
                  </a:moveTo>
                  <a:cubicBezTo>
                    <a:pt x="158" y="0"/>
                    <a:pt x="1" y="158"/>
                    <a:pt x="1" y="347"/>
                  </a:cubicBezTo>
                  <a:cubicBezTo>
                    <a:pt x="1" y="567"/>
                    <a:pt x="158" y="725"/>
                    <a:pt x="347" y="725"/>
                  </a:cubicBezTo>
                  <a:lnTo>
                    <a:pt x="1734" y="725"/>
                  </a:lnTo>
                  <a:cubicBezTo>
                    <a:pt x="1923" y="725"/>
                    <a:pt x="2080" y="567"/>
                    <a:pt x="2080" y="347"/>
                  </a:cubicBezTo>
                  <a:cubicBezTo>
                    <a:pt x="2080" y="158"/>
                    <a:pt x="1923" y="0"/>
                    <a:pt x="173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3" name="Google Shape;11253;p137"/>
            <p:cNvSpPr/>
            <p:nvPr/>
          </p:nvSpPr>
          <p:spPr>
            <a:xfrm>
              <a:off x="-30924225" y="1974175"/>
              <a:ext cx="51200" cy="240250"/>
            </a:xfrm>
            <a:custGeom>
              <a:rect b="b" l="l" r="r" t="t"/>
              <a:pathLst>
                <a:path extrusionOk="0" h="9610" w="2048">
                  <a:moveTo>
                    <a:pt x="1008" y="662"/>
                  </a:moveTo>
                  <a:cubicBezTo>
                    <a:pt x="1229" y="662"/>
                    <a:pt x="1386" y="819"/>
                    <a:pt x="1386" y="1009"/>
                  </a:cubicBezTo>
                  <a:lnTo>
                    <a:pt x="1386" y="2080"/>
                  </a:lnTo>
                  <a:lnTo>
                    <a:pt x="725" y="2080"/>
                  </a:lnTo>
                  <a:lnTo>
                    <a:pt x="725" y="1009"/>
                  </a:lnTo>
                  <a:lnTo>
                    <a:pt x="662" y="1009"/>
                  </a:lnTo>
                  <a:cubicBezTo>
                    <a:pt x="662" y="819"/>
                    <a:pt x="819" y="662"/>
                    <a:pt x="1008" y="662"/>
                  </a:cubicBezTo>
                  <a:close/>
                  <a:moveTo>
                    <a:pt x="1323" y="2741"/>
                  </a:moveTo>
                  <a:lnTo>
                    <a:pt x="1323" y="6900"/>
                  </a:lnTo>
                  <a:lnTo>
                    <a:pt x="662" y="6900"/>
                  </a:lnTo>
                  <a:lnTo>
                    <a:pt x="662" y="2741"/>
                  </a:lnTo>
                  <a:close/>
                  <a:moveTo>
                    <a:pt x="1260" y="7562"/>
                  </a:moveTo>
                  <a:lnTo>
                    <a:pt x="1008" y="8192"/>
                  </a:lnTo>
                  <a:lnTo>
                    <a:pt x="819" y="7562"/>
                  </a:lnTo>
                  <a:close/>
                  <a:moveTo>
                    <a:pt x="1008" y="0"/>
                  </a:moveTo>
                  <a:cubicBezTo>
                    <a:pt x="473" y="0"/>
                    <a:pt x="0" y="473"/>
                    <a:pt x="0" y="1009"/>
                  </a:cubicBezTo>
                  <a:lnTo>
                    <a:pt x="0" y="7215"/>
                  </a:lnTo>
                  <a:lnTo>
                    <a:pt x="0" y="7309"/>
                  </a:lnTo>
                  <a:lnTo>
                    <a:pt x="662" y="9357"/>
                  </a:lnTo>
                  <a:cubicBezTo>
                    <a:pt x="693" y="9515"/>
                    <a:pt x="819" y="9609"/>
                    <a:pt x="977" y="9609"/>
                  </a:cubicBezTo>
                  <a:cubicBezTo>
                    <a:pt x="1134" y="9609"/>
                    <a:pt x="1260" y="9515"/>
                    <a:pt x="1292" y="9357"/>
                  </a:cubicBezTo>
                  <a:lnTo>
                    <a:pt x="1954" y="7309"/>
                  </a:lnTo>
                  <a:lnTo>
                    <a:pt x="1954" y="7215"/>
                  </a:lnTo>
                  <a:lnTo>
                    <a:pt x="1954" y="1009"/>
                  </a:lnTo>
                  <a:cubicBezTo>
                    <a:pt x="2048" y="441"/>
                    <a:pt x="1576" y="0"/>
                    <a:pt x="100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54" name="Google Shape;11254;p137"/>
          <p:cNvGrpSpPr/>
          <p:nvPr/>
        </p:nvGrpSpPr>
        <p:grpSpPr>
          <a:xfrm>
            <a:off x="3082057" y="3155482"/>
            <a:ext cx="354527" cy="354133"/>
            <a:chOff x="-31165250" y="2298675"/>
            <a:chExt cx="292225" cy="291900"/>
          </a:xfrm>
        </p:grpSpPr>
        <p:sp>
          <p:nvSpPr>
            <p:cNvPr id="11255" name="Google Shape;11255;p137"/>
            <p:cNvSpPr/>
            <p:nvPr/>
          </p:nvSpPr>
          <p:spPr>
            <a:xfrm>
              <a:off x="-31003000" y="2332550"/>
              <a:ext cx="86675" cy="103400"/>
            </a:xfrm>
            <a:custGeom>
              <a:rect b="b" l="l" r="r" t="t"/>
              <a:pathLst>
                <a:path extrusionOk="0" h="4136" w="3467">
                  <a:moveTo>
                    <a:pt x="2049" y="1386"/>
                  </a:moveTo>
                  <a:cubicBezTo>
                    <a:pt x="2017" y="1764"/>
                    <a:pt x="1923" y="2111"/>
                    <a:pt x="1734" y="2426"/>
                  </a:cubicBezTo>
                  <a:cubicBezTo>
                    <a:pt x="1576" y="2111"/>
                    <a:pt x="1450" y="1764"/>
                    <a:pt x="1418" y="1386"/>
                  </a:cubicBezTo>
                  <a:close/>
                  <a:moveTo>
                    <a:pt x="1734" y="0"/>
                  </a:moveTo>
                  <a:cubicBezTo>
                    <a:pt x="1545" y="0"/>
                    <a:pt x="1387" y="158"/>
                    <a:pt x="1387" y="347"/>
                  </a:cubicBezTo>
                  <a:lnTo>
                    <a:pt x="1387" y="693"/>
                  </a:lnTo>
                  <a:lnTo>
                    <a:pt x="347" y="693"/>
                  </a:lnTo>
                  <a:cubicBezTo>
                    <a:pt x="158" y="693"/>
                    <a:pt x="1" y="851"/>
                    <a:pt x="1" y="1071"/>
                  </a:cubicBezTo>
                  <a:cubicBezTo>
                    <a:pt x="1" y="1260"/>
                    <a:pt x="158" y="1418"/>
                    <a:pt x="347" y="1418"/>
                  </a:cubicBezTo>
                  <a:lnTo>
                    <a:pt x="694" y="1418"/>
                  </a:lnTo>
                  <a:cubicBezTo>
                    <a:pt x="757" y="2016"/>
                    <a:pt x="946" y="2552"/>
                    <a:pt x="1292" y="3056"/>
                  </a:cubicBezTo>
                  <a:lnTo>
                    <a:pt x="788" y="3592"/>
                  </a:lnTo>
                  <a:cubicBezTo>
                    <a:pt x="662" y="3686"/>
                    <a:pt x="662" y="3938"/>
                    <a:pt x="788" y="4064"/>
                  </a:cubicBezTo>
                  <a:cubicBezTo>
                    <a:pt x="851" y="4111"/>
                    <a:pt x="938" y="4135"/>
                    <a:pt x="1025" y="4135"/>
                  </a:cubicBezTo>
                  <a:cubicBezTo>
                    <a:pt x="1111" y="4135"/>
                    <a:pt x="1198" y="4111"/>
                    <a:pt x="1261" y="4064"/>
                  </a:cubicBezTo>
                  <a:lnTo>
                    <a:pt x="1702" y="3623"/>
                  </a:lnTo>
                  <a:lnTo>
                    <a:pt x="2112" y="4064"/>
                  </a:lnTo>
                  <a:cubicBezTo>
                    <a:pt x="2175" y="4111"/>
                    <a:pt x="2269" y="4135"/>
                    <a:pt x="2360" y="4135"/>
                  </a:cubicBezTo>
                  <a:cubicBezTo>
                    <a:pt x="2450" y="4135"/>
                    <a:pt x="2537" y="4111"/>
                    <a:pt x="2584" y="4064"/>
                  </a:cubicBezTo>
                  <a:cubicBezTo>
                    <a:pt x="2710" y="3938"/>
                    <a:pt x="2710" y="3686"/>
                    <a:pt x="2584" y="3592"/>
                  </a:cubicBezTo>
                  <a:lnTo>
                    <a:pt x="2080" y="3056"/>
                  </a:lnTo>
                  <a:cubicBezTo>
                    <a:pt x="2395" y="2552"/>
                    <a:pt x="2584" y="2016"/>
                    <a:pt x="2679" y="1418"/>
                  </a:cubicBezTo>
                  <a:lnTo>
                    <a:pt x="3025" y="1418"/>
                  </a:lnTo>
                  <a:cubicBezTo>
                    <a:pt x="3214" y="1418"/>
                    <a:pt x="3372" y="1260"/>
                    <a:pt x="3372" y="1071"/>
                  </a:cubicBezTo>
                  <a:cubicBezTo>
                    <a:pt x="3466" y="851"/>
                    <a:pt x="3309" y="693"/>
                    <a:pt x="3120" y="693"/>
                  </a:cubicBezTo>
                  <a:lnTo>
                    <a:pt x="2080" y="693"/>
                  </a:lnTo>
                  <a:lnTo>
                    <a:pt x="2080" y="347"/>
                  </a:lnTo>
                  <a:cubicBezTo>
                    <a:pt x="2080" y="158"/>
                    <a:pt x="1923" y="0"/>
                    <a:pt x="173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6" name="Google Shape;11256;p137"/>
            <p:cNvSpPr/>
            <p:nvPr/>
          </p:nvSpPr>
          <p:spPr>
            <a:xfrm>
              <a:off x="-31165250" y="2298675"/>
              <a:ext cx="292225" cy="291900"/>
            </a:xfrm>
            <a:custGeom>
              <a:rect b="b" l="l" r="r" t="t"/>
              <a:pathLst>
                <a:path extrusionOk="0" h="11676" w="11689">
                  <a:moveTo>
                    <a:pt x="8192" y="630"/>
                  </a:moveTo>
                  <a:cubicBezTo>
                    <a:pt x="9704" y="630"/>
                    <a:pt x="10933" y="1859"/>
                    <a:pt x="10933" y="3403"/>
                  </a:cubicBezTo>
                  <a:cubicBezTo>
                    <a:pt x="10964" y="4947"/>
                    <a:pt x="9767" y="6144"/>
                    <a:pt x="8224" y="6144"/>
                  </a:cubicBezTo>
                  <a:cubicBezTo>
                    <a:pt x="7656" y="6144"/>
                    <a:pt x="7152" y="5986"/>
                    <a:pt x="6711" y="5671"/>
                  </a:cubicBezTo>
                  <a:cubicBezTo>
                    <a:pt x="6674" y="5634"/>
                    <a:pt x="6616" y="5619"/>
                    <a:pt x="6548" y="5619"/>
                  </a:cubicBezTo>
                  <a:cubicBezTo>
                    <a:pt x="6501" y="5619"/>
                    <a:pt x="6448" y="5627"/>
                    <a:pt x="6396" y="5640"/>
                  </a:cubicBezTo>
                  <a:lnTo>
                    <a:pt x="5609" y="5923"/>
                  </a:lnTo>
                  <a:lnTo>
                    <a:pt x="5861" y="4947"/>
                  </a:lnTo>
                  <a:cubicBezTo>
                    <a:pt x="5861" y="4852"/>
                    <a:pt x="5861" y="4789"/>
                    <a:pt x="5829" y="4695"/>
                  </a:cubicBezTo>
                  <a:cubicBezTo>
                    <a:pt x="5577" y="4317"/>
                    <a:pt x="5451" y="3844"/>
                    <a:pt x="5451" y="3403"/>
                  </a:cubicBezTo>
                  <a:cubicBezTo>
                    <a:pt x="5451" y="1859"/>
                    <a:pt x="6680" y="630"/>
                    <a:pt x="8192" y="630"/>
                  </a:cubicBezTo>
                  <a:close/>
                  <a:moveTo>
                    <a:pt x="3403" y="5545"/>
                  </a:moveTo>
                  <a:cubicBezTo>
                    <a:pt x="3970" y="5545"/>
                    <a:pt x="4474" y="5703"/>
                    <a:pt x="4916" y="5986"/>
                  </a:cubicBezTo>
                  <a:lnTo>
                    <a:pt x="4790" y="6490"/>
                  </a:lnTo>
                  <a:cubicBezTo>
                    <a:pt x="4758" y="6616"/>
                    <a:pt x="4790" y="6742"/>
                    <a:pt x="4916" y="6868"/>
                  </a:cubicBezTo>
                  <a:cubicBezTo>
                    <a:pt x="4960" y="6913"/>
                    <a:pt x="5052" y="6958"/>
                    <a:pt x="5146" y="6958"/>
                  </a:cubicBezTo>
                  <a:cubicBezTo>
                    <a:pt x="5186" y="6958"/>
                    <a:pt x="5225" y="6950"/>
                    <a:pt x="5262" y="6931"/>
                  </a:cubicBezTo>
                  <a:lnTo>
                    <a:pt x="5703" y="6774"/>
                  </a:lnTo>
                  <a:cubicBezTo>
                    <a:pt x="6018" y="7152"/>
                    <a:pt x="6176" y="7656"/>
                    <a:pt x="6176" y="8255"/>
                  </a:cubicBezTo>
                  <a:cubicBezTo>
                    <a:pt x="6176" y="8696"/>
                    <a:pt x="6050" y="9137"/>
                    <a:pt x="5829" y="9546"/>
                  </a:cubicBezTo>
                  <a:cubicBezTo>
                    <a:pt x="5766" y="9609"/>
                    <a:pt x="5766" y="9704"/>
                    <a:pt x="5766" y="9767"/>
                  </a:cubicBezTo>
                  <a:lnTo>
                    <a:pt x="6018" y="10775"/>
                  </a:lnTo>
                  <a:lnTo>
                    <a:pt x="5231" y="10491"/>
                  </a:lnTo>
                  <a:cubicBezTo>
                    <a:pt x="5178" y="10478"/>
                    <a:pt x="5126" y="10471"/>
                    <a:pt x="5078" y="10471"/>
                  </a:cubicBezTo>
                  <a:cubicBezTo>
                    <a:pt x="5011" y="10471"/>
                    <a:pt x="4952" y="10486"/>
                    <a:pt x="4916" y="10523"/>
                  </a:cubicBezTo>
                  <a:cubicBezTo>
                    <a:pt x="4474" y="10838"/>
                    <a:pt x="3939" y="10996"/>
                    <a:pt x="3403" y="10996"/>
                  </a:cubicBezTo>
                  <a:cubicBezTo>
                    <a:pt x="1891" y="10996"/>
                    <a:pt x="662" y="9767"/>
                    <a:pt x="662" y="8286"/>
                  </a:cubicBezTo>
                  <a:cubicBezTo>
                    <a:pt x="662" y="6774"/>
                    <a:pt x="1891" y="5545"/>
                    <a:pt x="3403" y="5545"/>
                  </a:cubicBezTo>
                  <a:close/>
                  <a:moveTo>
                    <a:pt x="8224" y="0"/>
                  </a:moveTo>
                  <a:cubicBezTo>
                    <a:pt x="6333" y="0"/>
                    <a:pt x="4790" y="1544"/>
                    <a:pt x="4790" y="3434"/>
                  </a:cubicBezTo>
                  <a:cubicBezTo>
                    <a:pt x="4790" y="3938"/>
                    <a:pt x="4916" y="4506"/>
                    <a:pt x="5136" y="4978"/>
                  </a:cubicBezTo>
                  <a:lnTo>
                    <a:pt x="5073" y="5262"/>
                  </a:lnTo>
                  <a:cubicBezTo>
                    <a:pt x="4569" y="4978"/>
                    <a:pt x="4002" y="4821"/>
                    <a:pt x="3435" y="4821"/>
                  </a:cubicBezTo>
                  <a:cubicBezTo>
                    <a:pt x="1513" y="4821"/>
                    <a:pt x="1" y="6364"/>
                    <a:pt x="1" y="8255"/>
                  </a:cubicBezTo>
                  <a:cubicBezTo>
                    <a:pt x="1" y="10113"/>
                    <a:pt x="1544" y="11657"/>
                    <a:pt x="3435" y="11657"/>
                  </a:cubicBezTo>
                  <a:cubicBezTo>
                    <a:pt x="4065" y="11657"/>
                    <a:pt x="4632" y="11500"/>
                    <a:pt x="5168" y="11185"/>
                  </a:cubicBezTo>
                  <a:lnTo>
                    <a:pt x="6365" y="11657"/>
                  </a:lnTo>
                  <a:cubicBezTo>
                    <a:pt x="6411" y="11669"/>
                    <a:pt x="6457" y="11676"/>
                    <a:pt x="6503" y="11676"/>
                  </a:cubicBezTo>
                  <a:cubicBezTo>
                    <a:pt x="6583" y="11676"/>
                    <a:pt x="6663" y="11654"/>
                    <a:pt x="6743" y="11594"/>
                  </a:cubicBezTo>
                  <a:cubicBezTo>
                    <a:pt x="6806" y="11500"/>
                    <a:pt x="6837" y="11405"/>
                    <a:pt x="6837" y="11248"/>
                  </a:cubicBezTo>
                  <a:lnTo>
                    <a:pt x="6491" y="9767"/>
                  </a:lnTo>
                  <a:cubicBezTo>
                    <a:pt x="6743" y="9294"/>
                    <a:pt x="6837" y="8790"/>
                    <a:pt x="6837" y="8255"/>
                  </a:cubicBezTo>
                  <a:cubicBezTo>
                    <a:pt x="6837" y="7625"/>
                    <a:pt x="6648" y="6994"/>
                    <a:pt x="6333" y="6427"/>
                  </a:cubicBezTo>
                  <a:lnTo>
                    <a:pt x="6459" y="6396"/>
                  </a:lnTo>
                  <a:cubicBezTo>
                    <a:pt x="6963" y="6711"/>
                    <a:pt x="7593" y="6868"/>
                    <a:pt x="8192" y="6868"/>
                  </a:cubicBezTo>
                  <a:cubicBezTo>
                    <a:pt x="10082" y="6868"/>
                    <a:pt x="11626" y="5325"/>
                    <a:pt x="11626" y="3434"/>
                  </a:cubicBezTo>
                  <a:cubicBezTo>
                    <a:pt x="11689" y="1544"/>
                    <a:pt x="10114" y="0"/>
                    <a:pt x="822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7" name="Google Shape;11257;p137"/>
            <p:cNvSpPr/>
            <p:nvPr/>
          </p:nvSpPr>
          <p:spPr>
            <a:xfrm>
              <a:off x="-31115625" y="2452250"/>
              <a:ext cx="70900" cy="104150"/>
            </a:xfrm>
            <a:custGeom>
              <a:rect b="b" l="l" r="r" t="t"/>
              <a:pathLst>
                <a:path extrusionOk="0" h="4166" w="2836">
                  <a:moveTo>
                    <a:pt x="1481" y="1576"/>
                  </a:moveTo>
                  <a:lnTo>
                    <a:pt x="1639" y="2112"/>
                  </a:lnTo>
                  <a:lnTo>
                    <a:pt x="1324" y="2112"/>
                  </a:lnTo>
                  <a:lnTo>
                    <a:pt x="1481" y="1576"/>
                  </a:lnTo>
                  <a:close/>
                  <a:moveTo>
                    <a:pt x="1418" y="1"/>
                  </a:moveTo>
                  <a:cubicBezTo>
                    <a:pt x="1261" y="1"/>
                    <a:pt x="1166" y="127"/>
                    <a:pt x="1103" y="253"/>
                  </a:cubicBezTo>
                  <a:lnTo>
                    <a:pt x="568" y="2049"/>
                  </a:lnTo>
                  <a:lnTo>
                    <a:pt x="410" y="2049"/>
                  </a:lnTo>
                  <a:cubicBezTo>
                    <a:pt x="221" y="2049"/>
                    <a:pt x="64" y="2206"/>
                    <a:pt x="64" y="2427"/>
                  </a:cubicBezTo>
                  <a:cubicBezTo>
                    <a:pt x="64" y="2584"/>
                    <a:pt x="158" y="2742"/>
                    <a:pt x="316" y="2773"/>
                  </a:cubicBezTo>
                  <a:lnTo>
                    <a:pt x="64" y="3718"/>
                  </a:lnTo>
                  <a:cubicBezTo>
                    <a:pt x="1" y="3907"/>
                    <a:pt x="95" y="4065"/>
                    <a:pt x="284" y="4159"/>
                  </a:cubicBezTo>
                  <a:cubicBezTo>
                    <a:pt x="308" y="4163"/>
                    <a:pt x="332" y="4165"/>
                    <a:pt x="355" y="4165"/>
                  </a:cubicBezTo>
                  <a:cubicBezTo>
                    <a:pt x="512" y="4165"/>
                    <a:pt x="643" y="4072"/>
                    <a:pt x="725" y="3907"/>
                  </a:cubicBezTo>
                  <a:lnTo>
                    <a:pt x="1072" y="2773"/>
                  </a:lnTo>
                  <a:lnTo>
                    <a:pt x="1796" y="2773"/>
                  </a:lnTo>
                  <a:lnTo>
                    <a:pt x="2143" y="3907"/>
                  </a:lnTo>
                  <a:cubicBezTo>
                    <a:pt x="2170" y="4072"/>
                    <a:pt x="2318" y="4165"/>
                    <a:pt x="2502" y="4165"/>
                  </a:cubicBezTo>
                  <a:cubicBezTo>
                    <a:pt x="2528" y="4165"/>
                    <a:pt x="2556" y="4163"/>
                    <a:pt x="2584" y="4159"/>
                  </a:cubicBezTo>
                  <a:cubicBezTo>
                    <a:pt x="2773" y="4096"/>
                    <a:pt x="2836" y="3907"/>
                    <a:pt x="2805" y="3718"/>
                  </a:cubicBezTo>
                  <a:lnTo>
                    <a:pt x="2521" y="2773"/>
                  </a:lnTo>
                  <a:cubicBezTo>
                    <a:pt x="2678" y="2742"/>
                    <a:pt x="2805" y="2616"/>
                    <a:pt x="2805" y="2427"/>
                  </a:cubicBezTo>
                  <a:cubicBezTo>
                    <a:pt x="2805" y="2206"/>
                    <a:pt x="2647" y="2049"/>
                    <a:pt x="2458" y="2049"/>
                  </a:cubicBezTo>
                  <a:lnTo>
                    <a:pt x="2300" y="2049"/>
                  </a:lnTo>
                  <a:lnTo>
                    <a:pt x="1733" y="253"/>
                  </a:lnTo>
                  <a:cubicBezTo>
                    <a:pt x="1702" y="95"/>
                    <a:pt x="1576" y="1"/>
                    <a:pt x="141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58" name="Google Shape;11258;p137"/>
          <p:cNvGrpSpPr/>
          <p:nvPr/>
        </p:nvGrpSpPr>
        <p:grpSpPr>
          <a:xfrm>
            <a:off x="3082542" y="3616136"/>
            <a:ext cx="353557" cy="353557"/>
            <a:chOff x="-31164450" y="2657050"/>
            <a:chExt cx="291425" cy="291425"/>
          </a:xfrm>
        </p:grpSpPr>
        <p:sp>
          <p:nvSpPr>
            <p:cNvPr id="11259" name="Google Shape;11259;p137"/>
            <p:cNvSpPr/>
            <p:nvPr/>
          </p:nvSpPr>
          <p:spPr>
            <a:xfrm>
              <a:off x="-31028975" y="2761000"/>
              <a:ext cx="18125" cy="17350"/>
            </a:xfrm>
            <a:custGeom>
              <a:rect b="b" l="l" r="r" t="t"/>
              <a:pathLst>
                <a:path extrusionOk="0" h="694" w="725">
                  <a:moveTo>
                    <a:pt x="378" y="1"/>
                  </a:moveTo>
                  <a:cubicBezTo>
                    <a:pt x="158" y="1"/>
                    <a:pt x="0" y="158"/>
                    <a:pt x="0" y="347"/>
                  </a:cubicBezTo>
                  <a:cubicBezTo>
                    <a:pt x="63" y="536"/>
                    <a:pt x="221" y="694"/>
                    <a:pt x="378" y="694"/>
                  </a:cubicBezTo>
                  <a:cubicBezTo>
                    <a:pt x="567" y="694"/>
                    <a:pt x="725" y="536"/>
                    <a:pt x="725" y="347"/>
                  </a:cubicBezTo>
                  <a:cubicBezTo>
                    <a:pt x="725" y="158"/>
                    <a:pt x="567"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0" name="Google Shape;11260;p137"/>
            <p:cNvSpPr/>
            <p:nvPr/>
          </p:nvSpPr>
          <p:spPr>
            <a:xfrm>
              <a:off x="-31028975" y="2794075"/>
              <a:ext cx="18125" cy="52025"/>
            </a:xfrm>
            <a:custGeom>
              <a:rect b="b" l="l" r="r" t="t"/>
              <a:pathLst>
                <a:path extrusionOk="0" h="2081" w="725">
                  <a:moveTo>
                    <a:pt x="378" y="1"/>
                  </a:moveTo>
                  <a:cubicBezTo>
                    <a:pt x="158" y="1"/>
                    <a:pt x="0" y="158"/>
                    <a:pt x="0" y="347"/>
                  </a:cubicBezTo>
                  <a:lnTo>
                    <a:pt x="0" y="1734"/>
                  </a:lnTo>
                  <a:cubicBezTo>
                    <a:pt x="63" y="1923"/>
                    <a:pt x="221" y="2080"/>
                    <a:pt x="378" y="2080"/>
                  </a:cubicBezTo>
                  <a:cubicBezTo>
                    <a:pt x="567" y="2080"/>
                    <a:pt x="725" y="1923"/>
                    <a:pt x="725" y="1734"/>
                  </a:cubicBezTo>
                  <a:lnTo>
                    <a:pt x="725" y="347"/>
                  </a:lnTo>
                  <a:cubicBezTo>
                    <a:pt x="725" y="158"/>
                    <a:pt x="567"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1" name="Google Shape;11261;p137"/>
            <p:cNvSpPr/>
            <p:nvPr/>
          </p:nvSpPr>
          <p:spPr>
            <a:xfrm>
              <a:off x="-31164450" y="2657050"/>
              <a:ext cx="291425" cy="291425"/>
            </a:xfrm>
            <a:custGeom>
              <a:rect b="b" l="l" r="r" t="t"/>
              <a:pathLst>
                <a:path extrusionOk="0" h="11657" w="11657">
                  <a:moveTo>
                    <a:pt x="1323" y="4852"/>
                  </a:moveTo>
                  <a:lnTo>
                    <a:pt x="1323" y="8286"/>
                  </a:lnTo>
                  <a:lnTo>
                    <a:pt x="977" y="8286"/>
                  </a:lnTo>
                  <a:cubicBezTo>
                    <a:pt x="788" y="8286"/>
                    <a:pt x="630" y="8128"/>
                    <a:pt x="630" y="7939"/>
                  </a:cubicBezTo>
                  <a:lnTo>
                    <a:pt x="630" y="5198"/>
                  </a:lnTo>
                  <a:cubicBezTo>
                    <a:pt x="630" y="5009"/>
                    <a:pt x="788" y="4852"/>
                    <a:pt x="977" y="4852"/>
                  </a:cubicBezTo>
                  <a:close/>
                  <a:moveTo>
                    <a:pt x="10554" y="4852"/>
                  </a:moveTo>
                  <a:cubicBezTo>
                    <a:pt x="10743" y="4852"/>
                    <a:pt x="10901" y="5009"/>
                    <a:pt x="10901" y="5198"/>
                  </a:cubicBezTo>
                  <a:lnTo>
                    <a:pt x="10901" y="7939"/>
                  </a:lnTo>
                  <a:lnTo>
                    <a:pt x="10932" y="7939"/>
                  </a:lnTo>
                  <a:cubicBezTo>
                    <a:pt x="10932" y="8128"/>
                    <a:pt x="10775" y="8286"/>
                    <a:pt x="10586" y="8286"/>
                  </a:cubicBezTo>
                  <a:lnTo>
                    <a:pt x="10239" y="8286"/>
                  </a:lnTo>
                  <a:lnTo>
                    <a:pt x="10239" y="4852"/>
                  </a:lnTo>
                  <a:close/>
                  <a:moveTo>
                    <a:pt x="5797" y="10302"/>
                  </a:moveTo>
                  <a:cubicBezTo>
                    <a:pt x="5986" y="10302"/>
                    <a:pt x="6144" y="10460"/>
                    <a:pt x="6144" y="10649"/>
                  </a:cubicBezTo>
                  <a:cubicBezTo>
                    <a:pt x="6144" y="10838"/>
                    <a:pt x="5986" y="10995"/>
                    <a:pt x="5797" y="10995"/>
                  </a:cubicBezTo>
                  <a:cubicBezTo>
                    <a:pt x="5577" y="10995"/>
                    <a:pt x="5419" y="10838"/>
                    <a:pt x="5419" y="10649"/>
                  </a:cubicBezTo>
                  <a:cubicBezTo>
                    <a:pt x="5419" y="10460"/>
                    <a:pt x="5577" y="10302"/>
                    <a:pt x="5797" y="10302"/>
                  </a:cubicBezTo>
                  <a:close/>
                  <a:moveTo>
                    <a:pt x="5829" y="0"/>
                  </a:moveTo>
                  <a:cubicBezTo>
                    <a:pt x="3371" y="0"/>
                    <a:pt x="1260" y="1796"/>
                    <a:pt x="788" y="4190"/>
                  </a:cubicBezTo>
                  <a:cubicBezTo>
                    <a:pt x="347" y="4316"/>
                    <a:pt x="0" y="4694"/>
                    <a:pt x="0" y="5167"/>
                  </a:cubicBezTo>
                  <a:lnTo>
                    <a:pt x="0" y="7876"/>
                  </a:lnTo>
                  <a:cubicBezTo>
                    <a:pt x="0" y="8443"/>
                    <a:pt x="473" y="8916"/>
                    <a:pt x="1008" y="8916"/>
                  </a:cubicBezTo>
                  <a:lnTo>
                    <a:pt x="1702" y="8916"/>
                  </a:lnTo>
                  <a:cubicBezTo>
                    <a:pt x="1891" y="8916"/>
                    <a:pt x="2048" y="8758"/>
                    <a:pt x="2048" y="8569"/>
                  </a:cubicBezTo>
                  <a:lnTo>
                    <a:pt x="2048" y="4474"/>
                  </a:lnTo>
                  <a:cubicBezTo>
                    <a:pt x="2048" y="4253"/>
                    <a:pt x="1891" y="4096"/>
                    <a:pt x="1702" y="4096"/>
                  </a:cubicBezTo>
                  <a:lnTo>
                    <a:pt x="1449" y="4096"/>
                  </a:lnTo>
                  <a:cubicBezTo>
                    <a:pt x="1922" y="2111"/>
                    <a:pt x="3749" y="630"/>
                    <a:pt x="5797" y="630"/>
                  </a:cubicBezTo>
                  <a:cubicBezTo>
                    <a:pt x="7876" y="630"/>
                    <a:pt x="9641" y="2079"/>
                    <a:pt x="10113" y="4096"/>
                  </a:cubicBezTo>
                  <a:lnTo>
                    <a:pt x="9893" y="4096"/>
                  </a:lnTo>
                  <a:cubicBezTo>
                    <a:pt x="9672" y="4096"/>
                    <a:pt x="9515" y="4253"/>
                    <a:pt x="9515" y="4474"/>
                  </a:cubicBezTo>
                  <a:lnTo>
                    <a:pt x="9515" y="8569"/>
                  </a:lnTo>
                  <a:cubicBezTo>
                    <a:pt x="9515" y="8758"/>
                    <a:pt x="9672" y="8916"/>
                    <a:pt x="9893" y="8916"/>
                  </a:cubicBezTo>
                  <a:lnTo>
                    <a:pt x="10208" y="8916"/>
                  </a:lnTo>
                  <a:cubicBezTo>
                    <a:pt x="10050" y="9704"/>
                    <a:pt x="9326" y="10302"/>
                    <a:pt x="8507" y="10302"/>
                  </a:cubicBezTo>
                  <a:lnTo>
                    <a:pt x="6742" y="10302"/>
                  </a:lnTo>
                  <a:cubicBezTo>
                    <a:pt x="6585" y="9893"/>
                    <a:pt x="6207" y="9609"/>
                    <a:pt x="5734" y="9609"/>
                  </a:cubicBezTo>
                  <a:cubicBezTo>
                    <a:pt x="5199" y="9609"/>
                    <a:pt x="4726" y="10082"/>
                    <a:pt x="4726" y="10649"/>
                  </a:cubicBezTo>
                  <a:cubicBezTo>
                    <a:pt x="4726" y="11184"/>
                    <a:pt x="5199" y="11657"/>
                    <a:pt x="5734" y="11657"/>
                  </a:cubicBezTo>
                  <a:cubicBezTo>
                    <a:pt x="6175" y="11657"/>
                    <a:pt x="6585" y="11405"/>
                    <a:pt x="6742" y="10995"/>
                  </a:cubicBezTo>
                  <a:lnTo>
                    <a:pt x="8507" y="10995"/>
                  </a:lnTo>
                  <a:cubicBezTo>
                    <a:pt x="9735" y="10995"/>
                    <a:pt x="10743" y="10082"/>
                    <a:pt x="10869" y="8916"/>
                  </a:cubicBezTo>
                  <a:cubicBezTo>
                    <a:pt x="11248" y="8790"/>
                    <a:pt x="11563" y="8412"/>
                    <a:pt x="11563" y="7939"/>
                  </a:cubicBezTo>
                  <a:lnTo>
                    <a:pt x="11563" y="5198"/>
                  </a:lnTo>
                  <a:cubicBezTo>
                    <a:pt x="11657" y="4694"/>
                    <a:pt x="11311" y="4316"/>
                    <a:pt x="10869" y="4190"/>
                  </a:cubicBezTo>
                  <a:cubicBezTo>
                    <a:pt x="10397" y="1796"/>
                    <a:pt x="8255" y="0"/>
                    <a:pt x="58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2" name="Google Shape;11262;p137"/>
            <p:cNvSpPr/>
            <p:nvPr/>
          </p:nvSpPr>
          <p:spPr>
            <a:xfrm>
              <a:off x="-31097500" y="2727125"/>
              <a:ext cx="156750" cy="153925"/>
            </a:xfrm>
            <a:custGeom>
              <a:rect b="b" l="l" r="r" t="t"/>
              <a:pathLst>
                <a:path extrusionOk="0" h="6157" w="6270">
                  <a:moveTo>
                    <a:pt x="3119" y="663"/>
                  </a:moveTo>
                  <a:cubicBezTo>
                    <a:pt x="4442" y="663"/>
                    <a:pt x="5514" y="1734"/>
                    <a:pt x="5514" y="3088"/>
                  </a:cubicBezTo>
                  <a:cubicBezTo>
                    <a:pt x="5514" y="4412"/>
                    <a:pt x="4411" y="5483"/>
                    <a:pt x="3119" y="5483"/>
                  </a:cubicBezTo>
                  <a:cubicBezTo>
                    <a:pt x="2647" y="5483"/>
                    <a:pt x="2206" y="5357"/>
                    <a:pt x="1796" y="5136"/>
                  </a:cubicBezTo>
                  <a:cubicBezTo>
                    <a:pt x="1750" y="5090"/>
                    <a:pt x="1670" y="5061"/>
                    <a:pt x="1606" y="5061"/>
                  </a:cubicBezTo>
                  <a:cubicBezTo>
                    <a:pt x="1582" y="5061"/>
                    <a:pt x="1561" y="5065"/>
                    <a:pt x="1544" y="5073"/>
                  </a:cubicBezTo>
                  <a:lnTo>
                    <a:pt x="914" y="5294"/>
                  </a:lnTo>
                  <a:lnTo>
                    <a:pt x="1103" y="4664"/>
                  </a:lnTo>
                  <a:cubicBezTo>
                    <a:pt x="1134" y="4569"/>
                    <a:pt x="1103" y="4443"/>
                    <a:pt x="1071" y="4380"/>
                  </a:cubicBezTo>
                  <a:cubicBezTo>
                    <a:pt x="819" y="3971"/>
                    <a:pt x="693" y="3561"/>
                    <a:pt x="693" y="3120"/>
                  </a:cubicBezTo>
                  <a:cubicBezTo>
                    <a:pt x="693" y="1734"/>
                    <a:pt x="1796" y="663"/>
                    <a:pt x="3119" y="663"/>
                  </a:cubicBezTo>
                  <a:close/>
                  <a:moveTo>
                    <a:pt x="3151" y="1"/>
                  </a:moveTo>
                  <a:cubicBezTo>
                    <a:pt x="1449" y="1"/>
                    <a:pt x="32" y="1387"/>
                    <a:pt x="32" y="3057"/>
                  </a:cubicBezTo>
                  <a:cubicBezTo>
                    <a:pt x="32" y="3593"/>
                    <a:pt x="158" y="4097"/>
                    <a:pt x="441" y="4569"/>
                  </a:cubicBezTo>
                  <a:lnTo>
                    <a:pt x="32" y="5703"/>
                  </a:lnTo>
                  <a:cubicBezTo>
                    <a:pt x="0" y="5829"/>
                    <a:pt x="32" y="5955"/>
                    <a:pt x="126" y="6081"/>
                  </a:cubicBezTo>
                  <a:cubicBezTo>
                    <a:pt x="172" y="6128"/>
                    <a:pt x="269" y="6157"/>
                    <a:pt x="367" y="6157"/>
                  </a:cubicBezTo>
                  <a:cubicBezTo>
                    <a:pt x="403" y="6157"/>
                    <a:pt x="439" y="6153"/>
                    <a:pt x="473" y="6144"/>
                  </a:cubicBezTo>
                  <a:lnTo>
                    <a:pt x="1607" y="5735"/>
                  </a:lnTo>
                  <a:cubicBezTo>
                    <a:pt x="2080" y="5987"/>
                    <a:pt x="2584" y="6144"/>
                    <a:pt x="3151" y="6144"/>
                  </a:cubicBezTo>
                  <a:cubicBezTo>
                    <a:pt x="4852" y="6144"/>
                    <a:pt x="6270" y="4758"/>
                    <a:pt x="6270" y="3057"/>
                  </a:cubicBezTo>
                  <a:cubicBezTo>
                    <a:pt x="6270" y="1387"/>
                    <a:pt x="4883" y="1"/>
                    <a:pt x="315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263" name="Google Shape;11263;p137"/>
          <p:cNvSpPr/>
          <p:nvPr/>
        </p:nvSpPr>
        <p:spPr>
          <a:xfrm>
            <a:off x="2188967" y="4036858"/>
            <a:ext cx="355498" cy="352617"/>
          </a:xfrm>
          <a:custGeom>
            <a:rect b="b" l="l" r="r" t="t"/>
            <a:pathLst>
              <a:path extrusionOk="0" h="11626" w="11721">
                <a:moveTo>
                  <a:pt x="8570" y="694"/>
                </a:moveTo>
                <a:cubicBezTo>
                  <a:pt x="9106" y="694"/>
                  <a:pt x="9578" y="1166"/>
                  <a:pt x="9578" y="1702"/>
                </a:cubicBezTo>
                <a:cubicBezTo>
                  <a:pt x="9578" y="2269"/>
                  <a:pt x="9106" y="2773"/>
                  <a:pt x="8570" y="2773"/>
                </a:cubicBezTo>
                <a:cubicBezTo>
                  <a:pt x="8003" y="2773"/>
                  <a:pt x="7530" y="2269"/>
                  <a:pt x="7530" y="1702"/>
                </a:cubicBezTo>
                <a:cubicBezTo>
                  <a:pt x="7530" y="1166"/>
                  <a:pt x="8003" y="694"/>
                  <a:pt x="8570" y="694"/>
                </a:cubicBezTo>
                <a:close/>
                <a:moveTo>
                  <a:pt x="8570" y="3403"/>
                </a:moveTo>
                <a:cubicBezTo>
                  <a:pt x="9893" y="3403"/>
                  <a:pt x="10964" y="4474"/>
                  <a:pt x="10964" y="5798"/>
                </a:cubicBezTo>
                <a:lnTo>
                  <a:pt x="10964" y="6144"/>
                </a:lnTo>
                <a:lnTo>
                  <a:pt x="6144" y="6144"/>
                </a:lnTo>
                <a:lnTo>
                  <a:pt x="6144" y="5798"/>
                </a:lnTo>
                <a:cubicBezTo>
                  <a:pt x="6144" y="4443"/>
                  <a:pt x="7215" y="3403"/>
                  <a:pt x="8570" y="3403"/>
                </a:cubicBezTo>
                <a:close/>
                <a:moveTo>
                  <a:pt x="3057" y="5483"/>
                </a:moveTo>
                <a:cubicBezTo>
                  <a:pt x="3592" y="5483"/>
                  <a:pt x="4096" y="5955"/>
                  <a:pt x="4096" y="6491"/>
                </a:cubicBezTo>
                <a:cubicBezTo>
                  <a:pt x="4096" y="7058"/>
                  <a:pt x="3624" y="7530"/>
                  <a:pt x="3057" y="7530"/>
                </a:cubicBezTo>
                <a:cubicBezTo>
                  <a:pt x="2490" y="7530"/>
                  <a:pt x="2017" y="7089"/>
                  <a:pt x="2017" y="6491"/>
                </a:cubicBezTo>
                <a:cubicBezTo>
                  <a:pt x="2017" y="5955"/>
                  <a:pt x="2490" y="5483"/>
                  <a:pt x="3057" y="5483"/>
                </a:cubicBezTo>
                <a:close/>
                <a:moveTo>
                  <a:pt x="10964" y="6869"/>
                </a:moveTo>
                <a:lnTo>
                  <a:pt x="10964" y="7530"/>
                </a:lnTo>
                <a:lnTo>
                  <a:pt x="4411" y="7530"/>
                </a:lnTo>
                <a:cubicBezTo>
                  <a:pt x="4569" y="7341"/>
                  <a:pt x="4695" y="7089"/>
                  <a:pt x="4726" y="6869"/>
                </a:cubicBezTo>
                <a:close/>
                <a:moveTo>
                  <a:pt x="3088" y="8255"/>
                </a:moveTo>
                <a:cubicBezTo>
                  <a:pt x="4411" y="8255"/>
                  <a:pt x="5514" y="9295"/>
                  <a:pt x="5514" y="10649"/>
                </a:cubicBezTo>
                <a:lnTo>
                  <a:pt x="5514" y="10996"/>
                </a:lnTo>
                <a:lnTo>
                  <a:pt x="694" y="10996"/>
                </a:lnTo>
                <a:lnTo>
                  <a:pt x="694" y="10649"/>
                </a:lnTo>
                <a:cubicBezTo>
                  <a:pt x="694" y="9295"/>
                  <a:pt x="1733" y="8255"/>
                  <a:pt x="3088" y="8255"/>
                </a:cubicBezTo>
                <a:close/>
                <a:moveTo>
                  <a:pt x="10933" y="8286"/>
                </a:moveTo>
                <a:lnTo>
                  <a:pt x="10933" y="10996"/>
                </a:lnTo>
                <a:lnTo>
                  <a:pt x="6144" y="10996"/>
                </a:lnTo>
                <a:lnTo>
                  <a:pt x="6144" y="10649"/>
                </a:lnTo>
                <a:cubicBezTo>
                  <a:pt x="6144" y="9830"/>
                  <a:pt x="5829" y="9074"/>
                  <a:pt x="5199" y="8476"/>
                </a:cubicBezTo>
                <a:cubicBezTo>
                  <a:pt x="5136" y="8412"/>
                  <a:pt x="5041" y="8318"/>
                  <a:pt x="4978" y="8286"/>
                </a:cubicBezTo>
                <a:close/>
                <a:moveTo>
                  <a:pt x="8602" y="1"/>
                </a:moveTo>
                <a:cubicBezTo>
                  <a:pt x="7656" y="1"/>
                  <a:pt x="6900" y="757"/>
                  <a:pt x="6900" y="1702"/>
                </a:cubicBezTo>
                <a:cubicBezTo>
                  <a:pt x="6900" y="2175"/>
                  <a:pt x="7058" y="2616"/>
                  <a:pt x="7404" y="2931"/>
                </a:cubicBezTo>
                <a:lnTo>
                  <a:pt x="7467" y="2962"/>
                </a:lnTo>
                <a:cubicBezTo>
                  <a:pt x="6302" y="3435"/>
                  <a:pt x="5514" y="4537"/>
                  <a:pt x="5514" y="5798"/>
                </a:cubicBezTo>
                <a:lnTo>
                  <a:pt x="5514" y="6144"/>
                </a:lnTo>
                <a:lnTo>
                  <a:pt x="4789" y="6144"/>
                </a:lnTo>
                <a:cubicBezTo>
                  <a:pt x="4632" y="5420"/>
                  <a:pt x="3907" y="4789"/>
                  <a:pt x="3088" y="4789"/>
                </a:cubicBezTo>
                <a:cubicBezTo>
                  <a:pt x="2143" y="4789"/>
                  <a:pt x="1387" y="5514"/>
                  <a:pt x="1387" y="6459"/>
                </a:cubicBezTo>
                <a:cubicBezTo>
                  <a:pt x="1387" y="6995"/>
                  <a:pt x="1576" y="7404"/>
                  <a:pt x="1954" y="7719"/>
                </a:cubicBezTo>
                <a:cubicBezTo>
                  <a:pt x="788" y="8192"/>
                  <a:pt x="1" y="9295"/>
                  <a:pt x="1" y="10555"/>
                </a:cubicBezTo>
                <a:lnTo>
                  <a:pt x="1" y="11279"/>
                </a:lnTo>
                <a:cubicBezTo>
                  <a:pt x="1" y="11468"/>
                  <a:pt x="158" y="11626"/>
                  <a:pt x="379" y="11626"/>
                </a:cubicBezTo>
                <a:lnTo>
                  <a:pt x="11342" y="11626"/>
                </a:lnTo>
                <a:cubicBezTo>
                  <a:pt x="11563" y="11626"/>
                  <a:pt x="11721" y="11468"/>
                  <a:pt x="11721" y="11279"/>
                </a:cubicBezTo>
                <a:lnTo>
                  <a:pt x="11721" y="5798"/>
                </a:lnTo>
                <a:cubicBezTo>
                  <a:pt x="11626" y="4537"/>
                  <a:pt x="10838" y="3435"/>
                  <a:pt x="9736" y="2962"/>
                </a:cubicBezTo>
                <a:lnTo>
                  <a:pt x="9767" y="2931"/>
                </a:lnTo>
                <a:cubicBezTo>
                  <a:pt x="10082" y="2616"/>
                  <a:pt x="10303" y="2175"/>
                  <a:pt x="10303" y="1702"/>
                </a:cubicBezTo>
                <a:cubicBezTo>
                  <a:pt x="10303" y="757"/>
                  <a:pt x="9547" y="1"/>
                  <a:pt x="860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264" name="Google Shape;11264;p137"/>
          <p:cNvGrpSpPr/>
          <p:nvPr/>
        </p:nvGrpSpPr>
        <p:grpSpPr>
          <a:xfrm>
            <a:off x="2632987" y="1307366"/>
            <a:ext cx="358349" cy="354285"/>
            <a:chOff x="-34421275" y="1912725"/>
            <a:chExt cx="295375" cy="292025"/>
          </a:xfrm>
        </p:grpSpPr>
        <p:sp>
          <p:nvSpPr>
            <p:cNvPr id="11265" name="Google Shape;11265;p137"/>
            <p:cNvSpPr/>
            <p:nvPr/>
          </p:nvSpPr>
          <p:spPr>
            <a:xfrm>
              <a:off x="-34421275" y="1974375"/>
              <a:ext cx="236300" cy="230375"/>
            </a:xfrm>
            <a:custGeom>
              <a:rect b="b" l="l" r="r" t="t"/>
              <a:pathLst>
                <a:path extrusionOk="0" h="9215" w="9452">
                  <a:moveTo>
                    <a:pt x="2158" y="725"/>
                  </a:moveTo>
                  <a:cubicBezTo>
                    <a:pt x="2245" y="725"/>
                    <a:pt x="2332" y="764"/>
                    <a:pt x="2395" y="843"/>
                  </a:cubicBezTo>
                  <a:lnTo>
                    <a:pt x="3371" y="1851"/>
                  </a:lnTo>
                  <a:cubicBezTo>
                    <a:pt x="3497" y="1946"/>
                    <a:pt x="3497" y="2198"/>
                    <a:pt x="3371" y="2324"/>
                  </a:cubicBezTo>
                  <a:lnTo>
                    <a:pt x="3151" y="2544"/>
                  </a:lnTo>
                  <a:lnTo>
                    <a:pt x="1702" y="1095"/>
                  </a:lnTo>
                  <a:lnTo>
                    <a:pt x="1922" y="843"/>
                  </a:lnTo>
                  <a:cubicBezTo>
                    <a:pt x="1985" y="764"/>
                    <a:pt x="2072" y="725"/>
                    <a:pt x="2158" y="725"/>
                  </a:cubicBezTo>
                  <a:close/>
                  <a:moveTo>
                    <a:pt x="7345" y="5884"/>
                  </a:moveTo>
                  <a:cubicBezTo>
                    <a:pt x="7428" y="5884"/>
                    <a:pt x="7514" y="5915"/>
                    <a:pt x="7593" y="5978"/>
                  </a:cubicBezTo>
                  <a:lnTo>
                    <a:pt x="8570" y="6955"/>
                  </a:lnTo>
                  <a:cubicBezTo>
                    <a:pt x="8696" y="7081"/>
                    <a:pt x="8696" y="7301"/>
                    <a:pt x="8570" y="7428"/>
                  </a:cubicBezTo>
                  <a:lnTo>
                    <a:pt x="8349" y="7648"/>
                  </a:lnTo>
                  <a:lnTo>
                    <a:pt x="6900" y="6199"/>
                  </a:lnTo>
                  <a:lnTo>
                    <a:pt x="7120" y="5978"/>
                  </a:lnTo>
                  <a:cubicBezTo>
                    <a:pt x="7183" y="5915"/>
                    <a:pt x="7262" y="5884"/>
                    <a:pt x="7345" y="5884"/>
                  </a:cubicBezTo>
                  <a:close/>
                  <a:moveTo>
                    <a:pt x="1166" y="1568"/>
                  </a:moveTo>
                  <a:lnTo>
                    <a:pt x="2678" y="3048"/>
                  </a:lnTo>
                  <a:cubicBezTo>
                    <a:pt x="2521" y="3426"/>
                    <a:pt x="2584" y="3867"/>
                    <a:pt x="2867" y="4214"/>
                  </a:cubicBezTo>
                  <a:lnTo>
                    <a:pt x="5104" y="6451"/>
                  </a:lnTo>
                  <a:cubicBezTo>
                    <a:pt x="5301" y="6648"/>
                    <a:pt x="5559" y="6746"/>
                    <a:pt x="5826" y="6746"/>
                  </a:cubicBezTo>
                  <a:cubicBezTo>
                    <a:pt x="5985" y="6746"/>
                    <a:pt x="6148" y="6711"/>
                    <a:pt x="6301" y="6640"/>
                  </a:cubicBezTo>
                  <a:lnTo>
                    <a:pt x="7782" y="8152"/>
                  </a:lnTo>
                  <a:lnTo>
                    <a:pt x="7719" y="8215"/>
                  </a:lnTo>
                  <a:cubicBezTo>
                    <a:pt x="7522" y="8412"/>
                    <a:pt x="7264" y="8510"/>
                    <a:pt x="6997" y="8510"/>
                  </a:cubicBezTo>
                  <a:cubicBezTo>
                    <a:pt x="6838" y="8510"/>
                    <a:pt x="6675" y="8475"/>
                    <a:pt x="6522" y="8404"/>
                  </a:cubicBezTo>
                  <a:cubicBezTo>
                    <a:pt x="4348" y="7301"/>
                    <a:pt x="1891" y="4876"/>
                    <a:pt x="851" y="2796"/>
                  </a:cubicBezTo>
                  <a:cubicBezTo>
                    <a:pt x="693" y="2418"/>
                    <a:pt x="788" y="1946"/>
                    <a:pt x="1103" y="1631"/>
                  </a:cubicBezTo>
                  <a:lnTo>
                    <a:pt x="1166" y="1568"/>
                  </a:lnTo>
                  <a:close/>
                  <a:moveTo>
                    <a:pt x="2190" y="0"/>
                  </a:moveTo>
                  <a:cubicBezTo>
                    <a:pt x="1922" y="0"/>
                    <a:pt x="1654" y="103"/>
                    <a:pt x="1449" y="307"/>
                  </a:cubicBezTo>
                  <a:lnTo>
                    <a:pt x="662" y="1095"/>
                  </a:lnTo>
                  <a:cubicBezTo>
                    <a:pt x="158" y="1599"/>
                    <a:pt x="0" y="2387"/>
                    <a:pt x="315" y="3017"/>
                  </a:cubicBezTo>
                  <a:cubicBezTo>
                    <a:pt x="1386" y="5348"/>
                    <a:pt x="3907" y="7869"/>
                    <a:pt x="6270" y="9034"/>
                  </a:cubicBezTo>
                  <a:cubicBezTo>
                    <a:pt x="6521" y="9154"/>
                    <a:pt x="6789" y="9214"/>
                    <a:pt x="7054" y="9214"/>
                  </a:cubicBezTo>
                  <a:cubicBezTo>
                    <a:pt x="7488" y="9214"/>
                    <a:pt x="7910" y="9052"/>
                    <a:pt x="8223" y="8719"/>
                  </a:cubicBezTo>
                  <a:lnTo>
                    <a:pt x="9042" y="7900"/>
                  </a:lnTo>
                  <a:cubicBezTo>
                    <a:pt x="9452" y="7522"/>
                    <a:pt x="9452" y="6829"/>
                    <a:pt x="9042" y="6451"/>
                  </a:cubicBezTo>
                  <a:lnTo>
                    <a:pt x="8066" y="5474"/>
                  </a:lnTo>
                  <a:cubicBezTo>
                    <a:pt x="7876" y="5269"/>
                    <a:pt x="7609" y="5167"/>
                    <a:pt x="7341" y="5167"/>
                  </a:cubicBezTo>
                  <a:cubicBezTo>
                    <a:pt x="7073" y="5167"/>
                    <a:pt x="6805" y="5269"/>
                    <a:pt x="6616" y="5474"/>
                  </a:cubicBezTo>
                  <a:lnTo>
                    <a:pt x="6144" y="5947"/>
                  </a:lnTo>
                  <a:cubicBezTo>
                    <a:pt x="6081" y="5994"/>
                    <a:pt x="5994" y="6018"/>
                    <a:pt x="5907" y="6018"/>
                  </a:cubicBezTo>
                  <a:cubicBezTo>
                    <a:pt x="5821" y="6018"/>
                    <a:pt x="5734" y="5994"/>
                    <a:pt x="5671" y="5947"/>
                  </a:cubicBezTo>
                  <a:lnTo>
                    <a:pt x="3434" y="3678"/>
                  </a:lnTo>
                  <a:cubicBezTo>
                    <a:pt x="3308" y="3584"/>
                    <a:pt x="3308" y="3332"/>
                    <a:pt x="3434" y="3206"/>
                  </a:cubicBezTo>
                  <a:lnTo>
                    <a:pt x="3907" y="2733"/>
                  </a:lnTo>
                  <a:cubicBezTo>
                    <a:pt x="4285" y="2355"/>
                    <a:pt x="4285" y="1694"/>
                    <a:pt x="3907" y="1284"/>
                  </a:cubicBezTo>
                  <a:lnTo>
                    <a:pt x="2930" y="307"/>
                  </a:lnTo>
                  <a:cubicBezTo>
                    <a:pt x="2725" y="103"/>
                    <a:pt x="2458" y="0"/>
                    <a:pt x="219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6" name="Google Shape;11266;p137"/>
            <p:cNvSpPr/>
            <p:nvPr/>
          </p:nvSpPr>
          <p:spPr>
            <a:xfrm>
              <a:off x="-34288175" y="1912725"/>
              <a:ext cx="162275" cy="163075"/>
            </a:xfrm>
            <a:custGeom>
              <a:rect b="b" l="l" r="r" t="t"/>
              <a:pathLst>
                <a:path extrusionOk="0" h="6523" w="6491">
                  <a:moveTo>
                    <a:pt x="5766" y="726"/>
                  </a:moveTo>
                  <a:lnTo>
                    <a:pt x="5766" y="2458"/>
                  </a:lnTo>
                  <a:lnTo>
                    <a:pt x="5388" y="2049"/>
                  </a:lnTo>
                  <a:cubicBezTo>
                    <a:pt x="5325" y="2002"/>
                    <a:pt x="5238" y="1978"/>
                    <a:pt x="5152" y="1978"/>
                  </a:cubicBezTo>
                  <a:cubicBezTo>
                    <a:pt x="5065" y="1978"/>
                    <a:pt x="4978" y="2002"/>
                    <a:pt x="4915" y="2049"/>
                  </a:cubicBezTo>
                  <a:lnTo>
                    <a:pt x="1985" y="4979"/>
                  </a:lnTo>
                  <a:cubicBezTo>
                    <a:pt x="1922" y="5042"/>
                    <a:pt x="1891" y="5136"/>
                    <a:pt x="1891" y="5199"/>
                  </a:cubicBezTo>
                  <a:cubicBezTo>
                    <a:pt x="1891" y="5294"/>
                    <a:pt x="1922" y="5420"/>
                    <a:pt x="1985" y="5451"/>
                  </a:cubicBezTo>
                  <a:lnTo>
                    <a:pt x="2395" y="5829"/>
                  </a:lnTo>
                  <a:lnTo>
                    <a:pt x="662" y="5829"/>
                  </a:lnTo>
                  <a:lnTo>
                    <a:pt x="662" y="4097"/>
                  </a:lnTo>
                  <a:lnTo>
                    <a:pt x="1040" y="4506"/>
                  </a:lnTo>
                  <a:cubicBezTo>
                    <a:pt x="1103" y="4553"/>
                    <a:pt x="1198" y="4577"/>
                    <a:pt x="1288" y="4577"/>
                  </a:cubicBezTo>
                  <a:cubicBezTo>
                    <a:pt x="1379" y="4577"/>
                    <a:pt x="1466" y="4553"/>
                    <a:pt x="1513" y="4506"/>
                  </a:cubicBezTo>
                  <a:lnTo>
                    <a:pt x="4443" y="1576"/>
                  </a:lnTo>
                  <a:cubicBezTo>
                    <a:pt x="4506" y="1513"/>
                    <a:pt x="4569" y="1419"/>
                    <a:pt x="4569" y="1356"/>
                  </a:cubicBezTo>
                  <a:cubicBezTo>
                    <a:pt x="4569" y="1261"/>
                    <a:pt x="4537" y="1135"/>
                    <a:pt x="4443" y="1104"/>
                  </a:cubicBezTo>
                  <a:lnTo>
                    <a:pt x="4033" y="726"/>
                  </a:lnTo>
                  <a:close/>
                  <a:moveTo>
                    <a:pt x="3214" y="1"/>
                  </a:moveTo>
                  <a:cubicBezTo>
                    <a:pt x="3057" y="1"/>
                    <a:pt x="2931" y="96"/>
                    <a:pt x="2899" y="222"/>
                  </a:cubicBezTo>
                  <a:cubicBezTo>
                    <a:pt x="2868" y="316"/>
                    <a:pt x="2868" y="474"/>
                    <a:pt x="2994" y="568"/>
                  </a:cubicBezTo>
                  <a:lnTo>
                    <a:pt x="3687" y="1261"/>
                  </a:lnTo>
                  <a:lnTo>
                    <a:pt x="1261" y="3719"/>
                  </a:lnTo>
                  <a:lnTo>
                    <a:pt x="536" y="2994"/>
                  </a:lnTo>
                  <a:cubicBezTo>
                    <a:pt x="490" y="2948"/>
                    <a:pt x="393" y="2919"/>
                    <a:pt x="295" y="2919"/>
                  </a:cubicBezTo>
                  <a:cubicBezTo>
                    <a:pt x="259" y="2919"/>
                    <a:pt x="223" y="2922"/>
                    <a:pt x="190" y="2931"/>
                  </a:cubicBezTo>
                  <a:cubicBezTo>
                    <a:pt x="64" y="2962"/>
                    <a:pt x="1" y="3120"/>
                    <a:pt x="1" y="3246"/>
                  </a:cubicBezTo>
                  <a:lnTo>
                    <a:pt x="1" y="6144"/>
                  </a:lnTo>
                  <a:cubicBezTo>
                    <a:pt x="1" y="6365"/>
                    <a:pt x="158" y="6522"/>
                    <a:pt x="347" y="6522"/>
                  </a:cubicBezTo>
                  <a:lnTo>
                    <a:pt x="3246" y="6522"/>
                  </a:lnTo>
                  <a:cubicBezTo>
                    <a:pt x="3403" y="6522"/>
                    <a:pt x="3529" y="6428"/>
                    <a:pt x="3561" y="6302"/>
                  </a:cubicBezTo>
                  <a:cubicBezTo>
                    <a:pt x="3624" y="6207"/>
                    <a:pt x="3624" y="6050"/>
                    <a:pt x="3498" y="5955"/>
                  </a:cubicBezTo>
                  <a:lnTo>
                    <a:pt x="2773" y="5262"/>
                  </a:lnTo>
                  <a:lnTo>
                    <a:pt x="5230" y="2805"/>
                  </a:lnTo>
                  <a:lnTo>
                    <a:pt x="5924" y="3530"/>
                  </a:lnTo>
                  <a:cubicBezTo>
                    <a:pt x="5993" y="3576"/>
                    <a:pt x="6096" y="3605"/>
                    <a:pt x="6195" y="3605"/>
                  </a:cubicBezTo>
                  <a:cubicBezTo>
                    <a:pt x="6232" y="3605"/>
                    <a:pt x="6268" y="3601"/>
                    <a:pt x="6302" y="3593"/>
                  </a:cubicBezTo>
                  <a:cubicBezTo>
                    <a:pt x="6396" y="3561"/>
                    <a:pt x="6491" y="3404"/>
                    <a:pt x="6491" y="3277"/>
                  </a:cubicBezTo>
                  <a:lnTo>
                    <a:pt x="6491" y="379"/>
                  </a:lnTo>
                  <a:cubicBezTo>
                    <a:pt x="6459" y="159"/>
                    <a:pt x="6333" y="1"/>
                    <a:pt x="614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67" name="Google Shape;11267;p137"/>
          <p:cNvGrpSpPr/>
          <p:nvPr/>
        </p:nvGrpSpPr>
        <p:grpSpPr>
          <a:xfrm>
            <a:off x="2632032" y="1765280"/>
            <a:ext cx="360260" cy="355498"/>
            <a:chOff x="-34418125" y="2271100"/>
            <a:chExt cx="296950" cy="293025"/>
          </a:xfrm>
        </p:grpSpPr>
        <p:sp>
          <p:nvSpPr>
            <p:cNvPr id="11268" name="Google Shape;11268;p137"/>
            <p:cNvSpPr/>
            <p:nvPr/>
          </p:nvSpPr>
          <p:spPr>
            <a:xfrm>
              <a:off x="-34418125" y="2271100"/>
              <a:ext cx="296950" cy="293025"/>
            </a:xfrm>
            <a:custGeom>
              <a:rect b="b" l="l" r="r" t="t"/>
              <a:pathLst>
                <a:path extrusionOk="0" h="11721" w="11878">
                  <a:moveTo>
                    <a:pt x="6207" y="1229"/>
                  </a:moveTo>
                  <a:lnTo>
                    <a:pt x="7089" y="2080"/>
                  </a:lnTo>
                  <a:lnTo>
                    <a:pt x="6207" y="2080"/>
                  </a:lnTo>
                  <a:lnTo>
                    <a:pt x="6207" y="1229"/>
                  </a:lnTo>
                  <a:close/>
                  <a:moveTo>
                    <a:pt x="7561" y="9074"/>
                  </a:moveTo>
                  <a:lnTo>
                    <a:pt x="7561" y="10366"/>
                  </a:lnTo>
                  <a:lnTo>
                    <a:pt x="6238" y="10366"/>
                  </a:lnTo>
                  <a:lnTo>
                    <a:pt x="7561" y="9074"/>
                  </a:lnTo>
                  <a:close/>
                  <a:moveTo>
                    <a:pt x="5514" y="725"/>
                  </a:moveTo>
                  <a:lnTo>
                    <a:pt x="5514" y="2427"/>
                  </a:lnTo>
                  <a:cubicBezTo>
                    <a:pt x="5514" y="2616"/>
                    <a:pt x="5671" y="2773"/>
                    <a:pt x="5860" y="2773"/>
                  </a:cubicBezTo>
                  <a:lnTo>
                    <a:pt x="7561" y="2773"/>
                  </a:lnTo>
                  <a:lnTo>
                    <a:pt x="7561" y="4222"/>
                  </a:lnTo>
                  <a:cubicBezTo>
                    <a:pt x="6837" y="4947"/>
                    <a:pt x="6742" y="5924"/>
                    <a:pt x="6994" y="6711"/>
                  </a:cubicBezTo>
                  <a:lnTo>
                    <a:pt x="4726" y="8980"/>
                  </a:lnTo>
                  <a:lnTo>
                    <a:pt x="1670" y="8980"/>
                  </a:lnTo>
                  <a:cubicBezTo>
                    <a:pt x="1481" y="8980"/>
                    <a:pt x="1323" y="9137"/>
                    <a:pt x="1323" y="9358"/>
                  </a:cubicBezTo>
                  <a:cubicBezTo>
                    <a:pt x="1323" y="9547"/>
                    <a:pt x="1481" y="9704"/>
                    <a:pt x="1670" y="9704"/>
                  </a:cubicBezTo>
                  <a:lnTo>
                    <a:pt x="4033" y="9704"/>
                  </a:lnTo>
                  <a:lnTo>
                    <a:pt x="3718" y="10019"/>
                  </a:lnTo>
                  <a:cubicBezTo>
                    <a:pt x="3623" y="10145"/>
                    <a:pt x="3529" y="10240"/>
                    <a:pt x="3497" y="10397"/>
                  </a:cubicBezTo>
                  <a:lnTo>
                    <a:pt x="662" y="10397"/>
                  </a:lnTo>
                  <a:lnTo>
                    <a:pt x="662" y="725"/>
                  </a:lnTo>
                  <a:close/>
                  <a:moveTo>
                    <a:pt x="9295" y="4211"/>
                  </a:moveTo>
                  <a:cubicBezTo>
                    <a:pt x="9367" y="4211"/>
                    <a:pt x="9441" y="4215"/>
                    <a:pt x="9515" y="4222"/>
                  </a:cubicBezTo>
                  <a:lnTo>
                    <a:pt x="9042" y="4695"/>
                  </a:lnTo>
                  <a:cubicBezTo>
                    <a:pt x="8664" y="5073"/>
                    <a:pt x="8664" y="5766"/>
                    <a:pt x="9042" y="6144"/>
                  </a:cubicBezTo>
                  <a:cubicBezTo>
                    <a:pt x="9247" y="6349"/>
                    <a:pt x="9515" y="6451"/>
                    <a:pt x="9779" y="6451"/>
                  </a:cubicBezTo>
                  <a:cubicBezTo>
                    <a:pt x="10042" y="6451"/>
                    <a:pt x="10302" y="6349"/>
                    <a:pt x="10491" y="6144"/>
                  </a:cubicBezTo>
                  <a:lnTo>
                    <a:pt x="10964" y="5672"/>
                  </a:lnTo>
                  <a:lnTo>
                    <a:pt x="10964" y="5672"/>
                  </a:lnTo>
                  <a:cubicBezTo>
                    <a:pt x="11058" y="6239"/>
                    <a:pt x="10869" y="6743"/>
                    <a:pt x="10491" y="7089"/>
                  </a:cubicBezTo>
                  <a:cubicBezTo>
                    <a:pt x="10183" y="7418"/>
                    <a:pt x="9741" y="7626"/>
                    <a:pt x="9278" y="7626"/>
                  </a:cubicBezTo>
                  <a:cubicBezTo>
                    <a:pt x="9031" y="7626"/>
                    <a:pt x="8779" y="7567"/>
                    <a:pt x="8538" y="7436"/>
                  </a:cubicBezTo>
                  <a:cubicBezTo>
                    <a:pt x="8496" y="7415"/>
                    <a:pt x="8451" y="7404"/>
                    <a:pt x="8404" y="7404"/>
                  </a:cubicBezTo>
                  <a:cubicBezTo>
                    <a:pt x="8311" y="7404"/>
                    <a:pt x="8213" y="7446"/>
                    <a:pt x="8129" y="7530"/>
                  </a:cubicBezTo>
                  <a:lnTo>
                    <a:pt x="4726" y="10964"/>
                  </a:lnTo>
                  <a:cubicBezTo>
                    <a:pt x="4663" y="11012"/>
                    <a:pt x="4568" y="11035"/>
                    <a:pt x="4478" y="11035"/>
                  </a:cubicBezTo>
                  <a:cubicBezTo>
                    <a:pt x="4387" y="11035"/>
                    <a:pt x="4301" y="11012"/>
                    <a:pt x="4253" y="10964"/>
                  </a:cubicBezTo>
                  <a:cubicBezTo>
                    <a:pt x="4127" y="10838"/>
                    <a:pt x="4127" y="10586"/>
                    <a:pt x="4253" y="10492"/>
                  </a:cubicBezTo>
                  <a:lnTo>
                    <a:pt x="7656" y="7058"/>
                  </a:lnTo>
                  <a:cubicBezTo>
                    <a:pt x="7782" y="6932"/>
                    <a:pt x="7782" y="6774"/>
                    <a:pt x="7750" y="6648"/>
                  </a:cubicBezTo>
                  <a:cubicBezTo>
                    <a:pt x="7467" y="6113"/>
                    <a:pt x="7498" y="5356"/>
                    <a:pt x="7971" y="4821"/>
                  </a:cubicBezTo>
                  <a:cubicBezTo>
                    <a:pt x="8330" y="4407"/>
                    <a:pt x="8785" y="4211"/>
                    <a:pt x="9295" y="4211"/>
                  </a:cubicBezTo>
                  <a:close/>
                  <a:moveTo>
                    <a:pt x="378" y="1"/>
                  </a:moveTo>
                  <a:cubicBezTo>
                    <a:pt x="189" y="1"/>
                    <a:pt x="32" y="158"/>
                    <a:pt x="32" y="347"/>
                  </a:cubicBezTo>
                  <a:lnTo>
                    <a:pt x="32" y="10681"/>
                  </a:lnTo>
                  <a:cubicBezTo>
                    <a:pt x="0" y="10870"/>
                    <a:pt x="158" y="11027"/>
                    <a:pt x="347" y="11027"/>
                  </a:cubicBezTo>
                  <a:lnTo>
                    <a:pt x="3529" y="11027"/>
                  </a:lnTo>
                  <a:cubicBezTo>
                    <a:pt x="3560" y="11185"/>
                    <a:pt x="3655" y="11311"/>
                    <a:pt x="3781" y="11437"/>
                  </a:cubicBezTo>
                  <a:cubicBezTo>
                    <a:pt x="3970" y="11626"/>
                    <a:pt x="4230" y="11720"/>
                    <a:pt x="4494" y="11720"/>
                  </a:cubicBezTo>
                  <a:cubicBezTo>
                    <a:pt x="4758" y="11720"/>
                    <a:pt x="5025" y="11626"/>
                    <a:pt x="5230" y="11437"/>
                  </a:cubicBezTo>
                  <a:lnTo>
                    <a:pt x="5608" y="11027"/>
                  </a:lnTo>
                  <a:lnTo>
                    <a:pt x="7940" y="11027"/>
                  </a:lnTo>
                  <a:cubicBezTo>
                    <a:pt x="8129" y="11027"/>
                    <a:pt x="8286" y="10870"/>
                    <a:pt x="8286" y="10681"/>
                  </a:cubicBezTo>
                  <a:lnTo>
                    <a:pt x="8286" y="8349"/>
                  </a:lnTo>
                  <a:lnTo>
                    <a:pt x="8538" y="8129"/>
                  </a:lnTo>
                  <a:cubicBezTo>
                    <a:pt x="8792" y="8220"/>
                    <a:pt x="9065" y="8269"/>
                    <a:pt x="9344" y="8269"/>
                  </a:cubicBezTo>
                  <a:cubicBezTo>
                    <a:pt x="9929" y="8269"/>
                    <a:pt x="10536" y="8053"/>
                    <a:pt x="11027" y="7562"/>
                  </a:cubicBezTo>
                  <a:cubicBezTo>
                    <a:pt x="11752" y="6806"/>
                    <a:pt x="11878" y="5735"/>
                    <a:pt x="11500" y="4852"/>
                  </a:cubicBezTo>
                  <a:cubicBezTo>
                    <a:pt x="11437" y="4726"/>
                    <a:pt x="11342" y="4695"/>
                    <a:pt x="11248" y="4663"/>
                  </a:cubicBezTo>
                  <a:cubicBezTo>
                    <a:pt x="11122" y="4663"/>
                    <a:pt x="11027" y="4663"/>
                    <a:pt x="10932" y="4726"/>
                  </a:cubicBezTo>
                  <a:lnTo>
                    <a:pt x="10082" y="5609"/>
                  </a:lnTo>
                  <a:cubicBezTo>
                    <a:pt x="10019" y="5656"/>
                    <a:pt x="9924" y="5679"/>
                    <a:pt x="9834" y="5679"/>
                  </a:cubicBezTo>
                  <a:cubicBezTo>
                    <a:pt x="9743" y="5679"/>
                    <a:pt x="9657" y="5656"/>
                    <a:pt x="9609" y="5609"/>
                  </a:cubicBezTo>
                  <a:cubicBezTo>
                    <a:pt x="9483" y="5483"/>
                    <a:pt x="9483" y="5230"/>
                    <a:pt x="9609" y="5136"/>
                  </a:cubicBezTo>
                  <a:lnTo>
                    <a:pt x="10460" y="4254"/>
                  </a:lnTo>
                  <a:cubicBezTo>
                    <a:pt x="10554" y="4191"/>
                    <a:pt x="10586" y="4065"/>
                    <a:pt x="10554" y="3939"/>
                  </a:cubicBezTo>
                  <a:cubicBezTo>
                    <a:pt x="10554" y="3813"/>
                    <a:pt x="10460" y="3750"/>
                    <a:pt x="10334" y="3718"/>
                  </a:cubicBezTo>
                  <a:cubicBezTo>
                    <a:pt x="10003" y="3561"/>
                    <a:pt x="9649" y="3482"/>
                    <a:pt x="9298" y="3482"/>
                  </a:cubicBezTo>
                  <a:cubicBezTo>
                    <a:pt x="8948" y="3482"/>
                    <a:pt x="8601" y="3561"/>
                    <a:pt x="8286" y="3718"/>
                  </a:cubicBezTo>
                  <a:lnTo>
                    <a:pt x="8286" y="2395"/>
                  </a:lnTo>
                  <a:cubicBezTo>
                    <a:pt x="8286" y="2332"/>
                    <a:pt x="8255" y="2206"/>
                    <a:pt x="8192" y="2175"/>
                  </a:cubicBezTo>
                  <a:lnTo>
                    <a:pt x="6144" y="127"/>
                  </a:lnTo>
                  <a:cubicBezTo>
                    <a:pt x="6049" y="64"/>
                    <a:pt x="5986" y="1"/>
                    <a:pt x="589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9" name="Google Shape;11269;p137"/>
            <p:cNvSpPr/>
            <p:nvPr/>
          </p:nvSpPr>
          <p:spPr>
            <a:xfrm>
              <a:off x="-34331500" y="2305750"/>
              <a:ext cx="17350" cy="18150"/>
            </a:xfrm>
            <a:custGeom>
              <a:rect b="b" l="l" r="r" t="t"/>
              <a:pathLst>
                <a:path extrusionOk="0" h="726" w="694">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0" name="Google Shape;11270;p137"/>
            <p:cNvSpPr/>
            <p:nvPr/>
          </p:nvSpPr>
          <p:spPr>
            <a:xfrm>
              <a:off x="-34331500" y="2341200"/>
              <a:ext cx="17350" cy="69350"/>
            </a:xfrm>
            <a:custGeom>
              <a:rect b="b" l="l" r="r" t="t"/>
              <a:pathLst>
                <a:path extrusionOk="0" h="2774" w="694">
                  <a:moveTo>
                    <a:pt x="347" y="1"/>
                  </a:moveTo>
                  <a:cubicBezTo>
                    <a:pt x="158" y="1"/>
                    <a:pt x="1" y="158"/>
                    <a:pt x="1" y="347"/>
                  </a:cubicBezTo>
                  <a:lnTo>
                    <a:pt x="1" y="2395"/>
                  </a:lnTo>
                  <a:cubicBezTo>
                    <a:pt x="1" y="2584"/>
                    <a:pt x="158" y="2773"/>
                    <a:pt x="347" y="2773"/>
                  </a:cubicBezTo>
                  <a:cubicBezTo>
                    <a:pt x="536" y="2773"/>
                    <a:pt x="694" y="2584"/>
                    <a:pt x="694" y="2395"/>
                  </a:cubicBezTo>
                  <a:lnTo>
                    <a:pt x="694" y="347"/>
                  </a:ln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1" name="Google Shape;11271;p137"/>
            <p:cNvSpPr/>
            <p:nvPr/>
          </p:nvSpPr>
          <p:spPr>
            <a:xfrm>
              <a:off x="-34384275" y="2427050"/>
              <a:ext cx="121325" cy="17350"/>
            </a:xfrm>
            <a:custGeom>
              <a:rect b="b" l="l" r="r" t="t"/>
              <a:pathLst>
                <a:path extrusionOk="0" h="694" w="4853">
                  <a:moveTo>
                    <a:pt x="379" y="1"/>
                  </a:moveTo>
                  <a:cubicBezTo>
                    <a:pt x="158" y="1"/>
                    <a:pt x="1" y="158"/>
                    <a:pt x="1" y="347"/>
                  </a:cubicBezTo>
                  <a:cubicBezTo>
                    <a:pt x="1" y="536"/>
                    <a:pt x="158" y="694"/>
                    <a:pt x="379" y="694"/>
                  </a:cubicBezTo>
                  <a:lnTo>
                    <a:pt x="4506" y="694"/>
                  </a:lnTo>
                  <a:cubicBezTo>
                    <a:pt x="4695" y="694"/>
                    <a:pt x="4853" y="536"/>
                    <a:pt x="4853" y="347"/>
                  </a:cubicBezTo>
                  <a:cubicBezTo>
                    <a:pt x="4853" y="158"/>
                    <a:pt x="4695" y="1"/>
                    <a:pt x="450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2" name="Google Shape;11272;p137"/>
            <p:cNvSpPr/>
            <p:nvPr/>
          </p:nvSpPr>
          <p:spPr>
            <a:xfrm>
              <a:off x="-34384275" y="2460125"/>
              <a:ext cx="88250" cy="18150"/>
            </a:xfrm>
            <a:custGeom>
              <a:rect b="b" l="l" r="r" t="t"/>
              <a:pathLst>
                <a:path extrusionOk="0" h="726" w="3530">
                  <a:moveTo>
                    <a:pt x="379" y="1"/>
                  </a:moveTo>
                  <a:cubicBezTo>
                    <a:pt x="158" y="1"/>
                    <a:pt x="1" y="158"/>
                    <a:pt x="1" y="379"/>
                  </a:cubicBezTo>
                  <a:cubicBezTo>
                    <a:pt x="1" y="599"/>
                    <a:pt x="158" y="725"/>
                    <a:pt x="379" y="725"/>
                  </a:cubicBezTo>
                  <a:lnTo>
                    <a:pt x="3151" y="725"/>
                  </a:lnTo>
                  <a:cubicBezTo>
                    <a:pt x="3372" y="725"/>
                    <a:pt x="3530" y="568"/>
                    <a:pt x="3530" y="379"/>
                  </a:cubicBezTo>
                  <a:cubicBezTo>
                    <a:pt x="3530" y="158"/>
                    <a:pt x="3372" y="1"/>
                    <a:pt x="315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73" name="Google Shape;11273;p137"/>
          <p:cNvGrpSpPr/>
          <p:nvPr/>
        </p:nvGrpSpPr>
        <p:grpSpPr>
          <a:xfrm>
            <a:off x="2632987" y="2221307"/>
            <a:ext cx="358349" cy="353587"/>
            <a:chOff x="-34421275" y="2631050"/>
            <a:chExt cx="295375" cy="291450"/>
          </a:xfrm>
        </p:grpSpPr>
        <p:sp>
          <p:nvSpPr>
            <p:cNvPr id="11274" name="Google Shape;11274;p137"/>
            <p:cNvSpPr/>
            <p:nvPr/>
          </p:nvSpPr>
          <p:spPr>
            <a:xfrm>
              <a:off x="-34421275" y="2639125"/>
              <a:ext cx="288275" cy="283375"/>
            </a:xfrm>
            <a:custGeom>
              <a:rect b="b" l="l" r="r" t="t"/>
              <a:pathLst>
                <a:path extrusionOk="0" h="11335" w="11531">
                  <a:moveTo>
                    <a:pt x="5592" y="717"/>
                  </a:moveTo>
                  <a:cubicBezTo>
                    <a:pt x="5679" y="717"/>
                    <a:pt x="5766" y="749"/>
                    <a:pt x="5829" y="812"/>
                  </a:cubicBezTo>
                  <a:lnTo>
                    <a:pt x="10680" y="5663"/>
                  </a:lnTo>
                  <a:cubicBezTo>
                    <a:pt x="10775" y="5758"/>
                    <a:pt x="10775" y="6010"/>
                    <a:pt x="10680" y="6136"/>
                  </a:cubicBezTo>
                  <a:cubicBezTo>
                    <a:pt x="10617" y="6183"/>
                    <a:pt x="10523" y="6207"/>
                    <a:pt x="10432" y="6207"/>
                  </a:cubicBezTo>
                  <a:cubicBezTo>
                    <a:pt x="10342" y="6207"/>
                    <a:pt x="10255" y="6183"/>
                    <a:pt x="10208" y="6136"/>
                  </a:cubicBezTo>
                  <a:lnTo>
                    <a:pt x="5356" y="1284"/>
                  </a:lnTo>
                  <a:cubicBezTo>
                    <a:pt x="5230" y="1158"/>
                    <a:pt x="5230" y="938"/>
                    <a:pt x="5356" y="812"/>
                  </a:cubicBezTo>
                  <a:cubicBezTo>
                    <a:pt x="5419" y="749"/>
                    <a:pt x="5506" y="717"/>
                    <a:pt x="5592" y="717"/>
                  </a:cubicBezTo>
                  <a:close/>
                  <a:moveTo>
                    <a:pt x="8444" y="7239"/>
                  </a:moveTo>
                  <a:lnTo>
                    <a:pt x="8538" y="7396"/>
                  </a:lnTo>
                  <a:cubicBezTo>
                    <a:pt x="8696" y="7554"/>
                    <a:pt x="8664" y="7806"/>
                    <a:pt x="8475" y="7932"/>
                  </a:cubicBezTo>
                  <a:lnTo>
                    <a:pt x="5923" y="9223"/>
                  </a:lnTo>
                  <a:cubicBezTo>
                    <a:pt x="5873" y="9261"/>
                    <a:pt x="5819" y="9278"/>
                    <a:pt x="5763" y="9278"/>
                  </a:cubicBezTo>
                  <a:cubicBezTo>
                    <a:pt x="5678" y="9278"/>
                    <a:pt x="5590" y="9237"/>
                    <a:pt x="5514" y="9160"/>
                  </a:cubicBezTo>
                  <a:lnTo>
                    <a:pt x="5230" y="8877"/>
                  </a:lnTo>
                  <a:cubicBezTo>
                    <a:pt x="6301" y="8089"/>
                    <a:pt x="7341" y="7617"/>
                    <a:pt x="8444" y="7239"/>
                  </a:cubicBezTo>
                  <a:close/>
                  <a:moveTo>
                    <a:pt x="5230" y="2198"/>
                  </a:moveTo>
                  <a:lnTo>
                    <a:pt x="9294" y="6230"/>
                  </a:lnTo>
                  <a:cubicBezTo>
                    <a:pt x="7908" y="6703"/>
                    <a:pt x="5797" y="7270"/>
                    <a:pt x="3560" y="9381"/>
                  </a:cubicBezTo>
                  <a:lnTo>
                    <a:pt x="2080" y="7932"/>
                  </a:lnTo>
                  <a:cubicBezTo>
                    <a:pt x="3340" y="6608"/>
                    <a:pt x="4285" y="5033"/>
                    <a:pt x="4852" y="3395"/>
                  </a:cubicBezTo>
                  <a:lnTo>
                    <a:pt x="5230" y="2198"/>
                  </a:lnTo>
                  <a:close/>
                  <a:moveTo>
                    <a:pt x="1138" y="8089"/>
                  </a:moveTo>
                  <a:cubicBezTo>
                    <a:pt x="1229" y="8089"/>
                    <a:pt x="1323" y="8121"/>
                    <a:pt x="1386" y="8184"/>
                  </a:cubicBezTo>
                  <a:lnTo>
                    <a:pt x="3308" y="10105"/>
                  </a:lnTo>
                  <a:cubicBezTo>
                    <a:pt x="3434" y="10231"/>
                    <a:pt x="3434" y="10452"/>
                    <a:pt x="3308" y="10578"/>
                  </a:cubicBezTo>
                  <a:cubicBezTo>
                    <a:pt x="3245" y="10641"/>
                    <a:pt x="3159" y="10673"/>
                    <a:pt x="3072" y="10673"/>
                  </a:cubicBezTo>
                  <a:cubicBezTo>
                    <a:pt x="2985" y="10673"/>
                    <a:pt x="2899" y="10641"/>
                    <a:pt x="2836" y="10578"/>
                  </a:cubicBezTo>
                  <a:lnTo>
                    <a:pt x="914" y="8656"/>
                  </a:lnTo>
                  <a:cubicBezTo>
                    <a:pt x="788" y="8530"/>
                    <a:pt x="788" y="8278"/>
                    <a:pt x="914" y="8184"/>
                  </a:cubicBezTo>
                  <a:cubicBezTo>
                    <a:pt x="961" y="8121"/>
                    <a:pt x="1048" y="8089"/>
                    <a:pt x="1138" y="8089"/>
                  </a:cubicBezTo>
                  <a:close/>
                  <a:moveTo>
                    <a:pt x="5565" y="0"/>
                  </a:moveTo>
                  <a:cubicBezTo>
                    <a:pt x="5301" y="0"/>
                    <a:pt x="5041" y="103"/>
                    <a:pt x="4852" y="307"/>
                  </a:cubicBezTo>
                  <a:cubicBezTo>
                    <a:pt x="4474" y="654"/>
                    <a:pt x="4442" y="1158"/>
                    <a:pt x="4694" y="1568"/>
                  </a:cubicBezTo>
                  <a:lnTo>
                    <a:pt x="4159" y="3143"/>
                  </a:lnTo>
                  <a:cubicBezTo>
                    <a:pt x="3655" y="4655"/>
                    <a:pt x="2710" y="6199"/>
                    <a:pt x="1575" y="7428"/>
                  </a:cubicBezTo>
                  <a:cubicBezTo>
                    <a:pt x="1422" y="7357"/>
                    <a:pt x="1259" y="7321"/>
                    <a:pt x="1100" y="7321"/>
                  </a:cubicBezTo>
                  <a:cubicBezTo>
                    <a:pt x="834" y="7321"/>
                    <a:pt x="575" y="7420"/>
                    <a:pt x="378" y="7617"/>
                  </a:cubicBezTo>
                  <a:cubicBezTo>
                    <a:pt x="0" y="8026"/>
                    <a:pt x="0" y="8688"/>
                    <a:pt x="378" y="9066"/>
                  </a:cubicBezTo>
                  <a:lnTo>
                    <a:pt x="2363" y="11051"/>
                  </a:lnTo>
                  <a:cubicBezTo>
                    <a:pt x="2552" y="11240"/>
                    <a:pt x="2820" y="11334"/>
                    <a:pt x="3088" y="11334"/>
                  </a:cubicBezTo>
                  <a:cubicBezTo>
                    <a:pt x="3356" y="11334"/>
                    <a:pt x="3623" y="11240"/>
                    <a:pt x="3812" y="11051"/>
                  </a:cubicBezTo>
                  <a:cubicBezTo>
                    <a:pt x="4127" y="10736"/>
                    <a:pt x="4222" y="10263"/>
                    <a:pt x="4001" y="9853"/>
                  </a:cubicBezTo>
                  <a:cubicBezTo>
                    <a:pt x="4222" y="9664"/>
                    <a:pt x="4442" y="9475"/>
                    <a:pt x="4694" y="9286"/>
                  </a:cubicBezTo>
                  <a:lnTo>
                    <a:pt x="5041" y="9633"/>
                  </a:lnTo>
                  <a:cubicBezTo>
                    <a:pt x="5238" y="9830"/>
                    <a:pt x="5496" y="9928"/>
                    <a:pt x="5755" y="9928"/>
                  </a:cubicBezTo>
                  <a:cubicBezTo>
                    <a:pt x="5910" y="9928"/>
                    <a:pt x="6065" y="9893"/>
                    <a:pt x="6207" y="9822"/>
                  </a:cubicBezTo>
                  <a:lnTo>
                    <a:pt x="8790" y="8530"/>
                  </a:lnTo>
                  <a:cubicBezTo>
                    <a:pt x="9357" y="8215"/>
                    <a:pt x="9515" y="7459"/>
                    <a:pt x="9137" y="6986"/>
                  </a:cubicBezTo>
                  <a:lnTo>
                    <a:pt x="9893" y="6766"/>
                  </a:lnTo>
                  <a:cubicBezTo>
                    <a:pt x="10050" y="6858"/>
                    <a:pt x="10229" y="6906"/>
                    <a:pt x="10412" y="6906"/>
                  </a:cubicBezTo>
                  <a:cubicBezTo>
                    <a:pt x="10668" y="6906"/>
                    <a:pt x="10932" y="6811"/>
                    <a:pt x="11153" y="6608"/>
                  </a:cubicBezTo>
                  <a:cubicBezTo>
                    <a:pt x="11531" y="6199"/>
                    <a:pt x="11531" y="5537"/>
                    <a:pt x="11153" y="5128"/>
                  </a:cubicBezTo>
                  <a:lnTo>
                    <a:pt x="6301" y="307"/>
                  </a:lnTo>
                  <a:cubicBezTo>
                    <a:pt x="6096" y="103"/>
                    <a:pt x="5829" y="0"/>
                    <a:pt x="55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5" name="Google Shape;11275;p137"/>
            <p:cNvSpPr/>
            <p:nvPr/>
          </p:nvSpPr>
          <p:spPr>
            <a:xfrm>
              <a:off x="-34181850" y="2644625"/>
              <a:ext cx="41775" cy="41575"/>
            </a:xfrm>
            <a:custGeom>
              <a:rect b="b" l="l" r="r" t="t"/>
              <a:pathLst>
                <a:path extrusionOk="0" h="1663" w="1671">
                  <a:moveTo>
                    <a:pt x="1328" y="1"/>
                  </a:moveTo>
                  <a:cubicBezTo>
                    <a:pt x="1237" y="1"/>
                    <a:pt x="1151" y="40"/>
                    <a:pt x="1103" y="119"/>
                  </a:cubicBezTo>
                  <a:lnTo>
                    <a:pt x="95" y="1096"/>
                  </a:lnTo>
                  <a:cubicBezTo>
                    <a:pt x="1" y="1222"/>
                    <a:pt x="1" y="1442"/>
                    <a:pt x="95" y="1568"/>
                  </a:cubicBezTo>
                  <a:cubicBezTo>
                    <a:pt x="158" y="1631"/>
                    <a:pt x="253" y="1663"/>
                    <a:pt x="343" y="1663"/>
                  </a:cubicBezTo>
                  <a:cubicBezTo>
                    <a:pt x="434" y="1663"/>
                    <a:pt x="521" y="1631"/>
                    <a:pt x="568" y="1568"/>
                  </a:cubicBezTo>
                  <a:lnTo>
                    <a:pt x="1576" y="592"/>
                  </a:lnTo>
                  <a:cubicBezTo>
                    <a:pt x="1671" y="466"/>
                    <a:pt x="1671" y="213"/>
                    <a:pt x="1576" y="119"/>
                  </a:cubicBezTo>
                  <a:cubicBezTo>
                    <a:pt x="1513" y="40"/>
                    <a:pt x="1418" y="1"/>
                    <a:pt x="132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6" name="Google Shape;11276;p137"/>
            <p:cNvSpPr/>
            <p:nvPr/>
          </p:nvSpPr>
          <p:spPr>
            <a:xfrm>
              <a:off x="-34217275" y="2631050"/>
              <a:ext cx="17350" cy="41775"/>
            </a:xfrm>
            <a:custGeom>
              <a:rect b="b" l="l" r="r" t="t"/>
              <a:pathLst>
                <a:path extrusionOk="0" h="1671" w="694">
                  <a:moveTo>
                    <a:pt x="347" y="0"/>
                  </a:moveTo>
                  <a:cubicBezTo>
                    <a:pt x="158" y="0"/>
                    <a:pt x="0" y="158"/>
                    <a:pt x="0" y="347"/>
                  </a:cubicBezTo>
                  <a:lnTo>
                    <a:pt x="0" y="1324"/>
                  </a:lnTo>
                  <a:cubicBezTo>
                    <a:pt x="0" y="1513"/>
                    <a:pt x="158" y="1670"/>
                    <a:pt x="347" y="1670"/>
                  </a:cubicBezTo>
                  <a:cubicBezTo>
                    <a:pt x="536" y="1670"/>
                    <a:pt x="693" y="1513"/>
                    <a:pt x="693" y="1324"/>
                  </a:cubicBezTo>
                  <a:lnTo>
                    <a:pt x="693" y="347"/>
                  </a:ln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7" name="Google Shape;11277;p137"/>
            <p:cNvSpPr/>
            <p:nvPr/>
          </p:nvSpPr>
          <p:spPr>
            <a:xfrm>
              <a:off x="-34168450" y="2704300"/>
              <a:ext cx="42550" cy="18125"/>
            </a:xfrm>
            <a:custGeom>
              <a:rect b="b" l="l" r="r" t="t"/>
              <a:pathLst>
                <a:path extrusionOk="0" h="725" w="1702">
                  <a:moveTo>
                    <a:pt x="347" y="0"/>
                  </a:moveTo>
                  <a:cubicBezTo>
                    <a:pt x="158" y="0"/>
                    <a:pt x="0" y="158"/>
                    <a:pt x="0" y="378"/>
                  </a:cubicBezTo>
                  <a:cubicBezTo>
                    <a:pt x="0" y="567"/>
                    <a:pt x="158" y="725"/>
                    <a:pt x="347" y="725"/>
                  </a:cubicBezTo>
                  <a:lnTo>
                    <a:pt x="1355" y="725"/>
                  </a:lnTo>
                  <a:cubicBezTo>
                    <a:pt x="1544" y="725"/>
                    <a:pt x="1702" y="567"/>
                    <a:pt x="1702" y="378"/>
                  </a:cubicBezTo>
                  <a:cubicBezTo>
                    <a:pt x="1670" y="158"/>
                    <a:pt x="1544" y="0"/>
                    <a:pt x="135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278" name="Google Shape;11278;p137"/>
          <p:cNvSpPr/>
          <p:nvPr/>
        </p:nvSpPr>
        <p:spPr>
          <a:xfrm>
            <a:off x="1299154" y="2687237"/>
            <a:ext cx="353587" cy="354527"/>
          </a:xfrm>
          <a:custGeom>
            <a:rect b="b" l="l" r="r" t="t"/>
            <a:pathLst>
              <a:path extrusionOk="0" h="11689" w="11658">
                <a:moveTo>
                  <a:pt x="2868" y="8538"/>
                </a:moveTo>
                <a:cubicBezTo>
                  <a:pt x="3025" y="8948"/>
                  <a:pt x="3340" y="9263"/>
                  <a:pt x="3781" y="9452"/>
                </a:cubicBezTo>
                <a:cubicBezTo>
                  <a:pt x="3403" y="9389"/>
                  <a:pt x="2364" y="9231"/>
                  <a:pt x="2080" y="8916"/>
                </a:cubicBezTo>
                <a:cubicBezTo>
                  <a:pt x="2143" y="8885"/>
                  <a:pt x="2332" y="8727"/>
                  <a:pt x="2868" y="8538"/>
                </a:cubicBezTo>
                <a:close/>
                <a:moveTo>
                  <a:pt x="8791" y="8538"/>
                </a:moveTo>
                <a:cubicBezTo>
                  <a:pt x="9326" y="8727"/>
                  <a:pt x="9547" y="8885"/>
                  <a:pt x="9578" y="8916"/>
                </a:cubicBezTo>
                <a:cubicBezTo>
                  <a:pt x="9295" y="9231"/>
                  <a:pt x="8287" y="9389"/>
                  <a:pt x="7877" y="9452"/>
                </a:cubicBezTo>
                <a:cubicBezTo>
                  <a:pt x="8287" y="9294"/>
                  <a:pt x="8602" y="8948"/>
                  <a:pt x="8791" y="8538"/>
                </a:cubicBezTo>
                <a:close/>
                <a:moveTo>
                  <a:pt x="5829" y="725"/>
                </a:moveTo>
                <a:cubicBezTo>
                  <a:pt x="6018" y="725"/>
                  <a:pt x="6176" y="883"/>
                  <a:pt x="6176" y="1072"/>
                </a:cubicBezTo>
                <a:lnTo>
                  <a:pt x="6176" y="4537"/>
                </a:lnTo>
                <a:cubicBezTo>
                  <a:pt x="6176" y="4695"/>
                  <a:pt x="6302" y="4821"/>
                  <a:pt x="6428" y="4852"/>
                </a:cubicBezTo>
                <a:cubicBezTo>
                  <a:pt x="6455" y="4858"/>
                  <a:pt x="6482" y="4860"/>
                  <a:pt x="6508" y="4860"/>
                </a:cubicBezTo>
                <a:cubicBezTo>
                  <a:pt x="6637" y="4860"/>
                  <a:pt x="6754" y="4799"/>
                  <a:pt x="6806" y="4695"/>
                </a:cubicBezTo>
                <a:lnTo>
                  <a:pt x="8287" y="2237"/>
                </a:lnTo>
                <a:cubicBezTo>
                  <a:pt x="8326" y="2139"/>
                  <a:pt x="8415" y="2090"/>
                  <a:pt x="8514" y="2090"/>
                </a:cubicBezTo>
                <a:cubicBezTo>
                  <a:pt x="8574" y="2090"/>
                  <a:pt x="8637" y="2107"/>
                  <a:pt x="8696" y="2143"/>
                </a:cubicBezTo>
                <a:cubicBezTo>
                  <a:pt x="8854" y="2206"/>
                  <a:pt x="8948" y="2426"/>
                  <a:pt x="8854" y="2615"/>
                </a:cubicBezTo>
                <a:lnTo>
                  <a:pt x="7656" y="5041"/>
                </a:lnTo>
                <a:cubicBezTo>
                  <a:pt x="7562" y="5262"/>
                  <a:pt x="7656" y="5451"/>
                  <a:pt x="7814" y="5514"/>
                </a:cubicBezTo>
                <a:cubicBezTo>
                  <a:pt x="7851" y="5551"/>
                  <a:pt x="7898" y="5569"/>
                  <a:pt x="7949" y="5569"/>
                </a:cubicBezTo>
                <a:cubicBezTo>
                  <a:pt x="8028" y="5569"/>
                  <a:pt x="8116" y="5527"/>
                  <a:pt x="8192" y="5451"/>
                </a:cubicBezTo>
                <a:cubicBezTo>
                  <a:pt x="9630" y="4282"/>
                  <a:pt x="9701" y="4254"/>
                  <a:pt x="9704" y="4254"/>
                </a:cubicBezTo>
                <a:cubicBezTo>
                  <a:pt x="9704" y="4254"/>
                  <a:pt x="9704" y="4254"/>
                  <a:pt x="9704" y="4254"/>
                </a:cubicBezTo>
                <a:cubicBezTo>
                  <a:pt x="9752" y="4206"/>
                  <a:pt x="9838" y="4183"/>
                  <a:pt x="9929" y="4183"/>
                </a:cubicBezTo>
                <a:cubicBezTo>
                  <a:pt x="10019" y="4183"/>
                  <a:pt x="10114" y="4206"/>
                  <a:pt x="10177" y="4254"/>
                </a:cubicBezTo>
                <a:cubicBezTo>
                  <a:pt x="10271" y="4380"/>
                  <a:pt x="10271" y="4632"/>
                  <a:pt x="10177" y="4726"/>
                </a:cubicBezTo>
                <a:lnTo>
                  <a:pt x="8318" y="6585"/>
                </a:lnTo>
                <a:cubicBezTo>
                  <a:pt x="8224" y="6680"/>
                  <a:pt x="8192" y="6743"/>
                  <a:pt x="8192" y="6837"/>
                </a:cubicBezTo>
                <a:lnTo>
                  <a:pt x="8192" y="7940"/>
                </a:lnTo>
                <a:cubicBezTo>
                  <a:pt x="8192" y="8349"/>
                  <a:pt x="7908" y="8759"/>
                  <a:pt x="7499" y="8916"/>
                </a:cubicBezTo>
                <a:cubicBezTo>
                  <a:pt x="7184" y="9042"/>
                  <a:pt x="6932" y="9263"/>
                  <a:pt x="6869" y="9609"/>
                </a:cubicBezTo>
                <a:cubicBezTo>
                  <a:pt x="6491" y="9672"/>
                  <a:pt x="6144" y="9672"/>
                  <a:pt x="5798" y="9672"/>
                </a:cubicBezTo>
                <a:cubicBezTo>
                  <a:pt x="5451" y="9672"/>
                  <a:pt x="5073" y="9672"/>
                  <a:pt x="4726" y="9609"/>
                </a:cubicBezTo>
                <a:cubicBezTo>
                  <a:pt x="4663" y="9294"/>
                  <a:pt x="4411" y="9042"/>
                  <a:pt x="4096" y="8916"/>
                </a:cubicBezTo>
                <a:cubicBezTo>
                  <a:pt x="3655" y="8759"/>
                  <a:pt x="3403" y="8381"/>
                  <a:pt x="3403" y="7940"/>
                </a:cubicBezTo>
                <a:cubicBezTo>
                  <a:pt x="3403" y="7562"/>
                  <a:pt x="3277" y="7247"/>
                  <a:pt x="2994" y="6963"/>
                </a:cubicBezTo>
                <a:lnTo>
                  <a:pt x="1418" y="5388"/>
                </a:lnTo>
                <a:cubicBezTo>
                  <a:pt x="1355" y="5293"/>
                  <a:pt x="1355" y="5041"/>
                  <a:pt x="1513" y="4947"/>
                </a:cubicBezTo>
                <a:cubicBezTo>
                  <a:pt x="1568" y="4873"/>
                  <a:pt x="1667" y="4842"/>
                  <a:pt x="1758" y="4842"/>
                </a:cubicBezTo>
                <a:cubicBezTo>
                  <a:pt x="1823" y="4842"/>
                  <a:pt x="1883" y="4858"/>
                  <a:pt x="1923" y="4884"/>
                </a:cubicBezTo>
                <a:cubicBezTo>
                  <a:pt x="3718" y="6238"/>
                  <a:pt x="3592" y="6144"/>
                  <a:pt x="3750" y="6207"/>
                </a:cubicBezTo>
                <a:cubicBezTo>
                  <a:pt x="3834" y="6207"/>
                  <a:pt x="3876" y="6221"/>
                  <a:pt x="3913" y="6221"/>
                </a:cubicBezTo>
                <a:cubicBezTo>
                  <a:pt x="3932" y="6221"/>
                  <a:pt x="3949" y="6217"/>
                  <a:pt x="3970" y="6207"/>
                </a:cubicBezTo>
                <a:cubicBezTo>
                  <a:pt x="5231" y="6238"/>
                  <a:pt x="5483" y="6617"/>
                  <a:pt x="5483" y="7215"/>
                </a:cubicBezTo>
                <a:cubicBezTo>
                  <a:pt x="5483" y="7404"/>
                  <a:pt x="5640" y="7562"/>
                  <a:pt x="5829" y="7562"/>
                </a:cubicBezTo>
                <a:cubicBezTo>
                  <a:pt x="6018" y="7562"/>
                  <a:pt x="6176" y="7404"/>
                  <a:pt x="6176" y="7215"/>
                </a:cubicBezTo>
                <a:cubicBezTo>
                  <a:pt x="6176" y="6554"/>
                  <a:pt x="5924" y="6081"/>
                  <a:pt x="5388" y="5797"/>
                </a:cubicBezTo>
                <a:cubicBezTo>
                  <a:pt x="5073" y="5640"/>
                  <a:pt x="4663" y="5514"/>
                  <a:pt x="4128" y="5514"/>
                </a:cubicBezTo>
                <a:cubicBezTo>
                  <a:pt x="3624" y="4348"/>
                  <a:pt x="2836" y="2647"/>
                  <a:pt x="2805" y="2615"/>
                </a:cubicBezTo>
                <a:cubicBezTo>
                  <a:pt x="2710" y="2458"/>
                  <a:pt x="2805" y="2206"/>
                  <a:pt x="2962" y="2143"/>
                </a:cubicBezTo>
                <a:cubicBezTo>
                  <a:pt x="3015" y="2111"/>
                  <a:pt x="3071" y="2097"/>
                  <a:pt x="3126" y="2097"/>
                </a:cubicBezTo>
                <a:cubicBezTo>
                  <a:pt x="3235" y="2097"/>
                  <a:pt x="3340" y="2153"/>
                  <a:pt x="3403" y="2237"/>
                </a:cubicBezTo>
                <a:lnTo>
                  <a:pt x="4852" y="4695"/>
                </a:lnTo>
                <a:cubicBezTo>
                  <a:pt x="4905" y="4799"/>
                  <a:pt x="5022" y="4860"/>
                  <a:pt x="5150" y="4860"/>
                </a:cubicBezTo>
                <a:cubicBezTo>
                  <a:pt x="5176" y="4860"/>
                  <a:pt x="5204" y="4858"/>
                  <a:pt x="5231" y="4852"/>
                </a:cubicBezTo>
                <a:cubicBezTo>
                  <a:pt x="5388" y="4821"/>
                  <a:pt x="5483" y="4695"/>
                  <a:pt x="5483" y="4537"/>
                </a:cubicBezTo>
                <a:lnTo>
                  <a:pt x="5483" y="1072"/>
                </a:lnTo>
                <a:cubicBezTo>
                  <a:pt x="5483" y="883"/>
                  <a:pt x="5640" y="725"/>
                  <a:pt x="5829" y="725"/>
                </a:cubicBezTo>
                <a:close/>
                <a:moveTo>
                  <a:pt x="8822" y="7310"/>
                </a:moveTo>
                <a:cubicBezTo>
                  <a:pt x="10082" y="7688"/>
                  <a:pt x="10901" y="8318"/>
                  <a:pt x="10901" y="8916"/>
                </a:cubicBezTo>
                <a:cubicBezTo>
                  <a:pt x="10996" y="9925"/>
                  <a:pt x="8791" y="10996"/>
                  <a:pt x="5829" y="10996"/>
                </a:cubicBezTo>
                <a:cubicBezTo>
                  <a:pt x="2868" y="10996"/>
                  <a:pt x="662" y="9988"/>
                  <a:pt x="662" y="8948"/>
                </a:cubicBezTo>
                <a:cubicBezTo>
                  <a:pt x="662" y="8412"/>
                  <a:pt x="1387" y="7814"/>
                  <a:pt x="2490" y="7404"/>
                </a:cubicBezTo>
                <a:lnTo>
                  <a:pt x="2553" y="7499"/>
                </a:lnTo>
                <a:cubicBezTo>
                  <a:pt x="2679" y="7625"/>
                  <a:pt x="2773" y="7782"/>
                  <a:pt x="2773" y="7940"/>
                </a:cubicBezTo>
                <a:cubicBezTo>
                  <a:pt x="2206" y="8097"/>
                  <a:pt x="1387" y="8349"/>
                  <a:pt x="1387" y="8948"/>
                </a:cubicBezTo>
                <a:cubicBezTo>
                  <a:pt x="1387" y="9231"/>
                  <a:pt x="1544" y="9452"/>
                  <a:pt x="1860" y="9672"/>
                </a:cubicBezTo>
                <a:cubicBezTo>
                  <a:pt x="2773" y="10208"/>
                  <a:pt x="4726" y="10334"/>
                  <a:pt x="5798" y="10334"/>
                </a:cubicBezTo>
                <a:cubicBezTo>
                  <a:pt x="6869" y="10334"/>
                  <a:pt x="8822" y="10208"/>
                  <a:pt x="9736" y="9672"/>
                </a:cubicBezTo>
                <a:cubicBezTo>
                  <a:pt x="10051" y="9452"/>
                  <a:pt x="10208" y="9231"/>
                  <a:pt x="10208" y="8948"/>
                </a:cubicBezTo>
                <a:cubicBezTo>
                  <a:pt x="10208" y="8349"/>
                  <a:pt x="9421" y="8097"/>
                  <a:pt x="8822" y="7940"/>
                </a:cubicBezTo>
                <a:lnTo>
                  <a:pt x="8822" y="7310"/>
                </a:lnTo>
                <a:close/>
                <a:moveTo>
                  <a:pt x="5829" y="1"/>
                </a:moveTo>
                <a:cubicBezTo>
                  <a:pt x="5294" y="1"/>
                  <a:pt x="4821" y="473"/>
                  <a:pt x="4821" y="1072"/>
                </a:cubicBezTo>
                <a:lnTo>
                  <a:pt x="4821" y="3309"/>
                </a:lnTo>
                <a:lnTo>
                  <a:pt x="4002" y="1954"/>
                </a:lnTo>
                <a:cubicBezTo>
                  <a:pt x="3807" y="1608"/>
                  <a:pt x="3464" y="1440"/>
                  <a:pt x="3115" y="1440"/>
                </a:cubicBezTo>
                <a:cubicBezTo>
                  <a:pt x="2956" y="1440"/>
                  <a:pt x="2795" y="1475"/>
                  <a:pt x="2647" y="1544"/>
                </a:cubicBezTo>
                <a:cubicBezTo>
                  <a:pt x="2143" y="1765"/>
                  <a:pt x="1923" y="2426"/>
                  <a:pt x="2175" y="2930"/>
                </a:cubicBezTo>
                <a:cubicBezTo>
                  <a:pt x="2206" y="2993"/>
                  <a:pt x="2679" y="4033"/>
                  <a:pt x="3088" y="4915"/>
                </a:cubicBezTo>
                <a:lnTo>
                  <a:pt x="2332" y="4380"/>
                </a:lnTo>
                <a:cubicBezTo>
                  <a:pt x="2157" y="4233"/>
                  <a:pt x="1933" y="4162"/>
                  <a:pt x="1710" y="4162"/>
                </a:cubicBezTo>
                <a:cubicBezTo>
                  <a:pt x="1452" y="4162"/>
                  <a:pt x="1195" y="4257"/>
                  <a:pt x="1009" y="4443"/>
                </a:cubicBezTo>
                <a:cubicBezTo>
                  <a:pt x="599" y="4852"/>
                  <a:pt x="599" y="5514"/>
                  <a:pt x="1009" y="5923"/>
                </a:cubicBezTo>
                <a:lnTo>
                  <a:pt x="1986" y="6900"/>
                </a:lnTo>
                <a:cubicBezTo>
                  <a:pt x="725" y="7404"/>
                  <a:pt x="1" y="8160"/>
                  <a:pt x="1" y="8948"/>
                </a:cubicBezTo>
                <a:cubicBezTo>
                  <a:pt x="1" y="9736"/>
                  <a:pt x="631" y="10460"/>
                  <a:pt x="1828" y="10964"/>
                </a:cubicBezTo>
                <a:cubicBezTo>
                  <a:pt x="2868" y="11437"/>
                  <a:pt x="4348" y="11689"/>
                  <a:pt x="5829" y="11689"/>
                </a:cubicBezTo>
                <a:cubicBezTo>
                  <a:pt x="8948" y="11689"/>
                  <a:pt x="11658" y="10586"/>
                  <a:pt x="11658" y="8979"/>
                </a:cubicBezTo>
                <a:cubicBezTo>
                  <a:pt x="11658" y="8003"/>
                  <a:pt x="10744" y="7184"/>
                  <a:pt x="9169" y="6680"/>
                </a:cubicBezTo>
                <a:lnTo>
                  <a:pt x="10649" y="5199"/>
                </a:lnTo>
                <a:cubicBezTo>
                  <a:pt x="11027" y="4821"/>
                  <a:pt x="11027" y="4159"/>
                  <a:pt x="10649" y="3750"/>
                </a:cubicBezTo>
                <a:cubicBezTo>
                  <a:pt x="10445" y="3561"/>
                  <a:pt x="10185" y="3466"/>
                  <a:pt x="9929" y="3466"/>
                </a:cubicBezTo>
                <a:cubicBezTo>
                  <a:pt x="9673" y="3466"/>
                  <a:pt x="9421" y="3561"/>
                  <a:pt x="9232" y="3750"/>
                </a:cubicBezTo>
                <a:cubicBezTo>
                  <a:pt x="9137" y="3844"/>
                  <a:pt x="9074" y="3876"/>
                  <a:pt x="8948" y="4002"/>
                </a:cubicBezTo>
                <a:cubicBezTo>
                  <a:pt x="8980" y="3876"/>
                  <a:pt x="9421" y="3025"/>
                  <a:pt x="9484" y="2930"/>
                </a:cubicBezTo>
                <a:cubicBezTo>
                  <a:pt x="9736" y="2426"/>
                  <a:pt x="9547" y="1765"/>
                  <a:pt x="9011" y="1544"/>
                </a:cubicBezTo>
                <a:cubicBezTo>
                  <a:pt x="8873" y="1475"/>
                  <a:pt x="8719" y="1440"/>
                  <a:pt x="8564" y="1440"/>
                </a:cubicBezTo>
                <a:cubicBezTo>
                  <a:pt x="8226" y="1440"/>
                  <a:pt x="7883" y="1608"/>
                  <a:pt x="7688" y="1954"/>
                </a:cubicBezTo>
                <a:lnTo>
                  <a:pt x="6869" y="3309"/>
                </a:lnTo>
                <a:lnTo>
                  <a:pt x="6869" y="1072"/>
                </a:lnTo>
                <a:cubicBezTo>
                  <a:pt x="6869" y="505"/>
                  <a:pt x="6396" y="1"/>
                  <a:pt x="582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9" name="Google Shape;11279;p137"/>
          <p:cNvSpPr/>
          <p:nvPr/>
        </p:nvSpPr>
        <p:spPr>
          <a:xfrm>
            <a:off x="1299154" y="3155970"/>
            <a:ext cx="353587" cy="353557"/>
          </a:xfrm>
          <a:custGeom>
            <a:rect b="b" l="l" r="r" t="t"/>
            <a:pathLst>
              <a:path extrusionOk="0" h="11657" w="11658">
                <a:moveTo>
                  <a:pt x="5829" y="662"/>
                </a:moveTo>
                <a:cubicBezTo>
                  <a:pt x="6396" y="662"/>
                  <a:pt x="6869" y="1134"/>
                  <a:pt x="6869" y="1670"/>
                </a:cubicBezTo>
                <a:cubicBezTo>
                  <a:pt x="6869" y="2237"/>
                  <a:pt x="6396" y="2741"/>
                  <a:pt x="5829" y="2741"/>
                </a:cubicBezTo>
                <a:cubicBezTo>
                  <a:pt x="5294" y="2710"/>
                  <a:pt x="4821" y="2237"/>
                  <a:pt x="4821" y="1670"/>
                </a:cubicBezTo>
                <a:cubicBezTo>
                  <a:pt x="4821" y="1134"/>
                  <a:pt x="5294" y="662"/>
                  <a:pt x="5829" y="662"/>
                </a:cubicBezTo>
                <a:close/>
                <a:moveTo>
                  <a:pt x="5829" y="3403"/>
                </a:moveTo>
                <a:cubicBezTo>
                  <a:pt x="7058" y="3403"/>
                  <a:pt x="8034" y="4316"/>
                  <a:pt x="8192" y="5451"/>
                </a:cubicBezTo>
                <a:lnTo>
                  <a:pt x="3466" y="5451"/>
                </a:lnTo>
                <a:cubicBezTo>
                  <a:pt x="3624" y="4285"/>
                  <a:pt x="4600" y="3403"/>
                  <a:pt x="5829" y="3403"/>
                </a:cubicBezTo>
                <a:close/>
                <a:moveTo>
                  <a:pt x="1702" y="8885"/>
                </a:moveTo>
                <a:cubicBezTo>
                  <a:pt x="2269" y="8885"/>
                  <a:pt x="2710" y="9357"/>
                  <a:pt x="2710" y="9924"/>
                </a:cubicBezTo>
                <a:cubicBezTo>
                  <a:pt x="2710" y="10460"/>
                  <a:pt x="2269" y="10932"/>
                  <a:pt x="1702" y="10932"/>
                </a:cubicBezTo>
                <a:cubicBezTo>
                  <a:pt x="1135" y="10932"/>
                  <a:pt x="694" y="10460"/>
                  <a:pt x="694" y="9924"/>
                </a:cubicBezTo>
                <a:cubicBezTo>
                  <a:pt x="694" y="9357"/>
                  <a:pt x="1135" y="8885"/>
                  <a:pt x="1702" y="8885"/>
                </a:cubicBezTo>
                <a:close/>
                <a:moveTo>
                  <a:pt x="5829" y="8885"/>
                </a:moveTo>
                <a:cubicBezTo>
                  <a:pt x="6396" y="8885"/>
                  <a:pt x="6869" y="9357"/>
                  <a:pt x="6869" y="9924"/>
                </a:cubicBezTo>
                <a:cubicBezTo>
                  <a:pt x="6869" y="10460"/>
                  <a:pt x="6396" y="10932"/>
                  <a:pt x="5829" y="10932"/>
                </a:cubicBezTo>
                <a:cubicBezTo>
                  <a:pt x="5294" y="10932"/>
                  <a:pt x="4821" y="10460"/>
                  <a:pt x="4821" y="9924"/>
                </a:cubicBezTo>
                <a:cubicBezTo>
                  <a:pt x="4821" y="9357"/>
                  <a:pt x="5294" y="8885"/>
                  <a:pt x="5829" y="8885"/>
                </a:cubicBezTo>
                <a:close/>
                <a:moveTo>
                  <a:pt x="9956" y="8885"/>
                </a:moveTo>
                <a:cubicBezTo>
                  <a:pt x="10523" y="8885"/>
                  <a:pt x="10996" y="9357"/>
                  <a:pt x="10996" y="9924"/>
                </a:cubicBezTo>
                <a:cubicBezTo>
                  <a:pt x="10996" y="10460"/>
                  <a:pt x="10523" y="10932"/>
                  <a:pt x="9956" y="10932"/>
                </a:cubicBezTo>
                <a:cubicBezTo>
                  <a:pt x="9421" y="10932"/>
                  <a:pt x="8948" y="10460"/>
                  <a:pt x="8948" y="9924"/>
                </a:cubicBezTo>
                <a:cubicBezTo>
                  <a:pt x="8948" y="9357"/>
                  <a:pt x="9421" y="8885"/>
                  <a:pt x="9956" y="8885"/>
                </a:cubicBezTo>
                <a:close/>
                <a:moveTo>
                  <a:pt x="5829" y="0"/>
                </a:moveTo>
                <a:cubicBezTo>
                  <a:pt x="4884" y="0"/>
                  <a:pt x="4128" y="725"/>
                  <a:pt x="4128" y="1670"/>
                </a:cubicBezTo>
                <a:cubicBezTo>
                  <a:pt x="4128" y="2143"/>
                  <a:pt x="4285" y="2584"/>
                  <a:pt x="4663" y="2899"/>
                </a:cubicBezTo>
                <a:lnTo>
                  <a:pt x="4695" y="2930"/>
                </a:lnTo>
                <a:cubicBezTo>
                  <a:pt x="3561" y="3403"/>
                  <a:pt x="2773" y="4505"/>
                  <a:pt x="2773" y="5766"/>
                </a:cubicBezTo>
                <a:cubicBezTo>
                  <a:pt x="2773" y="5955"/>
                  <a:pt x="2931" y="6144"/>
                  <a:pt x="3120" y="6144"/>
                </a:cubicBezTo>
                <a:lnTo>
                  <a:pt x="5514" y="6144"/>
                </a:lnTo>
                <a:lnTo>
                  <a:pt x="5514" y="6837"/>
                </a:lnTo>
                <a:lnTo>
                  <a:pt x="2395" y="6837"/>
                </a:lnTo>
                <a:cubicBezTo>
                  <a:pt x="1860" y="6837"/>
                  <a:pt x="1387" y="7309"/>
                  <a:pt x="1387" y="7876"/>
                </a:cubicBezTo>
                <a:lnTo>
                  <a:pt x="1387" y="8254"/>
                </a:lnTo>
                <a:cubicBezTo>
                  <a:pt x="599" y="8412"/>
                  <a:pt x="1" y="9137"/>
                  <a:pt x="1" y="9956"/>
                </a:cubicBezTo>
                <a:cubicBezTo>
                  <a:pt x="1" y="10901"/>
                  <a:pt x="757" y="11657"/>
                  <a:pt x="1702" y="11657"/>
                </a:cubicBezTo>
                <a:cubicBezTo>
                  <a:pt x="2647" y="11657"/>
                  <a:pt x="3403" y="10901"/>
                  <a:pt x="3403" y="9956"/>
                </a:cubicBezTo>
                <a:cubicBezTo>
                  <a:pt x="3403" y="9137"/>
                  <a:pt x="2805" y="8412"/>
                  <a:pt x="2017" y="8254"/>
                </a:cubicBezTo>
                <a:lnTo>
                  <a:pt x="2017" y="7876"/>
                </a:lnTo>
                <a:cubicBezTo>
                  <a:pt x="2017" y="7656"/>
                  <a:pt x="2175" y="7498"/>
                  <a:pt x="2364" y="7498"/>
                </a:cubicBezTo>
                <a:lnTo>
                  <a:pt x="5483" y="7498"/>
                </a:lnTo>
                <a:lnTo>
                  <a:pt x="5483" y="8223"/>
                </a:lnTo>
                <a:cubicBezTo>
                  <a:pt x="4695" y="8380"/>
                  <a:pt x="4096" y="9074"/>
                  <a:pt x="4096" y="9924"/>
                </a:cubicBezTo>
                <a:cubicBezTo>
                  <a:pt x="4096" y="10869"/>
                  <a:pt x="4852" y="11594"/>
                  <a:pt x="5798" y="11594"/>
                </a:cubicBezTo>
                <a:cubicBezTo>
                  <a:pt x="6743" y="11594"/>
                  <a:pt x="7499" y="10869"/>
                  <a:pt x="7499" y="9924"/>
                </a:cubicBezTo>
                <a:cubicBezTo>
                  <a:pt x="7499" y="9074"/>
                  <a:pt x="6900" y="8380"/>
                  <a:pt x="6113" y="8223"/>
                </a:cubicBezTo>
                <a:lnTo>
                  <a:pt x="6113" y="7498"/>
                </a:lnTo>
                <a:lnTo>
                  <a:pt x="9232" y="7498"/>
                </a:lnTo>
                <a:cubicBezTo>
                  <a:pt x="9421" y="7498"/>
                  <a:pt x="9578" y="7656"/>
                  <a:pt x="9578" y="7876"/>
                </a:cubicBezTo>
                <a:lnTo>
                  <a:pt x="9578" y="8254"/>
                </a:lnTo>
                <a:cubicBezTo>
                  <a:pt x="8791" y="8412"/>
                  <a:pt x="8192" y="9137"/>
                  <a:pt x="8192" y="9956"/>
                </a:cubicBezTo>
                <a:cubicBezTo>
                  <a:pt x="8192" y="10901"/>
                  <a:pt x="8948" y="11657"/>
                  <a:pt x="9893" y="11657"/>
                </a:cubicBezTo>
                <a:cubicBezTo>
                  <a:pt x="10838" y="11657"/>
                  <a:pt x="11595" y="10901"/>
                  <a:pt x="11595" y="9956"/>
                </a:cubicBezTo>
                <a:cubicBezTo>
                  <a:pt x="11658" y="9074"/>
                  <a:pt x="11059" y="8412"/>
                  <a:pt x="10271" y="8254"/>
                </a:cubicBezTo>
                <a:lnTo>
                  <a:pt x="10271" y="7876"/>
                </a:lnTo>
                <a:cubicBezTo>
                  <a:pt x="10271" y="7309"/>
                  <a:pt x="9799" y="6837"/>
                  <a:pt x="9263" y="6837"/>
                </a:cubicBezTo>
                <a:lnTo>
                  <a:pt x="6144" y="6837"/>
                </a:lnTo>
                <a:lnTo>
                  <a:pt x="6144" y="6144"/>
                </a:lnTo>
                <a:lnTo>
                  <a:pt x="8539" y="6144"/>
                </a:lnTo>
                <a:cubicBezTo>
                  <a:pt x="8759" y="6144"/>
                  <a:pt x="8917" y="5955"/>
                  <a:pt x="8917" y="5766"/>
                </a:cubicBezTo>
                <a:cubicBezTo>
                  <a:pt x="8917" y="4474"/>
                  <a:pt x="8129" y="3371"/>
                  <a:pt x="6963" y="2930"/>
                </a:cubicBezTo>
                <a:lnTo>
                  <a:pt x="7026" y="2899"/>
                </a:lnTo>
                <a:cubicBezTo>
                  <a:pt x="7341" y="2584"/>
                  <a:pt x="7530" y="2143"/>
                  <a:pt x="7530" y="1670"/>
                </a:cubicBezTo>
                <a:cubicBezTo>
                  <a:pt x="7530" y="725"/>
                  <a:pt x="6774" y="0"/>
                  <a:pt x="58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0" name="Google Shape;11280;p137"/>
          <p:cNvSpPr/>
          <p:nvPr/>
        </p:nvSpPr>
        <p:spPr>
          <a:xfrm>
            <a:off x="1290085" y="3616003"/>
            <a:ext cx="371724" cy="354285"/>
          </a:xfrm>
          <a:custGeom>
            <a:rect b="b" l="l" r="r" t="t"/>
            <a:pathLst>
              <a:path extrusionOk="0" h="11681" w="12256">
                <a:moveTo>
                  <a:pt x="8853" y="2072"/>
                </a:moveTo>
                <a:cubicBezTo>
                  <a:pt x="9121" y="2072"/>
                  <a:pt x="9389" y="2174"/>
                  <a:pt x="9578" y="2379"/>
                </a:cubicBezTo>
                <a:cubicBezTo>
                  <a:pt x="9987" y="2757"/>
                  <a:pt x="9987" y="3418"/>
                  <a:pt x="9578" y="3828"/>
                </a:cubicBezTo>
                <a:lnTo>
                  <a:pt x="8601" y="4805"/>
                </a:lnTo>
                <a:cubicBezTo>
                  <a:pt x="8444" y="4490"/>
                  <a:pt x="8254" y="4206"/>
                  <a:pt x="8002" y="3954"/>
                </a:cubicBezTo>
                <a:cubicBezTo>
                  <a:pt x="7782" y="3702"/>
                  <a:pt x="7467" y="3481"/>
                  <a:pt x="7152" y="3355"/>
                </a:cubicBezTo>
                <a:lnTo>
                  <a:pt x="8128" y="2379"/>
                </a:lnTo>
                <a:cubicBezTo>
                  <a:pt x="8317" y="2174"/>
                  <a:pt x="8585" y="2072"/>
                  <a:pt x="8853" y="2072"/>
                </a:cubicBezTo>
                <a:close/>
                <a:moveTo>
                  <a:pt x="5794" y="5110"/>
                </a:moveTo>
                <a:cubicBezTo>
                  <a:pt x="6066" y="5110"/>
                  <a:pt x="6350" y="5200"/>
                  <a:pt x="6553" y="5403"/>
                </a:cubicBezTo>
                <a:cubicBezTo>
                  <a:pt x="6837" y="5687"/>
                  <a:pt x="6900" y="6096"/>
                  <a:pt x="6774" y="6474"/>
                </a:cubicBezTo>
                <a:cubicBezTo>
                  <a:pt x="6675" y="6501"/>
                  <a:pt x="6569" y="6515"/>
                  <a:pt x="6462" y="6515"/>
                </a:cubicBezTo>
                <a:cubicBezTo>
                  <a:pt x="6192" y="6515"/>
                  <a:pt x="5915" y="6425"/>
                  <a:pt x="5734" y="6222"/>
                </a:cubicBezTo>
                <a:cubicBezTo>
                  <a:pt x="5451" y="5939"/>
                  <a:pt x="5356" y="5529"/>
                  <a:pt x="5482" y="5151"/>
                </a:cubicBezTo>
                <a:cubicBezTo>
                  <a:pt x="5580" y="5124"/>
                  <a:pt x="5686" y="5110"/>
                  <a:pt x="5794" y="5110"/>
                </a:cubicBezTo>
                <a:close/>
                <a:moveTo>
                  <a:pt x="8869" y="662"/>
                </a:moveTo>
                <a:cubicBezTo>
                  <a:pt x="9475" y="662"/>
                  <a:pt x="10082" y="898"/>
                  <a:pt x="10554" y="1371"/>
                </a:cubicBezTo>
                <a:cubicBezTo>
                  <a:pt x="11499" y="2316"/>
                  <a:pt x="11499" y="3828"/>
                  <a:pt x="10554" y="4773"/>
                </a:cubicBezTo>
                <a:lnTo>
                  <a:pt x="8160" y="7167"/>
                </a:lnTo>
                <a:cubicBezTo>
                  <a:pt x="7687" y="7640"/>
                  <a:pt x="7081" y="7876"/>
                  <a:pt x="6474" y="7876"/>
                </a:cubicBezTo>
                <a:cubicBezTo>
                  <a:pt x="5868" y="7876"/>
                  <a:pt x="5262" y="7640"/>
                  <a:pt x="4789" y="7167"/>
                </a:cubicBezTo>
                <a:cubicBezTo>
                  <a:pt x="4537" y="6947"/>
                  <a:pt x="4348" y="6632"/>
                  <a:pt x="4222" y="6254"/>
                </a:cubicBezTo>
                <a:lnTo>
                  <a:pt x="4789" y="5718"/>
                </a:lnTo>
                <a:cubicBezTo>
                  <a:pt x="4820" y="6065"/>
                  <a:pt x="4978" y="6411"/>
                  <a:pt x="5262" y="6695"/>
                </a:cubicBezTo>
                <a:cubicBezTo>
                  <a:pt x="5592" y="7026"/>
                  <a:pt x="6026" y="7191"/>
                  <a:pt x="6459" y="7191"/>
                </a:cubicBezTo>
                <a:cubicBezTo>
                  <a:pt x="6892" y="7191"/>
                  <a:pt x="7325" y="7026"/>
                  <a:pt x="7656" y="6695"/>
                </a:cubicBezTo>
                <a:lnTo>
                  <a:pt x="10050" y="4301"/>
                </a:lnTo>
                <a:cubicBezTo>
                  <a:pt x="10712" y="3639"/>
                  <a:pt x="10712" y="2568"/>
                  <a:pt x="10050" y="1906"/>
                </a:cubicBezTo>
                <a:cubicBezTo>
                  <a:pt x="9719" y="1560"/>
                  <a:pt x="9286" y="1386"/>
                  <a:pt x="8853" y="1386"/>
                </a:cubicBezTo>
                <a:cubicBezTo>
                  <a:pt x="8420" y="1386"/>
                  <a:pt x="7987" y="1560"/>
                  <a:pt x="7656" y="1906"/>
                </a:cubicBezTo>
                <a:lnTo>
                  <a:pt x="6427" y="3103"/>
                </a:lnTo>
                <a:cubicBezTo>
                  <a:pt x="6243" y="3066"/>
                  <a:pt x="6058" y="3051"/>
                  <a:pt x="5874" y="3051"/>
                </a:cubicBezTo>
                <a:cubicBezTo>
                  <a:pt x="5743" y="3051"/>
                  <a:pt x="5613" y="3059"/>
                  <a:pt x="5482" y="3072"/>
                </a:cubicBezTo>
                <a:lnTo>
                  <a:pt x="7183" y="1371"/>
                </a:lnTo>
                <a:cubicBezTo>
                  <a:pt x="7656" y="898"/>
                  <a:pt x="8262" y="662"/>
                  <a:pt x="8869" y="662"/>
                </a:cubicBezTo>
                <a:close/>
                <a:moveTo>
                  <a:pt x="3686" y="6821"/>
                </a:moveTo>
                <a:cubicBezTo>
                  <a:pt x="3844" y="7136"/>
                  <a:pt x="4033" y="7420"/>
                  <a:pt x="4253" y="7672"/>
                </a:cubicBezTo>
                <a:cubicBezTo>
                  <a:pt x="4505" y="7924"/>
                  <a:pt x="4820" y="8144"/>
                  <a:pt x="5135" y="8270"/>
                </a:cubicBezTo>
                <a:lnTo>
                  <a:pt x="4096" y="9278"/>
                </a:lnTo>
                <a:cubicBezTo>
                  <a:pt x="3907" y="9483"/>
                  <a:pt x="3647" y="9585"/>
                  <a:pt x="3383" y="9585"/>
                </a:cubicBezTo>
                <a:cubicBezTo>
                  <a:pt x="3119" y="9585"/>
                  <a:pt x="2851" y="9483"/>
                  <a:pt x="2647" y="9278"/>
                </a:cubicBezTo>
                <a:cubicBezTo>
                  <a:pt x="2269" y="8900"/>
                  <a:pt x="2269" y="8239"/>
                  <a:pt x="2647" y="7829"/>
                </a:cubicBezTo>
                <a:lnTo>
                  <a:pt x="3686" y="6821"/>
                </a:lnTo>
                <a:close/>
                <a:moveTo>
                  <a:pt x="5844" y="3718"/>
                </a:moveTo>
                <a:cubicBezTo>
                  <a:pt x="6451" y="3718"/>
                  <a:pt x="7057" y="3954"/>
                  <a:pt x="7530" y="4427"/>
                </a:cubicBezTo>
                <a:cubicBezTo>
                  <a:pt x="7782" y="4647"/>
                  <a:pt x="7971" y="4962"/>
                  <a:pt x="8097" y="5309"/>
                </a:cubicBezTo>
                <a:lnTo>
                  <a:pt x="7530" y="5876"/>
                </a:lnTo>
                <a:cubicBezTo>
                  <a:pt x="7498" y="5529"/>
                  <a:pt x="7341" y="5151"/>
                  <a:pt x="7057" y="4899"/>
                </a:cubicBezTo>
                <a:cubicBezTo>
                  <a:pt x="6726" y="4553"/>
                  <a:pt x="6293" y="4379"/>
                  <a:pt x="5860" y="4379"/>
                </a:cubicBezTo>
                <a:cubicBezTo>
                  <a:pt x="5427" y="4379"/>
                  <a:pt x="4994" y="4553"/>
                  <a:pt x="4663" y="4899"/>
                </a:cubicBezTo>
                <a:lnTo>
                  <a:pt x="2174" y="7357"/>
                </a:lnTo>
                <a:cubicBezTo>
                  <a:pt x="1512" y="8050"/>
                  <a:pt x="1512" y="9089"/>
                  <a:pt x="2174" y="9782"/>
                </a:cubicBezTo>
                <a:cubicBezTo>
                  <a:pt x="2505" y="10113"/>
                  <a:pt x="2938" y="10279"/>
                  <a:pt x="3371" y="10279"/>
                </a:cubicBezTo>
                <a:cubicBezTo>
                  <a:pt x="3804" y="10279"/>
                  <a:pt x="4238" y="10113"/>
                  <a:pt x="4568" y="9782"/>
                </a:cubicBezTo>
                <a:lnTo>
                  <a:pt x="5892" y="8459"/>
                </a:lnTo>
                <a:cubicBezTo>
                  <a:pt x="6122" y="8505"/>
                  <a:pt x="6336" y="8535"/>
                  <a:pt x="6570" y="8535"/>
                </a:cubicBezTo>
                <a:cubicBezTo>
                  <a:pt x="6656" y="8535"/>
                  <a:pt x="6744" y="8531"/>
                  <a:pt x="6837" y="8522"/>
                </a:cubicBezTo>
                <a:lnTo>
                  <a:pt x="6837" y="8522"/>
                </a:lnTo>
                <a:lnTo>
                  <a:pt x="5041" y="10286"/>
                </a:lnTo>
                <a:cubicBezTo>
                  <a:pt x="4568" y="10759"/>
                  <a:pt x="3962" y="10995"/>
                  <a:pt x="3355" y="10995"/>
                </a:cubicBezTo>
                <a:cubicBezTo>
                  <a:pt x="2749" y="10995"/>
                  <a:pt x="2143" y="10759"/>
                  <a:pt x="1670" y="10286"/>
                </a:cubicBezTo>
                <a:cubicBezTo>
                  <a:pt x="725" y="9341"/>
                  <a:pt x="725" y="7829"/>
                  <a:pt x="1670" y="6884"/>
                </a:cubicBezTo>
                <a:lnTo>
                  <a:pt x="4159" y="4427"/>
                </a:lnTo>
                <a:cubicBezTo>
                  <a:pt x="4631" y="3954"/>
                  <a:pt x="5238" y="3718"/>
                  <a:pt x="5844" y="3718"/>
                </a:cubicBezTo>
                <a:close/>
                <a:moveTo>
                  <a:pt x="8869" y="0"/>
                </a:moveTo>
                <a:cubicBezTo>
                  <a:pt x="8081" y="0"/>
                  <a:pt x="7294" y="299"/>
                  <a:pt x="6711" y="898"/>
                </a:cubicBezTo>
                <a:lnTo>
                  <a:pt x="1197" y="6411"/>
                </a:lnTo>
                <a:cubicBezTo>
                  <a:pt x="0" y="7609"/>
                  <a:pt x="0" y="9562"/>
                  <a:pt x="1197" y="10759"/>
                </a:cubicBezTo>
                <a:cubicBezTo>
                  <a:pt x="1812" y="11373"/>
                  <a:pt x="2599" y="11681"/>
                  <a:pt x="3379" y="11681"/>
                </a:cubicBezTo>
                <a:cubicBezTo>
                  <a:pt x="4159" y="11681"/>
                  <a:pt x="4931" y="11373"/>
                  <a:pt x="5514" y="10759"/>
                </a:cubicBezTo>
                <a:lnTo>
                  <a:pt x="11027" y="5246"/>
                </a:lnTo>
                <a:cubicBezTo>
                  <a:pt x="12256" y="4017"/>
                  <a:pt x="12256" y="2095"/>
                  <a:pt x="11027" y="898"/>
                </a:cubicBezTo>
                <a:cubicBezTo>
                  <a:pt x="10444" y="299"/>
                  <a:pt x="9656" y="0"/>
                  <a:pt x="886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281" name="Google Shape;11281;p137"/>
          <p:cNvGrpSpPr/>
          <p:nvPr/>
        </p:nvGrpSpPr>
        <p:grpSpPr>
          <a:xfrm>
            <a:off x="3537620" y="2688025"/>
            <a:ext cx="353587" cy="352617"/>
            <a:chOff x="-30805300" y="1938725"/>
            <a:chExt cx="291450" cy="290650"/>
          </a:xfrm>
        </p:grpSpPr>
        <p:sp>
          <p:nvSpPr>
            <p:cNvPr id="11282" name="Google Shape;11282;p137"/>
            <p:cNvSpPr/>
            <p:nvPr/>
          </p:nvSpPr>
          <p:spPr>
            <a:xfrm>
              <a:off x="-30805300" y="1938725"/>
              <a:ext cx="291450" cy="290650"/>
            </a:xfrm>
            <a:custGeom>
              <a:rect b="b" l="l" r="r" t="t"/>
              <a:pathLst>
                <a:path extrusionOk="0" h="11626" w="11658">
                  <a:moveTo>
                    <a:pt x="6806" y="694"/>
                  </a:moveTo>
                  <a:lnTo>
                    <a:pt x="6806" y="1450"/>
                  </a:lnTo>
                  <a:lnTo>
                    <a:pt x="6112" y="1450"/>
                  </a:lnTo>
                  <a:lnTo>
                    <a:pt x="6112" y="694"/>
                  </a:lnTo>
                  <a:close/>
                  <a:moveTo>
                    <a:pt x="10586" y="4821"/>
                  </a:moveTo>
                  <a:cubicBezTo>
                    <a:pt x="10807" y="4821"/>
                    <a:pt x="10964" y="5010"/>
                    <a:pt x="10964" y="5199"/>
                  </a:cubicBezTo>
                  <a:cubicBezTo>
                    <a:pt x="10964" y="5388"/>
                    <a:pt x="10807" y="5545"/>
                    <a:pt x="10586" y="5545"/>
                  </a:cubicBezTo>
                  <a:lnTo>
                    <a:pt x="8570" y="5545"/>
                  </a:lnTo>
                  <a:cubicBezTo>
                    <a:pt x="8349" y="5545"/>
                    <a:pt x="8192" y="5388"/>
                    <a:pt x="8192" y="5199"/>
                  </a:cubicBezTo>
                  <a:cubicBezTo>
                    <a:pt x="8192" y="5010"/>
                    <a:pt x="8349" y="4821"/>
                    <a:pt x="8570" y="4821"/>
                  </a:cubicBezTo>
                  <a:close/>
                  <a:moveTo>
                    <a:pt x="6459" y="3529"/>
                  </a:moveTo>
                  <a:cubicBezTo>
                    <a:pt x="7089" y="3529"/>
                    <a:pt x="7656" y="3844"/>
                    <a:pt x="7971" y="4411"/>
                  </a:cubicBezTo>
                  <a:cubicBezTo>
                    <a:pt x="7688" y="4600"/>
                    <a:pt x="7499" y="4915"/>
                    <a:pt x="7499" y="5262"/>
                  </a:cubicBezTo>
                  <a:cubicBezTo>
                    <a:pt x="7499" y="5388"/>
                    <a:pt x="7530" y="5545"/>
                    <a:pt x="7562" y="5672"/>
                  </a:cubicBezTo>
                  <a:cubicBezTo>
                    <a:pt x="7121" y="5703"/>
                    <a:pt x="6806" y="6113"/>
                    <a:pt x="6806" y="6585"/>
                  </a:cubicBezTo>
                  <a:cubicBezTo>
                    <a:pt x="6806" y="6680"/>
                    <a:pt x="6806" y="6774"/>
                    <a:pt x="6869" y="6900"/>
                  </a:cubicBezTo>
                  <a:cubicBezTo>
                    <a:pt x="6743" y="6932"/>
                    <a:pt x="6617" y="6932"/>
                    <a:pt x="6459" y="6932"/>
                  </a:cubicBezTo>
                  <a:cubicBezTo>
                    <a:pt x="5514" y="6932"/>
                    <a:pt x="4758" y="6176"/>
                    <a:pt x="4758" y="5230"/>
                  </a:cubicBezTo>
                  <a:cubicBezTo>
                    <a:pt x="4758" y="4285"/>
                    <a:pt x="5514" y="3529"/>
                    <a:pt x="6459" y="3529"/>
                  </a:cubicBezTo>
                  <a:close/>
                  <a:moveTo>
                    <a:pt x="9893" y="6207"/>
                  </a:moveTo>
                  <a:cubicBezTo>
                    <a:pt x="10082" y="6207"/>
                    <a:pt x="10240" y="6365"/>
                    <a:pt x="10240" y="6585"/>
                  </a:cubicBezTo>
                  <a:cubicBezTo>
                    <a:pt x="10240" y="6774"/>
                    <a:pt x="10082" y="6932"/>
                    <a:pt x="9893" y="6932"/>
                  </a:cubicBezTo>
                  <a:lnTo>
                    <a:pt x="7845" y="6932"/>
                  </a:lnTo>
                  <a:cubicBezTo>
                    <a:pt x="7656" y="6932"/>
                    <a:pt x="7499" y="6774"/>
                    <a:pt x="7499" y="6585"/>
                  </a:cubicBezTo>
                  <a:cubicBezTo>
                    <a:pt x="7499" y="6365"/>
                    <a:pt x="7656" y="6207"/>
                    <a:pt x="7845" y="6207"/>
                  </a:cubicBezTo>
                  <a:close/>
                  <a:moveTo>
                    <a:pt x="9231" y="7562"/>
                  </a:moveTo>
                  <a:cubicBezTo>
                    <a:pt x="9420" y="7562"/>
                    <a:pt x="9578" y="7719"/>
                    <a:pt x="9578" y="7908"/>
                  </a:cubicBezTo>
                  <a:cubicBezTo>
                    <a:pt x="9578" y="8097"/>
                    <a:pt x="9420" y="8255"/>
                    <a:pt x="9231" y="8255"/>
                  </a:cubicBezTo>
                  <a:lnTo>
                    <a:pt x="7845" y="8255"/>
                  </a:lnTo>
                  <a:cubicBezTo>
                    <a:pt x="7656" y="8255"/>
                    <a:pt x="7499" y="8097"/>
                    <a:pt x="7499" y="7908"/>
                  </a:cubicBezTo>
                  <a:cubicBezTo>
                    <a:pt x="7499" y="7719"/>
                    <a:pt x="7656" y="7562"/>
                    <a:pt x="7845" y="7562"/>
                  </a:cubicBezTo>
                  <a:close/>
                  <a:moveTo>
                    <a:pt x="6595" y="2171"/>
                  </a:moveTo>
                  <a:cubicBezTo>
                    <a:pt x="7889" y="2171"/>
                    <a:pt x="8963" y="3033"/>
                    <a:pt x="9389" y="4159"/>
                  </a:cubicBezTo>
                  <a:lnTo>
                    <a:pt x="8633" y="4159"/>
                  </a:lnTo>
                  <a:cubicBezTo>
                    <a:pt x="8223" y="3340"/>
                    <a:pt x="7404" y="2805"/>
                    <a:pt x="6459" y="2805"/>
                  </a:cubicBezTo>
                  <a:cubicBezTo>
                    <a:pt x="5136" y="2805"/>
                    <a:pt x="4065" y="3844"/>
                    <a:pt x="4065" y="5199"/>
                  </a:cubicBezTo>
                  <a:cubicBezTo>
                    <a:pt x="4065" y="6522"/>
                    <a:pt x="5136" y="7593"/>
                    <a:pt x="6459" y="7593"/>
                  </a:cubicBezTo>
                  <a:cubicBezTo>
                    <a:pt x="6617" y="7593"/>
                    <a:pt x="6743" y="7593"/>
                    <a:pt x="6900" y="7562"/>
                  </a:cubicBezTo>
                  <a:lnTo>
                    <a:pt x="6900" y="7562"/>
                  </a:lnTo>
                  <a:cubicBezTo>
                    <a:pt x="6869" y="7688"/>
                    <a:pt x="6806" y="7782"/>
                    <a:pt x="6806" y="7940"/>
                  </a:cubicBezTo>
                  <a:cubicBezTo>
                    <a:pt x="6806" y="8066"/>
                    <a:pt x="6806" y="8192"/>
                    <a:pt x="6869" y="8255"/>
                  </a:cubicBezTo>
                  <a:cubicBezTo>
                    <a:pt x="6743" y="8255"/>
                    <a:pt x="6585" y="8318"/>
                    <a:pt x="6459" y="8318"/>
                  </a:cubicBezTo>
                  <a:cubicBezTo>
                    <a:pt x="4758" y="8318"/>
                    <a:pt x="3403" y="6932"/>
                    <a:pt x="3403" y="5230"/>
                  </a:cubicBezTo>
                  <a:cubicBezTo>
                    <a:pt x="3403" y="3529"/>
                    <a:pt x="4758" y="2174"/>
                    <a:pt x="6459" y="2174"/>
                  </a:cubicBezTo>
                  <a:cubicBezTo>
                    <a:pt x="6505" y="2172"/>
                    <a:pt x="6550" y="2171"/>
                    <a:pt x="6595" y="2171"/>
                  </a:cubicBezTo>
                  <a:close/>
                  <a:moveTo>
                    <a:pt x="8538" y="8917"/>
                  </a:moveTo>
                  <a:cubicBezTo>
                    <a:pt x="8759" y="8917"/>
                    <a:pt x="8916" y="9074"/>
                    <a:pt x="8916" y="9295"/>
                  </a:cubicBezTo>
                  <a:cubicBezTo>
                    <a:pt x="8853" y="9484"/>
                    <a:pt x="8696" y="9641"/>
                    <a:pt x="8538" y="9641"/>
                  </a:cubicBezTo>
                  <a:lnTo>
                    <a:pt x="7877" y="9641"/>
                  </a:lnTo>
                  <a:cubicBezTo>
                    <a:pt x="7688" y="9641"/>
                    <a:pt x="7530" y="9484"/>
                    <a:pt x="7530" y="9295"/>
                  </a:cubicBezTo>
                  <a:cubicBezTo>
                    <a:pt x="7530" y="9074"/>
                    <a:pt x="7688" y="8917"/>
                    <a:pt x="7877" y="8917"/>
                  </a:cubicBezTo>
                  <a:close/>
                  <a:moveTo>
                    <a:pt x="3592" y="1765"/>
                  </a:moveTo>
                  <a:cubicBezTo>
                    <a:pt x="3655" y="2111"/>
                    <a:pt x="3655" y="2427"/>
                    <a:pt x="3592" y="2805"/>
                  </a:cubicBezTo>
                  <a:cubicBezTo>
                    <a:pt x="3025" y="3466"/>
                    <a:pt x="2710" y="4285"/>
                    <a:pt x="2710" y="5199"/>
                  </a:cubicBezTo>
                  <a:cubicBezTo>
                    <a:pt x="2710" y="7278"/>
                    <a:pt x="4411" y="8917"/>
                    <a:pt x="6459" y="8917"/>
                  </a:cubicBezTo>
                  <a:cubicBezTo>
                    <a:pt x="6585" y="8917"/>
                    <a:pt x="6743" y="8917"/>
                    <a:pt x="6869" y="8885"/>
                  </a:cubicBezTo>
                  <a:lnTo>
                    <a:pt x="6869" y="8885"/>
                  </a:lnTo>
                  <a:cubicBezTo>
                    <a:pt x="6806" y="9011"/>
                    <a:pt x="6774" y="9137"/>
                    <a:pt x="6774" y="9232"/>
                  </a:cubicBezTo>
                  <a:cubicBezTo>
                    <a:pt x="6774" y="9358"/>
                    <a:pt x="6806" y="9484"/>
                    <a:pt x="6806" y="9610"/>
                  </a:cubicBezTo>
                  <a:lnTo>
                    <a:pt x="4915" y="9610"/>
                  </a:lnTo>
                  <a:cubicBezTo>
                    <a:pt x="4537" y="9641"/>
                    <a:pt x="4096" y="9830"/>
                    <a:pt x="3781" y="10145"/>
                  </a:cubicBezTo>
                  <a:lnTo>
                    <a:pt x="3088" y="10870"/>
                  </a:lnTo>
                  <a:lnTo>
                    <a:pt x="788" y="8633"/>
                  </a:lnTo>
                  <a:lnTo>
                    <a:pt x="1544" y="7908"/>
                  </a:lnTo>
                  <a:cubicBezTo>
                    <a:pt x="1859" y="7593"/>
                    <a:pt x="2048" y="7152"/>
                    <a:pt x="2048" y="6680"/>
                  </a:cubicBezTo>
                  <a:lnTo>
                    <a:pt x="2048" y="3655"/>
                  </a:lnTo>
                  <a:cubicBezTo>
                    <a:pt x="2048" y="3592"/>
                    <a:pt x="2080" y="3498"/>
                    <a:pt x="2143" y="3435"/>
                  </a:cubicBezTo>
                  <a:lnTo>
                    <a:pt x="3592" y="1765"/>
                  </a:lnTo>
                  <a:close/>
                  <a:moveTo>
                    <a:pt x="5167" y="1"/>
                  </a:moveTo>
                  <a:cubicBezTo>
                    <a:pt x="4978" y="1"/>
                    <a:pt x="4821" y="158"/>
                    <a:pt x="4821" y="347"/>
                  </a:cubicBezTo>
                  <a:cubicBezTo>
                    <a:pt x="4821" y="536"/>
                    <a:pt x="4978" y="694"/>
                    <a:pt x="5167" y="694"/>
                  </a:cubicBezTo>
                  <a:lnTo>
                    <a:pt x="5514" y="694"/>
                  </a:lnTo>
                  <a:lnTo>
                    <a:pt x="5514" y="1576"/>
                  </a:lnTo>
                  <a:cubicBezTo>
                    <a:pt x="5136" y="1702"/>
                    <a:pt x="4726" y="1891"/>
                    <a:pt x="4380" y="2111"/>
                  </a:cubicBezTo>
                  <a:cubicBezTo>
                    <a:pt x="4380" y="1796"/>
                    <a:pt x="4317" y="1481"/>
                    <a:pt x="4222" y="1229"/>
                  </a:cubicBezTo>
                  <a:lnTo>
                    <a:pt x="4159" y="977"/>
                  </a:lnTo>
                  <a:cubicBezTo>
                    <a:pt x="4096" y="851"/>
                    <a:pt x="4033" y="788"/>
                    <a:pt x="3907" y="757"/>
                  </a:cubicBezTo>
                  <a:cubicBezTo>
                    <a:pt x="3872" y="739"/>
                    <a:pt x="3839" y="731"/>
                    <a:pt x="3808" y="731"/>
                  </a:cubicBezTo>
                  <a:cubicBezTo>
                    <a:pt x="3728" y="731"/>
                    <a:pt x="3660" y="783"/>
                    <a:pt x="3592" y="851"/>
                  </a:cubicBezTo>
                  <a:lnTo>
                    <a:pt x="1702" y="2962"/>
                  </a:lnTo>
                  <a:cubicBezTo>
                    <a:pt x="1544" y="3151"/>
                    <a:pt x="1418" y="3372"/>
                    <a:pt x="1418" y="3624"/>
                  </a:cubicBezTo>
                  <a:lnTo>
                    <a:pt x="1418" y="6648"/>
                  </a:lnTo>
                  <a:cubicBezTo>
                    <a:pt x="1418" y="6932"/>
                    <a:pt x="1292" y="7152"/>
                    <a:pt x="1103" y="7373"/>
                  </a:cubicBezTo>
                  <a:lnTo>
                    <a:pt x="127" y="8349"/>
                  </a:lnTo>
                  <a:cubicBezTo>
                    <a:pt x="64" y="8412"/>
                    <a:pt x="1" y="8507"/>
                    <a:pt x="1" y="8570"/>
                  </a:cubicBezTo>
                  <a:cubicBezTo>
                    <a:pt x="1" y="8664"/>
                    <a:pt x="32" y="8790"/>
                    <a:pt x="127" y="8822"/>
                  </a:cubicBezTo>
                  <a:lnTo>
                    <a:pt x="2867" y="11531"/>
                  </a:lnTo>
                  <a:cubicBezTo>
                    <a:pt x="2930" y="11594"/>
                    <a:pt x="3025" y="11626"/>
                    <a:pt x="3116" y="11626"/>
                  </a:cubicBezTo>
                  <a:cubicBezTo>
                    <a:pt x="3206" y="11626"/>
                    <a:pt x="3293" y="11594"/>
                    <a:pt x="3340" y="11531"/>
                  </a:cubicBezTo>
                  <a:lnTo>
                    <a:pt x="4348" y="10555"/>
                  </a:lnTo>
                  <a:cubicBezTo>
                    <a:pt x="4537" y="10366"/>
                    <a:pt x="4758" y="10240"/>
                    <a:pt x="5041" y="10240"/>
                  </a:cubicBezTo>
                  <a:lnTo>
                    <a:pt x="8601" y="10240"/>
                  </a:lnTo>
                  <a:cubicBezTo>
                    <a:pt x="9137" y="10240"/>
                    <a:pt x="9610" y="9767"/>
                    <a:pt x="9610" y="9200"/>
                  </a:cubicBezTo>
                  <a:cubicBezTo>
                    <a:pt x="9610" y="9106"/>
                    <a:pt x="9578" y="8948"/>
                    <a:pt x="9547" y="8822"/>
                  </a:cubicBezTo>
                  <a:cubicBezTo>
                    <a:pt x="9956" y="8696"/>
                    <a:pt x="10303" y="8318"/>
                    <a:pt x="10303" y="7845"/>
                  </a:cubicBezTo>
                  <a:cubicBezTo>
                    <a:pt x="10303" y="7719"/>
                    <a:pt x="10240" y="7562"/>
                    <a:pt x="10208" y="7436"/>
                  </a:cubicBezTo>
                  <a:cubicBezTo>
                    <a:pt x="10649" y="7310"/>
                    <a:pt x="10964" y="6932"/>
                    <a:pt x="10964" y="6459"/>
                  </a:cubicBezTo>
                  <a:cubicBezTo>
                    <a:pt x="10964" y="6333"/>
                    <a:pt x="10933" y="6176"/>
                    <a:pt x="10870" y="6050"/>
                  </a:cubicBezTo>
                  <a:cubicBezTo>
                    <a:pt x="11027" y="6018"/>
                    <a:pt x="11185" y="5955"/>
                    <a:pt x="11342" y="5798"/>
                  </a:cubicBezTo>
                  <a:cubicBezTo>
                    <a:pt x="11563" y="5577"/>
                    <a:pt x="11657" y="5325"/>
                    <a:pt x="11657" y="5041"/>
                  </a:cubicBezTo>
                  <a:cubicBezTo>
                    <a:pt x="11657" y="4758"/>
                    <a:pt x="11563" y="4474"/>
                    <a:pt x="11342" y="4285"/>
                  </a:cubicBezTo>
                  <a:cubicBezTo>
                    <a:pt x="11122" y="4285"/>
                    <a:pt x="10870" y="4159"/>
                    <a:pt x="10586" y="4159"/>
                  </a:cubicBezTo>
                  <a:lnTo>
                    <a:pt x="10145" y="4159"/>
                  </a:lnTo>
                  <a:cubicBezTo>
                    <a:pt x="9767" y="2899"/>
                    <a:pt x="8790" y="1922"/>
                    <a:pt x="7530" y="1576"/>
                  </a:cubicBezTo>
                  <a:lnTo>
                    <a:pt x="7530" y="694"/>
                  </a:lnTo>
                  <a:lnTo>
                    <a:pt x="7877" y="694"/>
                  </a:lnTo>
                  <a:cubicBezTo>
                    <a:pt x="8097" y="694"/>
                    <a:pt x="8255" y="536"/>
                    <a:pt x="8255" y="347"/>
                  </a:cubicBezTo>
                  <a:cubicBezTo>
                    <a:pt x="8255" y="158"/>
                    <a:pt x="8097" y="1"/>
                    <a:pt x="787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3" name="Google Shape;11283;p137"/>
            <p:cNvSpPr/>
            <p:nvPr/>
          </p:nvSpPr>
          <p:spPr>
            <a:xfrm>
              <a:off x="-30670625" y="2042700"/>
              <a:ext cx="35475" cy="35450"/>
            </a:xfrm>
            <a:custGeom>
              <a:rect b="b" l="l" r="r" t="t"/>
              <a:pathLst>
                <a:path extrusionOk="0" h="1418" w="1419">
                  <a:moveTo>
                    <a:pt x="1072" y="0"/>
                  </a:moveTo>
                  <a:cubicBezTo>
                    <a:pt x="883" y="0"/>
                    <a:pt x="725" y="158"/>
                    <a:pt x="725" y="378"/>
                  </a:cubicBezTo>
                  <a:lnTo>
                    <a:pt x="725" y="725"/>
                  </a:lnTo>
                  <a:lnTo>
                    <a:pt x="379" y="725"/>
                  </a:lnTo>
                  <a:cubicBezTo>
                    <a:pt x="158" y="725"/>
                    <a:pt x="1" y="882"/>
                    <a:pt x="1" y="1071"/>
                  </a:cubicBezTo>
                  <a:cubicBezTo>
                    <a:pt x="1" y="1260"/>
                    <a:pt x="158" y="1418"/>
                    <a:pt x="379" y="1418"/>
                  </a:cubicBezTo>
                  <a:lnTo>
                    <a:pt x="1041" y="1418"/>
                  </a:lnTo>
                  <a:cubicBezTo>
                    <a:pt x="1230" y="1418"/>
                    <a:pt x="1387" y="1260"/>
                    <a:pt x="1387" y="1071"/>
                  </a:cubicBezTo>
                  <a:lnTo>
                    <a:pt x="1387" y="410"/>
                  </a:lnTo>
                  <a:cubicBezTo>
                    <a:pt x="1419" y="158"/>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84" name="Google Shape;11284;p137"/>
          <p:cNvGrpSpPr/>
          <p:nvPr/>
        </p:nvGrpSpPr>
        <p:grpSpPr>
          <a:xfrm>
            <a:off x="3538105" y="3155952"/>
            <a:ext cx="352617" cy="353193"/>
            <a:chOff x="-30805300" y="2298675"/>
            <a:chExt cx="290650" cy="291125"/>
          </a:xfrm>
        </p:grpSpPr>
        <p:sp>
          <p:nvSpPr>
            <p:cNvPr id="11285" name="Google Shape;11285;p137"/>
            <p:cNvSpPr/>
            <p:nvPr/>
          </p:nvSpPr>
          <p:spPr>
            <a:xfrm>
              <a:off x="-30720225" y="2419175"/>
              <a:ext cx="17350" cy="17350"/>
            </a:xfrm>
            <a:custGeom>
              <a:rect b="b" l="l" r="r" t="t"/>
              <a:pathLst>
                <a:path extrusionOk="0" h="694" w="694">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6" name="Google Shape;11286;p137"/>
            <p:cNvSpPr/>
            <p:nvPr/>
          </p:nvSpPr>
          <p:spPr>
            <a:xfrm>
              <a:off x="-30635175" y="2453250"/>
              <a:ext cx="87450" cy="69125"/>
            </a:xfrm>
            <a:custGeom>
              <a:rect b="b" l="l" r="r" t="t"/>
              <a:pathLst>
                <a:path extrusionOk="0" h="2765" w="3498">
                  <a:moveTo>
                    <a:pt x="3124" y="0"/>
                  </a:moveTo>
                  <a:cubicBezTo>
                    <a:pt x="3033" y="0"/>
                    <a:pt x="2946" y="40"/>
                    <a:pt x="2899" y="118"/>
                  </a:cubicBezTo>
                  <a:lnTo>
                    <a:pt x="1040" y="1946"/>
                  </a:lnTo>
                  <a:lnTo>
                    <a:pt x="599" y="1505"/>
                  </a:lnTo>
                  <a:cubicBezTo>
                    <a:pt x="536" y="1442"/>
                    <a:pt x="450" y="1410"/>
                    <a:pt x="363" y="1410"/>
                  </a:cubicBezTo>
                  <a:cubicBezTo>
                    <a:pt x="276" y="1410"/>
                    <a:pt x="190" y="1442"/>
                    <a:pt x="127" y="1505"/>
                  </a:cubicBezTo>
                  <a:cubicBezTo>
                    <a:pt x="1" y="1631"/>
                    <a:pt x="1" y="1851"/>
                    <a:pt x="127" y="1977"/>
                  </a:cubicBezTo>
                  <a:lnTo>
                    <a:pt x="788" y="2639"/>
                  </a:lnTo>
                  <a:cubicBezTo>
                    <a:pt x="883" y="2733"/>
                    <a:pt x="977" y="2765"/>
                    <a:pt x="1040" y="2765"/>
                  </a:cubicBezTo>
                  <a:cubicBezTo>
                    <a:pt x="1103" y="2765"/>
                    <a:pt x="1198" y="2733"/>
                    <a:pt x="1261" y="2639"/>
                  </a:cubicBezTo>
                  <a:lnTo>
                    <a:pt x="3372" y="591"/>
                  </a:lnTo>
                  <a:cubicBezTo>
                    <a:pt x="3498" y="496"/>
                    <a:pt x="3498" y="244"/>
                    <a:pt x="3372" y="118"/>
                  </a:cubicBezTo>
                  <a:cubicBezTo>
                    <a:pt x="3309" y="40"/>
                    <a:pt x="3214" y="0"/>
                    <a:pt x="312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7" name="Google Shape;11287;p137"/>
            <p:cNvSpPr/>
            <p:nvPr/>
          </p:nvSpPr>
          <p:spPr>
            <a:xfrm>
              <a:off x="-30805300" y="2298675"/>
              <a:ext cx="290650" cy="291125"/>
            </a:xfrm>
            <a:custGeom>
              <a:rect b="b" l="l" r="r" t="t"/>
              <a:pathLst>
                <a:path extrusionOk="0" h="11645" w="11626">
                  <a:moveTo>
                    <a:pt x="5797" y="630"/>
                  </a:moveTo>
                  <a:cubicBezTo>
                    <a:pt x="6333" y="630"/>
                    <a:pt x="6806" y="1103"/>
                    <a:pt x="6806" y="1670"/>
                  </a:cubicBezTo>
                  <a:lnTo>
                    <a:pt x="6806" y="4096"/>
                  </a:lnTo>
                  <a:lnTo>
                    <a:pt x="6459" y="4096"/>
                  </a:lnTo>
                  <a:cubicBezTo>
                    <a:pt x="5514" y="4096"/>
                    <a:pt x="4758" y="4852"/>
                    <a:pt x="4758" y="5797"/>
                  </a:cubicBezTo>
                  <a:lnTo>
                    <a:pt x="4758" y="6144"/>
                  </a:lnTo>
                  <a:lnTo>
                    <a:pt x="3088" y="6144"/>
                  </a:lnTo>
                  <a:lnTo>
                    <a:pt x="3088" y="6207"/>
                  </a:lnTo>
                  <a:cubicBezTo>
                    <a:pt x="2993" y="6207"/>
                    <a:pt x="2930" y="6238"/>
                    <a:pt x="2836" y="6270"/>
                  </a:cubicBezTo>
                  <a:lnTo>
                    <a:pt x="2017" y="7057"/>
                  </a:lnTo>
                  <a:lnTo>
                    <a:pt x="2017" y="6490"/>
                  </a:lnTo>
                  <a:cubicBezTo>
                    <a:pt x="2017" y="6301"/>
                    <a:pt x="1859" y="6144"/>
                    <a:pt x="1670" y="6144"/>
                  </a:cubicBezTo>
                  <a:cubicBezTo>
                    <a:pt x="1103" y="6144"/>
                    <a:pt x="631" y="5671"/>
                    <a:pt x="631" y="5136"/>
                  </a:cubicBezTo>
                  <a:lnTo>
                    <a:pt x="631" y="1670"/>
                  </a:lnTo>
                  <a:cubicBezTo>
                    <a:pt x="631" y="1103"/>
                    <a:pt x="1103" y="630"/>
                    <a:pt x="1670" y="630"/>
                  </a:cubicBezTo>
                  <a:close/>
                  <a:moveTo>
                    <a:pt x="9925" y="4852"/>
                  </a:moveTo>
                  <a:cubicBezTo>
                    <a:pt x="10492" y="4852"/>
                    <a:pt x="10964" y="5325"/>
                    <a:pt x="10964" y="5860"/>
                  </a:cubicBezTo>
                  <a:lnTo>
                    <a:pt x="10964" y="8601"/>
                  </a:lnTo>
                  <a:cubicBezTo>
                    <a:pt x="10964" y="9137"/>
                    <a:pt x="10492" y="9609"/>
                    <a:pt x="9925" y="9609"/>
                  </a:cubicBezTo>
                  <a:lnTo>
                    <a:pt x="8538" y="9609"/>
                  </a:lnTo>
                  <a:cubicBezTo>
                    <a:pt x="8475" y="9609"/>
                    <a:pt x="8349" y="9672"/>
                    <a:pt x="8318" y="9735"/>
                  </a:cubicBezTo>
                  <a:lnTo>
                    <a:pt x="7530" y="10523"/>
                  </a:lnTo>
                  <a:lnTo>
                    <a:pt x="7530" y="9987"/>
                  </a:lnTo>
                  <a:cubicBezTo>
                    <a:pt x="7530" y="9767"/>
                    <a:pt x="7373" y="9609"/>
                    <a:pt x="7184" y="9609"/>
                  </a:cubicBezTo>
                  <a:lnTo>
                    <a:pt x="6491" y="9609"/>
                  </a:lnTo>
                  <a:cubicBezTo>
                    <a:pt x="5955" y="9609"/>
                    <a:pt x="5482" y="9137"/>
                    <a:pt x="5482" y="8601"/>
                  </a:cubicBezTo>
                  <a:lnTo>
                    <a:pt x="5482" y="5860"/>
                  </a:lnTo>
                  <a:cubicBezTo>
                    <a:pt x="5482" y="5325"/>
                    <a:pt x="5955" y="4852"/>
                    <a:pt x="6491" y="4852"/>
                  </a:cubicBezTo>
                  <a:close/>
                  <a:moveTo>
                    <a:pt x="1702" y="0"/>
                  </a:moveTo>
                  <a:cubicBezTo>
                    <a:pt x="757" y="0"/>
                    <a:pt x="1" y="756"/>
                    <a:pt x="1" y="1702"/>
                  </a:cubicBezTo>
                  <a:lnTo>
                    <a:pt x="1" y="5167"/>
                  </a:lnTo>
                  <a:cubicBezTo>
                    <a:pt x="1" y="5986"/>
                    <a:pt x="599" y="6711"/>
                    <a:pt x="1387" y="6868"/>
                  </a:cubicBezTo>
                  <a:lnTo>
                    <a:pt x="1387" y="7940"/>
                  </a:lnTo>
                  <a:cubicBezTo>
                    <a:pt x="1387" y="8034"/>
                    <a:pt x="1450" y="8192"/>
                    <a:pt x="1576" y="8255"/>
                  </a:cubicBezTo>
                  <a:cubicBezTo>
                    <a:pt x="1618" y="8265"/>
                    <a:pt x="1663" y="8272"/>
                    <a:pt x="1708" y="8272"/>
                  </a:cubicBezTo>
                  <a:cubicBezTo>
                    <a:pt x="1796" y="8272"/>
                    <a:pt x="1880" y="8244"/>
                    <a:pt x="1922" y="8160"/>
                  </a:cubicBezTo>
                  <a:lnTo>
                    <a:pt x="3246" y="6900"/>
                  </a:lnTo>
                  <a:lnTo>
                    <a:pt x="4821" y="6900"/>
                  </a:lnTo>
                  <a:lnTo>
                    <a:pt x="4821" y="8601"/>
                  </a:lnTo>
                  <a:cubicBezTo>
                    <a:pt x="4821" y="9546"/>
                    <a:pt x="5545" y="10302"/>
                    <a:pt x="6491" y="10302"/>
                  </a:cubicBezTo>
                  <a:lnTo>
                    <a:pt x="6869" y="10302"/>
                  </a:lnTo>
                  <a:lnTo>
                    <a:pt x="6869" y="11311"/>
                  </a:lnTo>
                  <a:cubicBezTo>
                    <a:pt x="6869" y="11468"/>
                    <a:pt x="6932" y="11594"/>
                    <a:pt x="7058" y="11626"/>
                  </a:cubicBezTo>
                  <a:cubicBezTo>
                    <a:pt x="7104" y="11637"/>
                    <a:pt x="7154" y="11644"/>
                    <a:pt x="7202" y="11644"/>
                  </a:cubicBezTo>
                  <a:cubicBezTo>
                    <a:pt x="7286" y="11644"/>
                    <a:pt x="7364" y="11623"/>
                    <a:pt x="7404" y="11563"/>
                  </a:cubicBezTo>
                  <a:lnTo>
                    <a:pt x="8664" y="10302"/>
                  </a:lnTo>
                  <a:lnTo>
                    <a:pt x="9925" y="10302"/>
                  </a:lnTo>
                  <a:cubicBezTo>
                    <a:pt x="10870" y="10302"/>
                    <a:pt x="11626" y="9546"/>
                    <a:pt x="11626" y="8601"/>
                  </a:cubicBezTo>
                  <a:lnTo>
                    <a:pt x="11626" y="5892"/>
                  </a:lnTo>
                  <a:cubicBezTo>
                    <a:pt x="11626" y="4884"/>
                    <a:pt x="10870" y="4159"/>
                    <a:pt x="9925" y="4159"/>
                  </a:cubicBezTo>
                  <a:lnTo>
                    <a:pt x="7530" y="4159"/>
                  </a:lnTo>
                  <a:lnTo>
                    <a:pt x="7530" y="1702"/>
                  </a:lnTo>
                  <a:cubicBezTo>
                    <a:pt x="7530" y="756"/>
                    <a:pt x="6774" y="0"/>
                    <a:pt x="58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8" name="Google Shape;11288;p137"/>
            <p:cNvSpPr/>
            <p:nvPr/>
          </p:nvSpPr>
          <p:spPr>
            <a:xfrm>
              <a:off x="-30737575" y="2332550"/>
              <a:ext cx="53600" cy="69325"/>
            </a:xfrm>
            <a:custGeom>
              <a:rect b="b" l="l" r="r" t="t"/>
              <a:pathLst>
                <a:path extrusionOk="0" h="2773" w="2144">
                  <a:moveTo>
                    <a:pt x="1041" y="0"/>
                  </a:moveTo>
                  <a:cubicBezTo>
                    <a:pt x="474" y="0"/>
                    <a:pt x="1" y="473"/>
                    <a:pt x="1" y="1008"/>
                  </a:cubicBezTo>
                  <a:cubicBezTo>
                    <a:pt x="1" y="1197"/>
                    <a:pt x="158" y="1355"/>
                    <a:pt x="379" y="1355"/>
                  </a:cubicBezTo>
                  <a:cubicBezTo>
                    <a:pt x="568" y="1355"/>
                    <a:pt x="726" y="1197"/>
                    <a:pt x="726" y="1008"/>
                  </a:cubicBezTo>
                  <a:cubicBezTo>
                    <a:pt x="726" y="819"/>
                    <a:pt x="883" y="662"/>
                    <a:pt x="1072" y="662"/>
                  </a:cubicBezTo>
                  <a:cubicBezTo>
                    <a:pt x="1293" y="662"/>
                    <a:pt x="1450" y="819"/>
                    <a:pt x="1450" y="1008"/>
                  </a:cubicBezTo>
                  <a:cubicBezTo>
                    <a:pt x="1450" y="1103"/>
                    <a:pt x="1324" y="1292"/>
                    <a:pt x="1198" y="1323"/>
                  </a:cubicBezTo>
                  <a:cubicBezTo>
                    <a:pt x="915" y="1449"/>
                    <a:pt x="757" y="1701"/>
                    <a:pt x="757" y="1953"/>
                  </a:cubicBezTo>
                  <a:lnTo>
                    <a:pt x="757" y="2426"/>
                  </a:lnTo>
                  <a:cubicBezTo>
                    <a:pt x="757" y="2615"/>
                    <a:pt x="915" y="2772"/>
                    <a:pt x="1135" y="2772"/>
                  </a:cubicBezTo>
                  <a:cubicBezTo>
                    <a:pt x="1324" y="2772"/>
                    <a:pt x="1482" y="2615"/>
                    <a:pt x="1482" y="2426"/>
                  </a:cubicBezTo>
                  <a:lnTo>
                    <a:pt x="1482" y="1953"/>
                  </a:lnTo>
                  <a:cubicBezTo>
                    <a:pt x="1860" y="1796"/>
                    <a:pt x="2143" y="1418"/>
                    <a:pt x="2143" y="1008"/>
                  </a:cubicBezTo>
                  <a:cubicBezTo>
                    <a:pt x="2049" y="473"/>
                    <a:pt x="1576" y="0"/>
                    <a:pt x="104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89" name="Google Shape;11289;p137"/>
          <p:cNvGrpSpPr/>
          <p:nvPr/>
        </p:nvGrpSpPr>
        <p:grpSpPr>
          <a:xfrm>
            <a:off x="3537635" y="3616136"/>
            <a:ext cx="353557" cy="353557"/>
            <a:chOff x="-30806075" y="2657050"/>
            <a:chExt cx="291425" cy="291425"/>
          </a:xfrm>
        </p:grpSpPr>
        <p:sp>
          <p:nvSpPr>
            <p:cNvPr id="11290" name="Google Shape;11290;p137"/>
            <p:cNvSpPr/>
            <p:nvPr/>
          </p:nvSpPr>
          <p:spPr>
            <a:xfrm>
              <a:off x="-30806075" y="2657050"/>
              <a:ext cx="291425" cy="291425"/>
            </a:xfrm>
            <a:custGeom>
              <a:rect b="b" l="l" r="r" t="t"/>
              <a:pathLst>
                <a:path extrusionOk="0" h="11657" w="11657">
                  <a:moveTo>
                    <a:pt x="5828" y="693"/>
                  </a:moveTo>
                  <a:cubicBezTo>
                    <a:pt x="8664" y="693"/>
                    <a:pt x="10995" y="2993"/>
                    <a:pt x="10995" y="5828"/>
                  </a:cubicBezTo>
                  <a:cubicBezTo>
                    <a:pt x="10995" y="8664"/>
                    <a:pt x="8664" y="10995"/>
                    <a:pt x="5828" y="10995"/>
                  </a:cubicBezTo>
                  <a:cubicBezTo>
                    <a:pt x="2993" y="10995"/>
                    <a:pt x="662" y="8664"/>
                    <a:pt x="662" y="5828"/>
                  </a:cubicBezTo>
                  <a:cubicBezTo>
                    <a:pt x="662" y="2993"/>
                    <a:pt x="2993" y="693"/>
                    <a:pt x="5828" y="693"/>
                  </a:cubicBezTo>
                  <a:close/>
                  <a:moveTo>
                    <a:pt x="5828" y="0"/>
                  </a:moveTo>
                  <a:cubicBezTo>
                    <a:pt x="2583" y="0"/>
                    <a:pt x="0" y="2646"/>
                    <a:pt x="0" y="5828"/>
                  </a:cubicBezTo>
                  <a:cubicBezTo>
                    <a:pt x="0" y="9073"/>
                    <a:pt x="2646" y="11657"/>
                    <a:pt x="5828" y="11657"/>
                  </a:cubicBezTo>
                  <a:cubicBezTo>
                    <a:pt x="9042" y="11657"/>
                    <a:pt x="11657" y="9042"/>
                    <a:pt x="11657" y="5828"/>
                  </a:cubicBezTo>
                  <a:cubicBezTo>
                    <a:pt x="11657" y="2646"/>
                    <a:pt x="9042" y="0"/>
                    <a:pt x="582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1" name="Google Shape;11291;p137"/>
            <p:cNvSpPr/>
            <p:nvPr/>
          </p:nvSpPr>
          <p:spPr>
            <a:xfrm>
              <a:off x="-30771425" y="2692475"/>
              <a:ext cx="222125" cy="222925"/>
            </a:xfrm>
            <a:custGeom>
              <a:rect b="b" l="l" r="r" t="t"/>
              <a:pathLst>
                <a:path extrusionOk="0" h="8917" w="8885">
                  <a:moveTo>
                    <a:pt x="4442" y="725"/>
                  </a:moveTo>
                  <a:cubicBezTo>
                    <a:pt x="6522" y="725"/>
                    <a:pt x="8192" y="2427"/>
                    <a:pt x="8192" y="4474"/>
                  </a:cubicBezTo>
                  <a:cubicBezTo>
                    <a:pt x="8192" y="6522"/>
                    <a:pt x="6522" y="8192"/>
                    <a:pt x="4442" y="8192"/>
                  </a:cubicBezTo>
                  <a:cubicBezTo>
                    <a:pt x="2363" y="8192"/>
                    <a:pt x="693" y="6522"/>
                    <a:pt x="693" y="4474"/>
                  </a:cubicBezTo>
                  <a:cubicBezTo>
                    <a:pt x="693" y="2427"/>
                    <a:pt x="2395" y="725"/>
                    <a:pt x="4442" y="725"/>
                  </a:cubicBezTo>
                  <a:close/>
                  <a:moveTo>
                    <a:pt x="4442" y="1"/>
                  </a:moveTo>
                  <a:cubicBezTo>
                    <a:pt x="1985" y="1"/>
                    <a:pt x="0" y="2017"/>
                    <a:pt x="0" y="4474"/>
                  </a:cubicBezTo>
                  <a:cubicBezTo>
                    <a:pt x="0" y="6900"/>
                    <a:pt x="1985" y="8917"/>
                    <a:pt x="4442" y="8917"/>
                  </a:cubicBezTo>
                  <a:cubicBezTo>
                    <a:pt x="6868" y="8917"/>
                    <a:pt x="8885" y="6900"/>
                    <a:pt x="8885" y="4474"/>
                  </a:cubicBezTo>
                  <a:cubicBezTo>
                    <a:pt x="8885" y="2017"/>
                    <a:pt x="6868" y="1"/>
                    <a:pt x="444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2" name="Google Shape;11292;p137"/>
            <p:cNvSpPr/>
            <p:nvPr/>
          </p:nvSpPr>
          <p:spPr>
            <a:xfrm>
              <a:off x="-30669050" y="2726350"/>
              <a:ext cx="52025" cy="119150"/>
            </a:xfrm>
            <a:custGeom>
              <a:rect b="b" l="l" r="r" t="t"/>
              <a:pathLst>
                <a:path extrusionOk="0" h="4766" w="2081">
                  <a:moveTo>
                    <a:pt x="347" y="0"/>
                  </a:moveTo>
                  <a:cubicBezTo>
                    <a:pt x="158" y="0"/>
                    <a:pt x="1" y="158"/>
                    <a:pt x="1" y="347"/>
                  </a:cubicBezTo>
                  <a:lnTo>
                    <a:pt x="1" y="3056"/>
                  </a:lnTo>
                  <a:cubicBezTo>
                    <a:pt x="1" y="3151"/>
                    <a:pt x="32" y="3277"/>
                    <a:pt x="95" y="3308"/>
                  </a:cubicBezTo>
                  <a:lnTo>
                    <a:pt x="1482" y="4695"/>
                  </a:lnTo>
                  <a:cubicBezTo>
                    <a:pt x="1545" y="4742"/>
                    <a:pt x="1631" y="4766"/>
                    <a:pt x="1718" y="4766"/>
                  </a:cubicBezTo>
                  <a:cubicBezTo>
                    <a:pt x="1805" y="4766"/>
                    <a:pt x="1891" y="4742"/>
                    <a:pt x="1954" y="4695"/>
                  </a:cubicBezTo>
                  <a:cubicBezTo>
                    <a:pt x="2080" y="4569"/>
                    <a:pt x="2080" y="4317"/>
                    <a:pt x="1954" y="4222"/>
                  </a:cubicBezTo>
                  <a:lnTo>
                    <a:pt x="694" y="2962"/>
                  </a:lnTo>
                  <a:lnTo>
                    <a:pt x="694" y="347"/>
                  </a:ln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93" name="Google Shape;11293;p137"/>
          <p:cNvGrpSpPr/>
          <p:nvPr/>
        </p:nvGrpSpPr>
        <p:grpSpPr>
          <a:xfrm>
            <a:off x="2639681" y="4073943"/>
            <a:ext cx="353557" cy="353557"/>
            <a:chOff x="-30064925" y="2332550"/>
            <a:chExt cx="291425" cy="291425"/>
          </a:xfrm>
        </p:grpSpPr>
        <p:sp>
          <p:nvSpPr>
            <p:cNvPr id="11294" name="Google Shape;11294;p137"/>
            <p:cNvSpPr/>
            <p:nvPr/>
          </p:nvSpPr>
          <p:spPr>
            <a:xfrm>
              <a:off x="-30064925" y="2332550"/>
              <a:ext cx="291425" cy="291425"/>
            </a:xfrm>
            <a:custGeom>
              <a:rect b="b" l="l" r="r" t="t"/>
              <a:pathLst>
                <a:path extrusionOk="0" h="11657" w="11657">
                  <a:moveTo>
                    <a:pt x="5829" y="662"/>
                  </a:moveTo>
                  <a:cubicBezTo>
                    <a:pt x="8664" y="662"/>
                    <a:pt x="10995" y="2993"/>
                    <a:pt x="10995" y="5828"/>
                  </a:cubicBezTo>
                  <a:cubicBezTo>
                    <a:pt x="10995" y="8695"/>
                    <a:pt x="8664" y="10995"/>
                    <a:pt x="5829" y="10995"/>
                  </a:cubicBezTo>
                  <a:cubicBezTo>
                    <a:pt x="2993" y="10995"/>
                    <a:pt x="662" y="8664"/>
                    <a:pt x="662" y="5828"/>
                  </a:cubicBezTo>
                  <a:cubicBezTo>
                    <a:pt x="662" y="2993"/>
                    <a:pt x="2993" y="662"/>
                    <a:pt x="5829" y="662"/>
                  </a:cubicBezTo>
                  <a:close/>
                  <a:moveTo>
                    <a:pt x="5829" y="0"/>
                  </a:moveTo>
                  <a:cubicBezTo>
                    <a:pt x="2615" y="0"/>
                    <a:pt x="0" y="2615"/>
                    <a:pt x="0" y="5828"/>
                  </a:cubicBezTo>
                  <a:cubicBezTo>
                    <a:pt x="0" y="9042"/>
                    <a:pt x="2647" y="11657"/>
                    <a:pt x="5829" y="11657"/>
                  </a:cubicBezTo>
                  <a:cubicBezTo>
                    <a:pt x="9074" y="11657"/>
                    <a:pt x="11657" y="9010"/>
                    <a:pt x="11657" y="5828"/>
                  </a:cubicBezTo>
                  <a:cubicBezTo>
                    <a:pt x="11657" y="2646"/>
                    <a:pt x="9074" y="0"/>
                    <a:pt x="58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5" name="Google Shape;11295;p137"/>
            <p:cNvSpPr/>
            <p:nvPr/>
          </p:nvSpPr>
          <p:spPr>
            <a:xfrm>
              <a:off x="-29944425" y="2384525"/>
              <a:ext cx="51225" cy="51225"/>
            </a:xfrm>
            <a:custGeom>
              <a:rect b="b" l="l" r="r" t="t"/>
              <a:pathLst>
                <a:path extrusionOk="0" h="2049" w="2049">
                  <a:moveTo>
                    <a:pt x="1009" y="662"/>
                  </a:moveTo>
                  <a:cubicBezTo>
                    <a:pt x="1198" y="662"/>
                    <a:pt x="1355" y="819"/>
                    <a:pt x="1355" y="1040"/>
                  </a:cubicBezTo>
                  <a:cubicBezTo>
                    <a:pt x="1355" y="1229"/>
                    <a:pt x="1198" y="1387"/>
                    <a:pt x="1009" y="1387"/>
                  </a:cubicBezTo>
                  <a:cubicBezTo>
                    <a:pt x="820" y="1387"/>
                    <a:pt x="662" y="1229"/>
                    <a:pt x="662" y="1040"/>
                  </a:cubicBezTo>
                  <a:cubicBezTo>
                    <a:pt x="662" y="819"/>
                    <a:pt x="820" y="662"/>
                    <a:pt x="1009" y="662"/>
                  </a:cubicBezTo>
                  <a:close/>
                  <a:moveTo>
                    <a:pt x="1009" y="0"/>
                  </a:moveTo>
                  <a:cubicBezTo>
                    <a:pt x="473" y="0"/>
                    <a:pt x="0" y="473"/>
                    <a:pt x="0" y="1040"/>
                  </a:cubicBezTo>
                  <a:cubicBezTo>
                    <a:pt x="0" y="1576"/>
                    <a:pt x="473" y="2048"/>
                    <a:pt x="1009" y="2048"/>
                  </a:cubicBezTo>
                  <a:cubicBezTo>
                    <a:pt x="1576" y="2048"/>
                    <a:pt x="2048" y="1576"/>
                    <a:pt x="2048" y="1040"/>
                  </a:cubicBezTo>
                  <a:cubicBezTo>
                    <a:pt x="2048" y="473"/>
                    <a:pt x="1607" y="0"/>
                    <a:pt x="100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6" name="Google Shape;11296;p137"/>
            <p:cNvSpPr/>
            <p:nvPr/>
          </p:nvSpPr>
          <p:spPr>
            <a:xfrm>
              <a:off x="-29944425" y="2452250"/>
              <a:ext cx="51225" cy="119750"/>
            </a:xfrm>
            <a:custGeom>
              <a:rect b="b" l="l" r="r" t="t"/>
              <a:pathLst>
                <a:path extrusionOk="0" h="4790" w="2049">
                  <a:moveTo>
                    <a:pt x="1009" y="725"/>
                  </a:moveTo>
                  <a:cubicBezTo>
                    <a:pt x="1198" y="725"/>
                    <a:pt x="1355" y="883"/>
                    <a:pt x="1355" y="1072"/>
                  </a:cubicBezTo>
                  <a:lnTo>
                    <a:pt x="1355" y="3781"/>
                  </a:lnTo>
                  <a:cubicBezTo>
                    <a:pt x="1355" y="4002"/>
                    <a:pt x="1198" y="4159"/>
                    <a:pt x="1009" y="4159"/>
                  </a:cubicBezTo>
                  <a:cubicBezTo>
                    <a:pt x="820" y="4159"/>
                    <a:pt x="662" y="4002"/>
                    <a:pt x="662" y="3781"/>
                  </a:cubicBezTo>
                  <a:lnTo>
                    <a:pt x="662" y="1072"/>
                  </a:lnTo>
                  <a:cubicBezTo>
                    <a:pt x="662" y="883"/>
                    <a:pt x="820" y="725"/>
                    <a:pt x="1009" y="725"/>
                  </a:cubicBezTo>
                  <a:close/>
                  <a:moveTo>
                    <a:pt x="1009" y="1"/>
                  </a:moveTo>
                  <a:cubicBezTo>
                    <a:pt x="473" y="1"/>
                    <a:pt x="0" y="473"/>
                    <a:pt x="0" y="1040"/>
                  </a:cubicBezTo>
                  <a:lnTo>
                    <a:pt x="0" y="3750"/>
                  </a:lnTo>
                  <a:cubicBezTo>
                    <a:pt x="0" y="4317"/>
                    <a:pt x="473" y="4790"/>
                    <a:pt x="1009" y="4790"/>
                  </a:cubicBezTo>
                  <a:cubicBezTo>
                    <a:pt x="1576" y="4790"/>
                    <a:pt x="2048" y="4317"/>
                    <a:pt x="2048" y="3750"/>
                  </a:cubicBezTo>
                  <a:lnTo>
                    <a:pt x="2048" y="1040"/>
                  </a:lnTo>
                  <a:cubicBezTo>
                    <a:pt x="2048" y="473"/>
                    <a:pt x="1607" y="1"/>
                    <a:pt x="100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97" name="Google Shape;11297;p137"/>
          <p:cNvGrpSpPr/>
          <p:nvPr/>
        </p:nvGrpSpPr>
        <p:grpSpPr>
          <a:xfrm>
            <a:off x="3983068" y="2683443"/>
            <a:ext cx="348855" cy="347879"/>
            <a:chOff x="2821450" y="2957850"/>
            <a:chExt cx="259275" cy="258550"/>
          </a:xfrm>
        </p:grpSpPr>
        <p:sp>
          <p:nvSpPr>
            <p:cNvPr id="11298" name="Google Shape;11298;p137"/>
            <p:cNvSpPr/>
            <p:nvPr/>
          </p:nvSpPr>
          <p:spPr>
            <a:xfrm>
              <a:off x="2821450" y="3080500"/>
              <a:ext cx="259275" cy="135900"/>
            </a:xfrm>
            <a:custGeom>
              <a:rect b="b" l="l" r="r" t="t"/>
              <a:pathLst>
                <a:path extrusionOk="0" h="5436" w="10371">
                  <a:moveTo>
                    <a:pt x="2677" y="585"/>
                  </a:moveTo>
                  <a:cubicBezTo>
                    <a:pt x="3151" y="585"/>
                    <a:pt x="3569" y="1004"/>
                    <a:pt x="3569" y="1505"/>
                  </a:cubicBezTo>
                  <a:cubicBezTo>
                    <a:pt x="3569" y="1979"/>
                    <a:pt x="3151" y="2397"/>
                    <a:pt x="2677" y="2397"/>
                  </a:cubicBezTo>
                  <a:cubicBezTo>
                    <a:pt x="2147" y="2397"/>
                    <a:pt x="1757" y="1979"/>
                    <a:pt x="1757" y="1505"/>
                  </a:cubicBezTo>
                  <a:cubicBezTo>
                    <a:pt x="1757" y="1004"/>
                    <a:pt x="2175" y="585"/>
                    <a:pt x="2677" y="585"/>
                  </a:cubicBezTo>
                  <a:close/>
                  <a:moveTo>
                    <a:pt x="7555" y="585"/>
                  </a:moveTo>
                  <a:cubicBezTo>
                    <a:pt x="8029" y="585"/>
                    <a:pt x="8447" y="1004"/>
                    <a:pt x="8447" y="1505"/>
                  </a:cubicBezTo>
                  <a:cubicBezTo>
                    <a:pt x="8447" y="1979"/>
                    <a:pt x="8029" y="2397"/>
                    <a:pt x="7555" y="2397"/>
                  </a:cubicBezTo>
                  <a:cubicBezTo>
                    <a:pt x="7025" y="2397"/>
                    <a:pt x="6635" y="1979"/>
                    <a:pt x="6635" y="1505"/>
                  </a:cubicBezTo>
                  <a:cubicBezTo>
                    <a:pt x="6635" y="1004"/>
                    <a:pt x="7053" y="585"/>
                    <a:pt x="7555" y="585"/>
                  </a:cubicBezTo>
                  <a:close/>
                  <a:moveTo>
                    <a:pt x="2677" y="2983"/>
                  </a:moveTo>
                  <a:cubicBezTo>
                    <a:pt x="3736" y="2983"/>
                    <a:pt x="4628" y="3791"/>
                    <a:pt x="4795" y="4795"/>
                  </a:cubicBezTo>
                  <a:lnTo>
                    <a:pt x="586" y="4795"/>
                  </a:lnTo>
                  <a:cubicBezTo>
                    <a:pt x="698" y="3791"/>
                    <a:pt x="1618" y="2983"/>
                    <a:pt x="2677" y="2983"/>
                  </a:cubicBezTo>
                  <a:close/>
                  <a:moveTo>
                    <a:pt x="7555" y="2983"/>
                  </a:moveTo>
                  <a:cubicBezTo>
                    <a:pt x="8614" y="2983"/>
                    <a:pt x="9506" y="3791"/>
                    <a:pt x="9646" y="4795"/>
                  </a:cubicBezTo>
                  <a:lnTo>
                    <a:pt x="5409" y="4795"/>
                  </a:lnTo>
                  <a:cubicBezTo>
                    <a:pt x="5548" y="3791"/>
                    <a:pt x="6468" y="2983"/>
                    <a:pt x="7555" y="2983"/>
                  </a:cubicBezTo>
                  <a:close/>
                  <a:moveTo>
                    <a:pt x="2733" y="0"/>
                  </a:moveTo>
                  <a:cubicBezTo>
                    <a:pt x="1896" y="0"/>
                    <a:pt x="1227" y="669"/>
                    <a:pt x="1227" y="1505"/>
                  </a:cubicBezTo>
                  <a:cubicBezTo>
                    <a:pt x="1227" y="1951"/>
                    <a:pt x="1395" y="2342"/>
                    <a:pt x="1729" y="2620"/>
                  </a:cubicBezTo>
                  <a:cubicBezTo>
                    <a:pt x="698" y="3039"/>
                    <a:pt x="1" y="4014"/>
                    <a:pt x="1" y="5129"/>
                  </a:cubicBezTo>
                  <a:cubicBezTo>
                    <a:pt x="1" y="5296"/>
                    <a:pt x="140" y="5436"/>
                    <a:pt x="335" y="5436"/>
                  </a:cubicBezTo>
                  <a:lnTo>
                    <a:pt x="10036" y="5436"/>
                  </a:lnTo>
                  <a:cubicBezTo>
                    <a:pt x="10231" y="5436"/>
                    <a:pt x="10370" y="5296"/>
                    <a:pt x="10370" y="5129"/>
                  </a:cubicBezTo>
                  <a:cubicBezTo>
                    <a:pt x="10259" y="3958"/>
                    <a:pt x="9562" y="2983"/>
                    <a:pt x="8559" y="2620"/>
                  </a:cubicBezTo>
                  <a:cubicBezTo>
                    <a:pt x="8865" y="2342"/>
                    <a:pt x="9032" y="1951"/>
                    <a:pt x="9032" y="1505"/>
                  </a:cubicBezTo>
                  <a:cubicBezTo>
                    <a:pt x="9032" y="669"/>
                    <a:pt x="8391" y="0"/>
                    <a:pt x="7555" y="0"/>
                  </a:cubicBezTo>
                  <a:cubicBezTo>
                    <a:pt x="6719" y="0"/>
                    <a:pt x="6050" y="669"/>
                    <a:pt x="6050" y="1505"/>
                  </a:cubicBezTo>
                  <a:cubicBezTo>
                    <a:pt x="6050" y="1951"/>
                    <a:pt x="6217" y="2342"/>
                    <a:pt x="6524" y="2620"/>
                  </a:cubicBezTo>
                  <a:cubicBezTo>
                    <a:pt x="5910" y="2843"/>
                    <a:pt x="5409" y="3317"/>
                    <a:pt x="5130" y="3903"/>
                  </a:cubicBezTo>
                  <a:cubicBezTo>
                    <a:pt x="4823" y="3317"/>
                    <a:pt x="4322" y="2843"/>
                    <a:pt x="3736" y="2620"/>
                  </a:cubicBezTo>
                  <a:cubicBezTo>
                    <a:pt x="4043" y="2342"/>
                    <a:pt x="4238" y="1951"/>
                    <a:pt x="4238" y="1505"/>
                  </a:cubicBezTo>
                  <a:cubicBezTo>
                    <a:pt x="4238" y="669"/>
                    <a:pt x="3569" y="0"/>
                    <a:pt x="27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9" name="Google Shape;11299;p137"/>
            <p:cNvSpPr/>
            <p:nvPr/>
          </p:nvSpPr>
          <p:spPr>
            <a:xfrm>
              <a:off x="2831900" y="2957850"/>
              <a:ext cx="228625" cy="106350"/>
            </a:xfrm>
            <a:custGeom>
              <a:rect b="b" l="l" r="r" t="t"/>
              <a:pathLst>
                <a:path extrusionOk="0" h="4254" w="9145">
                  <a:moveTo>
                    <a:pt x="8336" y="585"/>
                  </a:moveTo>
                  <a:cubicBezTo>
                    <a:pt x="8531" y="585"/>
                    <a:pt x="8642" y="725"/>
                    <a:pt x="8642" y="892"/>
                  </a:cubicBezTo>
                  <a:lnTo>
                    <a:pt x="8642" y="2119"/>
                  </a:lnTo>
                  <a:cubicBezTo>
                    <a:pt x="8642" y="2286"/>
                    <a:pt x="8531" y="2425"/>
                    <a:pt x="8336" y="2425"/>
                  </a:cubicBezTo>
                  <a:lnTo>
                    <a:pt x="7137" y="2425"/>
                  </a:lnTo>
                  <a:cubicBezTo>
                    <a:pt x="6942" y="2425"/>
                    <a:pt x="6803" y="2565"/>
                    <a:pt x="6803" y="2732"/>
                  </a:cubicBezTo>
                  <a:lnTo>
                    <a:pt x="6803" y="3234"/>
                  </a:lnTo>
                  <a:lnTo>
                    <a:pt x="6106" y="2537"/>
                  </a:lnTo>
                  <a:cubicBezTo>
                    <a:pt x="6050" y="2453"/>
                    <a:pt x="5966" y="2425"/>
                    <a:pt x="5911" y="2425"/>
                  </a:cubicBezTo>
                  <a:lnTo>
                    <a:pt x="3430" y="2425"/>
                  </a:lnTo>
                  <a:cubicBezTo>
                    <a:pt x="3346" y="2425"/>
                    <a:pt x="3262" y="2453"/>
                    <a:pt x="3207" y="2537"/>
                  </a:cubicBezTo>
                  <a:lnTo>
                    <a:pt x="2510" y="3234"/>
                  </a:lnTo>
                  <a:lnTo>
                    <a:pt x="2510" y="2732"/>
                  </a:lnTo>
                  <a:cubicBezTo>
                    <a:pt x="2510" y="2565"/>
                    <a:pt x="2370" y="2425"/>
                    <a:pt x="2203" y="2425"/>
                  </a:cubicBezTo>
                  <a:lnTo>
                    <a:pt x="1032" y="2425"/>
                  </a:lnTo>
                  <a:cubicBezTo>
                    <a:pt x="865" y="2425"/>
                    <a:pt x="726" y="2286"/>
                    <a:pt x="726" y="2119"/>
                  </a:cubicBezTo>
                  <a:lnTo>
                    <a:pt x="726" y="892"/>
                  </a:lnTo>
                  <a:cubicBezTo>
                    <a:pt x="726" y="725"/>
                    <a:pt x="865" y="585"/>
                    <a:pt x="1032" y="585"/>
                  </a:cubicBezTo>
                  <a:close/>
                  <a:moveTo>
                    <a:pt x="921" y="0"/>
                  </a:moveTo>
                  <a:cubicBezTo>
                    <a:pt x="447" y="0"/>
                    <a:pt x="1" y="418"/>
                    <a:pt x="1" y="892"/>
                  </a:cubicBezTo>
                  <a:lnTo>
                    <a:pt x="1" y="2119"/>
                  </a:lnTo>
                  <a:cubicBezTo>
                    <a:pt x="1" y="2592"/>
                    <a:pt x="419" y="3011"/>
                    <a:pt x="921" y="3011"/>
                  </a:cubicBezTo>
                  <a:lnTo>
                    <a:pt x="1841" y="3011"/>
                  </a:lnTo>
                  <a:lnTo>
                    <a:pt x="1841" y="3958"/>
                  </a:lnTo>
                  <a:cubicBezTo>
                    <a:pt x="1924" y="4098"/>
                    <a:pt x="2008" y="4209"/>
                    <a:pt x="2120" y="4237"/>
                  </a:cubicBezTo>
                  <a:cubicBezTo>
                    <a:pt x="2150" y="4247"/>
                    <a:pt x="2188" y="4254"/>
                    <a:pt x="2228" y="4254"/>
                  </a:cubicBezTo>
                  <a:cubicBezTo>
                    <a:pt x="2298" y="4254"/>
                    <a:pt x="2373" y="4234"/>
                    <a:pt x="2426" y="4181"/>
                  </a:cubicBezTo>
                  <a:lnTo>
                    <a:pt x="3541" y="3011"/>
                  </a:lnTo>
                  <a:lnTo>
                    <a:pt x="5743" y="3011"/>
                  </a:lnTo>
                  <a:lnTo>
                    <a:pt x="6830" y="4181"/>
                  </a:lnTo>
                  <a:cubicBezTo>
                    <a:pt x="6883" y="4234"/>
                    <a:pt x="6959" y="4254"/>
                    <a:pt x="7035" y="4254"/>
                  </a:cubicBezTo>
                  <a:cubicBezTo>
                    <a:pt x="7080" y="4254"/>
                    <a:pt x="7124" y="4247"/>
                    <a:pt x="7165" y="4237"/>
                  </a:cubicBezTo>
                  <a:cubicBezTo>
                    <a:pt x="7249" y="4209"/>
                    <a:pt x="7332" y="4070"/>
                    <a:pt x="7332" y="3958"/>
                  </a:cubicBezTo>
                  <a:lnTo>
                    <a:pt x="7332" y="3011"/>
                  </a:lnTo>
                  <a:lnTo>
                    <a:pt x="8224" y="3011"/>
                  </a:lnTo>
                  <a:cubicBezTo>
                    <a:pt x="8726" y="3011"/>
                    <a:pt x="9144" y="2592"/>
                    <a:pt x="9144" y="2119"/>
                  </a:cubicBezTo>
                  <a:lnTo>
                    <a:pt x="9144" y="892"/>
                  </a:lnTo>
                  <a:cubicBezTo>
                    <a:pt x="9144" y="418"/>
                    <a:pt x="8726" y="0"/>
                    <a:pt x="822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0" name="Google Shape;11300;p137"/>
            <p:cNvSpPr/>
            <p:nvPr/>
          </p:nvSpPr>
          <p:spPr>
            <a:xfrm>
              <a:off x="3024600" y="2966925"/>
              <a:ext cx="29875" cy="58497"/>
            </a:xfrm>
            <a:custGeom>
              <a:rect b="b" l="l" r="r" t="t"/>
              <a:pathLst>
                <a:path extrusionOk="0" h="2376" w="1195">
                  <a:moveTo>
                    <a:pt x="159" y="2269"/>
                  </a:moveTo>
                  <a:cubicBezTo>
                    <a:pt x="131" y="2225"/>
                    <a:pt x="349" y="2178"/>
                    <a:pt x="444" y="2102"/>
                  </a:cubicBezTo>
                  <a:cubicBezTo>
                    <a:pt x="539" y="2027"/>
                    <a:pt x="682" y="2090"/>
                    <a:pt x="730" y="1816"/>
                  </a:cubicBezTo>
                  <a:cubicBezTo>
                    <a:pt x="778" y="1542"/>
                    <a:pt x="774" y="725"/>
                    <a:pt x="730" y="459"/>
                  </a:cubicBezTo>
                  <a:cubicBezTo>
                    <a:pt x="686" y="193"/>
                    <a:pt x="587" y="273"/>
                    <a:pt x="468" y="221"/>
                  </a:cubicBezTo>
                  <a:cubicBezTo>
                    <a:pt x="349" y="169"/>
                    <a:pt x="-16" y="185"/>
                    <a:pt x="16" y="149"/>
                  </a:cubicBezTo>
                  <a:cubicBezTo>
                    <a:pt x="48" y="113"/>
                    <a:pt x="473" y="-21"/>
                    <a:pt x="659" y="7"/>
                  </a:cubicBezTo>
                  <a:cubicBezTo>
                    <a:pt x="846" y="35"/>
                    <a:pt x="1048" y="54"/>
                    <a:pt x="1135" y="316"/>
                  </a:cubicBezTo>
                  <a:cubicBezTo>
                    <a:pt x="1222" y="578"/>
                    <a:pt x="1183" y="1276"/>
                    <a:pt x="1183" y="1578"/>
                  </a:cubicBezTo>
                  <a:cubicBezTo>
                    <a:pt x="1183" y="1880"/>
                    <a:pt x="1230" y="1995"/>
                    <a:pt x="1135" y="2126"/>
                  </a:cubicBezTo>
                  <a:cubicBezTo>
                    <a:pt x="1040" y="2257"/>
                    <a:pt x="774" y="2340"/>
                    <a:pt x="611" y="2364"/>
                  </a:cubicBezTo>
                  <a:cubicBezTo>
                    <a:pt x="448" y="2388"/>
                    <a:pt x="187" y="2313"/>
                    <a:pt x="159" y="2269"/>
                  </a:cubicBezTo>
                  <a:close/>
                </a:path>
              </a:pathLst>
            </a:custGeom>
            <a:solidFill>
              <a:srgbClr val="5F7D95"/>
            </a:solidFill>
            <a:ln>
              <a:noFill/>
            </a:ln>
          </p:spPr>
        </p:sp>
      </p:grpSp>
      <p:grpSp>
        <p:nvGrpSpPr>
          <p:cNvPr id="11301" name="Google Shape;11301;p137"/>
          <p:cNvGrpSpPr/>
          <p:nvPr/>
        </p:nvGrpSpPr>
        <p:grpSpPr>
          <a:xfrm>
            <a:off x="4858100" y="1304461"/>
            <a:ext cx="361090" cy="361090"/>
            <a:chOff x="-57970450" y="1903275"/>
            <a:chExt cx="318225" cy="318225"/>
          </a:xfrm>
        </p:grpSpPr>
        <p:sp>
          <p:nvSpPr>
            <p:cNvPr id="11302" name="Google Shape;11302;p137"/>
            <p:cNvSpPr/>
            <p:nvPr/>
          </p:nvSpPr>
          <p:spPr>
            <a:xfrm>
              <a:off x="-57847575" y="2135825"/>
              <a:ext cx="73250" cy="28975"/>
            </a:xfrm>
            <a:custGeom>
              <a:rect b="b" l="l" r="r" t="t"/>
              <a:pathLst>
                <a:path extrusionOk="0" h="1159" w="2930">
                  <a:moveTo>
                    <a:pt x="414" y="1"/>
                  </a:moveTo>
                  <a:cubicBezTo>
                    <a:pt x="315" y="1"/>
                    <a:pt x="221" y="40"/>
                    <a:pt x="158" y="119"/>
                  </a:cubicBezTo>
                  <a:cubicBezTo>
                    <a:pt x="0" y="276"/>
                    <a:pt x="0" y="497"/>
                    <a:pt x="158" y="623"/>
                  </a:cubicBezTo>
                  <a:cubicBezTo>
                    <a:pt x="536" y="970"/>
                    <a:pt x="1008" y="1159"/>
                    <a:pt x="1481" y="1159"/>
                  </a:cubicBezTo>
                  <a:cubicBezTo>
                    <a:pt x="1954" y="1159"/>
                    <a:pt x="2458" y="970"/>
                    <a:pt x="2773" y="623"/>
                  </a:cubicBezTo>
                  <a:cubicBezTo>
                    <a:pt x="2930" y="465"/>
                    <a:pt x="2930" y="213"/>
                    <a:pt x="2773" y="119"/>
                  </a:cubicBezTo>
                  <a:cubicBezTo>
                    <a:pt x="2694" y="40"/>
                    <a:pt x="2592" y="1"/>
                    <a:pt x="2497" y="1"/>
                  </a:cubicBezTo>
                  <a:cubicBezTo>
                    <a:pt x="2402" y="1"/>
                    <a:pt x="2316" y="40"/>
                    <a:pt x="2269" y="119"/>
                  </a:cubicBezTo>
                  <a:cubicBezTo>
                    <a:pt x="2048" y="308"/>
                    <a:pt x="1733" y="434"/>
                    <a:pt x="1481" y="434"/>
                  </a:cubicBezTo>
                  <a:cubicBezTo>
                    <a:pt x="1197" y="434"/>
                    <a:pt x="882" y="339"/>
                    <a:pt x="693" y="119"/>
                  </a:cubicBezTo>
                  <a:cubicBezTo>
                    <a:pt x="615" y="40"/>
                    <a:pt x="512" y="1"/>
                    <a:pt x="41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3" name="Google Shape;11303;p137"/>
            <p:cNvSpPr/>
            <p:nvPr/>
          </p:nvSpPr>
          <p:spPr>
            <a:xfrm>
              <a:off x="-57857025" y="2053725"/>
              <a:ext cx="18125" cy="18125"/>
            </a:xfrm>
            <a:custGeom>
              <a:rect b="b" l="l" r="r" t="t"/>
              <a:pathLst>
                <a:path extrusionOk="0" h="725" w="725">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4" name="Google Shape;11304;p137"/>
            <p:cNvSpPr/>
            <p:nvPr/>
          </p:nvSpPr>
          <p:spPr>
            <a:xfrm>
              <a:off x="-57782200" y="2053725"/>
              <a:ext cx="18125" cy="18125"/>
            </a:xfrm>
            <a:custGeom>
              <a:rect b="b" l="l" r="r" t="t"/>
              <a:pathLst>
                <a:path extrusionOk="0" h="725" w="725">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5" name="Google Shape;11305;p137"/>
            <p:cNvSpPr/>
            <p:nvPr/>
          </p:nvSpPr>
          <p:spPr>
            <a:xfrm>
              <a:off x="-57970450" y="1903275"/>
              <a:ext cx="318225" cy="318225"/>
            </a:xfrm>
            <a:custGeom>
              <a:rect b="b" l="l" r="r" t="t"/>
              <a:pathLst>
                <a:path extrusionOk="0" h="12729" w="12729">
                  <a:moveTo>
                    <a:pt x="6396" y="757"/>
                  </a:moveTo>
                  <a:cubicBezTo>
                    <a:pt x="6774" y="757"/>
                    <a:pt x="7121" y="915"/>
                    <a:pt x="7404" y="1167"/>
                  </a:cubicBezTo>
                  <a:lnTo>
                    <a:pt x="8507" y="2269"/>
                  </a:lnTo>
                  <a:lnTo>
                    <a:pt x="4348" y="2269"/>
                  </a:lnTo>
                  <a:lnTo>
                    <a:pt x="5356" y="1167"/>
                  </a:lnTo>
                  <a:cubicBezTo>
                    <a:pt x="5640" y="915"/>
                    <a:pt x="5986" y="757"/>
                    <a:pt x="6396" y="757"/>
                  </a:cubicBezTo>
                  <a:close/>
                  <a:moveTo>
                    <a:pt x="11783" y="2994"/>
                  </a:moveTo>
                  <a:cubicBezTo>
                    <a:pt x="11626" y="3845"/>
                    <a:pt x="10838" y="4475"/>
                    <a:pt x="9925" y="4475"/>
                  </a:cubicBezTo>
                  <a:lnTo>
                    <a:pt x="2489" y="4475"/>
                  </a:lnTo>
                  <a:cubicBezTo>
                    <a:pt x="2454" y="4478"/>
                    <a:pt x="2420" y="4479"/>
                    <a:pt x="2385" y="4479"/>
                  </a:cubicBezTo>
                  <a:cubicBezTo>
                    <a:pt x="1665" y="4479"/>
                    <a:pt x="968" y="3867"/>
                    <a:pt x="788" y="3025"/>
                  </a:cubicBezTo>
                  <a:lnTo>
                    <a:pt x="2300" y="3025"/>
                  </a:lnTo>
                  <a:lnTo>
                    <a:pt x="2300" y="3372"/>
                  </a:lnTo>
                  <a:cubicBezTo>
                    <a:pt x="2300" y="3592"/>
                    <a:pt x="2458" y="3750"/>
                    <a:pt x="2647" y="3750"/>
                  </a:cubicBezTo>
                  <a:cubicBezTo>
                    <a:pt x="2836" y="3750"/>
                    <a:pt x="2993" y="3592"/>
                    <a:pt x="2993" y="3372"/>
                  </a:cubicBezTo>
                  <a:lnTo>
                    <a:pt x="2993" y="3025"/>
                  </a:lnTo>
                  <a:lnTo>
                    <a:pt x="3750" y="3025"/>
                  </a:lnTo>
                  <a:lnTo>
                    <a:pt x="3750" y="3372"/>
                  </a:lnTo>
                  <a:cubicBezTo>
                    <a:pt x="3750" y="3592"/>
                    <a:pt x="3907" y="3750"/>
                    <a:pt x="4096" y="3750"/>
                  </a:cubicBezTo>
                  <a:cubicBezTo>
                    <a:pt x="4285" y="3750"/>
                    <a:pt x="4443" y="3592"/>
                    <a:pt x="4443" y="3372"/>
                  </a:cubicBezTo>
                  <a:lnTo>
                    <a:pt x="4443" y="3025"/>
                  </a:lnTo>
                  <a:lnTo>
                    <a:pt x="5199" y="3025"/>
                  </a:lnTo>
                  <a:lnTo>
                    <a:pt x="5199" y="3372"/>
                  </a:lnTo>
                  <a:cubicBezTo>
                    <a:pt x="5199" y="3592"/>
                    <a:pt x="5356" y="3750"/>
                    <a:pt x="5545" y="3750"/>
                  </a:cubicBezTo>
                  <a:cubicBezTo>
                    <a:pt x="5766" y="3750"/>
                    <a:pt x="5923" y="3592"/>
                    <a:pt x="5923" y="3372"/>
                  </a:cubicBezTo>
                  <a:lnTo>
                    <a:pt x="5923" y="3025"/>
                  </a:lnTo>
                  <a:lnTo>
                    <a:pt x="6648" y="3025"/>
                  </a:lnTo>
                  <a:lnTo>
                    <a:pt x="6648" y="3372"/>
                  </a:lnTo>
                  <a:cubicBezTo>
                    <a:pt x="6648" y="3592"/>
                    <a:pt x="6806" y="3750"/>
                    <a:pt x="7026" y="3750"/>
                  </a:cubicBezTo>
                  <a:cubicBezTo>
                    <a:pt x="7215" y="3750"/>
                    <a:pt x="7373" y="3592"/>
                    <a:pt x="7373" y="3372"/>
                  </a:cubicBezTo>
                  <a:lnTo>
                    <a:pt x="7373" y="3025"/>
                  </a:lnTo>
                  <a:lnTo>
                    <a:pt x="8129" y="3025"/>
                  </a:lnTo>
                  <a:lnTo>
                    <a:pt x="8129" y="3372"/>
                  </a:lnTo>
                  <a:cubicBezTo>
                    <a:pt x="8129" y="3592"/>
                    <a:pt x="8286" y="3750"/>
                    <a:pt x="8475" y="3750"/>
                  </a:cubicBezTo>
                  <a:cubicBezTo>
                    <a:pt x="8664" y="3750"/>
                    <a:pt x="8822" y="3592"/>
                    <a:pt x="8822" y="3372"/>
                  </a:cubicBezTo>
                  <a:lnTo>
                    <a:pt x="8822" y="2994"/>
                  </a:lnTo>
                  <a:lnTo>
                    <a:pt x="9578" y="2994"/>
                  </a:lnTo>
                  <a:lnTo>
                    <a:pt x="9578" y="3372"/>
                  </a:lnTo>
                  <a:cubicBezTo>
                    <a:pt x="9578" y="3592"/>
                    <a:pt x="9735" y="3750"/>
                    <a:pt x="9925" y="3750"/>
                  </a:cubicBezTo>
                  <a:cubicBezTo>
                    <a:pt x="10114" y="3750"/>
                    <a:pt x="10271" y="3592"/>
                    <a:pt x="10271" y="3372"/>
                  </a:cubicBezTo>
                  <a:lnTo>
                    <a:pt x="10271" y="2994"/>
                  </a:lnTo>
                  <a:close/>
                  <a:moveTo>
                    <a:pt x="2300" y="6774"/>
                  </a:moveTo>
                  <a:lnTo>
                    <a:pt x="2300" y="8255"/>
                  </a:lnTo>
                  <a:cubicBezTo>
                    <a:pt x="1859" y="8255"/>
                    <a:pt x="1544" y="7909"/>
                    <a:pt x="1544" y="7531"/>
                  </a:cubicBezTo>
                  <a:cubicBezTo>
                    <a:pt x="1544" y="7121"/>
                    <a:pt x="1891" y="6774"/>
                    <a:pt x="2300" y="6774"/>
                  </a:cubicBezTo>
                  <a:close/>
                  <a:moveTo>
                    <a:pt x="10492" y="6774"/>
                  </a:moveTo>
                  <a:cubicBezTo>
                    <a:pt x="10870" y="6774"/>
                    <a:pt x="11216" y="7090"/>
                    <a:pt x="11216" y="7531"/>
                  </a:cubicBezTo>
                  <a:cubicBezTo>
                    <a:pt x="11216" y="7940"/>
                    <a:pt x="10901" y="8255"/>
                    <a:pt x="10492" y="8255"/>
                  </a:cubicBezTo>
                  <a:lnTo>
                    <a:pt x="10492" y="6774"/>
                  </a:lnTo>
                  <a:close/>
                  <a:moveTo>
                    <a:pt x="9767" y="5262"/>
                  </a:moveTo>
                  <a:cubicBezTo>
                    <a:pt x="9735" y="5388"/>
                    <a:pt x="9735" y="8507"/>
                    <a:pt x="9735" y="8633"/>
                  </a:cubicBezTo>
                  <a:cubicBezTo>
                    <a:pt x="9735" y="9421"/>
                    <a:pt x="9452" y="10145"/>
                    <a:pt x="8979" y="10744"/>
                  </a:cubicBezTo>
                  <a:lnTo>
                    <a:pt x="8979" y="9358"/>
                  </a:lnTo>
                  <a:cubicBezTo>
                    <a:pt x="8979" y="8350"/>
                    <a:pt x="8160" y="7531"/>
                    <a:pt x="7121" y="7531"/>
                  </a:cubicBezTo>
                  <a:cubicBezTo>
                    <a:pt x="6932" y="7531"/>
                    <a:pt x="6774" y="7688"/>
                    <a:pt x="6774" y="7877"/>
                  </a:cubicBezTo>
                  <a:cubicBezTo>
                    <a:pt x="6774" y="8066"/>
                    <a:pt x="6932" y="8224"/>
                    <a:pt x="7121" y="8224"/>
                  </a:cubicBezTo>
                  <a:cubicBezTo>
                    <a:pt x="7751" y="8224"/>
                    <a:pt x="8223" y="8728"/>
                    <a:pt x="8223" y="9326"/>
                  </a:cubicBezTo>
                  <a:lnTo>
                    <a:pt x="8223" y="11374"/>
                  </a:lnTo>
                  <a:cubicBezTo>
                    <a:pt x="7688" y="11721"/>
                    <a:pt x="7058" y="11973"/>
                    <a:pt x="6396" y="11973"/>
                  </a:cubicBezTo>
                  <a:cubicBezTo>
                    <a:pt x="5734" y="11973"/>
                    <a:pt x="5041" y="11784"/>
                    <a:pt x="4537" y="11374"/>
                  </a:cubicBezTo>
                  <a:lnTo>
                    <a:pt x="4537" y="9326"/>
                  </a:lnTo>
                  <a:cubicBezTo>
                    <a:pt x="4537" y="8696"/>
                    <a:pt x="5041" y="8224"/>
                    <a:pt x="5640" y="8224"/>
                  </a:cubicBezTo>
                  <a:cubicBezTo>
                    <a:pt x="5829" y="8224"/>
                    <a:pt x="5986" y="8066"/>
                    <a:pt x="5986" y="7877"/>
                  </a:cubicBezTo>
                  <a:cubicBezTo>
                    <a:pt x="5986" y="7688"/>
                    <a:pt x="5829" y="7499"/>
                    <a:pt x="5640" y="7499"/>
                  </a:cubicBezTo>
                  <a:cubicBezTo>
                    <a:pt x="4600" y="7499"/>
                    <a:pt x="3781" y="8350"/>
                    <a:pt x="3781" y="9358"/>
                  </a:cubicBezTo>
                  <a:lnTo>
                    <a:pt x="3781" y="10744"/>
                  </a:lnTo>
                  <a:cubicBezTo>
                    <a:pt x="3308" y="10145"/>
                    <a:pt x="3056" y="9389"/>
                    <a:pt x="3056" y="8602"/>
                  </a:cubicBezTo>
                  <a:lnTo>
                    <a:pt x="3056" y="5262"/>
                  </a:lnTo>
                  <a:close/>
                  <a:moveTo>
                    <a:pt x="6333" y="1"/>
                  </a:moveTo>
                  <a:cubicBezTo>
                    <a:pt x="5766" y="1"/>
                    <a:pt x="5199" y="221"/>
                    <a:pt x="4821" y="631"/>
                  </a:cubicBezTo>
                  <a:lnTo>
                    <a:pt x="3182" y="2238"/>
                  </a:lnTo>
                  <a:lnTo>
                    <a:pt x="347" y="2238"/>
                  </a:lnTo>
                  <a:cubicBezTo>
                    <a:pt x="158" y="2238"/>
                    <a:pt x="0" y="2395"/>
                    <a:pt x="0" y="2584"/>
                  </a:cubicBezTo>
                  <a:cubicBezTo>
                    <a:pt x="0" y="3908"/>
                    <a:pt x="1009" y="5010"/>
                    <a:pt x="2237" y="5199"/>
                  </a:cubicBezTo>
                  <a:lnTo>
                    <a:pt x="2237" y="5987"/>
                  </a:lnTo>
                  <a:cubicBezTo>
                    <a:pt x="1418" y="5987"/>
                    <a:pt x="757" y="6648"/>
                    <a:pt x="757" y="7468"/>
                  </a:cubicBezTo>
                  <a:cubicBezTo>
                    <a:pt x="757" y="8318"/>
                    <a:pt x="1418" y="8980"/>
                    <a:pt x="2237" y="8980"/>
                  </a:cubicBezTo>
                  <a:cubicBezTo>
                    <a:pt x="2363" y="10114"/>
                    <a:pt x="2930" y="11091"/>
                    <a:pt x="3718" y="11784"/>
                  </a:cubicBezTo>
                  <a:lnTo>
                    <a:pt x="3718" y="12351"/>
                  </a:lnTo>
                  <a:cubicBezTo>
                    <a:pt x="3718" y="12571"/>
                    <a:pt x="3876" y="12729"/>
                    <a:pt x="4065" y="12729"/>
                  </a:cubicBezTo>
                  <a:cubicBezTo>
                    <a:pt x="4254" y="12729"/>
                    <a:pt x="4411" y="12571"/>
                    <a:pt x="4411" y="12351"/>
                  </a:cubicBezTo>
                  <a:lnTo>
                    <a:pt x="4411" y="12288"/>
                  </a:lnTo>
                  <a:cubicBezTo>
                    <a:pt x="4978" y="12571"/>
                    <a:pt x="5608" y="12729"/>
                    <a:pt x="6270" y="12729"/>
                  </a:cubicBezTo>
                  <a:cubicBezTo>
                    <a:pt x="6932" y="12729"/>
                    <a:pt x="7562" y="12571"/>
                    <a:pt x="8129" y="12288"/>
                  </a:cubicBezTo>
                  <a:lnTo>
                    <a:pt x="8129" y="12351"/>
                  </a:lnTo>
                  <a:cubicBezTo>
                    <a:pt x="8129" y="12571"/>
                    <a:pt x="8286" y="12729"/>
                    <a:pt x="8475" y="12729"/>
                  </a:cubicBezTo>
                  <a:cubicBezTo>
                    <a:pt x="8664" y="12729"/>
                    <a:pt x="8822" y="12571"/>
                    <a:pt x="8822" y="12351"/>
                  </a:cubicBezTo>
                  <a:lnTo>
                    <a:pt x="8822" y="11784"/>
                  </a:lnTo>
                  <a:cubicBezTo>
                    <a:pt x="9641" y="11091"/>
                    <a:pt x="10208" y="10082"/>
                    <a:pt x="10271" y="8980"/>
                  </a:cubicBezTo>
                  <a:cubicBezTo>
                    <a:pt x="11122" y="8980"/>
                    <a:pt x="11783" y="8318"/>
                    <a:pt x="11783" y="7468"/>
                  </a:cubicBezTo>
                  <a:cubicBezTo>
                    <a:pt x="11972" y="6680"/>
                    <a:pt x="11311" y="6018"/>
                    <a:pt x="10492" y="6018"/>
                  </a:cubicBezTo>
                  <a:lnTo>
                    <a:pt x="10492" y="5231"/>
                  </a:lnTo>
                  <a:cubicBezTo>
                    <a:pt x="11752" y="5042"/>
                    <a:pt x="12728" y="3971"/>
                    <a:pt x="12728" y="2647"/>
                  </a:cubicBezTo>
                  <a:cubicBezTo>
                    <a:pt x="12728" y="2521"/>
                    <a:pt x="12697" y="2427"/>
                    <a:pt x="12602" y="2364"/>
                  </a:cubicBezTo>
                  <a:cubicBezTo>
                    <a:pt x="12539" y="2269"/>
                    <a:pt x="12445" y="2238"/>
                    <a:pt x="12319" y="2238"/>
                  </a:cubicBezTo>
                  <a:lnTo>
                    <a:pt x="9483" y="2238"/>
                  </a:lnTo>
                  <a:lnTo>
                    <a:pt x="7877" y="631"/>
                  </a:lnTo>
                  <a:cubicBezTo>
                    <a:pt x="7499" y="221"/>
                    <a:pt x="6932" y="1"/>
                    <a:pt x="633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06" name="Google Shape;11306;p137"/>
          <p:cNvGrpSpPr/>
          <p:nvPr/>
        </p:nvGrpSpPr>
        <p:grpSpPr>
          <a:xfrm>
            <a:off x="4880000" y="1780418"/>
            <a:ext cx="317290" cy="359303"/>
            <a:chOff x="-57950750" y="2296300"/>
            <a:chExt cx="279625" cy="316650"/>
          </a:xfrm>
        </p:grpSpPr>
        <p:sp>
          <p:nvSpPr>
            <p:cNvPr id="11307" name="Google Shape;11307;p137"/>
            <p:cNvSpPr/>
            <p:nvPr/>
          </p:nvSpPr>
          <p:spPr>
            <a:xfrm>
              <a:off x="-57847575" y="2528075"/>
              <a:ext cx="73250" cy="29750"/>
            </a:xfrm>
            <a:custGeom>
              <a:rect b="b" l="l" r="r" t="t"/>
              <a:pathLst>
                <a:path extrusionOk="0" h="1190" w="293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8" name="Google Shape;11308;p137"/>
            <p:cNvSpPr/>
            <p:nvPr/>
          </p:nvSpPr>
          <p:spPr>
            <a:xfrm>
              <a:off x="-57857025" y="2446750"/>
              <a:ext cx="18125" cy="17350"/>
            </a:xfrm>
            <a:custGeom>
              <a:rect b="b" l="l" r="r" t="t"/>
              <a:pathLst>
                <a:path extrusionOk="0" h="694" w="725">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9" name="Google Shape;11309;p137"/>
            <p:cNvSpPr/>
            <p:nvPr/>
          </p:nvSpPr>
          <p:spPr>
            <a:xfrm>
              <a:off x="-57782200" y="2446750"/>
              <a:ext cx="18125" cy="17350"/>
            </a:xfrm>
            <a:custGeom>
              <a:rect b="b" l="l" r="r" t="t"/>
              <a:pathLst>
                <a:path extrusionOk="0" h="694" w="725">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0" name="Google Shape;11310;p137"/>
            <p:cNvSpPr/>
            <p:nvPr/>
          </p:nvSpPr>
          <p:spPr>
            <a:xfrm>
              <a:off x="-57950750" y="2296300"/>
              <a:ext cx="279625" cy="316650"/>
            </a:xfrm>
            <a:custGeom>
              <a:rect b="b" l="l" r="r" t="t"/>
              <a:pathLst>
                <a:path extrusionOk="0" h="12666" w="11185">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11" name="Google Shape;11311;p137"/>
          <p:cNvGrpSpPr/>
          <p:nvPr/>
        </p:nvGrpSpPr>
        <p:grpSpPr>
          <a:xfrm>
            <a:off x="4858214" y="2232094"/>
            <a:ext cx="360863" cy="360211"/>
            <a:chOff x="-57969675" y="2687750"/>
            <a:chExt cx="318025" cy="317450"/>
          </a:xfrm>
        </p:grpSpPr>
        <p:sp>
          <p:nvSpPr>
            <p:cNvPr id="11312" name="Google Shape;11312;p137"/>
            <p:cNvSpPr/>
            <p:nvPr/>
          </p:nvSpPr>
          <p:spPr>
            <a:xfrm>
              <a:off x="-57856250" y="2856300"/>
              <a:ext cx="18150" cy="17350"/>
            </a:xfrm>
            <a:custGeom>
              <a:rect b="b" l="l" r="r" t="t"/>
              <a:pathLst>
                <a:path extrusionOk="0" h="694" w="726">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3" name="Google Shape;11313;p137"/>
            <p:cNvSpPr/>
            <p:nvPr/>
          </p:nvSpPr>
          <p:spPr>
            <a:xfrm>
              <a:off x="-57846000" y="2920300"/>
              <a:ext cx="72475" cy="29750"/>
            </a:xfrm>
            <a:custGeom>
              <a:rect b="b" l="l" r="r" t="t"/>
              <a:pathLst>
                <a:path extrusionOk="0" h="1190" w="2899">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4" name="Google Shape;11314;p137"/>
            <p:cNvSpPr/>
            <p:nvPr/>
          </p:nvSpPr>
          <p:spPr>
            <a:xfrm>
              <a:off x="-57969675" y="2687750"/>
              <a:ext cx="318025" cy="317450"/>
            </a:xfrm>
            <a:custGeom>
              <a:rect b="b" l="l" r="r" t="t"/>
              <a:pathLst>
                <a:path extrusionOk="0" h="12698" w="12721">
                  <a:moveTo>
                    <a:pt x="6365" y="757"/>
                  </a:moveTo>
                  <a:cubicBezTo>
                    <a:pt x="7090" y="757"/>
                    <a:pt x="7783" y="1072"/>
                    <a:pt x="8255" y="1576"/>
                  </a:cubicBezTo>
                  <a:cubicBezTo>
                    <a:pt x="8888" y="2274"/>
                    <a:pt x="9792" y="2670"/>
                    <a:pt x="10717" y="2670"/>
                  </a:cubicBezTo>
                  <a:cubicBezTo>
                    <a:pt x="11128" y="2670"/>
                    <a:pt x="11544" y="2591"/>
                    <a:pt x="11941" y="2427"/>
                  </a:cubicBezTo>
                  <a:lnTo>
                    <a:pt x="11941" y="3183"/>
                  </a:lnTo>
                  <a:lnTo>
                    <a:pt x="11973" y="3183"/>
                  </a:lnTo>
                  <a:cubicBezTo>
                    <a:pt x="11973" y="4348"/>
                    <a:pt x="11028" y="5231"/>
                    <a:pt x="9925" y="5231"/>
                  </a:cubicBezTo>
                  <a:cubicBezTo>
                    <a:pt x="9358" y="5231"/>
                    <a:pt x="9043" y="5041"/>
                    <a:pt x="8192" y="4600"/>
                  </a:cubicBezTo>
                  <a:cubicBezTo>
                    <a:pt x="8066" y="4537"/>
                    <a:pt x="7877" y="4506"/>
                    <a:pt x="7688" y="4506"/>
                  </a:cubicBezTo>
                  <a:lnTo>
                    <a:pt x="5042" y="4506"/>
                  </a:lnTo>
                  <a:cubicBezTo>
                    <a:pt x="4916" y="4506"/>
                    <a:pt x="4695" y="4537"/>
                    <a:pt x="4538" y="4600"/>
                  </a:cubicBezTo>
                  <a:cubicBezTo>
                    <a:pt x="3687" y="5041"/>
                    <a:pt x="3403" y="5231"/>
                    <a:pt x="2805" y="5231"/>
                  </a:cubicBezTo>
                  <a:cubicBezTo>
                    <a:pt x="1671" y="5231"/>
                    <a:pt x="757" y="4348"/>
                    <a:pt x="757" y="3183"/>
                  </a:cubicBezTo>
                  <a:lnTo>
                    <a:pt x="757" y="2490"/>
                  </a:lnTo>
                  <a:cubicBezTo>
                    <a:pt x="1150" y="2639"/>
                    <a:pt x="1556" y="2711"/>
                    <a:pt x="1958" y="2711"/>
                  </a:cubicBezTo>
                  <a:cubicBezTo>
                    <a:pt x="2909" y="2711"/>
                    <a:pt x="3832" y="2307"/>
                    <a:pt x="4475" y="1576"/>
                  </a:cubicBezTo>
                  <a:cubicBezTo>
                    <a:pt x="4947" y="1072"/>
                    <a:pt x="5640" y="757"/>
                    <a:pt x="6365" y="757"/>
                  </a:cubicBezTo>
                  <a:close/>
                  <a:moveTo>
                    <a:pt x="7846" y="6743"/>
                  </a:moveTo>
                  <a:cubicBezTo>
                    <a:pt x="8035" y="6743"/>
                    <a:pt x="8192" y="6900"/>
                    <a:pt x="8192" y="7089"/>
                  </a:cubicBezTo>
                  <a:cubicBezTo>
                    <a:pt x="8192" y="7278"/>
                    <a:pt x="8035" y="7436"/>
                    <a:pt x="7846" y="7436"/>
                  </a:cubicBezTo>
                  <a:cubicBezTo>
                    <a:pt x="7657" y="7436"/>
                    <a:pt x="7499" y="7278"/>
                    <a:pt x="7499" y="7089"/>
                  </a:cubicBezTo>
                  <a:cubicBezTo>
                    <a:pt x="7499" y="6900"/>
                    <a:pt x="7657" y="6743"/>
                    <a:pt x="7846" y="6743"/>
                  </a:cubicBezTo>
                  <a:close/>
                  <a:moveTo>
                    <a:pt x="7720" y="5231"/>
                  </a:moveTo>
                  <a:cubicBezTo>
                    <a:pt x="7783" y="5231"/>
                    <a:pt x="7846" y="5231"/>
                    <a:pt x="7877" y="5294"/>
                  </a:cubicBezTo>
                  <a:cubicBezTo>
                    <a:pt x="8759" y="5703"/>
                    <a:pt x="9074" y="5955"/>
                    <a:pt x="9767" y="5987"/>
                  </a:cubicBezTo>
                  <a:lnTo>
                    <a:pt x="9767" y="7656"/>
                  </a:lnTo>
                  <a:lnTo>
                    <a:pt x="9736" y="7656"/>
                  </a:lnTo>
                  <a:lnTo>
                    <a:pt x="8980" y="7278"/>
                  </a:lnTo>
                  <a:cubicBezTo>
                    <a:pt x="9106" y="6617"/>
                    <a:pt x="8570" y="5987"/>
                    <a:pt x="7877" y="5987"/>
                  </a:cubicBezTo>
                  <a:cubicBezTo>
                    <a:pt x="7562" y="5987"/>
                    <a:pt x="7247" y="6144"/>
                    <a:pt x="7058" y="6333"/>
                  </a:cubicBezTo>
                  <a:lnTo>
                    <a:pt x="4884" y="5294"/>
                  </a:lnTo>
                  <a:lnTo>
                    <a:pt x="4947" y="5294"/>
                  </a:lnTo>
                  <a:cubicBezTo>
                    <a:pt x="4979" y="5231"/>
                    <a:pt x="5042" y="5231"/>
                    <a:pt x="5105" y="5231"/>
                  </a:cubicBezTo>
                  <a:close/>
                  <a:moveTo>
                    <a:pt x="4065" y="5672"/>
                  </a:moveTo>
                  <a:cubicBezTo>
                    <a:pt x="4065" y="5672"/>
                    <a:pt x="4128" y="5672"/>
                    <a:pt x="4128" y="5703"/>
                  </a:cubicBezTo>
                  <a:lnTo>
                    <a:pt x="6806" y="7026"/>
                  </a:lnTo>
                  <a:cubicBezTo>
                    <a:pt x="6743" y="7656"/>
                    <a:pt x="7279" y="8192"/>
                    <a:pt x="7909" y="8192"/>
                  </a:cubicBezTo>
                  <a:cubicBezTo>
                    <a:pt x="8161" y="8192"/>
                    <a:pt x="8444" y="8066"/>
                    <a:pt x="8633" y="7908"/>
                  </a:cubicBezTo>
                  <a:lnTo>
                    <a:pt x="9767" y="8476"/>
                  </a:lnTo>
                  <a:lnTo>
                    <a:pt x="9767" y="8602"/>
                  </a:lnTo>
                  <a:lnTo>
                    <a:pt x="9736" y="8602"/>
                  </a:lnTo>
                  <a:cubicBezTo>
                    <a:pt x="9736" y="10429"/>
                    <a:pt x="8255" y="11973"/>
                    <a:pt x="6396" y="11973"/>
                  </a:cubicBezTo>
                  <a:cubicBezTo>
                    <a:pt x="4538" y="11973"/>
                    <a:pt x="3057" y="10429"/>
                    <a:pt x="3057" y="8602"/>
                  </a:cubicBezTo>
                  <a:lnTo>
                    <a:pt x="3057" y="5955"/>
                  </a:lnTo>
                  <a:cubicBezTo>
                    <a:pt x="3403" y="5924"/>
                    <a:pt x="3750" y="5829"/>
                    <a:pt x="4065" y="5672"/>
                  </a:cubicBezTo>
                  <a:close/>
                  <a:moveTo>
                    <a:pt x="6365" y="1"/>
                  </a:moveTo>
                  <a:cubicBezTo>
                    <a:pt x="5420" y="1"/>
                    <a:pt x="4506" y="410"/>
                    <a:pt x="3908" y="1072"/>
                  </a:cubicBezTo>
                  <a:cubicBezTo>
                    <a:pt x="3408" y="1648"/>
                    <a:pt x="2687" y="1943"/>
                    <a:pt x="1957" y="1943"/>
                  </a:cubicBezTo>
                  <a:cubicBezTo>
                    <a:pt x="1489" y="1943"/>
                    <a:pt x="1018" y="1822"/>
                    <a:pt x="600" y="1576"/>
                  </a:cubicBezTo>
                  <a:lnTo>
                    <a:pt x="568" y="1544"/>
                  </a:lnTo>
                  <a:cubicBezTo>
                    <a:pt x="505" y="1505"/>
                    <a:pt x="438" y="1487"/>
                    <a:pt x="373" y="1487"/>
                  </a:cubicBezTo>
                  <a:cubicBezTo>
                    <a:pt x="178" y="1487"/>
                    <a:pt x="1" y="1647"/>
                    <a:pt x="1" y="1860"/>
                  </a:cubicBezTo>
                  <a:lnTo>
                    <a:pt x="1" y="3151"/>
                  </a:lnTo>
                  <a:cubicBezTo>
                    <a:pt x="1" y="4506"/>
                    <a:pt x="1009" y="5640"/>
                    <a:pt x="2269" y="5861"/>
                  </a:cubicBezTo>
                  <a:lnTo>
                    <a:pt x="2269" y="8539"/>
                  </a:lnTo>
                  <a:cubicBezTo>
                    <a:pt x="2269" y="10838"/>
                    <a:pt x="4097" y="12697"/>
                    <a:pt x="6365" y="12697"/>
                  </a:cubicBezTo>
                  <a:cubicBezTo>
                    <a:pt x="8602" y="12697"/>
                    <a:pt x="10461" y="10838"/>
                    <a:pt x="10461" y="8539"/>
                  </a:cubicBezTo>
                  <a:lnTo>
                    <a:pt x="10461" y="5861"/>
                  </a:lnTo>
                  <a:cubicBezTo>
                    <a:pt x="11752" y="5640"/>
                    <a:pt x="12697" y="4506"/>
                    <a:pt x="12697" y="3151"/>
                  </a:cubicBezTo>
                  <a:lnTo>
                    <a:pt x="12697" y="1860"/>
                  </a:lnTo>
                  <a:cubicBezTo>
                    <a:pt x="12721" y="1647"/>
                    <a:pt x="12550" y="1487"/>
                    <a:pt x="12370" y="1487"/>
                  </a:cubicBezTo>
                  <a:cubicBezTo>
                    <a:pt x="12310" y="1487"/>
                    <a:pt x="12249" y="1505"/>
                    <a:pt x="12193" y="1544"/>
                  </a:cubicBezTo>
                  <a:lnTo>
                    <a:pt x="12130" y="1576"/>
                  </a:lnTo>
                  <a:cubicBezTo>
                    <a:pt x="11721" y="1824"/>
                    <a:pt x="11253" y="1945"/>
                    <a:pt x="10785" y="1945"/>
                  </a:cubicBezTo>
                  <a:cubicBezTo>
                    <a:pt x="10063" y="1945"/>
                    <a:pt x="9338" y="1657"/>
                    <a:pt x="8822" y="1103"/>
                  </a:cubicBezTo>
                  <a:cubicBezTo>
                    <a:pt x="8192" y="442"/>
                    <a:pt x="7342" y="1"/>
                    <a:pt x="63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5" name="Google Shape;11315;p137"/>
            <p:cNvSpPr/>
            <p:nvPr/>
          </p:nvSpPr>
          <p:spPr>
            <a:xfrm>
              <a:off x="-57838125" y="2724975"/>
              <a:ext cx="56725" cy="55550"/>
            </a:xfrm>
            <a:custGeom>
              <a:rect b="b" l="l" r="r" t="t"/>
              <a:pathLst>
                <a:path extrusionOk="0" h="2222" w="2269">
                  <a:moveTo>
                    <a:pt x="386" y="0"/>
                  </a:moveTo>
                  <a:cubicBezTo>
                    <a:pt x="292" y="0"/>
                    <a:pt x="205" y="40"/>
                    <a:pt x="158" y="118"/>
                  </a:cubicBezTo>
                  <a:cubicBezTo>
                    <a:pt x="0" y="276"/>
                    <a:pt x="0" y="528"/>
                    <a:pt x="158" y="654"/>
                  </a:cubicBezTo>
                  <a:lnTo>
                    <a:pt x="630" y="1127"/>
                  </a:lnTo>
                  <a:lnTo>
                    <a:pt x="158" y="1599"/>
                  </a:lnTo>
                  <a:cubicBezTo>
                    <a:pt x="0" y="1757"/>
                    <a:pt x="0" y="1977"/>
                    <a:pt x="158" y="2103"/>
                  </a:cubicBezTo>
                  <a:cubicBezTo>
                    <a:pt x="237" y="2182"/>
                    <a:pt x="331" y="2221"/>
                    <a:pt x="422" y="2221"/>
                  </a:cubicBezTo>
                  <a:cubicBezTo>
                    <a:pt x="512" y="2221"/>
                    <a:pt x="599" y="2182"/>
                    <a:pt x="662" y="2103"/>
                  </a:cubicBezTo>
                  <a:lnTo>
                    <a:pt x="1134" y="1631"/>
                  </a:lnTo>
                  <a:lnTo>
                    <a:pt x="1607" y="2103"/>
                  </a:lnTo>
                  <a:cubicBezTo>
                    <a:pt x="1686" y="2182"/>
                    <a:pt x="1780" y="2221"/>
                    <a:pt x="1871" y="2221"/>
                  </a:cubicBezTo>
                  <a:cubicBezTo>
                    <a:pt x="1961" y="2221"/>
                    <a:pt x="2048" y="2182"/>
                    <a:pt x="2111" y="2103"/>
                  </a:cubicBezTo>
                  <a:cubicBezTo>
                    <a:pt x="2269" y="1946"/>
                    <a:pt x="2269" y="1694"/>
                    <a:pt x="2111" y="1599"/>
                  </a:cubicBezTo>
                  <a:lnTo>
                    <a:pt x="1639" y="1127"/>
                  </a:lnTo>
                  <a:lnTo>
                    <a:pt x="2111" y="654"/>
                  </a:lnTo>
                  <a:cubicBezTo>
                    <a:pt x="2269" y="497"/>
                    <a:pt x="2269" y="244"/>
                    <a:pt x="2111" y="118"/>
                  </a:cubicBezTo>
                  <a:cubicBezTo>
                    <a:pt x="2032" y="40"/>
                    <a:pt x="1938" y="0"/>
                    <a:pt x="1847" y="0"/>
                  </a:cubicBezTo>
                  <a:cubicBezTo>
                    <a:pt x="1757" y="0"/>
                    <a:pt x="1670" y="40"/>
                    <a:pt x="1607" y="118"/>
                  </a:cubicBezTo>
                  <a:lnTo>
                    <a:pt x="1134" y="591"/>
                  </a:lnTo>
                  <a:lnTo>
                    <a:pt x="662" y="118"/>
                  </a:lnTo>
                  <a:cubicBezTo>
                    <a:pt x="583" y="40"/>
                    <a:pt x="481" y="0"/>
                    <a:pt x="38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16" name="Google Shape;11316;p137"/>
          <p:cNvGrpSpPr/>
          <p:nvPr/>
        </p:nvGrpSpPr>
        <p:grpSpPr>
          <a:xfrm>
            <a:off x="7067397" y="1304461"/>
            <a:ext cx="363785" cy="361090"/>
            <a:chOff x="-56012425" y="1903275"/>
            <a:chExt cx="320600" cy="318225"/>
          </a:xfrm>
        </p:grpSpPr>
        <p:sp>
          <p:nvSpPr>
            <p:cNvPr id="11317" name="Google Shape;11317;p137"/>
            <p:cNvSpPr/>
            <p:nvPr/>
          </p:nvSpPr>
          <p:spPr>
            <a:xfrm>
              <a:off x="-55897425" y="2015125"/>
              <a:ext cx="17350" cy="18150"/>
            </a:xfrm>
            <a:custGeom>
              <a:rect b="b" l="l" r="r" t="t"/>
              <a:pathLst>
                <a:path extrusionOk="0" h="726" w="694">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8" name="Google Shape;11318;p137"/>
            <p:cNvSpPr/>
            <p:nvPr/>
          </p:nvSpPr>
          <p:spPr>
            <a:xfrm>
              <a:off x="-56012425" y="1903275"/>
              <a:ext cx="320600" cy="318225"/>
            </a:xfrm>
            <a:custGeom>
              <a:rect b="b" l="l" r="r" t="t"/>
              <a:pathLst>
                <a:path extrusionOk="0" h="12729" w="12824">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19" name="Google Shape;11319;p137"/>
          <p:cNvGrpSpPr/>
          <p:nvPr/>
        </p:nvGrpSpPr>
        <p:grpSpPr>
          <a:xfrm>
            <a:off x="7068290" y="1778631"/>
            <a:ext cx="361998" cy="361998"/>
            <a:chOff x="-56010850" y="2294725"/>
            <a:chExt cx="319025" cy="319025"/>
          </a:xfrm>
        </p:grpSpPr>
        <p:sp>
          <p:nvSpPr>
            <p:cNvPr id="11320" name="Google Shape;11320;p137"/>
            <p:cNvSpPr/>
            <p:nvPr/>
          </p:nvSpPr>
          <p:spPr>
            <a:xfrm>
              <a:off x="-55906875" y="2527275"/>
              <a:ext cx="73275" cy="29750"/>
            </a:xfrm>
            <a:custGeom>
              <a:rect b="b" l="l" r="r" t="t"/>
              <a:pathLst>
                <a:path extrusionOk="0" h="1190" w="2931">
                  <a:moveTo>
                    <a:pt x="398" y="1"/>
                  </a:moveTo>
                  <a:cubicBezTo>
                    <a:pt x="308" y="1"/>
                    <a:pt x="221" y="40"/>
                    <a:pt x="158" y="119"/>
                  </a:cubicBezTo>
                  <a:cubicBezTo>
                    <a:pt x="0" y="276"/>
                    <a:pt x="0" y="528"/>
                    <a:pt x="158" y="623"/>
                  </a:cubicBezTo>
                  <a:cubicBezTo>
                    <a:pt x="505" y="1001"/>
                    <a:pt x="977" y="1190"/>
                    <a:pt x="1450" y="1190"/>
                  </a:cubicBezTo>
                  <a:cubicBezTo>
                    <a:pt x="1922" y="1190"/>
                    <a:pt x="2458" y="1001"/>
                    <a:pt x="2773" y="623"/>
                  </a:cubicBezTo>
                  <a:cubicBezTo>
                    <a:pt x="2930" y="465"/>
                    <a:pt x="2930" y="245"/>
                    <a:pt x="2773" y="119"/>
                  </a:cubicBezTo>
                  <a:cubicBezTo>
                    <a:pt x="2694" y="40"/>
                    <a:pt x="2592" y="1"/>
                    <a:pt x="2493" y="1"/>
                  </a:cubicBezTo>
                  <a:cubicBezTo>
                    <a:pt x="2395" y="1"/>
                    <a:pt x="2300" y="40"/>
                    <a:pt x="2237" y="119"/>
                  </a:cubicBezTo>
                  <a:cubicBezTo>
                    <a:pt x="2048" y="308"/>
                    <a:pt x="1733" y="434"/>
                    <a:pt x="1450" y="434"/>
                  </a:cubicBezTo>
                  <a:cubicBezTo>
                    <a:pt x="1135" y="434"/>
                    <a:pt x="883" y="308"/>
                    <a:pt x="662" y="119"/>
                  </a:cubicBezTo>
                  <a:cubicBezTo>
                    <a:pt x="583" y="40"/>
                    <a:pt x="489" y="1"/>
                    <a:pt x="39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1" name="Google Shape;11321;p137"/>
            <p:cNvSpPr/>
            <p:nvPr/>
          </p:nvSpPr>
          <p:spPr>
            <a:xfrm>
              <a:off x="-55916325" y="2463275"/>
              <a:ext cx="17350" cy="17350"/>
            </a:xfrm>
            <a:custGeom>
              <a:rect b="b" l="l" r="r" t="t"/>
              <a:pathLst>
                <a:path extrusionOk="0" h="694" w="694">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2" name="Google Shape;11322;p137"/>
            <p:cNvSpPr/>
            <p:nvPr/>
          </p:nvSpPr>
          <p:spPr>
            <a:xfrm>
              <a:off x="-55842300" y="2463275"/>
              <a:ext cx="17350" cy="17350"/>
            </a:xfrm>
            <a:custGeom>
              <a:rect b="b" l="l" r="r" t="t"/>
              <a:pathLst>
                <a:path extrusionOk="0" h="694" w="694">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3" name="Google Shape;11323;p137"/>
            <p:cNvSpPr/>
            <p:nvPr/>
          </p:nvSpPr>
          <p:spPr>
            <a:xfrm>
              <a:off x="-56010850" y="2294725"/>
              <a:ext cx="319025" cy="319025"/>
            </a:xfrm>
            <a:custGeom>
              <a:rect b="b" l="l" r="r" t="t"/>
              <a:pathLst>
                <a:path extrusionOk="0" h="12761" w="12761">
                  <a:moveTo>
                    <a:pt x="6333" y="4506"/>
                  </a:moveTo>
                  <a:cubicBezTo>
                    <a:pt x="6522" y="4506"/>
                    <a:pt x="6680" y="4664"/>
                    <a:pt x="6680" y="4853"/>
                  </a:cubicBezTo>
                  <a:lnTo>
                    <a:pt x="6680" y="5199"/>
                  </a:lnTo>
                  <a:lnTo>
                    <a:pt x="4475" y="5199"/>
                  </a:lnTo>
                  <a:lnTo>
                    <a:pt x="4475" y="4853"/>
                  </a:lnTo>
                  <a:cubicBezTo>
                    <a:pt x="4475" y="4664"/>
                    <a:pt x="4632" y="4506"/>
                    <a:pt x="4821" y="4506"/>
                  </a:cubicBezTo>
                  <a:close/>
                  <a:moveTo>
                    <a:pt x="5577" y="757"/>
                  </a:moveTo>
                  <a:cubicBezTo>
                    <a:pt x="7814" y="757"/>
                    <a:pt x="9673" y="2616"/>
                    <a:pt x="9673" y="4853"/>
                  </a:cubicBezTo>
                  <a:lnTo>
                    <a:pt x="9673" y="5199"/>
                  </a:lnTo>
                  <a:lnTo>
                    <a:pt x="7436" y="5199"/>
                  </a:lnTo>
                  <a:lnTo>
                    <a:pt x="7436" y="4853"/>
                  </a:lnTo>
                  <a:cubicBezTo>
                    <a:pt x="7436" y="4222"/>
                    <a:pt x="6932" y="3750"/>
                    <a:pt x="6333" y="3750"/>
                  </a:cubicBezTo>
                  <a:lnTo>
                    <a:pt x="4821" y="3750"/>
                  </a:lnTo>
                  <a:cubicBezTo>
                    <a:pt x="4191" y="3750"/>
                    <a:pt x="3718" y="4254"/>
                    <a:pt x="3718" y="4853"/>
                  </a:cubicBezTo>
                  <a:lnTo>
                    <a:pt x="3718" y="5199"/>
                  </a:lnTo>
                  <a:lnTo>
                    <a:pt x="1482" y="5199"/>
                  </a:lnTo>
                  <a:lnTo>
                    <a:pt x="1482" y="4853"/>
                  </a:lnTo>
                  <a:cubicBezTo>
                    <a:pt x="1482" y="2616"/>
                    <a:pt x="3340" y="757"/>
                    <a:pt x="5577" y="757"/>
                  </a:cubicBezTo>
                  <a:close/>
                  <a:moveTo>
                    <a:pt x="1482" y="5955"/>
                  </a:moveTo>
                  <a:lnTo>
                    <a:pt x="1482" y="7467"/>
                  </a:lnTo>
                  <a:cubicBezTo>
                    <a:pt x="1103" y="7467"/>
                    <a:pt x="725" y="7152"/>
                    <a:pt x="725" y="6711"/>
                  </a:cubicBezTo>
                  <a:cubicBezTo>
                    <a:pt x="725" y="6302"/>
                    <a:pt x="1103" y="5955"/>
                    <a:pt x="1482" y="5955"/>
                  </a:cubicBezTo>
                  <a:close/>
                  <a:moveTo>
                    <a:pt x="9704" y="5955"/>
                  </a:moveTo>
                  <a:cubicBezTo>
                    <a:pt x="10114" y="5955"/>
                    <a:pt x="10460" y="6302"/>
                    <a:pt x="10460" y="6711"/>
                  </a:cubicBezTo>
                  <a:cubicBezTo>
                    <a:pt x="10460" y="7089"/>
                    <a:pt x="10145" y="7467"/>
                    <a:pt x="9704" y="7467"/>
                  </a:cubicBezTo>
                  <a:lnTo>
                    <a:pt x="9704" y="5955"/>
                  </a:lnTo>
                  <a:close/>
                  <a:moveTo>
                    <a:pt x="9011" y="5955"/>
                  </a:moveTo>
                  <a:cubicBezTo>
                    <a:pt x="8980" y="6270"/>
                    <a:pt x="8980" y="8318"/>
                    <a:pt x="8980" y="8633"/>
                  </a:cubicBezTo>
                  <a:cubicBezTo>
                    <a:pt x="8980" y="10492"/>
                    <a:pt x="7467" y="11973"/>
                    <a:pt x="5609" y="11973"/>
                  </a:cubicBezTo>
                  <a:cubicBezTo>
                    <a:pt x="3781" y="11973"/>
                    <a:pt x="2269" y="10492"/>
                    <a:pt x="2269" y="8633"/>
                  </a:cubicBezTo>
                  <a:lnTo>
                    <a:pt x="2269" y="5955"/>
                  </a:lnTo>
                  <a:close/>
                  <a:moveTo>
                    <a:pt x="5577" y="1"/>
                  </a:moveTo>
                  <a:cubicBezTo>
                    <a:pt x="2899" y="1"/>
                    <a:pt x="725" y="2175"/>
                    <a:pt x="725" y="4853"/>
                  </a:cubicBezTo>
                  <a:lnTo>
                    <a:pt x="725" y="5451"/>
                  </a:lnTo>
                  <a:cubicBezTo>
                    <a:pt x="316" y="5703"/>
                    <a:pt x="1" y="6207"/>
                    <a:pt x="1" y="6743"/>
                  </a:cubicBezTo>
                  <a:cubicBezTo>
                    <a:pt x="1" y="7562"/>
                    <a:pt x="662" y="8255"/>
                    <a:pt x="1482" y="8255"/>
                  </a:cubicBezTo>
                  <a:lnTo>
                    <a:pt x="1482" y="8665"/>
                  </a:lnTo>
                  <a:cubicBezTo>
                    <a:pt x="1482" y="10933"/>
                    <a:pt x="3340" y="12760"/>
                    <a:pt x="5577" y="12760"/>
                  </a:cubicBezTo>
                  <a:cubicBezTo>
                    <a:pt x="7814" y="12760"/>
                    <a:pt x="9673" y="10933"/>
                    <a:pt x="9673" y="8665"/>
                  </a:cubicBezTo>
                  <a:lnTo>
                    <a:pt x="9673" y="8255"/>
                  </a:lnTo>
                  <a:cubicBezTo>
                    <a:pt x="10492" y="8255"/>
                    <a:pt x="11185" y="7562"/>
                    <a:pt x="11185" y="6743"/>
                  </a:cubicBezTo>
                  <a:cubicBezTo>
                    <a:pt x="11185" y="6459"/>
                    <a:pt x="11091" y="6239"/>
                    <a:pt x="10965" y="5987"/>
                  </a:cubicBezTo>
                  <a:lnTo>
                    <a:pt x="12351" y="5987"/>
                  </a:lnTo>
                  <a:cubicBezTo>
                    <a:pt x="12540" y="5987"/>
                    <a:pt x="12697" y="5829"/>
                    <a:pt x="12697" y="5640"/>
                  </a:cubicBezTo>
                  <a:cubicBezTo>
                    <a:pt x="12760" y="5420"/>
                    <a:pt x="12540" y="5199"/>
                    <a:pt x="12351" y="5199"/>
                  </a:cubicBezTo>
                  <a:lnTo>
                    <a:pt x="10429" y="5199"/>
                  </a:lnTo>
                  <a:lnTo>
                    <a:pt x="10429" y="4853"/>
                  </a:lnTo>
                  <a:cubicBezTo>
                    <a:pt x="10429" y="2175"/>
                    <a:pt x="8255" y="1"/>
                    <a:pt x="557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24" name="Google Shape;11324;p137"/>
          <p:cNvGrpSpPr/>
          <p:nvPr/>
        </p:nvGrpSpPr>
        <p:grpSpPr>
          <a:xfrm>
            <a:off x="7068305" y="2231215"/>
            <a:ext cx="361969" cy="361090"/>
            <a:chOff x="-56010050" y="2686975"/>
            <a:chExt cx="319000" cy="318225"/>
          </a:xfrm>
        </p:grpSpPr>
        <p:sp>
          <p:nvSpPr>
            <p:cNvPr id="11325" name="Google Shape;11325;p137"/>
            <p:cNvSpPr/>
            <p:nvPr/>
          </p:nvSpPr>
          <p:spPr>
            <a:xfrm>
              <a:off x="-55887975" y="2917925"/>
              <a:ext cx="72475" cy="29775"/>
            </a:xfrm>
            <a:custGeom>
              <a:rect b="b" l="l" r="r" t="t"/>
              <a:pathLst>
                <a:path extrusionOk="0" h="1191" w="2899">
                  <a:moveTo>
                    <a:pt x="398" y="1"/>
                  </a:moveTo>
                  <a:cubicBezTo>
                    <a:pt x="308" y="1"/>
                    <a:pt x="221" y="40"/>
                    <a:pt x="158" y="119"/>
                  </a:cubicBezTo>
                  <a:cubicBezTo>
                    <a:pt x="1" y="277"/>
                    <a:pt x="1" y="529"/>
                    <a:pt x="158" y="655"/>
                  </a:cubicBezTo>
                  <a:cubicBezTo>
                    <a:pt x="505" y="1001"/>
                    <a:pt x="977" y="1190"/>
                    <a:pt x="1450" y="1190"/>
                  </a:cubicBezTo>
                  <a:cubicBezTo>
                    <a:pt x="1922" y="1190"/>
                    <a:pt x="2426" y="1001"/>
                    <a:pt x="2742" y="655"/>
                  </a:cubicBezTo>
                  <a:cubicBezTo>
                    <a:pt x="2899" y="497"/>
                    <a:pt x="2899" y="245"/>
                    <a:pt x="2742" y="119"/>
                  </a:cubicBezTo>
                  <a:cubicBezTo>
                    <a:pt x="2694" y="72"/>
                    <a:pt x="2608" y="48"/>
                    <a:pt x="2513" y="48"/>
                  </a:cubicBezTo>
                  <a:cubicBezTo>
                    <a:pt x="2419" y="48"/>
                    <a:pt x="2316" y="72"/>
                    <a:pt x="2237" y="119"/>
                  </a:cubicBezTo>
                  <a:cubicBezTo>
                    <a:pt x="2048" y="340"/>
                    <a:pt x="1733" y="434"/>
                    <a:pt x="1450" y="434"/>
                  </a:cubicBezTo>
                  <a:cubicBezTo>
                    <a:pt x="1135" y="434"/>
                    <a:pt x="851" y="340"/>
                    <a:pt x="662" y="119"/>
                  </a:cubicBezTo>
                  <a:cubicBezTo>
                    <a:pt x="583" y="40"/>
                    <a:pt x="489" y="1"/>
                    <a:pt x="39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6" name="Google Shape;11326;p137"/>
            <p:cNvSpPr/>
            <p:nvPr/>
          </p:nvSpPr>
          <p:spPr>
            <a:xfrm>
              <a:off x="-55897425" y="2854725"/>
              <a:ext cx="17350" cy="18150"/>
            </a:xfrm>
            <a:custGeom>
              <a:rect b="b" l="l" r="r" t="t"/>
              <a:pathLst>
                <a:path extrusionOk="0" h="726" w="694">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7" name="Google Shape;11327;p137"/>
            <p:cNvSpPr/>
            <p:nvPr/>
          </p:nvSpPr>
          <p:spPr>
            <a:xfrm>
              <a:off x="-55822600" y="2854725"/>
              <a:ext cx="17350" cy="18150"/>
            </a:xfrm>
            <a:custGeom>
              <a:rect b="b" l="l" r="r" t="t"/>
              <a:pathLst>
                <a:path extrusionOk="0" h="726" w="694">
                  <a:moveTo>
                    <a:pt x="347" y="1"/>
                  </a:moveTo>
                  <a:cubicBezTo>
                    <a:pt x="158" y="1"/>
                    <a:pt x="0" y="190"/>
                    <a:pt x="0" y="379"/>
                  </a:cubicBezTo>
                  <a:cubicBezTo>
                    <a:pt x="0"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8" name="Google Shape;11328;p137"/>
            <p:cNvSpPr/>
            <p:nvPr/>
          </p:nvSpPr>
          <p:spPr>
            <a:xfrm>
              <a:off x="-56010050" y="2686975"/>
              <a:ext cx="319000" cy="318225"/>
            </a:xfrm>
            <a:custGeom>
              <a:rect b="b" l="l" r="r" t="t"/>
              <a:pathLst>
                <a:path extrusionOk="0" h="12729" w="12760">
                  <a:moveTo>
                    <a:pt x="2962" y="756"/>
                  </a:moveTo>
                  <a:cubicBezTo>
                    <a:pt x="3686" y="756"/>
                    <a:pt x="4285" y="1260"/>
                    <a:pt x="4443" y="1954"/>
                  </a:cubicBezTo>
                  <a:cubicBezTo>
                    <a:pt x="4096" y="2174"/>
                    <a:pt x="3749" y="2395"/>
                    <a:pt x="3434" y="2710"/>
                  </a:cubicBezTo>
                  <a:cubicBezTo>
                    <a:pt x="3119" y="3025"/>
                    <a:pt x="2867" y="3340"/>
                    <a:pt x="2678" y="3686"/>
                  </a:cubicBezTo>
                  <a:cubicBezTo>
                    <a:pt x="1954" y="3592"/>
                    <a:pt x="1450" y="2962"/>
                    <a:pt x="1450" y="2237"/>
                  </a:cubicBezTo>
                  <a:cubicBezTo>
                    <a:pt x="1450" y="1418"/>
                    <a:pt x="2111" y="756"/>
                    <a:pt x="2962" y="756"/>
                  </a:cubicBezTo>
                  <a:close/>
                  <a:moveTo>
                    <a:pt x="9735" y="756"/>
                  </a:moveTo>
                  <a:cubicBezTo>
                    <a:pt x="10554" y="756"/>
                    <a:pt x="11216" y="1418"/>
                    <a:pt x="11216" y="2237"/>
                  </a:cubicBezTo>
                  <a:cubicBezTo>
                    <a:pt x="11216" y="2993"/>
                    <a:pt x="10712" y="3592"/>
                    <a:pt x="9987" y="3686"/>
                  </a:cubicBezTo>
                  <a:cubicBezTo>
                    <a:pt x="9798" y="3340"/>
                    <a:pt x="9578" y="2993"/>
                    <a:pt x="9263" y="2710"/>
                  </a:cubicBezTo>
                  <a:cubicBezTo>
                    <a:pt x="8948" y="2395"/>
                    <a:pt x="8570" y="2174"/>
                    <a:pt x="8223" y="1954"/>
                  </a:cubicBezTo>
                  <a:cubicBezTo>
                    <a:pt x="8381" y="1260"/>
                    <a:pt x="8979" y="756"/>
                    <a:pt x="9735" y="756"/>
                  </a:cubicBezTo>
                  <a:close/>
                  <a:moveTo>
                    <a:pt x="5986" y="2237"/>
                  </a:moveTo>
                  <a:lnTo>
                    <a:pt x="5986" y="2584"/>
                  </a:lnTo>
                  <a:cubicBezTo>
                    <a:pt x="5986" y="4064"/>
                    <a:pt x="4789" y="5230"/>
                    <a:pt x="3340" y="5230"/>
                  </a:cubicBezTo>
                  <a:lnTo>
                    <a:pt x="2993" y="5230"/>
                  </a:lnTo>
                  <a:cubicBezTo>
                    <a:pt x="3151" y="3655"/>
                    <a:pt x="4411" y="2395"/>
                    <a:pt x="5986" y="2237"/>
                  </a:cubicBezTo>
                  <a:close/>
                  <a:moveTo>
                    <a:pt x="6742" y="2237"/>
                  </a:moveTo>
                  <a:cubicBezTo>
                    <a:pt x="8318" y="2395"/>
                    <a:pt x="9578" y="3655"/>
                    <a:pt x="9735" y="5230"/>
                  </a:cubicBezTo>
                  <a:lnTo>
                    <a:pt x="9357" y="5230"/>
                  </a:lnTo>
                  <a:cubicBezTo>
                    <a:pt x="7908" y="5230"/>
                    <a:pt x="6742" y="4064"/>
                    <a:pt x="6742" y="2584"/>
                  </a:cubicBezTo>
                  <a:lnTo>
                    <a:pt x="6742" y="2237"/>
                  </a:lnTo>
                  <a:close/>
                  <a:moveTo>
                    <a:pt x="2206" y="5986"/>
                  </a:moveTo>
                  <a:lnTo>
                    <a:pt x="2206" y="7467"/>
                  </a:lnTo>
                  <a:cubicBezTo>
                    <a:pt x="1796" y="7467"/>
                    <a:pt x="1450" y="7152"/>
                    <a:pt x="1450" y="6742"/>
                  </a:cubicBezTo>
                  <a:cubicBezTo>
                    <a:pt x="1450" y="6301"/>
                    <a:pt x="1796" y="5986"/>
                    <a:pt x="2206" y="5986"/>
                  </a:cubicBezTo>
                  <a:close/>
                  <a:moveTo>
                    <a:pt x="10460" y="5986"/>
                  </a:moveTo>
                  <a:cubicBezTo>
                    <a:pt x="10870" y="5986"/>
                    <a:pt x="11216" y="6301"/>
                    <a:pt x="11216" y="6742"/>
                  </a:cubicBezTo>
                  <a:cubicBezTo>
                    <a:pt x="11216" y="7120"/>
                    <a:pt x="10870" y="7467"/>
                    <a:pt x="10460" y="7467"/>
                  </a:cubicBezTo>
                  <a:lnTo>
                    <a:pt x="10460" y="5986"/>
                  </a:lnTo>
                  <a:close/>
                  <a:moveTo>
                    <a:pt x="1008" y="7624"/>
                  </a:moveTo>
                  <a:cubicBezTo>
                    <a:pt x="1292" y="8002"/>
                    <a:pt x="1733" y="8223"/>
                    <a:pt x="2206" y="8223"/>
                  </a:cubicBezTo>
                  <a:cubicBezTo>
                    <a:pt x="2206" y="8633"/>
                    <a:pt x="1891" y="8979"/>
                    <a:pt x="1450" y="8979"/>
                  </a:cubicBezTo>
                  <a:cubicBezTo>
                    <a:pt x="1071" y="8979"/>
                    <a:pt x="693" y="8664"/>
                    <a:pt x="693" y="8223"/>
                  </a:cubicBezTo>
                  <a:cubicBezTo>
                    <a:pt x="693" y="8002"/>
                    <a:pt x="819" y="7750"/>
                    <a:pt x="1008" y="7624"/>
                  </a:cubicBezTo>
                  <a:close/>
                  <a:moveTo>
                    <a:pt x="11657" y="7624"/>
                  </a:moveTo>
                  <a:cubicBezTo>
                    <a:pt x="11846" y="7782"/>
                    <a:pt x="11972" y="8002"/>
                    <a:pt x="11972" y="8223"/>
                  </a:cubicBezTo>
                  <a:cubicBezTo>
                    <a:pt x="11972" y="8633"/>
                    <a:pt x="11626" y="8979"/>
                    <a:pt x="11216" y="8979"/>
                  </a:cubicBezTo>
                  <a:cubicBezTo>
                    <a:pt x="10838" y="8979"/>
                    <a:pt x="10460" y="8664"/>
                    <a:pt x="10460" y="8223"/>
                  </a:cubicBezTo>
                  <a:cubicBezTo>
                    <a:pt x="10933" y="8223"/>
                    <a:pt x="11374" y="8002"/>
                    <a:pt x="11657" y="7624"/>
                  </a:cubicBezTo>
                  <a:close/>
                  <a:moveTo>
                    <a:pt x="6333" y="4127"/>
                  </a:moveTo>
                  <a:cubicBezTo>
                    <a:pt x="6490" y="4442"/>
                    <a:pt x="6679" y="4726"/>
                    <a:pt x="6963" y="5009"/>
                  </a:cubicBezTo>
                  <a:cubicBezTo>
                    <a:pt x="7593" y="5640"/>
                    <a:pt x="8475" y="5986"/>
                    <a:pt x="9357" y="5986"/>
                  </a:cubicBezTo>
                  <a:lnTo>
                    <a:pt x="9735" y="5986"/>
                  </a:lnTo>
                  <a:lnTo>
                    <a:pt x="9735" y="8570"/>
                  </a:lnTo>
                  <a:cubicBezTo>
                    <a:pt x="9735" y="10428"/>
                    <a:pt x="8192" y="11972"/>
                    <a:pt x="6333" y="11972"/>
                  </a:cubicBezTo>
                  <a:cubicBezTo>
                    <a:pt x="4474" y="11972"/>
                    <a:pt x="2962" y="10428"/>
                    <a:pt x="2962" y="8570"/>
                  </a:cubicBezTo>
                  <a:lnTo>
                    <a:pt x="2962" y="5986"/>
                  </a:lnTo>
                  <a:lnTo>
                    <a:pt x="3308" y="5986"/>
                  </a:lnTo>
                  <a:cubicBezTo>
                    <a:pt x="4222" y="5986"/>
                    <a:pt x="5041" y="5640"/>
                    <a:pt x="5703" y="5009"/>
                  </a:cubicBezTo>
                  <a:cubicBezTo>
                    <a:pt x="5955" y="4757"/>
                    <a:pt x="6175" y="4442"/>
                    <a:pt x="6333" y="4127"/>
                  </a:cubicBezTo>
                  <a:close/>
                  <a:moveTo>
                    <a:pt x="2962" y="0"/>
                  </a:moveTo>
                  <a:cubicBezTo>
                    <a:pt x="1733" y="0"/>
                    <a:pt x="693" y="977"/>
                    <a:pt x="693" y="2237"/>
                  </a:cubicBezTo>
                  <a:cubicBezTo>
                    <a:pt x="693" y="3277"/>
                    <a:pt x="1418" y="4159"/>
                    <a:pt x="2395" y="4411"/>
                  </a:cubicBezTo>
                  <a:cubicBezTo>
                    <a:pt x="2332" y="4694"/>
                    <a:pt x="2237" y="4946"/>
                    <a:pt x="2237" y="5230"/>
                  </a:cubicBezTo>
                  <a:cubicBezTo>
                    <a:pt x="1355" y="5230"/>
                    <a:pt x="630" y="6018"/>
                    <a:pt x="756" y="6931"/>
                  </a:cubicBezTo>
                  <a:cubicBezTo>
                    <a:pt x="284" y="7215"/>
                    <a:pt x="0" y="7687"/>
                    <a:pt x="0" y="8223"/>
                  </a:cubicBezTo>
                  <a:cubicBezTo>
                    <a:pt x="0" y="9042"/>
                    <a:pt x="662" y="9735"/>
                    <a:pt x="1513" y="9735"/>
                  </a:cubicBezTo>
                  <a:cubicBezTo>
                    <a:pt x="1828" y="9735"/>
                    <a:pt x="2080" y="9641"/>
                    <a:pt x="2332" y="9452"/>
                  </a:cubicBezTo>
                  <a:cubicBezTo>
                    <a:pt x="2710" y="11310"/>
                    <a:pt x="4379" y="12728"/>
                    <a:pt x="6396" y="12728"/>
                  </a:cubicBezTo>
                  <a:cubicBezTo>
                    <a:pt x="8381" y="12728"/>
                    <a:pt x="10050" y="11310"/>
                    <a:pt x="10428" y="9452"/>
                  </a:cubicBezTo>
                  <a:cubicBezTo>
                    <a:pt x="10680" y="9609"/>
                    <a:pt x="10964" y="9735"/>
                    <a:pt x="11279" y="9735"/>
                  </a:cubicBezTo>
                  <a:cubicBezTo>
                    <a:pt x="12098" y="9735"/>
                    <a:pt x="12760" y="9042"/>
                    <a:pt x="12760" y="8223"/>
                  </a:cubicBezTo>
                  <a:cubicBezTo>
                    <a:pt x="12728" y="7687"/>
                    <a:pt x="12413" y="7152"/>
                    <a:pt x="11941" y="6931"/>
                  </a:cubicBezTo>
                  <a:cubicBezTo>
                    <a:pt x="12035" y="6018"/>
                    <a:pt x="11342" y="5230"/>
                    <a:pt x="10428" y="5230"/>
                  </a:cubicBezTo>
                  <a:cubicBezTo>
                    <a:pt x="10397" y="4946"/>
                    <a:pt x="10365" y="4694"/>
                    <a:pt x="10271" y="4411"/>
                  </a:cubicBezTo>
                  <a:cubicBezTo>
                    <a:pt x="11248" y="4159"/>
                    <a:pt x="11972" y="3277"/>
                    <a:pt x="11972" y="2237"/>
                  </a:cubicBezTo>
                  <a:cubicBezTo>
                    <a:pt x="11972" y="1008"/>
                    <a:pt x="10996" y="0"/>
                    <a:pt x="9735" y="0"/>
                  </a:cubicBezTo>
                  <a:cubicBezTo>
                    <a:pt x="8664" y="0"/>
                    <a:pt x="7814" y="693"/>
                    <a:pt x="7530" y="1638"/>
                  </a:cubicBezTo>
                  <a:cubicBezTo>
                    <a:pt x="7120" y="1544"/>
                    <a:pt x="6742" y="1481"/>
                    <a:pt x="6333" y="1481"/>
                  </a:cubicBezTo>
                  <a:cubicBezTo>
                    <a:pt x="5955" y="1481"/>
                    <a:pt x="5514" y="1575"/>
                    <a:pt x="5167" y="1638"/>
                  </a:cubicBezTo>
                  <a:cubicBezTo>
                    <a:pt x="4915" y="693"/>
                    <a:pt x="4033" y="0"/>
                    <a:pt x="296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29" name="Google Shape;11329;p137"/>
          <p:cNvGrpSpPr/>
          <p:nvPr/>
        </p:nvGrpSpPr>
        <p:grpSpPr>
          <a:xfrm>
            <a:off x="5753801" y="2684124"/>
            <a:ext cx="361998" cy="361090"/>
            <a:chOff x="-54081175" y="1903275"/>
            <a:chExt cx="319025" cy="318225"/>
          </a:xfrm>
        </p:grpSpPr>
        <p:sp>
          <p:nvSpPr>
            <p:cNvPr id="11330" name="Google Shape;11330;p137"/>
            <p:cNvSpPr/>
            <p:nvPr/>
          </p:nvSpPr>
          <p:spPr>
            <a:xfrm>
              <a:off x="-53959075" y="2135825"/>
              <a:ext cx="72475" cy="28975"/>
            </a:xfrm>
            <a:custGeom>
              <a:rect b="b" l="l" r="r" t="t"/>
              <a:pathLst>
                <a:path extrusionOk="0" h="1159" w="2899">
                  <a:moveTo>
                    <a:pt x="386" y="1"/>
                  </a:moveTo>
                  <a:cubicBezTo>
                    <a:pt x="292" y="1"/>
                    <a:pt x="205"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1" name="Google Shape;11331;p137"/>
            <p:cNvSpPr/>
            <p:nvPr/>
          </p:nvSpPr>
          <p:spPr>
            <a:xfrm>
              <a:off x="-54081175" y="1903275"/>
              <a:ext cx="319025" cy="318225"/>
            </a:xfrm>
            <a:custGeom>
              <a:rect b="b" l="l" r="r" t="t"/>
              <a:pathLst>
                <a:path extrusionOk="0" h="12729" w="12761">
                  <a:moveTo>
                    <a:pt x="6365" y="757"/>
                  </a:moveTo>
                  <a:cubicBezTo>
                    <a:pt x="7594" y="757"/>
                    <a:pt x="8728" y="1324"/>
                    <a:pt x="9515" y="2238"/>
                  </a:cubicBezTo>
                  <a:lnTo>
                    <a:pt x="8570" y="2238"/>
                  </a:lnTo>
                  <a:cubicBezTo>
                    <a:pt x="7436" y="2238"/>
                    <a:pt x="6396" y="1702"/>
                    <a:pt x="5829" y="789"/>
                  </a:cubicBezTo>
                  <a:cubicBezTo>
                    <a:pt x="5987" y="757"/>
                    <a:pt x="6176" y="757"/>
                    <a:pt x="6365" y="757"/>
                  </a:cubicBezTo>
                  <a:close/>
                  <a:moveTo>
                    <a:pt x="5042" y="946"/>
                  </a:moveTo>
                  <a:cubicBezTo>
                    <a:pt x="5357" y="1482"/>
                    <a:pt x="5829" y="1954"/>
                    <a:pt x="6365" y="2332"/>
                  </a:cubicBezTo>
                  <a:cubicBezTo>
                    <a:pt x="7027" y="2742"/>
                    <a:pt x="7783" y="2962"/>
                    <a:pt x="8570" y="2962"/>
                  </a:cubicBezTo>
                  <a:lnTo>
                    <a:pt x="9988" y="2962"/>
                  </a:lnTo>
                  <a:cubicBezTo>
                    <a:pt x="10272" y="3498"/>
                    <a:pt x="10461" y="4160"/>
                    <a:pt x="10461" y="4853"/>
                  </a:cubicBezTo>
                  <a:lnTo>
                    <a:pt x="10461" y="5199"/>
                  </a:lnTo>
                  <a:lnTo>
                    <a:pt x="10429" y="5199"/>
                  </a:lnTo>
                  <a:cubicBezTo>
                    <a:pt x="10272" y="4380"/>
                    <a:pt x="9484" y="3687"/>
                    <a:pt x="8570" y="3687"/>
                  </a:cubicBezTo>
                  <a:cubicBezTo>
                    <a:pt x="7657" y="3687"/>
                    <a:pt x="6932" y="4317"/>
                    <a:pt x="6775" y="5199"/>
                  </a:cubicBezTo>
                  <a:lnTo>
                    <a:pt x="5924" y="5199"/>
                  </a:lnTo>
                  <a:cubicBezTo>
                    <a:pt x="5766" y="4317"/>
                    <a:pt x="4979" y="3687"/>
                    <a:pt x="4128" y="3687"/>
                  </a:cubicBezTo>
                  <a:cubicBezTo>
                    <a:pt x="3214" y="3687"/>
                    <a:pt x="2427" y="4380"/>
                    <a:pt x="2269" y="5199"/>
                  </a:cubicBezTo>
                  <a:lnTo>
                    <a:pt x="2238" y="5199"/>
                  </a:lnTo>
                  <a:lnTo>
                    <a:pt x="2238" y="4853"/>
                  </a:lnTo>
                  <a:cubicBezTo>
                    <a:pt x="2206" y="3025"/>
                    <a:pt x="3372" y="1482"/>
                    <a:pt x="5042" y="946"/>
                  </a:cubicBezTo>
                  <a:close/>
                  <a:moveTo>
                    <a:pt x="1450" y="5231"/>
                  </a:moveTo>
                  <a:lnTo>
                    <a:pt x="1450" y="6711"/>
                  </a:lnTo>
                  <a:cubicBezTo>
                    <a:pt x="1431" y="6713"/>
                    <a:pt x="1413" y="6714"/>
                    <a:pt x="1394" y="6714"/>
                  </a:cubicBezTo>
                  <a:cubicBezTo>
                    <a:pt x="1009" y="6714"/>
                    <a:pt x="694" y="6408"/>
                    <a:pt x="694" y="5987"/>
                  </a:cubicBezTo>
                  <a:cubicBezTo>
                    <a:pt x="694" y="5577"/>
                    <a:pt x="1009" y="5231"/>
                    <a:pt x="1450" y="5231"/>
                  </a:cubicBezTo>
                  <a:close/>
                  <a:moveTo>
                    <a:pt x="4097" y="4538"/>
                  </a:moveTo>
                  <a:cubicBezTo>
                    <a:pt x="4727" y="4538"/>
                    <a:pt x="5199" y="5042"/>
                    <a:pt x="5199" y="5640"/>
                  </a:cubicBezTo>
                  <a:cubicBezTo>
                    <a:pt x="5199" y="6270"/>
                    <a:pt x="4664" y="6743"/>
                    <a:pt x="4097" y="6743"/>
                  </a:cubicBezTo>
                  <a:cubicBezTo>
                    <a:pt x="3467" y="6743"/>
                    <a:pt x="2931" y="6207"/>
                    <a:pt x="2931" y="5640"/>
                  </a:cubicBezTo>
                  <a:cubicBezTo>
                    <a:pt x="2931" y="5042"/>
                    <a:pt x="3467" y="4538"/>
                    <a:pt x="4097" y="4538"/>
                  </a:cubicBezTo>
                  <a:close/>
                  <a:moveTo>
                    <a:pt x="8539" y="4538"/>
                  </a:moveTo>
                  <a:cubicBezTo>
                    <a:pt x="9169" y="4538"/>
                    <a:pt x="9673" y="5042"/>
                    <a:pt x="9673" y="5640"/>
                  </a:cubicBezTo>
                  <a:cubicBezTo>
                    <a:pt x="9673" y="6207"/>
                    <a:pt x="9169" y="6743"/>
                    <a:pt x="8539" y="6743"/>
                  </a:cubicBezTo>
                  <a:cubicBezTo>
                    <a:pt x="7940" y="6743"/>
                    <a:pt x="7436" y="6207"/>
                    <a:pt x="7436" y="5640"/>
                  </a:cubicBezTo>
                  <a:cubicBezTo>
                    <a:pt x="7436" y="5010"/>
                    <a:pt x="7940" y="4538"/>
                    <a:pt x="8539" y="4538"/>
                  </a:cubicBezTo>
                  <a:close/>
                  <a:moveTo>
                    <a:pt x="11217" y="5231"/>
                  </a:moveTo>
                  <a:cubicBezTo>
                    <a:pt x="11595" y="5231"/>
                    <a:pt x="11973" y="5577"/>
                    <a:pt x="11973" y="5987"/>
                  </a:cubicBezTo>
                  <a:cubicBezTo>
                    <a:pt x="11973" y="6428"/>
                    <a:pt x="11595" y="6743"/>
                    <a:pt x="11217" y="6743"/>
                  </a:cubicBezTo>
                  <a:lnTo>
                    <a:pt x="11217" y="5231"/>
                  </a:lnTo>
                  <a:close/>
                  <a:moveTo>
                    <a:pt x="10461" y="5987"/>
                  </a:moveTo>
                  <a:lnTo>
                    <a:pt x="10461" y="7877"/>
                  </a:lnTo>
                  <a:lnTo>
                    <a:pt x="10461" y="8224"/>
                  </a:lnTo>
                  <a:lnTo>
                    <a:pt x="8696" y="8224"/>
                  </a:lnTo>
                  <a:cubicBezTo>
                    <a:pt x="7972" y="7767"/>
                    <a:pt x="7153" y="7538"/>
                    <a:pt x="6337" y="7538"/>
                  </a:cubicBezTo>
                  <a:cubicBezTo>
                    <a:pt x="5522" y="7538"/>
                    <a:pt x="4711" y="7767"/>
                    <a:pt x="4002" y="8224"/>
                  </a:cubicBezTo>
                  <a:lnTo>
                    <a:pt x="2238" y="8224"/>
                  </a:lnTo>
                  <a:lnTo>
                    <a:pt x="2238" y="7877"/>
                  </a:lnTo>
                  <a:lnTo>
                    <a:pt x="2238" y="5987"/>
                  </a:lnTo>
                  <a:lnTo>
                    <a:pt x="2269" y="5987"/>
                  </a:lnTo>
                  <a:cubicBezTo>
                    <a:pt x="2427" y="6806"/>
                    <a:pt x="3214" y="7468"/>
                    <a:pt x="4128" y="7468"/>
                  </a:cubicBezTo>
                  <a:cubicBezTo>
                    <a:pt x="5042" y="7468"/>
                    <a:pt x="5766" y="6837"/>
                    <a:pt x="5955" y="5987"/>
                  </a:cubicBezTo>
                  <a:lnTo>
                    <a:pt x="6775" y="5987"/>
                  </a:lnTo>
                  <a:cubicBezTo>
                    <a:pt x="6932" y="6837"/>
                    <a:pt x="7720" y="7468"/>
                    <a:pt x="8570" y="7468"/>
                  </a:cubicBezTo>
                  <a:cubicBezTo>
                    <a:pt x="9106" y="7468"/>
                    <a:pt x="9578" y="7279"/>
                    <a:pt x="9925" y="6932"/>
                  </a:cubicBezTo>
                  <a:cubicBezTo>
                    <a:pt x="10209" y="6648"/>
                    <a:pt x="10366" y="6333"/>
                    <a:pt x="10429" y="5987"/>
                  </a:cubicBezTo>
                  <a:close/>
                  <a:moveTo>
                    <a:pt x="6318" y="8271"/>
                  </a:moveTo>
                  <a:cubicBezTo>
                    <a:pt x="7027" y="8271"/>
                    <a:pt x="7735" y="8476"/>
                    <a:pt x="8350" y="8885"/>
                  </a:cubicBezTo>
                  <a:cubicBezTo>
                    <a:pt x="8413" y="8948"/>
                    <a:pt x="8444" y="8980"/>
                    <a:pt x="8539" y="8980"/>
                  </a:cubicBezTo>
                  <a:lnTo>
                    <a:pt x="10272" y="8980"/>
                  </a:lnTo>
                  <a:cubicBezTo>
                    <a:pt x="9799" y="10713"/>
                    <a:pt x="8224" y="11973"/>
                    <a:pt x="6333" y="11973"/>
                  </a:cubicBezTo>
                  <a:cubicBezTo>
                    <a:pt x="4443" y="11973"/>
                    <a:pt x="2868" y="10713"/>
                    <a:pt x="2364" y="8980"/>
                  </a:cubicBezTo>
                  <a:lnTo>
                    <a:pt x="4097" y="8980"/>
                  </a:lnTo>
                  <a:cubicBezTo>
                    <a:pt x="4160" y="8980"/>
                    <a:pt x="4254" y="8948"/>
                    <a:pt x="4286" y="8885"/>
                  </a:cubicBezTo>
                  <a:cubicBezTo>
                    <a:pt x="4900" y="8476"/>
                    <a:pt x="5609" y="8271"/>
                    <a:pt x="6318" y="8271"/>
                  </a:cubicBezTo>
                  <a:close/>
                  <a:moveTo>
                    <a:pt x="6333" y="1"/>
                  </a:moveTo>
                  <a:cubicBezTo>
                    <a:pt x="3782" y="1"/>
                    <a:pt x="1639" y="1986"/>
                    <a:pt x="1482" y="4475"/>
                  </a:cubicBezTo>
                  <a:cubicBezTo>
                    <a:pt x="663" y="4475"/>
                    <a:pt x="1" y="5168"/>
                    <a:pt x="1" y="5987"/>
                  </a:cubicBezTo>
                  <a:cubicBezTo>
                    <a:pt x="1" y="6806"/>
                    <a:pt x="663" y="7468"/>
                    <a:pt x="1482" y="7468"/>
                  </a:cubicBezTo>
                  <a:lnTo>
                    <a:pt x="1482" y="7877"/>
                  </a:lnTo>
                  <a:cubicBezTo>
                    <a:pt x="1482" y="10555"/>
                    <a:pt x="3656" y="12729"/>
                    <a:pt x="6365" y="12729"/>
                  </a:cubicBezTo>
                  <a:cubicBezTo>
                    <a:pt x="9043" y="12729"/>
                    <a:pt x="11248" y="10555"/>
                    <a:pt x="11248" y="7877"/>
                  </a:cubicBezTo>
                  <a:lnTo>
                    <a:pt x="11248" y="7468"/>
                  </a:lnTo>
                  <a:cubicBezTo>
                    <a:pt x="12067" y="7468"/>
                    <a:pt x="12760" y="6806"/>
                    <a:pt x="12760" y="5987"/>
                  </a:cubicBezTo>
                  <a:cubicBezTo>
                    <a:pt x="12697" y="5168"/>
                    <a:pt x="12036" y="4475"/>
                    <a:pt x="11217" y="4475"/>
                  </a:cubicBezTo>
                  <a:cubicBezTo>
                    <a:pt x="11028" y="1954"/>
                    <a:pt x="8885" y="1"/>
                    <a:pt x="633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32" name="Google Shape;11332;p137"/>
          <p:cNvGrpSpPr/>
          <p:nvPr/>
        </p:nvGrpSpPr>
        <p:grpSpPr>
          <a:xfrm>
            <a:off x="5776154" y="3137587"/>
            <a:ext cx="317290" cy="360211"/>
            <a:chOff x="-54063050" y="2296300"/>
            <a:chExt cx="279625" cy="317450"/>
          </a:xfrm>
        </p:grpSpPr>
        <p:sp>
          <p:nvSpPr>
            <p:cNvPr id="11333" name="Google Shape;11333;p137"/>
            <p:cNvSpPr/>
            <p:nvPr/>
          </p:nvSpPr>
          <p:spPr>
            <a:xfrm>
              <a:off x="-53959075" y="2527275"/>
              <a:ext cx="72475" cy="29750"/>
            </a:xfrm>
            <a:custGeom>
              <a:rect b="b" l="l" r="r" t="t"/>
              <a:pathLst>
                <a:path extrusionOk="0" h="1190" w="2899">
                  <a:moveTo>
                    <a:pt x="386" y="1"/>
                  </a:moveTo>
                  <a:cubicBezTo>
                    <a:pt x="292" y="1"/>
                    <a:pt x="205" y="40"/>
                    <a:pt x="158" y="119"/>
                  </a:cubicBezTo>
                  <a:cubicBezTo>
                    <a:pt x="0" y="276"/>
                    <a:pt x="0" y="528"/>
                    <a:pt x="158" y="623"/>
                  </a:cubicBezTo>
                  <a:cubicBezTo>
                    <a:pt x="504" y="1001"/>
                    <a:pt x="977" y="1190"/>
                    <a:pt x="1449" y="1190"/>
                  </a:cubicBezTo>
                  <a:cubicBezTo>
                    <a:pt x="1922" y="1190"/>
                    <a:pt x="2426" y="1001"/>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4" name="Google Shape;11334;p137"/>
            <p:cNvSpPr/>
            <p:nvPr/>
          </p:nvSpPr>
          <p:spPr>
            <a:xfrm>
              <a:off x="-53969325" y="2482975"/>
              <a:ext cx="18150" cy="17350"/>
            </a:xfrm>
            <a:custGeom>
              <a:rect b="b" l="l" r="r" t="t"/>
              <a:pathLst>
                <a:path extrusionOk="0" h="694" w="726">
                  <a:moveTo>
                    <a:pt x="347" y="0"/>
                  </a:moveTo>
                  <a:cubicBezTo>
                    <a:pt x="158" y="0"/>
                    <a:pt x="1" y="158"/>
                    <a:pt x="1" y="347"/>
                  </a:cubicBezTo>
                  <a:cubicBezTo>
                    <a:pt x="1"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5" name="Google Shape;11335;p137"/>
            <p:cNvSpPr/>
            <p:nvPr/>
          </p:nvSpPr>
          <p:spPr>
            <a:xfrm>
              <a:off x="-53894500" y="2482975"/>
              <a:ext cx="18125" cy="17350"/>
            </a:xfrm>
            <a:custGeom>
              <a:rect b="b" l="l" r="r" t="t"/>
              <a:pathLst>
                <a:path extrusionOk="0" h="694" w="725">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6" name="Google Shape;11336;p137"/>
            <p:cNvSpPr/>
            <p:nvPr/>
          </p:nvSpPr>
          <p:spPr>
            <a:xfrm>
              <a:off x="-54063050" y="2296300"/>
              <a:ext cx="279625" cy="317450"/>
            </a:xfrm>
            <a:custGeom>
              <a:rect b="b" l="l" r="r" t="t"/>
              <a:pathLst>
                <a:path extrusionOk="0" h="12698" w="11185">
                  <a:moveTo>
                    <a:pt x="5640" y="694"/>
                  </a:moveTo>
                  <a:cubicBezTo>
                    <a:pt x="7026" y="694"/>
                    <a:pt x="8286" y="883"/>
                    <a:pt x="9232" y="1198"/>
                  </a:cubicBezTo>
                  <a:cubicBezTo>
                    <a:pt x="10177" y="1576"/>
                    <a:pt x="10523" y="1923"/>
                    <a:pt x="10523" y="2206"/>
                  </a:cubicBezTo>
                  <a:cubicBezTo>
                    <a:pt x="10523" y="2427"/>
                    <a:pt x="10114" y="2647"/>
                    <a:pt x="9358" y="2931"/>
                  </a:cubicBezTo>
                  <a:lnTo>
                    <a:pt x="2017" y="2931"/>
                  </a:lnTo>
                  <a:cubicBezTo>
                    <a:pt x="1198" y="2679"/>
                    <a:pt x="757" y="2427"/>
                    <a:pt x="757" y="2206"/>
                  </a:cubicBezTo>
                  <a:cubicBezTo>
                    <a:pt x="757" y="1954"/>
                    <a:pt x="1103" y="1576"/>
                    <a:pt x="2048" y="1198"/>
                  </a:cubicBezTo>
                  <a:cubicBezTo>
                    <a:pt x="2994" y="851"/>
                    <a:pt x="4254" y="694"/>
                    <a:pt x="5640" y="694"/>
                  </a:cubicBezTo>
                  <a:close/>
                  <a:moveTo>
                    <a:pt x="8948" y="3687"/>
                  </a:moveTo>
                  <a:lnTo>
                    <a:pt x="8948" y="4475"/>
                  </a:lnTo>
                  <a:lnTo>
                    <a:pt x="2206" y="4475"/>
                  </a:lnTo>
                  <a:lnTo>
                    <a:pt x="2206" y="3687"/>
                  </a:lnTo>
                  <a:close/>
                  <a:moveTo>
                    <a:pt x="8633" y="5231"/>
                  </a:moveTo>
                  <a:cubicBezTo>
                    <a:pt x="8192" y="5703"/>
                    <a:pt x="7562" y="5987"/>
                    <a:pt x="6932" y="5987"/>
                  </a:cubicBezTo>
                  <a:lnTo>
                    <a:pt x="4317" y="5987"/>
                  </a:lnTo>
                  <a:cubicBezTo>
                    <a:pt x="3624" y="5987"/>
                    <a:pt x="3057" y="5703"/>
                    <a:pt x="2615" y="5231"/>
                  </a:cubicBezTo>
                  <a:close/>
                  <a:moveTo>
                    <a:pt x="9704" y="6680"/>
                  </a:moveTo>
                  <a:cubicBezTo>
                    <a:pt x="10082" y="6680"/>
                    <a:pt x="10460" y="6995"/>
                    <a:pt x="10460" y="7436"/>
                  </a:cubicBezTo>
                  <a:cubicBezTo>
                    <a:pt x="10460" y="7877"/>
                    <a:pt x="10145" y="8192"/>
                    <a:pt x="9704" y="8192"/>
                  </a:cubicBezTo>
                  <a:lnTo>
                    <a:pt x="9704" y="6680"/>
                  </a:lnTo>
                  <a:close/>
                  <a:moveTo>
                    <a:pt x="1513" y="6711"/>
                  </a:moveTo>
                  <a:lnTo>
                    <a:pt x="1513" y="8224"/>
                  </a:lnTo>
                  <a:cubicBezTo>
                    <a:pt x="1072" y="8192"/>
                    <a:pt x="757" y="7877"/>
                    <a:pt x="757" y="7467"/>
                  </a:cubicBezTo>
                  <a:cubicBezTo>
                    <a:pt x="757" y="7089"/>
                    <a:pt x="1103" y="6711"/>
                    <a:pt x="1513" y="6711"/>
                  </a:cubicBezTo>
                  <a:close/>
                  <a:moveTo>
                    <a:pt x="8979" y="5924"/>
                  </a:moveTo>
                  <a:lnTo>
                    <a:pt x="8979" y="8570"/>
                  </a:lnTo>
                  <a:cubicBezTo>
                    <a:pt x="8948" y="10429"/>
                    <a:pt x="7467" y="11910"/>
                    <a:pt x="5608" y="11910"/>
                  </a:cubicBezTo>
                  <a:cubicBezTo>
                    <a:pt x="3750" y="11910"/>
                    <a:pt x="2269" y="10429"/>
                    <a:pt x="2269" y="8570"/>
                  </a:cubicBezTo>
                  <a:lnTo>
                    <a:pt x="2269" y="5924"/>
                  </a:lnTo>
                  <a:cubicBezTo>
                    <a:pt x="2805" y="6459"/>
                    <a:pt x="3561" y="6711"/>
                    <a:pt x="4317" y="6711"/>
                  </a:cubicBezTo>
                  <a:lnTo>
                    <a:pt x="6932" y="6711"/>
                  </a:lnTo>
                  <a:cubicBezTo>
                    <a:pt x="7688" y="6711"/>
                    <a:pt x="8444" y="6459"/>
                    <a:pt x="8979" y="5924"/>
                  </a:cubicBezTo>
                  <a:close/>
                  <a:moveTo>
                    <a:pt x="5608" y="1"/>
                  </a:moveTo>
                  <a:cubicBezTo>
                    <a:pt x="4191" y="1"/>
                    <a:pt x="2805" y="190"/>
                    <a:pt x="1796" y="536"/>
                  </a:cubicBezTo>
                  <a:cubicBezTo>
                    <a:pt x="316" y="1040"/>
                    <a:pt x="1" y="1734"/>
                    <a:pt x="1" y="2206"/>
                  </a:cubicBezTo>
                  <a:cubicBezTo>
                    <a:pt x="1" y="2931"/>
                    <a:pt x="788" y="3309"/>
                    <a:pt x="1513" y="3561"/>
                  </a:cubicBezTo>
                  <a:lnTo>
                    <a:pt x="1513" y="5955"/>
                  </a:lnTo>
                  <a:cubicBezTo>
                    <a:pt x="694" y="5955"/>
                    <a:pt x="1" y="6648"/>
                    <a:pt x="1" y="7467"/>
                  </a:cubicBezTo>
                  <a:cubicBezTo>
                    <a:pt x="1" y="8287"/>
                    <a:pt x="694" y="8980"/>
                    <a:pt x="1513" y="8980"/>
                  </a:cubicBezTo>
                  <a:cubicBezTo>
                    <a:pt x="1702" y="11059"/>
                    <a:pt x="3466" y="12697"/>
                    <a:pt x="5608" y="12697"/>
                  </a:cubicBezTo>
                  <a:cubicBezTo>
                    <a:pt x="7719" y="12697"/>
                    <a:pt x="9515" y="11059"/>
                    <a:pt x="9704" y="8980"/>
                  </a:cubicBezTo>
                  <a:cubicBezTo>
                    <a:pt x="10523" y="8980"/>
                    <a:pt x="11185" y="8287"/>
                    <a:pt x="11185" y="7467"/>
                  </a:cubicBezTo>
                  <a:cubicBezTo>
                    <a:pt x="11185" y="6648"/>
                    <a:pt x="10523" y="5955"/>
                    <a:pt x="9704" y="5955"/>
                  </a:cubicBezTo>
                  <a:lnTo>
                    <a:pt x="9704" y="3561"/>
                  </a:lnTo>
                  <a:cubicBezTo>
                    <a:pt x="10397" y="3309"/>
                    <a:pt x="11185" y="2931"/>
                    <a:pt x="11185" y="2206"/>
                  </a:cubicBezTo>
                  <a:cubicBezTo>
                    <a:pt x="11185" y="1734"/>
                    <a:pt x="10870" y="1040"/>
                    <a:pt x="9421" y="536"/>
                  </a:cubicBezTo>
                  <a:cubicBezTo>
                    <a:pt x="8412" y="190"/>
                    <a:pt x="7058" y="1"/>
                    <a:pt x="56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37" name="Google Shape;11337;p137"/>
          <p:cNvGrpSpPr/>
          <p:nvPr/>
        </p:nvGrpSpPr>
        <p:grpSpPr>
          <a:xfrm>
            <a:off x="5776154" y="3601649"/>
            <a:ext cx="317290" cy="361033"/>
            <a:chOff x="-54061475" y="2685450"/>
            <a:chExt cx="279625" cy="318175"/>
          </a:xfrm>
        </p:grpSpPr>
        <p:sp>
          <p:nvSpPr>
            <p:cNvPr id="11338" name="Google Shape;11338;p137"/>
            <p:cNvSpPr/>
            <p:nvPr/>
          </p:nvSpPr>
          <p:spPr>
            <a:xfrm>
              <a:off x="-53959075" y="2919525"/>
              <a:ext cx="72475" cy="28950"/>
            </a:xfrm>
            <a:custGeom>
              <a:rect b="b" l="l" r="r" t="t"/>
              <a:pathLst>
                <a:path extrusionOk="0" h="1158" w="2899">
                  <a:moveTo>
                    <a:pt x="386" y="0"/>
                  </a:moveTo>
                  <a:cubicBezTo>
                    <a:pt x="292" y="0"/>
                    <a:pt x="205" y="39"/>
                    <a:pt x="158" y="118"/>
                  </a:cubicBezTo>
                  <a:cubicBezTo>
                    <a:pt x="0" y="276"/>
                    <a:pt x="0" y="496"/>
                    <a:pt x="158" y="622"/>
                  </a:cubicBezTo>
                  <a:cubicBezTo>
                    <a:pt x="504" y="969"/>
                    <a:pt x="977" y="1158"/>
                    <a:pt x="1449" y="1158"/>
                  </a:cubicBezTo>
                  <a:cubicBezTo>
                    <a:pt x="1922" y="1158"/>
                    <a:pt x="2426" y="969"/>
                    <a:pt x="2741" y="622"/>
                  </a:cubicBezTo>
                  <a:cubicBezTo>
                    <a:pt x="2899" y="465"/>
                    <a:pt x="2899" y="213"/>
                    <a:pt x="2741" y="118"/>
                  </a:cubicBezTo>
                  <a:cubicBezTo>
                    <a:pt x="2678" y="39"/>
                    <a:pt x="2592" y="0"/>
                    <a:pt x="2501" y="0"/>
                  </a:cubicBezTo>
                  <a:cubicBezTo>
                    <a:pt x="2410" y="0"/>
                    <a:pt x="2316" y="39"/>
                    <a:pt x="2237" y="118"/>
                  </a:cubicBezTo>
                  <a:cubicBezTo>
                    <a:pt x="2048" y="307"/>
                    <a:pt x="1733" y="433"/>
                    <a:pt x="1449" y="433"/>
                  </a:cubicBezTo>
                  <a:cubicBezTo>
                    <a:pt x="1134" y="433"/>
                    <a:pt x="851" y="307"/>
                    <a:pt x="662" y="118"/>
                  </a:cubicBezTo>
                  <a:cubicBezTo>
                    <a:pt x="583" y="39"/>
                    <a:pt x="481" y="0"/>
                    <a:pt x="38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9" name="Google Shape;11339;p137"/>
            <p:cNvSpPr/>
            <p:nvPr/>
          </p:nvSpPr>
          <p:spPr>
            <a:xfrm>
              <a:off x="-53969325" y="2854725"/>
              <a:ext cx="18150" cy="18150"/>
            </a:xfrm>
            <a:custGeom>
              <a:rect b="b" l="l" r="r" t="t"/>
              <a:pathLst>
                <a:path extrusionOk="0" h="726" w="726">
                  <a:moveTo>
                    <a:pt x="347" y="1"/>
                  </a:moveTo>
                  <a:cubicBezTo>
                    <a:pt x="158" y="1"/>
                    <a:pt x="1" y="190"/>
                    <a:pt x="1" y="379"/>
                  </a:cubicBezTo>
                  <a:cubicBezTo>
                    <a:pt x="1" y="568"/>
                    <a:pt x="158" y="725"/>
                    <a:pt x="347" y="725"/>
                  </a:cubicBezTo>
                  <a:cubicBezTo>
                    <a:pt x="568" y="725"/>
                    <a:pt x="725" y="568"/>
                    <a:pt x="725" y="379"/>
                  </a:cubicBezTo>
                  <a:cubicBezTo>
                    <a:pt x="725" y="190"/>
                    <a:pt x="568"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0" name="Google Shape;11340;p137"/>
            <p:cNvSpPr/>
            <p:nvPr/>
          </p:nvSpPr>
          <p:spPr>
            <a:xfrm>
              <a:off x="-53894500" y="2854725"/>
              <a:ext cx="18125" cy="18150"/>
            </a:xfrm>
            <a:custGeom>
              <a:rect b="b" l="l" r="r" t="t"/>
              <a:pathLst>
                <a:path extrusionOk="0" h="726" w="725">
                  <a:moveTo>
                    <a:pt x="379" y="1"/>
                  </a:moveTo>
                  <a:cubicBezTo>
                    <a:pt x="158" y="1"/>
                    <a:pt x="1" y="190"/>
                    <a:pt x="1" y="379"/>
                  </a:cubicBezTo>
                  <a:cubicBezTo>
                    <a:pt x="1" y="568"/>
                    <a:pt x="158" y="725"/>
                    <a:pt x="379" y="725"/>
                  </a:cubicBezTo>
                  <a:cubicBezTo>
                    <a:pt x="568" y="725"/>
                    <a:pt x="725" y="568"/>
                    <a:pt x="725" y="379"/>
                  </a:cubicBezTo>
                  <a:cubicBezTo>
                    <a:pt x="725" y="190"/>
                    <a:pt x="568" y="1"/>
                    <a:pt x="3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1" name="Google Shape;11341;p137"/>
            <p:cNvSpPr/>
            <p:nvPr/>
          </p:nvSpPr>
          <p:spPr>
            <a:xfrm>
              <a:off x="-54061475" y="2685450"/>
              <a:ext cx="279625" cy="318175"/>
            </a:xfrm>
            <a:custGeom>
              <a:rect b="b" l="l" r="r" t="t"/>
              <a:pathLst>
                <a:path extrusionOk="0" h="12727" w="11185">
                  <a:moveTo>
                    <a:pt x="4096" y="1699"/>
                  </a:moveTo>
                  <a:cubicBezTo>
                    <a:pt x="4348" y="1699"/>
                    <a:pt x="4537" y="1762"/>
                    <a:pt x="4726" y="1794"/>
                  </a:cubicBezTo>
                  <a:cubicBezTo>
                    <a:pt x="4254" y="2235"/>
                    <a:pt x="3970" y="2897"/>
                    <a:pt x="3844" y="3527"/>
                  </a:cubicBezTo>
                  <a:cubicBezTo>
                    <a:pt x="3813" y="3716"/>
                    <a:pt x="3970" y="3905"/>
                    <a:pt x="4159" y="3968"/>
                  </a:cubicBezTo>
                  <a:cubicBezTo>
                    <a:pt x="4178" y="3971"/>
                    <a:pt x="4197" y="3972"/>
                    <a:pt x="4216" y="3972"/>
                  </a:cubicBezTo>
                  <a:cubicBezTo>
                    <a:pt x="4411" y="3972"/>
                    <a:pt x="4572" y="3825"/>
                    <a:pt x="4600" y="3653"/>
                  </a:cubicBezTo>
                  <a:cubicBezTo>
                    <a:pt x="4695" y="3117"/>
                    <a:pt x="4915" y="2645"/>
                    <a:pt x="5199" y="2330"/>
                  </a:cubicBezTo>
                  <a:cubicBezTo>
                    <a:pt x="5335" y="2194"/>
                    <a:pt x="5588" y="1964"/>
                    <a:pt x="5877" y="1964"/>
                  </a:cubicBezTo>
                  <a:cubicBezTo>
                    <a:pt x="5923" y="1964"/>
                    <a:pt x="5970" y="1970"/>
                    <a:pt x="6018" y="1983"/>
                  </a:cubicBezTo>
                  <a:cubicBezTo>
                    <a:pt x="6365" y="2046"/>
                    <a:pt x="6585" y="2361"/>
                    <a:pt x="6648" y="2613"/>
                  </a:cubicBezTo>
                  <a:cubicBezTo>
                    <a:pt x="6806" y="2991"/>
                    <a:pt x="6900" y="3527"/>
                    <a:pt x="6774" y="4031"/>
                  </a:cubicBezTo>
                  <a:cubicBezTo>
                    <a:pt x="6743" y="4251"/>
                    <a:pt x="6900" y="4472"/>
                    <a:pt x="7121" y="4472"/>
                  </a:cubicBezTo>
                  <a:cubicBezTo>
                    <a:pt x="7310" y="4472"/>
                    <a:pt x="7467" y="4346"/>
                    <a:pt x="7467" y="4157"/>
                  </a:cubicBezTo>
                  <a:cubicBezTo>
                    <a:pt x="7593" y="3527"/>
                    <a:pt x="7562" y="2802"/>
                    <a:pt x="7247" y="2204"/>
                  </a:cubicBezTo>
                  <a:lnTo>
                    <a:pt x="7247" y="2204"/>
                  </a:lnTo>
                  <a:lnTo>
                    <a:pt x="7404" y="2267"/>
                  </a:lnTo>
                  <a:cubicBezTo>
                    <a:pt x="8822" y="2487"/>
                    <a:pt x="9767" y="3873"/>
                    <a:pt x="9515" y="5291"/>
                  </a:cubicBezTo>
                  <a:cubicBezTo>
                    <a:pt x="9486" y="5464"/>
                    <a:pt x="9326" y="5610"/>
                    <a:pt x="9130" y="5610"/>
                  </a:cubicBezTo>
                  <a:cubicBezTo>
                    <a:pt x="9112" y="5610"/>
                    <a:pt x="9093" y="5609"/>
                    <a:pt x="9074" y="5606"/>
                  </a:cubicBezTo>
                  <a:lnTo>
                    <a:pt x="1733" y="4314"/>
                  </a:lnTo>
                  <a:cubicBezTo>
                    <a:pt x="1639" y="4283"/>
                    <a:pt x="1481" y="4062"/>
                    <a:pt x="1513" y="3873"/>
                  </a:cubicBezTo>
                  <a:cubicBezTo>
                    <a:pt x="1765" y="2613"/>
                    <a:pt x="2868" y="1699"/>
                    <a:pt x="4096" y="1699"/>
                  </a:cubicBezTo>
                  <a:close/>
                  <a:moveTo>
                    <a:pt x="1450" y="6740"/>
                  </a:moveTo>
                  <a:lnTo>
                    <a:pt x="1450" y="8252"/>
                  </a:lnTo>
                  <a:cubicBezTo>
                    <a:pt x="1009" y="8252"/>
                    <a:pt x="694" y="7937"/>
                    <a:pt x="694" y="7496"/>
                  </a:cubicBezTo>
                  <a:cubicBezTo>
                    <a:pt x="694" y="7118"/>
                    <a:pt x="1040" y="6740"/>
                    <a:pt x="1450" y="6740"/>
                  </a:cubicBezTo>
                  <a:close/>
                  <a:moveTo>
                    <a:pt x="9641" y="6740"/>
                  </a:moveTo>
                  <a:cubicBezTo>
                    <a:pt x="10019" y="6740"/>
                    <a:pt x="10397" y="7118"/>
                    <a:pt x="10397" y="7496"/>
                  </a:cubicBezTo>
                  <a:cubicBezTo>
                    <a:pt x="10397" y="7937"/>
                    <a:pt x="10082" y="8252"/>
                    <a:pt x="9641" y="8252"/>
                  </a:cubicBezTo>
                  <a:lnTo>
                    <a:pt x="9641" y="6740"/>
                  </a:lnTo>
                  <a:close/>
                  <a:moveTo>
                    <a:pt x="2206" y="5102"/>
                  </a:moveTo>
                  <a:lnTo>
                    <a:pt x="8916" y="6268"/>
                  </a:lnTo>
                  <a:lnTo>
                    <a:pt x="8916" y="8599"/>
                  </a:lnTo>
                  <a:cubicBezTo>
                    <a:pt x="8885" y="10489"/>
                    <a:pt x="7404" y="12033"/>
                    <a:pt x="5545" y="12033"/>
                  </a:cubicBezTo>
                  <a:cubicBezTo>
                    <a:pt x="3687" y="12033"/>
                    <a:pt x="2206" y="10489"/>
                    <a:pt x="2206" y="8599"/>
                  </a:cubicBezTo>
                  <a:lnTo>
                    <a:pt x="2206" y="5102"/>
                  </a:lnTo>
                  <a:close/>
                  <a:moveTo>
                    <a:pt x="7575" y="1"/>
                  </a:moveTo>
                  <a:cubicBezTo>
                    <a:pt x="6800" y="1"/>
                    <a:pt x="6137" y="473"/>
                    <a:pt x="5861" y="1164"/>
                  </a:cubicBezTo>
                  <a:lnTo>
                    <a:pt x="4726" y="975"/>
                  </a:lnTo>
                  <a:cubicBezTo>
                    <a:pt x="4530" y="941"/>
                    <a:pt x="4334" y="925"/>
                    <a:pt x="4141" y="925"/>
                  </a:cubicBezTo>
                  <a:cubicBezTo>
                    <a:pt x="2536" y="925"/>
                    <a:pt x="1101" y="2053"/>
                    <a:pt x="820" y="3684"/>
                  </a:cubicBezTo>
                  <a:cubicBezTo>
                    <a:pt x="757" y="4188"/>
                    <a:pt x="1009" y="4692"/>
                    <a:pt x="1481" y="4913"/>
                  </a:cubicBezTo>
                  <a:lnTo>
                    <a:pt x="1481" y="5953"/>
                  </a:lnTo>
                  <a:cubicBezTo>
                    <a:pt x="662" y="5953"/>
                    <a:pt x="1" y="6614"/>
                    <a:pt x="1" y="7465"/>
                  </a:cubicBezTo>
                  <a:cubicBezTo>
                    <a:pt x="1" y="8284"/>
                    <a:pt x="662" y="8946"/>
                    <a:pt x="1481" y="8946"/>
                  </a:cubicBezTo>
                  <a:cubicBezTo>
                    <a:pt x="1702" y="11056"/>
                    <a:pt x="3403" y="12726"/>
                    <a:pt x="5577" y="12726"/>
                  </a:cubicBezTo>
                  <a:cubicBezTo>
                    <a:pt x="7751" y="12726"/>
                    <a:pt x="9484" y="11056"/>
                    <a:pt x="9673" y="8946"/>
                  </a:cubicBezTo>
                  <a:cubicBezTo>
                    <a:pt x="10492" y="8946"/>
                    <a:pt x="11185" y="8284"/>
                    <a:pt x="11185" y="7465"/>
                  </a:cubicBezTo>
                  <a:cubicBezTo>
                    <a:pt x="11122" y="6803"/>
                    <a:pt x="10649" y="6205"/>
                    <a:pt x="9988" y="6047"/>
                  </a:cubicBezTo>
                  <a:cubicBezTo>
                    <a:pt x="10177" y="5890"/>
                    <a:pt x="10303" y="5638"/>
                    <a:pt x="10334" y="5417"/>
                  </a:cubicBezTo>
                  <a:cubicBezTo>
                    <a:pt x="10649" y="3590"/>
                    <a:pt x="9452" y="1825"/>
                    <a:pt x="7625" y="1510"/>
                  </a:cubicBezTo>
                  <a:lnTo>
                    <a:pt x="6617" y="1321"/>
                  </a:lnTo>
                  <a:cubicBezTo>
                    <a:pt x="6812" y="958"/>
                    <a:pt x="7206" y="744"/>
                    <a:pt x="7622" y="744"/>
                  </a:cubicBezTo>
                  <a:cubicBezTo>
                    <a:pt x="7675" y="744"/>
                    <a:pt x="7729" y="747"/>
                    <a:pt x="7782" y="754"/>
                  </a:cubicBezTo>
                  <a:cubicBezTo>
                    <a:pt x="7811" y="764"/>
                    <a:pt x="7840" y="768"/>
                    <a:pt x="7869" y="768"/>
                  </a:cubicBezTo>
                  <a:cubicBezTo>
                    <a:pt x="8034" y="768"/>
                    <a:pt x="8197" y="627"/>
                    <a:pt x="8223" y="439"/>
                  </a:cubicBezTo>
                  <a:cubicBezTo>
                    <a:pt x="8255" y="250"/>
                    <a:pt x="8097" y="61"/>
                    <a:pt x="7908" y="30"/>
                  </a:cubicBezTo>
                  <a:cubicBezTo>
                    <a:pt x="7796" y="10"/>
                    <a:pt x="7684" y="1"/>
                    <a:pt x="757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42" name="Google Shape;11342;p137"/>
          <p:cNvGrpSpPr/>
          <p:nvPr/>
        </p:nvGrpSpPr>
        <p:grpSpPr>
          <a:xfrm>
            <a:off x="8029690" y="2693967"/>
            <a:ext cx="275278" cy="361969"/>
            <a:chOff x="-52074300" y="1911950"/>
            <a:chExt cx="242600" cy="319000"/>
          </a:xfrm>
        </p:grpSpPr>
        <p:sp>
          <p:nvSpPr>
            <p:cNvPr id="11343" name="Google Shape;11343;p137"/>
            <p:cNvSpPr/>
            <p:nvPr/>
          </p:nvSpPr>
          <p:spPr>
            <a:xfrm>
              <a:off x="-51989225" y="2125600"/>
              <a:ext cx="72475" cy="29750"/>
            </a:xfrm>
            <a:custGeom>
              <a:rect b="b" l="l" r="r" t="t"/>
              <a:pathLst>
                <a:path extrusionOk="0" h="1190" w="2899">
                  <a:moveTo>
                    <a:pt x="398" y="0"/>
                  </a:moveTo>
                  <a:cubicBezTo>
                    <a:pt x="307" y="0"/>
                    <a:pt x="221" y="40"/>
                    <a:pt x="158" y="118"/>
                  </a:cubicBezTo>
                  <a:cubicBezTo>
                    <a:pt x="0" y="276"/>
                    <a:pt x="0" y="528"/>
                    <a:pt x="158" y="622"/>
                  </a:cubicBezTo>
                  <a:cubicBezTo>
                    <a:pt x="504" y="1000"/>
                    <a:pt x="977" y="1189"/>
                    <a:pt x="1449" y="1189"/>
                  </a:cubicBezTo>
                  <a:cubicBezTo>
                    <a:pt x="1922" y="1189"/>
                    <a:pt x="2426" y="1000"/>
                    <a:pt x="2741" y="622"/>
                  </a:cubicBezTo>
                  <a:cubicBezTo>
                    <a:pt x="2899" y="465"/>
                    <a:pt x="2899" y="244"/>
                    <a:pt x="2741" y="118"/>
                  </a:cubicBezTo>
                  <a:cubicBezTo>
                    <a:pt x="2662" y="40"/>
                    <a:pt x="2568" y="0"/>
                    <a:pt x="2477" y="0"/>
                  </a:cubicBezTo>
                  <a:cubicBezTo>
                    <a:pt x="2387" y="0"/>
                    <a:pt x="2300" y="40"/>
                    <a:pt x="2237" y="118"/>
                  </a:cubicBezTo>
                  <a:cubicBezTo>
                    <a:pt x="2048" y="307"/>
                    <a:pt x="1733" y="433"/>
                    <a:pt x="1449" y="433"/>
                  </a:cubicBezTo>
                  <a:cubicBezTo>
                    <a:pt x="1134" y="433"/>
                    <a:pt x="851" y="307"/>
                    <a:pt x="662" y="118"/>
                  </a:cubicBezTo>
                  <a:cubicBezTo>
                    <a:pt x="583" y="40"/>
                    <a:pt x="488" y="0"/>
                    <a:pt x="3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4" name="Google Shape;11344;p137"/>
            <p:cNvSpPr/>
            <p:nvPr/>
          </p:nvSpPr>
          <p:spPr>
            <a:xfrm>
              <a:off x="-51998675" y="2062375"/>
              <a:ext cx="17325" cy="18150"/>
            </a:xfrm>
            <a:custGeom>
              <a:rect b="b" l="l" r="r" t="t"/>
              <a:pathLst>
                <a:path extrusionOk="0" h="726" w="693">
                  <a:moveTo>
                    <a:pt x="347" y="1"/>
                  </a:moveTo>
                  <a:cubicBezTo>
                    <a:pt x="158" y="1"/>
                    <a:pt x="0" y="158"/>
                    <a:pt x="0" y="347"/>
                  </a:cubicBezTo>
                  <a:cubicBezTo>
                    <a:pt x="0" y="568"/>
                    <a:pt x="158" y="726"/>
                    <a:pt x="347" y="726"/>
                  </a:cubicBezTo>
                  <a:cubicBezTo>
                    <a:pt x="536" y="726"/>
                    <a:pt x="693" y="568"/>
                    <a:pt x="693" y="347"/>
                  </a:cubicBez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5" name="Google Shape;11345;p137"/>
            <p:cNvSpPr/>
            <p:nvPr/>
          </p:nvSpPr>
          <p:spPr>
            <a:xfrm>
              <a:off x="-51925450" y="2062375"/>
              <a:ext cx="18150" cy="18150"/>
            </a:xfrm>
            <a:custGeom>
              <a:rect b="b" l="l" r="r" t="t"/>
              <a:pathLst>
                <a:path extrusionOk="0" h="726" w="726">
                  <a:moveTo>
                    <a:pt x="379" y="1"/>
                  </a:moveTo>
                  <a:cubicBezTo>
                    <a:pt x="158" y="1"/>
                    <a:pt x="1" y="158"/>
                    <a:pt x="1" y="347"/>
                  </a:cubicBezTo>
                  <a:cubicBezTo>
                    <a:pt x="1" y="568"/>
                    <a:pt x="158" y="726"/>
                    <a:pt x="379" y="726"/>
                  </a:cubicBezTo>
                  <a:cubicBezTo>
                    <a:pt x="568" y="726"/>
                    <a:pt x="726" y="568"/>
                    <a:pt x="726" y="347"/>
                  </a:cubicBezTo>
                  <a:cubicBezTo>
                    <a:pt x="726" y="158"/>
                    <a:pt x="568" y="1"/>
                    <a:pt x="3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6" name="Google Shape;11346;p137"/>
            <p:cNvSpPr/>
            <p:nvPr/>
          </p:nvSpPr>
          <p:spPr>
            <a:xfrm>
              <a:off x="-52074300" y="1911950"/>
              <a:ext cx="242600" cy="319000"/>
            </a:xfrm>
            <a:custGeom>
              <a:rect b="b" l="l" r="r" t="t"/>
              <a:pathLst>
                <a:path extrusionOk="0" h="12760" w="9704">
                  <a:moveTo>
                    <a:pt x="6743" y="694"/>
                  </a:moveTo>
                  <a:cubicBezTo>
                    <a:pt x="7940" y="757"/>
                    <a:pt x="8948" y="1733"/>
                    <a:pt x="8948" y="2993"/>
                  </a:cubicBezTo>
                  <a:lnTo>
                    <a:pt x="8948" y="5293"/>
                  </a:lnTo>
                  <a:lnTo>
                    <a:pt x="8601" y="5293"/>
                  </a:lnTo>
                  <a:cubicBezTo>
                    <a:pt x="6743" y="5293"/>
                    <a:pt x="5262" y="3750"/>
                    <a:pt x="5262" y="1859"/>
                  </a:cubicBezTo>
                  <a:lnTo>
                    <a:pt x="5262" y="1292"/>
                  </a:lnTo>
                  <a:cubicBezTo>
                    <a:pt x="5640" y="946"/>
                    <a:pt x="6207" y="694"/>
                    <a:pt x="6743" y="694"/>
                  </a:cubicBezTo>
                  <a:close/>
                  <a:moveTo>
                    <a:pt x="2962" y="757"/>
                  </a:moveTo>
                  <a:cubicBezTo>
                    <a:pt x="3529" y="757"/>
                    <a:pt x="4033" y="946"/>
                    <a:pt x="4474" y="1355"/>
                  </a:cubicBezTo>
                  <a:lnTo>
                    <a:pt x="4474" y="1891"/>
                  </a:lnTo>
                  <a:cubicBezTo>
                    <a:pt x="4474" y="3781"/>
                    <a:pt x="2962" y="5325"/>
                    <a:pt x="1103" y="5325"/>
                  </a:cubicBezTo>
                  <a:lnTo>
                    <a:pt x="757" y="5325"/>
                  </a:lnTo>
                  <a:lnTo>
                    <a:pt x="757" y="3025"/>
                  </a:lnTo>
                  <a:cubicBezTo>
                    <a:pt x="725" y="1733"/>
                    <a:pt x="1733" y="757"/>
                    <a:pt x="2962" y="757"/>
                  </a:cubicBezTo>
                  <a:close/>
                  <a:moveTo>
                    <a:pt x="1103" y="6018"/>
                  </a:moveTo>
                  <a:cubicBezTo>
                    <a:pt x="1324" y="6018"/>
                    <a:pt x="1481" y="6175"/>
                    <a:pt x="1481" y="6396"/>
                  </a:cubicBezTo>
                  <a:cubicBezTo>
                    <a:pt x="1481" y="6585"/>
                    <a:pt x="1324" y="6743"/>
                    <a:pt x="1103" y="6743"/>
                  </a:cubicBezTo>
                  <a:cubicBezTo>
                    <a:pt x="914" y="6743"/>
                    <a:pt x="757" y="6585"/>
                    <a:pt x="757" y="6396"/>
                  </a:cubicBezTo>
                  <a:cubicBezTo>
                    <a:pt x="757" y="6175"/>
                    <a:pt x="914" y="6018"/>
                    <a:pt x="1103" y="6018"/>
                  </a:cubicBezTo>
                  <a:close/>
                  <a:moveTo>
                    <a:pt x="8570" y="6018"/>
                  </a:moveTo>
                  <a:cubicBezTo>
                    <a:pt x="8759" y="6018"/>
                    <a:pt x="8916" y="6175"/>
                    <a:pt x="8916" y="6396"/>
                  </a:cubicBezTo>
                  <a:cubicBezTo>
                    <a:pt x="8916" y="6585"/>
                    <a:pt x="8759" y="6743"/>
                    <a:pt x="8570" y="6743"/>
                  </a:cubicBezTo>
                  <a:cubicBezTo>
                    <a:pt x="8349" y="6743"/>
                    <a:pt x="8192" y="6585"/>
                    <a:pt x="8192" y="6396"/>
                  </a:cubicBezTo>
                  <a:cubicBezTo>
                    <a:pt x="8192" y="6175"/>
                    <a:pt x="8349" y="6018"/>
                    <a:pt x="8570" y="6018"/>
                  </a:cubicBezTo>
                  <a:close/>
                  <a:moveTo>
                    <a:pt x="1072" y="7530"/>
                  </a:moveTo>
                  <a:cubicBezTo>
                    <a:pt x="1261" y="7530"/>
                    <a:pt x="1418" y="7688"/>
                    <a:pt x="1418" y="7877"/>
                  </a:cubicBezTo>
                  <a:cubicBezTo>
                    <a:pt x="1418" y="8066"/>
                    <a:pt x="1261" y="8223"/>
                    <a:pt x="1072" y="8223"/>
                  </a:cubicBezTo>
                  <a:cubicBezTo>
                    <a:pt x="914" y="8223"/>
                    <a:pt x="725" y="8066"/>
                    <a:pt x="725" y="7877"/>
                  </a:cubicBezTo>
                  <a:cubicBezTo>
                    <a:pt x="725" y="7688"/>
                    <a:pt x="883" y="7530"/>
                    <a:pt x="1072" y="7530"/>
                  </a:cubicBezTo>
                  <a:close/>
                  <a:moveTo>
                    <a:pt x="8601" y="7530"/>
                  </a:moveTo>
                  <a:cubicBezTo>
                    <a:pt x="8790" y="7530"/>
                    <a:pt x="8948" y="7688"/>
                    <a:pt x="8948" y="7877"/>
                  </a:cubicBezTo>
                  <a:cubicBezTo>
                    <a:pt x="8948" y="8066"/>
                    <a:pt x="8790" y="8223"/>
                    <a:pt x="8601" y="8223"/>
                  </a:cubicBezTo>
                  <a:cubicBezTo>
                    <a:pt x="8412" y="8223"/>
                    <a:pt x="8255" y="8066"/>
                    <a:pt x="8255" y="7877"/>
                  </a:cubicBezTo>
                  <a:cubicBezTo>
                    <a:pt x="8255" y="7688"/>
                    <a:pt x="8412" y="7530"/>
                    <a:pt x="8601" y="7530"/>
                  </a:cubicBezTo>
                  <a:close/>
                  <a:moveTo>
                    <a:pt x="1072" y="9011"/>
                  </a:moveTo>
                  <a:cubicBezTo>
                    <a:pt x="1261" y="9011"/>
                    <a:pt x="1418" y="9168"/>
                    <a:pt x="1418" y="9389"/>
                  </a:cubicBezTo>
                  <a:cubicBezTo>
                    <a:pt x="1418" y="9578"/>
                    <a:pt x="1261" y="9735"/>
                    <a:pt x="1072" y="9735"/>
                  </a:cubicBezTo>
                  <a:cubicBezTo>
                    <a:pt x="914" y="9735"/>
                    <a:pt x="725" y="9578"/>
                    <a:pt x="725" y="9389"/>
                  </a:cubicBezTo>
                  <a:cubicBezTo>
                    <a:pt x="725" y="9168"/>
                    <a:pt x="883" y="9011"/>
                    <a:pt x="1072" y="9011"/>
                  </a:cubicBezTo>
                  <a:close/>
                  <a:moveTo>
                    <a:pt x="8601" y="9011"/>
                  </a:moveTo>
                  <a:cubicBezTo>
                    <a:pt x="8790" y="9011"/>
                    <a:pt x="8948" y="9168"/>
                    <a:pt x="8948" y="9389"/>
                  </a:cubicBezTo>
                  <a:cubicBezTo>
                    <a:pt x="8948" y="9578"/>
                    <a:pt x="8790" y="9735"/>
                    <a:pt x="8601" y="9735"/>
                  </a:cubicBezTo>
                  <a:cubicBezTo>
                    <a:pt x="8412" y="9735"/>
                    <a:pt x="8255" y="9578"/>
                    <a:pt x="8255" y="9389"/>
                  </a:cubicBezTo>
                  <a:cubicBezTo>
                    <a:pt x="8255" y="9168"/>
                    <a:pt x="8412" y="9011"/>
                    <a:pt x="8601" y="9011"/>
                  </a:cubicBezTo>
                  <a:close/>
                  <a:moveTo>
                    <a:pt x="4852" y="3592"/>
                  </a:moveTo>
                  <a:cubicBezTo>
                    <a:pt x="5041" y="4002"/>
                    <a:pt x="5325" y="4411"/>
                    <a:pt x="5703" y="4758"/>
                  </a:cubicBezTo>
                  <a:cubicBezTo>
                    <a:pt x="6239" y="5325"/>
                    <a:pt x="6869" y="5671"/>
                    <a:pt x="7593" y="5860"/>
                  </a:cubicBezTo>
                  <a:cubicBezTo>
                    <a:pt x="7499" y="6018"/>
                    <a:pt x="7467" y="6175"/>
                    <a:pt x="7467" y="6364"/>
                  </a:cubicBezTo>
                  <a:cubicBezTo>
                    <a:pt x="7467" y="6648"/>
                    <a:pt x="7593" y="6932"/>
                    <a:pt x="7751" y="7121"/>
                  </a:cubicBezTo>
                  <a:cubicBezTo>
                    <a:pt x="7530" y="7341"/>
                    <a:pt x="7467" y="7593"/>
                    <a:pt x="7467" y="7877"/>
                  </a:cubicBezTo>
                  <a:cubicBezTo>
                    <a:pt x="7467" y="8160"/>
                    <a:pt x="7593" y="8444"/>
                    <a:pt x="7751" y="8633"/>
                  </a:cubicBezTo>
                  <a:cubicBezTo>
                    <a:pt x="7530" y="8822"/>
                    <a:pt x="7467" y="9105"/>
                    <a:pt x="7467" y="9389"/>
                  </a:cubicBezTo>
                  <a:cubicBezTo>
                    <a:pt x="7467" y="9546"/>
                    <a:pt x="7499" y="9704"/>
                    <a:pt x="7593" y="9861"/>
                  </a:cubicBezTo>
                  <a:cubicBezTo>
                    <a:pt x="6932" y="10712"/>
                    <a:pt x="5923" y="11216"/>
                    <a:pt x="4852" y="11216"/>
                  </a:cubicBezTo>
                  <a:cubicBezTo>
                    <a:pt x="3750" y="11216"/>
                    <a:pt x="2773" y="10712"/>
                    <a:pt x="2143" y="9861"/>
                  </a:cubicBezTo>
                  <a:cubicBezTo>
                    <a:pt x="2206" y="9704"/>
                    <a:pt x="2269" y="9515"/>
                    <a:pt x="2269" y="9389"/>
                  </a:cubicBezTo>
                  <a:cubicBezTo>
                    <a:pt x="2269" y="9105"/>
                    <a:pt x="2143" y="8822"/>
                    <a:pt x="1985" y="8633"/>
                  </a:cubicBezTo>
                  <a:cubicBezTo>
                    <a:pt x="2174" y="8444"/>
                    <a:pt x="2269" y="8160"/>
                    <a:pt x="2269" y="7877"/>
                  </a:cubicBezTo>
                  <a:cubicBezTo>
                    <a:pt x="2269" y="7593"/>
                    <a:pt x="2143" y="7341"/>
                    <a:pt x="1985" y="7121"/>
                  </a:cubicBezTo>
                  <a:cubicBezTo>
                    <a:pt x="2174" y="6932"/>
                    <a:pt x="2269" y="6648"/>
                    <a:pt x="2269" y="6364"/>
                  </a:cubicBezTo>
                  <a:cubicBezTo>
                    <a:pt x="2269" y="6175"/>
                    <a:pt x="2206" y="6018"/>
                    <a:pt x="2143" y="5860"/>
                  </a:cubicBezTo>
                  <a:cubicBezTo>
                    <a:pt x="2836" y="5671"/>
                    <a:pt x="3529" y="5325"/>
                    <a:pt x="4033" y="4758"/>
                  </a:cubicBezTo>
                  <a:cubicBezTo>
                    <a:pt x="4380" y="4411"/>
                    <a:pt x="4663" y="4002"/>
                    <a:pt x="4852" y="3592"/>
                  </a:cubicBezTo>
                  <a:close/>
                  <a:moveTo>
                    <a:pt x="1103" y="10523"/>
                  </a:moveTo>
                  <a:cubicBezTo>
                    <a:pt x="1324" y="10523"/>
                    <a:pt x="1481" y="10681"/>
                    <a:pt x="1481" y="10870"/>
                  </a:cubicBezTo>
                  <a:cubicBezTo>
                    <a:pt x="1481" y="10996"/>
                    <a:pt x="1481" y="10996"/>
                    <a:pt x="1103" y="11626"/>
                  </a:cubicBezTo>
                  <a:cubicBezTo>
                    <a:pt x="757" y="10996"/>
                    <a:pt x="757" y="10996"/>
                    <a:pt x="757" y="10870"/>
                  </a:cubicBezTo>
                  <a:cubicBezTo>
                    <a:pt x="757" y="10681"/>
                    <a:pt x="914" y="10523"/>
                    <a:pt x="1103" y="10523"/>
                  </a:cubicBezTo>
                  <a:close/>
                  <a:moveTo>
                    <a:pt x="8570" y="10523"/>
                  </a:moveTo>
                  <a:cubicBezTo>
                    <a:pt x="8759" y="10523"/>
                    <a:pt x="8916" y="10681"/>
                    <a:pt x="8916" y="10870"/>
                  </a:cubicBezTo>
                  <a:cubicBezTo>
                    <a:pt x="8948" y="10996"/>
                    <a:pt x="8916" y="10996"/>
                    <a:pt x="8570" y="11626"/>
                  </a:cubicBezTo>
                  <a:cubicBezTo>
                    <a:pt x="8192" y="10996"/>
                    <a:pt x="8192" y="10996"/>
                    <a:pt x="8192" y="10870"/>
                  </a:cubicBezTo>
                  <a:cubicBezTo>
                    <a:pt x="8192" y="10681"/>
                    <a:pt x="8349" y="10523"/>
                    <a:pt x="8570" y="10523"/>
                  </a:cubicBezTo>
                  <a:close/>
                  <a:moveTo>
                    <a:pt x="3025" y="0"/>
                  </a:moveTo>
                  <a:cubicBezTo>
                    <a:pt x="1355" y="0"/>
                    <a:pt x="1" y="1355"/>
                    <a:pt x="1" y="2993"/>
                  </a:cubicBezTo>
                  <a:lnTo>
                    <a:pt x="1" y="6427"/>
                  </a:lnTo>
                  <a:cubicBezTo>
                    <a:pt x="1" y="6711"/>
                    <a:pt x="127" y="6963"/>
                    <a:pt x="284" y="7184"/>
                  </a:cubicBezTo>
                  <a:cubicBezTo>
                    <a:pt x="95" y="7373"/>
                    <a:pt x="1" y="7656"/>
                    <a:pt x="1" y="7908"/>
                  </a:cubicBezTo>
                  <a:cubicBezTo>
                    <a:pt x="1" y="8192"/>
                    <a:pt x="127" y="8475"/>
                    <a:pt x="284" y="8664"/>
                  </a:cubicBezTo>
                  <a:cubicBezTo>
                    <a:pt x="95" y="8853"/>
                    <a:pt x="1" y="9137"/>
                    <a:pt x="1" y="9420"/>
                  </a:cubicBezTo>
                  <a:cubicBezTo>
                    <a:pt x="1" y="9704"/>
                    <a:pt x="127" y="9956"/>
                    <a:pt x="284" y="10177"/>
                  </a:cubicBezTo>
                  <a:cubicBezTo>
                    <a:pt x="95" y="10366"/>
                    <a:pt x="1" y="10649"/>
                    <a:pt x="1" y="10901"/>
                  </a:cubicBezTo>
                  <a:cubicBezTo>
                    <a:pt x="1" y="11122"/>
                    <a:pt x="64" y="11311"/>
                    <a:pt x="127" y="11374"/>
                  </a:cubicBezTo>
                  <a:lnTo>
                    <a:pt x="788" y="12571"/>
                  </a:lnTo>
                  <a:cubicBezTo>
                    <a:pt x="883" y="12697"/>
                    <a:pt x="1009" y="12760"/>
                    <a:pt x="1103" y="12760"/>
                  </a:cubicBezTo>
                  <a:cubicBezTo>
                    <a:pt x="1229" y="12760"/>
                    <a:pt x="1387" y="12697"/>
                    <a:pt x="1450" y="12571"/>
                  </a:cubicBezTo>
                  <a:lnTo>
                    <a:pt x="2111" y="11437"/>
                  </a:lnTo>
                  <a:lnTo>
                    <a:pt x="2237" y="11059"/>
                  </a:lnTo>
                  <a:cubicBezTo>
                    <a:pt x="2930" y="11657"/>
                    <a:pt x="3876" y="12004"/>
                    <a:pt x="4852" y="12004"/>
                  </a:cubicBezTo>
                  <a:cubicBezTo>
                    <a:pt x="5829" y="12004"/>
                    <a:pt x="6743" y="11657"/>
                    <a:pt x="7499" y="11059"/>
                  </a:cubicBezTo>
                  <a:cubicBezTo>
                    <a:pt x="7499" y="11153"/>
                    <a:pt x="7530" y="11279"/>
                    <a:pt x="7562" y="11342"/>
                  </a:cubicBezTo>
                  <a:cubicBezTo>
                    <a:pt x="7562" y="11374"/>
                    <a:pt x="7530" y="11279"/>
                    <a:pt x="8286" y="12571"/>
                  </a:cubicBezTo>
                  <a:cubicBezTo>
                    <a:pt x="8349" y="12665"/>
                    <a:pt x="8475" y="12760"/>
                    <a:pt x="8601" y="12760"/>
                  </a:cubicBezTo>
                  <a:cubicBezTo>
                    <a:pt x="8727" y="12760"/>
                    <a:pt x="8885" y="12665"/>
                    <a:pt x="8916" y="12571"/>
                  </a:cubicBezTo>
                  <a:lnTo>
                    <a:pt x="9578" y="11405"/>
                  </a:lnTo>
                  <a:cubicBezTo>
                    <a:pt x="9673" y="11248"/>
                    <a:pt x="9704" y="11059"/>
                    <a:pt x="9704" y="10901"/>
                  </a:cubicBezTo>
                  <a:cubicBezTo>
                    <a:pt x="9704" y="10618"/>
                    <a:pt x="9578" y="10366"/>
                    <a:pt x="9421" y="10145"/>
                  </a:cubicBezTo>
                  <a:cubicBezTo>
                    <a:pt x="9641" y="9956"/>
                    <a:pt x="9704" y="9672"/>
                    <a:pt x="9704" y="9420"/>
                  </a:cubicBezTo>
                  <a:cubicBezTo>
                    <a:pt x="9704" y="9137"/>
                    <a:pt x="9578" y="8853"/>
                    <a:pt x="9421" y="8664"/>
                  </a:cubicBezTo>
                  <a:cubicBezTo>
                    <a:pt x="9641" y="8475"/>
                    <a:pt x="9704" y="8192"/>
                    <a:pt x="9704" y="7908"/>
                  </a:cubicBezTo>
                  <a:cubicBezTo>
                    <a:pt x="9704" y="7625"/>
                    <a:pt x="9578" y="7373"/>
                    <a:pt x="9421" y="7152"/>
                  </a:cubicBezTo>
                  <a:cubicBezTo>
                    <a:pt x="9641" y="6963"/>
                    <a:pt x="9704" y="6680"/>
                    <a:pt x="9704" y="6427"/>
                  </a:cubicBezTo>
                  <a:lnTo>
                    <a:pt x="9704" y="2993"/>
                  </a:lnTo>
                  <a:cubicBezTo>
                    <a:pt x="9704" y="1355"/>
                    <a:pt x="8349" y="0"/>
                    <a:pt x="6711" y="0"/>
                  </a:cubicBezTo>
                  <a:cubicBezTo>
                    <a:pt x="6049" y="0"/>
                    <a:pt x="5388" y="253"/>
                    <a:pt x="4852" y="662"/>
                  </a:cubicBezTo>
                  <a:cubicBezTo>
                    <a:pt x="4348" y="253"/>
                    <a:pt x="3687" y="0"/>
                    <a:pt x="302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47" name="Google Shape;11347;p137"/>
          <p:cNvGrpSpPr/>
          <p:nvPr/>
        </p:nvGrpSpPr>
        <p:grpSpPr>
          <a:xfrm>
            <a:off x="5287689" y="1305369"/>
            <a:ext cx="361998" cy="361090"/>
            <a:chOff x="-57578225" y="1904075"/>
            <a:chExt cx="319025" cy="318225"/>
          </a:xfrm>
        </p:grpSpPr>
        <p:sp>
          <p:nvSpPr>
            <p:cNvPr id="11348" name="Google Shape;11348;p137"/>
            <p:cNvSpPr/>
            <p:nvPr/>
          </p:nvSpPr>
          <p:spPr>
            <a:xfrm>
              <a:off x="-57578225" y="1904075"/>
              <a:ext cx="319025" cy="318225"/>
            </a:xfrm>
            <a:custGeom>
              <a:rect b="b" l="l" r="r" t="t"/>
              <a:pathLst>
                <a:path extrusionOk="0" h="12729" w="12761">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9" name="Google Shape;11349;p137"/>
            <p:cNvSpPr/>
            <p:nvPr/>
          </p:nvSpPr>
          <p:spPr>
            <a:xfrm>
              <a:off x="-57446675" y="2073400"/>
              <a:ext cx="18125" cy="18150"/>
            </a:xfrm>
            <a:custGeom>
              <a:rect b="b" l="l" r="r" t="t"/>
              <a:pathLst>
                <a:path extrusionOk="0" h="726" w="725">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0" name="Google Shape;11350;p137"/>
            <p:cNvSpPr/>
            <p:nvPr/>
          </p:nvSpPr>
          <p:spPr>
            <a:xfrm>
              <a:off x="-57371850" y="2073400"/>
              <a:ext cx="18125" cy="18150"/>
            </a:xfrm>
            <a:custGeom>
              <a:rect b="b" l="l" r="r" t="t"/>
              <a:pathLst>
                <a:path extrusionOk="0" h="726" w="725">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1" name="Google Shape;11351;p137"/>
            <p:cNvSpPr/>
            <p:nvPr/>
          </p:nvSpPr>
          <p:spPr>
            <a:xfrm>
              <a:off x="-57436450" y="2136625"/>
              <a:ext cx="72500" cy="29750"/>
            </a:xfrm>
            <a:custGeom>
              <a:rect b="b" l="l" r="r" t="t"/>
              <a:pathLst>
                <a:path extrusionOk="0" h="1190" w="290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52" name="Google Shape;11352;p137"/>
          <p:cNvGrpSpPr/>
          <p:nvPr/>
        </p:nvGrpSpPr>
        <p:grpSpPr>
          <a:xfrm>
            <a:off x="5310042" y="1778631"/>
            <a:ext cx="317290" cy="361090"/>
            <a:chOff x="-57558525" y="2294725"/>
            <a:chExt cx="279625" cy="318225"/>
          </a:xfrm>
        </p:grpSpPr>
        <p:sp>
          <p:nvSpPr>
            <p:cNvPr id="11353" name="Google Shape;11353;p137"/>
            <p:cNvSpPr/>
            <p:nvPr/>
          </p:nvSpPr>
          <p:spPr>
            <a:xfrm>
              <a:off x="-57455350" y="2498925"/>
              <a:ext cx="72475" cy="29750"/>
            </a:xfrm>
            <a:custGeom>
              <a:rect b="b" l="l" r="r" t="t"/>
              <a:pathLst>
                <a:path extrusionOk="0" h="1190" w="2899">
                  <a:moveTo>
                    <a:pt x="398" y="0"/>
                  </a:moveTo>
                  <a:cubicBezTo>
                    <a:pt x="308" y="0"/>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0"/>
                    <a:pt x="2513" y="0"/>
                  </a:cubicBezTo>
                  <a:cubicBezTo>
                    <a:pt x="2419" y="0"/>
                    <a:pt x="2316" y="40"/>
                    <a:pt x="2238" y="119"/>
                  </a:cubicBezTo>
                  <a:cubicBezTo>
                    <a:pt x="2049" y="308"/>
                    <a:pt x="1733" y="434"/>
                    <a:pt x="1450" y="434"/>
                  </a:cubicBezTo>
                  <a:cubicBezTo>
                    <a:pt x="1135" y="434"/>
                    <a:pt x="851" y="308"/>
                    <a:pt x="662" y="119"/>
                  </a:cubicBezTo>
                  <a:cubicBezTo>
                    <a:pt x="584" y="40"/>
                    <a:pt x="489" y="0"/>
                    <a:pt x="3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4" name="Google Shape;11354;p137"/>
            <p:cNvSpPr/>
            <p:nvPr/>
          </p:nvSpPr>
          <p:spPr>
            <a:xfrm>
              <a:off x="-57465575" y="2427050"/>
              <a:ext cx="18125" cy="17350"/>
            </a:xfrm>
            <a:custGeom>
              <a:rect b="b" l="l" r="r" t="t"/>
              <a:pathLst>
                <a:path extrusionOk="0" h="694" w="725">
                  <a:moveTo>
                    <a:pt x="378" y="1"/>
                  </a:moveTo>
                  <a:cubicBezTo>
                    <a:pt x="189" y="1"/>
                    <a:pt x="0" y="158"/>
                    <a:pt x="0" y="347"/>
                  </a:cubicBezTo>
                  <a:cubicBezTo>
                    <a:pt x="0" y="536"/>
                    <a:pt x="189" y="694"/>
                    <a:pt x="378" y="694"/>
                  </a:cubicBezTo>
                  <a:cubicBezTo>
                    <a:pt x="567" y="694"/>
                    <a:pt x="725" y="536"/>
                    <a:pt x="725" y="347"/>
                  </a:cubicBezTo>
                  <a:cubicBezTo>
                    <a:pt x="725" y="158"/>
                    <a:pt x="567"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5" name="Google Shape;11355;p137"/>
            <p:cNvSpPr/>
            <p:nvPr/>
          </p:nvSpPr>
          <p:spPr>
            <a:xfrm>
              <a:off x="-57389975" y="2427050"/>
              <a:ext cx="17350" cy="17350"/>
            </a:xfrm>
            <a:custGeom>
              <a:rect b="b" l="l" r="r" t="t"/>
              <a:pathLst>
                <a:path extrusionOk="0" h="694" w="694">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6" name="Google Shape;11356;p137"/>
            <p:cNvSpPr/>
            <p:nvPr/>
          </p:nvSpPr>
          <p:spPr>
            <a:xfrm>
              <a:off x="-57558525" y="2294725"/>
              <a:ext cx="279625" cy="318225"/>
            </a:xfrm>
            <a:custGeom>
              <a:rect b="b" l="l" r="r" t="t"/>
              <a:pathLst>
                <a:path extrusionOk="0" h="12729" w="11185">
                  <a:moveTo>
                    <a:pt x="5577" y="788"/>
                  </a:moveTo>
                  <a:cubicBezTo>
                    <a:pt x="8255" y="788"/>
                    <a:pt x="10429" y="2962"/>
                    <a:pt x="10429" y="5640"/>
                  </a:cubicBezTo>
                  <a:lnTo>
                    <a:pt x="10429" y="12036"/>
                  </a:lnTo>
                  <a:lnTo>
                    <a:pt x="725" y="12036"/>
                  </a:lnTo>
                  <a:lnTo>
                    <a:pt x="725" y="5640"/>
                  </a:lnTo>
                  <a:cubicBezTo>
                    <a:pt x="725" y="2962"/>
                    <a:pt x="2899" y="788"/>
                    <a:pt x="5577" y="788"/>
                  </a:cubicBezTo>
                  <a:close/>
                  <a:moveTo>
                    <a:pt x="5577" y="1"/>
                  </a:moveTo>
                  <a:cubicBezTo>
                    <a:pt x="2458" y="1"/>
                    <a:pt x="1" y="2521"/>
                    <a:pt x="1" y="5609"/>
                  </a:cubicBezTo>
                  <a:lnTo>
                    <a:pt x="1" y="12382"/>
                  </a:lnTo>
                  <a:cubicBezTo>
                    <a:pt x="1" y="12571"/>
                    <a:pt x="158" y="12729"/>
                    <a:pt x="347" y="12729"/>
                  </a:cubicBezTo>
                  <a:lnTo>
                    <a:pt x="10775" y="12729"/>
                  </a:lnTo>
                  <a:cubicBezTo>
                    <a:pt x="10964" y="12729"/>
                    <a:pt x="11122" y="12571"/>
                    <a:pt x="11122" y="12382"/>
                  </a:cubicBezTo>
                  <a:lnTo>
                    <a:pt x="11122" y="5609"/>
                  </a:lnTo>
                  <a:cubicBezTo>
                    <a:pt x="11185" y="2521"/>
                    <a:pt x="8696" y="1"/>
                    <a:pt x="557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7" name="Google Shape;11357;p137"/>
            <p:cNvSpPr/>
            <p:nvPr/>
          </p:nvSpPr>
          <p:spPr>
            <a:xfrm>
              <a:off x="-57521500" y="2332550"/>
              <a:ext cx="204800" cy="241825"/>
            </a:xfrm>
            <a:custGeom>
              <a:rect b="b" l="l" r="r" t="t"/>
              <a:pathLst>
                <a:path extrusionOk="0" h="9673" w="8192">
                  <a:moveTo>
                    <a:pt x="4096" y="756"/>
                  </a:moveTo>
                  <a:cubicBezTo>
                    <a:pt x="5230" y="756"/>
                    <a:pt x="6301" y="1323"/>
                    <a:pt x="6900" y="2237"/>
                  </a:cubicBezTo>
                  <a:lnTo>
                    <a:pt x="1292" y="2237"/>
                  </a:lnTo>
                  <a:cubicBezTo>
                    <a:pt x="1891" y="1323"/>
                    <a:pt x="2930" y="756"/>
                    <a:pt x="4096" y="756"/>
                  </a:cubicBezTo>
                  <a:close/>
                  <a:moveTo>
                    <a:pt x="7278" y="3025"/>
                  </a:moveTo>
                  <a:cubicBezTo>
                    <a:pt x="7404" y="3371"/>
                    <a:pt x="7498" y="3718"/>
                    <a:pt x="7498" y="4127"/>
                  </a:cubicBezTo>
                  <a:lnTo>
                    <a:pt x="7498" y="5230"/>
                  </a:lnTo>
                  <a:lnTo>
                    <a:pt x="756" y="5230"/>
                  </a:lnTo>
                  <a:lnTo>
                    <a:pt x="756" y="4127"/>
                  </a:lnTo>
                  <a:cubicBezTo>
                    <a:pt x="756" y="3718"/>
                    <a:pt x="819" y="3340"/>
                    <a:pt x="945" y="3025"/>
                  </a:cubicBezTo>
                  <a:close/>
                  <a:moveTo>
                    <a:pt x="7404" y="5986"/>
                  </a:moveTo>
                  <a:cubicBezTo>
                    <a:pt x="7246" y="7624"/>
                    <a:pt x="5829" y="8979"/>
                    <a:pt x="4096" y="8979"/>
                  </a:cubicBezTo>
                  <a:cubicBezTo>
                    <a:pt x="2363" y="8979"/>
                    <a:pt x="945" y="7687"/>
                    <a:pt x="756" y="5986"/>
                  </a:cubicBezTo>
                  <a:close/>
                  <a:moveTo>
                    <a:pt x="4096" y="0"/>
                  </a:moveTo>
                  <a:cubicBezTo>
                    <a:pt x="1859" y="0"/>
                    <a:pt x="0" y="1827"/>
                    <a:pt x="0" y="4096"/>
                  </a:cubicBezTo>
                  <a:lnTo>
                    <a:pt x="0" y="5576"/>
                  </a:lnTo>
                  <a:cubicBezTo>
                    <a:pt x="0" y="7845"/>
                    <a:pt x="1859" y="9672"/>
                    <a:pt x="4096" y="9672"/>
                  </a:cubicBezTo>
                  <a:cubicBezTo>
                    <a:pt x="6333" y="9672"/>
                    <a:pt x="8192" y="7845"/>
                    <a:pt x="8192" y="5576"/>
                  </a:cubicBezTo>
                  <a:lnTo>
                    <a:pt x="8192" y="4096"/>
                  </a:lnTo>
                  <a:cubicBezTo>
                    <a:pt x="8192" y="1859"/>
                    <a:pt x="6333" y="0"/>
                    <a:pt x="409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58" name="Google Shape;11358;p137"/>
          <p:cNvGrpSpPr/>
          <p:nvPr/>
        </p:nvGrpSpPr>
        <p:grpSpPr>
          <a:xfrm>
            <a:off x="5285901" y="2231215"/>
            <a:ext cx="365572" cy="361969"/>
            <a:chOff x="-57579800" y="2686975"/>
            <a:chExt cx="322175" cy="319000"/>
          </a:xfrm>
        </p:grpSpPr>
        <p:sp>
          <p:nvSpPr>
            <p:cNvPr id="11359" name="Google Shape;11359;p137"/>
            <p:cNvSpPr/>
            <p:nvPr/>
          </p:nvSpPr>
          <p:spPr>
            <a:xfrm>
              <a:off x="-57455350" y="2920300"/>
              <a:ext cx="72475" cy="29750"/>
            </a:xfrm>
            <a:custGeom>
              <a:rect b="b" l="l" r="r" t="t"/>
              <a:pathLst>
                <a:path extrusionOk="0" h="1190" w="2899">
                  <a:moveTo>
                    <a:pt x="398" y="1"/>
                  </a:moveTo>
                  <a:cubicBezTo>
                    <a:pt x="308" y="1"/>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1"/>
                    <a:pt x="2513" y="1"/>
                  </a:cubicBezTo>
                  <a:cubicBezTo>
                    <a:pt x="2419" y="1"/>
                    <a:pt x="2316" y="40"/>
                    <a:pt x="2238" y="119"/>
                  </a:cubicBezTo>
                  <a:cubicBezTo>
                    <a:pt x="2049" y="308"/>
                    <a:pt x="1733" y="434"/>
                    <a:pt x="1450" y="434"/>
                  </a:cubicBezTo>
                  <a:cubicBezTo>
                    <a:pt x="1135" y="434"/>
                    <a:pt x="851" y="308"/>
                    <a:pt x="662" y="119"/>
                  </a:cubicBezTo>
                  <a:cubicBezTo>
                    <a:pt x="584" y="40"/>
                    <a:pt x="489" y="1"/>
                    <a:pt x="39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0" name="Google Shape;11360;p137"/>
            <p:cNvSpPr/>
            <p:nvPr/>
          </p:nvSpPr>
          <p:spPr>
            <a:xfrm>
              <a:off x="-57579800" y="2686975"/>
              <a:ext cx="322175" cy="319000"/>
            </a:xfrm>
            <a:custGeom>
              <a:rect b="b" l="l" r="r" t="t"/>
              <a:pathLst>
                <a:path extrusionOk="0" h="12760" w="12887">
                  <a:moveTo>
                    <a:pt x="6428" y="756"/>
                  </a:moveTo>
                  <a:cubicBezTo>
                    <a:pt x="6680" y="756"/>
                    <a:pt x="6901" y="945"/>
                    <a:pt x="6932" y="1166"/>
                  </a:cubicBezTo>
                  <a:lnTo>
                    <a:pt x="7153" y="2080"/>
                  </a:lnTo>
                  <a:lnTo>
                    <a:pt x="7247" y="2710"/>
                  </a:lnTo>
                  <a:cubicBezTo>
                    <a:pt x="7373" y="3214"/>
                    <a:pt x="6932" y="3749"/>
                    <a:pt x="6428" y="3749"/>
                  </a:cubicBezTo>
                  <a:cubicBezTo>
                    <a:pt x="5892" y="3749"/>
                    <a:pt x="5483" y="3277"/>
                    <a:pt x="5609" y="2710"/>
                  </a:cubicBezTo>
                  <a:lnTo>
                    <a:pt x="5735" y="2080"/>
                  </a:lnTo>
                  <a:lnTo>
                    <a:pt x="5924" y="1166"/>
                  </a:lnTo>
                  <a:cubicBezTo>
                    <a:pt x="5955" y="945"/>
                    <a:pt x="6144" y="756"/>
                    <a:pt x="6428" y="756"/>
                  </a:cubicBezTo>
                  <a:close/>
                  <a:moveTo>
                    <a:pt x="8003" y="2647"/>
                  </a:moveTo>
                  <a:lnTo>
                    <a:pt x="8003" y="2647"/>
                  </a:lnTo>
                  <a:cubicBezTo>
                    <a:pt x="9106" y="3214"/>
                    <a:pt x="9830" y="4379"/>
                    <a:pt x="9830" y="5577"/>
                  </a:cubicBezTo>
                  <a:lnTo>
                    <a:pt x="9830" y="6049"/>
                  </a:lnTo>
                  <a:cubicBezTo>
                    <a:pt x="9704" y="6018"/>
                    <a:pt x="9578" y="5986"/>
                    <a:pt x="9452" y="5986"/>
                  </a:cubicBezTo>
                  <a:lnTo>
                    <a:pt x="7940" y="5986"/>
                  </a:lnTo>
                  <a:cubicBezTo>
                    <a:pt x="7468" y="5986"/>
                    <a:pt x="7027" y="6301"/>
                    <a:pt x="6869" y="6742"/>
                  </a:cubicBezTo>
                  <a:lnTo>
                    <a:pt x="6018" y="6742"/>
                  </a:lnTo>
                  <a:cubicBezTo>
                    <a:pt x="5861" y="6301"/>
                    <a:pt x="5451" y="5986"/>
                    <a:pt x="4947" y="5986"/>
                  </a:cubicBezTo>
                  <a:lnTo>
                    <a:pt x="3403" y="5986"/>
                  </a:lnTo>
                  <a:cubicBezTo>
                    <a:pt x="3277" y="5986"/>
                    <a:pt x="3120" y="6018"/>
                    <a:pt x="3057" y="6049"/>
                  </a:cubicBezTo>
                  <a:lnTo>
                    <a:pt x="3057" y="5577"/>
                  </a:lnTo>
                  <a:cubicBezTo>
                    <a:pt x="3057" y="4379"/>
                    <a:pt x="3750" y="3214"/>
                    <a:pt x="4853" y="2647"/>
                  </a:cubicBezTo>
                  <a:lnTo>
                    <a:pt x="4853" y="2647"/>
                  </a:lnTo>
                  <a:cubicBezTo>
                    <a:pt x="4695" y="3623"/>
                    <a:pt x="5451" y="4474"/>
                    <a:pt x="6428" y="4474"/>
                  </a:cubicBezTo>
                  <a:cubicBezTo>
                    <a:pt x="7405" y="4474"/>
                    <a:pt x="8161" y="3623"/>
                    <a:pt x="8003" y="2647"/>
                  </a:cubicBezTo>
                  <a:close/>
                  <a:moveTo>
                    <a:pt x="2301" y="6774"/>
                  </a:moveTo>
                  <a:lnTo>
                    <a:pt x="2301" y="8254"/>
                  </a:lnTo>
                  <a:cubicBezTo>
                    <a:pt x="1891" y="8254"/>
                    <a:pt x="1545" y="7939"/>
                    <a:pt x="1545" y="7530"/>
                  </a:cubicBezTo>
                  <a:cubicBezTo>
                    <a:pt x="1545" y="7120"/>
                    <a:pt x="1891" y="6774"/>
                    <a:pt x="2301" y="6774"/>
                  </a:cubicBezTo>
                  <a:close/>
                  <a:moveTo>
                    <a:pt x="4947" y="6805"/>
                  </a:moveTo>
                  <a:cubicBezTo>
                    <a:pt x="5136" y="6805"/>
                    <a:pt x="5294" y="6963"/>
                    <a:pt x="5294" y="7152"/>
                  </a:cubicBezTo>
                  <a:cubicBezTo>
                    <a:pt x="5294" y="7782"/>
                    <a:pt x="4790" y="8254"/>
                    <a:pt x="4191" y="8254"/>
                  </a:cubicBezTo>
                  <a:lnTo>
                    <a:pt x="3403" y="8254"/>
                  </a:lnTo>
                  <a:cubicBezTo>
                    <a:pt x="3214" y="8254"/>
                    <a:pt x="3057" y="8097"/>
                    <a:pt x="3057" y="7908"/>
                  </a:cubicBezTo>
                  <a:lnTo>
                    <a:pt x="3057" y="7152"/>
                  </a:lnTo>
                  <a:cubicBezTo>
                    <a:pt x="3057" y="6963"/>
                    <a:pt x="3214" y="6805"/>
                    <a:pt x="3403" y="6805"/>
                  </a:cubicBezTo>
                  <a:close/>
                  <a:moveTo>
                    <a:pt x="9452" y="6805"/>
                  </a:moveTo>
                  <a:cubicBezTo>
                    <a:pt x="9673" y="6805"/>
                    <a:pt x="9830" y="6963"/>
                    <a:pt x="9830" y="7152"/>
                  </a:cubicBezTo>
                  <a:lnTo>
                    <a:pt x="9830" y="7908"/>
                  </a:lnTo>
                  <a:cubicBezTo>
                    <a:pt x="9830" y="8097"/>
                    <a:pt x="9673" y="8254"/>
                    <a:pt x="9452" y="8254"/>
                  </a:cubicBezTo>
                  <a:lnTo>
                    <a:pt x="8665" y="8254"/>
                  </a:lnTo>
                  <a:cubicBezTo>
                    <a:pt x="8035" y="8254"/>
                    <a:pt x="7562" y="7750"/>
                    <a:pt x="7562" y="7152"/>
                  </a:cubicBezTo>
                  <a:cubicBezTo>
                    <a:pt x="7562" y="6963"/>
                    <a:pt x="7720" y="6805"/>
                    <a:pt x="7940" y="6805"/>
                  </a:cubicBezTo>
                  <a:close/>
                  <a:moveTo>
                    <a:pt x="10587" y="6774"/>
                  </a:moveTo>
                  <a:cubicBezTo>
                    <a:pt x="10965" y="6774"/>
                    <a:pt x="11311" y="7120"/>
                    <a:pt x="11311" y="7530"/>
                  </a:cubicBezTo>
                  <a:cubicBezTo>
                    <a:pt x="11311" y="7908"/>
                    <a:pt x="10996" y="8254"/>
                    <a:pt x="10587" y="8254"/>
                  </a:cubicBezTo>
                  <a:lnTo>
                    <a:pt x="10587" y="6774"/>
                  </a:lnTo>
                  <a:close/>
                  <a:moveTo>
                    <a:pt x="1135" y="8412"/>
                  </a:moveTo>
                  <a:cubicBezTo>
                    <a:pt x="1387" y="8790"/>
                    <a:pt x="1828" y="9011"/>
                    <a:pt x="2301" y="9011"/>
                  </a:cubicBezTo>
                  <a:cubicBezTo>
                    <a:pt x="2301" y="9420"/>
                    <a:pt x="1986" y="9767"/>
                    <a:pt x="1545" y="9767"/>
                  </a:cubicBezTo>
                  <a:cubicBezTo>
                    <a:pt x="1167" y="9767"/>
                    <a:pt x="789" y="9452"/>
                    <a:pt x="789" y="9011"/>
                  </a:cubicBezTo>
                  <a:cubicBezTo>
                    <a:pt x="789" y="8790"/>
                    <a:pt x="915" y="8538"/>
                    <a:pt x="1135" y="8412"/>
                  </a:cubicBezTo>
                  <a:close/>
                  <a:moveTo>
                    <a:pt x="11752" y="8412"/>
                  </a:moveTo>
                  <a:cubicBezTo>
                    <a:pt x="11941" y="8570"/>
                    <a:pt x="12067" y="8790"/>
                    <a:pt x="12067" y="9011"/>
                  </a:cubicBezTo>
                  <a:cubicBezTo>
                    <a:pt x="12067" y="9420"/>
                    <a:pt x="11752" y="9767"/>
                    <a:pt x="11311" y="9767"/>
                  </a:cubicBezTo>
                  <a:cubicBezTo>
                    <a:pt x="10870" y="9767"/>
                    <a:pt x="10555" y="9420"/>
                    <a:pt x="10555" y="9011"/>
                  </a:cubicBezTo>
                  <a:cubicBezTo>
                    <a:pt x="11028" y="9011"/>
                    <a:pt x="11469" y="8790"/>
                    <a:pt x="11752" y="8412"/>
                  </a:cubicBezTo>
                  <a:close/>
                  <a:moveTo>
                    <a:pt x="6837" y="7561"/>
                  </a:moveTo>
                  <a:cubicBezTo>
                    <a:pt x="6995" y="8412"/>
                    <a:pt x="7783" y="9042"/>
                    <a:pt x="8633" y="9042"/>
                  </a:cubicBezTo>
                  <a:lnTo>
                    <a:pt x="9421" y="9042"/>
                  </a:lnTo>
                  <a:cubicBezTo>
                    <a:pt x="9547" y="9042"/>
                    <a:pt x="9673" y="9011"/>
                    <a:pt x="9767" y="8979"/>
                  </a:cubicBezTo>
                  <a:lnTo>
                    <a:pt x="9767" y="8979"/>
                  </a:lnTo>
                  <a:cubicBezTo>
                    <a:pt x="9610" y="10680"/>
                    <a:pt x="8192" y="12004"/>
                    <a:pt x="6428" y="12004"/>
                  </a:cubicBezTo>
                  <a:cubicBezTo>
                    <a:pt x="4664" y="12004"/>
                    <a:pt x="3246" y="10680"/>
                    <a:pt x="3057" y="8979"/>
                  </a:cubicBezTo>
                  <a:lnTo>
                    <a:pt x="3057" y="8979"/>
                  </a:lnTo>
                  <a:cubicBezTo>
                    <a:pt x="3151" y="9011"/>
                    <a:pt x="3277" y="9042"/>
                    <a:pt x="3403" y="9042"/>
                  </a:cubicBezTo>
                  <a:lnTo>
                    <a:pt x="4191" y="9042"/>
                  </a:lnTo>
                  <a:cubicBezTo>
                    <a:pt x="5105" y="9042"/>
                    <a:pt x="5829" y="8412"/>
                    <a:pt x="5987" y="7561"/>
                  </a:cubicBezTo>
                  <a:close/>
                  <a:moveTo>
                    <a:pt x="6428" y="0"/>
                  </a:moveTo>
                  <a:cubicBezTo>
                    <a:pt x="5798" y="0"/>
                    <a:pt x="5294" y="410"/>
                    <a:pt x="5168" y="1008"/>
                  </a:cubicBezTo>
                  <a:lnTo>
                    <a:pt x="5010" y="1733"/>
                  </a:lnTo>
                  <a:cubicBezTo>
                    <a:pt x="4286" y="1985"/>
                    <a:pt x="3592" y="2458"/>
                    <a:pt x="3120" y="3088"/>
                  </a:cubicBezTo>
                  <a:cubicBezTo>
                    <a:pt x="2584" y="3812"/>
                    <a:pt x="2301" y="4663"/>
                    <a:pt x="2301" y="5577"/>
                  </a:cubicBezTo>
                  <a:lnTo>
                    <a:pt x="2301" y="6018"/>
                  </a:lnTo>
                  <a:cubicBezTo>
                    <a:pt x="1387" y="6018"/>
                    <a:pt x="694" y="6805"/>
                    <a:pt x="789" y="7719"/>
                  </a:cubicBezTo>
                  <a:cubicBezTo>
                    <a:pt x="316" y="7971"/>
                    <a:pt x="64" y="8475"/>
                    <a:pt x="64" y="9011"/>
                  </a:cubicBezTo>
                  <a:cubicBezTo>
                    <a:pt x="64" y="9420"/>
                    <a:pt x="221" y="9767"/>
                    <a:pt x="442" y="9987"/>
                  </a:cubicBezTo>
                  <a:lnTo>
                    <a:pt x="95" y="10712"/>
                  </a:lnTo>
                  <a:cubicBezTo>
                    <a:pt x="1" y="10901"/>
                    <a:pt x="95" y="11090"/>
                    <a:pt x="253" y="11216"/>
                  </a:cubicBezTo>
                  <a:cubicBezTo>
                    <a:pt x="305" y="11242"/>
                    <a:pt x="357" y="11254"/>
                    <a:pt x="408" y="11254"/>
                  </a:cubicBezTo>
                  <a:cubicBezTo>
                    <a:pt x="541" y="11254"/>
                    <a:pt x="666" y="11173"/>
                    <a:pt x="757" y="11058"/>
                  </a:cubicBezTo>
                  <a:lnTo>
                    <a:pt x="1072" y="10428"/>
                  </a:lnTo>
                  <a:cubicBezTo>
                    <a:pt x="1230" y="10460"/>
                    <a:pt x="1387" y="10523"/>
                    <a:pt x="1545" y="10523"/>
                  </a:cubicBezTo>
                  <a:cubicBezTo>
                    <a:pt x="1954" y="10523"/>
                    <a:pt x="2301" y="10365"/>
                    <a:pt x="2584" y="10113"/>
                  </a:cubicBezTo>
                  <a:cubicBezTo>
                    <a:pt x="3151" y="11657"/>
                    <a:pt x="4664" y="12760"/>
                    <a:pt x="6428" y="12760"/>
                  </a:cubicBezTo>
                  <a:cubicBezTo>
                    <a:pt x="8224" y="12760"/>
                    <a:pt x="9704" y="11657"/>
                    <a:pt x="10303" y="10113"/>
                  </a:cubicBezTo>
                  <a:cubicBezTo>
                    <a:pt x="10587" y="10365"/>
                    <a:pt x="10933" y="10523"/>
                    <a:pt x="11311" y="10523"/>
                  </a:cubicBezTo>
                  <a:cubicBezTo>
                    <a:pt x="11469" y="10523"/>
                    <a:pt x="11626" y="10460"/>
                    <a:pt x="11784" y="10428"/>
                  </a:cubicBezTo>
                  <a:lnTo>
                    <a:pt x="12099" y="11058"/>
                  </a:lnTo>
                  <a:cubicBezTo>
                    <a:pt x="12164" y="11188"/>
                    <a:pt x="12288" y="11273"/>
                    <a:pt x="12431" y="11273"/>
                  </a:cubicBezTo>
                  <a:cubicBezTo>
                    <a:pt x="12496" y="11273"/>
                    <a:pt x="12565" y="11255"/>
                    <a:pt x="12634" y="11216"/>
                  </a:cubicBezTo>
                  <a:cubicBezTo>
                    <a:pt x="12823" y="11153"/>
                    <a:pt x="12886" y="10901"/>
                    <a:pt x="12792" y="10712"/>
                  </a:cubicBezTo>
                  <a:lnTo>
                    <a:pt x="12414" y="9987"/>
                  </a:lnTo>
                  <a:cubicBezTo>
                    <a:pt x="12666" y="9735"/>
                    <a:pt x="12823" y="9357"/>
                    <a:pt x="12823" y="9011"/>
                  </a:cubicBezTo>
                  <a:cubicBezTo>
                    <a:pt x="12823" y="8475"/>
                    <a:pt x="12508" y="8002"/>
                    <a:pt x="12067" y="7719"/>
                  </a:cubicBezTo>
                  <a:cubicBezTo>
                    <a:pt x="12193" y="6805"/>
                    <a:pt x="11469" y="6018"/>
                    <a:pt x="10555" y="6018"/>
                  </a:cubicBezTo>
                  <a:lnTo>
                    <a:pt x="10555" y="5577"/>
                  </a:lnTo>
                  <a:cubicBezTo>
                    <a:pt x="10555" y="4663"/>
                    <a:pt x="10303" y="3812"/>
                    <a:pt x="9736" y="3088"/>
                  </a:cubicBezTo>
                  <a:cubicBezTo>
                    <a:pt x="9263" y="2458"/>
                    <a:pt x="8602" y="1985"/>
                    <a:pt x="7846" y="1733"/>
                  </a:cubicBezTo>
                  <a:lnTo>
                    <a:pt x="7688" y="1008"/>
                  </a:lnTo>
                  <a:cubicBezTo>
                    <a:pt x="7562" y="410"/>
                    <a:pt x="7058" y="0"/>
                    <a:pt x="642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61" name="Google Shape;11361;p137"/>
          <p:cNvGrpSpPr/>
          <p:nvPr/>
        </p:nvGrpSpPr>
        <p:grpSpPr>
          <a:xfrm>
            <a:off x="7510682" y="1778631"/>
            <a:ext cx="367359" cy="361090"/>
            <a:chOff x="-55620975" y="2294725"/>
            <a:chExt cx="323750" cy="318225"/>
          </a:xfrm>
        </p:grpSpPr>
        <p:sp>
          <p:nvSpPr>
            <p:cNvPr id="11362" name="Google Shape;11362;p137"/>
            <p:cNvSpPr/>
            <p:nvPr/>
          </p:nvSpPr>
          <p:spPr>
            <a:xfrm>
              <a:off x="-55496525" y="2527275"/>
              <a:ext cx="73275" cy="29750"/>
            </a:xfrm>
            <a:custGeom>
              <a:rect b="b" l="l" r="r" t="t"/>
              <a:pathLst>
                <a:path extrusionOk="0" h="1190" w="2931">
                  <a:moveTo>
                    <a:pt x="414" y="1"/>
                  </a:moveTo>
                  <a:cubicBezTo>
                    <a:pt x="316" y="1"/>
                    <a:pt x="221" y="40"/>
                    <a:pt x="158" y="119"/>
                  </a:cubicBezTo>
                  <a:cubicBezTo>
                    <a:pt x="1" y="276"/>
                    <a:pt x="1" y="528"/>
                    <a:pt x="158" y="623"/>
                  </a:cubicBezTo>
                  <a:cubicBezTo>
                    <a:pt x="536" y="1001"/>
                    <a:pt x="1009" y="1190"/>
                    <a:pt x="1481" y="1190"/>
                  </a:cubicBezTo>
                  <a:cubicBezTo>
                    <a:pt x="1954" y="1190"/>
                    <a:pt x="2458" y="1001"/>
                    <a:pt x="2773" y="623"/>
                  </a:cubicBezTo>
                  <a:cubicBezTo>
                    <a:pt x="2931" y="465"/>
                    <a:pt x="2931" y="245"/>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2" y="1"/>
                    <a:pt x="41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3" name="Google Shape;11363;p137"/>
            <p:cNvSpPr/>
            <p:nvPr/>
          </p:nvSpPr>
          <p:spPr>
            <a:xfrm>
              <a:off x="-55505975" y="2444375"/>
              <a:ext cx="17350" cy="18150"/>
            </a:xfrm>
            <a:custGeom>
              <a:rect b="b" l="l" r="r" t="t"/>
              <a:pathLst>
                <a:path extrusionOk="0" h="726" w="694">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4" name="Google Shape;11364;p137"/>
            <p:cNvSpPr/>
            <p:nvPr/>
          </p:nvSpPr>
          <p:spPr>
            <a:xfrm>
              <a:off x="-55431150" y="2444375"/>
              <a:ext cx="17350" cy="18150"/>
            </a:xfrm>
            <a:custGeom>
              <a:rect b="b" l="l" r="r" t="t"/>
              <a:pathLst>
                <a:path extrusionOk="0" h="726" w="694">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5" name="Google Shape;11365;p137"/>
            <p:cNvSpPr/>
            <p:nvPr/>
          </p:nvSpPr>
          <p:spPr>
            <a:xfrm>
              <a:off x="-55620975" y="2294725"/>
              <a:ext cx="323750" cy="318225"/>
            </a:xfrm>
            <a:custGeom>
              <a:rect b="b" l="l" r="r" t="t"/>
              <a:pathLst>
                <a:path extrusionOk="0" h="12729" w="12950">
                  <a:moveTo>
                    <a:pt x="6459" y="851"/>
                  </a:moveTo>
                  <a:lnTo>
                    <a:pt x="11343" y="4506"/>
                  </a:lnTo>
                  <a:lnTo>
                    <a:pt x="1576" y="4506"/>
                  </a:lnTo>
                  <a:lnTo>
                    <a:pt x="6459" y="851"/>
                  </a:lnTo>
                  <a:close/>
                  <a:moveTo>
                    <a:pt x="2364" y="5987"/>
                  </a:moveTo>
                  <a:lnTo>
                    <a:pt x="2364" y="7499"/>
                  </a:lnTo>
                  <a:cubicBezTo>
                    <a:pt x="1923" y="7499"/>
                    <a:pt x="1608" y="7152"/>
                    <a:pt x="1608" y="6743"/>
                  </a:cubicBezTo>
                  <a:cubicBezTo>
                    <a:pt x="1608" y="6365"/>
                    <a:pt x="1923" y="5987"/>
                    <a:pt x="2364" y="5987"/>
                  </a:cubicBezTo>
                  <a:close/>
                  <a:moveTo>
                    <a:pt x="10555" y="5987"/>
                  </a:moveTo>
                  <a:cubicBezTo>
                    <a:pt x="10964" y="5987"/>
                    <a:pt x="11280" y="6365"/>
                    <a:pt x="11280" y="6743"/>
                  </a:cubicBezTo>
                  <a:cubicBezTo>
                    <a:pt x="11280" y="7152"/>
                    <a:pt x="10964" y="7499"/>
                    <a:pt x="10555" y="7499"/>
                  </a:cubicBezTo>
                  <a:lnTo>
                    <a:pt x="10555" y="5987"/>
                  </a:lnTo>
                  <a:close/>
                  <a:moveTo>
                    <a:pt x="9830" y="5262"/>
                  </a:moveTo>
                  <a:cubicBezTo>
                    <a:pt x="9799" y="5798"/>
                    <a:pt x="9799" y="8287"/>
                    <a:pt x="9799" y="8633"/>
                  </a:cubicBezTo>
                  <a:cubicBezTo>
                    <a:pt x="9799" y="10492"/>
                    <a:pt x="8287" y="11973"/>
                    <a:pt x="6459" y="11973"/>
                  </a:cubicBezTo>
                  <a:cubicBezTo>
                    <a:pt x="4600" y="11973"/>
                    <a:pt x="3088" y="10492"/>
                    <a:pt x="3088" y="8633"/>
                  </a:cubicBezTo>
                  <a:lnTo>
                    <a:pt x="3088" y="5262"/>
                  </a:lnTo>
                  <a:close/>
                  <a:moveTo>
                    <a:pt x="6459" y="1"/>
                  </a:moveTo>
                  <a:cubicBezTo>
                    <a:pt x="6381" y="1"/>
                    <a:pt x="6302" y="32"/>
                    <a:pt x="6239" y="95"/>
                  </a:cubicBezTo>
                  <a:lnTo>
                    <a:pt x="253" y="4569"/>
                  </a:lnTo>
                  <a:cubicBezTo>
                    <a:pt x="1" y="4790"/>
                    <a:pt x="158" y="5231"/>
                    <a:pt x="505" y="5231"/>
                  </a:cubicBezTo>
                  <a:lnTo>
                    <a:pt x="2395" y="5231"/>
                  </a:lnTo>
                  <a:cubicBezTo>
                    <a:pt x="1576" y="5231"/>
                    <a:pt x="883" y="5924"/>
                    <a:pt x="883" y="6743"/>
                  </a:cubicBezTo>
                  <a:cubicBezTo>
                    <a:pt x="883" y="7562"/>
                    <a:pt x="1576" y="8255"/>
                    <a:pt x="2395" y="8255"/>
                  </a:cubicBezTo>
                  <a:lnTo>
                    <a:pt x="2395" y="8633"/>
                  </a:lnTo>
                  <a:cubicBezTo>
                    <a:pt x="2395" y="10870"/>
                    <a:pt x="4254" y="12729"/>
                    <a:pt x="6491" y="12729"/>
                  </a:cubicBezTo>
                  <a:cubicBezTo>
                    <a:pt x="8728" y="12729"/>
                    <a:pt x="10586" y="10870"/>
                    <a:pt x="10586" y="8633"/>
                  </a:cubicBezTo>
                  <a:lnTo>
                    <a:pt x="10586" y="8255"/>
                  </a:lnTo>
                  <a:cubicBezTo>
                    <a:pt x="11406" y="8255"/>
                    <a:pt x="12067" y="7562"/>
                    <a:pt x="12067" y="6743"/>
                  </a:cubicBezTo>
                  <a:cubicBezTo>
                    <a:pt x="12067" y="5924"/>
                    <a:pt x="11406" y="5231"/>
                    <a:pt x="10586" y="5231"/>
                  </a:cubicBezTo>
                  <a:lnTo>
                    <a:pt x="12477" y="5231"/>
                  </a:lnTo>
                  <a:cubicBezTo>
                    <a:pt x="12792" y="5231"/>
                    <a:pt x="12949" y="4790"/>
                    <a:pt x="12666" y="4569"/>
                  </a:cubicBezTo>
                  <a:lnTo>
                    <a:pt x="6680" y="95"/>
                  </a:lnTo>
                  <a:cubicBezTo>
                    <a:pt x="6617" y="32"/>
                    <a:pt x="6538" y="1"/>
                    <a:pt x="645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6" name="Google Shape;11366;p137"/>
            <p:cNvSpPr/>
            <p:nvPr/>
          </p:nvSpPr>
          <p:spPr>
            <a:xfrm>
              <a:off x="-55450850" y="2482375"/>
              <a:ext cx="39400" cy="38225"/>
            </a:xfrm>
            <a:custGeom>
              <a:rect b="b" l="l" r="r" t="t"/>
              <a:pathLst>
                <a:path extrusionOk="0" h="1529" w="1576">
                  <a:moveTo>
                    <a:pt x="399" y="1"/>
                  </a:moveTo>
                  <a:cubicBezTo>
                    <a:pt x="308" y="1"/>
                    <a:pt x="221" y="40"/>
                    <a:pt x="158" y="119"/>
                  </a:cubicBezTo>
                  <a:cubicBezTo>
                    <a:pt x="1" y="277"/>
                    <a:pt x="1" y="497"/>
                    <a:pt x="158" y="623"/>
                  </a:cubicBezTo>
                  <a:lnTo>
                    <a:pt x="914" y="1411"/>
                  </a:lnTo>
                  <a:cubicBezTo>
                    <a:pt x="993" y="1489"/>
                    <a:pt x="1088" y="1529"/>
                    <a:pt x="1178" y="1529"/>
                  </a:cubicBezTo>
                  <a:cubicBezTo>
                    <a:pt x="1269" y="1529"/>
                    <a:pt x="1356" y="1489"/>
                    <a:pt x="1419" y="1411"/>
                  </a:cubicBezTo>
                  <a:cubicBezTo>
                    <a:pt x="1576" y="1253"/>
                    <a:pt x="1576" y="1001"/>
                    <a:pt x="1419" y="907"/>
                  </a:cubicBezTo>
                  <a:lnTo>
                    <a:pt x="662" y="119"/>
                  </a:lnTo>
                  <a:cubicBezTo>
                    <a:pt x="584" y="40"/>
                    <a:pt x="489" y="1"/>
                    <a:pt x="39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7" name="Google Shape;11367;p137"/>
            <p:cNvSpPr/>
            <p:nvPr/>
          </p:nvSpPr>
          <p:spPr>
            <a:xfrm>
              <a:off x="-55506775" y="2482375"/>
              <a:ext cx="39400" cy="38225"/>
            </a:xfrm>
            <a:custGeom>
              <a:rect b="b" l="l" r="r" t="t"/>
              <a:pathLst>
                <a:path extrusionOk="0" h="1529" w="1576">
                  <a:moveTo>
                    <a:pt x="1139" y="1"/>
                  </a:moveTo>
                  <a:cubicBezTo>
                    <a:pt x="1041" y="1"/>
                    <a:pt x="946" y="40"/>
                    <a:pt x="883" y="119"/>
                  </a:cubicBezTo>
                  <a:lnTo>
                    <a:pt x="159" y="907"/>
                  </a:lnTo>
                  <a:cubicBezTo>
                    <a:pt x="1" y="1064"/>
                    <a:pt x="1" y="1285"/>
                    <a:pt x="159" y="1411"/>
                  </a:cubicBezTo>
                  <a:cubicBezTo>
                    <a:pt x="237" y="1489"/>
                    <a:pt x="332" y="1529"/>
                    <a:pt x="422" y="1529"/>
                  </a:cubicBezTo>
                  <a:cubicBezTo>
                    <a:pt x="513" y="1529"/>
                    <a:pt x="600" y="1489"/>
                    <a:pt x="663" y="1411"/>
                  </a:cubicBezTo>
                  <a:lnTo>
                    <a:pt x="1419" y="623"/>
                  </a:lnTo>
                  <a:cubicBezTo>
                    <a:pt x="1576" y="466"/>
                    <a:pt x="1576" y="213"/>
                    <a:pt x="1419" y="119"/>
                  </a:cubicBezTo>
                  <a:cubicBezTo>
                    <a:pt x="1340" y="40"/>
                    <a:pt x="1238" y="1"/>
                    <a:pt x="113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68" name="Google Shape;11368;p137"/>
          <p:cNvGrpSpPr/>
          <p:nvPr/>
        </p:nvGrpSpPr>
        <p:grpSpPr>
          <a:xfrm>
            <a:off x="7512923" y="2231130"/>
            <a:ext cx="362877" cy="361175"/>
            <a:chOff x="-55620175" y="2686900"/>
            <a:chExt cx="319800" cy="318300"/>
          </a:xfrm>
        </p:grpSpPr>
        <p:sp>
          <p:nvSpPr>
            <p:cNvPr id="11369" name="Google Shape;11369;p137"/>
            <p:cNvSpPr/>
            <p:nvPr/>
          </p:nvSpPr>
          <p:spPr>
            <a:xfrm>
              <a:off x="-55514650" y="2917925"/>
              <a:ext cx="72500" cy="29775"/>
            </a:xfrm>
            <a:custGeom>
              <a:rect b="b" l="l" r="r" t="t"/>
              <a:pathLst>
                <a:path extrusionOk="0" h="1191" w="290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0" name="Google Shape;11370;p137"/>
            <p:cNvSpPr/>
            <p:nvPr/>
          </p:nvSpPr>
          <p:spPr>
            <a:xfrm>
              <a:off x="-55450050" y="2854725"/>
              <a:ext cx="18125" cy="18150"/>
            </a:xfrm>
            <a:custGeom>
              <a:rect b="b" l="l" r="r" t="t"/>
              <a:pathLst>
                <a:path extrusionOk="0" h="726" w="725">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1" name="Google Shape;11371;p137"/>
            <p:cNvSpPr/>
            <p:nvPr/>
          </p:nvSpPr>
          <p:spPr>
            <a:xfrm>
              <a:off x="-55524875" y="2855525"/>
              <a:ext cx="18925" cy="17450"/>
            </a:xfrm>
            <a:custGeom>
              <a:rect b="b" l="l" r="r" t="t"/>
              <a:pathLst>
                <a:path extrusionOk="0" h="698" w="757">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2" name="Google Shape;11372;p137"/>
            <p:cNvSpPr/>
            <p:nvPr/>
          </p:nvSpPr>
          <p:spPr>
            <a:xfrm>
              <a:off x="-55620175" y="2686900"/>
              <a:ext cx="319800" cy="318300"/>
            </a:xfrm>
            <a:custGeom>
              <a:rect b="b" l="l" r="r" t="t"/>
              <a:pathLst>
                <a:path extrusionOk="0" h="12732" w="12792">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73" name="Google Shape;11373;p137"/>
          <p:cNvGrpSpPr/>
          <p:nvPr/>
        </p:nvGrpSpPr>
        <p:grpSpPr>
          <a:xfrm>
            <a:off x="6198887" y="2684124"/>
            <a:ext cx="361969" cy="361090"/>
            <a:chOff x="-53690500" y="1903275"/>
            <a:chExt cx="319000" cy="318225"/>
          </a:xfrm>
        </p:grpSpPr>
        <p:sp>
          <p:nvSpPr>
            <p:cNvPr id="11374" name="Google Shape;11374;p137"/>
            <p:cNvSpPr/>
            <p:nvPr/>
          </p:nvSpPr>
          <p:spPr>
            <a:xfrm>
              <a:off x="-53567625" y="2136625"/>
              <a:ext cx="71675" cy="29750"/>
            </a:xfrm>
            <a:custGeom>
              <a:rect b="b" l="l" r="r" t="t"/>
              <a:pathLst>
                <a:path extrusionOk="0" h="1190" w="2867">
                  <a:moveTo>
                    <a:pt x="366" y="0"/>
                  </a:moveTo>
                  <a:cubicBezTo>
                    <a:pt x="276" y="0"/>
                    <a:pt x="189" y="40"/>
                    <a:pt x="126" y="118"/>
                  </a:cubicBezTo>
                  <a:cubicBezTo>
                    <a:pt x="0" y="244"/>
                    <a:pt x="0" y="465"/>
                    <a:pt x="126" y="622"/>
                  </a:cubicBezTo>
                  <a:cubicBezTo>
                    <a:pt x="473" y="969"/>
                    <a:pt x="945" y="1190"/>
                    <a:pt x="1418" y="1190"/>
                  </a:cubicBezTo>
                  <a:cubicBezTo>
                    <a:pt x="1890" y="1190"/>
                    <a:pt x="2395" y="969"/>
                    <a:pt x="2710" y="622"/>
                  </a:cubicBezTo>
                  <a:cubicBezTo>
                    <a:pt x="2867" y="465"/>
                    <a:pt x="2867" y="244"/>
                    <a:pt x="2710" y="118"/>
                  </a:cubicBezTo>
                  <a:cubicBezTo>
                    <a:pt x="2631" y="40"/>
                    <a:pt x="2536" y="0"/>
                    <a:pt x="2446" y="0"/>
                  </a:cubicBezTo>
                  <a:cubicBezTo>
                    <a:pt x="2355" y="0"/>
                    <a:pt x="2269" y="40"/>
                    <a:pt x="2206" y="118"/>
                  </a:cubicBezTo>
                  <a:cubicBezTo>
                    <a:pt x="2017" y="307"/>
                    <a:pt x="1701" y="433"/>
                    <a:pt x="1418" y="433"/>
                  </a:cubicBezTo>
                  <a:cubicBezTo>
                    <a:pt x="1103" y="433"/>
                    <a:pt x="819" y="307"/>
                    <a:pt x="630" y="118"/>
                  </a:cubicBezTo>
                  <a:cubicBezTo>
                    <a:pt x="552" y="40"/>
                    <a:pt x="457" y="0"/>
                    <a:pt x="36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5" name="Google Shape;11375;p137"/>
            <p:cNvSpPr/>
            <p:nvPr/>
          </p:nvSpPr>
          <p:spPr>
            <a:xfrm>
              <a:off x="-53502250" y="2072625"/>
              <a:ext cx="17325" cy="17350"/>
            </a:xfrm>
            <a:custGeom>
              <a:rect b="b" l="l" r="r" t="t"/>
              <a:pathLst>
                <a:path extrusionOk="0" h="694" w="693">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6" name="Google Shape;11376;p137"/>
            <p:cNvSpPr/>
            <p:nvPr/>
          </p:nvSpPr>
          <p:spPr>
            <a:xfrm>
              <a:off x="-53577075" y="2072625"/>
              <a:ext cx="17325" cy="17350"/>
            </a:xfrm>
            <a:custGeom>
              <a:rect b="b" l="l" r="r" t="t"/>
              <a:pathLst>
                <a:path extrusionOk="0" h="694" w="693">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7" name="Google Shape;11377;p137"/>
            <p:cNvSpPr/>
            <p:nvPr/>
          </p:nvSpPr>
          <p:spPr>
            <a:xfrm>
              <a:off x="-53690500" y="1903275"/>
              <a:ext cx="319000" cy="318225"/>
            </a:xfrm>
            <a:custGeom>
              <a:rect b="b" l="l" r="r" t="t"/>
              <a:pathLst>
                <a:path extrusionOk="0" h="12729" w="12760">
                  <a:moveTo>
                    <a:pt x="9735" y="4475"/>
                  </a:moveTo>
                  <a:lnTo>
                    <a:pt x="9735" y="5262"/>
                  </a:lnTo>
                  <a:lnTo>
                    <a:pt x="2993" y="5262"/>
                  </a:lnTo>
                  <a:lnTo>
                    <a:pt x="2993" y="4475"/>
                  </a:lnTo>
                  <a:close/>
                  <a:moveTo>
                    <a:pt x="9767" y="6018"/>
                  </a:moveTo>
                  <a:lnTo>
                    <a:pt x="9767" y="8633"/>
                  </a:lnTo>
                  <a:cubicBezTo>
                    <a:pt x="9767" y="10461"/>
                    <a:pt x="8255" y="11973"/>
                    <a:pt x="6427" y="11973"/>
                  </a:cubicBezTo>
                  <a:cubicBezTo>
                    <a:pt x="4569" y="11973"/>
                    <a:pt x="3088" y="10461"/>
                    <a:pt x="3088" y="8633"/>
                  </a:cubicBezTo>
                  <a:lnTo>
                    <a:pt x="3088" y="6018"/>
                  </a:lnTo>
                  <a:close/>
                  <a:moveTo>
                    <a:pt x="6459" y="757"/>
                  </a:moveTo>
                  <a:cubicBezTo>
                    <a:pt x="9578" y="757"/>
                    <a:pt x="12098" y="3277"/>
                    <a:pt x="12098" y="6365"/>
                  </a:cubicBezTo>
                  <a:lnTo>
                    <a:pt x="12098" y="11973"/>
                  </a:lnTo>
                  <a:lnTo>
                    <a:pt x="8727" y="11973"/>
                  </a:lnTo>
                  <a:cubicBezTo>
                    <a:pt x="9798" y="11217"/>
                    <a:pt x="10460" y="9988"/>
                    <a:pt x="10460" y="8633"/>
                  </a:cubicBezTo>
                  <a:lnTo>
                    <a:pt x="10460" y="4097"/>
                  </a:lnTo>
                  <a:cubicBezTo>
                    <a:pt x="10460" y="3908"/>
                    <a:pt x="10303" y="3750"/>
                    <a:pt x="10114" y="3750"/>
                  </a:cubicBezTo>
                  <a:lnTo>
                    <a:pt x="6774" y="3750"/>
                  </a:lnTo>
                  <a:lnTo>
                    <a:pt x="6774" y="2994"/>
                  </a:lnTo>
                  <a:lnTo>
                    <a:pt x="7121" y="2994"/>
                  </a:lnTo>
                  <a:cubicBezTo>
                    <a:pt x="7310" y="2994"/>
                    <a:pt x="7467" y="2836"/>
                    <a:pt x="7467" y="2616"/>
                  </a:cubicBezTo>
                  <a:cubicBezTo>
                    <a:pt x="7467" y="2427"/>
                    <a:pt x="7310" y="2269"/>
                    <a:pt x="7121" y="2269"/>
                  </a:cubicBezTo>
                  <a:lnTo>
                    <a:pt x="6774" y="2269"/>
                  </a:lnTo>
                  <a:lnTo>
                    <a:pt x="6774" y="1923"/>
                  </a:lnTo>
                  <a:cubicBezTo>
                    <a:pt x="6774" y="1734"/>
                    <a:pt x="6616" y="1576"/>
                    <a:pt x="6427" y="1576"/>
                  </a:cubicBezTo>
                  <a:cubicBezTo>
                    <a:pt x="6207" y="1576"/>
                    <a:pt x="6049" y="1734"/>
                    <a:pt x="6049" y="1923"/>
                  </a:cubicBezTo>
                  <a:lnTo>
                    <a:pt x="6049" y="2269"/>
                  </a:lnTo>
                  <a:lnTo>
                    <a:pt x="5703" y="2269"/>
                  </a:lnTo>
                  <a:cubicBezTo>
                    <a:pt x="5514" y="2269"/>
                    <a:pt x="5356" y="2427"/>
                    <a:pt x="5356" y="2616"/>
                  </a:cubicBezTo>
                  <a:cubicBezTo>
                    <a:pt x="5356" y="2836"/>
                    <a:pt x="5514" y="2994"/>
                    <a:pt x="5703" y="2994"/>
                  </a:cubicBezTo>
                  <a:lnTo>
                    <a:pt x="6049" y="2994"/>
                  </a:lnTo>
                  <a:lnTo>
                    <a:pt x="6049" y="3750"/>
                  </a:lnTo>
                  <a:lnTo>
                    <a:pt x="2710" y="3750"/>
                  </a:lnTo>
                  <a:cubicBezTo>
                    <a:pt x="2521" y="3750"/>
                    <a:pt x="2363" y="3908"/>
                    <a:pt x="2363" y="4097"/>
                  </a:cubicBezTo>
                  <a:lnTo>
                    <a:pt x="2363" y="8633"/>
                  </a:lnTo>
                  <a:cubicBezTo>
                    <a:pt x="2363" y="9988"/>
                    <a:pt x="3088" y="11217"/>
                    <a:pt x="4096" y="11973"/>
                  </a:cubicBezTo>
                  <a:lnTo>
                    <a:pt x="820" y="11973"/>
                  </a:lnTo>
                  <a:lnTo>
                    <a:pt x="820" y="6365"/>
                  </a:lnTo>
                  <a:cubicBezTo>
                    <a:pt x="820" y="3277"/>
                    <a:pt x="3340" y="757"/>
                    <a:pt x="6459" y="757"/>
                  </a:cubicBezTo>
                  <a:close/>
                  <a:moveTo>
                    <a:pt x="6364" y="1"/>
                  </a:moveTo>
                  <a:cubicBezTo>
                    <a:pt x="2867" y="1"/>
                    <a:pt x="0" y="2868"/>
                    <a:pt x="0" y="6365"/>
                  </a:cubicBezTo>
                  <a:lnTo>
                    <a:pt x="0" y="12351"/>
                  </a:lnTo>
                  <a:cubicBezTo>
                    <a:pt x="0" y="12571"/>
                    <a:pt x="158" y="12729"/>
                    <a:pt x="347" y="12729"/>
                  </a:cubicBezTo>
                  <a:lnTo>
                    <a:pt x="12319" y="12729"/>
                  </a:lnTo>
                  <a:cubicBezTo>
                    <a:pt x="12508" y="12729"/>
                    <a:pt x="12665" y="12571"/>
                    <a:pt x="12665" y="12351"/>
                  </a:cubicBezTo>
                  <a:lnTo>
                    <a:pt x="12665" y="6365"/>
                  </a:lnTo>
                  <a:cubicBezTo>
                    <a:pt x="12760" y="2868"/>
                    <a:pt x="9893" y="1"/>
                    <a:pt x="636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78" name="Google Shape;11378;p137"/>
          <p:cNvGrpSpPr/>
          <p:nvPr/>
        </p:nvGrpSpPr>
        <p:grpSpPr>
          <a:xfrm>
            <a:off x="6221226" y="3137587"/>
            <a:ext cx="317290" cy="359303"/>
            <a:chOff x="-53670800" y="2296300"/>
            <a:chExt cx="279625" cy="316650"/>
          </a:xfrm>
        </p:grpSpPr>
        <p:sp>
          <p:nvSpPr>
            <p:cNvPr id="11379" name="Google Shape;11379;p137"/>
            <p:cNvSpPr/>
            <p:nvPr/>
          </p:nvSpPr>
          <p:spPr>
            <a:xfrm>
              <a:off x="-53567625" y="2527275"/>
              <a:ext cx="73250" cy="29750"/>
            </a:xfrm>
            <a:custGeom>
              <a:rect b="b" l="l" r="r" t="t"/>
              <a:pathLst>
                <a:path extrusionOk="0" h="1190" w="2930">
                  <a:moveTo>
                    <a:pt x="410" y="1"/>
                  </a:moveTo>
                  <a:cubicBezTo>
                    <a:pt x="315" y="1"/>
                    <a:pt x="221" y="40"/>
                    <a:pt x="158" y="119"/>
                  </a:cubicBezTo>
                  <a:cubicBezTo>
                    <a:pt x="0" y="276"/>
                    <a:pt x="0" y="528"/>
                    <a:pt x="158" y="623"/>
                  </a:cubicBezTo>
                  <a:cubicBezTo>
                    <a:pt x="504" y="1001"/>
                    <a:pt x="977" y="1190"/>
                    <a:pt x="1449" y="1190"/>
                  </a:cubicBezTo>
                  <a:cubicBezTo>
                    <a:pt x="1922" y="1190"/>
                    <a:pt x="2458" y="1001"/>
                    <a:pt x="2773" y="623"/>
                  </a:cubicBezTo>
                  <a:cubicBezTo>
                    <a:pt x="2930" y="465"/>
                    <a:pt x="2930" y="245"/>
                    <a:pt x="2773" y="119"/>
                  </a:cubicBezTo>
                  <a:cubicBezTo>
                    <a:pt x="2710" y="40"/>
                    <a:pt x="2615" y="1"/>
                    <a:pt x="2517" y="1"/>
                  </a:cubicBezTo>
                  <a:cubicBezTo>
                    <a:pt x="2418" y="1"/>
                    <a:pt x="2316" y="40"/>
                    <a:pt x="2237" y="119"/>
                  </a:cubicBezTo>
                  <a:cubicBezTo>
                    <a:pt x="2048" y="308"/>
                    <a:pt x="1733" y="434"/>
                    <a:pt x="1449" y="434"/>
                  </a:cubicBezTo>
                  <a:cubicBezTo>
                    <a:pt x="1134" y="434"/>
                    <a:pt x="882" y="308"/>
                    <a:pt x="662" y="119"/>
                  </a:cubicBezTo>
                  <a:cubicBezTo>
                    <a:pt x="599" y="40"/>
                    <a:pt x="504" y="1"/>
                    <a:pt x="41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0" name="Google Shape;11380;p137"/>
            <p:cNvSpPr/>
            <p:nvPr/>
          </p:nvSpPr>
          <p:spPr>
            <a:xfrm>
              <a:off x="-53502250" y="2463275"/>
              <a:ext cx="17325" cy="17350"/>
            </a:xfrm>
            <a:custGeom>
              <a:rect b="b" l="l" r="r" t="t"/>
              <a:pathLst>
                <a:path extrusionOk="0" h="694" w="693">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1" name="Google Shape;11381;p137"/>
            <p:cNvSpPr/>
            <p:nvPr/>
          </p:nvSpPr>
          <p:spPr>
            <a:xfrm>
              <a:off x="-53577075" y="2463275"/>
              <a:ext cx="17325" cy="17350"/>
            </a:xfrm>
            <a:custGeom>
              <a:rect b="b" l="l" r="r" t="t"/>
              <a:pathLst>
                <a:path extrusionOk="0" h="694" w="693">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2" name="Google Shape;11382;p137"/>
            <p:cNvSpPr/>
            <p:nvPr/>
          </p:nvSpPr>
          <p:spPr>
            <a:xfrm>
              <a:off x="-53670800" y="2296300"/>
              <a:ext cx="279625" cy="316650"/>
            </a:xfrm>
            <a:custGeom>
              <a:rect b="b" l="l" r="r" t="t"/>
              <a:pathLst>
                <a:path extrusionOk="0" h="12666" w="11185">
                  <a:moveTo>
                    <a:pt x="1481" y="6680"/>
                  </a:moveTo>
                  <a:lnTo>
                    <a:pt x="1481" y="7026"/>
                  </a:lnTo>
                  <a:lnTo>
                    <a:pt x="1481" y="8129"/>
                  </a:lnTo>
                  <a:cubicBezTo>
                    <a:pt x="1450" y="8134"/>
                    <a:pt x="1421" y="8136"/>
                    <a:pt x="1391" y="8136"/>
                  </a:cubicBezTo>
                  <a:cubicBezTo>
                    <a:pt x="1026" y="8136"/>
                    <a:pt x="756" y="7786"/>
                    <a:pt x="756" y="7436"/>
                  </a:cubicBezTo>
                  <a:cubicBezTo>
                    <a:pt x="756" y="7026"/>
                    <a:pt x="1103" y="6680"/>
                    <a:pt x="1481" y="6680"/>
                  </a:cubicBezTo>
                  <a:close/>
                  <a:moveTo>
                    <a:pt x="9672" y="6711"/>
                  </a:moveTo>
                  <a:cubicBezTo>
                    <a:pt x="10082" y="6711"/>
                    <a:pt x="10428" y="7026"/>
                    <a:pt x="10428" y="7467"/>
                  </a:cubicBezTo>
                  <a:cubicBezTo>
                    <a:pt x="10428" y="7814"/>
                    <a:pt x="10113" y="8192"/>
                    <a:pt x="9672" y="8192"/>
                  </a:cubicBezTo>
                  <a:lnTo>
                    <a:pt x="9672" y="7089"/>
                  </a:lnTo>
                  <a:lnTo>
                    <a:pt x="9672" y="6711"/>
                  </a:lnTo>
                  <a:close/>
                  <a:moveTo>
                    <a:pt x="5576" y="3718"/>
                  </a:moveTo>
                  <a:cubicBezTo>
                    <a:pt x="7435" y="3718"/>
                    <a:pt x="8947" y="5231"/>
                    <a:pt x="8947" y="7089"/>
                  </a:cubicBezTo>
                  <a:lnTo>
                    <a:pt x="8947" y="9326"/>
                  </a:lnTo>
                  <a:cubicBezTo>
                    <a:pt x="8947" y="10775"/>
                    <a:pt x="7750" y="11910"/>
                    <a:pt x="6333" y="11910"/>
                  </a:cubicBezTo>
                  <a:lnTo>
                    <a:pt x="4852" y="11910"/>
                  </a:lnTo>
                  <a:cubicBezTo>
                    <a:pt x="3371" y="11910"/>
                    <a:pt x="2237" y="10744"/>
                    <a:pt x="2237" y="9326"/>
                  </a:cubicBezTo>
                  <a:lnTo>
                    <a:pt x="2237" y="7089"/>
                  </a:lnTo>
                  <a:cubicBezTo>
                    <a:pt x="2237" y="5231"/>
                    <a:pt x="3749" y="3718"/>
                    <a:pt x="5576" y="3718"/>
                  </a:cubicBezTo>
                  <a:close/>
                  <a:moveTo>
                    <a:pt x="7089" y="1"/>
                  </a:moveTo>
                  <a:cubicBezTo>
                    <a:pt x="6080" y="1"/>
                    <a:pt x="5230" y="820"/>
                    <a:pt x="5230" y="1828"/>
                  </a:cubicBezTo>
                  <a:lnTo>
                    <a:pt x="5230" y="2994"/>
                  </a:lnTo>
                  <a:cubicBezTo>
                    <a:pt x="3560" y="3151"/>
                    <a:pt x="2142" y="4348"/>
                    <a:pt x="1670" y="5924"/>
                  </a:cubicBezTo>
                  <a:lnTo>
                    <a:pt x="1512" y="5924"/>
                  </a:lnTo>
                  <a:cubicBezTo>
                    <a:pt x="662" y="5924"/>
                    <a:pt x="0" y="6585"/>
                    <a:pt x="0" y="7436"/>
                  </a:cubicBezTo>
                  <a:cubicBezTo>
                    <a:pt x="0" y="8255"/>
                    <a:pt x="662" y="8917"/>
                    <a:pt x="1512" y="8917"/>
                  </a:cubicBezTo>
                  <a:lnTo>
                    <a:pt x="1512" y="9326"/>
                  </a:lnTo>
                  <a:cubicBezTo>
                    <a:pt x="1512" y="11185"/>
                    <a:pt x="2993" y="12666"/>
                    <a:pt x="4852" y="12666"/>
                  </a:cubicBezTo>
                  <a:lnTo>
                    <a:pt x="6333" y="12666"/>
                  </a:lnTo>
                  <a:cubicBezTo>
                    <a:pt x="8191" y="12666"/>
                    <a:pt x="9704" y="11185"/>
                    <a:pt x="9704" y="9326"/>
                  </a:cubicBezTo>
                  <a:lnTo>
                    <a:pt x="9704" y="8917"/>
                  </a:lnTo>
                  <a:cubicBezTo>
                    <a:pt x="10523" y="8917"/>
                    <a:pt x="11184" y="8255"/>
                    <a:pt x="11184" y="7436"/>
                  </a:cubicBezTo>
                  <a:cubicBezTo>
                    <a:pt x="11184" y="6617"/>
                    <a:pt x="10523" y="5924"/>
                    <a:pt x="9672" y="5924"/>
                  </a:cubicBezTo>
                  <a:lnTo>
                    <a:pt x="9515" y="5924"/>
                  </a:lnTo>
                  <a:cubicBezTo>
                    <a:pt x="9042" y="4317"/>
                    <a:pt x="7687" y="3151"/>
                    <a:pt x="5954" y="2994"/>
                  </a:cubicBezTo>
                  <a:lnTo>
                    <a:pt x="5954" y="1828"/>
                  </a:lnTo>
                  <a:cubicBezTo>
                    <a:pt x="5954" y="1198"/>
                    <a:pt x="6459" y="725"/>
                    <a:pt x="7057" y="725"/>
                  </a:cubicBezTo>
                  <a:cubicBezTo>
                    <a:pt x="7687" y="725"/>
                    <a:pt x="8160" y="1230"/>
                    <a:pt x="8160" y="1828"/>
                  </a:cubicBezTo>
                  <a:cubicBezTo>
                    <a:pt x="8160" y="2017"/>
                    <a:pt x="8002" y="2206"/>
                    <a:pt x="7813" y="2206"/>
                  </a:cubicBezTo>
                  <a:cubicBezTo>
                    <a:pt x="7593" y="2206"/>
                    <a:pt x="7435" y="2017"/>
                    <a:pt x="7435" y="1828"/>
                  </a:cubicBezTo>
                  <a:cubicBezTo>
                    <a:pt x="7435" y="1639"/>
                    <a:pt x="7278" y="1482"/>
                    <a:pt x="7089" y="1482"/>
                  </a:cubicBezTo>
                  <a:cubicBezTo>
                    <a:pt x="6900" y="1482"/>
                    <a:pt x="6742" y="1639"/>
                    <a:pt x="6742" y="1828"/>
                  </a:cubicBezTo>
                  <a:cubicBezTo>
                    <a:pt x="6742" y="2458"/>
                    <a:pt x="7246" y="2931"/>
                    <a:pt x="7845" y="2931"/>
                  </a:cubicBezTo>
                  <a:cubicBezTo>
                    <a:pt x="8475" y="2931"/>
                    <a:pt x="8947" y="2427"/>
                    <a:pt x="8947" y="1828"/>
                  </a:cubicBezTo>
                  <a:cubicBezTo>
                    <a:pt x="8947" y="820"/>
                    <a:pt x="8128" y="1"/>
                    <a:pt x="708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83" name="Google Shape;11383;p137"/>
          <p:cNvGrpSpPr/>
          <p:nvPr/>
        </p:nvGrpSpPr>
        <p:grpSpPr>
          <a:xfrm>
            <a:off x="6198887" y="3602925"/>
            <a:ext cx="361969" cy="361544"/>
            <a:chOff x="-53690500" y="2686575"/>
            <a:chExt cx="319000" cy="318625"/>
          </a:xfrm>
        </p:grpSpPr>
        <p:sp>
          <p:nvSpPr>
            <p:cNvPr id="11384" name="Google Shape;11384;p137"/>
            <p:cNvSpPr/>
            <p:nvPr/>
          </p:nvSpPr>
          <p:spPr>
            <a:xfrm>
              <a:off x="-53567625" y="2917925"/>
              <a:ext cx="73250" cy="29775"/>
            </a:xfrm>
            <a:custGeom>
              <a:rect b="b" l="l" r="r" t="t"/>
              <a:pathLst>
                <a:path extrusionOk="0" h="1191" w="2930">
                  <a:moveTo>
                    <a:pt x="410" y="1"/>
                  </a:moveTo>
                  <a:cubicBezTo>
                    <a:pt x="315" y="1"/>
                    <a:pt x="221" y="40"/>
                    <a:pt x="158" y="119"/>
                  </a:cubicBezTo>
                  <a:cubicBezTo>
                    <a:pt x="0" y="277"/>
                    <a:pt x="0" y="529"/>
                    <a:pt x="158" y="655"/>
                  </a:cubicBezTo>
                  <a:cubicBezTo>
                    <a:pt x="504" y="1001"/>
                    <a:pt x="977" y="1190"/>
                    <a:pt x="1449" y="1190"/>
                  </a:cubicBezTo>
                  <a:cubicBezTo>
                    <a:pt x="1922" y="1190"/>
                    <a:pt x="2458" y="1001"/>
                    <a:pt x="2773" y="655"/>
                  </a:cubicBezTo>
                  <a:cubicBezTo>
                    <a:pt x="2930" y="497"/>
                    <a:pt x="2930" y="245"/>
                    <a:pt x="2773" y="119"/>
                  </a:cubicBezTo>
                  <a:cubicBezTo>
                    <a:pt x="2710" y="72"/>
                    <a:pt x="2615" y="48"/>
                    <a:pt x="2517" y="48"/>
                  </a:cubicBezTo>
                  <a:cubicBezTo>
                    <a:pt x="2418" y="48"/>
                    <a:pt x="2316" y="72"/>
                    <a:pt x="2237" y="119"/>
                  </a:cubicBezTo>
                  <a:cubicBezTo>
                    <a:pt x="2048" y="340"/>
                    <a:pt x="1733" y="434"/>
                    <a:pt x="1449" y="434"/>
                  </a:cubicBezTo>
                  <a:cubicBezTo>
                    <a:pt x="1134" y="434"/>
                    <a:pt x="882" y="340"/>
                    <a:pt x="662" y="119"/>
                  </a:cubicBezTo>
                  <a:cubicBezTo>
                    <a:pt x="599" y="40"/>
                    <a:pt x="504" y="1"/>
                    <a:pt x="41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5" name="Google Shape;11385;p137"/>
            <p:cNvSpPr/>
            <p:nvPr/>
          </p:nvSpPr>
          <p:spPr>
            <a:xfrm>
              <a:off x="-53577075" y="2854725"/>
              <a:ext cx="17325" cy="18150"/>
            </a:xfrm>
            <a:custGeom>
              <a:rect b="b" l="l" r="r" t="t"/>
              <a:pathLst>
                <a:path extrusionOk="0" h="726" w="693">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6" name="Google Shape;11386;p137"/>
            <p:cNvSpPr/>
            <p:nvPr/>
          </p:nvSpPr>
          <p:spPr>
            <a:xfrm>
              <a:off x="-53502250" y="2854725"/>
              <a:ext cx="17325" cy="18150"/>
            </a:xfrm>
            <a:custGeom>
              <a:rect b="b" l="l" r="r" t="t"/>
              <a:pathLst>
                <a:path extrusionOk="0" h="726" w="693">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7" name="Google Shape;11387;p137"/>
            <p:cNvSpPr/>
            <p:nvPr/>
          </p:nvSpPr>
          <p:spPr>
            <a:xfrm>
              <a:off x="-53690500" y="2686575"/>
              <a:ext cx="319000" cy="318625"/>
            </a:xfrm>
            <a:custGeom>
              <a:rect b="b" l="l" r="r" t="t"/>
              <a:pathLst>
                <a:path extrusionOk="0" h="12745" w="12760">
                  <a:moveTo>
                    <a:pt x="6364" y="804"/>
                  </a:moveTo>
                  <a:lnTo>
                    <a:pt x="11059" y="3765"/>
                  </a:lnTo>
                  <a:lnTo>
                    <a:pt x="1702" y="3765"/>
                  </a:lnTo>
                  <a:lnTo>
                    <a:pt x="6364" y="804"/>
                  </a:lnTo>
                  <a:close/>
                  <a:moveTo>
                    <a:pt x="5797" y="4490"/>
                  </a:moveTo>
                  <a:cubicBezTo>
                    <a:pt x="5262" y="5404"/>
                    <a:pt x="4285" y="6002"/>
                    <a:pt x="3214" y="6002"/>
                  </a:cubicBezTo>
                  <a:lnTo>
                    <a:pt x="2237" y="6002"/>
                  </a:lnTo>
                  <a:cubicBezTo>
                    <a:pt x="1954" y="6002"/>
                    <a:pt x="1733" y="6065"/>
                    <a:pt x="1513" y="6191"/>
                  </a:cubicBezTo>
                  <a:lnTo>
                    <a:pt x="1513" y="4490"/>
                  </a:lnTo>
                  <a:close/>
                  <a:moveTo>
                    <a:pt x="11248" y="4490"/>
                  </a:moveTo>
                  <a:lnTo>
                    <a:pt x="11248" y="6191"/>
                  </a:lnTo>
                  <a:cubicBezTo>
                    <a:pt x="11027" y="6065"/>
                    <a:pt x="10775" y="6002"/>
                    <a:pt x="10523" y="6002"/>
                  </a:cubicBezTo>
                  <a:lnTo>
                    <a:pt x="9515" y="6002"/>
                  </a:lnTo>
                  <a:cubicBezTo>
                    <a:pt x="8475" y="6002"/>
                    <a:pt x="7467" y="5404"/>
                    <a:pt x="6963" y="4490"/>
                  </a:cubicBezTo>
                  <a:close/>
                  <a:moveTo>
                    <a:pt x="2237" y="6758"/>
                  </a:moveTo>
                  <a:lnTo>
                    <a:pt x="2237" y="8239"/>
                  </a:lnTo>
                  <a:cubicBezTo>
                    <a:pt x="1859" y="8239"/>
                    <a:pt x="1481" y="7892"/>
                    <a:pt x="1481" y="7483"/>
                  </a:cubicBezTo>
                  <a:cubicBezTo>
                    <a:pt x="1481" y="7105"/>
                    <a:pt x="1796" y="6758"/>
                    <a:pt x="2237" y="6758"/>
                  </a:cubicBezTo>
                  <a:close/>
                  <a:moveTo>
                    <a:pt x="10523" y="6758"/>
                  </a:moveTo>
                  <a:cubicBezTo>
                    <a:pt x="10901" y="6758"/>
                    <a:pt x="11248" y="7073"/>
                    <a:pt x="11248" y="7483"/>
                  </a:cubicBezTo>
                  <a:cubicBezTo>
                    <a:pt x="11248" y="7892"/>
                    <a:pt x="10933" y="8239"/>
                    <a:pt x="10523" y="8239"/>
                  </a:cubicBezTo>
                  <a:lnTo>
                    <a:pt x="10523" y="6758"/>
                  </a:lnTo>
                  <a:close/>
                  <a:moveTo>
                    <a:pt x="1481" y="8806"/>
                  </a:moveTo>
                  <a:cubicBezTo>
                    <a:pt x="1733" y="8901"/>
                    <a:pt x="1954" y="8995"/>
                    <a:pt x="2237" y="8995"/>
                  </a:cubicBezTo>
                  <a:cubicBezTo>
                    <a:pt x="2363" y="10224"/>
                    <a:pt x="2993" y="11326"/>
                    <a:pt x="4002" y="11988"/>
                  </a:cubicBezTo>
                  <a:lnTo>
                    <a:pt x="1481" y="11988"/>
                  </a:lnTo>
                  <a:lnTo>
                    <a:pt x="1481" y="8806"/>
                  </a:lnTo>
                  <a:close/>
                  <a:moveTo>
                    <a:pt x="6333" y="5025"/>
                  </a:moveTo>
                  <a:cubicBezTo>
                    <a:pt x="6585" y="5404"/>
                    <a:pt x="6932" y="5750"/>
                    <a:pt x="7310" y="6065"/>
                  </a:cubicBezTo>
                  <a:cubicBezTo>
                    <a:pt x="7940" y="6506"/>
                    <a:pt x="8696" y="6758"/>
                    <a:pt x="9452" y="6758"/>
                  </a:cubicBezTo>
                  <a:lnTo>
                    <a:pt x="9672" y="6758"/>
                  </a:lnTo>
                  <a:lnTo>
                    <a:pt x="9672" y="8586"/>
                  </a:lnTo>
                  <a:lnTo>
                    <a:pt x="9767" y="8586"/>
                  </a:lnTo>
                  <a:cubicBezTo>
                    <a:pt x="9767" y="10444"/>
                    <a:pt x="8223" y="11988"/>
                    <a:pt x="6364" y="11988"/>
                  </a:cubicBezTo>
                  <a:cubicBezTo>
                    <a:pt x="4537" y="11988"/>
                    <a:pt x="2993" y="10444"/>
                    <a:pt x="2993" y="8586"/>
                  </a:cubicBezTo>
                  <a:lnTo>
                    <a:pt x="2993" y="6758"/>
                  </a:lnTo>
                  <a:lnTo>
                    <a:pt x="3214" y="6758"/>
                  </a:lnTo>
                  <a:cubicBezTo>
                    <a:pt x="4002" y="6758"/>
                    <a:pt x="4726" y="6506"/>
                    <a:pt x="5356" y="6065"/>
                  </a:cubicBezTo>
                  <a:cubicBezTo>
                    <a:pt x="5734" y="5813"/>
                    <a:pt x="6112" y="5435"/>
                    <a:pt x="6333" y="5025"/>
                  </a:cubicBezTo>
                  <a:close/>
                  <a:moveTo>
                    <a:pt x="11248" y="8806"/>
                  </a:moveTo>
                  <a:lnTo>
                    <a:pt x="11248" y="12020"/>
                  </a:lnTo>
                  <a:lnTo>
                    <a:pt x="8727" y="12020"/>
                  </a:lnTo>
                  <a:lnTo>
                    <a:pt x="8727" y="11988"/>
                  </a:lnTo>
                  <a:cubicBezTo>
                    <a:pt x="9735" y="11326"/>
                    <a:pt x="10397" y="10224"/>
                    <a:pt x="10523" y="8995"/>
                  </a:cubicBezTo>
                  <a:cubicBezTo>
                    <a:pt x="10775" y="8995"/>
                    <a:pt x="11027" y="8901"/>
                    <a:pt x="11248" y="8806"/>
                  </a:cubicBezTo>
                  <a:close/>
                  <a:moveTo>
                    <a:pt x="6380" y="0"/>
                  </a:moveTo>
                  <a:cubicBezTo>
                    <a:pt x="6309" y="0"/>
                    <a:pt x="6238" y="16"/>
                    <a:pt x="6175" y="48"/>
                  </a:cubicBezTo>
                  <a:lnTo>
                    <a:pt x="189" y="3797"/>
                  </a:lnTo>
                  <a:cubicBezTo>
                    <a:pt x="32" y="3860"/>
                    <a:pt x="0" y="4080"/>
                    <a:pt x="32" y="4238"/>
                  </a:cubicBezTo>
                  <a:cubicBezTo>
                    <a:pt x="95" y="4395"/>
                    <a:pt x="252" y="4490"/>
                    <a:pt x="378" y="4490"/>
                  </a:cubicBezTo>
                  <a:lnTo>
                    <a:pt x="757" y="4490"/>
                  </a:lnTo>
                  <a:lnTo>
                    <a:pt x="757" y="12366"/>
                  </a:lnTo>
                  <a:cubicBezTo>
                    <a:pt x="757" y="12587"/>
                    <a:pt x="914" y="12744"/>
                    <a:pt x="1103" y="12744"/>
                  </a:cubicBezTo>
                  <a:lnTo>
                    <a:pt x="11626" y="12744"/>
                  </a:lnTo>
                  <a:cubicBezTo>
                    <a:pt x="11815" y="12744"/>
                    <a:pt x="11972" y="12587"/>
                    <a:pt x="11972" y="12366"/>
                  </a:cubicBezTo>
                  <a:lnTo>
                    <a:pt x="11972" y="4490"/>
                  </a:lnTo>
                  <a:lnTo>
                    <a:pt x="12319" y="4490"/>
                  </a:lnTo>
                  <a:cubicBezTo>
                    <a:pt x="12476" y="4490"/>
                    <a:pt x="12634" y="4395"/>
                    <a:pt x="12665" y="4238"/>
                  </a:cubicBezTo>
                  <a:cubicBezTo>
                    <a:pt x="12760" y="4080"/>
                    <a:pt x="12728" y="3923"/>
                    <a:pt x="12571" y="3797"/>
                  </a:cubicBezTo>
                  <a:lnTo>
                    <a:pt x="6585" y="48"/>
                  </a:lnTo>
                  <a:cubicBezTo>
                    <a:pt x="6522" y="16"/>
                    <a:pt x="6451" y="0"/>
                    <a:pt x="638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88" name="Google Shape;11388;p137"/>
          <p:cNvGrpSpPr/>
          <p:nvPr/>
        </p:nvGrpSpPr>
        <p:grpSpPr>
          <a:xfrm>
            <a:off x="8008669" y="3145785"/>
            <a:ext cx="317319" cy="360948"/>
            <a:chOff x="-52092425" y="2303525"/>
            <a:chExt cx="279650" cy="318100"/>
          </a:xfrm>
        </p:grpSpPr>
        <p:sp>
          <p:nvSpPr>
            <p:cNvPr id="11389" name="Google Shape;11389;p137"/>
            <p:cNvSpPr/>
            <p:nvPr/>
          </p:nvSpPr>
          <p:spPr>
            <a:xfrm>
              <a:off x="-51989225" y="2535950"/>
              <a:ext cx="72475" cy="29750"/>
            </a:xfrm>
            <a:custGeom>
              <a:rect b="b" l="l" r="r" t="t"/>
              <a:pathLst>
                <a:path extrusionOk="0" h="1190" w="2899">
                  <a:moveTo>
                    <a:pt x="398" y="0"/>
                  </a:moveTo>
                  <a:cubicBezTo>
                    <a:pt x="307" y="0"/>
                    <a:pt x="221" y="40"/>
                    <a:pt x="158" y="118"/>
                  </a:cubicBezTo>
                  <a:cubicBezTo>
                    <a:pt x="0" y="276"/>
                    <a:pt x="0" y="528"/>
                    <a:pt x="158" y="654"/>
                  </a:cubicBezTo>
                  <a:cubicBezTo>
                    <a:pt x="504" y="1000"/>
                    <a:pt x="977" y="1189"/>
                    <a:pt x="1449" y="1189"/>
                  </a:cubicBezTo>
                  <a:cubicBezTo>
                    <a:pt x="1922" y="1189"/>
                    <a:pt x="2426" y="1000"/>
                    <a:pt x="2741" y="654"/>
                  </a:cubicBezTo>
                  <a:cubicBezTo>
                    <a:pt x="2899" y="496"/>
                    <a:pt x="2899" y="244"/>
                    <a:pt x="2741" y="118"/>
                  </a:cubicBezTo>
                  <a:cubicBezTo>
                    <a:pt x="2662" y="40"/>
                    <a:pt x="2568" y="0"/>
                    <a:pt x="2477" y="0"/>
                  </a:cubicBezTo>
                  <a:cubicBezTo>
                    <a:pt x="2387" y="0"/>
                    <a:pt x="2300" y="40"/>
                    <a:pt x="2237" y="118"/>
                  </a:cubicBezTo>
                  <a:cubicBezTo>
                    <a:pt x="2048" y="339"/>
                    <a:pt x="1733" y="433"/>
                    <a:pt x="1449" y="433"/>
                  </a:cubicBezTo>
                  <a:cubicBezTo>
                    <a:pt x="1134" y="433"/>
                    <a:pt x="851" y="339"/>
                    <a:pt x="662" y="118"/>
                  </a:cubicBezTo>
                  <a:cubicBezTo>
                    <a:pt x="583" y="40"/>
                    <a:pt x="488" y="0"/>
                    <a:pt x="3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0" name="Google Shape;11390;p137"/>
            <p:cNvSpPr/>
            <p:nvPr/>
          </p:nvSpPr>
          <p:spPr>
            <a:xfrm>
              <a:off x="-52092425" y="2303525"/>
              <a:ext cx="279650" cy="318100"/>
            </a:xfrm>
            <a:custGeom>
              <a:rect b="b" l="l" r="r" t="t"/>
              <a:pathLst>
                <a:path extrusionOk="0" h="12724" w="11186">
                  <a:moveTo>
                    <a:pt x="9610" y="878"/>
                  </a:moveTo>
                  <a:lnTo>
                    <a:pt x="9295" y="2957"/>
                  </a:lnTo>
                  <a:cubicBezTo>
                    <a:pt x="8381" y="2957"/>
                    <a:pt x="7625" y="2327"/>
                    <a:pt x="7468" y="1476"/>
                  </a:cubicBezTo>
                  <a:lnTo>
                    <a:pt x="9610" y="878"/>
                  </a:lnTo>
                  <a:close/>
                  <a:moveTo>
                    <a:pt x="3719" y="1476"/>
                  </a:moveTo>
                  <a:cubicBezTo>
                    <a:pt x="4128" y="1476"/>
                    <a:pt x="4475" y="1791"/>
                    <a:pt x="4475" y="2201"/>
                  </a:cubicBezTo>
                  <a:cubicBezTo>
                    <a:pt x="4475" y="2610"/>
                    <a:pt x="4128" y="2957"/>
                    <a:pt x="3719" y="2957"/>
                  </a:cubicBezTo>
                  <a:cubicBezTo>
                    <a:pt x="3624" y="2957"/>
                    <a:pt x="3498" y="2925"/>
                    <a:pt x="3403" y="2894"/>
                  </a:cubicBezTo>
                  <a:cubicBezTo>
                    <a:pt x="3349" y="2861"/>
                    <a:pt x="3294" y="2847"/>
                    <a:pt x="3241" y="2847"/>
                  </a:cubicBezTo>
                  <a:cubicBezTo>
                    <a:pt x="3144" y="2847"/>
                    <a:pt x="3055" y="2895"/>
                    <a:pt x="2994" y="2957"/>
                  </a:cubicBezTo>
                  <a:cubicBezTo>
                    <a:pt x="2868" y="3083"/>
                    <a:pt x="2836" y="3240"/>
                    <a:pt x="2899" y="3398"/>
                  </a:cubicBezTo>
                  <a:cubicBezTo>
                    <a:pt x="2931" y="3524"/>
                    <a:pt x="2994" y="3618"/>
                    <a:pt x="2994" y="3713"/>
                  </a:cubicBezTo>
                  <a:cubicBezTo>
                    <a:pt x="2994" y="4091"/>
                    <a:pt x="2616" y="4469"/>
                    <a:pt x="2238" y="4469"/>
                  </a:cubicBezTo>
                  <a:cubicBezTo>
                    <a:pt x="1828" y="4469"/>
                    <a:pt x="1482" y="4154"/>
                    <a:pt x="1482" y="3713"/>
                  </a:cubicBezTo>
                  <a:cubicBezTo>
                    <a:pt x="1482" y="3492"/>
                    <a:pt x="1608" y="3303"/>
                    <a:pt x="1671" y="3209"/>
                  </a:cubicBezTo>
                  <a:cubicBezTo>
                    <a:pt x="1797" y="3083"/>
                    <a:pt x="1797" y="2894"/>
                    <a:pt x="1639" y="2736"/>
                  </a:cubicBezTo>
                  <a:cubicBezTo>
                    <a:pt x="1576" y="2610"/>
                    <a:pt x="1450" y="2453"/>
                    <a:pt x="1450" y="2201"/>
                  </a:cubicBezTo>
                  <a:cubicBezTo>
                    <a:pt x="1450" y="1823"/>
                    <a:pt x="1765" y="1476"/>
                    <a:pt x="2206" y="1476"/>
                  </a:cubicBezTo>
                  <a:cubicBezTo>
                    <a:pt x="2427" y="1476"/>
                    <a:pt x="2584" y="1571"/>
                    <a:pt x="2710" y="1665"/>
                  </a:cubicBezTo>
                  <a:cubicBezTo>
                    <a:pt x="2789" y="1728"/>
                    <a:pt x="2876" y="1760"/>
                    <a:pt x="2962" y="1760"/>
                  </a:cubicBezTo>
                  <a:cubicBezTo>
                    <a:pt x="3049" y="1760"/>
                    <a:pt x="3136" y="1728"/>
                    <a:pt x="3214" y="1665"/>
                  </a:cubicBezTo>
                  <a:cubicBezTo>
                    <a:pt x="3340" y="1571"/>
                    <a:pt x="3498" y="1476"/>
                    <a:pt x="3719" y="1476"/>
                  </a:cubicBezTo>
                  <a:close/>
                  <a:moveTo>
                    <a:pt x="6774" y="1697"/>
                  </a:moveTo>
                  <a:cubicBezTo>
                    <a:pt x="7027" y="2862"/>
                    <a:pt x="8035" y="3681"/>
                    <a:pt x="9200" y="3713"/>
                  </a:cubicBezTo>
                  <a:lnTo>
                    <a:pt x="9011" y="5225"/>
                  </a:lnTo>
                  <a:cubicBezTo>
                    <a:pt x="7247" y="5099"/>
                    <a:pt x="5735" y="3839"/>
                    <a:pt x="5294" y="2138"/>
                  </a:cubicBezTo>
                  <a:lnTo>
                    <a:pt x="6774" y="1697"/>
                  </a:lnTo>
                  <a:close/>
                  <a:moveTo>
                    <a:pt x="1450" y="6737"/>
                  </a:moveTo>
                  <a:lnTo>
                    <a:pt x="1450" y="8250"/>
                  </a:lnTo>
                  <a:cubicBezTo>
                    <a:pt x="1041" y="8250"/>
                    <a:pt x="694" y="7935"/>
                    <a:pt x="694" y="7494"/>
                  </a:cubicBezTo>
                  <a:cubicBezTo>
                    <a:pt x="694" y="7115"/>
                    <a:pt x="1009" y="6737"/>
                    <a:pt x="1450" y="6737"/>
                  </a:cubicBezTo>
                  <a:close/>
                  <a:moveTo>
                    <a:pt x="9673" y="6737"/>
                  </a:moveTo>
                  <a:cubicBezTo>
                    <a:pt x="10083" y="6737"/>
                    <a:pt x="10429" y="7052"/>
                    <a:pt x="10429" y="7494"/>
                  </a:cubicBezTo>
                  <a:cubicBezTo>
                    <a:pt x="10429" y="7935"/>
                    <a:pt x="10083" y="8250"/>
                    <a:pt x="9673" y="8250"/>
                  </a:cubicBezTo>
                  <a:lnTo>
                    <a:pt x="9673" y="6737"/>
                  </a:lnTo>
                  <a:close/>
                  <a:moveTo>
                    <a:pt x="4884" y="3209"/>
                  </a:moveTo>
                  <a:cubicBezTo>
                    <a:pt x="5609" y="4784"/>
                    <a:pt x="7184" y="5824"/>
                    <a:pt x="8917" y="5981"/>
                  </a:cubicBezTo>
                  <a:lnTo>
                    <a:pt x="8917" y="6422"/>
                  </a:lnTo>
                  <a:lnTo>
                    <a:pt x="8917" y="8659"/>
                  </a:lnTo>
                  <a:cubicBezTo>
                    <a:pt x="8917" y="10486"/>
                    <a:pt x="7436" y="11999"/>
                    <a:pt x="5577" y="11999"/>
                  </a:cubicBezTo>
                  <a:cubicBezTo>
                    <a:pt x="3719" y="11999"/>
                    <a:pt x="2238" y="10486"/>
                    <a:pt x="2238" y="8628"/>
                  </a:cubicBezTo>
                  <a:lnTo>
                    <a:pt x="2238" y="5603"/>
                  </a:lnTo>
                  <a:cubicBezTo>
                    <a:pt x="2238" y="5477"/>
                    <a:pt x="2238" y="5383"/>
                    <a:pt x="2269" y="5257"/>
                  </a:cubicBezTo>
                  <a:cubicBezTo>
                    <a:pt x="3088" y="5257"/>
                    <a:pt x="3719" y="4595"/>
                    <a:pt x="3719" y="3744"/>
                  </a:cubicBezTo>
                  <a:cubicBezTo>
                    <a:pt x="4191" y="3744"/>
                    <a:pt x="4601" y="3555"/>
                    <a:pt x="4884" y="3209"/>
                  </a:cubicBezTo>
                  <a:close/>
                  <a:moveTo>
                    <a:pt x="10072" y="1"/>
                  </a:moveTo>
                  <a:cubicBezTo>
                    <a:pt x="10033" y="1"/>
                    <a:pt x="9993" y="8"/>
                    <a:pt x="9956" y="27"/>
                  </a:cubicBezTo>
                  <a:lnTo>
                    <a:pt x="4979" y="1445"/>
                  </a:lnTo>
                  <a:cubicBezTo>
                    <a:pt x="4727" y="1004"/>
                    <a:pt x="4254" y="720"/>
                    <a:pt x="3719" y="720"/>
                  </a:cubicBezTo>
                  <a:cubicBezTo>
                    <a:pt x="3466" y="720"/>
                    <a:pt x="3214" y="783"/>
                    <a:pt x="2994" y="909"/>
                  </a:cubicBezTo>
                  <a:cubicBezTo>
                    <a:pt x="2742" y="783"/>
                    <a:pt x="2521" y="720"/>
                    <a:pt x="2238" y="720"/>
                  </a:cubicBezTo>
                  <a:cubicBezTo>
                    <a:pt x="1419" y="720"/>
                    <a:pt x="726" y="1382"/>
                    <a:pt x="726" y="2232"/>
                  </a:cubicBezTo>
                  <a:cubicBezTo>
                    <a:pt x="726" y="2484"/>
                    <a:pt x="820" y="2736"/>
                    <a:pt x="946" y="2957"/>
                  </a:cubicBezTo>
                  <a:cubicBezTo>
                    <a:pt x="820" y="3209"/>
                    <a:pt x="726" y="3429"/>
                    <a:pt x="726" y="3713"/>
                  </a:cubicBezTo>
                  <a:cubicBezTo>
                    <a:pt x="726" y="4280"/>
                    <a:pt x="1041" y="4784"/>
                    <a:pt x="1513" y="5005"/>
                  </a:cubicBezTo>
                  <a:cubicBezTo>
                    <a:pt x="1482" y="5225"/>
                    <a:pt x="1482" y="5383"/>
                    <a:pt x="1482" y="5572"/>
                  </a:cubicBezTo>
                  <a:lnTo>
                    <a:pt x="1482" y="6013"/>
                  </a:lnTo>
                  <a:cubicBezTo>
                    <a:pt x="663" y="6013"/>
                    <a:pt x="1" y="6674"/>
                    <a:pt x="1" y="7494"/>
                  </a:cubicBezTo>
                  <a:cubicBezTo>
                    <a:pt x="1" y="8313"/>
                    <a:pt x="663" y="9006"/>
                    <a:pt x="1482" y="9006"/>
                  </a:cubicBezTo>
                  <a:cubicBezTo>
                    <a:pt x="1671" y="11085"/>
                    <a:pt x="3466" y="12723"/>
                    <a:pt x="5577" y="12723"/>
                  </a:cubicBezTo>
                  <a:cubicBezTo>
                    <a:pt x="7720" y="12723"/>
                    <a:pt x="9484" y="11085"/>
                    <a:pt x="9673" y="9006"/>
                  </a:cubicBezTo>
                  <a:cubicBezTo>
                    <a:pt x="10492" y="9006"/>
                    <a:pt x="11185" y="8313"/>
                    <a:pt x="11185" y="7494"/>
                  </a:cubicBezTo>
                  <a:cubicBezTo>
                    <a:pt x="11185" y="6674"/>
                    <a:pt x="10492" y="6013"/>
                    <a:pt x="9673" y="6013"/>
                  </a:cubicBezTo>
                  <a:lnTo>
                    <a:pt x="9673" y="5603"/>
                  </a:lnTo>
                  <a:cubicBezTo>
                    <a:pt x="9704" y="5414"/>
                    <a:pt x="10398" y="594"/>
                    <a:pt x="10429" y="405"/>
                  </a:cubicBezTo>
                  <a:cubicBezTo>
                    <a:pt x="10429" y="279"/>
                    <a:pt x="10398" y="184"/>
                    <a:pt x="10303" y="90"/>
                  </a:cubicBezTo>
                  <a:cubicBezTo>
                    <a:pt x="10258" y="45"/>
                    <a:pt x="10167" y="1"/>
                    <a:pt x="1007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1" name="Google Shape;11391;p137"/>
            <p:cNvSpPr/>
            <p:nvPr/>
          </p:nvSpPr>
          <p:spPr>
            <a:xfrm>
              <a:off x="-51998675" y="2454625"/>
              <a:ext cx="17325" cy="17350"/>
            </a:xfrm>
            <a:custGeom>
              <a:rect b="b" l="l" r="r" t="t"/>
              <a:pathLst>
                <a:path extrusionOk="0" h="694" w="693">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2" name="Google Shape;11392;p137"/>
            <p:cNvSpPr/>
            <p:nvPr/>
          </p:nvSpPr>
          <p:spPr>
            <a:xfrm>
              <a:off x="-51925450" y="2454625"/>
              <a:ext cx="18150" cy="17350"/>
            </a:xfrm>
            <a:custGeom>
              <a:rect b="b" l="l" r="r" t="t"/>
              <a:pathLst>
                <a:path extrusionOk="0" h="694" w="726">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3" name="Google Shape;11393;p137"/>
            <p:cNvSpPr/>
            <p:nvPr/>
          </p:nvSpPr>
          <p:spPr>
            <a:xfrm>
              <a:off x="-51981350" y="2472725"/>
              <a:ext cx="55925" cy="55950"/>
            </a:xfrm>
            <a:custGeom>
              <a:rect b="b" l="l" r="r" t="t"/>
              <a:pathLst>
                <a:path extrusionOk="0" h="2238" w="2237">
                  <a:moveTo>
                    <a:pt x="1134" y="726"/>
                  </a:moveTo>
                  <a:cubicBezTo>
                    <a:pt x="1323" y="726"/>
                    <a:pt x="1481" y="883"/>
                    <a:pt x="1481" y="1072"/>
                  </a:cubicBezTo>
                  <a:cubicBezTo>
                    <a:pt x="1481" y="1293"/>
                    <a:pt x="1323" y="1450"/>
                    <a:pt x="1134" y="1450"/>
                  </a:cubicBezTo>
                  <a:cubicBezTo>
                    <a:pt x="945" y="1450"/>
                    <a:pt x="788" y="1293"/>
                    <a:pt x="788" y="1072"/>
                  </a:cubicBezTo>
                  <a:cubicBezTo>
                    <a:pt x="756" y="915"/>
                    <a:pt x="914" y="726"/>
                    <a:pt x="1134" y="726"/>
                  </a:cubicBezTo>
                  <a:close/>
                  <a:moveTo>
                    <a:pt x="1134" y="1"/>
                  </a:moveTo>
                  <a:cubicBezTo>
                    <a:pt x="504" y="1"/>
                    <a:pt x="32" y="536"/>
                    <a:pt x="32" y="1135"/>
                  </a:cubicBezTo>
                  <a:cubicBezTo>
                    <a:pt x="0" y="1765"/>
                    <a:pt x="504" y="2238"/>
                    <a:pt x="1134" y="2238"/>
                  </a:cubicBezTo>
                  <a:cubicBezTo>
                    <a:pt x="1764" y="2238"/>
                    <a:pt x="2237" y="1702"/>
                    <a:pt x="2237" y="1135"/>
                  </a:cubicBezTo>
                  <a:cubicBezTo>
                    <a:pt x="2237" y="505"/>
                    <a:pt x="1733" y="1"/>
                    <a:pt x="113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94" name="Google Shape;11394;p137"/>
          <p:cNvGrpSpPr/>
          <p:nvPr/>
        </p:nvGrpSpPr>
        <p:grpSpPr>
          <a:xfrm>
            <a:off x="5727728" y="1306249"/>
            <a:ext cx="363756" cy="361090"/>
            <a:chOff x="-57189125" y="1904850"/>
            <a:chExt cx="320575" cy="318225"/>
          </a:xfrm>
        </p:grpSpPr>
        <p:sp>
          <p:nvSpPr>
            <p:cNvPr id="11395" name="Google Shape;11395;p137"/>
            <p:cNvSpPr/>
            <p:nvPr/>
          </p:nvSpPr>
          <p:spPr>
            <a:xfrm>
              <a:off x="-57073350" y="2072625"/>
              <a:ext cx="18125" cy="17350"/>
            </a:xfrm>
            <a:custGeom>
              <a:rect b="b" l="l" r="r" t="t"/>
              <a:pathLst>
                <a:path extrusionOk="0" h="694" w="725">
                  <a:moveTo>
                    <a:pt x="347" y="0"/>
                  </a:moveTo>
                  <a:cubicBezTo>
                    <a:pt x="158" y="0"/>
                    <a:pt x="1" y="158"/>
                    <a:pt x="1" y="347"/>
                  </a:cubicBezTo>
                  <a:cubicBezTo>
                    <a:pt x="1" y="536"/>
                    <a:pt x="158" y="694"/>
                    <a:pt x="347" y="694"/>
                  </a:cubicBezTo>
                  <a:cubicBezTo>
                    <a:pt x="536" y="694"/>
                    <a:pt x="725" y="536"/>
                    <a:pt x="725" y="347"/>
                  </a:cubicBezTo>
                  <a:cubicBezTo>
                    <a:pt x="725"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6" name="Google Shape;11396;p137"/>
            <p:cNvSpPr/>
            <p:nvPr/>
          </p:nvSpPr>
          <p:spPr>
            <a:xfrm>
              <a:off x="-56998525" y="2072625"/>
              <a:ext cx="17350" cy="17350"/>
            </a:xfrm>
            <a:custGeom>
              <a:rect b="b" l="l" r="r" t="t"/>
              <a:pathLst>
                <a:path extrusionOk="0" h="694" w="694">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7" name="Google Shape;11397;p137"/>
            <p:cNvSpPr/>
            <p:nvPr/>
          </p:nvSpPr>
          <p:spPr>
            <a:xfrm>
              <a:off x="-57035550" y="2007250"/>
              <a:ext cx="17350" cy="18150"/>
            </a:xfrm>
            <a:custGeom>
              <a:rect b="b" l="l" r="r" t="t"/>
              <a:pathLst>
                <a:path extrusionOk="0" h="726" w="694">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8" name="Google Shape;11398;p137"/>
            <p:cNvSpPr/>
            <p:nvPr/>
          </p:nvSpPr>
          <p:spPr>
            <a:xfrm>
              <a:off x="-57063900" y="2135825"/>
              <a:ext cx="73275" cy="28975"/>
            </a:xfrm>
            <a:custGeom>
              <a:rect b="b" l="l" r="r" t="t"/>
              <a:pathLst>
                <a:path extrusionOk="0" h="1159" w="2931">
                  <a:moveTo>
                    <a:pt x="414" y="1"/>
                  </a:moveTo>
                  <a:cubicBezTo>
                    <a:pt x="316" y="1"/>
                    <a:pt x="221" y="40"/>
                    <a:pt x="158" y="119"/>
                  </a:cubicBezTo>
                  <a:cubicBezTo>
                    <a:pt x="1" y="276"/>
                    <a:pt x="1" y="497"/>
                    <a:pt x="158" y="623"/>
                  </a:cubicBezTo>
                  <a:cubicBezTo>
                    <a:pt x="536" y="970"/>
                    <a:pt x="1009" y="1159"/>
                    <a:pt x="1481" y="1159"/>
                  </a:cubicBezTo>
                  <a:cubicBezTo>
                    <a:pt x="1954" y="1159"/>
                    <a:pt x="2458" y="970"/>
                    <a:pt x="2773" y="623"/>
                  </a:cubicBezTo>
                  <a:cubicBezTo>
                    <a:pt x="2931" y="465"/>
                    <a:pt x="2931" y="213"/>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3" y="1"/>
                    <a:pt x="41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9" name="Google Shape;11399;p137"/>
            <p:cNvSpPr/>
            <p:nvPr/>
          </p:nvSpPr>
          <p:spPr>
            <a:xfrm>
              <a:off x="-57189125" y="1904850"/>
              <a:ext cx="320575" cy="318225"/>
            </a:xfrm>
            <a:custGeom>
              <a:rect b="b" l="l" r="r" t="t"/>
              <a:pathLst>
                <a:path extrusionOk="0" h="12729" w="12823">
                  <a:moveTo>
                    <a:pt x="6490" y="726"/>
                  </a:moveTo>
                  <a:cubicBezTo>
                    <a:pt x="6994" y="726"/>
                    <a:pt x="7467" y="1104"/>
                    <a:pt x="7593" y="1639"/>
                  </a:cubicBezTo>
                  <a:cubicBezTo>
                    <a:pt x="7215" y="1545"/>
                    <a:pt x="6868" y="1450"/>
                    <a:pt x="6490" y="1450"/>
                  </a:cubicBezTo>
                  <a:cubicBezTo>
                    <a:pt x="6081" y="1450"/>
                    <a:pt x="5734" y="1513"/>
                    <a:pt x="5388" y="1639"/>
                  </a:cubicBezTo>
                  <a:cubicBezTo>
                    <a:pt x="5482" y="1104"/>
                    <a:pt x="5923" y="726"/>
                    <a:pt x="6490" y="726"/>
                  </a:cubicBezTo>
                  <a:close/>
                  <a:moveTo>
                    <a:pt x="6081" y="2269"/>
                  </a:moveTo>
                  <a:lnTo>
                    <a:pt x="6081" y="2301"/>
                  </a:lnTo>
                  <a:cubicBezTo>
                    <a:pt x="5860" y="2364"/>
                    <a:pt x="5608" y="2584"/>
                    <a:pt x="5482" y="2805"/>
                  </a:cubicBezTo>
                  <a:cubicBezTo>
                    <a:pt x="5104" y="2805"/>
                    <a:pt x="4695" y="2994"/>
                    <a:pt x="4506" y="3372"/>
                  </a:cubicBezTo>
                  <a:cubicBezTo>
                    <a:pt x="4317" y="3719"/>
                    <a:pt x="4317" y="4160"/>
                    <a:pt x="4506" y="4475"/>
                  </a:cubicBezTo>
                  <a:cubicBezTo>
                    <a:pt x="4474" y="4538"/>
                    <a:pt x="4443" y="4664"/>
                    <a:pt x="4380" y="4727"/>
                  </a:cubicBezTo>
                  <a:cubicBezTo>
                    <a:pt x="4002" y="4979"/>
                    <a:pt x="3529" y="5136"/>
                    <a:pt x="3088" y="5168"/>
                  </a:cubicBezTo>
                  <a:cubicBezTo>
                    <a:pt x="3277" y="3624"/>
                    <a:pt x="4537" y="2427"/>
                    <a:pt x="6081" y="2269"/>
                  </a:cubicBezTo>
                  <a:close/>
                  <a:moveTo>
                    <a:pt x="6837" y="2269"/>
                  </a:moveTo>
                  <a:cubicBezTo>
                    <a:pt x="8412" y="2427"/>
                    <a:pt x="9641" y="3624"/>
                    <a:pt x="9830" y="5168"/>
                  </a:cubicBezTo>
                  <a:cubicBezTo>
                    <a:pt x="9357" y="5136"/>
                    <a:pt x="8916" y="4979"/>
                    <a:pt x="8538" y="4727"/>
                  </a:cubicBezTo>
                  <a:cubicBezTo>
                    <a:pt x="8475" y="4632"/>
                    <a:pt x="8444" y="4538"/>
                    <a:pt x="8412" y="4475"/>
                  </a:cubicBezTo>
                  <a:cubicBezTo>
                    <a:pt x="8601" y="4097"/>
                    <a:pt x="8633" y="3719"/>
                    <a:pt x="8412" y="3372"/>
                  </a:cubicBezTo>
                  <a:cubicBezTo>
                    <a:pt x="8223" y="2994"/>
                    <a:pt x="7814" y="2805"/>
                    <a:pt x="7436" y="2805"/>
                  </a:cubicBezTo>
                  <a:cubicBezTo>
                    <a:pt x="7310" y="2584"/>
                    <a:pt x="7057" y="2364"/>
                    <a:pt x="6837" y="2301"/>
                  </a:cubicBezTo>
                  <a:lnTo>
                    <a:pt x="6837" y="2269"/>
                  </a:lnTo>
                  <a:close/>
                  <a:moveTo>
                    <a:pt x="6490" y="2962"/>
                  </a:moveTo>
                  <a:cubicBezTo>
                    <a:pt x="6648" y="2962"/>
                    <a:pt x="6805" y="3088"/>
                    <a:pt x="6837" y="3277"/>
                  </a:cubicBezTo>
                  <a:cubicBezTo>
                    <a:pt x="6863" y="3460"/>
                    <a:pt x="7039" y="3577"/>
                    <a:pt x="7224" y="3577"/>
                  </a:cubicBezTo>
                  <a:cubicBezTo>
                    <a:pt x="7263" y="3577"/>
                    <a:pt x="7303" y="3572"/>
                    <a:pt x="7341" y="3561"/>
                  </a:cubicBezTo>
                  <a:cubicBezTo>
                    <a:pt x="7384" y="3535"/>
                    <a:pt x="7430" y="3523"/>
                    <a:pt x="7476" y="3523"/>
                  </a:cubicBezTo>
                  <a:cubicBezTo>
                    <a:pt x="7595" y="3523"/>
                    <a:pt x="7714" y="3604"/>
                    <a:pt x="7782" y="3719"/>
                  </a:cubicBezTo>
                  <a:cubicBezTo>
                    <a:pt x="7845" y="3876"/>
                    <a:pt x="7814" y="4065"/>
                    <a:pt x="7688" y="4191"/>
                  </a:cubicBezTo>
                  <a:cubicBezTo>
                    <a:pt x="7562" y="4349"/>
                    <a:pt x="7562" y="4601"/>
                    <a:pt x="7688" y="4727"/>
                  </a:cubicBezTo>
                  <a:cubicBezTo>
                    <a:pt x="7845" y="4853"/>
                    <a:pt x="7908" y="5042"/>
                    <a:pt x="7782" y="5199"/>
                  </a:cubicBezTo>
                  <a:cubicBezTo>
                    <a:pt x="7712" y="5316"/>
                    <a:pt x="7590" y="5381"/>
                    <a:pt x="7467" y="5381"/>
                  </a:cubicBezTo>
                  <a:cubicBezTo>
                    <a:pt x="7425" y="5381"/>
                    <a:pt x="7382" y="5373"/>
                    <a:pt x="7341" y="5357"/>
                  </a:cubicBezTo>
                  <a:cubicBezTo>
                    <a:pt x="7303" y="5346"/>
                    <a:pt x="7264" y="5341"/>
                    <a:pt x="7227" y="5341"/>
                  </a:cubicBezTo>
                  <a:cubicBezTo>
                    <a:pt x="7048" y="5341"/>
                    <a:pt x="6889" y="5458"/>
                    <a:pt x="6837" y="5640"/>
                  </a:cubicBezTo>
                  <a:cubicBezTo>
                    <a:pt x="6805" y="5829"/>
                    <a:pt x="6648" y="5955"/>
                    <a:pt x="6490" y="5955"/>
                  </a:cubicBezTo>
                  <a:cubicBezTo>
                    <a:pt x="6333" y="5955"/>
                    <a:pt x="6175" y="5829"/>
                    <a:pt x="6112" y="5640"/>
                  </a:cubicBezTo>
                  <a:cubicBezTo>
                    <a:pt x="6086" y="5458"/>
                    <a:pt x="5931" y="5341"/>
                    <a:pt x="5736" y="5341"/>
                  </a:cubicBezTo>
                  <a:cubicBezTo>
                    <a:pt x="5695" y="5341"/>
                    <a:pt x="5652" y="5346"/>
                    <a:pt x="5608" y="5357"/>
                  </a:cubicBezTo>
                  <a:cubicBezTo>
                    <a:pt x="5565" y="5383"/>
                    <a:pt x="5519" y="5394"/>
                    <a:pt x="5474" y="5394"/>
                  </a:cubicBezTo>
                  <a:cubicBezTo>
                    <a:pt x="5354" y="5394"/>
                    <a:pt x="5236" y="5313"/>
                    <a:pt x="5167" y="5199"/>
                  </a:cubicBezTo>
                  <a:cubicBezTo>
                    <a:pt x="5104" y="5042"/>
                    <a:pt x="5136" y="4853"/>
                    <a:pt x="5262" y="4727"/>
                  </a:cubicBezTo>
                  <a:cubicBezTo>
                    <a:pt x="5419" y="4569"/>
                    <a:pt x="5419" y="4317"/>
                    <a:pt x="5262" y="4191"/>
                  </a:cubicBezTo>
                  <a:cubicBezTo>
                    <a:pt x="5104" y="4065"/>
                    <a:pt x="5073" y="3876"/>
                    <a:pt x="5167" y="3719"/>
                  </a:cubicBezTo>
                  <a:cubicBezTo>
                    <a:pt x="5237" y="3602"/>
                    <a:pt x="5359" y="3537"/>
                    <a:pt x="5482" y="3537"/>
                  </a:cubicBezTo>
                  <a:cubicBezTo>
                    <a:pt x="5525" y="3537"/>
                    <a:pt x="5568" y="3545"/>
                    <a:pt x="5608" y="3561"/>
                  </a:cubicBezTo>
                  <a:cubicBezTo>
                    <a:pt x="5652" y="3572"/>
                    <a:pt x="5694" y="3577"/>
                    <a:pt x="5734" y="3577"/>
                  </a:cubicBezTo>
                  <a:cubicBezTo>
                    <a:pt x="5922" y="3577"/>
                    <a:pt x="6060" y="3460"/>
                    <a:pt x="6112" y="3277"/>
                  </a:cubicBezTo>
                  <a:cubicBezTo>
                    <a:pt x="6175" y="3088"/>
                    <a:pt x="6333" y="2962"/>
                    <a:pt x="6490" y="2962"/>
                  </a:cubicBezTo>
                  <a:close/>
                  <a:moveTo>
                    <a:pt x="2332" y="6711"/>
                  </a:moveTo>
                  <a:lnTo>
                    <a:pt x="2332" y="8192"/>
                  </a:lnTo>
                  <a:cubicBezTo>
                    <a:pt x="1954" y="8192"/>
                    <a:pt x="1607" y="7877"/>
                    <a:pt x="1607" y="7436"/>
                  </a:cubicBezTo>
                  <a:cubicBezTo>
                    <a:pt x="1607" y="7027"/>
                    <a:pt x="1954" y="6711"/>
                    <a:pt x="2332" y="6711"/>
                  </a:cubicBezTo>
                  <a:close/>
                  <a:moveTo>
                    <a:pt x="10618" y="6711"/>
                  </a:moveTo>
                  <a:cubicBezTo>
                    <a:pt x="10996" y="6711"/>
                    <a:pt x="11374" y="7027"/>
                    <a:pt x="11374" y="7468"/>
                  </a:cubicBezTo>
                  <a:cubicBezTo>
                    <a:pt x="11374" y="7846"/>
                    <a:pt x="11059" y="8192"/>
                    <a:pt x="10618" y="8192"/>
                  </a:cubicBezTo>
                  <a:lnTo>
                    <a:pt x="10618" y="6711"/>
                  </a:lnTo>
                  <a:close/>
                  <a:moveTo>
                    <a:pt x="1166" y="8350"/>
                  </a:moveTo>
                  <a:cubicBezTo>
                    <a:pt x="1450" y="8728"/>
                    <a:pt x="1891" y="8948"/>
                    <a:pt x="2363" y="8948"/>
                  </a:cubicBezTo>
                  <a:cubicBezTo>
                    <a:pt x="2332" y="9358"/>
                    <a:pt x="1985" y="9704"/>
                    <a:pt x="1607" y="9704"/>
                  </a:cubicBezTo>
                  <a:cubicBezTo>
                    <a:pt x="1198" y="9704"/>
                    <a:pt x="851" y="9389"/>
                    <a:pt x="851" y="8948"/>
                  </a:cubicBezTo>
                  <a:cubicBezTo>
                    <a:pt x="851" y="8728"/>
                    <a:pt x="977" y="8476"/>
                    <a:pt x="1166" y="8350"/>
                  </a:cubicBezTo>
                  <a:close/>
                  <a:moveTo>
                    <a:pt x="11783" y="8350"/>
                  </a:moveTo>
                  <a:cubicBezTo>
                    <a:pt x="12004" y="8507"/>
                    <a:pt x="12098" y="8728"/>
                    <a:pt x="12098" y="8948"/>
                  </a:cubicBezTo>
                  <a:cubicBezTo>
                    <a:pt x="12098" y="9358"/>
                    <a:pt x="11752" y="9704"/>
                    <a:pt x="11374" y="9704"/>
                  </a:cubicBezTo>
                  <a:cubicBezTo>
                    <a:pt x="10964" y="9704"/>
                    <a:pt x="10618" y="9389"/>
                    <a:pt x="10618" y="8948"/>
                  </a:cubicBezTo>
                  <a:cubicBezTo>
                    <a:pt x="11090" y="8948"/>
                    <a:pt x="11531" y="8728"/>
                    <a:pt x="11783" y="8350"/>
                  </a:cubicBezTo>
                  <a:close/>
                  <a:moveTo>
                    <a:pt x="8381" y="5514"/>
                  </a:moveTo>
                  <a:cubicBezTo>
                    <a:pt x="8790" y="5735"/>
                    <a:pt x="9326" y="5892"/>
                    <a:pt x="9798" y="5924"/>
                  </a:cubicBezTo>
                  <a:lnTo>
                    <a:pt x="9798" y="8570"/>
                  </a:lnTo>
                  <a:cubicBezTo>
                    <a:pt x="9861" y="10398"/>
                    <a:pt x="8318" y="11941"/>
                    <a:pt x="6490" y="11941"/>
                  </a:cubicBezTo>
                  <a:cubicBezTo>
                    <a:pt x="4632" y="11941"/>
                    <a:pt x="3088" y="10398"/>
                    <a:pt x="3088" y="8570"/>
                  </a:cubicBezTo>
                  <a:lnTo>
                    <a:pt x="3088" y="5924"/>
                  </a:lnTo>
                  <a:cubicBezTo>
                    <a:pt x="3592" y="5892"/>
                    <a:pt x="4065" y="5735"/>
                    <a:pt x="4506" y="5514"/>
                  </a:cubicBezTo>
                  <a:lnTo>
                    <a:pt x="4506" y="5577"/>
                  </a:lnTo>
                  <a:cubicBezTo>
                    <a:pt x="4695" y="5924"/>
                    <a:pt x="5104" y="6113"/>
                    <a:pt x="5482" y="6113"/>
                  </a:cubicBezTo>
                  <a:cubicBezTo>
                    <a:pt x="5703" y="6459"/>
                    <a:pt x="6049" y="6711"/>
                    <a:pt x="6427" y="6711"/>
                  </a:cubicBezTo>
                  <a:cubicBezTo>
                    <a:pt x="6837" y="6711"/>
                    <a:pt x="7215" y="6459"/>
                    <a:pt x="7373" y="6113"/>
                  </a:cubicBezTo>
                  <a:cubicBezTo>
                    <a:pt x="7782" y="6113"/>
                    <a:pt x="8160" y="5924"/>
                    <a:pt x="8381" y="5577"/>
                  </a:cubicBezTo>
                  <a:lnTo>
                    <a:pt x="8381" y="5514"/>
                  </a:lnTo>
                  <a:close/>
                  <a:moveTo>
                    <a:pt x="6396" y="1"/>
                  </a:moveTo>
                  <a:cubicBezTo>
                    <a:pt x="5892" y="1"/>
                    <a:pt x="5419" y="221"/>
                    <a:pt x="5073" y="568"/>
                  </a:cubicBezTo>
                  <a:cubicBezTo>
                    <a:pt x="4726" y="915"/>
                    <a:pt x="4506" y="1419"/>
                    <a:pt x="4506" y="1954"/>
                  </a:cubicBezTo>
                  <a:cubicBezTo>
                    <a:pt x="3182" y="2616"/>
                    <a:pt x="2237" y="4002"/>
                    <a:pt x="2237" y="5609"/>
                  </a:cubicBezTo>
                  <a:lnTo>
                    <a:pt x="2237" y="5955"/>
                  </a:lnTo>
                  <a:cubicBezTo>
                    <a:pt x="1324" y="5955"/>
                    <a:pt x="599" y="6743"/>
                    <a:pt x="725" y="7657"/>
                  </a:cubicBezTo>
                  <a:cubicBezTo>
                    <a:pt x="252" y="7940"/>
                    <a:pt x="0" y="8413"/>
                    <a:pt x="0" y="8948"/>
                  </a:cubicBezTo>
                  <a:cubicBezTo>
                    <a:pt x="0" y="9767"/>
                    <a:pt x="662" y="10461"/>
                    <a:pt x="1481" y="10461"/>
                  </a:cubicBezTo>
                  <a:cubicBezTo>
                    <a:pt x="1891" y="10461"/>
                    <a:pt x="2237" y="10303"/>
                    <a:pt x="2521" y="10051"/>
                  </a:cubicBezTo>
                  <a:cubicBezTo>
                    <a:pt x="3088" y="11563"/>
                    <a:pt x="4569" y="12729"/>
                    <a:pt x="6364" y="12729"/>
                  </a:cubicBezTo>
                  <a:cubicBezTo>
                    <a:pt x="8129" y="12729"/>
                    <a:pt x="9641" y="11595"/>
                    <a:pt x="10239" y="10051"/>
                  </a:cubicBezTo>
                  <a:cubicBezTo>
                    <a:pt x="10492" y="10303"/>
                    <a:pt x="10870" y="10461"/>
                    <a:pt x="11248" y="10461"/>
                  </a:cubicBezTo>
                  <a:cubicBezTo>
                    <a:pt x="12067" y="10461"/>
                    <a:pt x="12760" y="9767"/>
                    <a:pt x="12760" y="8948"/>
                  </a:cubicBezTo>
                  <a:cubicBezTo>
                    <a:pt x="12823" y="8413"/>
                    <a:pt x="12539" y="7877"/>
                    <a:pt x="12067" y="7657"/>
                  </a:cubicBezTo>
                  <a:cubicBezTo>
                    <a:pt x="12193" y="6743"/>
                    <a:pt x="11468" y="5955"/>
                    <a:pt x="10586" y="5955"/>
                  </a:cubicBezTo>
                  <a:lnTo>
                    <a:pt x="10586" y="5609"/>
                  </a:lnTo>
                  <a:cubicBezTo>
                    <a:pt x="10586" y="4002"/>
                    <a:pt x="9672" y="2616"/>
                    <a:pt x="8286" y="1954"/>
                  </a:cubicBezTo>
                  <a:cubicBezTo>
                    <a:pt x="8286" y="1419"/>
                    <a:pt x="8097" y="915"/>
                    <a:pt x="7751" y="568"/>
                  </a:cubicBezTo>
                  <a:cubicBezTo>
                    <a:pt x="7373" y="221"/>
                    <a:pt x="6900" y="1"/>
                    <a:pt x="639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00" name="Google Shape;11400;p137"/>
          <p:cNvGrpSpPr/>
          <p:nvPr/>
        </p:nvGrpSpPr>
        <p:grpSpPr>
          <a:xfrm>
            <a:off x="5728621" y="1800985"/>
            <a:ext cx="361969" cy="316411"/>
            <a:chOff x="-57187550" y="2314425"/>
            <a:chExt cx="319000" cy="278850"/>
          </a:xfrm>
        </p:grpSpPr>
        <p:sp>
          <p:nvSpPr>
            <p:cNvPr id="11401" name="Google Shape;11401;p137"/>
            <p:cNvSpPr/>
            <p:nvPr/>
          </p:nvSpPr>
          <p:spPr>
            <a:xfrm>
              <a:off x="-57073350" y="2445950"/>
              <a:ext cx="18125" cy="17350"/>
            </a:xfrm>
            <a:custGeom>
              <a:rect b="b" l="l" r="r" t="t"/>
              <a:pathLst>
                <a:path extrusionOk="0" h="694" w="725">
                  <a:moveTo>
                    <a:pt x="347" y="1"/>
                  </a:moveTo>
                  <a:cubicBezTo>
                    <a:pt x="158" y="1"/>
                    <a:pt x="1" y="158"/>
                    <a:pt x="1" y="347"/>
                  </a:cubicBezTo>
                  <a:cubicBezTo>
                    <a:pt x="1" y="536"/>
                    <a:pt x="158" y="694"/>
                    <a:pt x="347" y="694"/>
                  </a:cubicBezTo>
                  <a:cubicBezTo>
                    <a:pt x="536" y="694"/>
                    <a:pt x="725" y="536"/>
                    <a:pt x="725" y="347"/>
                  </a:cubicBezTo>
                  <a:cubicBezTo>
                    <a:pt x="725"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2" name="Google Shape;11402;p137"/>
            <p:cNvSpPr/>
            <p:nvPr/>
          </p:nvSpPr>
          <p:spPr>
            <a:xfrm>
              <a:off x="-56998525" y="2445175"/>
              <a:ext cx="17350" cy="18125"/>
            </a:xfrm>
            <a:custGeom>
              <a:rect b="b" l="l" r="r" t="t"/>
              <a:pathLst>
                <a:path extrusionOk="0" h="725" w="694">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3" name="Google Shape;11403;p137"/>
            <p:cNvSpPr/>
            <p:nvPr/>
          </p:nvSpPr>
          <p:spPr>
            <a:xfrm>
              <a:off x="-57063900" y="2508375"/>
              <a:ext cx="73275" cy="29750"/>
            </a:xfrm>
            <a:custGeom>
              <a:rect b="b" l="l" r="r" t="t"/>
              <a:pathLst>
                <a:path extrusionOk="0" h="1190" w="2931">
                  <a:moveTo>
                    <a:pt x="414" y="0"/>
                  </a:moveTo>
                  <a:cubicBezTo>
                    <a:pt x="316" y="0"/>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40"/>
                    <a:pt x="2623" y="0"/>
                    <a:pt x="2533" y="0"/>
                  </a:cubicBezTo>
                  <a:cubicBezTo>
                    <a:pt x="2442" y="0"/>
                    <a:pt x="2348" y="40"/>
                    <a:pt x="2269" y="119"/>
                  </a:cubicBezTo>
                  <a:cubicBezTo>
                    <a:pt x="2048" y="339"/>
                    <a:pt x="1733" y="434"/>
                    <a:pt x="1481" y="434"/>
                  </a:cubicBezTo>
                  <a:cubicBezTo>
                    <a:pt x="1166" y="434"/>
                    <a:pt x="883" y="339"/>
                    <a:pt x="694" y="119"/>
                  </a:cubicBezTo>
                  <a:cubicBezTo>
                    <a:pt x="615" y="40"/>
                    <a:pt x="513" y="0"/>
                    <a:pt x="41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4" name="Google Shape;11404;p137"/>
            <p:cNvSpPr/>
            <p:nvPr/>
          </p:nvSpPr>
          <p:spPr>
            <a:xfrm>
              <a:off x="-57187550" y="2314425"/>
              <a:ext cx="319000" cy="278850"/>
            </a:xfrm>
            <a:custGeom>
              <a:rect b="b" l="l" r="r" t="t"/>
              <a:pathLst>
                <a:path extrusionOk="0" h="11154" w="12760">
                  <a:moveTo>
                    <a:pt x="6427" y="757"/>
                  </a:moveTo>
                  <a:cubicBezTo>
                    <a:pt x="7593" y="757"/>
                    <a:pt x="8633" y="1355"/>
                    <a:pt x="9200" y="2269"/>
                  </a:cubicBezTo>
                  <a:lnTo>
                    <a:pt x="3592" y="2269"/>
                  </a:lnTo>
                  <a:cubicBezTo>
                    <a:pt x="4222" y="1355"/>
                    <a:pt x="5230" y="757"/>
                    <a:pt x="6427" y="757"/>
                  </a:cubicBezTo>
                  <a:close/>
                  <a:moveTo>
                    <a:pt x="5829" y="2993"/>
                  </a:moveTo>
                  <a:cubicBezTo>
                    <a:pt x="5325" y="3907"/>
                    <a:pt x="4317" y="4506"/>
                    <a:pt x="3277" y="4506"/>
                  </a:cubicBezTo>
                  <a:lnTo>
                    <a:pt x="3025" y="4506"/>
                  </a:lnTo>
                  <a:lnTo>
                    <a:pt x="3025" y="4159"/>
                  </a:lnTo>
                  <a:cubicBezTo>
                    <a:pt x="3025" y="3750"/>
                    <a:pt x="3119" y="3371"/>
                    <a:pt x="3214" y="2993"/>
                  </a:cubicBezTo>
                  <a:close/>
                  <a:moveTo>
                    <a:pt x="10555" y="5230"/>
                  </a:moveTo>
                  <a:cubicBezTo>
                    <a:pt x="10933" y="5230"/>
                    <a:pt x="11311" y="5577"/>
                    <a:pt x="11311" y="5986"/>
                  </a:cubicBezTo>
                  <a:cubicBezTo>
                    <a:pt x="11311" y="6396"/>
                    <a:pt x="10996" y="6742"/>
                    <a:pt x="10555" y="6742"/>
                  </a:cubicBezTo>
                  <a:lnTo>
                    <a:pt x="10555" y="5230"/>
                  </a:lnTo>
                  <a:close/>
                  <a:moveTo>
                    <a:pt x="1859" y="5419"/>
                  </a:moveTo>
                  <a:lnTo>
                    <a:pt x="1859" y="5419"/>
                  </a:lnTo>
                  <a:cubicBezTo>
                    <a:pt x="1702" y="5766"/>
                    <a:pt x="1544" y="6238"/>
                    <a:pt x="1544" y="6711"/>
                  </a:cubicBezTo>
                  <a:cubicBezTo>
                    <a:pt x="1544" y="6837"/>
                    <a:pt x="1544" y="6931"/>
                    <a:pt x="1576" y="7058"/>
                  </a:cubicBezTo>
                  <a:cubicBezTo>
                    <a:pt x="1324" y="7247"/>
                    <a:pt x="1072" y="7373"/>
                    <a:pt x="788" y="7467"/>
                  </a:cubicBezTo>
                  <a:lnTo>
                    <a:pt x="788" y="7089"/>
                  </a:lnTo>
                  <a:cubicBezTo>
                    <a:pt x="788" y="6364"/>
                    <a:pt x="1229" y="5734"/>
                    <a:pt x="1859" y="5419"/>
                  </a:cubicBezTo>
                  <a:close/>
                  <a:moveTo>
                    <a:pt x="2647" y="5514"/>
                  </a:moveTo>
                  <a:cubicBezTo>
                    <a:pt x="2804" y="5829"/>
                    <a:pt x="2993" y="6270"/>
                    <a:pt x="2993" y="6742"/>
                  </a:cubicBezTo>
                  <a:cubicBezTo>
                    <a:pt x="2993" y="7215"/>
                    <a:pt x="2804" y="7656"/>
                    <a:pt x="2647" y="7971"/>
                  </a:cubicBezTo>
                  <a:cubicBezTo>
                    <a:pt x="2489" y="7656"/>
                    <a:pt x="2269" y="7215"/>
                    <a:pt x="2269" y="6742"/>
                  </a:cubicBezTo>
                  <a:cubicBezTo>
                    <a:pt x="2269" y="6270"/>
                    <a:pt x="2489" y="5829"/>
                    <a:pt x="2647" y="5514"/>
                  </a:cubicBezTo>
                  <a:close/>
                  <a:moveTo>
                    <a:pt x="11720" y="6868"/>
                  </a:moveTo>
                  <a:cubicBezTo>
                    <a:pt x="11941" y="7026"/>
                    <a:pt x="12035" y="7215"/>
                    <a:pt x="12035" y="7467"/>
                  </a:cubicBezTo>
                  <a:cubicBezTo>
                    <a:pt x="12035" y="7877"/>
                    <a:pt x="11689" y="8192"/>
                    <a:pt x="11311" y="8192"/>
                  </a:cubicBezTo>
                  <a:cubicBezTo>
                    <a:pt x="10901" y="8192"/>
                    <a:pt x="10555" y="7845"/>
                    <a:pt x="10555" y="7467"/>
                  </a:cubicBezTo>
                  <a:cubicBezTo>
                    <a:pt x="11027" y="7467"/>
                    <a:pt x="11468" y="7215"/>
                    <a:pt x="11720" y="6868"/>
                  </a:cubicBezTo>
                  <a:close/>
                  <a:moveTo>
                    <a:pt x="9578" y="2962"/>
                  </a:moveTo>
                  <a:cubicBezTo>
                    <a:pt x="9672" y="3308"/>
                    <a:pt x="9767" y="3687"/>
                    <a:pt x="9767" y="4065"/>
                  </a:cubicBezTo>
                  <a:lnTo>
                    <a:pt x="9767" y="7058"/>
                  </a:lnTo>
                  <a:cubicBezTo>
                    <a:pt x="9798" y="8948"/>
                    <a:pt x="8255" y="10460"/>
                    <a:pt x="6427" y="10460"/>
                  </a:cubicBezTo>
                  <a:cubicBezTo>
                    <a:pt x="5041" y="10460"/>
                    <a:pt x="3781" y="9609"/>
                    <a:pt x="3277" y="8349"/>
                  </a:cubicBezTo>
                  <a:cubicBezTo>
                    <a:pt x="3497" y="7971"/>
                    <a:pt x="3781" y="7373"/>
                    <a:pt x="3781" y="6711"/>
                  </a:cubicBezTo>
                  <a:cubicBezTo>
                    <a:pt x="3781" y="6112"/>
                    <a:pt x="3592" y="5608"/>
                    <a:pt x="3340" y="5199"/>
                  </a:cubicBezTo>
                  <a:cubicBezTo>
                    <a:pt x="4789" y="5167"/>
                    <a:pt x="6112" y="4254"/>
                    <a:pt x="6648" y="2962"/>
                  </a:cubicBezTo>
                  <a:close/>
                  <a:moveTo>
                    <a:pt x="6364" y="0"/>
                  </a:moveTo>
                  <a:cubicBezTo>
                    <a:pt x="4096" y="0"/>
                    <a:pt x="2237" y="1859"/>
                    <a:pt x="2237" y="4096"/>
                  </a:cubicBezTo>
                  <a:lnTo>
                    <a:pt x="2237" y="4506"/>
                  </a:lnTo>
                  <a:cubicBezTo>
                    <a:pt x="977" y="4695"/>
                    <a:pt x="0" y="5766"/>
                    <a:pt x="0" y="7089"/>
                  </a:cubicBezTo>
                  <a:lnTo>
                    <a:pt x="0" y="7845"/>
                  </a:lnTo>
                  <a:cubicBezTo>
                    <a:pt x="0" y="8034"/>
                    <a:pt x="158" y="8192"/>
                    <a:pt x="347" y="8192"/>
                  </a:cubicBezTo>
                  <a:cubicBezTo>
                    <a:pt x="820" y="8192"/>
                    <a:pt x="1292" y="8066"/>
                    <a:pt x="1702" y="7814"/>
                  </a:cubicBezTo>
                  <a:cubicBezTo>
                    <a:pt x="1922" y="8412"/>
                    <a:pt x="2269" y="8790"/>
                    <a:pt x="2269" y="8790"/>
                  </a:cubicBezTo>
                  <a:cubicBezTo>
                    <a:pt x="2350" y="8845"/>
                    <a:pt x="2455" y="8923"/>
                    <a:pt x="2584" y="8923"/>
                  </a:cubicBezTo>
                  <a:cubicBezTo>
                    <a:pt x="2604" y="8923"/>
                    <a:pt x="2625" y="8921"/>
                    <a:pt x="2647" y="8916"/>
                  </a:cubicBezTo>
                  <a:cubicBezTo>
                    <a:pt x="2899" y="9515"/>
                    <a:pt x="3340" y="9987"/>
                    <a:pt x="3907" y="10366"/>
                  </a:cubicBezTo>
                  <a:cubicBezTo>
                    <a:pt x="4600" y="10870"/>
                    <a:pt x="5419" y="11153"/>
                    <a:pt x="6301" y="11153"/>
                  </a:cubicBezTo>
                  <a:cubicBezTo>
                    <a:pt x="8066" y="11153"/>
                    <a:pt x="9578" y="10050"/>
                    <a:pt x="10145" y="8507"/>
                  </a:cubicBezTo>
                  <a:cubicBezTo>
                    <a:pt x="10429" y="8759"/>
                    <a:pt x="10775" y="8916"/>
                    <a:pt x="11185" y="8916"/>
                  </a:cubicBezTo>
                  <a:cubicBezTo>
                    <a:pt x="12004" y="8916"/>
                    <a:pt x="12665" y="8255"/>
                    <a:pt x="12665" y="7404"/>
                  </a:cubicBezTo>
                  <a:cubicBezTo>
                    <a:pt x="12760" y="6931"/>
                    <a:pt x="12476" y="6427"/>
                    <a:pt x="12004" y="6144"/>
                  </a:cubicBezTo>
                  <a:cubicBezTo>
                    <a:pt x="12130" y="5230"/>
                    <a:pt x="11405" y="4443"/>
                    <a:pt x="10523" y="4443"/>
                  </a:cubicBezTo>
                  <a:lnTo>
                    <a:pt x="10523" y="4096"/>
                  </a:lnTo>
                  <a:cubicBezTo>
                    <a:pt x="10523" y="1859"/>
                    <a:pt x="8664" y="0"/>
                    <a:pt x="636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05" name="Google Shape;11405;p137"/>
          <p:cNvGrpSpPr/>
          <p:nvPr/>
        </p:nvGrpSpPr>
        <p:grpSpPr>
          <a:xfrm>
            <a:off x="5745585" y="2230534"/>
            <a:ext cx="328042" cy="361771"/>
            <a:chOff x="-57172600" y="2686375"/>
            <a:chExt cx="289100" cy="318825"/>
          </a:xfrm>
        </p:grpSpPr>
        <p:sp>
          <p:nvSpPr>
            <p:cNvPr id="11406" name="Google Shape;11406;p137"/>
            <p:cNvSpPr/>
            <p:nvPr/>
          </p:nvSpPr>
          <p:spPr>
            <a:xfrm>
              <a:off x="-57063900" y="2937625"/>
              <a:ext cx="73275" cy="29750"/>
            </a:xfrm>
            <a:custGeom>
              <a:rect b="b" l="l" r="r" t="t"/>
              <a:pathLst>
                <a:path extrusionOk="0" h="1190" w="2931">
                  <a:moveTo>
                    <a:pt x="414" y="1"/>
                  </a:moveTo>
                  <a:cubicBezTo>
                    <a:pt x="316" y="1"/>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72"/>
                    <a:pt x="2623" y="48"/>
                    <a:pt x="2533" y="48"/>
                  </a:cubicBezTo>
                  <a:cubicBezTo>
                    <a:pt x="2442" y="48"/>
                    <a:pt x="2348" y="72"/>
                    <a:pt x="2269" y="119"/>
                  </a:cubicBezTo>
                  <a:cubicBezTo>
                    <a:pt x="2048" y="339"/>
                    <a:pt x="1733" y="434"/>
                    <a:pt x="1481" y="434"/>
                  </a:cubicBezTo>
                  <a:cubicBezTo>
                    <a:pt x="1166" y="434"/>
                    <a:pt x="883" y="339"/>
                    <a:pt x="694" y="119"/>
                  </a:cubicBezTo>
                  <a:cubicBezTo>
                    <a:pt x="615" y="40"/>
                    <a:pt x="513" y="1"/>
                    <a:pt x="41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7" name="Google Shape;11407;p137"/>
            <p:cNvSpPr/>
            <p:nvPr/>
          </p:nvSpPr>
          <p:spPr>
            <a:xfrm>
              <a:off x="-57172600" y="2686375"/>
              <a:ext cx="289100" cy="318825"/>
            </a:xfrm>
            <a:custGeom>
              <a:rect b="b" l="l" r="r" t="t"/>
              <a:pathLst>
                <a:path extrusionOk="0" h="12753" w="11564">
                  <a:moveTo>
                    <a:pt x="5798" y="788"/>
                  </a:moveTo>
                  <a:cubicBezTo>
                    <a:pt x="6160" y="788"/>
                    <a:pt x="6523" y="922"/>
                    <a:pt x="6806" y="1190"/>
                  </a:cubicBezTo>
                  <a:cubicBezTo>
                    <a:pt x="6853" y="1261"/>
                    <a:pt x="6954" y="1296"/>
                    <a:pt x="7054" y="1296"/>
                  </a:cubicBezTo>
                  <a:cubicBezTo>
                    <a:pt x="7088" y="1296"/>
                    <a:pt x="7121" y="1292"/>
                    <a:pt x="7153" y="1284"/>
                  </a:cubicBezTo>
                  <a:cubicBezTo>
                    <a:pt x="7276" y="1253"/>
                    <a:pt x="7401" y="1239"/>
                    <a:pt x="7523" y="1239"/>
                  </a:cubicBezTo>
                  <a:cubicBezTo>
                    <a:pt x="8150" y="1239"/>
                    <a:pt x="8727" y="1629"/>
                    <a:pt x="8885" y="2261"/>
                  </a:cubicBezTo>
                  <a:cubicBezTo>
                    <a:pt x="8917" y="2387"/>
                    <a:pt x="9011" y="2513"/>
                    <a:pt x="9169" y="2545"/>
                  </a:cubicBezTo>
                  <a:cubicBezTo>
                    <a:pt x="9925" y="2734"/>
                    <a:pt x="10335" y="3521"/>
                    <a:pt x="10146" y="4277"/>
                  </a:cubicBezTo>
                  <a:cubicBezTo>
                    <a:pt x="10114" y="4403"/>
                    <a:pt x="10146" y="4561"/>
                    <a:pt x="10240" y="4624"/>
                  </a:cubicBezTo>
                  <a:cubicBezTo>
                    <a:pt x="10776" y="5191"/>
                    <a:pt x="10776" y="6073"/>
                    <a:pt x="10240" y="6640"/>
                  </a:cubicBezTo>
                  <a:cubicBezTo>
                    <a:pt x="10177" y="6672"/>
                    <a:pt x="10146" y="6703"/>
                    <a:pt x="10146" y="6798"/>
                  </a:cubicBezTo>
                  <a:cubicBezTo>
                    <a:pt x="9988" y="6766"/>
                    <a:pt x="9925" y="6766"/>
                    <a:pt x="9515" y="6766"/>
                  </a:cubicBezTo>
                  <a:cubicBezTo>
                    <a:pt x="9169" y="6325"/>
                    <a:pt x="8665" y="6010"/>
                    <a:pt x="8035" y="6010"/>
                  </a:cubicBezTo>
                  <a:cubicBezTo>
                    <a:pt x="6523" y="6010"/>
                    <a:pt x="5199" y="4970"/>
                    <a:pt x="4790" y="3553"/>
                  </a:cubicBezTo>
                  <a:cubicBezTo>
                    <a:pt x="4766" y="3408"/>
                    <a:pt x="4612" y="3300"/>
                    <a:pt x="4442" y="3300"/>
                  </a:cubicBezTo>
                  <a:cubicBezTo>
                    <a:pt x="4391" y="3300"/>
                    <a:pt x="4337" y="3310"/>
                    <a:pt x="4286" y="3332"/>
                  </a:cubicBezTo>
                  <a:cubicBezTo>
                    <a:pt x="3530" y="3647"/>
                    <a:pt x="2868" y="4151"/>
                    <a:pt x="2395" y="4813"/>
                  </a:cubicBezTo>
                  <a:cubicBezTo>
                    <a:pt x="1986" y="5412"/>
                    <a:pt x="1734" y="6073"/>
                    <a:pt x="1671" y="6798"/>
                  </a:cubicBezTo>
                  <a:cubicBezTo>
                    <a:pt x="1608" y="6798"/>
                    <a:pt x="1513" y="6798"/>
                    <a:pt x="1450" y="6829"/>
                  </a:cubicBezTo>
                  <a:cubicBezTo>
                    <a:pt x="1450" y="6703"/>
                    <a:pt x="1419" y="6672"/>
                    <a:pt x="1356" y="6640"/>
                  </a:cubicBezTo>
                  <a:cubicBezTo>
                    <a:pt x="820" y="6073"/>
                    <a:pt x="820" y="5191"/>
                    <a:pt x="1356" y="4624"/>
                  </a:cubicBezTo>
                  <a:cubicBezTo>
                    <a:pt x="1450" y="4561"/>
                    <a:pt x="1482" y="4403"/>
                    <a:pt x="1450" y="4277"/>
                  </a:cubicBezTo>
                  <a:cubicBezTo>
                    <a:pt x="1261" y="3521"/>
                    <a:pt x="1671" y="2734"/>
                    <a:pt x="2427" y="2545"/>
                  </a:cubicBezTo>
                  <a:cubicBezTo>
                    <a:pt x="2553" y="2513"/>
                    <a:pt x="2679" y="2419"/>
                    <a:pt x="2710" y="2261"/>
                  </a:cubicBezTo>
                  <a:cubicBezTo>
                    <a:pt x="2869" y="1629"/>
                    <a:pt x="3445" y="1239"/>
                    <a:pt x="4072" y="1239"/>
                  </a:cubicBezTo>
                  <a:cubicBezTo>
                    <a:pt x="4195" y="1239"/>
                    <a:pt x="4320" y="1253"/>
                    <a:pt x="4443" y="1284"/>
                  </a:cubicBezTo>
                  <a:cubicBezTo>
                    <a:pt x="4475" y="1292"/>
                    <a:pt x="4508" y="1296"/>
                    <a:pt x="4542" y="1296"/>
                  </a:cubicBezTo>
                  <a:cubicBezTo>
                    <a:pt x="4642" y="1296"/>
                    <a:pt x="4742" y="1261"/>
                    <a:pt x="4790" y="1190"/>
                  </a:cubicBezTo>
                  <a:cubicBezTo>
                    <a:pt x="5073" y="922"/>
                    <a:pt x="5436" y="788"/>
                    <a:pt x="5798" y="788"/>
                  </a:cubicBezTo>
                  <a:close/>
                  <a:moveTo>
                    <a:pt x="4254" y="4151"/>
                  </a:moveTo>
                  <a:cubicBezTo>
                    <a:pt x="4664" y="5286"/>
                    <a:pt x="5609" y="6168"/>
                    <a:pt x="6775" y="6514"/>
                  </a:cubicBezTo>
                  <a:cubicBezTo>
                    <a:pt x="6491" y="6766"/>
                    <a:pt x="6333" y="7113"/>
                    <a:pt x="6239" y="7459"/>
                  </a:cubicBezTo>
                  <a:lnTo>
                    <a:pt x="5388" y="7459"/>
                  </a:lnTo>
                  <a:lnTo>
                    <a:pt x="5388" y="7491"/>
                  </a:lnTo>
                  <a:cubicBezTo>
                    <a:pt x="5231" y="6640"/>
                    <a:pt x="4443" y="6010"/>
                    <a:pt x="3561" y="6010"/>
                  </a:cubicBezTo>
                  <a:cubicBezTo>
                    <a:pt x="3183" y="6010"/>
                    <a:pt x="2868" y="6136"/>
                    <a:pt x="2553" y="6325"/>
                  </a:cubicBezTo>
                  <a:cubicBezTo>
                    <a:pt x="2773" y="5412"/>
                    <a:pt x="3372" y="4624"/>
                    <a:pt x="4254" y="4151"/>
                  </a:cubicBezTo>
                  <a:close/>
                  <a:moveTo>
                    <a:pt x="3561" y="6766"/>
                  </a:moveTo>
                  <a:cubicBezTo>
                    <a:pt x="4191" y="6766"/>
                    <a:pt x="4664" y="7270"/>
                    <a:pt x="4664" y="7869"/>
                  </a:cubicBezTo>
                  <a:cubicBezTo>
                    <a:pt x="4664" y="8436"/>
                    <a:pt x="4160" y="8972"/>
                    <a:pt x="3561" y="8972"/>
                  </a:cubicBezTo>
                  <a:cubicBezTo>
                    <a:pt x="2931" y="8972"/>
                    <a:pt x="2458" y="8436"/>
                    <a:pt x="2458" y="7869"/>
                  </a:cubicBezTo>
                  <a:cubicBezTo>
                    <a:pt x="2458" y="7270"/>
                    <a:pt x="2931" y="6766"/>
                    <a:pt x="3561" y="6766"/>
                  </a:cubicBezTo>
                  <a:close/>
                  <a:moveTo>
                    <a:pt x="8066" y="6766"/>
                  </a:moveTo>
                  <a:cubicBezTo>
                    <a:pt x="8696" y="6766"/>
                    <a:pt x="9169" y="7270"/>
                    <a:pt x="9169" y="7869"/>
                  </a:cubicBezTo>
                  <a:cubicBezTo>
                    <a:pt x="9169" y="8436"/>
                    <a:pt x="8665" y="8972"/>
                    <a:pt x="8066" y="8972"/>
                  </a:cubicBezTo>
                  <a:cubicBezTo>
                    <a:pt x="7436" y="8972"/>
                    <a:pt x="6964" y="8436"/>
                    <a:pt x="6964" y="7869"/>
                  </a:cubicBezTo>
                  <a:cubicBezTo>
                    <a:pt x="6964" y="7270"/>
                    <a:pt x="7436" y="6766"/>
                    <a:pt x="8066" y="6766"/>
                  </a:cubicBezTo>
                  <a:close/>
                  <a:moveTo>
                    <a:pt x="1734" y="7491"/>
                  </a:moveTo>
                  <a:lnTo>
                    <a:pt x="1734" y="9003"/>
                  </a:lnTo>
                  <a:cubicBezTo>
                    <a:pt x="1293" y="9003"/>
                    <a:pt x="978" y="8657"/>
                    <a:pt x="978" y="8247"/>
                  </a:cubicBezTo>
                  <a:cubicBezTo>
                    <a:pt x="978" y="7869"/>
                    <a:pt x="1324" y="7491"/>
                    <a:pt x="1734" y="7491"/>
                  </a:cubicBezTo>
                  <a:close/>
                  <a:moveTo>
                    <a:pt x="9925" y="7491"/>
                  </a:moveTo>
                  <a:cubicBezTo>
                    <a:pt x="10303" y="7491"/>
                    <a:pt x="10650" y="7806"/>
                    <a:pt x="10650" y="8247"/>
                  </a:cubicBezTo>
                  <a:cubicBezTo>
                    <a:pt x="10650" y="8657"/>
                    <a:pt x="10303" y="9003"/>
                    <a:pt x="9925" y="9003"/>
                  </a:cubicBezTo>
                  <a:lnTo>
                    <a:pt x="9925" y="7491"/>
                  </a:lnTo>
                  <a:close/>
                  <a:moveTo>
                    <a:pt x="6207" y="8215"/>
                  </a:moveTo>
                  <a:cubicBezTo>
                    <a:pt x="6365" y="9066"/>
                    <a:pt x="7153" y="9696"/>
                    <a:pt x="8035" y="9696"/>
                  </a:cubicBezTo>
                  <a:cubicBezTo>
                    <a:pt x="8476" y="9696"/>
                    <a:pt x="8822" y="9539"/>
                    <a:pt x="9137" y="9350"/>
                  </a:cubicBezTo>
                  <a:lnTo>
                    <a:pt x="9137" y="10137"/>
                  </a:lnTo>
                  <a:lnTo>
                    <a:pt x="9169" y="10137"/>
                  </a:lnTo>
                  <a:cubicBezTo>
                    <a:pt x="9169" y="11177"/>
                    <a:pt x="8350" y="11996"/>
                    <a:pt x="7310" y="11996"/>
                  </a:cubicBezTo>
                  <a:lnTo>
                    <a:pt x="4317" y="11996"/>
                  </a:lnTo>
                  <a:cubicBezTo>
                    <a:pt x="3309" y="11996"/>
                    <a:pt x="2458" y="11177"/>
                    <a:pt x="2458" y="10137"/>
                  </a:cubicBezTo>
                  <a:lnTo>
                    <a:pt x="2458" y="9350"/>
                  </a:lnTo>
                  <a:cubicBezTo>
                    <a:pt x="2773" y="9602"/>
                    <a:pt x="3183" y="9696"/>
                    <a:pt x="3561" y="9696"/>
                  </a:cubicBezTo>
                  <a:cubicBezTo>
                    <a:pt x="4475" y="9696"/>
                    <a:pt x="5231" y="9066"/>
                    <a:pt x="5388" y="8215"/>
                  </a:cubicBezTo>
                  <a:close/>
                  <a:moveTo>
                    <a:pt x="5794" y="1"/>
                  </a:moveTo>
                  <a:cubicBezTo>
                    <a:pt x="5310" y="1"/>
                    <a:pt x="4821" y="166"/>
                    <a:pt x="4412" y="497"/>
                  </a:cubicBezTo>
                  <a:cubicBezTo>
                    <a:pt x="4291" y="479"/>
                    <a:pt x="4172" y="470"/>
                    <a:pt x="4054" y="470"/>
                  </a:cubicBezTo>
                  <a:cubicBezTo>
                    <a:pt x="3154" y="470"/>
                    <a:pt x="2355" y="992"/>
                    <a:pt x="2049" y="1883"/>
                  </a:cubicBezTo>
                  <a:cubicBezTo>
                    <a:pt x="1104" y="2230"/>
                    <a:pt x="505" y="3238"/>
                    <a:pt x="663" y="4246"/>
                  </a:cubicBezTo>
                  <a:cubicBezTo>
                    <a:pt x="1" y="5033"/>
                    <a:pt x="1" y="6168"/>
                    <a:pt x="663" y="6987"/>
                  </a:cubicBezTo>
                  <a:cubicBezTo>
                    <a:pt x="663" y="7018"/>
                    <a:pt x="663" y="7113"/>
                    <a:pt x="631" y="7144"/>
                  </a:cubicBezTo>
                  <a:cubicBezTo>
                    <a:pt x="348" y="7428"/>
                    <a:pt x="159" y="7806"/>
                    <a:pt x="159" y="8215"/>
                  </a:cubicBezTo>
                  <a:cubicBezTo>
                    <a:pt x="159" y="9035"/>
                    <a:pt x="820" y="9696"/>
                    <a:pt x="1639" y="9696"/>
                  </a:cubicBezTo>
                  <a:lnTo>
                    <a:pt x="1639" y="10137"/>
                  </a:lnTo>
                  <a:cubicBezTo>
                    <a:pt x="1639" y="11586"/>
                    <a:pt x="2836" y="12752"/>
                    <a:pt x="4254" y="12752"/>
                  </a:cubicBezTo>
                  <a:lnTo>
                    <a:pt x="7247" y="12752"/>
                  </a:lnTo>
                  <a:cubicBezTo>
                    <a:pt x="8696" y="12752"/>
                    <a:pt x="9831" y="11555"/>
                    <a:pt x="9831" y="10137"/>
                  </a:cubicBezTo>
                  <a:lnTo>
                    <a:pt x="9831" y="9696"/>
                  </a:lnTo>
                  <a:cubicBezTo>
                    <a:pt x="10681" y="9696"/>
                    <a:pt x="11343" y="9035"/>
                    <a:pt x="11343" y="8215"/>
                  </a:cubicBezTo>
                  <a:cubicBezTo>
                    <a:pt x="11406" y="7806"/>
                    <a:pt x="11217" y="7428"/>
                    <a:pt x="10933" y="7144"/>
                  </a:cubicBezTo>
                  <a:cubicBezTo>
                    <a:pt x="10933" y="7113"/>
                    <a:pt x="10933" y="7018"/>
                    <a:pt x="10902" y="6987"/>
                  </a:cubicBezTo>
                  <a:cubicBezTo>
                    <a:pt x="11563" y="6199"/>
                    <a:pt x="11563" y="5065"/>
                    <a:pt x="10902" y="4246"/>
                  </a:cubicBezTo>
                  <a:cubicBezTo>
                    <a:pt x="11059" y="3206"/>
                    <a:pt x="10492" y="2230"/>
                    <a:pt x="9515" y="1883"/>
                  </a:cubicBezTo>
                  <a:cubicBezTo>
                    <a:pt x="9206" y="1039"/>
                    <a:pt x="8344" y="472"/>
                    <a:pt x="7468" y="472"/>
                  </a:cubicBezTo>
                  <a:cubicBezTo>
                    <a:pt x="7363" y="472"/>
                    <a:pt x="7257" y="480"/>
                    <a:pt x="7153" y="497"/>
                  </a:cubicBezTo>
                  <a:cubicBezTo>
                    <a:pt x="6759" y="166"/>
                    <a:pt x="6278" y="1"/>
                    <a:pt x="579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08" name="Google Shape;11408;p137"/>
          <p:cNvGrpSpPr/>
          <p:nvPr/>
        </p:nvGrpSpPr>
        <p:grpSpPr>
          <a:xfrm>
            <a:off x="7958434" y="1304461"/>
            <a:ext cx="361090" cy="359303"/>
            <a:chOff x="-55225575" y="1903275"/>
            <a:chExt cx="318225" cy="316650"/>
          </a:xfrm>
        </p:grpSpPr>
        <p:sp>
          <p:nvSpPr>
            <p:cNvPr id="11409" name="Google Shape;11409;p137"/>
            <p:cNvSpPr/>
            <p:nvPr/>
          </p:nvSpPr>
          <p:spPr>
            <a:xfrm>
              <a:off x="-55104275" y="2116925"/>
              <a:ext cx="72475" cy="29750"/>
            </a:xfrm>
            <a:custGeom>
              <a:rect b="b" l="l" r="r" t="t"/>
              <a:pathLst>
                <a:path extrusionOk="0" h="1190" w="2899">
                  <a:moveTo>
                    <a:pt x="398" y="1"/>
                  </a:moveTo>
                  <a:cubicBezTo>
                    <a:pt x="307" y="1"/>
                    <a:pt x="221" y="40"/>
                    <a:pt x="158" y="119"/>
                  </a:cubicBezTo>
                  <a:cubicBezTo>
                    <a:pt x="0" y="276"/>
                    <a:pt x="0" y="497"/>
                    <a:pt x="158" y="623"/>
                  </a:cubicBezTo>
                  <a:cubicBezTo>
                    <a:pt x="504" y="969"/>
                    <a:pt x="977" y="1190"/>
                    <a:pt x="1449" y="1190"/>
                  </a:cubicBezTo>
                  <a:cubicBezTo>
                    <a:pt x="1953" y="1190"/>
                    <a:pt x="2426" y="969"/>
                    <a:pt x="2741" y="623"/>
                  </a:cubicBezTo>
                  <a:cubicBezTo>
                    <a:pt x="2898" y="465"/>
                    <a:pt x="2898" y="245"/>
                    <a:pt x="2741" y="119"/>
                  </a:cubicBezTo>
                  <a:cubicBezTo>
                    <a:pt x="2694" y="56"/>
                    <a:pt x="2607" y="24"/>
                    <a:pt x="2513" y="24"/>
                  </a:cubicBezTo>
                  <a:cubicBezTo>
                    <a:pt x="2418" y="24"/>
                    <a:pt x="2316" y="56"/>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0" name="Google Shape;11410;p137"/>
            <p:cNvSpPr/>
            <p:nvPr/>
          </p:nvSpPr>
          <p:spPr>
            <a:xfrm>
              <a:off x="-55113750" y="2053725"/>
              <a:ext cx="17350" cy="18125"/>
            </a:xfrm>
            <a:custGeom>
              <a:rect b="b" l="l" r="r" t="t"/>
              <a:pathLst>
                <a:path extrusionOk="0" h="725" w="694">
                  <a:moveTo>
                    <a:pt x="348" y="0"/>
                  </a:moveTo>
                  <a:cubicBezTo>
                    <a:pt x="158" y="0"/>
                    <a:pt x="1" y="158"/>
                    <a:pt x="1" y="347"/>
                  </a:cubicBezTo>
                  <a:cubicBezTo>
                    <a:pt x="1" y="536"/>
                    <a:pt x="158" y="725"/>
                    <a:pt x="348" y="725"/>
                  </a:cubicBezTo>
                  <a:cubicBezTo>
                    <a:pt x="537" y="725"/>
                    <a:pt x="694" y="536"/>
                    <a:pt x="694" y="347"/>
                  </a:cubicBezTo>
                  <a:cubicBezTo>
                    <a:pt x="694" y="158"/>
                    <a:pt x="537" y="0"/>
                    <a:pt x="34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1" name="Google Shape;11411;p137"/>
            <p:cNvSpPr/>
            <p:nvPr/>
          </p:nvSpPr>
          <p:spPr>
            <a:xfrm>
              <a:off x="-55039700" y="2053725"/>
              <a:ext cx="18125" cy="18125"/>
            </a:xfrm>
            <a:custGeom>
              <a:rect b="b" l="l" r="r" t="t"/>
              <a:pathLst>
                <a:path extrusionOk="0" h="725" w="725">
                  <a:moveTo>
                    <a:pt x="378" y="0"/>
                  </a:moveTo>
                  <a:cubicBezTo>
                    <a:pt x="189" y="0"/>
                    <a:pt x="0" y="158"/>
                    <a:pt x="0" y="347"/>
                  </a:cubicBezTo>
                  <a:cubicBezTo>
                    <a:pt x="0" y="536"/>
                    <a:pt x="189" y="725"/>
                    <a:pt x="378" y="725"/>
                  </a:cubicBezTo>
                  <a:cubicBezTo>
                    <a:pt x="568" y="725"/>
                    <a:pt x="725" y="536"/>
                    <a:pt x="725" y="347"/>
                  </a:cubicBezTo>
                  <a:cubicBezTo>
                    <a:pt x="725" y="158"/>
                    <a:pt x="568" y="0"/>
                    <a:pt x="37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2" name="Google Shape;11412;p137"/>
            <p:cNvSpPr/>
            <p:nvPr/>
          </p:nvSpPr>
          <p:spPr>
            <a:xfrm>
              <a:off x="-55225575" y="1903275"/>
              <a:ext cx="318225" cy="316650"/>
            </a:xfrm>
            <a:custGeom>
              <a:rect b="b" l="l" r="r" t="t"/>
              <a:pathLst>
                <a:path extrusionOk="0" h="12666" w="12729">
                  <a:moveTo>
                    <a:pt x="6333" y="757"/>
                  </a:moveTo>
                  <a:cubicBezTo>
                    <a:pt x="8790" y="757"/>
                    <a:pt x="10932" y="2679"/>
                    <a:pt x="11185" y="5105"/>
                  </a:cubicBezTo>
                  <a:cubicBezTo>
                    <a:pt x="11185" y="5231"/>
                    <a:pt x="11279" y="5357"/>
                    <a:pt x="11374" y="5388"/>
                  </a:cubicBezTo>
                  <a:cubicBezTo>
                    <a:pt x="11752" y="5577"/>
                    <a:pt x="11972" y="5987"/>
                    <a:pt x="11972" y="6365"/>
                  </a:cubicBezTo>
                  <a:cubicBezTo>
                    <a:pt x="11972" y="6680"/>
                    <a:pt x="11815" y="7058"/>
                    <a:pt x="11594" y="7247"/>
                  </a:cubicBezTo>
                  <a:cubicBezTo>
                    <a:pt x="11342" y="7373"/>
                    <a:pt x="11342" y="7625"/>
                    <a:pt x="11531" y="7783"/>
                  </a:cubicBezTo>
                  <a:cubicBezTo>
                    <a:pt x="11783" y="8035"/>
                    <a:pt x="11941" y="8318"/>
                    <a:pt x="11941" y="8633"/>
                  </a:cubicBezTo>
                  <a:cubicBezTo>
                    <a:pt x="11941" y="8948"/>
                    <a:pt x="11815" y="9263"/>
                    <a:pt x="11531" y="9452"/>
                  </a:cubicBezTo>
                  <a:cubicBezTo>
                    <a:pt x="11374" y="9610"/>
                    <a:pt x="11374" y="9830"/>
                    <a:pt x="11531" y="9988"/>
                  </a:cubicBezTo>
                  <a:cubicBezTo>
                    <a:pt x="11783" y="10240"/>
                    <a:pt x="11941" y="10524"/>
                    <a:pt x="11941" y="10839"/>
                  </a:cubicBezTo>
                  <a:cubicBezTo>
                    <a:pt x="11941" y="11437"/>
                    <a:pt x="11437" y="11941"/>
                    <a:pt x="10838" y="11941"/>
                  </a:cubicBezTo>
                  <a:lnTo>
                    <a:pt x="1828" y="11941"/>
                  </a:lnTo>
                  <a:cubicBezTo>
                    <a:pt x="1197" y="11941"/>
                    <a:pt x="725" y="11406"/>
                    <a:pt x="725" y="10839"/>
                  </a:cubicBezTo>
                  <a:cubicBezTo>
                    <a:pt x="725" y="10492"/>
                    <a:pt x="819" y="10208"/>
                    <a:pt x="1103" y="9988"/>
                  </a:cubicBezTo>
                  <a:cubicBezTo>
                    <a:pt x="1260" y="9830"/>
                    <a:pt x="1260" y="9610"/>
                    <a:pt x="1103" y="9452"/>
                  </a:cubicBezTo>
                  <a:cubicBezTo>
                    <a:pt x="882" y="9200"/>
                    <a:pt x="725" y="8917"/>
                    <a:pt x="725" y="8633"/>
                  </a:cubicBezTo>
                  <a:cubicBezTo>
                    <a:pt x="725" y="8318"/>
                    <a:pt x="819" y="8003"/>
                    <a:pt x="1103" y="7783"/>
                  </a:cubicBezTo>
                  <a:cubicBezTo>
                    <a:pt x="1260" y="7625"/>
                    <a:pt x="1260" y="7405"/>
                    <a:pt x="1103" y="7247"/>
                  </a:cubicBezTo>
                  <a:cubicBezTo>
                    <a:pt x="882" y="7058"/>
                    <a:pt x="725" y="6680"/>
                    <a:pt x="725" y="6365"/>
                  </a:cubicBezTo>
                  <a:cubicBezTo>
                    <a:pt x="725" y="5987"/>
                    <a:pt x="945" y="5577"/>
                    <a:pt x="1292" y="5388"/>
                  </a:cubicBezTo>
                  <a:cubicBezTo>
                    <a:pt x="1418" y="5357"/>
                    <a:pt x="1512" y="5231"/>
                    <a:pt x="1512" y="5105"/>
                  </a:cubicBezTo>
                  <a:cubicBezTo>
                    <a:pt x="1765" y="2679"/>
                    <a:pt x="3907" y="757"/>
                    <a:pt x="6333" y="757"/>
                  </a:cubicBezTo>
                  <a:close/>
                  <a:moveTo>
                    <a:pt x="6333" y="1"/>
                  </a:moveTo>
                  <a:cubicBezTo>
                    <a:pt x="3497" y="1"/>
                    <a:pt x="1134" y="2112"/>
                    <a:pt x="788" y="4853"/>
                  </a:cubicBezTo>
                  <a:cubicBezTo>
                    <a:pt x="284" y="5199"/>
                    <a:pt x="0" y="5735"/>
                    <a:pt x="0" y="6365"/>
                  </a:cubicBezTo>
                  <a:cubicBezTo>
                    <a:pt x="0" y="6774"/>
                    <a:pt x="158" y="7216"/>
                    <a:pt x="410" y="7531"/>
                  </a:cubicBezTo>
                  <a:cubicBezTo>
                    <a:pt x="158" y="7846"/>
                    <a:pt x="0" y="8224"/>
                    <a:pt x="0" y="8633"/>
                  </a:cubicBezTo>
                  <a:cubicBezTo>
                    <a:pt x="0" y="9011"/>
                    <a:pt x="126" y="9421"/>
                    <a:pt x="410" y="9736"/>
                  </a:cubicBezTo>
                  <a:cubicBezTo>
                    <a:pt x="158" y="10051"/>
                    <a:pt x="0" y="10429"/>
                    <a:pt x="0" y="10839"/>
                  </a:cubicBezTo>
                  <a:cubicBezTo>
                    <a:pt x="0" y="11847"/>
                    <a:pt x="819" y="12666"/>
                    <a:pt x="1859" y="12666"/>
                  </a:cubicBezTo>
                  <a:lnTo>
                    <a:pt x="10869" y="12666"/>
                  </a:lnTo>
                  <a:cubicBezTo>
                    <a:pt x="11909" y="12666"/>
                    <a:pt x="12728" y="11847"/>
                    <a:pt x="12728" y="10839"/>
                  </a:cubicBezTo>
                  <a:cubicBezTo>
                    <a:pt x="12728" y="10429"/>
                    <a:pt x="12602" y="10051"/>
                    <a:pt x="12319" y="9736"/>
                  </a:cubicBezTo>
                  <a:cubicBezTo>
                    <a:pt x="12571" y="9421"/>
                    <a:pt x="12728" y="9011"/>
                    <a:pt x="12728" y="8633"/>
                  </a:cubicBezTo>
                  <a:cubicBezTo>
                    <a:pt x="12634" y="8224"/>
                    <a:pt x="12539" y="7846"/>
                    <a:pt x="12287" y="7531"/>
                  </a:cubicBezTo>
                  <a:cubicBezTo>
                    <a:pt x="12539" y="7216"/>
                    <a:pt x="12697" y="6774"/>
                    <a:pt x="12697" y="6365"/>
                  </a:cubicBezTo>
                  <a:cubicBezTo>
                    <a:pt x="12697" y="5798"/>
                    <a:pt x="12382" y="5199"/>
                    <a:pt x="11909" y="4853"/>
                  </a:cubicBezTo>
                  <a:cubicBezTo>
                    <a:pt x="11500" y="2112"/>
                    <a:pt x="9137" y="1"/>
                    <a:pt x="633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3" name="Google Shape;11413;p137"/>
            <p:cNvSpPr/>
            <p:nvPr/>
          </p:nvSpPr>
          <p:spPr>
            <a:xfrm>
              <a:off x="-55170450" y="1959200"/>
              <a:ext cx="204800" cy="225300"/>
            </a:xfrm>
            <a:custGeom>
              <a:rect b="b" l="l" r="r" t="t"/>
              <a:pathLst>
                <a:path extrusionOk="0" h="9012" w="8192">
                  <a:moveTo>
                    <a:pt x="4128" y="1450"/>
                  </a:moveTo>
                  <a:cubicBezTo>
                    <a:pt x="4411" y="2017"/>
                    <a:pt x="4821" y="2490"/>
                    <a:pt x="5293" y="2836"/>
                  </a:cubicBezTo>
                  <a:cubicBezTo>
                    <a:pt x="5924" y="3340"/>
                    <a:pt x="6711" y="3624"/>
                    <a:pt x="7499" y="3687"/>
                  </a:cubicBezTo>
                  <a:cubicBezTo>
                    <a:pt x="7499" y="3813"/>
                    <a:pt x="7530" y="3970"/>
                    <a:pt x="7530" y="4096"/>
                  </a:cubicBezTo>
                  <a:lnTo>
                    <a:pt x="7530" y="5640"/>
                  </a:lnTo>
                  <a:lnTo>
                    <a:pt x="7436" y="5640"/>
                  </a:lnTo>
                  <a:cubicBezTo>
                    <a:pt x="7436" y="7089"/>
                    <a:pt x="6270" y="8224"/>
                    <a:pt x="4852" y="8224"/>
                  </a:cubicBezTo>
                  <a:lnTo>
                    <a:pt x="3340" y="8224"/>
                  </a:lnTo>
                  <a:cubicBezTo>
                    <a:pt x="1891" y="8224"/>
                    <a:pt x="757" y="7058"/>
                    <a:pt x="757" y="5640"/>
                  </a:cubicBezTo>
                  <a:lnTo>
                    <a:pt x="757" y="4096"/>
                  </a:lnTo>
                  <a:cubicBezTo>
                    <a:pt x="757" y="3970"/>
                    <a:pt x="757" y="3813"/>
                    <a:pt x="788" y="3687"/>
                  </a:cubicBezTo>
                  <a:cubicBezTo>
                    <a:pt x="1576" y="3624"/>
                    <a:pt x="2363" y="3340"/>
                    <a:pt x="2994" y="2836"/>
                  </a:cubicBezTo>
                  <a:cubicBezTo>
                    <a:pt x="3466" y="2427"/>
                    <a:pt x="3876" y="1954"/>
                    <a:pt x="4128" y="1450"/>
                  </a:cubicBezTo>
                  <a:close/>
                  <a:moveTo>
                    <a:pt x="4096" y="1"/>
                  </a:moveTo>
                  <a:cubicBezTo>
                    <a:pt x="3939" y="1"/>
                    <a:pt x="3781" y="127"/>
                    <a:pt x="3750" y="284"/>
                  </a:cubicBezTo>
                  <a:lnTo>
                    <a:pt x="3718" y="442"/>
                  </a:lnTo>
                  <a:cubicBezTo>
                    <a:pt x="3309" y="1923"/>
                    <a:pt x="1985" y="2994"/>
                    <a:pt x="442" y="2994"/>
                  </a:cubicBezTo>
                  <a:cubicBezTo>
                    <a:pt x="253" y="2994"/>
                    <a:pt x="127" y="3120"/>
                    <a:pt x="95" y="3309"/>
                  </a:cubicBezTo>
                  <a:cubicBezTo>
                    <a:pt x="32" y="3592"/>
                    <a:pt x="1" y="3876"/>
                    <a:pt x="1" y="4128"/>
                  </a:cubicBezTo>
                  <a:lnTo>
                    <a:pt x="1" y="5672"/>
                  </a:lnTo>
                  <a:cubicBezTo>
                    <a:pt x="1" y="7530"/>
                    <a:pt x="1513" y="9011"/>
                    <a:pt x="3340" y="9011"/>
                  </a:cubicBezTo>
                  <a:lnTo>
                    <a:pt x="4852" y="9011"/>
                  </a:lnTo>
                  <a:cubicBezTo>
                    <a:pt x="6711" y="9011"/>
                    <a:pt x="8192" y="7530"/>
                    <a:pt x="8192" y="5672"/>
                  </a:cubicBezTo>
                  <a:lnTo>
                    <a:pt x="8192" y="4128"/>
                  </a:lnTo>
                  <a:cubicBezTo>
                    <a:pt x="8192" y="3844"/>
                    <a:pt x="8160" y="3592"/>
                    <a:pt x="8129" y="3309"/>
                  </a:cubicBezTo>
                  <a:cubicBezTo>
                    <a:pt x="8066" y="3120"/>
                    <a:pt x="7908" y="2994"/>
                    <a:pt x="7751" y="2994"/>
                  </a:cubicBezTo>
                  <a:cubicBezTo>
                    <a:pt x="6239" y="2994"/>
                    <a:pt x="4884" y="1923"/>
                    <a:pt x="4506" y="442"/>
                  </a:cubicBezTo>
                  <a:lnTo>
                    <a:pt x="4443" y="284"/>
                  </a:lnTo>
                  <a:cubicBezTo>
                    <a:pt x="4411" y="127"/>
                    <a:pt x="4254" y="1"/>
                    <a:pt x="409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14" name="Google Shape;11414;p137"/>
          <p:cNvGrpSpPr/>
          <p:nvPr/>
        </p:nvGrpSpPr>
        <p:grpSpPr>
          <a:xfrm>
            <a:off x="7969611" y="1780418"/>
            <a:ext cx="338736" cy="359303"/>
            <a:chOff x="-55217700" y="2296300"/>
            <a:chExt cx="298525" cy="316650"/>
          </a:xfrm>
        </p:grpSpPr>
        <p:sp>
          <p:nvSpPr>
            <p:cNvPr id="11415" name="Google Shape;11415;p137"/>
            <p:cNvSpPr/>
            <p:nvPr/>
          </p:nvSpPr>
          <p:spPr>
            <a:xfrm>
              <a:off x="-55105075" y="2426275"/>
              <a:ext cx="17350" cy="17350"/>
            </a:xfrm>
            <a:custGeom>
              <a:rect b="b" l="l" r="r" t="t"/>
              <a:pathLst>
                <a:path extrusionOk="0" h="694" w="694">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6" name="Google Shape;11416;p137"/>
            <p:cNvSpPr/>
            <p:nvPr/>
          </p:nvSpPr>
          <p:spPr>
            <a:xfrm>
              <a:off x="-55030250" y="2426275"/>
              <a:ext cx="17350" cy="17350"/>
            </a:xfrm>
            <a:custGeom>
              <a:rect b="b" l="l" r="r" t="t"/>
              <a:pathLst>
                <a:path extrusionOk="0" h="694" w="694">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7" name="Google Shape;11417;p137"/>
            <p:cNvSpPr/>
            <p:nvPr/>
          </p:nvSpPr>
          <p:spPr>
            <a:xfrm>
              <a:off x="-55095625" y="2488675"/>
              <a:ext cx="73275" cy="29775"/>
            </a:xfrm>
            <a:custGeom>
              <a:rect b="b" l="l" r="r" t="t"/>
              <a:pathLst>
                <a:path extrusionOk="0" h="1191" w="2931">
                  <a:moveTo>
                    <a:pt x="398" y="1"/>
                  </a:moveTo>
                  <a:cubicBezTo>
                    <a:pt x="308" y="1"/>
                    <a:pt x="221" y="40"/>
                    <a:pt x="158" y="119"/>
                  </a:cubicBezTo>
                  <a:cubicBezTo>
                    <a:pt x="1" y="277"/>
                    <a:pt x="1" y="529"/>
                    <a:pt x="158" y="655"/>
                  </a:cubicBezTo>
                  <a:cubicBezTo>
                    <a:pt x="505" y="1001"/>
                    <a:pt x="977" y="1190"/>
                    <a:pt x="1450" y="1190"/>
                  </a:cubicBezTo>
                  <a:cubicBezTo>
                    <a:pt x="1985" y="1190"/>
                    <a:pt x="2458" y="1001"/>
                    <a:pt x="2773" y="655"/>
                  </a:cubicBezTo>
                  <a:cubicBezTo>
                    <a:pt x="2931" y="497"/>
                    <a:pt x="2931" y="245"/>
                    <a:pt x="2773" y="119"/>
                  </a:cubicBezTo>
                  <a:cubicBezTo>
                    <a:pt x="2685" y="66"/>
                    <a:pt x="2577" y="23"/>
                    <a:pt x="2471" y="23"/>
                  </a:cubicBezTo>
                  <a:cubicBezTo>
                    <a:pt x="2388" y="23"/>
                    <a:pt x="2307" y="50"/>
                    <a:pt x="2237" y="119"/>
                  </a:cubicBezTo>
                  <a:cubicBezTo>
                    <a:pt x="2048" y="340"/>
                    <a:pt x="1733" y="434"/>
                    <a:pt x="1450" y="434"/>
                  </a:cubicBezTo>
                  <a:cubicBezTo>
                    <a:pt x="1135" y="434"/>
                    <a:pt x="883" y="340"/>
                    <a:pt x="662" y="119"/>
                  </a:cubicBezTo>
                  <a:cubicBezTo>
                    <a:pt x="583" y="40"/>
                    <a:pt x="489" y="1"/>
                    <a:pt x="39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8" name="Google Shape;11418;p137"/>
            <p:cNvSpPr/>
            <p:nvPr/>
          </p:nvSpPr>
          <p:spPr>
            <a:xfrm>
              <a:off x="-55217700" y="2296300"/>
              <a:ext cx="298525" cy="316650"/>
            </a:xfrm>
            <a:custGeom>
              <a:rect b="b" l="l" r="r" t="t"/>
              <a:pathLst>
                <a:path extrusionOk="0" h="12666" w="11941">
                  <a:moveTo>
                    <a:pt x="8601" y="694"/>
                  </a:moveTo>
                  <a:cubicBezTo>
                    <a:pt x="9105" y="694"/>
                    <a:pt x="9578" y="1040"/>
                    <a:pt x="9704" y="1545"/>
                  </a:cubicBezTo>
                  <a:lnTo>
                    <a:pt x="2993" y="3561"/>
                  </a:lnTo>
                  <a:lnTo>
                    <a:pt x="2993" y="1797"/>
                  </a:lnTo>
                  <a:cubicBezTo>
                    <a:pt x="2993" y="1167"/>
                    <a:pt x="3497" y="694"/>
                    <a:pt x="4096" y="694"/>
                  </a:cubicBezTo>
                  <a:close/>
                  <a:moveTo>
                    <a:pt x="9735" y="2301"/>
                  </a:moveTo>
                  <a:lnTo>
                    <a:pt x="9735" y="3687"/>
                  </a:lnTo>
                  <a:lnTo>
                    <a:pt x="5199" y="3687"/>
                  </a:lnTo>
                  <a:lnTo>
                    <a:pt x="9735" y="2301"/>
                  </a:lnTo>
                  <a:close/>
                  <a:moveTo>
                    <a:pt x="10428" y="4380"/>
                  </a:moveTo>
                  <a:cubicBezTo>
                    <a:pt x="10838" y="4380"/>
                    <a:pt x="11185" y="4727"/>
                    <a:pt x="11185" y="5136"/>
                  </a:cubicBezTo>
                  <a:cubicBezTo>
                    <a:pt x="11185" y="5577"/>
                    <a:pt x="10870" y="5892"/>
                    <a:pt x="10428" y="5892"/>
                  </a:cubicBezTo>
                  <a:lnTo>
                    <a:pt x="10428" y="4380"/>
                  </a:lnTo>
                  <a:close/>
                  <a:moveTo>
                    <a:pt x="9767" y="4443"/>
                  </a:moveTo>
                  <a:cubicBezTo>
                    <a:pt x="9735" y="4664"/>
                    <a:pt x="9735" y="6774"/>
                    <a:pt x="9735" y="7026"/>
                  </a:cubicBezTo>
                  <a:cubicBezTo>
                    <a:pt x="9735" y="8885"/>
                    <a:pt x="8223" y="10397"/>
                    <a:pt x="6396" y="10397"/>
                  </a:cubicBezTo>
                  <a:cubicBezTo>
                    <a:pt x="4537" y="10397"/>
                    <a:pt x="3025" y="8885"/>
                    <a:pt x="3025" y="7026"/>
                  </a:cubicBezTo>
                  <a:lnTo>
                    <a:pt x="3025" y="4443"/>
                  </a:lnTo>
                  <a:close/>
                  <a:moveTo>
                    <a:pt x="2237" y="3309"/>
                  </a:moveTo>
                  <a:lnTo>
                    <a:pt x="2237" y="6995"/>
                  </a:lnTo>
                  <a:lnTo>
                    <a:pt x="2237" y="11910"/>
                  </a:lnTo>
                  <a:lnTo>
                    <a:pt x="756" y="11910"/>
                  </a:lnTo>
                  <a:lnTo>
                    <a:pt x="756" y="6711"/>
                  </a:lnTo>
                  <a:cubicBezTo>
                    <a:pt x="756" y="5420"/>
                    <a:pt x="1292" y="4159"/>
                    <a:pt x="2237" y="3309"/>
                  </a:cubicBezTo>
                  <a:close/>
                  <a:moveTo>
                    <a:pt x="4096" y="1"/>
                  </a:moveTo>
                  <a:cubicBezTo>
                    <a:pt x="3088" y="1"/>
                    <a:pt x="2269" y="820"/>
                    <a:pt x="2269" y="1828"/>
                  </a:cubicBezTo>
                  <a:lnTo>
                    <a:pt x="2269" y="2395"/>
                  </a:lnTo>
                  <a:cubicBezTo>
                    <a:pt x="819" y="3403"/>
                    <a:pt x="0" y="5042"/>
                    <a:pt x="0" y="6774"/>
                  </a:cubicBezTo>
                  <a:lnTo>
                    <a:pt x="0" y="12319"/>
                  </a:lnTo>
                  <a:cubicBezTo>
                    <a:pt x="0" y="12508"/>
                    <a:pt x="158" y="12666"/>
                    <a:pt x="378" y="12666"/>
                  </a:cubicBezTo>
                  <a:lnTo>
                    <a:pt x="2615" y="12666"/>
                  </a:lnTo>
                  <a:cubicBezTo>
                    <a:pt x="2804" y="12666"/>
                    <a:pt x="2962" y="12508"/>
                    <a:pt x="2962" y="12319"/>
                  </a:cubicBezTo>
                  <a:lnTo>
                    <a:pt x="2962" y="9389"/>
                  </a:lnTo>
                  <a:cubicBezTo>
                    <a:pt x="3718" y="10460"/>
                    <a:pt x="4915" y="11122"/>
                    <a:pt x="6301" y="11122"/>
                  </a:cubicBezTo>
                  <a:cubicBezTo>
                    <a:pt x="8538" y="11122"/>
                    <a:pt x="10397" y="9295"/>
                    <a:pt x="10397" y="7026"/>
                  </a:cubicBezTo>
                  <a:lnTo>
                    <a:pt x="10397" y="6680"/>
                  </a:lnTo>
                  <a:cubicBezTo>
                    <a:pt x="11216" y="6680"/>
                    <a:pt x="11909" y="6018"/>
                    <a:pt x="11909" y="5168"/>
                  </a:cubicBezTo>
                  <a:cubicBezTo>
                    <a:pt x="11941" y="4348"/>
                    <a:pt x="11279" y="3687"/>
                    <a:pt x="10428" y="3687"/>
                  </a:cubicBezTo>
                  <a:lnTo>
                    <a:pt x="10428" y="1828"/>
                  </a:lnTo>
                  <a:cubicBezTo>
                    <a:pt x="10428" y="820"/>
                    <a:pt x="9609" y="1"/>
                    <a:pt x="860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19" name="Google Shape;11419;p137"/>
          <p:cNvGrpSpPr/>
          <p:nvPr/>
        </p:nvGrpSpPr>
        <p:grpSpPr>
          <a:xfrm>
            <a:off x="7957541" y="2233002"/>
            <a:ext cx="362877" cy="359303"/>
            <a:chOff x="-55229525" y="2688550"/>
            <a:chExt cx="319800" cy="316650"/>
          </a:xfrm>
        </p:grpSpPr>
        <p:sp>
          <p:nvSpPr>
            <p:cNvPr id="11420" name="Google Shape;11420;p137"/>
            <p:cNvSpPr/>
            <p:nvPr/>
          </p:nvSpPr>
          <p:spPr>
            <a:xfrm>
              <a:off x="-55104275" y="2919525"/>
              <a:ext cx="72475" cy="28950"/>
            </a:xfrm>
            <a:custGeom>
              <a:rect b="b" l="l" r="r" t="t"/>
              <a:pathLst>
                <a:path extrusionOk="0" h="1158" w="2899">
                  <a:moveTo>
                    <a:pt x="398" y="0"/>
                  </a:moveTo>
                  <a:cubicBezTo>
                    <a:pt x="307" y="0"/>
                    <a:pt x="221" y="39"/>
                    <a:pt x="158" y="118"/>
                  </a:cubicBezTo>
                  <a:cubicBezTo>
                    <a:pt x="0" y="276"/>
                    <a:pt x="0" y="496"/>
                    <a:pt x="158" y="622"/>
                  </a:cubicBezTo>
                  <a:cubicBezTo>
                    <a:pt x="504" y="969"/>
                    <a:pt x="977" y="1158"/>
                    <a:pt x="1449" y="1158"/>
                  </a:cubicBezTo>
                  <a:cubicBezTo>
                    <a:pt x="1953" y="1158"/>
                    <a:pt x="2426" y="969"/>
                    <a:pt x="2741" y="622"/>
                  </a:cubicBezTo>
                  <a:cubicBezTo>
                    <a:pt x="2898" y="465"/>
                    <a:pt x="2898" y="213"/>
                    <a:pt x="2741" y="118"/>
                  </a:cubicBezTo>
                  <a:cubicBezTo>
                    <a:pt x="2694" y="39"/>
                    <a:pt x="2607" y="0"/>
                    <a:pt x="2513" y="0"/>
                  </a:cubicBezTo>
                  <a:cubicBezTo>
                    <a:pt x="2418" y="0"/>
                    <a:pt x="2316" y="39"/>
                    <a:pt x="2237" y="118"/>
                  </a:cubicBezTo>
                  <a:cubicBezTo>
                    <a:pt x="2048" y="307"/>
                    <a:pt x="1733" y="433"/>
                    <a:pt x="1449" y="433"/>
                  </a:cubicBezTo>
                  <a:cubicBezTo>
                    <a:pt x="1134" y="433"/>
                    <a:pt x="851" y="307"/>
                    <a:pt x="662" y="118"/>
                  </a:cubicBezTo>
                  <a:cubicBezTo>
                    <a:pt x="583" y="39"/>
                    <a:pt x="488" y="0"/>
                    <a:pt x="3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1" name="Google Shape;11421;p137"/>
            <p:cNvSpPr/>
            <p:nvPr/>
          </p:nvSpPr>
          <p:spPr>
            <a:xfrm>
              <a:off x="-55039700" y="2856300"/>
              <a:ext cx="18125" cy="17350"/>
            </a:xfrm>
            <a:custGeom>
              <a:rect b="b" l="l" r="r" t="t"/>
              <a:pathLst>
                <a:path extrusionOk="0" h="694" w="725">
                  <a:moveTo>
                    <a:pt x="378" y="1"/>
                  </a:moveTo>
                  <a:cubicBezTo>
                    <a:pt x="189" y="1"/>
                    <a:pt x="0" y="158"/>
                    <a:pt x="0" y="347"/>
                  </a:cubicBezTo>
                  <a:cubicBezTo>
                    <a:pt x="0" y="536"/>
                    <a:pt x="189" y="694"/>
                    <a:pt x="378" y="694"/>
                  </a:cubicBezTo>
                  <a:cubicBezTo>
                    <a:pt x="568" y="694"/>
                    <a:pt x="725" y="536"/>
                    <a:pt x="725" y="347"/>
                  </a:cubicBezTo>
                  <a:cubicBezTo>
                    <a:pt x="725" y="158"/>
                    <a:pt x="568"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2" name="Google Shape;11422;p137"/>
            <p:cNvSpPr/>
            <p:nvPr/>
          </p:nvSpPr>
          <p:spPr>
            <a:xfrm>
              <a:off x="-55113750" y="2856300"/>
              <a:ext cx="17350" cy="17350"/>
            </a:xfrm>
            <a:custGeom>
              <a:rect b="b" l="l" r="r" t="t"/>
              <a:pathLst>
                <a:path extrusionOk="0" h="694" w="694">
                  <a:moveTo>
                    <a:pt x="348" y="1"/>
                  </a:moveTo>
                  <a:cubicBezTo>
                    <a:pt x="158" y="1"/>
                    <a:pt x="1" y="158"/>
                    <a:pt x="1" y="347"/>
                  </a:cubicBezTo>
                  <a:cubicBezTo>
                    <a:pt x="1" y="536"/>
                    <a:pt x="158" y="694"/>
                    <a:pt x="348" y="694"/>
                  </a:cubicBezTo>
                  <a:cubicBezTo>
                    <a:pt x="537" y="694"/>
                    <a:pt x="694" y="536"/>
                    <a:pt x="694" y="347"/>
                  </a:cubicBezTo>
                  <a:cubicBezTo>
                    <a:pt x="694" y="158"/>
                    <a:pt x="537" y="1"/>
                    <a:pt x="3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3" name="Google Shape;11423;p137"/>
            <p:cNvSpPr/>
            <p:nvPr/>
          </p:nvSpPr>
          <p:spPr>
            <a:xfrm>
              <a:off x="-55229525" y="2688550"/>
              <a:ext cx="319800" cy="316650"/>
            </a:xfrm>
            <a:custGeom>
              <a:rect b="b" l="l" r="r" t="t"/>
              <a:pathLst>
                <a:path extrusionOk="0" h="12666" w="12792">
                  <a:moveTo>
                    <a:pt x="6648" y="693"/>
                  </a:moveTo>
                  <a:cubicBezTo>
                    <a:pt x="6806" y="693"/>
                    <a:pt x="6963" y="788"/>
                    <a:pt x="7026" y="914"/>
                  </a:cubicBezTo>
                  <a:cubicBezTo>
                    <a:pt x="7089" y="1197"/>
                    <a:pt x="7184" y="1386"/>
                    <a:pt x="7247" y="1670"/>
                  </a:cubicBezTo>
                  <a:cubicBezTo>
                    <a:pt x="7341" y="1891"/>
                    <a:pt x="7121" y="2143"/>
                    <a:pt x="6900" y="2143"/>
                  </a:cubicBezTo>
                  <a:lnTo>
                    <a:pt x="5987" y="2143"/>
                  </a:lnTo>
                  <a:cubicBezTo>
                    <a:pt x="5766" y="2143"/>
                    <a:pt x="5546" y="1891"/>
                    <a:pt x="5640" y="1670"/>
                  </a:cubicBezTo>
                  <a:cubicBezTo>
                    <a:pt x="5703" y="1418"/>
                    <a:pt x="5798" y="1197"/>
                    <a:pt x="5892" y="914"/>
                  </a:cubicBezTo>
                  <a:cubicBezTo>
                    <a:pt x="5955" y="756"/>
                    <a:pt x="6081" y="693"/>
                    <a:pt x="6239" y="693"/>
                  </a:cubicBezTo>
                  <a:close/>
                  <a:moveTo>
                    <a:pt x="7845" y="2332"/>
                  </a:moveTo>
                  <a:cubicBezTo>
                    <a:pt x="10271" y="2962"/>
                    <a:pt x="12004" y="5199"/>
                    <a:pt x="12004" y="7813"/>
                  </a:cubicBezTo>
                  <a:cubicBezTo>
                    <a:pt x="12067" y="8444"/>
                    <a:pt x="11595" y="8916"/>
                    <a:pt x="10964" y="8916"/>
                  </a:cubicBezTo>
                  <a:lnTo>
                    <a:pt x="10523" y="8916"/>
                  </a:lnTo>
                  <a:lnTo>
                    <a:pt x="10523" y="8570"/>
                  </a:lnTo>
                  <a:lnTo>
                    <a:pt x="10523" y="7057"/>
                  </a:lnTo>
                  <a:cubicBezTo>
                    <a:pt x="10523" y="5608"/>
                    <a:pt x="9326" y="4474"/>
                    <a:pt x="7908" y="4474"/>
                  </a:cubicBezTo>
                  <a:lnTo>
                    <a:pt x="4915" y="4474"/>
                  </a:lnTo>
                  <a:cubicBezTo>
                    <a:pt x="3466" y="4474"/>
                    <a:pt x="2332" y="5640"/>
                    <a:pt x="2332" y="7057"/>
                  </a:cubicBezTo>
                  <a:lnTo>
                    <a:pt x="2332" y="8570"/>
                  </a:lnTo>
                  <a:lnTo>
                    <a:pt x="2332" y="8916"/>
                  </a:lnTo>
                  <a:lnTo>
                    <a:pt x="1891" y="8916"/>
                  </a:lnTo>
                  <a:cubicBezTo>
                    <a:pt x="1261" y="8916"/>
                    <a:pt x="788" y="8412"/>
                    <a:pt x="788" y="7813"/>
                  </a:cubicBezTo>
                  <a:cubicBezTo>
                    <a:pt x="788" y="5262"/>
                    <a:pt x="2521" y="2993"/>
                    <a:pt x="4979" y="2332"/>
                  </a:cubicBezTo>
                  <a:cubicBezTo>
                    <a:pt x="5168" y="2678"/>
                    <a:pt x="5514" y="2899"/>
                    <a:pt x="5955" y="2899"/>
                  </a:cubicBezTo>
                  <a:lnTo>
                    <a:pt x="6869" y="2899"/>
                  </a:lnTo>
                  <a:cubicBezTo>
                    <a:pt x="7247" y="2899"/>
                    <a:pt x="7593" y="2678"/>
                    <a:pt x="7845" y="2332"/>
                  </a:cubicBezTo>
                  <a:close/>
                  <a:moveTo>
                    <a:pt x="7971" y="5199"/>
                  </a:moveTo>
                  <a:cubicBezTo>
                    <a:pt x="8980" y="5199"/>
                    <a:pt x="9799" y="6049"/>
                    <a:pt x="9799" y="7057"/>
                  </a:cubicBezTo>
                  <a:lnTo>
                    <a:pt x="9799" y="8570"/>
                  </a:lnTo>
                  <a:cubicBezTo>
                    <a:pt x="9799" y="10397"/>
                    <a:pt x="8318" y="11909"/>
                    <a:pt x="6459" y="11909"/>
                  </a:cubicBezTo>
                  <a:cubicBezTo>
                    <a:pt x="4600" y="11909"/>
                    <a:pt x="3120" y="10397"/>
                    <a:pt x="3120" y="8570"/>
                  </a:cubicBezTo>
                  <a:lnTo>
                    <a:pt x="3120" y="7057"/>
                  </a:lnTo>
                  <a:cubicBezTo>
                    <a:pt x="3120" y="6049"/>
                    <a:pt x="3939" y="5199"/>
                    <a:pt x="4979" y="5199"/>
                  </a:cubicBezTo>
                  <a:close/>
                  <a:moveTo>
                    <a:pt x="6176" y="0"/>
                  </a:moveTo>
                  <a:cubicBezTo>
                    <a:pt x="5703" y="0"/>
                    <a:pt x="5294" y="315"/>
                    <a:pt x="5136" y="756"/>
                  </a:cubicBezTo>
                  <a:lnTo>
                    <a:pt x="3403" y="756"/>
                  </a:lnTo>
                  <a:cubicBezTo>
                    <a:pt x="3183" y="756"/>
                    <a:pt x="3025" y="914"/>
                    <a:pt x="3025" y="1103"/>
                  </a:cubicBezTo>
                  <a:cubicBezTo>
                    <a:pt x="3025" y="1323"/>
                    <a:pt x="3183" y="1481"/>
                    <a:pt x="3403" y="1481"/>
                  </a:cubicBezTo>
                  <a:lnTo>
                    <a:pt x="4852" y="1481"/>
                  </a:lnTo>
                  <a:cubicBezTo>
                    <a:pt x="4852" y="1512"/>
                    <a:pt x="4821" y="1575"/>
                    <a:pt x="4821" y="1638"/>
                  </a:cubicBezTo>
                  <a:cubicBezTo>
                    <a:pt x="3498" y="1954"/>
                    <a:pt x="2332" y="2678"/>
                    <a:pt x="1450" y="3749"/>
                  </a:cubicBezTo>
                  <a:cubicBezTo>
                    <a:pt x="505" y="4883"/>
                    <a:pt x="1" y="6364"/>
                    <a:pt x="1" y="7813"/>
                  </a:cubicBezTo>
                  <a:cubicBezTo>
                    <a:pt x="1" y="8822"/>
                    <a:pt x="820" y="9672"/>
                    <a:pt x="1860" y="9672"/>
                  </a:cubicBezTo>
                  <a:lnTo>
                    <a:pt x="2395" y="9672"/>
                  </a:lnTo>
                  <a:cubicBezTo>
                    <a:pt x="2868" y="11405"/>
                    <a:pt x="4506" y="12665"/>
                    <a:pt x="6333" y="12665"/>
                  </a:cubicBezTo>
                  <a:cubicBezTo>
                    <a:pt x="8224" y="12665"/>
                    <a:pt x="9799" y="11405"/>
                    <a:pt x="10271" y="9672"/>
                  </a:cubicBezTo>
                  <a:lnTo>
                    <a:pt x="10838" y="9672"/>
                  </a:lnTo>
                  <a:cubicBezTo>
                    <a:pt x="11847" y="9672"/>
                    <a:pt x="12697" y="8822"/>
                    <a:pt x="12697" y="7813"/>
                  </a:cubicBezTo>
                  <a:cubicBezTo>
                    <a:pt x="12792" y="6301"/>
                    <a:pt x="12288" y="4883"/>
                    <a:pt x="11343" y="3749"/>
                  </a:cubicBezTo>
                  <a:cubicBezTo>
                    <a:pt x="10492" y="2678"/>
                    <a:pt x="9295" y="1954"/>
                    <a:pt x="8003" y="1638"/>
                  </a:cubicBezTo>
                  <a:cubicBezTo>
                    <a:pt x="8003" y="1575"/>
                    <a:pt x="7971" y="1512"/>
                    <a:pt x="7971" y="1481"/>
                  </a:cubicBezTo>
                  <a:lnTo>
                    <a:pt x="9421" y="1481"/>
                  </a:lnTo>
                  <a:cubicBezTo>
                    <a:pt x="9610" y="1481"/>
                    <a:pt x="9767" y="1323"/>
                    <a:pt x="9767" y="1103"/>
                  </a:cubicBezTo>
                  <a:cubicBezTo>
                    <a:pt x="9767" y="914"/>
                    <a:pt x="9610" y="756"/>
                    <a:pt x="9421" y="756"/>
                  </a:cubicBezTo>
                  <a:lnTo>
                    <a:pt x="7688" y="756"/>
                  </a:lnTo>
                  <a:cubicBezTo>
                    <a:pt x="7530" y="315"/>
                    <a:pt x="7089" y="0"/>
                    <a:pt x="661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24" name="Google Shape;11424;p137"/>
          <p:cNvGrpSpPr/>
          <p:nvPr/>
        </p:nvGrpSpPr>
        <p:grpSpPr>
          <a:xfrm>
            <a:off x="6653760" y="2684124"/>
            <a:ext cx="338765" cy="361090"/>
            <a:chOff x="-53288825" y="1903275"/>
            <a:chExt cx="298550" cy="318225"/>
          </a:xfrm>
        </p:grpSpPr>
        <p:sp>
          <p:nvSpPr>
            <p:cNvPr id="11425" name="Google Shape;11425;p137"/>
            <p:cNvSpPr/>
            <p:nvPr/>
          </p:nvSpPr>
          <p:spPr>
            <a:xfrm>
              <a:off x="-53214000" y="2052925"/>
              <a:ext cx="18150" cy="17350"/>
            </a:xfrm>
            <a:custGeom>
              <a:rect b="b" l="l" r="r" t="t"/>
              <a:pathLst>
                <a:path extrusionOk="0" h="694" w="726">
                  <a:moveTo>
                    <a:pt x="347" y="1"/>
                  </a:moveTo>
                  <a:cubicBezTo>
                    <a:pt x="158" y="1"/>
                    <a:pt x="1" y="158"/>
                    <a:pt x="1" y="347"/>
                  </a:cubicBezTo>
                  <a:cubicBezTo>
                    <a:pt x="1" y="536"/>
                    <a:pt x="158" y="694"/>
                    <a:pt x="347" y="694"/>
                  </a:cubicBezTo>
                  <a:cubicBezTo>
                    <a:pt x="537" y="694"/>
                    <a:pt x="726" y="536"/>
                    <a:pt x="726" y="347"/>
                  </a:cubicBezTo>
                  <a:cubicBezTo>
                    <a:pt x="726" y="158"/>
                    <a:pt x="537"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6" name="Google Shape;11426;p137"/>
            <p:cNvSpPr/>
            <p:nvPr/>
          </p:nvSpPr>
          <p:spPr>
            <a:xfrm>
              <a:off x="-53139175" y="2052925"/>
              <a:ext cx="17350" cy="17350"/>
            </a:xfrm>
            <a:custGeom>
              <a:rect b="b" l="l" r="r" t="t"/>
              <a:pathLst>
                <a:path extrusionOk="0" h="694" w="694">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7" name="Google Shape;11427;p137"/>
            <p:cNvSpPr/>
            <p:nvPr/>
          </p:nvSpPr>
          <p:spPr>
            <a:xfrm>
              <a:off x="-53288825" y="1903275"/>
              <a:ext cx="298550" cy="318225"/>
            </a:xfrm>
            <a:custGeom>
              <a:rect b="b" l="l" r="r" t="t"/>
              <a:pathLst>
                <a:path extrusionOk="0" h="12729" w="11942">
                  <a:moveTo>
                    <a:pt x="4853" y="757"/>
                  </a:moveTo>
                  <a:cubicBezTo>
                    <a:pt x="6428" y="757"/>
                    <a:pt x="7846" y="1639"/>
                    <a:pt x="8507" y="2994"/>
                  </a:cubicBezTo>
                  <a:lnTo>
                    <a:pt x="1167" y="2994"/>
                  </a:lnTo>
                  <a:cubicBezTo>
                    <a:pt x="1891" y="1639"/>
                    <a:pt x="3277" y="757"/>
                    <a:pt x="4853" y="757"/>
                  </a:cubicBezTo>
                  <a:close/>
                  <a:moveTo>
                    <a:pt x="11185" y="2994"/>
                  </a:moveTo>
                  <a:lnTo>
                    <a:pt x="11185" y="3340"/>
                  </a:lnTo>
                  <a:cubicBezTo>
                    <a:pt x="11185" y="3971"/>
                    <a:pt x="10681" y="4443"/>
                    <a:pt x="10083" y="4443"/>
                  </a:cubicBezTo>
                  <a:lnTo>
                    <a:pt x="9736" y="4443"/>
                  </a:lnTo>
                  <a:lnTo>
                    <a:pt x="9736" y="4097"/>
                  </a:lnTo>
                  <a:cubicBezTo>
                    <a:pt x="9736" y="3466"/>
                    <a:pt x="10240" y="2994"/>
                    <a:pt x="10839" y="2994"/>
                  </a:cubicBezTo>
                  <a:close/>
                  <a:moveTo>
                    <a:pt x="3151" y="3750"/>
                  </a:moveTo>
                  <a:lnTo>
                    <a:pt x="3498" y="4475"/>
                  </a:lnTo>
                  <a:lnTo>
                    <a:pt x="789" y="4475"/>
                  </a:lnTo>
                  <a:cubicBezTo>
                    <a:pt x="820" y="4223"/>
                    <a:pt x="852" y="3971"/>
                    <a:pt x="946" y="3750"/>
                  </a:cubicBezTo>
                  <a:close/>
                  <a:moveTo>
                    <a:pt x="5735" y="3750"/>
                  </a:moveTo>
                  <a:lnTo>
                    <a:pt x="5357" y="4475"/>
                  </a:lnTo>
                  <a:lnTo>
                    <a:pt x="4317" y="4475"/>
                  </a:lnTo>
                  <a:lnTo>
                    <a:pt x="3971" y="3750"/>
                  </a:lnTo>
                  <a:close/>
                  <a:moveTo>
                    <a:pt x="8822" y="3750"/>
                  </a:moveTo>
                  <a:cubicBezTo>
                    <a:pt x="8885" y="3971"/>
                    <a:pt x="8948" y="4223"/>
                    <a:pt x="8980" y="4475"/>
                  </a:cubicBezTo>
                  <a:lnTo>
                    <a:pt x="6270" y="4475"/>
                  </a:lnTo>
                  <a:lnTo>
                    <a:pt x="6617" y="3750"/>
                  </a:lnTo>
                  <a:close/>
                  <a:moveTo>
                    <a:pt x="10083" y="5231"/>
                  </a:moveTo>
                  <a:cubicBezTo>
                    <a:pt x="10713" y="5231"/>
                    <a:pt x="11185" y="5703"/>
                    <a:pt x="11185" y="6333"/>
                  </a:cubicBezTo>
                  <a:lnTo>
                    <a:pt x="11185" y="6680"/>
                  </a:lnTo>
                  <a:lnTo>
                    <a:pt x="10839" y="6680"/>
                  </a:lnTo>
                  <a:cubicBezTo>
                    <a:pt x="10209" y="6680"/>
                    <a:pt x="9736" y="6176"/>
                    <a:pt x="9736" y="5577"/>
                  </a:cubicBezTo>
                  <a:lnTo>
                    <a:pt x="9736" y="5231"/>
                  </a:lnTo>
                  <a:close/>
                  <a:moveTo>
                    <a:pt x="8980" y="5231"/>
                  </a:moveTo>
                  <a:lnTo>
                    <a:pt x="8980" y="7531"/>
                  </a:lnTo>
                  <a:lnTo>
                    <a:pt x="789" y="7531"/>
                  </a:lnTo>
                  <a:lnTo>
                    <a:pt x="789" y="5231"/>
                  </a:lnTo>
                  <a:close/>
                  <a:moveTo>
                    <a:pt x="8948" y="8224"/>
                  </a:moveTo>
                  <a:cubicBezTo>
                    <a:pt x="8728" y="10366"/>
                    <a:pt x="6995" y="11973"/>
                    <a:pt x="4853" y="11973"/>
                  </a:cubicBezTo>
                  <a:cubicBezTo>
                    <a:pt x="2710" y="11973"/>
                    <a:pt x="946" y="10303"/>
                    <a:pt x="757" y="8224"/>
                  </a:cubicBezTo>
                  <a:close/>
                  <a:moveTo>
                    <a:pt x="4853" y="1"/>
                  </a:moveTo>
                  <a:cubicBezTo>
                    <a:pt x="2175" y="1"/>
                    <a:pt x="1" y="2175"/>
                    <a:pt x="1" y="4853"/>
                  </a:cubicBezTo>
                  <a:lnTo>
                    <a:pt x="1" y="7877"/>
                  </a:lnTo>
                  <a:cubicBezTo>
                    <a:pt x="1" y="10555"/>
                    <a:pt x="2175" y="12729"/>
                    <a:pt x="4853" y="12729"/>
                  </a:cubicBezTo>
                  <a:cubicBezTo>
                    <a:pt x="7531" y="12729"/>
                    <a:pt x="9704" y="10555"/>
                    <a:pt x="9704" y="7877"/>
                  </a:cubicBezTo>
                  <a:lnTo>
                    <a:pt x="9704" y="7090"/>
                  </a:lnTo>
                  <a:cubicBezTo>
                    <a:pt x="10020" y="7310"/>
                    <a:pt x="10398" y="7436"/>
                    <a:pt x="10807" y="7436"/>
                  </a:cubicBezTo>
                  <a:lnTo>
                    <a:pt x="11532" y="7436"/>
                  </a:lnTo>
                  <a:cubicBezTo>
                    <a:pt x="11752" y="7436"/>
                    <a:pt x="11878" y="7279"/>
                    <a:pt x="11878" y="7090"/>
                  </a:cubicBezTo>
                  <a:lnTo>
                    <a:pt x="11878" y="6333"/>
                  </a:lnTo>
                  <a:cubicBezTo>
                    <a:pt x="11878" y="5735"/>
                    <a:pt x="11626" y="5199"/>
                    <a:pt x="11154" y="4853"/>
                  </a:cubicBezTo>
                  <a:cubicBezTo>
                    <a:pt x="11658" y="4475"/>
                    <a:pt x="11941" y="3971"/>
                    <a:pt x="11941" y="3340"/>
                  </a:cubicBezTo>
                  <a:lnTo>
                    <a:pt x="11941" y="2584"/>
                  </a:lnTo>
                  <a:cubicBezTo>
                    <a:pt x="11941" y="2395"/>
                    <a:pt x="11784" y="2238"/>
                    <a:pt x="11563" y="2238"/>
                  </a:cubicBezTo>
                  <a:lnTo>
                    <a:pt x="10839" y="2238"/>
                  </a:lnTo>
                  <a:cubicBezTo>
                    <a:pt x="10240" y="2238"/>
                    <a:pt x="9704" y="2521"/>
                    <a:pt x="9326" y="2994"/>
                  </a:cubicBezTo>
                  <a:cubicBezTo>
                    <a:pt x="8602" y="1261"/>
                    <a:pt x="6838" y="1"/>
                    <a:pt x="485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28" name="Google Shape;11428;p137"/>
          <p:cNvGrpSpPr/>
          <p:nvPr/>
        </p:nvGrpSpPr>
        <p:grpSpPr>
          <a:xfrm>
            <a:off x="6642143" y="3135800"/>
            <a:ext cx="361998" cy="361090"/>
            <a:chOff x="-53299850" y="2294725"/>
            <a:chExt cx="319025" cy="318225"/>
          </a:xfrm>
        </p:grpSpPr>
        <p:sp>
          <p:nvSpPr>
            <p:cNvPr id="11429" name="Google Shape;11429;p137"/>
            <p:cNvSpPr/>
            <p:nvPr/>
          </p:nvSpPr>
          <p:spPr>
            <a:xfrm>
              <a:off x="-53175400" y="2526500"/>
              <a:ext cx="72475" cy="29750"/>
            </a:xfrm>
            <a:custGeom>
              <a:rect b="b" l="l" r="r" t="t"/>
              <a:pathLst>
                <a:path extrusionOk="0" h="1190" w="2899">
                  <a:moveTo>
                    <a:pt x="387" y="0"/>
                  </a:moveTo>
                  <a:cubicBezTo>
                    <a:pt x="292" y="0"/>
                    <a:pt x="205" y="39"/>
                    <a:pt x="158" y="118"/>
                  </a:cubicBezTo>
                  <a:cubicBezTo>
                    <a:pt x="1" y="276"/>
                    <a:pt x="1" y="496"/>
                    <a:pt x="158" y="622"/>
                  </a:cubicBezTo>
                  <a:cubicBezTo>
                    <a:pt x="505" y="969"/>
                    <a:pt x="977" y="1189"/>
                    <a:pt x="1450" y="1189"/>
                  </a:cubicBezTo>
                  <a:cubicBezTo>
                    <a:pt x="1922" y="1189"/>
                    <a:pt x="2427" y="969"/>
                    <a:pt x="2742" y="622"/>
                  </a:cubicBezTo>
                  <a:cubicBezTo>
                    <a:pt x="2899" y="465"/>
                    <a:pt x="2899" y="244"/>
                    <a:pt x="2742" y="118"/>
                  </a:cubicBezTo>
                  <a:cubicBezTo>
                    <a:pt x="2679" y="55"/>
                    <a:pt x="2592" y="24"/>
                    <a:pt x="2501" y="24"/>
                  </a:cubicBezTo>
                  <a:cubicBezTo>
                    <a:pt x="2411" y="24"/>
                    <a:pt x="2316" y="55"/>
                    <a:pt x="2238" y="118"/>
                  </a:cubicBezTo>
                  <a:cubicBezTo>
                    <a:pt x="2048" y="307"/>
                    <a:pt x="1733" y="433"/>
                    <a:pt x="1450" y="433"/>
                  </a:cubicBezTo>
                  <a:cubicBezTo>
                    <a:pt x="1166" y="433"/>
                    <a:pt x="851" y="307"/>
                    <a:pt x="662" y="118"/>
                  </a:cubicBezTo>
                  <a:cubicBezTo>
                    <a:pt x="584" y="39"/>
                    <a:pt x="481" y="0"/>
                    <a:pt x="38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0" name="Google Shape;11430;p137"/>
            <p:cNvSpPr/>
            <p:nvPr/>
          </p:nvSpPr>
          <p:spPr>
            <a:xfrm>
              <a:off x="-53299850" y="2294725"/>
              <a:ext cx="319025" cy="318225"/>
            </a:xfrm>
            <a:custGeom>
              <a:rect b="b" l="l" r="r" t="t"/>
              <a:pathLst>
                <a:path extrusionOk="0" h="12729" w="12761">
                  <a:moveTo>
                    <a:pt x="6428" y="757"/>
                  </a:moveTo>
                  <a:cubicBezTo>
                    <a:pt x="8539" y="757"/>
                    <a:pt x="10335" y="2364"/>
                    <a:pt x="10524" y="4475"/>
                  </a:cubicBezTo>
                  <a:cubicBezTo>
                    <a:pt x="10492" y="4475"/>
                    <a:pt x="10398" y="4411"/>
                    <a:pt x="10366" y="4411"/>
                  </a:cubicBezTo>
                  <a:cubicBezTo>
                    <a:pt x="9090" y="4207"/>
                    <a:pt x="7759" y="4104"/>
                    <a:pt x="6428" y="4104"/>
                  </a:cubicBezTo>
                  <a:cubicBezTo>
                    <a:pt x="5097" y="4104"/>
                    <a:pt x="3766" y="4207"/>
                    <a:pt x="2490" y="4411"/>
                  </a:cubicBezTo>
                  <a:cubicBezTo>
                    <a:pt x="2458" y="4411"/>
                    <a:pt x="2364" y="4475"/>
                    <a:pt x="2332" y="4475"/>
                  </a:cubicBezTo>
                  <a:cubicBezTo>
                    <a:pt x="2521" y="2364"/>
                    <a:pt x="4286" y="757"/>
                    <a:pt x="6428" y="757"/>
                  </a:cubicBezTo>
                  <a:close/>
                  <a:moveTo>
                    <a:pt x="6404" y="4837"/>
                  </a:moveTo>
                  <a:cubicBezTo>
                    <a:pt x="7688" y="4837"/>
                    <a:pt x="8980" y="4947"/>
                    <a:pt x="10240" y="5168"/>
                  </a:cubicBezTo>
                  <a:cubicBezTo>
                    <a:pt x="10429" y="5199"/>
                    <a:pt x="10555" y="5357"/>
                    <a:pt x="10555" y="5514"/>
                  </a:cubicBezTo>
                  <a:lnTo>
                    <a:pt x="10555" y="6396"/>
                  </a:lnTo>
                  <a:cubicBezTo>
                    <a:pt x="10555" y="6995"/>
                    <a:pt x="10051" y="7499"/>
                    <a:pt x="9421" y="7499"/>
                  </a:cubicBezTo>
                  <a:lnTo>
                    <a:pt x="7436" y="7499"/>
                  </a:lnTo>
                  <a:cubicBezTo>
                    <a:pt x="7342" y="7499"/>
                    <a:pt x="7247" y="7467"/>
                    <a:pt x="7184" y="7373"/>
                  </a:cubicBezTo>
                  <a:lnTo>
                    <a:pt x="6648" y="6869"/>
                  </a:lnTo>
                  <a:cubicBezTo>
                    <a:pt x="6570" y="6790"/>
                    <a:pt x="6475" y="6751"/>
                    <a:pt x="6385" y="6751"/>
                  </a:cubicBezTo>
                  <a:cubicBezTo>
                    <a:pt x="6294" y="6751"/>
                    <a:pt x="6207" y="6790"/>
                    <a:pt x="6144" y="6869"/>
                  </a:cubicBezTo>
                  <a:lnTo>
                    <a:pt x="5640" y="7373"/>
                  </a:lnTo>
                  <a:cubicBezTo>
                    <a:pt x="5546" y="7467"/>
                    <a:pt x="5483" y="7499"/>
                    <a:pt x="5357" y="7499"/>
                  </a:cubicBezTo>
                  <a:lnTo>
                    <a:pt x="3403" y="7499"/>
                  </a:lnTo>
                  <a:cubicBezTo>
                    <a:pt x="2773" y="7499"/>
                    <a:pt x="2301" y="6995"/>
                    <a:pt x="2301" y="6396"/>
                  </a:cubicBezTo>
                  <a:lnTo>
                    <a:pt x="2301" y="5514"/>
                  </a:lnTo>
                  <a:cubicBezTo>
                    <a:pt x="2301" y="5325"/>
                    <a:pt x="2395" y="5168"/>
                    <a:pt x="2616" y="5168"/>
                  </a:cubicBezTo>
                  <a:cubicBezTo>
                    <a:pt x="3844" y="4947"/>
                    <a:pt x="5120" y="4837"/>
                    <a:pt x="6404" y="4837"/>
                  </a:cubicBezTo>
                  <a:close/>
                  <a:moveTo>
                    <a:pt x="1545" y="5451"/>
                  </a:moveTo>
                  <a:lnTo>
                    <a:pt x="1545" y="5483"/>
                  </a:lnTo>
                  <a:lnTo>
                    <a:pt x="1545" y="6333"/>
                  </a:lnTo>
                  <a:cubicBezTo>
                    <a:pt x="1545" y="6932"/>
                    <a:pt x="1828" y="7499"/>
                    <a:pt x="2301" y="7846"/>
                  </a:cubicBezTo>
                  <a:lnTo>
                    <a:pt x="2301" y="8192"/>
                  </a:lnTo>
                  <a:cubicBezTo>
                    <a:pt x="1450" y="8192"/>
                    <a:pt x="789" y="7530"/>
                    <a:pt x="789" y="6711"/>
                  </a:cubicBezTo>
                  <a:cubicBezTo>
                    <a:pt x="789" y="6207"/>
                    <a:pt x="1104" y="5735"/>
                    <a:pt x="1545" y="5451"/>
                  </a:cubicBezTo>
                  <a:close/>
                  <a:moveTo>
                    <a:pt x="11311" y="5483"/>
                  </a:moveTo>
                  <a:cubicBezTo>
                    <a:pt x="11752" y="5766"/>
                    <a:pt x="12067" y="6239"/>
                    <a:pt x="12067" y="6774"/>
                  </a:cubicBezTo>
                  <a:cubicBezTo>
                    <a:pt x="12004" y="7562"/>
                    <a:pt x="11343" y="8255"/>
                    <a:pt x="10555" y="8255"/>
                  </a:cubicBezTo>
                  <a:lnTo>
                    <a:pt x="10555" y="7877"/>
                  </a:lnTo>
                  <a:cubicBezTo>
                    <a:pt x="10996" y="7530"/>
                    <a:pt x="11311" y="7026"/>
                    <a:pt x="11311" y="6396"/>
                  </a:cubicBezTo>
                  <a:lnTo>
                    <a:pt x="11311" y="5514"/>
                  </a:lnTo>
                  <a:lnTo>
                    <a:pt x="11311" y="5483"/>
                  </a:lnTo>
                  <a:close/>
                  <a:moveTo>
                    <a:pt x="1545" y="8885"/>
                  </a:moveTo>
                  <a:cubicBezTo>
                    <a:pt x="1765" y="8948"/>
                    <a:pt x="2017" y="8980"/>
                    <a:pt x="2301" y="8980"/>
                  </a:cubicBezTo>
                  <a:cubicBezTo>
                    <a:pt x="2332" y="9515"/>
                    <a:pt x="2490" y="10019"/>
                    <a:pt x="2710" y="10492"/>
                  </a:cubicBezTo>
                  <a:lnTo>
                    <a:pt x="1891" y="10492"/>
                  </a:lnTo>
                  <a:cubicBezTo>
                    <a:pt x="1702" y="10492"/>
                    <a:pt x="1545" y="10334"/>
                    <a:pt x="1545" y="10145"/>
                  </a:cubicBezTo>
                  <a:lnTo>
                    <a:pt x="1545" y="8885"/>
                  </a:lnTo>
                  <a:close/>
                  <a:moveTo>
                    <a:pt x="6428" y="7688"/>
                  </a:moveTo>
                  <a:lnTo>
                    <a:pt x="6711" y="7972"/>
                  </a:lnTo>
                  <a:cubicBezTo>
                    <a:pt x="6900" y="8161"/>
                    <a:pt x="7216" y="8287"/>
                    <a:pt x="7499" y="8287"/>
                  </a:cubicBezTo>
                  <a:lnTo>
                    <a:pt x="9452" y="8287"/>
                  </a:lnTo>
                  <a:cubicBezTo>
                    <a:pt x="9578" y="8287"/>
                    <a:pt x="9704" y="8287"/>
                    <a:pt x="9799" y="8255"/>
                  </a:cubicBezTo>
                  <a:lnTo>
                    <a:pt x="9799" y="8633"/>
                  </a:lnTo>
                  <a:cubicBezTo>
                    <a:pt x="9799" y="10492"/>
                    <a:pt x="8287" y="11973"/>
                    <a:pt x="6428" y="11973"/>
                  </a:cubicBezTo>
                  <a:cubicBezTo>
                    <a:pt x="5609" y="11973"/>
                    <a:pt x="4853" y="11721"/>
                    <a:pt x="4254" y="11185"/>
                  </a:cubicBezTo>
                  <a:lnTo>
                    <a:pt x="4916" y="11185"/>
                  </a:lnTo>
                  <a:cubicBezTo>
                    <a:pt x="5136" y="11185"/>
                    <a:pt x="5294" y="11028"/>
                    <a:pt x="5294" y="10838"/>
                  </a:cubicBezTo>
                  <a:cubicBezTo>
                    <a:pt x="5294" y="10649"/>
                    <a:pt x="5136" y="10492"/>
                    <a:pt x="4916" y="10492"/>
                  </a:cubicBezTo>
                  <a:lnTo>
                    <a:pt x="3592" y="10492"/>
                  </a:lnTo>
                  <a:cubicBezTo>
                    <a:pt x="3246" y="9925"/>
                    <a:pt x="3025" y="9295"/>
                    <a:pt x="3025" y="8633"/>
                  </a:cubicBezTo>
                  <a:lnTo>
                    <a:pt x="3025" y="8255"/>
                  </a:lnTo>
                  <a:cubicBezTo>
                    <a:pt x="3151" y="8287"/>
                    <a:pt x="3277" y="8287"/>
                    <a:pt x="3403" y="8287"/>
                  </a:cubicBezTo>
                  <a:lnTo>
                    <a:pt x="5357" y="8287"/>
                  </a:lnTo>
                  <a:cubicBezTo>
                    <a:pt x="5672" y="8287"/>
                    <a:pt x="5955" y="8161"/>
                    <a:pt x="6144" y="7972"/>
                  </a:cubicBezTo>
                  <a:lnTo>
                    <a:pt x="6428" y="7688"/>
                  </a:lnTo>
                  <a:close/>
                  <a:moveTo>
                    <a:pt x="6396" y="1"/>
                  </a:moveTo>
                  <a:cubicBezTo>
                    <a:pt x="3781" y="1"/>
                    <a:pt x="1671" y="2112"/>
                    <a:pt x="1513" y="4632"/>
                  </a:cubicBezTo>
                  <a:cubicBezTo>
                    <a:pt x="631" y="4947"/>
                    <a:pt x="1" y="5766"/>
                    <a:pt x="1" y="6743"/>
                  </a:cubicBezTo>
                  <a:cubicBezTo>
                    <a:pt x="1" y="7404"/>
                    <a:pt x="284" y="8003"/>
                    <a:pt x="757" y="8413"/>
                  </a:cubicBezTo>
                  <a:lnTo>
                    <a:pt x="757" y="10082"/>
                  </a:lnTo>
                  <a:cubicBezTo>
                    <a:pt x="757" y="10712"/>
                    <a:pt x="1261" y="11185"/>
                    <a:pt x="1860" y="11185"/>
                  </a:cubicBezTo>
                  <a:lnTo>
                    <a:pt x="3151" y="11185"/>
                  </a:lnTo>
                  <a:cubicBezTo>
                    <a:pt x="3939" y="12130"/>
                    <a:pt x="5073" y="12729"/>
                    <a:pt x="6365" y="12729"/>
                  </a:cubicBezTo>
                  <a:cubicBezTo>
                    <a:pt x="8507" y="12729"/>
                    <a:pt x="10303" y="11028"/>
                    <a:pt x="10429" y="8980"/>
                  </a:cubicBezTo>
                  <a:cubicBezTo>
                    <a:pt x="11658" y="8980"/>
                    <a:pt x="12697" y="8003"/>
                    <a:pt x="12697" y="6743"/>
                  </a:cubicBezTo>
                  <a:cubicBezTo>
                    <a:pt x="12760" y="5798"/>
                    <a:pt x="12162" y="4947"/>
                    <a:pt x="11280" y="4632"/>
                  </a:cubicBezTo>
                  <a:cubicBezTo>
                    <a:pt x="11154" y="2049"/>
                    <a:pt x="9011" y="1"/>
                    <a:pt x="639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31" name="Google Shape;11431;p137"/>
          <p:cNvGrpSpPr/>
          <p:nvPr/>
        </p:nvGrpSpPr>
        <p:grpSpPr>
          <a:xfrm>
            <a:off x="6664936" y="3604259"/>
            <a:ext cx="316411" cy="360211"/>
            <a:chOff x="-53278575" y="2687750"/>
            <a:chExt cx="278850" cy="317450"/>
          </a:xfrm>
        </p:grpSpPr>
        <p:sp>
          <p:nvSpPr>
            <p:cNvPr id="11432" name="Google Shape;11432;p137"/>
            <p:cNvSpPr/>
            <p:nvPr/>
          </p:nvSpPr>
          <p:spPr>
            <a:xfrm>
              <a:off x="-53175400" y="2919525"/>
              <a:ext cx="71700" cy="28950"/>
            </a:xfrm>
            <a:custGeom>
              <a:rect b="b" l="l" r="r" t="t"/>
              <a:pathLst>
                <a:path extrusionOk="0" h="1158" w="2868">
                  <a:moveTo>
                    <a:pt x="351" y="0"/>
                  </a:moveTo>
                  <a:cubicBezTo>
                    <a:pt x="253" y="0"/>
                    <a:pt x="158" y="39"/>
                    <a:pt x="95" y="118"/>
                  </a:cubicBezTo>
                  <a:cubicBezTo>
                    <a:pt x="1" y="213"/>
                    <a:pt x="1" y="465"/>
                    <a:pt x="95" y="622"/>
                  </a:cubicBezTo>
                  <a:cubicBezTo>
                    <a:pt x="473" y="969"/>
                    <a:pt x="946" y="1158"/>
                    <a:pt x="1418" y="1158"/>
                  </a:cubicBezTo>
                  <a:cubicBezTo>
                    <a:pt x="1891" y="1158"/>
                    <a:pt x="2395" y="969"/>
                    <a:pt x="2710" y="622"/>
                  </a:cubicBezTo>
                  <a:cubicBezTo>
                    <a:pt x="2868" y="465"/>
                    <a:pt x="2868" y="213"/>
                    <a:pt x="2710" y="118"/>
                  </a:cubicBezTo>
                  <a:cubicBezTo>
                    <a:pt x="2631" y="39"/>
                    <a:pt x="2529" y="0"/>
                    <a:pt x="2434" y="0"/>
                  </a:cubicBezTo>
                  <a:cubicBezTo>
                    <a:pt x="2340" y="0"/>
                    <a:pt x="2253" y="39"/>
                    <a:pt x="2206" y="118"/>
                  </a:cubicBezTo>
                  <a:cubicBezTo>
                    <a:pt x="1985" y="307"/>
                    <a:pt x="1670" y="433"/>
                    <a:pt x="1418" y="433"/>
                  </a:cubicBezTo>
                  <a:cubicBezTo>
                    <a:pt x="1135" y="433"/>
                    <a:pt x="820" y="307"/>
                    <a:pt x="631" y="118"/>
                  </a:cubicBezTo>
                  <a:cubicBezTo>
                    <a:pt x="552" y="39"/>
                    <a:pt x="450" y="0"/>
                    <a:pt x="35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3" name="Google Shape;11433;p137"/>
            <p:cNvSpPr/>
            <p:nvPr/>
          </p:nvSpPr>
          <p:spPr>
            <a:xfrm>
              <a:off x="-53185625" y="2854725"/>
              <a:ext cx="18125" cy="18150"/>
            </a:xfrm>
            <a:custGeom>
              <a:rect b="b" l="l" r="r" t="t"/>
              <a:pathLst>
                <a:path extrusionOk="0" h="726" w="725">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4" name="Google Shape;11434;p137"/>
            <p:cNvSpPr/>
            <p:nvPr/>
          </p:nvSpPr>
          <p:spPr>
            <a:xfrm>
              <a:off x="-53110800" y="2854725"/>
              <a:ext cx="18125" cy="18150"/>
            </a:xfrm>
            <a:custGeom>
              <a:rect b="b" l="l" r="r" t="t"/>
              <a:pathLst>
                <a:path extrusionOk="0" h="726" w="725">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5" name="Google Shape;11435;p137"/>
            <p:cNvSpPr/>
            <p:nvPr/>
          </p:nvSpPr>
          <p:spPr>
            <a:xfrm>
              <a:off x="-53278575" y="2687750"/>
              <a:ext cx="278850" cy="317450"/>
            </a:xfrm>
            <a:custGeom>
              <a:rect b="b" l="l" r="r" t="t"/>
              <a:pathLst>
                <a:path extrusionOk="0" h="12698" w="11154">
                  <a:moveTo>
                    <a:pt x="5577" y="725"/>
                  </a:moveTo>
                  <a:cubicBezTo>
                    <a:pt x="6112" y="725"/>
                    <a:pt x="6554" y="1103"/>
                    <a:pt x="6680" y="1607"/>
                  </a:cubicBezTo>
                  <a:cubicBezTo>
                    <a:pt x="6333" y="1544"/>
                    <a:pt x="5955" y="1450"/>
                    <a:pt x="5577" y="1450"/>
                  </a:cubicBezTo>
                  <a:cubicBezTo>
                    <a:pt x="5167" y="1450"/>
                    <a:pt x="4821" y="1513"/>
                    <a:pt x="4474" y="1607"/>
                  </a:cubicBezTo>
                  <a:cubicBezTo>
                    <a:pt x="4600" y="1072"/>
                    <a:pt x="5010" y="725"/>
                    <a:pt x="5577" y="725"/>
                  </a:cubicBezTo>
                  <a:close/>
                  <a:moveTo>
                    <a:pt x="5577" y="2206"/>
                  </a:moveTo>
                  <a:cubicBezTo>
                    <a:pt x="7373" y="2206"/>
                    <a:pt x="8853" y="3624"/>
                    <a:pt x="8916" y="5451"/>
                  </a:cubicBezTo>
                  <a:lnTo>
                    <a:pt x="8066" y="4569"/>
                  </a:lnTo>
                  <a:cubicBezTo>
                    <a:pt x="7995" y="4498"/>
                    <a:pt x="7904" y="4457"/>
                    <a:pt x="7811" y="4457"/>
                  </a:cubicBezTo>
                  <a:cubicBezTo>
                    <a:pt x="7737" y="4457"/>
                    <a:pt x="7662" y="4482"/>
                    <a:pt x="7593" y="4537"/>
                  </a:cubicBezTo>
                  <a:cubicBezTo>
                    <a:pt x="6979" y="4947"/>
                    <a:pt x="6270" y="5152"/>
                    <a:pt x="5561" y="5152"/>
                  </a:cubicBezTo>
                  <a:cubicBezTo>
                    <a:pt x="4852" y="5152"/>
                    <a:pt x="4143" y="4947"/>
                    <a:pt x="3529" y="4537"/>
                  </a:cubicBezTo>
                  <a:cubicBezTo>
                    <a:pt x="3460" y="4482"/>
                    <a:pt x="3385" y="4457"/>
                    <a:pt x="3312" y="4457"/>
                  </a:cubicBezTo>
                  <a:cubicBezTo>
                    <a:pt x="3218" y="4457"/>
                    <a:pt x="3127" y="4498"/>
                    <a:pt x="3056" y="4569"/>
                  </a:cubicBezTo>
                  <a:lnTo>
                    <a:pt x="2174" y="5451"/>
                  </a:lnTo>
                  <a:cubicBezTo>
                    <a:pt x="2300" y="3624"/>
                    <a:pt x="3750" y="2206"/>
                    <a:pt x="5577" y="2206"/>
                  </a:cubicBezTo>
                  <a:close/>
                  <a:moveTo>
                    <a:pt x="1481" y="6711"/>
                  </a:moveTo>
                  <a:lnTo>
                    <a:pt x="1481" y="8192"/>
                  </a:lnTo>
                  <a:cubicBezTo>
                    <a:pt x="1040" y="8192"/>
                    <a:pt x="725" y="7845"/>
                    <a:pt x="725" y="7436"/>
                  </a:cubicBezTo>
                  <a:cubicBezTo>
                    <a:pt x="725" y="7058"/>
                    <a:pt x="1072" y="6711"/>
                    <a:pt x="1481" y="6711"/>
                  </a:cubicBezTo>
                  <a:close/>
                  <a:moveTo>
                    <a:pt x="9673" y="6711"/>
                  </a:moveTo>
                  <a:cubicBezTo>
                    <a:pt x="10051" y="6711"/>
                    <a:pt x="10429" y="7026"/>
                    <a:pt x="10429" y="7436"/>
                  </a:cubicBezTo>
                  <a:cubicBezTo>
                    <a:pt x="10429" y="7845"/>
                    <a:pt x="10051" y="8192"/>
                    <a:pt x="9673" y="8192"/>
                  </a:cubicBezTo>
                  <a:lnTo>
                    <a:pt x="9673" y="6711"/>
                  </a:lnTo>
                  <a:close/>
                  <a:moveTo>
                    <a:pt x="1576" y="9452"/>
                  </a:moveTo>
                  <a:cubicBezTo>
                    <a:pt x="1796" y="10460"/>
                    <a:pt x="2395" y="11342"/>
                    <a:pt x="3214" y="11941"/>
                  </a:cubicBezTo>
                  <a:lnTo>
                    <a:pt x="725" y="11941"/>
                  </a:lnTo>
                  <a:cubicBezTo>
                    <a:pt x="788" y="11027"/>
                    <a:pt x="1072" y="10208"/>
                    <a:pt x="1576" y="9452"/>
                  </a:cubicBezTo>
                  <a:close/>
                  <a:moveTo>
                    <a:pt x="7751" y="5294"/>
                  </a:moveTo>
                  <a:lnTo>
                    <a:pt x="8916" y="6459"/>
                  </a:lnTo>
                  <a:lnTo>
                    <a:pt x="8916" y="8539"/>
                  </a:lnTo>
                  <a:cubicBezTo>
                    <a:pt x="8916" y="10397"/>
                    <a:pt x="7436" y="11941"/>
                    <a:pt x="5577" y="11941"/>
                  </a:cubicBezTo>
                  <a:cubicBezTo>
                    <a:pt x="3718" y="11941"/>
                    <a:pt x="2237" y="10397"/>
                    <a:pt x="2237" y="8539"/>
                  </a:cubicBezTo>
                  <a:lnTo>
                    <a:pt x="2237" y="6459"/>
                  </a:lnTo>
                  <a:lnTo>
                    <a:pt x="2174" y="6459"/>
                  </a:lnTo>
                  <a:lnTo>
                    <a:pt x="3372" y="5294"/>
                  </a:lnTo>
                  <a:cubicBezTo>
                    <a:pt x="4033" y="5687"/>
                    <a:pt x="4781" y="5884"/>
                    <a:pt x="5538" y="5884"/>
                  </a:cubicBezTo>
                  <a:cubicBezTo>
                    <a:pt x="6294" y="5884"/>
                    <a:pt x="7058" y="5687"/>
                    <a:pt x="7751" y="5294"/>
                  </a:cubicBezTo>
                  <a:close/>
                  <a:moveTo>
                    <a:pt x="9547" y="9452"/>
                  </a:moveTo>
                  <a:cubicBezTo>
                    <a:pt x="10051" y="10177"/>
                    <a:pt x="10334" y="11027"/>
                    <a:pt x="10366" y="11941"/>
                  </a:cubicBezTo>
                  <a:lnTo>
                    <a:pt x="7908" y="11941"/>
                  </a:lnTo>
                  <a:cubicBezTo>
                    <a:pt x="8727" y="11342"/>
                    <a:pt x="9326" y="10492"/>
                    <a:pt x="9547" y="9452"/>
                  </a:cubicBezTo>
                  <a:close/>
                  <a:moveTo>
                    <a:pt x="5577" y="1"/>
                  </a:moveTo>
                  <a:cubicBezTo>
                    <a:pt x="4506" y="1"/>
                    <a:pt x="3687" y="851"/>
                    <a:pt x="3718" y="1923"/>
                  </a:cubicBezTo>
                  <a:cubicBezTo>
                    <a:pt x="2395" y="2584"/>
                    <a:pt x="1481" y="4002"/>
                    <a:pt x="1481" y="5577"/>
                  </a:cubicBezTo>
                  <a:lnTo>
                    <a:pt x="1481" y="5955"/>
                  </a:lnTo>
                  <a:cubicBezTo>
                    <a:pt x="662" y="5955"/>
                    <a:pt x="1" y="6617"/>
                    <a:pt x="1" y="7436"/>
                  </a:cubicBezTo>
                  <a:cubicBezTo>
                    <a:pt x="1" y="8097"/>
                    <a:pt x="442" y="8696"/>
                    <a:pt x="1103" y="8885"/>
                  </a:cubicBezTo>
                  <a:cubicBezTo>
                    <a:pt x="379" y="9862"/>
                    <a:pt x="1" y="11027"/>
                    <a:pt x="1" y="12225"/>
                  </a:cubicBezTo>
                  <a:lnTo>
                    <a:pt x="1" y="12319"/>
                  </a:lnTo>
                  <a:cubicBezTo>
                    <a:pt x="1" y="12540"/>
                    <a:pt x="127" y="12697"/>
                    <a:pt x="347" y="12697"/>
                  </a:cubicBezTo>
                  <a:lnTo>
                    <a:pt x="10775" y="12697"/>
                  </a:lnTo>
                  <a:cubicBezTo>
                    <a:pt x="10964" y="12697"/>
                    <a:pt x="11122" y="12540"/>
                    <a:pt x="11122" y="12319"/>
                  </a:cubicBezTo>
                  <a:lnTo>
                    <a:pt x="11122" y="12225"/>
                  </a:lnTo>
                  <a:cubicBezTo>
                    <a:pt x="11122" y="11027"/>
                    <a:pt x="10744" y="9862"/>
                    <a:pt x="10019" y="8885"/>
                  </a:cubicBezTo>
                  <a:cubicBezTo>
                    <a:pt x="10681" y="8696"/>
                    <a:pt x="11153" y="8129"/>
                    <a:pt x="11153" y="7436"/>
                  </a:cubicBezTo>
                  <a:cubicBezTo>
                    <a:pt x="11153" y="6617"/>
                    <a:pt x="10492" y="5955"/>
                    <a:pt x="9673" y="5955"/>
                  </a:cubicBezTo>
                  <a:lnTo>
                    <a:pt x="9673" y="5577"/>
                  </a:lnTo>
                  <a:cubicBezTo>
                    <a:pt x="9673" y="3970"/>
                    <a:pt x="8759" y="2584"/>
                    <a:pt x="7436" y="1923"/>
                  </a:cubicBezTo>
                  <a:cubicBezTo>
                    <a:pt x="7467" y="851"/>
                    <a:pt x="6585" y="1"/>
                    <a:pt x="557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36" name="Google Shape;11436;p137"/>
          <p:cNvGrpSpPr/>
          <p:nvPr/>
        </p:nvGrpSpPr>
        <p:grpSpPr>
          <a:xfrm>
            <a:off x="7986330" y="3603947"/>
            <a:ext cx="361998" cy="362310"/>
            <a:chOff x="-52101875" y="2687475"/>
            <a:chExt cx="319025" cy="319300"/>
          </a:xfrm>
        </p:grpSpPr>
        <p:sp>
          <p:nvSpPr>
            <p:cNvPr id="11437" name="Google Shape;11437;p137"/>
            <p:cNvSpPr/>
            <p:nvPr/>
          </p:nvSpPr>
          <p:spPr>
            <a:xfrm>
              <a:off x="-51978200" y="2920300"/>
              <a:ext cx="72475" cy="29750"/>
            </a:xfrm>
            <a:custGeom>
              <a:rect b="b" l="l" r="r" t="t"/>
              <a:pathLst>
                <a:path extrusionOk="0" h="1190" w="2899">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1"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8" name="Google Shape;11438;p137"/>
            <p:cNvSpPr/>
            <p:nvPr/>
          </p:nvSpPr>
          <p:spPr>
            <a:xfrm>
              <a:off x="-51988450" y="2857100"/>
              <a:ext cx="18150" cy="17350"/>
            </a:xfrm>
            <a:custGeom>
              <a:rect b="b" l="l" r="r" t="t"/>
              <a:pathLst>
                <a:path extrusionOk="0" h="694" w="726">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9" name="Google Shape;11439;p137"/>
            <p:cNvSpPr/>
            <p:nvPr/>
          </p:nvSpPr>
          <p:spPr>
            <a:xfrm>
              <a:off x="-51913625" y="2857100"/>
              <a:ext cx="18150" cy="17350"/>
            </a:xfrm>
            <a:custGeom>
              <a:rect b="b" l="l" r="r" t="t"/>
              <a:pathLst>
                <a:path extrusionOk="0" h="694" w="726">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0" name="Google Shape;11440;p137"/>
            <p:cNvSpPr/>
            <p:nvPr/>
          </p:nvSpPr>
          <p:spPr>
            <a:xfrm>
              <a:off x="-52101875" y="2687475"/>
              <a:ext cx="319025" cy="319300"/>
            </a:xfrm>
            <a:custGeom>
              <a:rect b="b" l="l" r="r" t="t"/>
              <a:pathLst>
                <a:path extrusionOk="0" h="12772" w="12761">
                  <a:moveTo>
                    <a:pt x="788" y="1398"/>
                  </a:moveTo>
                  <a:cubicBezTo>
                    <a:pt x="1324" y="1902"/>
                    <a:pt x="1954" y="2312"/>
                    <a:pt x="2616" y="2564"/>
                  </a:cubicBezTo>
                  <a:cubicBezTo>
                    <a:pt x="2458" y="2942"/>
                    <a:pt x="2364" y="3288"/>
                    <a:pt x="2332" y="3666"/>
                  </a:cubicBezTo>
                  <a:cubicBezTo>
                    <a:pt x="1419" y="3572"/>
                    <a:pt x="788" y="2784"/>
                    <a:pt x="788" y="1871"/>
                  </a:cubicBezTo>
                  <a:lnTo>
                    <a:pt x="788" y="1398"/>
                  </a:lnTo>
                  <a:close/>
                  <a:moveTo>
                    <a:pt x="5294" y="957"/>
                  </a:moveTo>
                  <a:lnTo>
                    <a:pt x="5294" y="3761"/>
                  </a:lnTo>
                  <a:lnTo>
                    <a:pt x="3088" y="3761"/>
                  </a:lnTo>
                  <a:cubicBezTo>
                    <a:pt x="3214" y="2469"/>
                    <a:pt x="4097" y="1366"/>
                    <a:pt x="5294" y="957"/>
                  </a:cubicBezTo>
                  <a:close/>
                  <a:moveTo>
                    <a:pt x="7531" y="957"/>
                  </a:moveTo>
                  <a:cubicBezTo>
                    <a:pt x="8728" y="1366"/>
                    <a:pt x="9578" y="2469"/>
                    <a:pt x="9736" y="3761"/>
                  </a:cubicBezTo>
                  <a:lnTo>
                    <a:pt x="7531" y="3761"/>
                  </a:lnTo>
                  <a:lnTo>
                    <a:pt x="7531" y="957"/>
                  </a:lnTo>
                  <a:close/>
                  <a:moveTo>
                    <a:pt x="12036" y="1429"/>
                  </a:moveTo>
                  <a:lnTo>
                    <a:pt x="12036" y="1902"/>
                  </a:lnTo>
                  <a:cubicBezTo>
                    <a:pt x="12036" y="2816"/>
                    <a:pt x="11343" y="3572"/>
                    <a:pt x="10492" y="3761"/>
                  </a:cubicBezTo>
                  <a:cubicBezTo>
                    <a:pt x="10461" y="3351"/>
                    <a:pt x="10366" y="3005"/>
                    <a:pt x="10208" y="2658"/>
                  </a:cubicBezTo>
                  <a:cubicBezTo>
                    <a:pt x="10870" y="2343"/>
                    <a:pt x="11500" y="1902"/>
                    <a:pt x="12036" y="1429"/>
                  </a:cubicBezTo>
                  <a:close/>
                  <a:moveTo>
                    <a:pt x="6302" y="736"/>
                  </a:moveTo>
                  <a:cubicBezTo>
                    <a:pt x="6428" y="736"/>
                    <a:pt x="6680" y="768"/>
                    <a:pt x="6774" y="768"/>
                  </a:cubicBezTo>
                  <a:lnTo>
                    <a:pt x="6774" y="4107"/>
                  </a:lnTo>
                  <a:cubicBezTo>
                    <a:pt x="6774" y="4296"/>
                    <a:pt x="6932" y="4454"/>
                    <a:pt x="7152" y="4454"/>
                  </a:cubicBezTo>
                  <a:lnTo>
                    <a:pt x="9736" y="4454"/>
                  </a:lnTo>
                  <a:lnTo>
                    <a:pt x="9736" y="5242"/>
                  </a:lnTo>
                  <a:lnTo>
                    <a:pt x="2994" y="5242"/>
                  </a:lnTo>
                  <a:lnTo>
                    <a:pt x="2994" y="4454"/>
                  </a:lnTo>
                  <a:lnTo>
                    <a:pt x="5609" y="4454"/>
                  </a:lnTo>
                  <a:cubicBezTo>
                    <a:pt x="5798" y="4454"/>
                    <a:pt x="5955" y="4296"/>
                    <a:pt x="5955" y="4107"/>
                  </a:cubicBezTo>
                  <a:lnTo>
                    <a:pt x="5955" y="768"/>
                  </a:lnTo>
                  <a:cubicBezTo>
                    <a:pt x="6081" y="768"/>
                    <a:pt x="6207" y="736"/>
                    <a:pt x="6302" y="736"/>
                  </a:cubicBezTo>
                  <a:close/>
                  <a:moveTo>
                    <a:pt x="2301" y="6785"/>
                  </a:moveTo>
                  <a:lnTo>
                    <a:pt x="2301" y="8297"/>
                  </a:lnTo>
                  <a:cubicBezTo>
                    <a:pt x="1891" y="8297"/>
                    <a:pt x="1545" y="7919"/>
                    <a:pt x="1545" y="7541"/>
                  </a:cubicBezTo>
                  <a:cubicBezTo>
                    <a:pt x="1545" y="7132"/>
                    <a:pt x="1891" y="6785"/>
                    <a:pt x="2301" y="6785"/>
                  </a:cubicBezTo>
                  <a:close/>
                  <a:moveTo>
                    <a:pt x="9767" y="6029"/>
                  </a:moveTo>
                  <a:lnTo>
                    <a:pt x="9767" y="8297"/>
                  </a:lnTo>
                  <a:lnTo>
                    <a:pt x="8759" y="8297"/>
                  </a:lnTo>
                  <a:cubicBezTo>
                    <a:pt x="8035" y="7841"/>
                    <a:pt x="7215" y="7612"/>
                    <a:pt x="6400" y="7612"/>
                  </a:cubicBezTo>
                  <a:cubicBezTo>
                    <a:pt x="5585" y="7612"/>
                    <a:pt x="4774" y="7841"/>
                    <a:pt x="4065" y="8297"/>
                  </a:cubicBezTo>
                  <a:lnTo>
                    <a:pt x="3057" y="8297"/>
                  </a:lnTo>
                  <a:lnTo>
                    <a:pt x="3057" y="6029"/>
                  </a:lnTo>
                  <a:close/>
                  <a:moveTo>
                    <a:pt x="10524" y="6785"/>
                  </a:moveTo>
                  <a:cubicBezTo>
                    <a:pt x="10933" y="6785"/>
                    <a:pt x="11280" y="7100"/>
                    <a:pt x="11280" y="7541"/>
                  </a:cubicBezTo>
                  <a:cubicBezTo>
                    <a:pt x="11280" y="7919"/>
                    <a:pt x="10933" y="8297"/>
                    <a:pt x="10524" y="8297"/>
                  </a:cubicBezTo>
                  <a:lnTo>
                    <a:pt x="10524" y="6785"/>
                  </a:lnTo>
                  <a:close/>
                  <a:moveTo>
                    <a:pt x="6381" y="8290"/>
                  </a:moveTo>
                  <a:cubicBezTo>
                    <a:pt x="7089" y="8290"/>
                    <a:pt x="7798" y="8502"/>
                    <a:pt x="8413" y="8928"/>
                  </a:cubicBezTo>
                  <a:cubicBezTo>
                    <a:pt x="8476" y="8959"/>
                    <a:pt x="8507" y="8991"/>
                    <a:pt x="8602" y="8991"/>
                  </a:cubicBezTo>
                  <a:lnTo>
                    <a:pt x="9704" y="8991"/>
                  </a:lnTo>
                  <a:cubicBezTo>
                    <a:pt x="9547" y="10692"/>
                    <a:pt x="8129" y="11984"/>
                    <a:pt x="6396" y="11984"/>
                  </a:cubicBezTo>
                  <a:cubicBezTo>
                    <a:pt x="4664" y="11984"/>
                    <a:pt x="3246" y="10692"/>
                    <a:pt x="3057" y="8991"/>
                  </a:cubicBezTo>
                  <a:lnTo>
                    <a:pt x="4160" y="8991"/>
                  </a:lnTo>
                  <a:cubicBezTo>
                    <a:pt x="4223" y="8991"/>
                    <a:pt x="4317" y="8959"/>
                    <a:pt x="4349" y="8928"/>
                  </a:cubicBezTo>
                  <a:cubicBezTo>
                    <a:pt x="4963" y="8502"/>
                    <a:pt x="5672" y="8290"/>
                    <a:pt x="6381" y="8290"/>
                  </a:cubicBezTo>
                  <a:close/>
                  <a:moveTo>
                    <a:pt x="12402" y="1"/>
                  </a:moveTo>
                  <a:cubicBezTo>
                    <a:pt x="12282" y="1"/>
                    <a:pt x="12165" y="47"/>
                    <a:pt x="12067" y="169"/>
                  </a:cubicBezTo>
                  <a:cubicBezTo>
                    <a:pt x="11563" y="957"/>
                    <a:pt x="10776" y="1587"/>
                    <a:pt x="9862" y="1934"/>
                  </a:cubicBezTo>
                  <a:cubicBezTo>
                    <a:pt x="9106" y="768"/>
                    <a:pt x="7814" y="12"/>
                    <a:pt x="6396" y="12"/>
                  </a:cubicBezTo>
                  <a:cubicBezTo>
                    <a:pt x="4979" y="12"/>
                    <a:pt x="3687" y="768"/>
                    <a:pt x="2931" y="1934"/>
                  </a:cubicBezTo>
                  <a:cubicBezTo>
                    <a:pt x="2017" y="1587"/>
                    <a:pt x="1230" y="957"/>
                    <a:pt x="725" y="169"/>
                  </a:cubicBezTo>
                  <a:cubicBezTo>
                    <a:pt x="647" y="65"/>
                    <a:pt x="504" y="4"/>
                    <a:pt x="368" y="4"/>
                  </a:cubicBezTo>
                  <a:cubicBezTo>
                    <a:pt x="339" y="4"/>
                    <a:pt x="311" y="6"/>
                    <a:pt x="284" y="12"/>
                  </a:cubicBezTo>
                  <a:cubicBezTo>
                    <a:pt x="127" y="43"/>
                    <a:pt x="1" y="201"/>
                    <a:pt x="1" y="358"/>
                  </a:cubicBezTo>
                  <a:lnTo>
                    <a:pt x="1" y="1871"/>
                  </a:lnTo>
                  <a:cubicBezTo>
                    <a:pt x="1" y="3162"/>
                    <a:pt x="1009" y="4265"/>
                    <a:pt x="2269" y="4454"/>
                  </a:cubicBezTo>
                  <a:lnTo>
                    <a:pt x="2269" y="6029"/>
                  </a:lnTo>
                  <a:cubicBezTo>
                    <a:pt x="1419" y="6029"/>
                    <a:pt x="757" y="6722"/>
                    <a:pt x="757" y="7541"/>
                  </a:cubicBezTo>
                  <a:cubicBezTo>
                    <a:pt x="757" y="8360"/>
                    <a:pt x="1419" y="9022"/>
                    <a:pt x="2269" y="9022"/>
                  </a:cubicBezTo>
                  <a:cubicBezTo>
                    <a:pt x="2458" y="11133"/>
                    <a:pt x="4223" y="12771"/>
                    <a:pt x="6365" y="12771"/>
                  </a:cubicBezTo>
                  <a:cubicBezTo>
                    <a:pt x="8476" y="12771"/>
                    <a:pt x="10240" y="11133"/>
                    <a:pt x="10461" y="9022"/>
                  </a:cubicBezTo>
                  <a:cubicBezTo>
                    <a:pt x="11280" y="9022"/>
                    <a:pt x="11941" y="8360"/>
                    <a:pt x="11941" y="7541"/>
                  </a:cubicBezTo>
                  <a:cubicBezTo>
                    <a:pt x="11941" y="6722"/>
                    <a:pt x="11280" y="6029"/>
                    <a:pt x="10461" y="6029"/>
                  </a:cubicBezTo>
                  <a:cubicBezTo>
                    <a:pt x="10524" y="5840"/>
                    <a:pt x="10524" y="4611"/>
                    <a:pt x="10524" y="4454"/>
                  </a:cubicBezTo>
                  <a:cubicBezTo>
                    <a:pt x="11784" y="4265"/>
                    <a:pt x="12760" y="3194"/>
                    <a:pt x="12760" y="1871"/>
                  </a:cubicBezTo>
                  <a:lnTo>
                    <a:pt x="12760" y="358"/>
                  </a:lnTo>
                  <a:cubicBezTo>
                    <a:pt x="12760" y="201"/>
                    <a:pt x="12666" y="43"/>
                    <a:pt x="12508" y="12"/>
                  </a:cubicBezTo>
                  <a:cubicBezTo>
                    <a:pt x="12473" y="5"/>
                    <a:pt x="12438" y="1"/>
                    <a:pt x="1240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41" name="Google Shape;11441;p137"/>
          <p:cNvGrpSpPr/>
          <p:nvPr/>
        </p:nvGrpSpPr>
        <p:grpSpPr>
          <a:xfrm>
            <a:off x="6201079" y="1305369"/>
            <a:ext cx="317290" cy="361090"/>
            <a:chOff x="-56774050" y="1904075"/>
            <a:chExt cx="279625" cy="318225"/>
          </a:xfrm>
        </p:grpSpPr>
        <p:sp>
          <p:nvSpPr>
            <p:cNvPr id="11442" name="Google Shape;11442;p137"/>
            <p:cNvSpPr/>
            <p:nvPr/>
          </p:nvSpPr>
          <p:spPr>
            <a:xfrm>
              <a:off x="-56671650" y="2135825"/>
              <a:ext cx="72475" cy="28975"/>
            </a:xfrm>
            <a:custGeom>
              <a:rect b="b" l="l" r="r" t="t"/>
              <a:pathLst>
                <a:path extrusionOk="0" h="1159" w="2899">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3" name="Google Shape;11443;p137"/>
            <p:cNvSpPr/>
            <p:nvPr/>
          </p:nvSpPr>
          <p:spPr>
            <a:xfrm>
              <a:off x="-56774050" y="1904075"/>
              <a:ext cx="279625" cy="318225"/>
            </a:xfrm>
            <a:custGeom>
              <a:rect b="b" l="l" r="r" t="t"/>
              <a:pathLst>
                <a:path extrusionOk="0" h="12729" w="11185">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44" name="Google Shape;11444;p137"/>
          <p:cNvGrpSpPr/>
          <p:nvPr/>
        </p:nvGrpSpPr>
        <p:grpSpPr>
          <a:xfrm>
            <a:off x="6201079" y="1778631"/>
            <a:ext cx="317290" cy="361090"/>
            <a:chOff x="-56774850" y="2294725"/>
            <a:chExt cx="279625" cy="318225"/>
          </a:xfrm>
        </p:grpSpPr>
        <p:sp>
          <p:nvSpPr>
            <p:cNvPr id="11445" name="Google Shape;11445;p137"/>
            <p:cNvSpPr/>
            <p:nvPr/>
          </p:nvSpPr>
          <p:spPr>
            <a:xfrm>
              <a:off x="-56681100" y="2464075"/>
              <a:ext cx="17325" cy="18125"/>
            </a:xfrm>
            <a:custGeom>
              <a:rect b="b" l="l" r="r" t="t"/>
              <a:pathLst>
                <a:path extrusionOk="0" h="725" w="693">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6" name="Google Shape;11446;p137"/>
            <p:cNvSpPr/>
            <p:nvPr/>
          </p:nvSpPr>
          <p:spPr>
            <a:xfrm>
              <a:off x="-56606275" y="2464075"/>
              <a:ext cx="17325" cy="18125"/>
            </a:xfrm>
            <a:custGeom>
              <a:rect b="b" l="l" r="r" t="t"/>
              <a:pathLst>
                <a:path extrusionOk="0" h="725" w="693">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7" name="Google Shape;11447;p137"/>
            <p:cNvSpPr/>
            <p:nvPr/>
          </p:nvSpPr>
          <p:spPr>
            <a:xfrm>
              <a:off x="-56774850" y="2294725"/>
              <a:ext cx="279625" cy="318225"/>
            </a:xfrm>
            <a:custGeom>
              <a:rect b="b" l="l" r="r" t="t"/>
              <a:pathLst>
                <a:path extrusionOk="0" h="12729" w="11185">
                  <a:moveTo>
                    <a:pt x="5577" y="788"/>
                  </a:moveTo>
                  <a:cubicBezTo>
                    <a:pt x="6775" y="788"/>
                    <a:pt x="7783" y="1198"/>
                    <a:pt x="8665" y="1891"/>
                  </a:cubicBezTo>
                  <a:cubicBezTo>
                    <a:pt x="8098" y="2553"/>
                    <a:pt x="6932" y="3057"/>
                    <a:pt x="5577" y="3057"/>
                  </a:cubicBezTo>
                  <a:cubicBezTo>
                    <a:pt x="4254" y="3057"/>
                    <a:pt x="3057" y="2584"/>
                    <a:pt x="2521" y="1891"/>
                  </a:cubicBezTo>
                  <a:cubicBezTo>
                    <a:pt x="3341" y="1198"/>
                    <a:pt x="4412" y="788"/>
                    <a:pt x="5577" y="788"/>
                  </a:cubicBezTo>
                  <a:close/>
                  <a:moveTo>
                    <a:pt x="5577" y="5325"/>
                  </a:moveTo>
                  <a:lnTo>
                    <a:pt x="8917" y="7341"/>
                  </a:lnTo>
                  <a:lnTo>
                    <a:pt x="8917" y="8633"/>
                  </a:lnTo>
                  <a:cubicBezTo>
                    <a:pt x="8917" y="9830"/>
                    <a:pt x="8350" y="10838"/>
                    <a:pt x="7436" y="11437"/>
                  </a:cubicBezTo>
                  <a:lnTo>
                    <a:pt x="7436" y="9673"/>
                  </a:lnTo>
                  <a:cubicBezTo>
                    <a:pt x="7436" y="9547"/>
                    <a:pt x="7342" y="9421"/>
                    <a:pt x="7247" y="9358"/>
                  </a:cubicBezTo>
                  <a:cubicBezTo>
                    <a:pt x="6727" y="9090"/>
                    <a:pt x="6152" y="8956"/>
                    <a:pt x="5581" y="8956"/>
                  </a:cubicBezTo>
                  <a:cubicBezTo>
                    <a:pt x="5010" y="8956"/>
                    <a:pt x="4443" y="9090"/>
                    <a:pt x="3939" y="9358"/>
                  </a:cubicBezTo>
                  <a:cubicBezTo>
                    <a:pt x="3813" y="9421"/>
                    <a:pt x="3719" y="9547"/>
                    <a:pt x="3719" y="9673"/>
                  </a:cubicBezTo>
                  <a:lnTo>
                    <a:pt x="3719" y="11437"/>
                  </a:lnTo>
                  <a:cubicBezTo>
                    <a:pt x="2836" y="10838"/>
                    <a:pt x="2238" y="9767"/>
                    <a:pt x="2238" y="8633"/>
                  </a:cubicBezTo>
                  <a:lnTo>
                    <a:pt x="2238" y="7341"/>
                  </a:lnTo>
                  <a:lnTo>
                    <a:pt x="5577" y="5325"/>
                  </a:lnTo>
                  <a:close/>
                  <a:moveTo>
                    <a:pt x="5562" y="9736"/>
                  </a:moveTo>
                  <a:cubicBezTo>
                    <a:pt x="5948" y="9736"/>
                    <a:pt x="6333" y="9799"/>
                    <a:pt x="6680" y="9925"/>
                  </a:cubicBezTo>
                  <a:lnTo>
                    <a:pt x="6680" y="11815"/>
                  </a:lnTo>
                  <a:cubicBezTo>
                    <a:pt x="6333" y="11941"/>
                    <a:pt x="5987" y="12036"/>
                    <a:pt x="5577" y="12036"/>
                  </a:cubicBezTo>
                  <a:cubicBezTo>
                    <a:pt x="5199" y="12036"/>
                    <a:pt x="4790" y="11941"/>
                    <a:pt x="4443" y="11815"/>
                  </a:cubicBezTo>
                  <a:lnTo>
                    <a:pt x="4443" y="9925"/>
                  </a:lnTo>
                  <a:cubicBezTo>
                    <a:pt x="4790" y="9799"/>
                    <a:pt x="5176" y="9736"/>
                    <a:pt x="5562" y="9736"/>
                  </a:cubicBezTo>
                  <a:close/>
                  <a:moveTo>
                    <a:pt x="9200" y="2427"/>
                  </a:moveTo>
                  <a:cubicBezTo>
                    <a:pt x="9988" y="3277"/>
                    <a:pt x="10429" y="4411"/>
                    <a:pt x="10429" y="5640"/>
                  </a:cubicBezTo>
                  <a:lnTo>
                    <a:pt x="10429" y="12036"/>
                  </a:lnTo>
                  <a:lnTo>
                    <a:pt x="7940" y="12036"/>
                  </a:lnTo>
                  <a:cubicBezTo>
                    <a:pt x="9011" y="11280"/>
                    <a:pt x="9705" y="10051"/>
                    <a:pt x="9705" y="8633"/>
                  </a:cubicBezTo>
                  <a:lnTo>
                    <a:pt x="9705" y="7152"/>
                  </a:lnTo>
                  <a:cubicBezTo>
                    <a:pt x="9705" y="7026"/>
                    <a:pt x="9642" y="6900"/>
                    <a:pt x="9515" y="6837"/>
                  </a:cubicBezTo>
                  <a:lnTo>
                    <a:pt x="5766" y="4569"/>
                  </a:lnTo>
                  <a:cubicBezTo>
                    <a:pt x="5719" y="4538"/>
                    <a:pt x="5656" y="4522"/>
                    <a:pt x="5589" y="4522"/>
                  </a:cubicBezTo>
                  <a:cubicBezTo>
                    <a:pt x="5522" y="4522"/>
                    <a:pt x="5451" y="4538"/>
                    <a:pt x="5388" y="4569"/>
                  </a:cubicBezTo>
                  <a:lnTo>
                    <a:pt x="1639" y="6837"/>
                  </a:lnTo>
                  <a:cubicBezTo>
                    <a:pt x="1513" y="6900"/>
                    <a:pt x="1450" y="7026"/>
                    <a:pt x="1450" y="7152"/>
                  </a:cubicBezTo>
                  <a:lnTo>
                    <a:pt x="1450" y="8633"/>
                  </a:lnTo>
                  <a:cubicBezTo>
                    <a:pt x="1450" y="10019"/>
                    <a:pt x="2143" y="11280"/>
                    <a:pt x="3214" y="12036"/>
                  </a:cubicBezTo>
                  <a:lnTo>
                    <a:pt x="726" y="12036"/>
                  </a:lnTo>
                  <a:lnTo>
                    <a:pt x="726" y="5640"/>
                  </a:lnTo>
                  <a:cubicBezTo>
                    <a:pt x="726" y="4380"/>
                    <a:pt x="1198" y="3246"/>
                    <a:pt x="1954" y="2427"/>
                  </a:cubicBezTo>
                  <a:cubicBezTo>
                    <a:pt x="2679" y="3246"/>
                    <a:pt x="4034" y="3750"/>
                    <a:pt x="5577" y="3750"/>
                  </a:cubicBezTo>
                  <a:cubicBezTo>
                    <a:pt x="7121" y="3750"/>
                    <a:pt x="8507" y="3246"/>
                    <a:pt x="9200" y="2427"/>
                  </a:cubicBezTo>
                  <a:close/>
                  <a:moveTo>
                    <a:pt x="5577" y="1"/>
                  </a:moveTo>
                  <a:cubicBezTo>
                    <a:pt x="2521" y="1"/>
                    <a:pt x="1" y="2521"/>
                    <a:pt x="1" y="5640"/>
                  </a:cubicBezTo>
                  <a:lnTo>
                    <a:pt x="1" y="12382"/>
                  </a:lnTo>
                  <a:cubicBezTo>
                    <a:pt x="1" y="12571"/>
                    <a:pt x="159" y="12729"/>
                    <a:pt x="348" y="12729"/>
                  </a:cubicBezTo>
                  <a:lnTo>
                    <a:pt x="10776" y="12729"/>
                  </a:lnTo>
                  <a:cubicBezTo>
                    <a:pt x="10965" y="12729"/>
                    <a:pt x="11122" y="12571"/>
                    <a:pt x="11122" y="12382"/>
                  </a:cubicBezTo>
                  <a:lnTo>
                    <a:pt x="11122" y="5640"/>
                  </a:lnTo>
                  <a:cubicBezTo>
                    <a:pt x="11185" y="2584"/>
                    <a:pt x="8665" y="1"/>
                    <a:pt x="557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48" name="Google Shape;11448;p137"/>
          <p:cNvGrpSpPr/>
          <p:nvPr/>
        </p:nvGrpSpPr>
        <p:grpSpPr>
          <a:xfrm>
            <a:off x="6222086" y="2231215"/>
            <a:ext cx="275278" cy="360182"/>
            <a:chOff x="-56756725" y="2686975"/>
            <a:chExt cx="242600" cy="317425"/>
          </a:xfrm>
        </p:grpSpPr>
        <p:sp>
          <p:nvSpPr>
            <p:cNvPr id="11449" name="Google Shape;11449;p137"/>
            <p:cNvSpPr/>
            <p:nvPr/>
          </p:nvSpPr>
          <p:spPr>
            <a:xfrm>
              <a:off x="-56681100" y="2854725"/>
              <a:ext cx="17325" cy="18150"/>
            </a:xfrm>
            <a:custGeom>
              <a:rect b="b" l="l" r="r" t="t"/>
              <a:pathLst>
                <a:path extrusionOk="0" h="726" w="693">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0" name="Google Shape;11450;p137"/>
            <p:cNvSpPr/>
            <p:nvPr/>
          </p:nvSpPr>
          <p:spPr>
            <a:xfrm>
              <a:off x="-56606275" y="2854725"/>
              <a:ext cx="17325" cy="18150"/>
            </a:xfrm>
            <a:custGeom>
              <a:rect b="b" l="l" r="r" t="t"/>
              <a:pathLst>
                <a:path extrusionOk="0" h="726" w="693">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1" name="Google Shape;11451;p137"/>
            <p:cNvSpPr/>
            <p:nvPr/>
          </p:nvSpPr>
          <p:spPr>
            <a:xfrm>
              <a:off x="-56756725" y="2686975"/>
              <a:ext cx="242600" cy="317425"/>
            </a:xfrm>
            <a:custGeom>
              <a:rect b="b" l="l" r="r" t="t"/>
              <a:pathLst>
                <a:path extrusionOk="0" h="12697" w="9704">
                  <a:moveTo>
                    <a:pt x="5955" y="4442"/>
                  </a:moveTo>
                  <a:lnTo>
                    <a:pt x="7058" y="5199"/>
                  </a:lnTo>
                  <a:lnTo>
                    <a:pt x="5798" y="5199"/>
                  </a:lnTo>
                  <a:cubicBezTo>
                    <a:pt x="5924" y="5009"/>
                    <a:pt x="5955" y="4757"/>
                    <a:pt x="5955" y="4442"/>
                  </a:cubicBezTo>
                  <a:close/>
                  <a:moveTo>
                    <a:pt x="3750" y="4127"/>
                  </a:moveTo>
                  <a:lnTo>
                    <a:pt x="3750" y="4127"/>
                  </a:lnTo>
                  <a:cubicBezTo>
                    <a:pt x="3718" y="4253"/>
                    <a:pt x="3718" y="4379"/>
                    <a:pt x="3718" y="4474"/>
                  </a:cubicBezTo>
                  <a:cubicBezTo>
                    <a:pt x="3718" y="4757"/>
                    <a:pt x="3781" y="5009"/>
                    <a:pt x="3876" y="5230"/>
                  </a:cubicBezTo>
                  <a:lnTo>
                    <a:pt x="2363" y="5230"/>
                  </a:lnTo>
                  <a:lnTo>
                    <a:pt x="3750" y="4127"/>
                  </a:lnTo>
                  <a:close/>
                  <a:moveTo>
                    <a:pt x="4821" y="3749"/>
                  </a:moveTo>
                  <a:cubicBezTo>
                    <a:pt x="4947" y="3749"/>
                    <a:pt x="5167" y="4001"/>
                    <a:pt x="5167" y="4474"/>
                  </a:cubicBezTo>
                  <a:cubicBezTo>
                    <a:pt x="5167" y="4946"/>
                    <a:pt x="4947" y="5230"/>
                    <a:pt x="4821" y="5230"/>
                  </a:cubicBezTo>
                  <a:cubicBezTo>
                    <a:pt x="4695" y="5230"/>
                    <a:pt x="4474" y="4946"/>
                    <a:pt x="4474" y="4474"/>
                  </a:cubicBezTo>
                  <a:cubicBezTo>
                    <a:pt x="4474" y="4001"/>
                    <a:pt x="4695" y="3749"/>
                    <a:pt x="4821" y="3749"/>
                  </a:cubicBezTo>
                  <a:close/>
                  <a:moveTo>
                    <a:pt x="6806" y="756"/>
                  </a:moveTo>
                  <a:lnTo>
                    <a:pt x="757" y="5545"/>
                  </a:lnTo>
                  <a:lnTo>
                    <a:pt x="757" y="2584"/>
                  </a:lnTo>
                  <a:cubicBezTo>
                    <a:pt x="725" y="1607"/>
                    <a:pt x="1576" y="756"/>
                    <a:pt x="2616" y="756"/>
                  </a:cubicBezTo>
                  <a:close/>
                  <a:moveTo>
                    <a:pt x="7814" y="914"/>
                  </a:moveTo>
                  <a:cubicBezTo>
                    <a:pt x="8475" y="1166"/>
                    <a:pt x="8948" y="1859"/>
                    <a:pt x="8948" y="2647"/>
                  </a:cubicBezTo>
                  <a:lnTo>
                    <a:pt x="8948" y="5640"/>
                  </a:lnTo>
                  <a:lnTo>
                    <a:pt x="5167" y="2993"/>
                  </a:lnTo>
                  <a:lnTo>
                    <a:pt x="7814" y="914"/>
                  </a:lnTo>
                  <a:close/>
                  <a:moveTo>
                    <a:pt x="8160" y="5955"/>
                  </a:moveTo>
                  <a:lnTo>
                    <a:pt x="8255" y="5986"/>
                  </a:lnTo>
                  <a:lnTo>
                    <a:pt x="8255" y="8633"/>
                  </a:lnTo>
                  <a:lnTo>
                    <a:pt x="8192" y="8633"/>
                  </a:lnTo>
                  <a:cubicBezTo>
                    <a:pt x="8192" y="9767"/>
                    <a:pt x="7625" y="10838"/>
                    <a:pt x="6711" y="11405"/>
                  </a:cubicBezTo>
                  <a:lnTo>
                    <a:pt x="6711" y="9357"/>
                  </a:lnTo>
                  <a:cubicBezTo>
                    <a:pt x="6711" y="9200"/>
                    <a:pt x="6617" y="9105"/>
                    <a:pt x="6522" y="9042"/>
                  </a:cubicBezTo>
                  <a:cubicBezTo>
                    <a:pt x="6002" y="8790"/>
                    <a:pt x="5427" y="8664"/>
                    <a:pt x="4856" y="8664"/>
                  </a:cubicBezTo>
                  <a:cubicBezTo>
                    <a:pt x="4285" y="8664"/>
                    <a:pt x="3718" y="8790"/>
                    <a:pt x="3214" y="9042"/>
                  </a:cubicBezTo>
                  <a:cubicBezTo>
                    <a:pt x="3088" y="9137"/>
                    <a:pt x="2994" y="9263"/>
                    <a:pt x="2994" y="9357"/>
                  </a:cubicBezTo>
                  <a:lnTo>
                    <a:pt x="2994" y="11405"/>
                  </a:lnTo>
                  <a:cubicBezTo>
                    <a:pt x="2111" y="10838"/>
                    <a:pt x="1513" y="9798"/>
                    <a:pt x="1513" y="8633"/>
                  </a:cubicBezTo>
                  <a:lnTo>
                    <a:pt x="1513" y="5955"/>
                  </a:lnTo>
                  <a:close/>
                  <a:moveTo>
                    <a:pt x="4837" y="9428"/>
                  </a:moveTo>
                  <a:cubicBezTo>
                    <a:pt x="5223" y="9428"/>
                    <a:pt x="5608" y="9499"/>
                    <a:pt x="5955" y="9641"/>
                  </a:cubicBezTo>
                  <a:lnTo>
                    <a:pt x="5955" y="11815"/>
                  </a:lnTo>
                  <a:cubicBezTo>
                    <a:pt x="5608" y="11941"/>
                    <a:pt x="5262" y="12004"/>
                    <a:pt x="4852" y="12004"/>
                  </a:cubicBezTo>
                  <a:cubicBezTo>
                    <a:pt x="4474" y="12004"/>
                    <a:pt x="4065" y="11941"/>
                    <a:pt x="3718" y="11815"/>
                  </a:cubicBezTo>
                  <a:lnTo>
                    <a:pt x="3718" y="9641"/>
                  </a:lnTo>
                  <a:cubicBezTo>
                    <a:pt x="4065" y="9499"/>
                    <a:pt x="4451" y="9428"/>
                    <a:pt x="4837" y="9428"/>
                  </a:cubicBezTo>
                  <a:close/>
                  <a:moveTo>
                    <a:pt x="2616" y="0"/>
                  </a:moveTo>
                  <a:cubicBezTo>
                    <a:pt x="1166" y="0"/>
                    <a:pt x="1" y="1166"/>
                    <a:pt x="1" y="2584"/>
                  </a:cubicBezTo>
                  <a:lnTo>
                    <a:pt x="1" y="6333"/>
                  </a:lnTo>
                  <a:cubicBezTo>
                    <a:pt x="1" y="6554"/>
                    <a:pt x="188" y="6698"/>
                    <a:pt x="375" y="6698"/>
                  </a:cubicBezTo>
                  <a:cubicBezTo>
                    <a:pt x="454" y="6698"/>
                    <a:pt x="534" y="6672"/>
                    <a:pt x="599" y="6616"/>
                  </a:cubicBezTo>
                  <a:lnTo>
                    <a:pt x="757" y="6490"/>
                  </a:lnTo>
                  <a:lnTo>
                    <a:pt x="757" y="8601"/>
                  </a:lnTo>
                  <a:cubicBezTo>
                    <a:pt x="757" y="10869"/>
                    <a:pt x="2616" y="12697"/>
                    <a:pt x="4852" y="12697"/>
                  </a:cubicBezTo>
                  <a:cubicBezTo>
                    <a:pt x="7089" y="12697"/>
                    <a:pt x="8948" y="10869"/>
                    <a:pt x="8948" y="8601"/>
                  </a:cubicBezTo>
                  <a:lnTo>
                    <a:pt x="8948" y="6522"/>
                  </a:lnTo>
                  <a:lnTo>
                    <a:pt x="9106" y="6648"/>
                  </a:lnTo>
                  <a:cubicBezTo>
                    <a:pt x="9173" y="6690"/>
                    <a:pt x="9247" y="6710"/>
                    <a:pt x="9320" y="6710"/>
                  </a:cubicBezTo>
                  <a:cubicBezTo>
                    <a:pt x="9518" y="6710"/>
                    <a:pt x="9704" y="6563"/>
                    <a:pt x="9704" y="6333"/>
                  </a:cubicBezTo>
                  <a:lnTo>
                    <a:pt x="9704" y="2584"/>
                  </a:lnTo>
                  <a:cubicBezTo>
                    <a:pt x="9704" y="1166"/>
                    <a:pt x="8507" y="0"/>
                    <a:pt x="708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52" name="Google Shape;11452;p137"/>
          <p:cNvGrpSpPr/>
          <p:nvPr/>
        </p:nvGrpSpPr>
        <p:grpSpPr>
          <a:xfrm>
            <a:off x="4870518" y="2684124"/>
            <a:ext cx="337346" cy="361998"/>
            <a:chOff x="-54826975" y="1903275"/>
            <a:chExt cx="297300" cy="319025"/>
          </a:xfrm>
        </p:grpSpPr>
        <p:sp>
          <p:nvSpPr>
            <p:cNvPr id="11453" name="Google Shape;11453;p137"/>
            <p:cNvSpPr/>
            <p:nvPr/>
          </p:nvSpPr>
          <p:spPr>
            <a:xfrm>
              <a:off x="-54712850" y="2135825"/>
              <a:ext cx="73275" cy="28975"/>
            </a:xfrm>
            <a:custGeom>
              <a:rect b="b" l="l" r="r" t="t"/>
              <a:pathLst>
                <a:path extrusionOk="0" h="1159" w="2931">
                  <a:moveTo>
                    <a:pt x="414" y="1"/>
                  </a:moveTo>
                  <a:cubicBezTo>
                    <a:pt x="316" y="1"/>
                    <a:pt x="222" y="40"/>
                    <a:pt x="159" y="119"/>
                  </a:cubicBezTo>
                  <a:cubicBezTo>
                    <a:pt x="1" y="276"/>
                    <a:pt x="1" y="497"/>
                    <a:pt x="159" y="623"/>
                  </a:cubicBezTo>
                  <a:cubicBezTo>
                    <a:pt x="537" y="970"/>
                    <a:pt x="1009" y="1159"/>
                    <a:pt x="1482" y="1159"/>
                  </a:cubicBezTo>
                  <a:cubicBezTo>
                    <a:pt x="1986" y="1159"/>
                    <a:pt x="2458" y="970"/>
                    <a:pt x="2773" y="623"/>
                  </a:cubicBezTo>
                  <a:cubicBezTo>
                    <a:pt x="2931" y="465"/>
                    <a:pt x="2931" y="213"/>
                    <a:pt x="2773" y="119"/>
                  </a:cubicBezTo>
                  <a:cubicBezTo>
                    <a:pt x="2695" y="40"/>
                    <a:pt x="2592" y="1"/>
                    <a:pt x="2498" y="1"/>
                  </a:cubicBezTo>
                  <a:cubicBezTo>
                    <a:pt x="2403" y="1"/>
                    <a:pt x="2317" y="40"/>
                    <a:pt x="2269" y="119"/>
                  </a:cubicBezTo>
                  <a:cubicBezTo>
                    <a:pt x="2049" y="308"/>
                    <a:pt x="1734" y="434"/>
                    <a:pt x="1482" y="434"/>
                  </a:cubicBezTo>
                  <a:cubicBezTo>
                    <a:pt x="1167" y="434"/>
                    <a:pt x="883" y="308"/>
                    <a:pt x="694" y="119"/>
                  </a:cubicBezTo>
                  <a:cubicBezTo>
                    <a:pt x="615" y="40"/>
                    <a:pt x="513" y="1"/>
                    <a:pt x="41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4" name="Google Shape;11454;p137"/>
            <p:cNvSpPr/>
            <p:nvPr/>
          </p:nvSpPr>
          <p:spPr>
            <a:xfrm>
              <a:off x="-54826975" y="1903275"/>
              <a:ext cx="297300" cy="319025"/>
            </a:xfrm>
            <a:custGeom>
              <a:rect b="b" l="l" r="r" t="t"/>
              <a:pathLst>
                <a:path extrusionOk="0" h="12761" w="11892">
                  <a:moveTo>
                    <a:pt x="3400" y="694"/>
                  </a:moveTo>
                  <a:cubicBezTo>
                    <a:pt x="3715" y="694"/>
                    <a:pt x="3999" y="915"/>
                    <a:pt x="4093" y="1167"/>
                  </a:cubicBezTo>
                  <a:cubicBezTo>
                    <a:pt x="2928" y="1797"/>
                    <a:pt x="2046" y="3025"/>
                    <a:pt x="1951" y="4443"/>
                  </a:cubicBezTo>
                  <a:cubicBezTo>
                    <a:pt x="1932" y="4444"/>
                    <a:pt x="1914" y="4445"/>
                    <a:pt x="1895" y="4445"/>
                  </a:cubicBezTo>
                  <a:cubicBezTo>
                    <a:pt x="1481" y="4445"/>
                    <a:pt x="1163" y="4112"/>
                    <a:pt x="1163" y="3750"/>
                  </a:cubicBezTo>
                  <a:cubicBezTo>
                    <a:pt x="1163" y="3498"/>
                    <a:pt x="1258" y="3340"/>
                    <a:pt x="1352" y="3214"/>
                  </a:cubicBezTo>
                  <a:cubicBezTo>
                    <a:pt x="1478" y="3057"/>
                    <a:pt x="1478" y="2868"/>
                    <a:pt x="1352" y="2710"/>
                  </a:cubicBezTo>
                  <a:cubicBezTo>
                    <a:pt x="1258" y="2584"/>
                    <a:pt x="1163" y="2427"/>
                    <a:pt x="1163" y="2206"/>
                  </a:cubicBezTo>
                  <a:cubicBezTo>
                    <a:pt x="1163" y="1797"/>
                    <a:pt x="1478" y="1450"/>
                    <a:pt x="1888" y="1450"/>
                  </a:cubicBezTo>
                  <a:cubicBezTo>
                    <a:pt x="1983" y="1450"/>
                    <a:pt x="2109" y="1450"/>
                    <a:pt x="2172" y="1482"/>
                  </a:cubicBezTo>
                  <a:cubicBezTo>
                    <a:pt x="2216" y="1504"/>
                    <a:pt x="2263" y="1514"/>
                    <a:pt x="2311" y="1514"/>
                  </a:cubicBezTo>
                  <a:cubicBezTo>
                    <a:pt x="2468" y="1514"/>
                    <a:pt x="2627" y="1406"/>
                    <a:pt x="2676" y="1261"/>
                  </a:cubicBezTo>
                  <a:cubicBezTo>
                    <a:pt x="2770" y="946"/>
                    <a:pt x="3085" y="694"/>
                    <a:pt x="3400" y="694"/>
                  </a:cubicBezTo>
                  <a:close/>
                  <a:moveTo>
                    <a:pt x="8504" y="757"/>
                  </a:moveTo>
                  <a:cubicBezTo>
                    <a:pt x="8819" y="757"/>
                    <a:pt x="9166" y="978"/>
                    <a:pt x="9229" y="1293"/>
                  </a:cubicBezTo>
                  <a:cubicBezTo>
                    <a:pt x="9255" y="1448"/>
                    <a:pt x="9430" y="1561"/>
                    <a:pt x="9614" y="1561"/>
                  </a:cubicBezTo>
                  <a:cubicBezTo>
                    <a:pt x="9654" y="1561"/>
                    <a:pt x="9694" y="1556"/>
                    <a:pt x="9733" y="1545"/>
                  </a:cubicBezTo>
                  <a:cubicBezTo>
                    <a:pt x="9827" y="1482"/>
                    <a:pt x="9953" y="1482"/>
                    <a:pt x="10016" y="1482"/>
                  </a:cubicBezTo>
                  <a:cubicBezTo>
                    <a:pt x="10394" y="1482"/>
                    <a:pt x="10772" y="1797"/>
                    <a:pt x="10772" y="2238"/>
                  </a:cubicBezTo>
                  <a:cubicBezTo>
                    <a:pt x="10772" y="2490"/>
                    <a:pt x="10646" y="2647"/>
                    <a:pt x="10552" y="2742"/>
                  </a:cubicBezTo>
                  <a:cubicBezTo>
                    <a:pt x="10457" y="2899"/>
                    <a:pt x="10457" y="3120"/>
                    <a:pt x="10552" y="3277"/>
                  </a:cubicBezTo>
                  <a:cubicBezTo>
                    <a:pt x="10646" y="3372"/>
                    <a:pt x="10772" y="3529"/>
                    <a:pt x="10772" y="3782"/>
                  </a:cubicBezTo>
                  <a:cubicBezTo>
                    <a:pt x="10772" y="4160"/>
                    <a:pt x="10489" y="4475"/>
                    <a:pt x="10079" y="4538"/>
                  </a:cubicBezTo>
                  <a:cubicBezTo>
                    <a:pt x="9985" y="3057"/>
                    <a:pt x="9071" y="1860"/>
                    <a:pt x="7842" y="1230"/>
                  </a:cubicBezTo>
                  <a:cubicBezTo>
                    <a:pt x="7969" y="915"/>
                    <a:pt x="8252" y="757"/>
                    <a:pt x="8504" y="757"/>
                  </a:cubicBezTo>
                  <a:close/>
                  <a:moveTo>
                    <a:pt x="6078" y="1482"/>
                  </a:moveTo>
                  <a:cubicBezTo>
                    <a:pt x="7874" y="1482"/>
                    <a:pt x="9386" y="2994"/>
                    <a:pt x="9386" y="4853"/>
                  </a:cubicBezTo>
                  <a:lnTo>
                    <a:pt x="9386" y="5640"/>
                  </a:lnTo>
                  <a:cubicBezTo>
                    <a:pt x="9071" y="5388"/>
                    <a:pt x="8662" y="5262"/>
                    <a:pt x="8284" y="5262"/>
                  </a:cubicBezTo>
                  <a:cubicBezTo>
                    <a:pt x="7370" y="5262"/>
                    <a:pt x="6614" y="5892"/>
                    <a:pt x="6456" y="6774"/>
                  </a:cubicBezTo>
                  <a:lnTo>
                    <a:pt x="5637" y="6774"/>
                  </a:lnTo>
                  <a:cubicBezTo>
                    <a:pt x="5480" y="5892"/>
                    <a:pt x="4692" y="5262"/>
                    <a:pt x="3841" y="5262"/>
                  </a:cubicBezTo>
                  <a:cubicBezTo>
                    <a:pt x="3400" y="5262"/>
                    <a:pt x="3054" y="5420"/>
                    <a:pt x="2739" y="5640"/>
                  </a:cubicBezTo>
                  <a:lnTo>
                    <a:pt x="2739" y="4853"/>
                  </a:lnTo>
                  <a:cubicBezTo>
                    <a:pt x="2739" y="2994"/>
                    <a:pt x="4219" y="1482"/>
                    <a:pt x="6078" y="1482"/>
                  </a:cubicBezTo>
                  <a:close/>
                  <a:moveTo>
                    <a:pt x="1888" y="6743"/>
                  </a:moveTo>
                  <a:lnTo>
                    <a:pt x="1888" y="7058"/>
                  </a:lnTo>
                  <a:lnTo>
                    <a:pt x="1857" y="7216"/>
                  </a:lnTo>
                  <a:cubicBezTo>
                    <a:pt x="1794" y="7531"/>
                    <a:pt x="1731" y="7877"/>
                    <a:pt x="1699" y="8192"/>
                  </a:cubicBezTo>
                  <a:cubicBezTo>
                    <a:pt x="1384" y="8098"/>
                    <a:pt x="1163" y="7783"/>
                    <a:pt x="1163" y="7468"/>
                  </a:cubicBezTo>
                  <a:cubicBezTo>
                    <a:pt x="1163" y="7090"/>
                    <a:pt x="1478" y="6743"/>
                    <a:pt x="1888" y="6743"/>
                  </a:cubicBezTo>
                  <a:close/>
                  <a:moveTo>
                    <a:pt x="3778" y="5987"/>
                  </a:moveTo>
                  <a:cubicBezTo>
                    <a:pt x="4440" y="5987"/>
                    <a:pt x="4881" y="6491"/>
                    <a:pt x="4881" y="7090"/>
                  </a:cubicBezTo>
                  <a:cubicBezTo>
                    <a:pt x="4881" y="7688"/>
                    <a:pt x="4377" y="8192"/>
                    <a:pt x="3778" y="8192"/>
                  </a:cubicBezTo>
                  <a:cubicBezTo>
                    <a:pt x="3211" y="8192"/>
                    <a:pt x="2676" y="7688"/>
                    <a:pt x="2676" y="7090"/>
                  </a:cubicBezTo>
                  <a:cubicBezTo>
                    <a:pt x="2676" y="6491"/>
                    <a:pt x="3148" y="5987"/>
                    <a:pt x="3778" y="5987"/>
                  </a:cubicBezTo>
                  <a:close/>
                  <a:moveTo>
                    <a:pt x="10142" y="6743"/>
                  </a:moveTo>
                  <a:cubicBezTo>
                    <a:pt x="10520" y="6743"/>
                    <a:pt x="10867" y="7058"/>
                    <a:pt x="10867" y="7468"/>
                  </a:cubicBezTo>
                  <a:cubicBezTo>
                    <a:pt x="10867" y="7846"/>
                    <a:pt x="10646" y="8098"/>
                    <a:pt x="10331" y="8192"/>
                  </a:cubicBezTo>
                  <a:cubicBezTo>
                    <a:pt x="10331" y="7877"/>
                    <a:pt x="10237" y="7531"/>
                    <a:pt x="10174" y="7216"/>
                  </a:cubicBezTo>
                  <a:lnTo>
                    <a:pt x="10142" y="7058"/>
                  </a:lnTo>
                  <a:lnTo>
                    <a:pt x="10142" y="6743"/>
                  </a:lnTo>
                  <a:close/>
                  <a:moveTo>
                    <a:pt x="8337" y="6017"/>
                  </a:moveTo>
                  <a:cubicBezTo>
                    <a:pt x="8912" y="6017"/>
                    <a:pt x="9386" y="6510"/>
                    <a:pt x="9386" y="7121"/>
                  </a:cubicBezTo>
                  <a:cubicBezTo>
                    <a:pt x="9386" y="7751"/>
                    <a:pt x="8882" y="8224"/>
                    <a:pt x="8284" y="8224"/>
                  </a:cubicBezTo>
                  <a:cubicBezTo>
                    <a:pt x="7653" y="8224"/>
                    <a:pt x="7181" y="7720"/>
                    <a:pt x="7181" y="7121"/>
                  </a:cubicBezTo>
                  <a:cubicBezTo>
                    <a:pt x="7181" y="6522"/>
                    <a:pt x="7685" y="6018"/>
                    <a:pt x="8284" y="6018"/>
                  </a:cubicBezTo>
                  <a:cubicBezTo>
                    <a:pt x="8301" y="6017"/>
                    <a:pt x="8319" y="6017"/>
                    <a:pt x="8337" y="6017"/>
                  </a:cubicBezTo>
                  <a:close/>
                  <a:moveTo>
                    <a:pt x="6456" y="7436"/>
                  </a:moveTo>
                  <a:cubicBezTo>
                    <a:pt x="6614" y="8318"/>
                    <a:pt x="7401" y="8948"/>
                    <a:pt x="8284" y="8948"/>
                  </a:cubicBezTo>
                  <a:cubicBezTo>
                    <a:pt x="8788" y="8948"/>
                    <a:pt x="9260" y="8728"/>
                    <a:pt x="9607" y="8381"/>
                  </a:cubicBezTo>
                  <a:lnTo>
                    <a:pt x="9607" y="8381"/>
                  </a:lnTo>
                  <a:cubicBezTo>
                    <a:pt x="9575" y="8476"/>
                    <a:pt x="9575" y="8507"/>
                    <a:pt x="9575" y="8539"/>
                  </a:cubicBezTo>
                  <a:lnTo>
                    <a:pt x="9575" y="8570"/>
                  </a:lnTo>
                  <a:cubicBezTo>
                    <a:pt x="9449" y="10398"/>
                    <a:pt x="7969" y="11973"/>
                    <a:pt x="6047" y="11973"/>
                  </a:cubicBezTo>
                  <a:cubicBezTo>
                    <a:pt x="4062" y="11973"/>
                    <a:pt x="2581" y="10398"/>
                    <a:pt x="2487" y="8570"/>
                  </a:cubicBezTo>
                  <a:lnTo>
                    <a:pt x="2487" y="8539"/>
                  </a:lnTo>
                  <a:lnTo>
                    <a:pt x="2487" y="8381"/>
                  </a:lnTo>
                  <a:cubicBezTo>
                    <a:pt x="2833" y="8728"/>
                    <a:pt x="3306" y="8948"/>
                    <a:pt x="3841" y="8948"/>
                  </a:cubicBezTo>
                  <a:cubicBezTo>
                    <a:pt x="4724" y="8948"/>
                    <a:pt x="5480" y="8318"/>
                    <a:pt x="5637" y="7436"/>
                  </a:cubicBezTo>
                  <a:close/>
                  <a:moveTo>
                    <a:pt x="3400" y="1"/>
                  </a:moveTo>
                  <a:cubicBezTo>
                    <a:pt x="2833" y="1"/>
                    <a:pt x="2361" y="316"/>
                    <a:pt x="2109" y="726"/>
                  </a:cubicBezTo>
                  <a:cubicBezTo>
                    <a:pt x="2041" y="717"/>
                    <a:pt x="1974" y="713"/>
                    <a:pt x="1909" y="713"/>
                  </a:cubicBezTo>
                  <a:cubicBezTo>
                    <a:pt x="784" y="713"/>
                    <a:pt x="1" y="1948"/>
                    <a:pt x="596" y="2931"/>
                  </a:cubicBezTo>
                  <a:cubicBezTo>
                    <a:pt x="470" y="3183"/>
                    <a:pt x="407" y="3403"/>
                    <a:pt x="407" y="3687"/>
                  </a:cubicBezTo>
                  <a:cubicBezTo>
                    <a:pt x="407" y="4506"/>
                    <a:pt x="1069" y="5199"/>
                    <a:pt x="1888" y="5199"/>
                  </a:cubicBezTo>
                  <a:lnTo>
                    <a:pt x="1888" y="5987"/>
                  </a:lnTo>
                  <a:cubicBezTo>
                    <a:pt x="1069" y="5987"/>
                    <a:pt x="407" y="6648"/>
                    <a:pt x="407" y="7468"/>
                  </a:cubicBezTo>
                  <a:cubicBezTo>
                    <a:pt x="407" y="8224"/>
                    <a:pt x="1006" y="8854"/>
                    <a:pt x="1699" y="8980"/>
                  </a:cubicBezTo>
                  <a:cubicBezTo>
                    <a:pt x="1983" y="11028"/>
                    <a:pt x="3715" y="12760"/>
                    <a:pt x="5984" y="12760"/>
                  </a:cubicBezTo>
                  <a:cubicBezTo>
                    <a:pt x="8252" y="12760"/>
                    <a:pt x="10016" y="11028"/>
                    <a:pt x="10300" y="8980"/>
                  </a:cubicBezTo>
                  <a:cubicBezTo>
                    <a:pt x="11024" y="8885"/>
                    <a:pt x="11592" y="8255"/>
                    <a:pt x="11592" y="7468"/>
                  </a:cubicBezTo>
                  <a:cubicBezTo>
                    <a:pt x="11623" y="6648"/>
                    <a:pt x="10961" y="5987"/>
                    <a:pt x="10142" y="5987"/>
                  </a:cubicBezTo>
                  <a:lnTo>
                    <a:pt x="10142" y="5199"/>
                  </a:lnTo>
                  <a:cubicBezTo>
                    <a:pt x="10930" y="5168"/>
                    <a:pt x="11497" y="4475"/>
                    <a:pt x="11497" y="3687"/>
                  </a:cubicBezTo>
                  <a:cubicBezTo>
                    <a:pt x="11497" y="3435"/>
                    <a:pt x="11434" y="3183"/>
                    <a:pt x="11308" y="2962"/>
                  </a:cubicBezTo>
                  <a:cubicBezTo>
                    <a:pt x="11892" y="1970"/>
                    <a:pt x="11150" y="733"/>
                    <a:pt x="10085" y="733"/>
                  </a:cubicBezTo>
                  <a:cubicBezTo>
                    <a:pt x="10001" y="733"/>
                    <a:pt x="9915" y="741"/>
                    <a:pt x="9827" y="757"/>
                  </a:cubicBezTo>
                  <a:cubicBezTo>
                    <a:pt x="9544" y="284"/>
                    <a:pt x="9071" y="1"/>
                    <a:pt x="8504" y="1"/>
                  </a:cubicBezTo>
                  <a:cubicBezTo>
                    <a:pt x="8126" y="1"/>
                    <a:pt x="7779" y="158"/>
                    <a:pt x="7496" y="379"/>
                  </a:cubicBezTo>
                  <a:cubicBezTo>
                    <a:pt x="7338" y="537"/>
                    <a:pt x="7212" y="694"/>
                    <a:pt x="7149" y="915"/>
                  </a:cubicBezTo>
                  <a:cubicBezTo>
                    <a:pt x="6771" y="789"/>
                    <a:pt x="6393" y="726"/>
                    <a:pt x="5984" y="726"/>
                  </a:cubicBezTo>
                  <a:cubicBezTo>
                    <a:pt x="5574" y="726"/>
                    <a:pt x="5165" y="820"/>
                    <a:pt x="4787" y="946"/>
                  </a:cubicBezTo>
                  <a:cubicBezTo>
                    <a:pt x="4534" y="379"/>
                    <a:pt x="4030" y="1"/>
                    <a:pt x="340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5" name="Google Shape;11455;p137"/>
            <p:cNvSpPr/>
            <p:nvPr/>
          </p:nvSpPr>
          <p:spPr>
            <a:xfrm>
              <a:off x="-54722300" y="1997800"/>
              <a:ext cx="92175" cy="17350"/>
            </a:xfrm>
            <a:custGeom>
              <a:rect b="b" l="l" r="r" t="t"/>
              <a:pathLst>
                <a:path extrusionOk="0" h="694" w="3687">
                  <a:moveTo>
                    <a:pt x="347" y="1"/>
                  </a:moveTo>
                  <a:cubicBezTo>
                    <a:pt x="158" y="1"/>
                    <a:pt x="1" y="158"/>
                    <a:pt x="1" y="347"/>
                  </a:cubicBezTo>
                  <a:cubicBezTo>
                    <a:pt x="1" y="536"/>
                    <a:pt x="158" y="694"/>
                    <a:pt x="347" y="694"/>
                  </a:cubicBezTo>
                  <a:lnTo>
                    <a:pt x="3340" y="694"/>
                  </a:lnTo>
                  <a:cubicBezTo>
                    <a:pt x="3529" y="694"/>
                    <a:pt x="3687" y="536"/>
                    <a:pt x="3687" y="347"/>
                  </a:cubicBezTo>
                  <a:cubicBezTo>
                    <a:pt x="3687" y="158"/>
                    <a:pt x="3529" y="1"/>
                    <a:pt x="33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56" name="Google Shape;11456;p137"/>
          <p:cNvGrpSpPr/>
          <p:nvPr/>
        </p:nvGrpSpPr>
        <p:grpSpPr>
          <a:xfrm>
            <a:off x="4858206" y="3137587"/>
            <a:ext cx="361969" cy="359274"/>
            <a:chOff x="-54836500" y="2296300"/>
            <a:chExt cx="319000" cy="316625"/>
          </a:xfrm>
        </p:grpSpPr>
        <p:sp>
          <p:nvSpPr>
            <p:cNvPr id="11457" name="Google Shape;11457;p137"/>
            <p:cNvSpPr/>
            <p:nvPr/>
          </p:nvSpPr>
          <p:spPr>
            <a:xfrm>
              <a:off x="-54722300" y="2445950"/>
              <a:ext cx="17350" cy="17350"/>
            </a:xfrm>
            <a:custGeom>
              <a:rect b="b" l="l" r="r" t="t"/>
              <a:pathLst>
                <a:path extrusionOk="0" h="694" w="694">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8" name="Google Shape;11458;p137"/>
            <p:cNvSpPr/>
            <p:nvPr/>
          </p:nvSpPr>
          <p:spPr>
            <a:xfrm>
              <a:off x="-54647475" y="2445950"/>
              <a:ext cx="18150" cy="17350"/>
            </a:xfrm>
            <a:custGeom>
              <a:rect b="b" l="l" r="r" t="t"/>
              <a:pathLst>
                <a:path extrusionOk="0" h="694" w="726">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9" name="Google Shape;11459;p137"/>
            <p:cNvSpPr/>
            <p:nvPr/>
          </p:nvSpPr>
          <p:spPr>
            <a:xfrm>
              <a:off x="-54712850" y="2508375"/>
              <a:ext cx="73275" cy="29750"/>
            </a:xfrm>
            <a:custGeom>
              <a:rect b="b" l="l" r="r" t="t"/>
              <a:pathLst>
                <a:path extrusionOk="0" h="1190" w="2931">
                  <a:moveTo>
                    <a:pt x="414" y="0"/>
                  </a:moveTo>
                  <a:cubicBezTo>
                    <a:pt x="316" y="0"/>
                    <a:pt x="222" y="40"/>
                    <a:pt x="159" y="119"/>
                  </a:cubicBezTo>
                  <a:cubicBezTo>
                    <a:pt x="1" y="276"/>
                    <a:pt x="1" y="528"/>
                    <a:pt x="159" y="654"/>
                  </a:cubicBezTo>
                  <a:cubicBezTo>
                    <a:pt x="537" y="1001"/>
                    <a:pt x="1009" y="1190"/>
                    <a:pt x="1482" y="1190"/>
                  </a:cubicBezTo>
                  <a:cubicBezTo>
                    <a:pt x="1986" y="1190"/>
                    <a:pt x="2458" y="1001"/>
                    <a:pt x="2773" y="654"/>
                  </a:cubicBezTo>
                  <a:cubicBezTo>
                    <a:pt x="2931" y="497"/>
                    <a:pt x="2931" y="245"/>
                    <a:pt x="2773" y="119"/>
                  </a:cubicBezTo>
                  <a:cubicBezTo>
                    <a:pt x="2695" y="40"/>
                    <a:pt x="2592" y="0"/>
                    <a:pt x="2498" y="0"/>
                  </a:cubicBezTo>
                  <a:cubicBezTo>
                    <a:pt x="2403" y="0"/>
                    <a:pt x="2317" y="40"/>
                    <a:pt x="2269" y="119"/>
                  </a:cubicBezTo>
                  <a:cubicBezTo>
                    <a:pt x="2049" y="339"/>
                    <a:pt x="1734" y="434"/>
                    <a:pt x="1482" y="434"/>
                  </a:cubicBezTo>
                  <a:cubicBezTo>
                    <a:pt x="1167" y="434"/>
                    <a:pt x="883" y="339"/>
                    <a:pt x="694" y="119"/>
                  </a:cubicBezTo>
                  <a:cubicBezTo>
                    <a:pt x="615" y="40"/>
                    <a:pt x="513" y="0"/>
                    <a:pt x="41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0" name="Google Shape;11460;p137"/>
            <p:cNvSpPr/>
            <p:nvPr/>
          </p:nvSpPr>
          <p:spPr>
            <a:xfrm>
              <a:off x="-54836500" y="2296300"/>
              <a:ext cx="319000" cy="316625"/>
            </a:xfrm>
            <a:custGeom>
              <a:rect b="b" l="l" r="r" t="t"/>
              <a:pathLst>
                <a:path extrusionOk="0" h="12665" w="12760">
                  <a:moveTo>
                    <a:pt x="5672" y="694"/>
                  </a:moveTo>
                  <a:cubicBezTo>
                    <a:pt x="5577" y="883"/>
                    <a:pt x="5483" y="1167"/>
                    <a:pt x="5388" y="1450"/>
                  </a:cubicBezTo>
                  <a:lnTo>
                    <a:pt x="2742" y="1450"/>
                  </a:lnTo>
                  <a:lnTo>
                    <a:pt x="2427" y="694"/>
                  </a:lnTo>
                  <a:close/>
                  <a:moveTo>
                    <a:pt x="10303" y="694"/>
                  </a:moveTo>
                  <a:lnTo>
                    <a:pt x="10051" y="1450"/>
                  </a:lnTo>
                  <a:lnTo>
                    <a:pt x="7404" y="1450"/>
                  </a:lnTo>
                  <a:cubicBezTo>
                    <a:pt x="7310" y="1167"/>
                    <a:pt x="7215" y="883"/>
                    <a:pt x="7089" y="694"/>
                  </a:cubicBezTo>
                  <a:close/>
                  <a:moveTo>
                    <a:pt x="6428" y="977"/>
                  </a:moveTo>
                  <a:cubicBezTo>
                    <a:pt x="6585" y="1293"/>
                    <a:pt x="6774" y="1734"/>
                    <a:pt x="6774" y="2206"/>
                  </a:cubicBezTo>
                  <a:cubicBezTo>
                    <a:pt x="6774" y="2647"/>
                    <a:pt x="6585" y="3088"/>
                    <a:pt x="6428" y="3403"/>
                  </a:cubicBezTo>
                  <a:cubicBezTo>
                    <a:pt x="6270" y="3088"/>
                    <a:pt x="6050" y="2647"/>
                    <a:pt x="6050" y="2206"/>
                  </a:cubicBezTo>
                  <a:cubicBezTo>
                    <a:pt x="6018" y="1671"/>
                    <a:pt x="6207" y="1230"/>
                    <a:pt x="6428" y="977"/>
                  </a:cubicBezTo>
                  <a:close/>
                  <a:moveTo>
                    <a:pt x="5325" y="2206"/>
                  </a:moveTo>
                  <a:cubicBezTo>
                    <a:pt x="5325" y="2773"/>
                    <a:pt x="5514" y="3309"/>
                    <a:pt x="5735" y="3687"/>
                  </a:cubicBezTo>
                  <a:lnTo>
                    <a:pt x="3655" y="3687"/>
                  </a:lnTo>
                  <a:lnTo>
                    <a:pt x="3057" y="2206"/>
                  </a:lnTo>
                  <a:close/>
                  <a:moveTo>
                    <a:pt x="9799" y="2206"/>
                  </a:moveTo>
                  <a:lnTo>
                    <a:pt x="9169" y="3687"/>
                  </a:lnTo>
                  <a:lnTo>
                    <a:pt x="7121" y="3687"/>
                  </a:lnTo>
                  <a:cubicBezTo>
                    <a:pt x="7310" y="3309"/>
                    <a:pt x="7562" y="2773"/>
                    <a:pt x="7562" y="2206"/>
                  </a:cubicBezTo>
                  <a:close/>
                  <a:moveTo>
                    <a:pt x="9043" y="4380"/>
                  </a:moveTo>
                  <a:lnTo>
                    <a:pt x="9043" y="5136"/>
                  </a:lnTo>
                  <a:cubicBezTo>
                    <a:pt x="9043" y="6837"/>
                    <a:pt x="9515" y="7436"/>
                    <a:pt x="9736" y="8602"/>
                  </a:cubicBezTo>
                  <a:cubicBezTo>
                    <a:pt x="9326" y="10114"/>
                    <a:pt x="7940" y="11185"/>
                    <a:pt x="6428" y="11185"/>
                  </a:cubicBezTo>
                  <a:cubicBezTo>
                    <a:pt x="4852" y="11185"/>
                    <a:pt x="3498" y="10114"/>
                    <a:pt x="3120" y="8602"/>
                  </a:cubicBezTo>
                  <a:cubicBezTo>
                    <a:pt x="3309" y="7436"/>
                    <a:pt x="3781" y="6837"/>
                    <a:pt x="3781" y="5136"/>
                  </a:cubicBezTo>
                  <a:lnTo>
                    <a:pt x="3781" y="4380"/>
                  </a:lnTo>
                  <a:close/>
                  <a:moveTo>
                    <a:pt x="2301" y="2238"/>
                  </a:moveTo>
                  <a:lnTo>
                    <a:pt x="3025" y="4096"/>
                  </a:lnTo>
                  <a:lnTo>
                    <a:pt x="3025" y="5105"/>
                  </a:lnTo>
                  <a:cubicBezTo>
                    <a:pt x="3025" y="6711"/>
                    <a:pt x="2584" y="7184"/>
                    <a:pt x="2364" y="8539"/>
                  </a:cubicBezTo>
                  <a:cubicBezTo>
                    <a:pt x="2301" y="8917"/>
                    <a:pt x="2301" y="9326"/>
                    <a:pt x="2301" y="9704"/>
                  </a:cubicBezTo>
                  <a:lnTo>
                    <a:pt x="2301" y="11595"/>
                  </a:lnTo>
                  <a:lnTo>
                    <a:pt x="2269" y="11595"/>
                  </a:lnTo>
                  <a:lnTo>
                    <a:pt x="1733" y="11217"/>
                  </a:lnTo>
                  <a:cubicBezTo>
                    <a:pt x="1135" y="10807"/>
                    <a:pt x="788" y="10177"/>
                    <a:pt x="788" y="9484"/>
                  </a:cubicBezTo>
                  <a:cubicBezTo>
                    <a:pt x="788" y="8444"/>
                    <a:pt x="1040" y="7404"/>
                    <a:pt x="1513" y="6491"/>
                  </a:cubicBezTo>
                  <a:cubicBezTo>
                    <a:pt x="2017" y="5451"/>
                    <a:pt x="2301" y="4285"/>
                    <a:pt x="2301" y="3088"/>
                  </a:cubicBezTo>
                  <a:lnTo>
                    <a:pt x="2301" y="2238"/>
                  </a:lnTo>
                  <a:close/>
                  <a:moveTo>
                    <a:pt x="10555" y="2269"/>
                  </a:moveTo>
                  <a:lnTo>
                    <a:pt x="10555" y="3151"/>
                  </a:lnTo>
                  <a:cubicBezTo>
                    <a:pt x="10555" y="4317"/>
                    <a:pt x="10838" y="5514"/>
                    <a:pt x="11342" y="6522"/>
                  </a:cubicBezTo>
                  <a:cubicBezTo>
                    <a:pt x="11815" y="7436"/>
                    <a:pt x="12036" y="8507"/>
                    <a:pt x="12036" y="9515"/>
                  </a:cubicBezTo>
                  <a:cubicBezTo>
                    <a:pt x="12004" y="10177"/>
                    <a:pt x="11689" y="10870"/>
                    <a:pt x="11090" y="11217"/>
                  </a:cubicBezTo>
                  <a:lnTo>
                    <a:pt x="10555" y="11595"/>
                  </a:lnTo>
                  <a:lnTo>
                    <a:pt x="10555" y="9767"/>
                  </a:lnTo>
                  <a:cubicBezTo>
                    <a:pt x="10555" y="9358"/>
                    <a:pt x="10523" y="8980"/>
                    <a:pt x="10460" y="8570"/>
                  </a:cubicBezTo>
                  <a:cubicBezTo>
                    <a:pt x="10271" y="7247"/>
                    <a:pt x="9799" y="6774"/>
                    <a:pt x="9799" y="5136"/>
                  </a:cubicBezTo>
                  <a:lnTo>
                    <a:pt x="9799" y="4128"/>
                  </a:lnTo>
                  <a:lnTo>
                    <a:pt x="10555" y="2269"/>
                  </a:lnTo>
                  <a:close/>
                  <a:moveTo>
                    <a:pt x="1859" y="1"/>
                  </a:moveTo>
                  <a:cubicBezTo>
                    <a:pt x="1639" y="1"/>
                    <a:pt x="1481" y="158"/>
                    <a:pt x="1481" y="347"/>
                  </a:cubicBezTo>
                  <a:lnTo>
                    <a:pt x="1481" y="3151"/>
                  </a:lnTo>
                  <a:cubicBezTo>
                    <a:pt x="1481" y="4191"/>
                    <a:pt x="1261" y="5262"/>
                    <a:pt x="788" y="6176"/>
                  </a:cubicBezTo>
                  <a:cubicBezTo>
                    <a:pt x="284" y="7184"/>
                    <a:pt x="1" y="8350"/>
                    <a:pt x="1" y="9484"/>
                  </a:cubicBezTo>
                  <a:cubicBezTo>
                    <a:pt x="1" y="10429"/>
                    <a:pt x="473" y="11280"/>
                    <a:pt x="1261" y="11847"/>
                  </a:cubicBezTo>
                  <a:lnTo>
                    <a:pt x="2395" y="12603"/>
                  </a:lnTo>
                  <a:cubicBezTo>
                    <a:pt x="2463" y="12645"/>
                    <a:pt x="2537" y="12665"/>
                    <a:pt x="2610" y="12665"/>
                  </a:cubicBezTo>
                  <a:cubicBezTo>
                    <a:pt x="2808" y="12665"/>
                    <a:pt x="2994" y="12518"/>
                    <a:pt x="2994" y="12288"/>
                  </a:cubicBezTo>
                  <a:lnTo>
                    <a:pt x="2994" y="10145"/>
                  </a:lnTo>
                  <a:cubicBezTo>
                    <a:pt x="3781" y="11248"/>
                    <a:pt x="5041" y="11878"/>
                    <a:pt x="6365" y="11878"/>
                  </a:cubicBezTo>
                  <a:cubicBezTo>
                    <a:pt x="7719" y="11878"/>
                    <a:pt x="8980" y="11248"/>
                    <a:pt x="9767" y="10145"/>
                  </a:cubicBezTo>
                  <a:lnTo>
                    <a:pt x="9767" y="12288"/>
                  </a:lnTo>
                  <a:cubicBezTo>
                    <a:pt x="9767" y="12521"/>
                    <a:pt x="9941" y="12651"/>
                    <a:pt x="10146" y="12651"/>
                  </a:cubicBezTo>
                  <a:cubicBezTo>
                    <a:pt x="10217" y="12651"/>
                    <a:pt x="10293" y="12635"/>
                    <a:pt x="10366" y="12603"/>
                  </a:cubicBezTo>
                  <a:lnTo>
                    <a:pt x="11500" y="11847"/>
                  </a:lnTo>
                  <a:cubicBezTo>
                    <a:pt x="12288" y="11343"/>
                    <a:pt x="12760" y="10429"/>
                    <a:pt x="12760" y="9484"/>
                  </a:cubicBezTo>
                  <a:cubicBezTo>
                    <a:pt x="12760" y="8350"/>
                    <a:pt x="12477" y="7184"/>
                    <a:pt x="11973" y="6176"/>
                  </a:cubicBezTo>
                  <a:cubicBezTo>
                    <a:pt x="11500" y="5262"/>
                    <a:pt x="11248" y="4159"/>
                    <a:pt x="11248" y="3151"/>
                  </a:cubicBezTo>
                  <a:lnTo>
                    <a:pt x="11248" y="347"/>
                  </a:lnTo>
                  <a:cubicBezTo>
                    <a:pt x="11248" y="158"/>
                    <a:pt x="11090" y="1"/>
                    <a:pt x="1090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61" name="Google Shape;11461;p137"/>
          <p:cNvGrpSpPr/>
          <p:nvPr/>
        </p:nvGrpSpPr>
        <p:grpSpPr>
          <a:xfrm>
            <a:off x="4879652" y="3604259"/>
            <a:ext cx="319078" cy="361090"/>
            <a:chOff x="-54817600" y="2687750"/>
            <a:chExt cx="281200" cy="318225"/>
          </a:xfrm>
        </p:grpSpPr>
        <p:sp>
          <p:nvSpPr>
            <p:cNvPr id="11462" name="Google Shape;11462;p137"/>
            <p:cNvSpPr/>
            <p:nvPr/>
          </p:nvSpPr>
          <p:spPr>
            <a:xfrm>
              <a:off x="-54712850" y="2919525"/>
              <a:ext cx="73275" cy="28950"/>
            </a:xfrm>
            <a:custGeom>
              <a:rect b="b" l="l" r="r" t="t"/>
              <a:pathLst>
                <a:path extrusionOk="0" h="1158" w="2931">
                  <a:moveTo>
                    <a:pt x="414" y="0"/>
                  </a:moveTo>
                  <a:cubicBezTo>
                    <a:pt x="316" y="0"/>
                    <a:pt x="222" y="39"/>
                    <a:pt x="159" y="118"/>
                  </a:cubicBezTo>
                  <a:cubicBezTo>
                    <a:pt x="1" y="276"/>
                    <a:pt x="1" y="496"/>
                    <a:pt x="159" y="622"/>
                  </a:cubicBezTo>
                  <a:cubicBezTo>
                    <a:pt x="537" y="969"/>
                    <a:pt x="1009" y="1158"/>
                    <a:pt x="1482" y="1158"/>
                  </a:cubicBezTo>
                  <a:cubicBezTo>
                    <a:pt x="1986" y="1158"/>
                    <a:pt x="2458" y="969"/>
                    <a:pt x="2773" y="622"/>
                  </a:cubicBezTo>
                  <a:cubicBezTo>
                    <a:pt x="2931" y="465"/>
                    <a:pt x="2931" y="213"/>
                    <a:pt x="2773" y="118"/>
                  </a:cubicBezTo>
                  <a:cubicBezTo>
                    <a:pt x="2695" y="39"/>
                    <a:pt x="2592" y="0"/>
                    <a:pt x="2498" y="0"/>
                  </a:cubicBezTo>
                  <a:cubicBezTo>
                    <a:pt x="2403" y="0"/>
                    <a:pt x="2317" y="39"/>
                    <a:pt x="2269" y="118"/>
                  </a:cubicBezTo>
                  <a:cubicBezTo>
                    <a:pt x="2049" y="307"/>
                    <a:pt x="1734" y="433"/>
                    <a:pt x="1482" y="433"/>
                  </a:cubicBezTo>
                  <a:cubicBezTo>
                    <a:pt x="1167" y="433"/>
                    <a:pt x="883" y="307"/>
                    <a:pt x="694" y="118"/>
                  </a:cubicBezTo>
                  <a:cubicBezTo>
                    <a:pt x="615" y="39"/>
                    <a:pt x="513" y="0"/>
                    <a:pt x="41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3" name="Google Shape;11463;p137"/>
            <p:cNvSpPr/>
            <p:nvPr/>
          </p:nvSpPr>
          <p:spPr>
            <a:xfrm>
              <a:off x="-54722300" y="2856300"/>
              <a:ext cx="17350" cy="17350"/>
            </a:xfrm>
            <a:custGeom>
              <a:rect b="b" l="l" r="r" t="t"/>
              <a:pathLst>
                <a:path extrusionOk="0" h="694" w="694">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4" name="Google Shape;11464;p137"/>
            <p:cNvSpPr/>
            <p:nvPr/>
          </p:nvSpPr>
          <p:spPr>
            <a:xfrm>
              <a:off x="-54647475" y="2856300"/>
              <a:ext cx="18150" cy="17350"/>
            </a:xfrm>
            <a:custGeom>
              <a:rect b="b" l="l" r="r" t="t"/>
              <a:pathLst>
                <a:path extrusionOk="0" h="694" w="726">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5" name="Google Shape;11465;p137"/>
            <p:cNvSpPr/>
            <p:nvPr/>
          </p:nvSpPr>
          <p:spPr>
            <a:xfrm>
              <a:off x="-54817600" y="2687750"/>
              <a:ext cx="281200" cy="318225"/>
            </a:xfrm>
            <a:custGeom>
              <a:rect b="b" l="l" r="r" t="t"/>
              <a:pathLst>
                <a:path extrusionOk="0" h="12729" w="11248">
                  <a:moveTo>
                    <a:pt x="5231" y="757"/>
                  </a:moveTo>
                  <a:lnTo>
                    <a:pt x="5231" y="4380"/>
                  </a:lnTo>
                  <a:lnTo>
                    <a:pt x="3782" y="4380"/>
                  </a:lnTo>
                  <a:cubicBezTo>
                    <a:pt x="3817" y="3414"/>
                    <a:pt x="4006" y="2482"/>
                    <a:pt x="4349" y="1765"/>
                  </a:cubicBezTo>
                  <a:cubicBezTo>
                    <a:pt x="4601" y="1261"/>
                    <a:pt x="4916" y="914"/>
                    <a:pt x="5231" y="757"/>
                  </a:cubicBezTo>
                  <a:close/>
                  <a:moveTo>
                    <a:pt x="3970" y="1072"/>
                  </a:moveTo>
                  <a:lnTo>
                    <a:pt x="3970" y="1072"/>
                  </a:lnTo>
                  <a:cubicBezTo>
                    <a:pt x="3876" y="1198"/>
                    <a:pt x="3813" y="1355"/>
                    <a:pt x="3718" y="1450"/>
                  </a:cubicBezTo>
                  <a:cubicBezTo>
                    <a:pt x="3340" y="2238"/>
                    <a:pt x="3088" y="3309"/>
                    <a:pt x="3057" y="4411"/>
                  </a:cubicBezTo>
                  <a:lnTo>
                    <a:pt x="1576" y="4411"/>
                  </a:lnTo>
                  <a:cubicBezTo>
                    <a:pt x="1671" y="2931"/>
                    <a:pt x="2616" y="1670"/>
                    <a:pt x="3970" y="1072"/>
                  </a:cubicBezTo>
                  <a:close/>
                  <a:moveTo>
                    <a:pt x="7310" y="1072"/>
                  </a:moveTo>
                  <a:cubicBezTo>
                    <a:pt x="8665" y="1670"/>
                    <a:pt x="9610" y="2931"/>
                    <a:pt x="9704" y="4411"/>
                  </a:cubicBezTo>
                  <a:lnTo>
                    <a:pt x="8224" y="4411"/>
                  </a:lnTo>
                  <a:cubicBezTo>
                    <a:pt x="8192" y="3309"/>
                    <a:pt x="7940" y="2238"/>
                    <a:pt x="7562" y="1450"/>
                  </a:cubicBezTo>
                  <a:cubicBezTo>
                    <a:pt x="7467" y="1292"/>
                    <a:pt x="7404" y="1198"/>
                    <a:pt x="7310" y="1072"/>
                  </a:cubicBezTo>
                  <a:close/>
                  <a:moveTo>
                    <a:pt x="6018" y="788"/>
                  </a:moveTo>
                  <a:cubicBezTo>
                    <a:pt x="6333" y="946"/>
                    <a:pt x="6648" y="1292"/>
                    <a:pt x="6869" y="1828"/>
                  </a:cubicBezTo>
                  <a:cubicBezTo>
                    <a:pt x="7247" y="2521"/>
                    <a:pt x="7436" y="3435"/>
                    <a:pt x="7467" y="4443"/>
                  </a:cubicBezTo>
                  <a:lnTo>
                    <a:pt x="5987" y="4443"/>
                  </a:lnTo>
                  <a:lnTo>
                    <a:pt x="5987" y="788"/>
                  </a:lnTo>
                  <a:close/>
                  <a:moveTo>
                    <a:pt x="1513" y="6711"/>
                  </a:moveTo>
                  <a:lnTo>
                    <a:pt x="1513" y="8192"/>
                  </a:lnTo>
                  <a:cubicBezTo>
                    <a:pt x="1135" y="8192"/>
                    <a:pt x="788" y="7877"/>
                    <a:pt x="788" y="7436"/>
                  </a:cubicBezTo>
                  <a:cubicBezTo>
                    <a:pt x="788" y="7058"/>
                    <a:pt x="1103" y="6711"/>
                    <a:pt x="1513" y="6711"/>
                  </a:cubicBezTo>
                  <a:close/>
                  <a:moveTo>
                    <a:pt x="9767" y="6711"/>
                  </a:moveTo>
                  <a:cubicBezTo>
                    <a:pt x="10145" y="6711"/>
                    <a:pt x="10492" y="7058"/>
                    <a:pt x="10492" y="7436"/>
                  </a:cubicBezTo>
                  <a:cubicBezTo>
                    <a:pt x="10492" y="7877"/>
                    <a:pt x="10145" y="8192"/>
                    <a:pt x="9767" y="8192"/>
                  </a:cubicBezTo>
                  <a:lnTo>
                    <a:pt x="9767" y="6711"/>
                  </a:lnTo>
                  <a:close/>
                  <a:moveTo>
                    <a:pt x="9043" y="5168"/>
                  </a:moveTo>
                  <a:lnTo>
                    <a:pt x="9043" y="8602"/>
                  </a:lnTo>
                  <a:cubicBezTo>
                    <a:pt x="9011" y="10429"/>
                    <a:pt x="7499" y="11941"/>
                    <a:pt x="5672" y="11941"/>
                  </a:cubicBezTo>
                  <a:cubicBezTo>
                    <a:pt x="3813" y="11941"/>
                    <a:pt x="2301" y="10429"/>
                    <a:pt x="2301" y="8602"/>
                  </a:cubicBezTo>
                  <a:lnTo>
                    <a:pt x="2301" y="5168"/>
                  </a:lnTo>
                  <a:close/>
                  <a:moveTo>
                    <a:pt x="5609" y="1"/>
                  </a:moveTo>
                  <a:cubicBezTo>
                    <a:pt x="2931" y="1"/>
                    <a:pt x="788" y="2175"/>
                    <a:pt x="788" y="4852"/>
                  </a:cubicBezTo>
                  <a:cubicBezTo>
                    <a:pt x="788" y="5041"/>
                    <a:pt x="946" y="5199"/>
                    <a:pt x="1135" y="5199"/>
                  </a:cubicBezTo>
                  <a:lnTo>
                    <a:pt x="1482" y="5199"/>
                  </a:lnTo>
                  <a:lnTo>
                    <a:pt x="1482" y="5987"/>
                  </a:lnTo>
                  <a:cubicBezTo>
                    <a:pt x="662" y="5987"/>
                    <a:pt x="1" y="6648"/>
                    <a:pt x="1" y="7499"/>
                  </a:cubicBezTo>
                  <a:cubicBezTo>
                    <a:pt x="1" y="8318"/>
                    <a:pt x="662" y="8980"/>
                    <a:pt x="1482" y="8980"/>
                  </a:cubicBezTo>
                  <a:cubicBezTo>
                    <a:pt x="1671" y="11059"/>
                    <a:pt x="3466" y="12729"/>
                    <a:pt x="5577" y="12729"/>
                  </a:cubicBezTo>
                  <a:cubicBezTo>
                    <a:pt x="7720" y="12729"/>
                    <a:pt x="9484" y="11059"/>
                    <a:pt x="9673" y="8980"/>
                  </a:cubicBezTo>
                  <a:cubicBezTo>
                    <a:pt x="10492" y="8980"/>
                    <a:pt x="11185" y="8318"/>
                    <a:pt x="11185" y="7499"/>
                  </a:cubicBezTo>
                  <a:cubicBezTo>
                    <a:pt x="11248" y="6648"/>
                    <a:pt x="10586" y="5987"/>
                    <a:pt x="9767" y="5987"/>
                  </a:cubicBezTo>
                  <a:lnTo>
                    <a:pt x="9767" y="5199"/>
                  </a:lnTo>
                  <a:lnTo>
                    <a:pt x="10114" y="5199"/>
                  </a:lnTo>
                  <a:cubicBezTo>
                    <a:pt x="10303" y="5199"/>
                    <a:pt x="10460" y="5041"/>
                    <a:pt x="10460" y="4852"/>
                  </a:cubicBezTo>
                  <a:cubicBezTo>
                    <a:pt x="10460" y="2175"/>
                    <a:pt x="8287" y="1"/>
                    <a:pt x="560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66" name="Google Shape;11466;p137"/>
          <p:cNvGrpSpPr/>
          <p:nvPr/>
        </p:nvGrpSpPr>
        <p:grpSpPr>
          <a:xfrm>
            <a:off x="7110476" y="2684124"/>
            <a:ext cx="317290" cy="359303"/>
            <a:chOff x="-52887125" y="1903275"/>
            <a:chExt cx="279625" cy="316650"/>
          </a:xfrm>
        </p:grpSpPr>
        <p:sp>
          <p:nvSpPr>
            <p:cNvPr id="11467" name="Google Shape;11467;p137"/>
            <p:cNvSpPr/>
            <p:nvPr/>
          </p:nvSpPr>
          <p:spPr>
            <a:xfrm>
              <a:off x="-52783950" y="2135825"/>
              <a:ext cx="73275" cy="28975"/>
            </a:xfrm>
            <a:custGeom>
              <a:rect b="b" l="l" r="r" t="t"/>
              <a:pathLst>
                <a:path extrusionOk="0" h="1159" w="2931">
                  <a:moveTo>
                    <a:pt x="398" y="1"/>
                  </a:moveTo>
                  <a:cubicBezTo>
                    <a:pt x="308" y="1"/>
                    <a:pt x="221" y="40"/>
                    <a:pt x="158" y="119"/>
                  </a:cubicBezTo>
                  <a:cubicBezTo>
                    <a:pt x="1" y="276"/>
                    <a:pt x="1" y="497"/>
                    <a:pt x="158" y="623"/>
                  </a:cubicBezTo>
                  <a:cubicBezTo>
                    <a:pt x="505" y="970"/>
                    <a:pt x="977" y="1159"/>
                    <a:pt x="1450" y="1159"/>
                  </a:cubicBezTo>
                  <a:cubicBezTo>
                    <a:pt x="1922" y="1159"/>
                    <a:pt x="2458" y="970"/>
                    <a:pt x="2773" y="623"/>
                  </a:cubicBezTo>
                  <a:cubicBezTo>
                    <a:pt x="2931" y="465"/>
                    <a:pt x="2931" y="213"/>
                    <a:pt x="2773" y="119"/>
                  </a:cubicBezTo>
                  <a:cubicBezTo>
                    <a:pt x="2694" y="40"/>
                    <a:pt x="2592" y="1"/>
                    <a:pt x="2493" y="1"/>
                  </a:cubicBezTo>
                  <a:cubicBezTo>
                    <a:pt x="2395" y="1"/>
                    <a:pt x="2300" y="40"/>
                    <a:pt x="2237" y="119"/>
                  </a:cubicBezTo>
                  <a:cubicBezTo>
                    <a:pt x="2048" y="308"/>
                    <a:pt x="1733" y="434"/>
                    <a:pt x="1450" y="434"/>
                  </a:cubicBezTo>
                  <a:cubicBezTo>
                    <a:pt x="1198" y="434"/>
                    <a:pt x="883" y="308"/>
                    <a:pt x="662" y="119"/>
                  </a:cubicBezTo>
                  <a:cubicBezTo>
                    <a:pt x="583" y="40"/>
                    <a:pt x="489" y="1"/>
                    <a:pt x="39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8" name="Google Shape;11468;p137"/>
            <p:cNvSpPr/>
            <p:nvPr/>
          </p:nvSpPr>
          <p:spPr>
            <a:xfrm>
              <a:off x="-52887125" y="1903275"/>
              <a:ext cx="279625" cy="316650"/>
            </a:xfrm>
            <a:custGeom>
              <a:rect b="b" l="l" r="r" t="t"/>
              <a:pathLst>
                <a:path extrusionOk="0" h="12666" w="11185">
                  <a:moveTo>
                    <a:pt x="5545" y="2238"/>
                  </a:moveTo>
                  <a:cubicBezTo>
                    <a:pt x="5986" y="2238"/>
                    <a:pt x="6427" y="2332"/>
                    <a:pt x="6806" y="2490"/>
                  </a:cubicBezTo>
                  <a:cubicBezTo>
                    <a:pt x="6049" y="3687"/>
                    <a:pt x="4726" y="4443"/>
                    <a:pt x="3308" y="4443"/>
                  </a:cubicBezTo>
                  <a:lnTo>
                    <a:pt x="2407" y="4443"/>
                  </a:lnTo>
                  <a:cubicBezTo>
                    <a:pt x="2887" y="3168"/>
                    <a:pt x="4108" y="2238"/>
                    <a:pt x="5545" y="2238"/>
                  </a:cubicBezTo>
                  <a:close/>
                  <a:moveTo>
                    <a:pt x="5577" y="757"/>
                  </a:moveTo>
                  <a:cubicBezTo>
                    <a:pt x="7877" y="757"/>
                    <a:pt x="9799" y="2364"/>
                    <a:pt x="10303" y="4475"/>
                  </a:cubicBezTo>
                  <a:cubicBezTo>
                    <a:pt x="10240" y="4475"/>
                    <a:pt x="10145" y="4443"/>
                    <a:pt x="10082" y="4443"/>
                  </a:cubicBezTo>
                  <a:cubicBezTo>
                    <a:pt x="9893" y="4443"/>
                    <a:pt x="9736" y="4475"/>
                    <a:pt x="9578" y="4569"/>
                  </a:cubicBezTo>
                  <a:cubicBezTo>
                    <a:pt x="9137" y="2742"/>
                    <a:pt x="7467" y="1450"/>
                    <a:pt x="5577" y="1450"/>
                  </a:cubicBezTo>
                  <a:cubicBezTo>
                    <a:pt x="3655" y="1450"/>
                    <a:pt x="2048" y="2805"/>
                    <a:pt x="1607" y="4569"/>
                  </a:cubicBezTo>
                  <a:cubicBezTo>
                    <a:pt x="1450" y="4475"/>
                    <a:pt x="1292" y="4443"/>
                    <a:pt x="1103" y="4443"/>
                  </a:cubicBezTo>
                  <a:cubicBezTo>
                    <a:pt x="1009" y="4443"/>
                    <a:pt x="946" y="4443"/>
                    <a:pt x="851" y="4475"/>
                  </a:cubicBezTo>
                  <a:cubicBezTo>
                    <a:pt x="1324" y="2364"/>
                    <a:pt x="3277" y="757"/>
                    <a:pt x="5577" y="757"/>
                  </a:cubicBezTo>
                  <a:close/>
                  <a:moveTo>
                    <a:pt x="7530" y="2868"/>
                  </a:moveTo>
                  <a:cubicBezTo>
                    <a:pt x="8381" y="3466"/>
                    <a:pt x="8948" y="4475"/>
                    <a:pt x="8948" y="5640"/>
                  </a:cubicBezTo>
                  <a:lnTo>
                    <a:pt x="8948" y="6050"/>
                  </a:lnTo>
                  <a:lnTo>
                    <a:pt x="2206" y="6050"/>
                  </a:lnTo>
                  <a:lnTo>
                    <a:pt x="2206" y="6018"/>
                  </a:lnTo>
                  <a:lnTo>
                    <a:pt x="2206" y="5577"/>
                  </a:lnTo>
                  <a:cubicBezTo>
                    <a:pt x="2206" y="5483"/>
                    <a:pt x="2206" y="5357"/>
                    <a:pt x="2237" y="5231"/>
                  </a:cubicBezTo>
                  <a:lnTo>
                    <a:pt x="3340" y="5231"/>
                  </a:lnTo>
                  <a:cubicBezTo>
                    <a:pt x="4285" y="5231"/>
                    <a:pt x="5167" y="4947"/>
                    <a:pt x="5955" y="4475"/>
                  </a:cubicBezTo>
                  <a:cubicBezTo>
                    <a:pt x="6585" y="4097"/>
                    <a:pt x="7121" y="3529"/>
                    <a:pt x="7530" y="2868"/>
                  </a:cubicBezTo>
                  <a:close/>
                  <a:moveTo>
                    <a:pt x="10082" y="5231"/>
                  </a:moveTo>
                  <a:cubicBezTo>
                    <a:pt x="10271" y="5231"/>
                    <a:pt x="10429" y="5388"/>
                    <a:pt x="10429" y="5577"/>
                  </a:cubicBezTo>
                  <a:lnTo>
                    <a:pt x="10429" y="7877"/>
                  </a:lnTo>
                  <a:cubicBezTo>
                    <a:pt x="10429" y="8066"/>
                    <a:pt x="10271" y="8224"/>
                    <a:pt x="10082" y="8224"/>
                  </a:cubicBezTo>
                  <a:cubicBezTo>
                    <a:pt x="9893" y="8224"/>
                    <a:pt x="9736" y="8066"/>
                    <a:pt x="9736" y="7877"/>
                  </a:cubicBezTo>
                  <a:lnTo>
                    <a:pt x="9736" y="5577"/>
                  </a:lnTo>
                  <a:cubicBezTo>
                    <a:pt x="9736" y="5388"/>
                    <a:pt x="9893" y="5231"/>
                    <a:pt x="10082" y="5231"/>
                  </a:cubicBezTo>
                  <a:close/>
                  <a:moveTo>
                    <a:pt x="1103" y="5262"/>
                  </a:moveTo>
                  <a:cubicBezTo>
                    <a:pt x="1292" y="5262"/>
                    <a:pt x="1450" y="5420"/>
                    <a:pt x="1450" y="5640"/>
                  </a:cubicBezTo>
                  <a:lnTo>
                    <a:pt x="1450" y="7909"/>
                  </a:lnTo>
                  <a:cubicBezTo>
                    <a:pt x="1450" y="8066"/>
                    <a:pt x="1292" y="8255"/>
                    <a:pt x="1103" y="8255"/>
                  </a:cubicBezTo>
                  <a:cubicBezTo>
                    <a:pt x="914" y="8255"/>
                    <a:pt x="757" y="8098"/>
                    <a:pt x="757" y="7909"/>
                  </a:cubicBezTo>
                  <a:lnTo>
                    <a:pt x="757" y="5640"/>
                  </a:lnTo>
                  <a:cubicBezTo>
                    <a:pt x="757" y="5420"/>
                    <a:pt x="914" y="5262"/>
                    <a:pt x="1103" y="5262"/>
                  </a:cubicBezTo>
                  <a:close/>
                  <a:moveTo>
                    <a:pt x="5199" y="6774"/>
                  </a:moveTo>
                  <a:cubicBezTo>
                    <a:pt x="5199" y="7594"/>
                    <a:pt x="4537" y="8255"/>
                    <a:pt x="3687" y="8255"/>
                  </a:cubicBezTo>
                  <a:cubicBezTo>
                    <a:pt x="2867" y="8255"/>
                    <a:pt x="2206" y="7594"/>
                    <a:pt x="2206" y="6774"/>
                  </a:cubicBezTo>
                  <a:close/>
                  <a:moveTo>
                    <a:pt x="8948" y="6774"/>
                  </a:moveTo>
                  <a:cubicBezTo>
                    <a:pt x="8948" y="7594"/>
                    <a:pt x="8255" y="8255"/>
                    <a:pt x="7436" y="8255"/>
                  </a:cubicBezTo>
                  <a:cubicBezTo>
                    <a:pt x="6617" y="8255"/>
                    <a:pt x="5955" y="7594"/>
                    <a:pt x="5955" y="6774"/>
                  </a:cubicBezTo>
                  <a:close/>
                  <a:moveTo>
                    <a:pt x="5545" y="8035"/>
                  </a:moveTo>
                  <a:cubicBezTo>
                    <a:pt x="5955" y="8633"/>
                    <a:pt x="6648" y="9011"/>
                    <a:pt x="7404" y="9011"/>
                  </a:cubicBezTo>
                  <a:cubicBezTo>
                    <a:pt x="8003" y="9011"/>
                    <a:pt x="8507" y="8822"/>
                    <a:pt x="8885" y="8413"/>
                  </a:cubicBezTo>
                  <a:lnTo>
                    <a:pt x="8885" y="8476"/>
                  </a:lnTo>
                  <a:cubicBezTo>
                    <a:pt x="8948" y="10272"/>
                    <a:pt x="7593" y="11815"/>
                    <a:pt x="5892" y="11973"/>
                  </a:cubicBezTo>
                  <a:cubicBezTo>
                    <a:pt x="5782" y="11983"/>
                    <a:pt x="5673" y="11988"/>
                    <a:pt x="5565" y="11988"/>
                  </a:cubicBezTo>
                  <a:cubicBezTo>
                    <a:pt x="3672" y="11988"/>
                    <a:pt x="2206" y="10452"/>
                    <a:pt x="2206" y="8633"/>
                  </a:cubicBezTo>
                  <a:lnTo>
                    <a:pt x="2206" y="8413"/>
                  </a:lnTo>
                  <a:cubicBezTo>
                    <a:pt x="2584" y="8791"/>
                    <a:pt x="3119" y="9011"/>
                    <a:pt x="3687" y="9011"/>
                  </a:cubicBezTo>
                  <a:cubicBezTo>
                    <a:pt x="4474" y="9011"/>
                    <a:pt x="5167" y="8633"/>
                    <a:pt x="5545" y="8035"/>
                  </a:cubicBezTo>
                  <a:close/>
                  <a:moveTo>
                    <a:pt x="5577" y="1"/>
                  </a:moveTo>
                  <a:cubicBezTo>
                    <a:pt x="2489" y="1"/>
                    <a:pt x="0" y="2521"/>
                    <a:pt x="0" y="5577"/>
                  </a:cubicBezTo>
                  <a:lnTo>
                    <a:pt x="0" y="7877"/>
                  </a:lnTo>
                  <a:cubicBezTo>
                    <a:pt x="0" y="8507"/>
                    <a:pt x="505" y="8980"/>
                    <a:pt x="1103" y="8980"/>
                  </a:cubicBezTo>
                  <a:cubicBezTo>
                    <a:pt x="1229" y="8980"/>
                    <a:pt x="1387" y="8948"/>
                    <a:pt x="1481" y="8885"/>
                  </a:cubicBezTo>
                  <a:cubicBezTo>
                    <a:pt x="1639" y="10996"/>
                    <a:pt x="3372" y="12666"/>
                    <a:pt x="5577" y="12666"/>
                  </a:cubicBezTo>
                  <a:lnTo>
                    <a:pt x="5986" y="12666"/>
                  </a:lnTo>
                  <a:cubicBezTo>
                    <a:pt x="7940" y="12477"/>
                    <a:pt x="9452" y="10870"/>
                    <a:pt x="9641" y="8885"/>
                  </a:cubicBezTo>
                  <a:cubicBezTo>
                    <a:pt x="9767" y="8948"/>
                    <a:pt x="9925" y="8980"/>
                    <a:pt x="10051" y="8980"/>
                  </a:cubicBezTo>
                  <a:cubicBezTo>
                    <a:pt x="10681" y="8980"/>
                    <a:pt x="11153" y="8476"/>
                    <a:pt x="11153" y="7877"/>
                  </a:cubicBezTo>
                  <a:lnTo>
                    <a:pt x="11153" y="5577"/>
                  </a:lnTo>
                  <a:cubicBezTo>
                    <a:pt x="11185" y="2521"/>
                    <a:pt x="8664" y="1"/>
                    <a:pt x="557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69" name="Google Shape;11469;p137"/>
          <p:cNvGrpSpPr/>
          <p:nvPr/>
        </p:nvGrpSpPr>
        <p:grpSpPr>
          <a:xfrm>
            <a:off x="7089030" y="3134920"/>
            <a:ext cx="360182" cy="361969"/>
            <a:chOff x="-52906025" y="2293950"/>
            <a:chExt cx="317425" cy="319000"/>
          </a:xfrm>
        </p:grpSpPr>
        <p:sp>
          <p:nvSpPr>
            <p:cNvPr id="11470" name="Google Shape;11470;p137"/>
            <p:cNvSpPr/>
            <p:nvPr/>
          </p:nvSpPr>
          <p:spPr>
            <a:xfrm>
              <a:off x="-52783950" y="2526500"/>
              <a:ext cx="73275" cy="29750"/>
            </a:xfrm>
            <a:custGeom>
              <a:rect b="b" l="l" r="r" t="t"/>
              <a:pathLst>
                <a:path extrusionOk="0" h="1190" w="2931">
                  <a:moveTo>
                    <a:pt x="398" y="0"/>
                  </a:moveTo>
                  <a:cubicBezTo>
                    <a:pt x="308" y="0"/>
                    <a:pt x="221" y="39"/>
                    <a:pt x="158" y="118"/>
                  </a:cubicBezTo>
                  <a:cubicBezTo>
                    <a:pt x="1" y="276"/>
                    <a:pt x="1" y="496"/>
                    <a:pt x="158" y="622"/>
                  </a:cubicBezTo>
                  <a:cubicBezTo>
                    <a:pt x="505" y="969"/>
                    <a:pt x="977" y="1189"/>
                    <a:pt x="1450" y="1189"/>
                  </a:cubicBezTo>
                  <a:cubicBezTo>
                    <a:pt x="1922" y="1189"/>
                    <a:pt x="2458" y="969"/>
                    <a:pt x="2773" y="622"/>
                  </a:cubicBezTo>
                  <a:cubicBezTo>
                    <a:pt x="2931" y="465"/>
                    <a:pt x="2931" y="244"/>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1" name="Google Shape;11471;p137"/>
            <p:cNvSpPr/>
            <p:nvPr/>
          </p:nvSpPr>
          <p:spPr>
            <a:xfrm>
              <a:off x="-52718575" y="2463275"/>
              <a:ext cx="17350" cy="17350"/>
            </a:xfrm>
            <a:custGeom>
              <a:rect b="b" l="l" r="r" t="t"/>
              <a:pathLst>
                <a:path extrusionOk="0" h="694" w="694">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2" name="Google Shape;11472;p137"/>
            <p:cNvSpPr/>
            <p:nvPr/>
          </p:nvSpPr>
          <p:spPr>
            <a:xfrm>
              <a:off x="-52906025" y="2293950"/>
              <a:ext cx="317425" cy="319000"/>
            </a:xfrm>
            <a:custGeom>
              <a:rect b="b" l="l" r="r" t="t"/>
              <a:pathLst>
                <a:path extrusionOk="0" h="12760" w="12697">
                  <a:moveTo>
                    <a:pt x="6333" y="788"/>
                  </a:moveTo>
                  <a:cubicBezTo>
                    <a:pt x="7877" y="788"/>
                    <a:pt x="9231" y="1607"/>
                    <a:pt x="9609" y="2773"/>
                  </a:cubicBezTo>
                  <a:cubicBezTo>
                    <a:pt x="8633" y="2458"/>
                    <a:pt x="7530" y="2300"/>
                    <a:pt x="6333" y="2300"/>
                  </a:cubicBezTo>
                  <a:cubicBezTo>
                    <a:pt x="5167" y="2300"/>
                    <a:pt x="4064" y="2458"/>
                    <a:pt x="3088" y="2773"/>
                  </a:cubicBezTo>
                  <a:cubicBezTo>
                    <a:pt x="3434" y="1607"/>
                    <a:pt x="4758" y="788"/>
                    <a:pt x="6333" y="788"/>
                  </a:cubicBezTo>
                  <a:close/>
                  <a:moveTo>
                    <a:pt x="6301" y="3025"/>
                  </a:moveTo>
                  <a:cubicBezTo>
                    <a:pt x="9515" y="3025"/>
                    <a:pt x="11941" y="4285"/>
                    <a:pt x="11941" y="5640"/>
                  </a:cubicBezTo>
                  <a:cubicBezTo>
                    <a:pt x="11941" y="5986"/>
                    <a:pt x="11783" y="6270"/>
                    <a:pt x="11594" y="6553"/>
                  </a:cubicBezTo>
                  <a:cubicBezTo>
                    <a:pt x="11311" y="6238"/>
                    <a:pt x="10901" y="6018"/>
                    <a:pt x="10429" y="6018"/>
                  </a:cubicBezTo>
                  <a:lnTo>
                    <a:pt x="10429" y="5671"/>
                  </a:lnTo>
                  <a:cubicBezTo>
                    <a:pt x="10429" y="5514"/>
                    <a:pt x="10365" y="5388"/>
                    <a:pt x="10208" y="5325"/>
                  </a:cubicBezTo>
                  <a:cubicBezTo>
                    <a:pt x="10113" y="5262"/>
                    <a:pt x="8444" y="4537"/>
                    <a:pt x="6301" y="4537"/>
                  </a:cubicBezTo>
                  <a:cubicBezTo>
                    <a:pt x="4254" y="4537"/>
                    <a:pt x="2552" y="5230"/>
                    <a:pt x="2426" y="5325"/>
                  </a:cubicBezTo>
                  <a:cubicBezTo>
                    <a:pt x="2269" y="5356"/>
                    <a:pt x="2174" y="5514"/>
                    <a:pt x="2174" y="5671"/>
                  </a:cubicBezTo>
                  <a:lnTo>
                    <a:pt x="2174" y="6018"/>
                  </a:lnTo>
                  <a:cubicBezTo>
                    <a:pt x="1733" y="6018"/>
                    <a:pt x="1292" y="6238"/>
                    <a:pt x="1040" y="6553"/>
                  </a:cubicBezTo>
                  <a:cubicBezTo>
                    <a:pt x="851" y="6301"/>
                    <a:pt x="693" y="5986"/>
                    <a:pt x="693" y="5640"/>
                  </a:cubicBezTo>
                  <a:cubicBezTo>
                    <a:pt x="693" y="4285"/>
                    <a:pt x="3119" y="3025"/>
                    <a:pt x="6301" y="3025"/>
                  </a:cubicBezTo>
                  <a:close/>
                  <a:moveTo>
                    <a:pt x="6364" y="5230"/>
                  </a:moveTo>
                  <a:cubicBezTo>
                    <a:pt x="6585" y="5230"/>
                    <a:pt x="6805" y="5230"/>
                    <a:pt x="7026" y="5262"/>
                  </a:cubicBezTo>
                  <a:cubicBezTo>
                    <a:pt x="6270" y="6616"/>
                    <a:pt x="4821" y="7498"/>
                    <a:pt x="3245" y="7498"/>
                  </a:cubicBezTo>
                  <a:lnTo>
                    <a:pt x="2930" y="7498"/>
                  </a:lnTo>
                  <a:cubicBezTo>
                    <a:pt x="2962" y="7341"/>
                    <a:pt x="2962" y="6049"/>
                    <a:pt x="2962" y="5860"/>
                  </a:cubicBezTo>
                  <a:cubicBezTo>
                    <a:pt x="3466" y="5671"/>
                    <a:pt x="4821" y="5230"/>
                    <a:pt x="6364" y="5230"/>
                  </a:cubicBezTo>
                  <a:close/>
                  <a:moveTo>
                    <a:pt x="2206" y="6742"/>
                  </a:moveTo>
                  <a:lnTo>
                    <a:pt x="2206" y="8223"/>
                  </a:lnTo>
                  <a:cubicBezTo>
                    <a:pt x="1765" y="8223"/>
                    <a:pt x="1450" y="7908"/>
                    <a:pt x="1450" y="7498"/>
                  </a:cubicBezTo>
                  <a:cubicBezTo>
                    <a:pt x="1450" y="7089"/>
                    <a:pt x="1765" y="6742"/>
                    <a:pt x="2206" y="6742"/>
                  </a:cubicBezTo>
                  <a:close/>
                  <a:moveTo>
                    <a:pt x="10429" y="6742"/>
                  </a:moveTo>
                  <a:cubicBezTo>
                    <a:pt x="10838" y="6742"/>
                    <a:pt x="11185" y="7057"/>
                    <a:pt x="11185" y="7498"/>
                  </a:cubicBezTo>
                  <a:cubicBezTo>
                    <a:pt x="11185" y="7908"/>
                    <a:pt x="10870" y="8223"/>
                    <a:pt x="10429" y="8223"/>
                  </a:cubicBezTo>
                  <a:lnTo>
                    <a:pt x="10429" y="6742"/>
                  </a:lnTo>
                  <a:close/>
                  <a:moveTo>
                    <a:pt x="7845" y="5356"/>
                  </a:moveTo>
                  <a:cubicBezTo>
                    <a:pt x="8696" y="5514"/>
                    <a:pt x="9420" y="5766"/>
                    <a:pt x="9767" y="5860"/>
                  </a:cubicBezTo>
                  <a:lnTo>
                    <a:pt x="9767" y="8601"/>
                  </a:lnTo>
                  <a:cubicBezTo>
                    <a:pt x="9735" y="10491"/>
                    <a:pt x="8160" y="12004"/>
                    <a:pt x="6333" y="12004"/>
                  </a:cubicBezTo>
                  <a:cubicBezTo>
                    <a:pt x="4506" y="12004"/>
                    <a:pt x="2962" y="10428"/>
                    <a:pt x="2962" y="8601"/>
                  </a:cubicBezTo>
                  <a:lnTo>
                    <a:pt x="2962" y="8223"/>
                  </a:lnTo>
                  <a:lnTo>
                    <a:pt x="3277" y="8223"/>
                  </a:lnTo>
                  <a:cubicBezTo>
                    <a:pt x="5293" y="8223"/>
                    <a:pt x="7026" y="7057"/>
                    <a:pt x="7845" y="5356"/>
                  </a:cubicBezTo>
                  <a:close/>
                  <a:moveTo>
                    <a:pt x="6364" y="0"/>
                  </a:moveTo>
                  <a:cubicBezTo>
                    <a:pt x="4254" y="0"/>
                    <a:pt x="2458" y="1292"/>
                    <a:pt x="2269" y="3025"/>
                  </a:cubicBezTo>
                  <a:cubicBezTo>
                    <a:pt x="1103" y="3560"/>
                    <a:pt x="0" y="4379"/>
                    <a:pt x="0" y="5640"/>
                  </a:cubicBezTo>
                  <a:cubicBezTo>
                    <a:pt x="0" y="6238"/>
                    <a:pt x="284" y="6774"/>
                    <a:pt x="756" y="7246"/>
                  </a:cubicBezTo>
                  <a:cubicBezTo>
                    <a:pt x="599" y="8160"/>
                    <a:pt x="1292" y="8979"/>
                    <a:pt x="2206" y="8979"/>
                  </a:cubicBezTo>
                  <a:cubicBezTo>
                    <a:pt x="2426" y="11059"/>
                    <a:pt x="4191" y="12760"/>
                    <a:pt x="6301" y="12760"/>
                  </a:cubicBezTo>
                  <a:cubicBezTo>
                    <a:pt x="8475" y="12760"/>
                    <a:pt x="10239" y="11059"/>
                    <a:pt x="10397" y="8979"/>
                  </a:cubicBezTo>
                  <a:cubicBezTo>
                    <a:pt x="11216" y="8979"/>
                    <a:pt x="11909" y="8318"/>
                    <a:pt x="11909" y="7498"/>
                  </a:cubicBezTo>
                  <a:lnTo>
                    <a:pt x="11909" y="7246"/>
                  </a:lnTo>
                  <a:cubicBezTo>
                    <a:pt x="12445" y="6774"/>
                    <a:pt x="12697" y="6238"/>
                    <a:pt x="12697" y="5640"/>
                  </a:cubicBezTo>
                  <a:cubicBezTo>
                    <a:pt x="12697" y="4411"/>
                    <a:pt x="11531" y="3529"/>
                    <a:pt x="10429" y="3025"/>
                  </a:cubicBezTo>
                  <a:cubicBezTo>
                    <a:pt x="10239" y="1292"/>
                    <a:pt x="8444" y="0"/>
                    <a:pt x="636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73" name="Google Shape;11473;p137"/>
          <p:cNvGrpSpPr/>
          <p:nvPr/>
        </p:nvGrpSpPr>
        <p:grpSpPr>
          <a:xfrm>
            <a:off x="7110476" y="3603379"/>
            <a:ext cx="317290" cy="361090"/>
            <a:chOff x="-52887125" y="2686975"/>
            <a:chExt cx="279625" cy="318225"/>
          </a:xfrm>
        </p:grpSpPr>
        <p:sp>
          <p:nvSpPr>
            <p:cNvPr id="11474" name="Google Shape;11474;p137"/>
            <p:cNvSpPr/>
            <p:nvPr/>
          </p:nvSpPr>
          <p:spPr>
            <a:xfrm>
              <a:off x="-52783950" y="2919525"/>
              <a:ext cx="73275" cy="28950"/>
            </a:xfrm>
            <a:custGeom>
              <a:rect b="b" l="l" r="r" t="t"/>
              <a:pathLst>
                <a:path extrusionOk="0" h="1158" w="2931">
                  <a:moveTo>
                    <a:pt x="398" y="0"/>
                  </a:moveTo>
                  <a:cubicBezTo>
                    <a:pt x="308" y="0"/>
                    <a:pt x="221" y="39"/>
                    <a:pt x="158" y="118"/>
                  </a:cubicBezTo>
                  <a:cubicBezTo>
                    <a:pt x="1" y="276"/>
                    <a:pt x="1" y="496"/>
                    <a:pt x="158" y="622"/>
                  </a:cubicBezTo>
                  <a:cubicBezTo>
                    <a:pt x="505" y="969"/>
                    <a:pt x="977" y="1158"/>
                    <a:pt x="1450" y="1158"/>
                  </a:cubicBezTo>
                  <a:cubicBezTo>
                    <a:pt x="1922" y="1158"/>
                    <a:pt x="2458" y="969"/>
                    <a:pt x="2773" y="622"/>
                  </a:cubicBezTo>
                  <a:cubicBezTo>
                    <a:pt x="2931" y="465"/>
                    <a:pt x="2931" y="213"/>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5" name="Google Shape;11475;p137"/>
            <p:cNvSpPr/>
            <p:nvPr/>
          </p:nvSpPr>
          <p:spPr>
            <a:xfrm>
              <a:off x="-52793400" y="2854725"/>
              <a:ext cx="17350" cy="18150"/>
            </a:xfrm>
            <a:custGeom>
              <a:rect b="b" l="l" r="r" t="t"/>
              <a:pathLst>
                <a:path extrusionOk="0" h="726" w="694">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6" name="Google Shape;11476;p137"/>
            <p:cNvSpPr/>
            <p:nvPr/>
          </p:nvSpPr>
          <p:spPr>
            <a:xfrm>
              <a:off x="-52718575" y="2854725"/>
              <a:ext cx="17350" cy="18150"/>
            </a:xfrm>
            <a:custGeom>
              <a:rect b="b" l="l" r="r" t="t"/>
              <a:pathLst>
                <a:path extrusionOk="0" h="726" w="694">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7" name="Google Shape;11477;p137"/>
            <p:cNvSpPr/>
            <p:nvPr/>
          </p:nvSpPr>
          <p:spPr>
            <a:xfrm>
              <a:off x="-52887125" y="2686975"/>
              <a:ext cx="279625" cy="318225"/>
            </a:xfrm>
            <a:custGeom>
              <a:rect b="b" l="l" r="r" t="t"/>
              <a:pathLst>
                <a:path extrusionOk="0" h="12729" w="11185">
                  <a:moveTo>
                    <a:pt x="5577" y="756"/>
                  </a:moveTo>
                  <a:cubicBezTo>
                    <a:pt x="7404" y="756"/>
                    <a:pt x="8885" y="2206"/>
                    <a:pt x="8948" y="3970"/>
                  </a:cubicBezTo>
                  <a:cubicBezTo>
                    <a:pt x="8192" y="2899"/>
                    <a:pt x="6963" y="2206"/>
                    <a:pt x="5577" y="2206"/>
                  </a:cubicBezTo>
                  <a:cubicBezTo>
                    <a:pt x="4222" y="2206"/>
                    <a:pt x="2993" y="2899"/>
                    <a:pt x="2237" y="3970"/>
                  </a:cubicBezTo>
                  <a:cubicBezTo>
                    <a:pt x="2269" y="2174"/>
                    <a:pt x="3781" y="756"/>
                    <a:pt x="5577" y="756"/>
                  </a:cubicBezTo>
                  <a:close/>
                  <a:moveTo>
                    <a:pt x="5604" y="2993"/>
                  </a:moveTo>
                  <a:cubicBezTo>
                    <a:pt x="7435" y="2993"/>
                    <a:pt x="8886" y="4462"/>
                    <a:pt x="8948" y="6270"/>
                  </a:cubicBezTo>
                  <a:cubicBezTo>
                    <a:pt x="8696" y="5860"/>
                    <a:pt x="8412" y="5514"/>
                    <a:pt x="8066" y="5199"/>
                  </a:cubicBezTo>
                  <a:cubicBezTo>
                    <a:pt x="7089" y="4253"/>
                    <a:pt x="5797" y="3749"/>
                    <a:pt x="4443" y="3749"/>
                  </a:cubicBezTo>
                  <a:cubicBezTo>
                    <a:pt x="4065" y="3749"/>
                    <a:pt x="3687" y="3781"/>
                    <a:pt x="3308" y="3844"/>
                  </a:cubicBezTo>
                  <a:cubicBezTo>
                    <a:pt x="3907" y="3308"/>
                    <a:pt x="4695" y="2993"/>
                    <a:pt x="5545" y="2993"/>
                  </a:cubicBezTo>
                  <a:cubicBezTo>
                    <a:pt x="5565" y="2993"/>
                    <a:pt x="5584" y="2993"/>
                    <a:pt x="5604" y="2993"/>
                  </a:cubicBezTo>
                  <a:close/>
                  <a:moveTo>
                    <a:pt x="1450" y="6742"/>
                  </a:moveTo>
                  <a:lnTo>
                    <a:pt x="1450" y="8223"/>
                  </a:lnTo>
                  <a:cubicBezTo>
                    <a:pt x="1072" y="8223"/>
                    <a:pt x="694" y="7876"/>
                    <a:pt x="694" y="7467"/>
                  </a:cubicBezTo>
                  <a:cubicBezTo>
                    <a:pt x="694" y="7089"/>
                    <a:pt x="1072" y="6742"/>
                    <a:pt x="1450" y="6742"/>
                  </a:cubicBezTo>
                  <a:close/>
                  <a:moveTo>
                    <a:pt x="9673" y="6742"/>
                  </a:moveTo>
                  <a:cubicBezTo>
                    <a:pt x="10082" y="6742"/>
                    <a:pt x="10429" y="7057"/>
                    <a:pt x="10429" y="7467"/>
                  </a:cubicBezTo>
                  <a:cubicBezTo>
                    <a:pt x="10429" y="7876"/>
                    <a:pt x="10082" y="8223"/>
                    <a:pt x="9673" y="8223"/>
                  </a:cubicBezTo>
                  <a:lnTo>
                    <a:pt x="9673" y="6742"/>
                  </a:lnTo>
                  <a:close/>
                  <a:moveTo>
                    <a:pt x="4443" y="4442"/>
                  </a:moveTo>
                  <a:cubicBezTo>
                    <a:pt x="6837" y="4442"/>
                    <a:pt x="8822" y="6333"/>
                    <a:pt x="8948" y="8727"/>
                  </a:cubicBezTo>
                  <a:cubicBezTo>
                    <a:pt x="8822" y="10554"/>
                    <a:pt x="7373" y="11972"/>
                    <a:pt x="5577" y="11972"/>
                  </a:cubicBezTo>
                  <a:cubicBezTo>
                    <a:pt x="3750" y="11972"/>
                    <a:pt x="2237" y="10428"/>
                    <a:pt x="2237" y="8570"/>
                  </a:cubicBezTo>
                  <a:lnTo>
                    <a:pt x="2237" y="6333"/>
                  </a:lnTo>
                  <a:cubicBezTo>
                    <a:pt x="2237" y="5829"/>
                    <a:pt x="2363" y="5325"/>
                    <a:pt x="2552" y="4883"/>
                  </a:cubicBezTo>
                  <a:cubicBezTo>
                    <a:pt x="3151" y="4600"/>
                    <a:pt x="3781" y="4442"/>
                    <a:pt x="4443" y="4442"/>
                  </a:cubicBezTo>
                  <a:close/>
                  <a:moveTo>
                    <a:pt x="5608" y="0"/>
                  </a:moveTo>
                  <a:cubicBezTo>
                    <a:pt x="3340" y="0"/>
                    <a:pt x="1513" y="1827"/>
                    <a:pt x="1513" y="4096"/>
                  </a:cubicBezTo>
                  <a:lnTo>
                    <a:pt x="1513" y="5986"/>
                  </a:lnTo>
                  <a:cubicBezTo>
                    <a:pt x="662" y="5986"/>
                    <a:pt x="0" y="6648"/>
                    <a:pt x="0" y="7467"/>
                  </a:cubicBezTo>
                  <a:cubicBezTo>
                    <a:pt x="0" y="8317"/>
                    <a:pt x="662" y="8979"/>
                    <a:pt x="1513" y="8979"/>
                  </a:cubicBezTo>
                  <a:cubicBezTo>
                    <a:pt x="1702" y="11058"/>
                    <a:pt x="3435" y="12728"/>
                    <a:pt x="5608" y="12728"/>
                  </a:cubicBezTo>
                  <a:cubicBezTo>
                    <a:pt x="7751" y="12728"/>
                    <a:pt x="9483" y="11058"/>
                    <a:pt x="9673" y="8979"/>
                  </a:cubicBezTo>
                  <a:cubicBezTo>
                    <a:pt x="10523" y="8979"/>
                    <a:pt x="11185" y="8317"/>
                    <a:pt x="11185" y="7467"/>
                  </a:cubicBezTo>
                  <a:cubicBezTo>
                    <a:pt x="11185" y="6648"/>
                    <a:pt x="10523" y="5986"/>
                    <a:pt x="9673" y="5986"/>
                  </a:cubicBezTo>
                  <a:lnTo>
                    <a:pt x="9673" y="4096"/>
                  </a:lnTo>
                  <a:cubicBezTo>
                    <a:pt x="9673" y="1859"/>
                    <a:pt x="7845" y="0"/>
                    <a:pt x="560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78" name="Google Shape;11478;p137"/>
          <p:cNvGrpSpPr/>
          <p:nvPr/>
        </p:nvGrpSpPr>
        <p:grpSpPr>
          <a:xfrm>
            <a:off x="6220848" y="4062998"/>
            <a:ext cx="318170" cy="359303"/>
            <a:chOff x="-51722225" y="1915100"/>
            <a:chExt cx="280400" cy="316650"/>
          </a:xfrm>
        </p:grpSpPr>
        <p:sp>
          <p:nvSpPr>
            <p:cNvPr id="11479" name="Google Shape;11479;p137"/>
            <p:cNvSpPr/>
            <p:nvPr/>
          </p:nvSpPr>
          <p:spPr>
            <a:xfrm>
              <a:off x="-51618275" y="2146075"/>
              <a:ext cx="73275" cy="29750"/>
            </a:xfrm>
            <a:custGeom>
              <a:rect b="b" l="l" r="r" t="t"/>
              <a:pathLst>
                <a:path extrusionOk="0" h="1190" w="2931">
                  <a:moveTo>
                    <a:pt x="410" y="0"/>
                  </a:moveTo>
                  <a:cubicBezTo>
                    <a:pt x="316" y="0"/>
                    <a:pt x="221" y="40"/>
                    <a:pt x="158" y="118"/>
                  </a:cubicBezTo>
                  <a:cubicBezTo>
                    <a:pt x="1" y="276"/>
                    <a:pt x="1" y="528"/>
                    <a:pt x="158" y="654"/>
                  </a:cubicBezTo>
                  <a:cubicBezTo>
                    <a:pt x="505" y="1001"/>
                    <a:pt x="978" y="1190"/>
                    <a:pt x="1450" y="1190"/>
                  </a:cubicBezTo>
                  <a:cubicBezTo>
                    <a:pt x="1923" y="1190"/>
                    <a:pt x="2458" y="1001"/>
                    <a:pt x="2773" y="654"/>
                  </a:cubicBezTo>
                  <a:cubicBezTo>
                    <a:pt x="2931" y="496"/>
                    <a:pt x="2931" y="244"/>
                    <a:pt x="2773" y="118"/>
                  </a:cubicBezTo>
                  <a:cubicBezTo>
                    <a:pt x="2710" y="40"/>
                    <a:pt x="2616" y="0"/>
                    <a:pt x="2517" y="0"/>
                  </a:cubicBezTo>
                  <a:cubicBezTo>
                    <a:pt x="2419" y="0"/>
                    <a:pt x="2317" y="40"/>
                    <a:pt x="2238" y="118"/>
                  </a:cubicBezTo>
                  <a:cubicBezTo>
                    <a:pt x="2049" y="339"/>
                    <a:pt x="1734" y="433"/>
                    <a:pt x="1450" y="433"/>
                  </a:cubicBezTo>
                  <a:cubicBezTo>
                    <a:pt x="1198" y="433"/>
                    <a:pt x="883" y="339"/>
                    <a:pt x="663" y="118"/>
                  </a:cubicBezTo>
                  <a:cubicBezTo>
                    <a:pt x="600" y="40"/>
                    <a:pt x="505" y="0"/>
                    <a:pt x="41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0" name="Google Shape;11480;p137"/>
            <p:cNvSpPr/>
            <p:nvPr/>
          </p:nvSpPr>
          <p:spPr>
            <a:xfrm>
              <a:off x="-51627725" y="2082075"/>
              <a:ext cx="17350" cy="18150"/>
            </a:xfrm>
            <a:custGeom>
              <a:rect b="b" l="l" r="r" t="t"/>
              <a:pathLst>
                <a:path extrusionOk="0" h="726" w="694">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1" name="Google Shape;11481;p137"/>
            <p:cNvSpPr/>
            <p:nvPr/>
          </p:nvSpPr>
          <p:spPr>
            <a:xfrm>
              <a:off x="-51552900" y="2082075"/>
              <a:ext cx="17350" cy="18150"/>
            </a:xfrm>
            <a:custGeom>
              <a:rect b="b" l="l" r="r" t="t"/>
              <a:pathLst>
                <a:path extrusionOk="0" h="726" w="694">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2" name="Google Shape;11482;p137"/>
            <p:cNvSpPr/>
            <p:nvPr/>
          </p:nvSpPr>
          <p:spPr>
            <a:xfrm>
              <a:off x="-51722225" y="1915100"/>
              <a:ext cx="280400" cy="316650"/>
            </a:xfrm>
            <a:custGeom>
              <a:rect b="b" l="l" r="r" t="t"/>
              <a:pathLst>
                <a:path extrusionOk="0" h="12666" w="11216">
                  <a:moveTo>
                    <a:pt x="5608" y="662"/>
                  </a:moveTo>
                  <a:cubicBezTo>
                    <a:pt x="5766" y="662"/>
                    <a:pt x="6081" y="914"/>
                    <a:pt x="6333" y="1544"/>
                  </a:cubicBezTo>
                  <a:cubicBezTo>
                    <a:pt x="6585" y="2111"/>
                    <a:pt x="6679" y="2867"/>
                    <a:pt x="6711" y="3655"/>
                  </a:cubicBezTo>
                  <a:lnTo>
                    <a:pt x="4505" y="3655"/>
                  </a:lnTo>
                  <a:cubicBezTo>
                    <a:pt x="4568" y="2836"/>
                    <a:pt x="4663" y="2080"/>
                    <a:pt x="4915" y="1544"/>
                  </a:cubicBezTo>
                  <a:cubicBezTo>
                    <a:pt x="5199" y="914"/>
                    <a:pt x="5451" y="662"/>
                    <a:pt x="5608" y="662"/>
                  </a:cubicBezTo>
                  <a:close/>
                  <a:moveTo>
                    <a:pt x="4411" y="946"/>
                  </a:moveTo>
                  <a:lnTo>
                    <a:pt x="4411" y="946"/>
                  </a:lnTo>
                  <a:cubicBezTo>
                    <a:pt x="4348" y="1072"/>
                    <a:pt x="4285" y="1166"/>
                    <a:pt x="4253" y="1292"/>
                  </a:cubicBezTo>
                  <a:cubicBezTo>
                    <a:pt x="3970" y="1954"/>
                    <a:pt x="3812" y="2804"/>
                    <a:pt x="3781" y="3687"/>
                  </a:cubicBezTo>
                  <a:lnTo>
                    <a:pt x="2269" y="3687"/>
                  </a:lnTo>
                  <a:cubicBezTo>
                    <a:pt x="2426" y="2426"/>
                    <a:pt x="3245" y="1387"/>
                    <a:pt x="4411" y="946"/>
                  </a:cubicBezTo>
                  <a:close/>
                  <a:moveTo>
                    <a:pt x="6837" y="946"/>
                  </a:moveTo>
                  <a:cubicBezTo>
                    <a:pt x="8034" y="1387"/>
                    <a:pt x="8853" y="2426"/>
                    <a:pt x="8979" y="3687"/>
                  </a:cubicBezTo>
                  <a:lnTo>
                    <a:pt x="7467" y="3687"/>
                  </a:lnTo>
                  <a:cubicBezTo>
                    <a:pt x="7435" y="2804"/>
                    <a:pt x="7278" y="1954"/>
                    <a:pt x="6994" y="1292"/>
                  </a:cubicBezTo>
                  <a:cubicBezTo>
                    <a:pt x="6963" y="1166"/>
                    <a:pt x="6868" y="1072"/>
                    <a:pt x="6837" y="946"/>
                  </a:cubicBezTo>
                  <a:close/>
                  <a:moveTo>
                    <a:pt x="9357" y="4443"/>
                  </a:moveTo>
                  <a:cubicBezTo>
                    <a:pt x="9830" y="4443"/>
                    <a:pt x="10271" y="4758"/>
                    <a:pt x="10428" y="5199"/>
                  </a:cubicBezTo>
                  <a:lnTo>
                    <a:pt x="851" y="5199"/>
                  </a:lnTo>
                  <a:cubicBezTo>
                    <a:pt x="1008" y="4758"/>
                    <a:pt x="1418" y="4443"/>
                    <a:pt x="1922" y="4443"/>
                  </a:cubicBezTo>
                  <a:close/>
                  <a:moveTo>
                    <a:pt x="1512" y="6680"/>
                  </a:moveTo>
                  <a:lnTo>
                    <a:pt x="1512" y="8192"/>
                  </a:lnTo>
                  <a:cubicBezTo>
                    <a:pt x="1134" y="8192"/>
                    <a:pt x="788" y="7814"/>
                    <a:pt x="788" y="7436"/>
                  </a:cubicBezTo>
                  <a:cubicBezTo>
                    <a:pt x="788" y="7058"/>
                    <a:pt x="1134" y="6680"/>
                    <a:pt x="1512" y="6680"/>
                  </a:cubicBezTo>
                  <a:close/>
                  <a:moveTo>
                    <a:pt x="9767" y="6680"/>
                  </a:moveTo>
                  <a:cubicBezTo>
                    <a:pt x="10145" y="6680"/>
                    <a:pt x="10491" y="6995"/>
                    <a:pt x="10491" y="7436"/>
                  </a:cubicBezTo>
                  <a:cubicBezTo>
                    <a:pt x="10460" y="7814"/>
                    <a:pt x="10145" y="8192"/>
                    <a:pt x="9767" y="8192"/>
                  </a:cubicBezTo>
                  <a:lnTo>
                    <a:pt x="9767" y="6680"/>
                  </a:lnTo>
                  <a:close/>
                  <a:moveTo>
                    <a:pt x="9011" y="5955"/>
                  </a:moveTo>
                  <a:lnTo>
                    <a:pt x="9011" y="8538"/>
                  </a:lnTo>
                  <a:cubicBezTo>
                    <a:pt x="9011" y="10397"/>
                    <a:pt x="7467" y="11941"/>
                    <a:pt x="5608" y="11941"/>
                  </a:cubicBezTo>
                  <a:cubicBezTo>
                    <a:pt x="3781" y="11941"/>
                    <a:pt x="2269" y="10397"/>
                    <a:pt x="2269" y="8538"/>
                  </a:cubicBezTo>
                  <a:lnTo>
                    <a:pt x="2269" y="5955"/>
                  </a:lnTo>
                  <a:close/>
                  <a:moveTo>
                    <a:pt x="5608" y="1"/>
                  </a:moveTo>
                  <a:cubicBezTo>
                    <a:pt x="3466" y="1"/>
                    <a:pt x="1733" y="1639"/>
                    <a:pt x="1544" y="3781"/>
                  </a:cubicBezTo>
                  <a:cubicBezTo>
                    <a:pt x="662" y="3939"/>
                    <a:pt x="32" y="4695"/>
                    <a:pt x="32" y="5577"/>
                  </a:cubicBezTo>
                  <a:cubicBezTo>
                    <a:pt x="32" y="5797"/>
                    <a:pt x="189" y="5955"/>
                    <a:pt x="378" y="5955"/>
                  </a:cubicBezTo>
                  <a:lnTo>
                    <a:pt x="1481" y="5955"/>
                  </a:lnTo>
                  <a:cubicBezTo>
                    <a:pt x="662" y="5955"/>
                    <a:pt x="0" y="6617"/>
                    <a:pt x="0" y="7436"/>
                  </a:cubicBezTo>
                  <a:cubicBezTo>
                    <a:pt x="0" y="8255"/>
                    <a:pt x="662" y="8948"/>
                    <a:pt x="1481" y="8948"/>
                  </a:cubicBezTo>
                  <a:cubicBezTo>
                    <a:pt x="1670" y="11027"/>
                    <a:pt x="3403" y="12665"/>
                    <a:pt x="5577" y="12665"/>
                  </a:cubicBezTo>
                  <a:cubicBezTo>
                    <a:pt x="7750" y="12665"/>
                    <a:pt x="9483" y="11027"/>
                    <a:pt x="9672" y="8948"/>
                  </a:cubicBezTo>
                  <a:cubicBezTo>
                    <a:pt x="10491" y="8948"/>
                    <a:pt x="11185" y="8255"/>
                    <a:pt x="11185" y="7436"/>
                  </a:cubicBezTo>
                  <a:cubicBezTo>
                    <a:pt x="11216" y="6617"/>
                    <a:pt x="10554" y="5955"/>
                    <a:pt x="9767" y="5955"/>
                  </a:cubicBezTo>
                  <a:lnTo>
                    <a:pt x="10869" y="5955"/>
                  </a:lnTo>
                  <a:cubicBezTo>
                    <a:pt x="11058" y="5955"/>
                    <a:pt x="11216" y="5797"/>
                    <a:pt x="11216" y="5577"/>
                  </a:cubicBezTo>
                  <a:cubicBezTo>
                    <a:pt x="11216" y="4695"/>
                    <a:pt x="10586" y="3939"/>
                    <a:pt x="9704" y="3781"/>
                  </a:cubicBezTo>
                  <a:cubicBezTo>
                    <a:pt x="9546" y="1639"/>
                    <a:pt x="7782" y="1"/>
                    <a:pt x="56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83" name="Google Shape;11483;p137"/>
          <p:cNvGrpSpPr/>
          <p:nvPr/>
        </p:nvGrpSpPr>
        <p:grpSpPr>
          <a:xfrm>
            <a:off x="6616678" y="1303695"/>
            <a:ext cx="370905" cy="360976"/>
            <a:chOff x="-56407800" y="1902600"/>
            <a:chExt cx="326875" cy="318125"/>
          </a:xfrm>
        </p:grpSpPr>
        <p:sp>
          <p:nvSpPr>
            <p:cNvPr id="11484" name="Google Shape;11484;p137"/>
            <p:cNvSpPr/>
            <p:nvPr/>
          </p:nvSpPr>
          <p:spPr>
            <a:xfrm>
              <a:off x="-56289650" y="2072625"/>
              <a:ext cx="17325" cy="17350"/>
            </a:xfrm>
            <a:custGeom>
              <a:rect b="b" l="l" r="r" t="t"/>
              <a:pathLst>
                <a:path extrusionOk="0" h="694" w="693">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5" name="Google Shape;11485;p137"/>
            <p:cNvSpPr/>
            <p:nvPr/>
          </p:nvSpPr>
          <p:spPr>
            <a:xfrm>
              <a:off x="-56215625" y="2072625"/>
              <a:ext cx="17350" cy="17350"/>
            </a:xfrm>
            <a:custGeom>
              <a:rect b="b" l="l" r="r" t="t"/>
              <a:pathLst>
                <a:path extrusionOk="0" h="694" w="694">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6" name="Google Shape;11486;p137"/>
            <p:cNvSpPr/>
            <p:nvPr/>
          </p:nvSpPr>
          <p:spPr>
            <a:xfrm>
              <a:off x="-56407800" y="1902600"/>
              <a:ext cx="326875" cy="318125"/>
            </a:xfrm>
            <a:custGeom>
              <a:rect b="b" l="l" r="r" t="t"/>
              <a:pathLst>
                <a:path extrusionOk="0" h="12725" w="13075">
                  <a:moveTo>
                    <a:pt x="8371" y="824"/>
                  </a:moveTo>
                  <a:cubicBezTo>
                    <a:pt x="8854" y="824"/>
                    <a:pt x="9303" y="1142"/>
                    <a:pt x="9420" y="1635"/>
                  </a:cubicBezTo>
                  <a:lnTo>
                    <a:pt x="9924" y="3714"/>
                  </a:lnTo>
                  <a:cubicBezTo>
                    <a:pt x="9641" y="3777"/>
                    <a:pt x="9420" y="3809"/>
                    <a:pt x="9137" y="3809"/>
                  </a:cubicBezTo>
                  <a:lnTo>
                    <a:pt x="3907" y="3809"/>
                  </a:lnTo>
                  <a:cubicBezTo>
                    <a:pt x="3623" y="3809"/>
                    <a:pt x="3340" y="3777"/>
                    <a:pt x="3119" y="3714"/>
                  </a:cubicBezTo>
                  <a:lnTo>
                    <a:pt x="3655" y="1635"/>
                  </a:lnTo>
                  <a:cubicBezTo>
                    <a:pt x="3772" y="1142"/>
                    <a:pt x="4239" y="824"/>
                    <a:pt x="4717" y="824"/>
                  </a:cubicBezTo>
                  <a:cubicBezTo>
                    <a:pt x="4881" y="824"/>
                    <a:pt x="5046" y="861"/>
                    <a:pt x="5199" y="942"/>
                  </a:cubicBezTo>
                  <a:lnTo>
                    <a:pt x="6364" y="1509"/>
                  </a:lnTo>
                  <a:cubicBezTo>
                    <a:pt x="6427" y="1540"/>
                    <a:pt x="6490" y="1556"/>
                    <a:pt x="6545" y="1556"/>
                  </a:cubicBezTo>
                  <a:cubicBezTo>
                    <a:pt x="6601" y="1556"/>
                    <a:pt x="6648" y="1540"/>
                    <a:pt x="6679" y="1509"/>
                  </a:cubicBezTo>
                  <a:lnTo>
                    <a:pt x="7877" y="942"/>
                  </a:lnTo>
                  <a:cubicBezTo>
                    <a:pt x="8037" y="861"/>
                    <a:pt x="8206" y="824"/>
                    <a:pt x="8371" y="824"/>
                  </a:cubicBezTo>
                  <a:close/>
                  <a:moveTo>
                    <a:pt x="1299" y="3783"/>
                  </a:moveTo>
                  <a:cubicBezTo>
                    <a:pt x="1359" y="3783"/>
                    <a:pt x="1422" y="3800"/>
                    <a:pt x="1481" y="3840"/>
                  </a:cubicBezTo>
                  <a:lnTo>
                    <a:pt x="2017" y="4092"/>
                  </a:lnTo>
                  <a:cubicBezTo>
                    <a:pt x="2584" y="4344"/>
                    <a:pt x="3308" y="4565"/>
                    <a:pt x="3970" y="4565"/>
                  </a:cubicBezTo>
                  <a:lnTo>
                    <a:pt x="9200" y="4565"/>
                  </a:lnTo>
                  <a:cubicBezTo>
                    <a:pt x="9893" y="4565"/>
                    <a:pt x="10586" y="4376"/>
                    <a:pt x="11185" y="4092"/>
                  </a:cubicBezTo>
                  <a:lnTo>
                    <a:pt x="11689" y="3840"/>
                  </a:lnTo>
                  <a:cubicBezTo>
                    <a:pt x="11737" y="3824"/>
                    <a:pt x="11788" y="3816"/>
                    <a:pt x="11839" y="3816"/>
                  </a:cubicBezTo>
                  <a:cubicBezTo>
                    <a:pt x="11983" y="3816"/>
                    <a:pt x="12123" y="3881"/>
                    <a:pt x="12193" y="3998"/>
                  </a:cubicBezTo>
                  <a:cubicBezTo>
                    <a:pt x="12256" y="4187"/>
                    <a:pt x="12161" y="4439"/>
                    <a:pt x="11972" y="4502"/>
                  </a:cubicBezTo>
                  <a:lnTo>
                    <a:pt x="11468" y="4754"/>
                  </a:lnTo>
                  <a:cubicBezTo>
                    <a:pt x="10743" y="5100"/>
                    <a:pt x="9924" y="5289"/>
                    <a:pt x="9168" y="5289"/>
                  </a:cubicBezTo>
                  <a:lnTo>
                    <a:pt x="3938" y="5289"/>
                  </a:lnTo>
                  <a:cubicBezTo>
                    <a:pt x="3182" y="5289"/>
                    <a:pt x="2363" y="5100"/>
                    <a:pt x="1639" y="4754"/>
                  </a:cubicBezTo>
                  <a:lnTo>
                    <a:pt x="1134" y="4502"/>
                  </a:lnTo>
                  <a:cubicBezTo>
                    <a:pt x="945" y="4439"/>
                    <a:pt x="851" y="4187"/>
                    <a:pt x="977" y="3998"/>
                  </a:cubicBezTo>
                  <a:cubicBezTo>
                    <a:pt x="1042" y="3868"/>
                    <a:pt x="1166" y="3783"/>
                    <a:pt x="1299" y="3783"/>
                  </a:cubicBezTo>
                  <a:close/>
                  <a:moveTo>
                    <a:pt x="2426" y="6801"/>
                  </a:moveTo>
                  <a:lnTo>
                    <a:pt x="2426" y="8282"/>
                  </a:lnTo>
                  <a:cubicBezTo>
                    <a:pt x="2048" y="8282"/>
                    <a:pt x="1702" y="7936"/>
                    <a:pt x="1702" y="7558"/>
                  </a:cubicBezTo>
                  <a:cubicBezTo>
                    <a:pt x="1702" y="7148"/>
                    <a:pt x="2017" y="6801"/>
                    <a:pt x="2426" y="6801"/>
                  </a:cubicBezTo>
                  <a:close/>
                  <a:moveTo>
                    <a:pt x="10680" y="6801"/>
                  </a:moveTo>
                  <a:cubicBezTo>
                    <a:pt x="11059" y="6801"/>
                    <a:pt x="11405" y="7117"/>
                    <a:pt x="11405" y="7558"/>
                  </a:cubicBezTo>
                  <a:cubicBezTo>
                    <a:pt x="11405" y="7936"/>
                    <a:pt x="11059" y="8282"/>
                    <a:pt x="10680" y="8282"/>
                  </a:cubicBezTo>
                  <a:lnTo>
                    <a:pt x="10680" y="6801"/>
                  </a:lnTo>
                  <a:close/>
                  <a:moveTo>
                    <a:pt x="3214" y="5982"/>
                  </a:moveTo>
                  <a:cubicBezTo>
                    <a:pt x="3466" y="6014"/>
                    <a:pt x="3686" y="6014"/>
                    <a:pt x="3970" y="6014"/>
                  </a:cubicBezTo>
                  <a:lnTo>
                    <a:pt x="9200" y="6014"/>
                  </a:lnTo>
                  <a:cubicBezTo>
                    <a:pt x="9452" y="6014"/>
                    <a:pt x="9672" y="6014"/>
                    <a:pt x="9956" y="5982"/>
                  </a:cubicBezTo>
                  <a:lnTo>
                    <a:pt x="9956" y="5982"/>
                  </a:lnTo>
                  <a:cubicBezTo>
                    <a:pt x="9924" y="6297"/>
                    <a:pt x="9924" y="8219"/>
                    <a:pt x="9924" y="8503"/>
                  </a:cubicBezTo>
                  <a:lnTo>
                    <a:pt x="9924" y="8849"/>
                  </a:lnTo>
                  <a:lnTo>
                    <a:pt x="6742" y="7558"/>
                  </a:lnTo>
                  <a:cubicBezTo>
                    <a:pt x="6695" y="7526"/>
                    <a:pt x="6640" y="7510"/>
                    <a:pt x="6589" y="7510"/>
                  </a:cubicBezTo>
                  <a:cubicBezTo>
                    <a:pt x="6538" y="7510"/>
                    <a:pt x="6490" y="7526"/>
                    <a:pt x="6459" y="7558"/>
                  </a:cubicBezTo>
                  <a:lnTo>
                    <a:pt x="3214" y="8849"/>
                  </a:lnTo>
                  <a:lnTo>
                    <a:pt x="3214" y="8660"/>
                  </a:lnTo>
                  <a:lnTo>
                    <a:pt x="3214" y="5982"/>
                  </a:lnTo>
                  <a:close/>
                  <a:moveTo>
                    <a:pt x="6585" y="8282"/>
                  </a:moveTo>
                  <a:lnTo>
                    <a:pt x="9767" y="9542"/>
                  </a:lnTo>
                  <a:cubicBezTo>
                    <a:pt x="9262" y="11157"/>
                    <a:pt x="7905" y="12034"/>
                    <a:pt x="6522" y="12034"/>
                  </a:cubicBezTo>
                  <a:cubicBezTo>
                    <a:pt x="5746" y="12034"/>
                    <a:pt x="4962" y="11758"/>
                    <a:pt x="4316" y="11181"/>
                  </a:cubicBezTo>
                  <a:cubicBezTo>
                    <a:pt x="3844" y="10740"/>
                    <a:pt x="3529" y="10172"/>
                    <a:pt x="3340" y="9605"/>
                  </a:cubicBezTo>
                  <a:lnTo>
                    <a:pt x="6585" y="8282"/>
                  </a:lnTo>
                  <a:close/>
                  <a:moveTo>
                    <a:pt x="8390" y="1"/>
                  </a:moveTo>
                  <a:cubicBezTo>
                    <a:pt x="8109" y="1"/>
                    <a:pt x="7824" y="69"/>
                    <a:pt x="7561" y="217"/>
                  </a:cubicBezTo>
                  <a:lnTo>
                    <a:pt x="6522" y="721"/>
                  </a:lnTo>
                  <a:lnTo>
                    <a:pt x="5514" y="217"/>
                  </a:lnTo>
                  <a:cubicBezTo>
                    <a:pt x="5240" y="88"/>
                    <a:pt x="4955" y="27"/>
                    <a:pt x="4676" y="27"/>
                  </a:cubicBezTo>
                  <a:cubicBezTo>
                    <a:pt x="3863" y="27"/>
                    <a:pt x="3110" y="546"/>
                    <a:pt x="2899" y="1414"/>
                  </a:cubicBezTo>
                  <a:lnTo>
                    <a:pt x="2395" y="3462"/>
                  </a:lnTo>
                  <a:lnTo>
                    <a:pt x="1765" y="3147"/>
                  </a:lnTo>
                  <a:cubicBezTo>
                    <a:pt x="1607" y="3063"/>
                    <a:pt x="1435" y="3024"/>
                    <a:pt x="1265" y="3024"/>
                  </a:cubicBezTo>
                  <a:cubicBezTo>
                    <a:pt x="859" y="3024"/>
                    <a:pt x="462" y="3251"/>
                    <a:pt x="284" y="3651"/>
                  </a:cubicBezTo>
                  <a:cubicBezTo>
                    <a:pt x="0" y="4187"/>
                    <a:pt x="221" y="4880"/>
                    <a:pt x="788" y="5132"/>
                  </a:cubicBezTo>
                  <a:lnTo>
                    <a:pt x="1292" y="5384"/>
                  </a:lnTo>
                  <a:cubicBezTo>
                    <a:pt x="1639" y="5573"/>
                    <a:pt x="2048" y="5699"/>
                    <a:pt x="2426" y="5793"/>
                  </a:cubicBezTo>
                  <a:lnTo>
                    <a:pt x="2426" y="6014"/>
                  </a:lnTo>
                  <a:cubicBezTo>
                    <a:pt x="1607" y="6014"/>
                    <a:pt x="945" y="6675"/>
                    <a:pt x="945" y="7495"/>
                  </a:cubicBezTo>
                  <a:cubicBezTo>
                    <a:pt x="945" y="8282"/>
                    <a:pt x="1576" y="9007"/>
                    <a:pt x="2426" y="9007"/>
                  </a:cubicBezTo>
                  <a:cubicBezTo>
                    <a:pt x="2521" y="10015"/>
                    <a:pt x="3025" y="10992"/>
                    <a:pt x="3781" y="11685"/>
                  </a:cubicBezTo>
                  <a:cubicBezTo>
                    <a:pt x="4537" y="12378"/>
                    <a:pt x="5514" y="12724"/>
                    <a:pt x="6522" y="12724"/>
                  </a:cubicBezTo>
                  <a:cubicBezTo>
                    <a:pt x="8696" y="12724"/>
                    <a:pt x="10365" y="11055"/>
                    <a:pt x="10586" y="9007"/>
                  </a:cubicBezTo>
                  <a:cubicBezTo>
                    <a:pt x="11500" y="9007"/>
                    <a:pt x="12130" y="8282"/>
                    <a:pt x="12130" y="7495"/>
                  </a:cubicBezTo>
                  <a:cubicBezTo>
                    <a:pt x="12130" y="6675"/>
                    <a:pt x="11468" y="6014"/>
                    <a:pt x="10617" y="6014"/>
                  </a:cubicBezTo>
                  <a:lnTo>
                    <a:pt x="10617" y="5793"/>
                  </a:lnTo>
                  <a:cubicBezTo>
                    <a:pt x="11027" y="5699"/>
                    <a:pt x="11405" y="5573"/>
                    <a:pt x="11783" y="5384"/>
                  </a:cubicBezTo>
                  <a:lnTo>
                    <a:pt x="12287" y="5132"/>
                  </a:lnTo>
                  <a:cubicBezTo>
                    <a:pt x="12886" y="4911"/>
                    <a:pt x="13075" y="4250"/>
                    <a:pt x="12791" y="3682"/>
                  </a:cubicBezTo>
                  <a:cubicBezTo>
                    <a:pt x="12588" y="3299"/>
                    <a:pt x="12191" y="3061"/>
                    <a:pt x="11785" y="3061"/>
                  </a:cubicBezTo>
                  <a:cubicBezTo>
                    <a:pt x="11625" y="3061"/>
                    <a:pt x="11462" y="3098"/>
                    <a:pt x="11311" y="3178"/>
                  </a:cubicBezTo>
                  <a:lnTo>
                    <a:pt x="10775" y="3399"/>
                  </a:lnTo>
                  <a:cubicBezTo>
                    <a:pt x="10743" y="3399"/>
                    <a:pt x="10712" y="3462"/>
                    <a:pt x="10680" y="3462"/>
                  </a:cubicBezTo>
                  <a:lnTo>
                    <a:pt x="10145" y="1414"/>
                  </a:lnTo>
                  <a:cubicBezTo>
                    <a:pt x="9959" y="552"/>
                    <a:pt x="9187" y="1"/>
                    <a:pt x="839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87" name="Google Shape;11487;p137"/>
          <p:cNvGrpSpPr/>
          <p:nvPr/>
        </p:nvGrpSpPr>
        <p:grpSpPr>
          <a:xfrm>
            <a:off x="6622479" y="1790262"/>
            <a:ext cx="359303" cy="338736"/>
            <a:chOff x="-56401500" y="2304975"/>
            <a:chExt cx="316650" cy="298525"/>
          </a:xfrm>
        </p:grpSpPr>
        <p:sp>
          <p:nvSpPr>
            <p:cNvPr id="11488" name="Google Shape;11488;p137"/>
            <p:cNvSpPr/>
            <p:nvPr/>
          </p:nvSpPr>
          <p:spPr>
            <a:xfrm>
              <a:off x="-56289650" y="2436500"/>
              <a:ext cx="17325" cy="18150"/>
            </a:xfrm>
            <a:custGeom>
              <a:rect b="b" l="l" r="r" t="t"/>
              <a:pathLst>
                <a:path extrusionOk="0" h="726" w="693">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9" name="Google Shape;11489;p137"/>
            <p:cNvSpPr/>
            <p:nvPr/>
          </p:nvSpPr>
          <p:spPr>
            <a:xfrm>
              <a:off x="-56215625" y="2436500"/>
              <a:ext cx="17350" cy="18150"/>
            </a:xfrm>
            <a:custGeom>
              <a:rect b="b" l="l" r="r" t="t"/>
              <a:pathLst>
                <a:path extrusionOk="0" h="726" w="694">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0" name="Google Shape;11490;p137"/>
            <p:cNvSpPr/>
            <p:nvPr/>
          </p:nvSpPr>
          <p:spPr>
            <a:xfrm>
              <a:off x="-56280200" y="2499700"/>
              <a:ext cx="73250" cy="29775"/>
            </a:xfrm>
            <a:custGeom>
              <a:rect b="b" l="l" r="r" t="t"/>
              <a:pathLst>
                <a:path extrusionOk="0" h="1191" w="2930">
                  <a:moveTo>
                    <a:pt x="414" y="1"/>
                  </a:moveTo>
                  <a:cubicBezTo>
                    <a:pt x="315" y="1"/>
                    <a:pt x="221" y="40"/>
                    <a:pt x="158" y="119"/>
                  </a:cubicBezTo>
                  <a:cubicBezTo>
                    <a:pt x="0" y="277"/>
                    <a:pt x="0" y="529"/>
                    <a:pt x="158" y="623"/>
                  </a:cubicBezTo>
                  <a:cubicBezTo>
                    <a:pt x="536" y="1001"/>
                    <a:pt x="1008" y="1190"/>
                    <a:pt x="1481" y="1190"/>
                  </a:cubicBezTo>
                  <a:cubicBezTo>
                    <a:pt x="1953" y="1190"/>
                    <a:pt x="2457" y="1001"/>
                    <a:pt x="2773" y="623"/>
                  </a:cubicBezTo>
                  <a:cubicBezTo>
                    <a:pt x="2930" y="466"/>
                    <a:pt x="2930" y="245"/>
                    <a:pt x="2773" y="119"/>
                  </a:cubicBezTo>
                  <a:cubicBezTo>
                    <a:pt x="2694" y="40"/>
                    <a:pt x="2591" y="1"/>
                    <a:pt x="2497" y="1"/>
                  </a:cubicBezTo>
                  <a:cubicBezTo>
                    <a:pt x="2402" y="1"/>
                    <a:pt x="2316" y="40"/>
                    <a:pt x="2268" y="119"/>
                  </a:cubicBezTo>
                  <a:cubicBezTo>
                    <a:pt x="2048" y="308"/>
                    <a:pt x="1733" y="434"/>
                    <a:pt x="1481" y="434"/>
                  </a:cubicBezTo>
                  <a:cubicBezTo>
                    <a:pt x="1166" y="434"/>
                    <a:pt x="882" y="308"/>
                    <a:pt x="693" y="119"/>
                  </a:cubicBezTo>
                  <a:cubicBezTo>
                    <a:pt x="614" y="40"/>
                    <a:pt x="512" y="1"/>
                    <a:pt x="41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1" name="Google Shape;11491;p137"/>
            <p:cNvSpPr/>
            <p:nvPr/>
          </p:nvSpPr>
          <p:spPr>
            <a:xfrm>
              <a:off x="-56401500" y="2304975"/>
              <a:ext cx="316650" cy="298525"/>
            </a:xfrm>
            <a:custGeom>
              <a:rect b="b" l="l" r="r" t="t"/>
              <a:pathLst>
                <a:path extrusionOk="0" h="11941" w="12666">
                  <a:moveTo>
                    <a:pt x="6411" y="785"/>
                  </a:moveTo>
                  <a:cubicBezTo>
                    <a:pt x="7105" y="785"/>
                    <a:pt x="7692" y="1003"/>
                    <a:pt x="8223" y="1387"/>
                  </a:cubicBezTo>
                  <a:lnTo>
                    <a:pt x="6270" y="2899"/>
                  </a:lnTo>
                  <a:lnTo>
                    <a:pt x="4348" y="1387"/>
                  </a:lnTo>
                  <a:cubicBezTo>
                    <a:pt x="4915" y="977"/>
                    <a:pt x="5577" y="788"/>
                    <a:pt x="6270" y="788"/>
                  </a:cubicBezTo>
                  <a:cubicBezTo>
                    <a:pt x="6317" y="786"/>
                    <a:pt x="6365" y="785"/>
                    <a:pt x="6411" y="785"/>
                  </a:cubicBezTo>
                  <a:close/>
                  <a:moveTo>
                    <a:pt x="2174" y="4474"/>
                  </a:moveTo>
                  <a:lnTo>
                    <a:pt x="2174" y="5986"/>
                  </a:lnTo>
                  <a:cubicBezTo>
                    <a:pt x="1796" y="5986"/>
                    <a:pt x="1450" y="5640"/>
                    <a:pt x="1450" y="5230"/>
                  </a:cubicBezTo>
                  <a:cubicBezTo>
                    <a:pt x="1450" y="4821"/>
                    <a:pt x="1765" y="4474"/>
                    <a:pt x="2174" y="4474"/>
                  </a:cubicBezTo>
                  <a:close/>
                  <a:moveTo>
                    <a:pt x="10428" y="4474"/>
                  </a:moveTo>
                  <a:cubicBezTo>
                    <a:pt x="10838" y="4474"/>
                    <a:pt x="11153" y="4821"/>
                    <a:pt x="11153" y="5230"/>
                  </a:cubicBezTo>
                  <a:cubicBezTo>
                    <a:pt x="11153" y="5608"/>
                    <a:pt x="10807" y="5986"/>
                    <a:pt x="10428" y="5986"/>
                  </a:cubicBezTo>
                  <a:lnTo>
                    <a:pt x="10428" y="4474"/>
                  </a:lnTo>
                  <a:close/>
                  <a:moveTo>
                    <a:pt x="1008" y="6144"/>
                  </a:moveTo>
                  <a:cubicBezTo>
                    <a:pt x="1292" y="6490"/>
                    <a:pt x="1702" y="6742"/>
                    <a:pt x="2174" y="6742"/>
                  </a:cubicBezTo>
                  <a:cubicBezTo>
                    <a:pt x="2174" y="7152"/>
                    <a:pt x="1828" y="7467"/>
                    <a:pt x="1450" y="7467"/>
                  </a:cubicBezTo>
                  <a:cubicBezTo>
                    <a:pt x="1040" y="7467"/>
                    <a:pt x="693" y="7120"/>
                    <a:pt x="693" y="6742"/>
                  </a:cubicBezTo>
                  <a:cubicBezTo>
                    <a:pt x="693" y="6490"/>
                    <a:pt x="819" y="6270"/>
                    <a:pt x="1008" y="6144"/>
                  </a:cubicBezTo>
                  <a:close/>
                  <a:moveTo>
                    <a:pt x="11594" y="6144"/>
                  </a:moveTo>
                  <a:cubicBezTo>
                    <a:pt x="11783" y="6301"/>
                    <a:pt x="11909" y="6490"/>
                    <a:pt x="11909" y="6742"/>
                  </a:cubicBezTo>
                  <a:cubicBezTo>
                    <a:pt x="11909" y="7152"/>
                    <a:pt x="11594" y="7467"/>
                    <a:pt x="11153" y="7467"/>
                  </a:cubicBezTo>
                  <a:cubicBezTo>
                    <a:pt x="10775" y="7467"/>
                    <a:pt x="10428" y="7120"/>
                    <a:pt x="10428" y="6742"/>
                  </a:cubicBezTo>
                  <a:cubicBezTo>
                    <a:pt x="10901" y="6742"/>
                    <a:pt x="11311" y="6490"/>
                    <a:pt x="11594" y="6144"/>
                  </a:cubicBezTo>
                  <a:close/>
                  <a:moveTo>
                    <a:pt x="8759" y="1859"/>
                  </a:moveTo>
                  <a:cubicBezTo>
                    <a:pt x="9326" y="2426"/>
                    <a:pt x="9672" y="3214"/>
                    <a:pt x="9672" y="4128"/>
                  </a:cubicBezTo>
                  <a:lnTo>
                    <a:pt x="9672" y="7120"/>
                  </a:lnTo>
                  <a:cubicBezTo>
                    <a:pt x="9672" y="8507"/>
                    <a:pt x="8853" y="9735"/>
                    <a:pt x="7562" y="10239"/>
                  </a:cubicBezTo>
                  <a:cubicBezTo>
                    <a:pt x="7215" y="9924"/>
                    <a:pt x="6774" y="9735"/>
                    <a:pt x="6301" y="9735"/>
                  </a:cubicBezTo>
                  <a:cubicBezTo>
                    <a:pt x="5829" y="9735"/>
                    <a:pt x="5356" y="9924"/>
                    <a:pt x="5041" y="10239"/>
                  </a:cubicBezTo>
                  <a:cubicBezTo>
                    <a:pt x="3781" y="9735"/>
                    <a:pt x="2899" y="8507"/>
                    <a:pt x="2899" y="7120"/>
                  </a:cubicBezTo>
                  <a:lnTo>
                    <a:pt x="2899" y="4128"/>
                  </a:lnTo>
                  <a:cubicBezTo>
                    <a:pt x="2899" y="3277"/>
                    <a:pt x="3245" y="2489"/>
                    <a:pt x="3812" y="1859"/>
                  </a:cubicBezTo>
                  <a:lnTo>
                    <a:pt x="6049" y="3655"/>
                  </a:lnTo>
                  <a:cubicBezTo>
                    <a:pt x="6112" y="3718"/>
                    <a:pt x="6191" y="3749"/>
                    <a:pt x="6274" y="3749"/>
                  </a:cubicBezTo>
                  <a:cubicBezTo>
                    <a:pt x="6356" y="3749"/>
                    <a:pt x="6443" y="3718"/>
                    <a:pt x="6522" y="3655"/>
                  </a:cubicBezTo>
                  <a:lnTo>
                    <a:pt x="8759" y="1859"/>
                  </a:lnTo>
                  <a:close/>
                  <a:moveTo>
                    <a:pt x="6333" y="10460"/>
                  </a:moveTo>
                  <a:cubicBezTo>
                    <a:pt x="6805" y="10460"/>
                    <a:pt x="7215" y="10775"/>
                    <a:pt x="7373" y="11216"/>
                  </a:cubicBezTo>
                  <a:lnTo>
                    <a:pt x="5262" y="11216"/>
                  </a:lnTo>
                  <a:cubicBezTo>
                    <a:pt x="5419" y="10775"/>
                    <a:pt x="5797" y="10460"/>
                    <a:pt x="6333" y="10460"/>
                  </a:cubicBezTo>
                  <a:close/>
                  <a:moveTo>
                    <a:pt x="6333" y="0"/>
                  </a:moveTo>
                  <a:cubicBezTo>
                    <a:pt x="4159" y="0"/>
                    <a:pt x="2395" y="1639"/>
                    <a:pt x="2237" y="3718"/>
                  </a:cubicBezTo>
                  <a:cubicBezTo>
                    <a:pt x="1324" y="3718"/>
                    <a:pt x="599" y="4506"/>
                    <a:pt x="725" y="5419"/>
                  </a:cubicBezTo>
                  <a:cubicBezTo>
                    <a:pt x="252" y="5703"/>
                    <a:pt x="0" y="6175"/>
                    <a:pt x="0" y="6742"/>
                  </a:cubicBezTo>
                  <a:cubicBezTo>
                    <a:pt x="0" y="7562"/>
                    <a:pt x="662" y="8223"/>
                    <a:pt x="1481" y="8223"/>
                  </a:cubicBezTo>
                  <a:cubicBezTo>
                    <a:pt x="1796" y="8223"/>
                    <a:pt x="2080" y="8160"/>
                    <a:pt x="2300" y="7940"/>
                  </a:cubicBezTo>
                  <a:cubicBezTo>
                    <a:pt x="2584" y="9263"/>
                    <a:pt x="3497" y="10271"/>
                    <a:pt x="4632" y="10838"/>
                  </a:cubicBezTo>
                  <a:cubicBezTo>
                    <a:pt x="4506" y="11059"/>
                    <a:pt x="4474" y="11311"/>
                    <a:pt x="4474" y="11563"/>
                  </a:cubicBezTo>
                  <a:cubicBezTo>
                    <a:pt x="4474" y="11783"/>
                    <a:pt x="4632" y="11941"/>
                    <a:pt x="4821" y="11941"/>
                  </a:cubicBezTo>
                  <a:lnTo>
                    <a:pt x="7814" y="11941"/>
                  </a:lnTo>
                  <a:cubicBezTo>
                    <a:pt x="8034" y="11941"/>
                    <a:pt x="8192" y="11783"/>
                    <a:pt x="8192" y="11563"/>
                  </a:cubicBezTo>
                  <a:cubicBezTo>
                    <a:pt x="8192" y="11311"/>
                    <a:pt x="8129" y="11059"/>
                    <a:pt x="8034" y="10838"/>
                  </a:cubicBezTo>
                  <a:cubicBezTo>
                    <a:pt x="9168" y="10302"/>
                    <a:pt x="10082" y="9263"/>
                    <a:pt x="10334" y="7940"/>
                  </a:cubicBezTo>
                  <a:cubicBezTo>
                    <a:pt x="10586" y="8097"/>
                    <a:pt x="10870" y="8223"/>
                    <a:pt x="11185" y="8223"/>
                  </a:cubicBezTo>
                  <a:cubicBezTo>
                    <a:pt x="12004" y="8223"/>
                    <a:pt x="12665" y="7562"/>
                    <a:pt x="12665" y="6742"/>
                  </a:cubicBezTo>
                  <a:cubicBezTo>
                    <a:pt x="12665" y="6175"/>
                    <a:pt x="12382" y="5703"/>
                    <a:pt x="11909" y="5419"/>
                  </a:cubicBezTo>
                  <a:cubicBezTo>
                    <a:pt x="12035" y="4506"/>
                    <a:pt x="11311" y="3718"/>
                    <a:pt x="10428" y="3718"/>
                  </a:cubicBezTo>
                  <a:cubicBezTo>
                    <a:pt x="10208" y="1639"/>
                    <a:pt x="8444" y="0"/>
                    <a:pt x="63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92" name="Google Shape;11492;p137"/>
          <p:cNvGrpSpPr/>
          <p:nvPr/>
        </p:nvGrpSpPr>
        <p:grpSpPr>
          <a:xfrm>
            <a:off x="5328863" y="2682337"/>
            <a:ext cx="319985" cy="361090"/>
            <a:chOff x="-54426150" y="1901700"/>
            <a:chExt cx="282000" cy="318225"/>
          </a:xfrm>
        </p:grpSpPr>
        <p:sp>
          <p:nvSpPr>
            <p:cNvPr id="11493" name="Google Shape;11493;p137"/>
            <p:cNvSpPr/>
            <p:nvPr/>
          </p:nvSpPr>
          <p:spPr>
            <a:xfrm>
              <a:off x="-54330850" y="2072625"/>
              <a:ext cx="18150" cy="17350"/>
            </a:xfrm>
            <a:custGeom>
              <a:rect b="b" l="l" r="r" t="t"/>
              <a:pathLst>
                <a:path extrusionOk="0" h="694" w="726">
                  <a:moveTo>
                    <a:pt x="379" y="0"/>
                  </a:moveTo>
                  <a:cubicBezTo>
                    <a:pt x="190" y="0"/>
                    <a:pt x="1" y="158"/>
                    <a:pt x="1" y="347"/>
                  </a:cubicBezTo>
                  <a:cubicBezTo>
                    <a:pt x="1" y="536"/>
                    <a:pt x="190" y="694"/>
                    <a:pt x="379" y="694"/>
                  </a:cubicBezTo>
                  <a:cubicBezTo>
                    <a:pt x="568" y="694"/>
                    <a:pt x="725" y="536"/>
                    <a:pt x="725" y="347"/>
                  </a:cubicBezTo>
                  <a:cubicBezTo>
                    <a:pt x="725" y="158"/>
                    <a:pt x="568"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4" name="Google Shape;11494;p137"/>
            <p:cNvSpPr/>
            <p:nvPr/>
          </p:nvSpPr>
          <p:spPr>
            <a:xfrm>
              <a:off x="-54256800" y="2072625"/>
              <a:ext cx="18125" cy="17350"/>
            </a:xfrm>
            <a:custGeom>
              <a:rect b="b" l="l" r="r" t="t"/>
              <a:pathLst>
                <a:path extrusionOk="0" h="694" w="725">
                  <a:moveTo>
                    <a:pt x="347" y="0"/>
                  </a:moveTo>
                  <a:cubicBezTo>
                    <a:pt x="158" y="0"/>
                    <a:pt x="0" y="158"/>
                    <a:pt x="0" y="347"/>
                  </a:cubicBezTo>
                  <a:cubicBezTo>
                    <a:pt x="0" y="536"/>
                    <a:pt x="158" y="694"/>
                    <a:pt x="347" y="694"/>
                  </a:cubicBezTo>
                  <a:cubicBezTo>
                    <a:pt x="567" y="694"/>
                    <a:pt x="725" y="536"/>
                    <a:pt x="725" y="347"/>
                  </a:cubicBezTo>
                  <a:cubicBezTo>
                    <a:pt x="725" y="158"/>
                    <a:pt x="567"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5" name="Google Shape;11495;p137"/>
            <p:cNvSpPr/>
            <p:nvPr/>
          </p:nvSpPr>
          <p:spPr>
            <a:xfrm>
              <a:off x="-54320600" y="2135825"/>
              <a:ext cx="72475" cy="28975"/>
            </a:xfrm>
            <a:custGeom>
              <a:rect b="b" l="l" r="r" t="t"/>
              <a:pathLst>
                <a:path extrusionOk="0" h="1159" w="2899">
                  <a:moveTo>
                    <a:pt x="398" y="1"/>
                  </a:moveTo>
                  <a:cubicBezTo>
                    <a:pt x="308" y="1"/>
                    <a:pt x="221" y="40"/>
                    <a:pt x="158" y="119"/>
                  </a:cubicBezTo>
                  <a:cubicBezTo>
                    <a:pt x="0" y="276"/>
                    <a:pt x="0" y="497"/>
                    <a:pt x="158" y="623"/>
                  </a:cubicBezTo>
                  <a:cubicBezTo>
                    <a:pt x="505" y="970"/>
                    <a:pt x="977" y="1159"/>
                    <a:pt x="1450" y="1159"/>
                  </a:cubicBezTo>
                  <a:cubicBezTo>
                    <a:pt x="1922" y="1159"/>
                    <a:pt x="2426" y="970"/>
                    <a:pt x="2741" y="623"/>
                  </a:cubicBezTo>
                  <a:cubicBezTo>
                    <a:pt x="2899" y="465"/>
                    <a:pt x="2899" y="213"/>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6" name="Google Shape;11496;p137"/>
            <p:cNvSpPr/>
            <p:nvPr/>
          </p:nvSpPr>
          <p:spPr>
            <a:xfrm>
              <a:off x="-54426150" y="1901700"/>
              <a:ext cx="282000" cy="318225"/>
            </a:xfrm>
            <a:custGeom>
              <a:rect b="b" l="l" r="r" t="t"/>
              <a:pathLst>
                <a:path extrusionOk="0" h="12729" w="11280">
                  <a:moveTo>
                    <a:pt x="5672" y="820"/>
                  </a:moveTo>
                  <a:cubicBezTo>
                    <a:pt x="6648" y="820"/>
                    <a:pt x="7562" y="1072"/>
                    <a:pt x="8381" y="1639"/>
                  </a:cubicBezTo>
                  <a:cubicBezTo>
                    <a:pt x="8350" y="1828"/>
                    <a:pt x="8318" y="2049"/>
                    <a:pt x="8318" y="2301"/>
                  </a:cubicBezTo>
                  <a:cubicBezTo>
                    <a:pt x="8318" y="2584"/>
                    <a:pt x="8350" y="2805"/>
                    <a:pt x="8444" y="3057"/>
                  </a:cubicBezTo>
                  <a:lnTo>
                    <a:pt x="1671" y="3057"/>
                  </a:lnTo>
                  <a:cubicBezTo>
                    <a:pt x="2458" y="1702"/>
                    <a:pt x="3939" y="820"/>
                    <a:pt x="5672" y="820"/>
                  </a:cubicBezTo>
                  <a:close/>
                  <a:moveTo>
                    <a:pt x="9389" y="1072"/>
                  </a:moveTo>
                  <a:cubicBezTo>
                    <a:pt x="9547" y="1387"/>
                    <a:pt x="9736" y="1828"/>
                    <a:pt x="9736" y="2301"/>
                  </a:cubicBezTo>
                  <a:cubicBezTo>
                    <a:pt x="9736" y="2773"/>
                    <a:pt x="9547" y="3214"/>
                    <a:pt x="9389" y="3529"/>
                  </a:cubicBezTo>
                  <a:cubicBezTo>
                    <a:pt x="9232" y="3214"/>
                    <a:pt x="9011" y="2773"/>
                    <a:pt x="9011" y="2301"/>
                  </a:cubicBezTo>
                  <a:cubicBezTo>
                    <a:pt x="9011" y="1828"/>
                    <a:pt x="9232" y="1356"/>
                    <a:pt x="9389" y="1072"/>
                  </a:cubicBezTo>
                  <a:close/>
                  <a:moveTo>
                    <a:pt x="5262" y="3750"/>
                  </a:moveTo>
                  <a:cubicBezTo>
                    <a:pt x="5136" y="4065"/>
                    <a:pt x="4853" y="4443"/>
                    <a:pt x="4474" y="4695"/>
                  </a:cubicBezTo>
                  <a:cubicBezTo>
                    <a:pt x="3907" y="5105"/>
                    <a:pt x="3246" y="5325"/>
                    <a:pt x="2742" y="5325"/>
                  </a:cubicBezTo>
                  <a:lnTo>
                    <a:pt x="1923" y="5325"/>
                  </a:lnTo>
                  <a:cubicBezTo>
                    <a:pt x="1734" y="5325"/>
                    <a:pt x="1576" y="5483"/>
                    <a:pt x="1576" y="5703"/>
                  </a:cubicBezTo>
                  <a:lnTo>
                    <a:pt x="1576" y="6806"/>
                  </a:lnTo>
                  <a:lnTo>
                    <a:pt x="851" y="6806"/>
                  </a:lnTo>
                  <a:lnTo>
                    <a:pt x="851" y="5703"/>
                  </a:lnTo>
                  <a:cubicBezTo>
                    <a:pt x="851" y="5010"/>
                    <a:pt x="946" y="4349"/>
                    <a:pt x="1229" y="3750"/>
                  </a:cubicBezTo>
                  <a:close/>
                  <a:moveTo>
                    <a:pt x="10177" y="3750"/>
                  </a:moveTo>
                  <a:cubicBezTo>
                    <a:pt x="10397" y="4349"/>
                    <a:pt x="10555" y="5042"/>
                    <a:pt x="10555" y="5735"/>
                  </a:cubicBezTo>
                  <a:lnTo>
                    <a:pt x="10555" y="6837"/>
                  </a:lnTo>
                  <a:lnTo>
                    <a:pt x="9767" y="6837"/>
                  </a:lnTo>
                  <a:lnTo>
                    <a:pt x="9767" y="5735"/>
                  </a:lnTo>
                  <a:cubicBezTo>
                    <a:pt x="9767" y="5546"/>
                    <a:pt x="9610" y="5388"/>
                    <a:pt x="9421" y="5388"/>
                  </a:cubicBezTo>
                  <a:lnTo>
                    <a:pt x="8665" y="5388"/>
                  </a:lnTo>
                  <a:cubicBezTo>
                    <a:pt x="8129" y="5388"/>
                    <a:pt x="7436" y="5136"/>
                    <a:pt x="6932" y="4758"/>
                  </a:cubicBezTo>
                  <a:cubicBezTo>
                    <a:pt x="6554" y="4475"/>
                    <a:pt x="6270" y="4160"/>
                    <a:pt x="6144" y="3813"/>
                  </a:cubicBezTo>
                  <a:lnTo>
                    <a:pt x="8759" y="3813"/>
                  </a:lnTo>
                  <a:cubicBezTo>
                    <a:pt x="8948" y="4160"/>
                    <a:pt x="9137" y="4380"/>
                    <a:pt x="9200" y="4412"/>
                  </a:cubicBezTo>
                  <a:cubicBezTo>
                    <a:pt x="9279" y="4506"/>
                    <a:pt x="9374" y="4553"/>
                    <a:pt x="9468" y="4553"/>
                  </a:cubicBezTo>
                  <a:cubicBezTo>
                    <a:pt x="9563" y="4553"/>
                    <a:pt x="9657" y="4506"/>
                    <a:pt x="9736" y="4412"/>
                  </a:cubicBezTo>
                  <a:cubicBezTo>
                    <a:pt x="9736" y="4412"/>
                    <a:pt x="9988" y="4160"/>
                    <a:pt x="10177" y="3750"/>
                  </a:cubicBezTo>
                  <a:close/>
                  <a:moveTo>
                    <a:pt x="1545" y="7562"/>
                  </a:moveTo>
                  <a:lnTo>
                    <a:pt x="1545" y="8318"/>
                  </a:lnTo>
                  <a:lnTo>
                    <a:pt x="788" y="8318"/>
                  </a:lnTo>
                  <a:lnTo>
                    <a:pt x="788" y="7562"/>
                  </a:lnTo>
                  <a:close/>
                  <a:moveTo>
                    <a:pt x="10523" y="7562"/>
                  </a:moveTo>
                  <a:lnTo>
                    <a:pt x="10523" y="8318"/>
                  </a:lnTo>
                  <a:lnTo>
                    <a:pt x="9767" y="8318"/>
                  </a:lnTo>
                  <a:lnTo>
                    <a:pt x="9767" y="7562"/>
                  </a:lnTo>
                  <a:close/>
                  <a:moveTo>
                    <a:pt x="1576" y="9074"/>
                  </a:moveTo>
                  <a:lnTo>
                    <a:pt x="1576" y="9421"/>
                  </a:lnTo>
                  <a:lnTo>
                    <a:pt x="1545" y="9421"/>
                  </a:lnTo>
                  <a:cubicBezTo>
                    <a:pt x="1545" y="9641"/>
                    <a:pt x="1387" y="9799"/>
                    <a:pt x="1198" y="9799"/>
                  </a:cubicBezTo>
                  <a:cubicBezTo>
                    <a:pt x="1009" y="9799"/>
                    <a:pt x="851" y="9641"/>
                    <a:pt x="851" y="9421"/>
                  </a:cubicBezTo>
                  <a:lnTo>
                    <a:pt x="851" y="9074"/>
                  </a:lnTo>
                  <a:close/>
                  <a:moveTo>
                    <a:pt x="10555" y="9074"/>
                  </a:moveTo>
                  <a:lnTo>
                    <a:pt x="10555" y="9421"/>
                  </a:lnTo>
                  <a:lnTo>
                    <a:pt x="10523" y="9421"/>
                  </a:lnTo>
                  <a:cubicBezTo>
                    <a:pt x="10523" y="9641"/>
                    <a:pt x="10366" y="9799"/>
                    <a:pt x="10177" y="9799"/>
                  </a:cubicBezTo>
                  <a:cubicBezTo>
                    <a:pt x="9956" y="9799"/>
                    <a:pt x="9799" y="9641"/>
                    <a:pt x="9799" y="9421"/>
                  </a:cubicBezTo>
                  <a:lnTo>
                    <a:pt x="9799" y="9074"/>
                  </a:lnTo>
                  <a:close/>
                  <a:moveTo>
                    <a:pt x="1198" y="10555"/>
                  </a:moveTo>
                  <a:cubicBezTo>
                    <a:pt x="1387" y="10555"/>
                    <a:pt x="1545" y="10713"/>
                    <a:pt x="1545" y="10933"/>
                  </a:cubicBezTo>
                  <a:cubicBezTo>
                    <a:pt x="1545" y="11059"/>
                    <a:pt x="1545" y="11059"/>
                    <a:pt x="1198" y="11689"/>
                  </a:cubicBezTo>
                  <a:cubicBezTo>
                    <a:pt x="820" y="11059"/>
                    <a:pt x="820" y="11059"/>
                    <a:pt x="820" y="10933"/>
                  </a:cubicBezTo>
                  <a:cubicBezTo>
                    <a:pt x="820" y="10713"/>
                    <a:pt x="977" y="10555"/>
                    <a:pt x="1198" y="10555"/>
                  </a:cubicBezTo>
                  <a:close/>
                  <a:moveTo>
                    <a:pt x="10114" y="10618"/>
                  </a:moveTo>
                  <a:cubicBezTo>
                    <a:pt x="10334" y="10618"/>
                    <a:pt x="10492" y="10776"/>
                    <a:pt x="10492" y="10965"/>
                  </a:cubicBezTo>
                  <a:cubicBezTo>
                    <a:pt x="10523" y="10965"/>
                    <a:pt x="10492" y="11059"/>
                    <a:pt x="10492" y="11091"/>
                  </a:cubicBezTo>
                  <a:lnTo>
                    <a:pt x="10177" y="11689"/>
                  </a:lnTo>
                  <a:lnTo>
                    <a:pt x="9799" y="11091"/>
                  </a:lnTo>
                  <a:cubicBezTo>
                    <a:pt x="9799" y="11059"/>
                    <a:pt x="9767" y="10996"/>
                    <a:pt x="9767" y="10965"/>
                  </a:cubicBezTo>
                  <a:cubicBezTo>
                    <a:pt x="9767" y="10776"/>
                    <a:pt x="9925" y="10618"/>
                    <a:pt x="10114" y="10618"/>
                  </a:cubicBezTo>
                  <a:close/>
                  <a:moveTo>
                    <a:pt x="5672" y="4538"/>
                  </a:moveTo>
                  <a:cubicBezTo>
                    <a:pt x="5861" y="4821"/>
                    <a:pt x="6144" y="5105"/>
                    <a:pt x="6522" y="5325"/>
                  </a:cubicBezTo>
                  <a:cubicBezTo>
                    <a:pt x="7184" y="5798"/>
                    <a:pt x="7972" y="6081"/>
                    <a:pt x="8665" y="6081"/>
                  </a:cubicBezTo>
                  <a:lnTo>
                    <a:pt x="9011" y="6081"/>
                  </a:lnTo>
                  <a:lnTo>
                    <a:pt x="9011" y="8696"/>
                  </a:lnTo>
                  <a:cubicBezTo>
                    <a:pt x="9011" y="10524"/>
                    <a:pt x="7530" y="12036"/>
                    <a:pt x="5672" y="12036"/>
                  </a:cubicBezTo>
                  <a:cubicBezTo>
                    <a:pt x="3813" y="12036"/>
                    <a:pt x="2332" y="10524"/>
                    <a:pt x="2332" y="8696"/>
                  </a:cubicBezTo>
                  <a:lnTo>
                    <a:pt x="2332" y="6081"/>
                  </a:lnTo>
                  <a:lnTo>
                    <a:pt x="2679" y="6081"/>
                  </a:lnTo>
                  <a:cubicBezTo>
                    <a:pt x="3403" y="6081"/>
                    <a:pt x="4191" y="5798"/>
                    <a:pt x="4853" y="5325"/>
                  </a:cubicBezTo>
                  <a:cubicBezTo>
                    <a:pt x="5199" y="5105"/>
                    <a:pt x="5483" y="4821"/>
                    <a:pt x="5672" y="4538"/>
                  </a:cubicBezTo>
                  <a:close/>
                  <a:moveTo>
                    <a:pt x="5672" y="1"/>
                  </a:moveTo>
                  <a:cubicBezTo>
                    <a:pt x="2584" y="1"/>
                    <a:pt x="95" y="2584"/>
                    <a:pt x="95" y="5640"/>
                  </a:cubicBezTo>
                  <a:lnTo>
                    <a:pt x="95" y="9389"/>
                  </a:lnTo>
                  <a:cubicBezTo>
                    <a:pt x="95" y="9673"/>
                    <a:pt x="221" y="9925"/>
                    <a:pt x="347" y="10145"/>
                  </a:cubicBezTo>
                  <a:cubicBezTo>
                    <a:pt x="1" y="10524"/>
                    <a:pt x="1" y="11091"/>
                    <a:pt x="221" y="11343"/>
                  </a:cubicBezTo>
                  <a:lnTo>
                    <a:pt x="883" y="12540"/>
                  </a:lnTo>
                  <a:cubicBezTo>
                    <a:pt x="946" y="12666"/>
                    <a:pt x="1072" y="12729"/>
                    <a:pt x="1198" y="12729"/>
                  </a:cubicBezTo>
                  <a:cubicBezTo>
                    <a:pt x="1324" y="12729"/>
                    <a:pt x="1450" y="12666"/>
                    <a:pt x="1513" y="12540"/>
                  </a:cubicBezTo>
                  <a:cubicBezTo>
                    <a:pt x="2175" y="11343"/>
                    <a:pt x="2238" y="11311"/>
                    <a:pt x="2301" y="10965"/>
                  </a:cubicBezTo>
                  <a:cubicBezTo>
                    <a:pt x="3025" y="12036"/>
                    <a:pt x="4254" y="12729"/>
                    <a:pt x="5640" y="12729"/>
                  </a:cubicBezTo>
                  <a:cubicBezTo>
                    <a:pt x="7026" y="12729"/>
                    <a:pt x="8287" y="12036"/>
                    <a:pt x="8980" y="10965"/>
                  </a:cubicBezTo>
                  <a:cubicBezTo>
                    <a:pt x="8980" y="11091"/>
                    <a:pt x="9043" y="11185"/>
                    <a:pt x="9074" y="11311"/>
                  </a:cubicBezTo>
                  <a:lnTo>
                    <a:pt x="9074" y="11343"/>
                  </a:lnTo>
                  <a:lnTo>
                    <a:pt x="9736" y="12540"/>
                  </a:lnTo>
                  <a:cubicBezTo>
                    <a:pt x="9799" y="12666"/>
                    <a:pt x="9925" y="12729"/>
                    <a:pt x="10051" y="12729"/>
                  </a:cubicBezTo>
                  <a:cubicBezTo>
                    <a:pt x="10177" y="12729"/>
                    <a:pt x="10334" y="12666"/>
                    <a:pt x="10366" y="12540"/>
                  </a:cubicBezTo>
                  <a:lnTo>
                    <a:pt x="11028" y="11406"/>
                  </a:lnTo>
                  <a:cubicBezTo>
                    <a:pt x="11122" y="11248"/>
                    <a:pt x="11154" y="11028"/>
                    <a:pt x="11154" y="10870"/>
                  </a:cubicBezTo>
                  <a:cubicBezTo>
                    <a:pt x="11154" y="10618"/>
                    <a:pt x="11028" y="10335"/>
                    <a:pt x="10870" y="10145"/>
                  </a:cubicBezTo>
                  <a:cubicBezTo>
                    <a:pt x="11091" y="9925"/>
                    <a:pt x="11154" y="9673"/>
                    <a:pt x="11154" y="9389"/>
                  </a:cubicBezTo>
                  <a:cubicBezTo>
                    <a:pt x="11280" y="4979"/>
                    <a:pt x="11280" y="5294"/>
                    <a:pt x="11217" y="5168"/>
                  </a:cubicBezTo>
                  <a:cubicBezTo>
                    <a:pt x="11154" y="4317"/>
                    <a:pt x="10870" y="3498"/>
                    <a:pt x="10429" y="2773"/>
                  </a:cubicBezTo>
                  <a:cubicBezTo>
                    <a:pt x="10492" y="2616"/>
                    <a:pt x="10492" y="2458"/>
                    <a:pt x="10492" y="2301"/>
                  </a:cubicBezTo>
                  <a:cubicBezTo>
                    <a:pt x="10492" y="1167"/>
                    <a:pt x="9704" y="221"/>
                    <a:pt x="9641" y="190"/>
                  </a:cubicBezTo>
                  <a:cubicBezTo>
                    <a:pt x="9578" y="95"/>
                    <a:pt x="9484" y="64"/>
                    <a:pt x="9389" y="64"/>
                  </a:cubicBezTo>
                  <a:cubicBezTo>
                    <a:pt x="9263" y="64"/>
                    <a:pt x="9169" y="95"/>
                    <a:pt x="9106" y="190"/>
                  </a:cubicBezTo>
                  <a:cubicBezTo>
                    <a:pt x="9106" y="221"/>
                    <a:pt x="8822" y="473"/>
                    <a:pt x="8633" y="883"/>
                  </a:cubicBezTo>
                  <a:cubicBezTo>
                    <a:pt x="7719" y="316"/>
                    <a:pt x="6743" y="1"/>
                    <a:pt x="567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97" name="Google Shape;11497;p137"/>
          <p:cNvGrpSpPr/>
          <p:nvPr/>
        </p:nvGrpSpPr>
        <p:grpSpPr>
          <a:xfrm>
            <a:off x="5328863" y="3135800"/>
            <a:ext cx="319985" cy="361998"/>
            <a:chOff x="-54426150" y="2294725"/>
            <a:chExt cx="282000" cy="319025"/>
          </a:xfrm>
        </p:grpSpPr>
        <p:sp>
          <p:nvSpPr>
            <p:cNvPr id="11498" name="Google Shape;11498;p137"/>
            <p:cNvSpPr/>
            <p:nvPr/>
          </p:nvSpPr>
          <p:spPr>
            <a:xfrm>
              <a:off x="-54320600" y="2527275"/>
              <a:ext cx="72475" cy="29750"/>
            </a:xfrm>
            <a:custGeom>
              <a:rect b="b" l="l" r="r" t="t"/>
              <a:pathLst>
                <a:path extrusionOk="0" h="1190" w="2899">
                  <a:moveTo>
                    <a:pt x="398" y="1"/>
                  </a:moveTo>
                  <a:cubicBezTo>
                    <a:pt x="308" y="1"/>
                    <a:pt x="221" y="40"/>
                    <a:pt x="158" y="119"/>
                  </a:cubicBezTo>
                  <a:cubicBezTo>
                    <a:pt x="0" y="276"/>
                    <a:pt x="0" y="528"/>
                    <a:pt x="158" y="623"/>
                  </a:cubicBezTo>
                  <a:cubicBezTo>
                    <a:pt x="505" y="1001"/>
                    <a:pt x="977" y="1190"/>
                    <a:pt x="1450" y="1190"/>
                  </a:cubicBezTo>
                  <a:cubicBezTo>
                    <a:pt x="1922" y="1190"/>
                    <a:pt x="2426" y="1001"/>
                    <a:pt x="2741" y="623"/>
                  </a:cubicBezTo>
                  <a:cubicBezTo>
                    <a:pt x="2899" y="465"/>
                    <a:pt x="2899" y="245"/>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9" name="Google Shape;11499;p137"/>
            <p:cNvSpPr/>
            <p:nvPr/>
          </p:nvSpPr>
          <p:spPr>
            <a:xfrm>
              <a:off x="-54330850" y="2464075"/>
              <a:ext cx="18150" cy="18125"/>
            </a:xfrm>
            <a:custGeom>
              <a:rect b="b" l="l" r="r" t="t"/>
              <a:pathLst>
                <a:path extrusionOk="0" h="725" w="726">
                  <a:moveTo>
                    <a:pt x="379" y="0"/>
                  </a:moveTo>
                  <a:cubicBezTo>
                    <a:pt x="190" y="0"/>
                    <a:pt x="1" y="158"/>
                    <a:pt x="1" y="378"/>
                  </a:cubicBezTo>
                  <a:cubicBezTo>
                    <a:pt x="1" y="567"/>
                    <a:pt x="190" y="725"/>
                    <a:pt x="379" y="725"/>
                  </a:cubicBezTo>
                  <a:cubicBezTo>
                    <a:pt x="568" y="725"/>
                    <a:pt x="725" y="567"/>
                    <a:pt x="725" y="378"/>
                  </a:cubicBezTo>
                  <a:cubicBezTo>
                    <a:pt x="725" y="158"/>
                    <a:pt x="568"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0" name="Google Shape;11500;p137"/>
            <p:cNvSpPr/>
            <p:nvPr/>
          </p:nvSpPr>
          <p:spPr>
            <a:xfrm>
              <a:off x="-54256800" y="2464075"/>
              <a:ext cx="18125" cy="18125"/>
            </a:xfrm>
            <a:custGeom>
              <a:rect b="b" l="l" r="r" t="t"/>
              <a:pathLst>
                <a:path extrusionOk="0" h="725" w="725">
                  <a:moveTo>
                    <a:pt x="347" y="0"/>
                  </a:moveTo>
                  <a:cubicBezTo>
                    <a:pt x="158" y="0"/>
                    <a:pt x="0" y="158"/>
                    <a:pt x="0" y="378"/>
                  </a:cubicBezTo>
                  <a:cubicBezTo>
                    <a:pt x="0" y="567"/>
                    <a:pt x="158" y="725"/>
                    <a:pt x="347" y="725"/>
                  </a:cubicBezTo>
                  <a:cubicBezTo>
                    <a:pt x="567" y="725"/>
                    <a:pt x="725" y="567"/>
                    <a:pt x="725" y="378"/>
                  </a:cubicBezTo>
                  <a:cubicBezTo>
                    <a:pt x="725" y="158"/>
                    <a:pt x="567"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1" name="Google Shape;11501;p137"/>
            <p:cNvSpPr/>
            <p:nvPr/>
          </p:nvSpPr>
          <p:spPr>
            <a:xfrm>
              <a:off x="-54426150" y="2294725"/>
              <a:ext cx="282000" cy="319025"/>
            </a:xfrm>
            <a:custGeom>
              <a:rect b="b" l="l" r="r" t="t"/>
              <a:pathLst>
                <a:path extrusionOk="0" h="12761" w="11280">
                  <a:moveTo>
                    <a:pt x="8381" y="757"/>
                  </a:moveTo>
                  <a:cubicBezTo>
                    <a:pt x="9106" y="757"/>
                    <a:pt x="9610" y="1387"/>
                    <a:pt x="9484" y="2049"/>
                  </a:cubicBezTo>
                  <a:lnTo>
                    <a:pt x="9106" y="4538"/>
                  </a:lnTo>
                  <a:lnTo>
                    <a:pt x="2301" y="4538"/>
                  </a:lnTo>
                  <a:lnTo>
                    <a:pt x="1891" y="2049"/>
                  </a:lnTo>
                  <a:cubicBezTo>
                    <a:pt x="1734" y="1387"/>
                    <a:pt x="2238" y="757"/>
                    <a:pt x="2962" y="757"/>
                  </a:cubicBezTo>
                  <a:close/>
                  <a:moveTo>
                    <a:pt x="2962" y="5294"/>
                  </a:moveTo>
                  <a:cubicBezTo>
                    <a:pt x="2836" y="5609"/>
                    <a:pt x="2616" y="5829"/>
                    <a:pt x="2301" y="5955"/>
                  </a:cubicBezTo>
                  <a:lnTo>
                    <a:pt x="2301" y="5294"/>
                  </a:lnTo>
                  <a:close/>
                  <a:moveTo>
                    <a:pt x="9011" y="5294"/>
                  </a:moveTo>
                  <a:lnTo>
                    <a:pt x="9011" y="5955"/>
                  </a:lnTo>
                  <a:cubicBezTo>
                    <a:pt x="8696" y="5829"/>
                    <a:pt x="8476" y="5609"/>
                    <a:pt x="8350" y="5294"/>
                  </a:cubicBezTo>
                  <a:close/>
                  <a:moveTo>
                    <a:pt x="9767" y="6743"/>
                  </a:moveTo>
                  <a:cubicBezTo>
                    <a:pt x="10177" y="6743"/>
                    <a:pt x="10523" y="7058"/>
                    <a:pt x="10523" y="7499"/>
                  </a:cubicBezTo>
                  <a:cubicBezTo>
                    <a:pt x="10523" y="7940"/>
                    <a:pt x="10177" y="8255"/>
                    <a:pt x="9767" y="8255"/>
                  </a:cubicBezTo>
                  <a:lnTo>
                    <a:pt x="9767" y="6743"/>
                  </a:lnTo>
                  <a:close/>
                  <a:moveTo>
                    <a:pt x="1545" y="6774"/>
                  </a:moveTo>
                  <a:lnTo>
                    <a:pt x="1545" y="8287"/>
                  </a:lnTo>
                  <a:cubicBezTo>
                    <a:pt x="1135" y="8255"/>
                    <a:pt x="788" y="7940"/>
                    <a:pt x="788" y="7530"/>
                  </a:cubicBezTo>
                  <a:cubicBezTo>
                    <a:pt x="788" y="7152"/>
                    <a:pt x="1103" y="6774"/>
                    <a:pt x="1545" y="6774"/>
                  </a:cubicBezTo>
                  <a:close/>
                  <a:moveTo>
                    <a:pt x="7593" y="5294"/>
                  </a:moveTo>
                  <a:cubicBezTo>
                    <a:pt x="7751" y="6050"/>
                    <a:pt x="8318" y="6585"/>
                    <a:pt x="9074" y="6743"/>
                  </a:cubicBezTo>
                  <a:lnTo>
                    <a:pt x="9074" y="8633"/>
                  </a:lnTo>
                  <a:cubicBezTo>
                    <a:pt x="9011" y="10492"/>
                    <a:pt x="7530" y="11973"/>
                    <a:pt x="5672" y="11973"/>
                  </a:cubicBezTo>
                  <a:cubicBezTo>
                    <a:pt x="3813" y="11973"/>
                    <a:pt x="2332" y="10492"/>
                    <a:pt x="2332" y="8633"/>
                  </a:cubicBezTo>
                  <a:lnTo>
                    <a:pt x="2332" y="6743"/>
                  </a:lnTo>
                  <a:cubicBezTo>
                    <a:pt x="3088" y="6585"/>
                    <a:pt x="3624" y="6018"/>
                    <a:pt x="3781" y="5294"/>
                  </a:cubicBezTo>
                  <a:close/>
                  <a:moveTo>
                    <a:pt x="2931" y="1"/>
                  </a:moveTo>
                  <a:cubicBezTo>
                    <a:pt x="1797" y="1"/>
                    <a:pt x="883" y="1040"/>
                    <a:pt x="1072" y="2175"/>
                  </a:cubicBezTo>
                  <a:lnTo>
                    <a:pt x="1513" y="4916"/>
                  </a:lnTo>
                  <a:lnTo>
                    <a:pt x="1513" y="6018"/>
                  </a:lnTo>
                  <a:cubicBezTo>
                    <a:pt x="662" y="6018"/>
                    <a:pt x="1" y="6711"/>
                    <a:pt x="1" y="7530"/>
                  </a:cubicBezTo>
                  <a:cubicBezTo>
                    <a:pt x="1" y="8350"/>
                    <a:pt x="662" y="9043"/>
                    <a:pt x="1513" y="9043"/>
                  </a:cubicBezTo>
                  <a:cubicBezTo>
                    <a:pt x="1702" y="11122"/>
                    <a:pt x="3466" y="12760"/>
                    <a:pt x="5609" y="12760"/>
                  </a:cubicBezTo>
                  <a:cubicBezTo>
                    <a:pt x="7719" y="12760"/>
                    <a:pt x="9484" y="11122"/>
                    <a:pt x="9704" y="9043"/>
                  </a:cubicBezTo>
                  <a:cubicBezTo>
                    <a:pt x="10523" y="9043"/>
                    <a:pt x="11185" y="8350"/>
                    <a:pt x="11185" y="7530"/>
                  </a:cubicBezTo>
                  <a:cubicBezTo>
                    <a:pt x="11280" y="6711"/>
                    <a:pt x="10586" y="6018"/>
                    <a:pt x="9767" y="6018"/>
                  </a:cubicBezTo>
                  <a:lnTo>
                    <a:pt x="9767" y="4916"/>
                  </a:lnTo>
                  <a:lnTo>
                    <a:pt x="10208" y="2175"/>
                  </a:lnTo>
                  <a:cubicBezTo>
                    <a:pt x="10397" y="1040"/>
                    <a:pt x="9547" y="1"/>
                    <a:pt x="835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2" name="Google Shape;11502;p137"/>
            <p:cNvSpPr/>
            <p:nvPr/>
          </p:nvSpPr>
          <p:spPr>
            <a:xfrm>
              <a:off x="-54312725" y="2334125"/>
              <a:ext cx="54375" cy="53575"/>
            </a:xfrm>
            <a:custGeom>
              <a:rect b="b" l="l" r="r" t="t"/>
              <a:pathLst>
                <a:path extrusionOk="0" h="2143" w="2175">
                  <a:moveTo>
                    <a:pt x="1103" y="0"/>
                  </a:moveTo>
                  <a:cubicBezTo>
                    <a:pt x="914" y="0"/>
                    <a:pt x="757" y="158"/>
                    <a:pt x="757" y="347"/>
                  </a:cubicBezTo>
                  <a:lnTo>
                    <a:pt x="757" y="725"/>
                  </a:lnTo>
                  <a:lnTo>
                    <a:pt x="379" y="725"/>
                  </a:lnTo>
                  <a:cubicBezTo>
                    <a:pt x="190" y="725"/>
                    <a:pt x="32" y="882"/>
                    <a:pt x="32" y="1071"/>
                  </a:cubicBezTo>
                  <a:cubicBezTo>
                    <a:pt x="0" y="1229"/>
                    <a:pt x="158" y="1418"/>
                    <a:pt x="379" y="1418"/>
                  </a:cubicBezTo>
                  <a:lnTo>
                    <a:pt x="757" y="1418"/>
                  </a:lnTo>
                  <a:lnTo>
                    <a:pt x="757" y="1796"/>
                  </a:lnTo>
                  <a:cubicBezTo>
                    <a:pt x="757" y="1985"/>
                    <a:pt x="914" y="2142"/>
                    <a:pt x="1103" y="2142"/>
                  </a:cubicBezTo>
                  <a:cubicBezTo>
                    <a:pt x="1292" y="2142"/>
                    <a:pt x="1450" y="1985"/>
                    <a:pt x="1450" y="1796"/>
                  </a:cubicBezTo>
                  <a:lnTo>
                    <a:pt x="1450" y="1418"/>
                  </a:lnTo>
                  <a:lnTo>
                    <a:pt x="1796" y="1418"/>
                  </a:lnTo>
                  <a:cubicBezTo>
                    <a:pt x="2017" y="1418"/>
                    <a:pt x="2174" y="1260"/>
                    <a:pt x="2174" y="1071"/>
                  </a:cubicBezTo>
                  <a:cubicBezTo>
                    <a:pt x="2174" y="882"/>
                    <a:pt x="2017" y="725"/>
                    <a:pt x="1796" y="725"/>
                  </a:cubicBezTo>
                  <a:lnTo>
                    <a:pt x="1450" y="725"/>
                  </a:lnTo>
                  <a:lnTo>
                    <a:pt x="1450" y="347"/>
                  </a:lnTo>
                  <a:cubicBezTo>
                    <a:pt x="1450" y="158"/>
                    <a:pt x="1292" y="0"/>
                    <a:pt x="110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03" name="Google Shape;11503;p137"/>
          <p:cNvGrpSpPr/>
          <p:nvPr/>
        </p:nvGrpSpPr>
        <p:grpSpPr>
          <a:xfrm>
            <a:off x="5327076" y="3603379"/>
            <a:ext cx="323560" cy="361969"/>
            <a:chOff x="-54427725" y="2686975"/>
            <a:chExt cx="285150" cy="319000"/>
          </a:xfrm>
        </p:grpSpPr>
        <p:sp>
          <p:nvSpPr>
            <p:cNvPr id="11504" name="Google Shape;11504;p137"/>
            <p:cNvSpPr/>
            <p:nvPr/>
          </p:nvSpPr>
          <p:spPr>
            <a:xfrm>
              <a:off x="-54320600" y="2919525"/>
              <a:ext cx="72475" cy="28950"/>
            </a:xfrm>
            <a:custGeom>
              <a:rect b="b" l="l" r="r" t="t"/>
              <a:pathLst>
                <a:path extrusionOk="0" h="1158" w="2899">
                  <a:moveTo>
                    <a:pt x="398" y="0"/>
                  </a:moveTo>
                  <a:cubicBezTo>
                    <a:pt x="308" y="0"/>
                    <a:pt x="221" y="39"/>
                    <a:pt x="158" y="118"/>
                  </a:cubicBezTo>
                  <a:cubicBezTo>
                    <a:pt x="0" y="276"/>
                    <a:pt x="0" y="496"/>
                    <a:pt x="158" y="622"/>
                  </a:cubicBezTo>
                  <a:cubicBezTo>
                    <a:pt x="505" y="969"/>
                    <a:pt x="977" y="1158"/>
                    <a:pt x="1450" y="1158"/>
                  </a:cubicBezTo>
                  <a:cubicBezTo>
                    <a:pt x="1922" y="1158"/>
                    <a:pt x="2426" y="969"/>
                    <a:pt x="2741" y="622"/>
                  </a:cubicBezTo>
                  <a:cubicBezTo>
                    <a:pt x="2899" y="465"/>
                    <a:pt x="2899" y="213"/>
                    <a:pt x="2741" y="118"/>
                  </a:cubicBezTo>
                  <a:cubicBezTo>
                    <a:pt x="2663" y="39"/>
                    <a:pt x="2568" y="0"/>
                    <a:pt x="2478" y="0"/>
                  </a:cubicBezTo>
                  <a:cubicBezTo>
                    <a:pt x="2387" y="0"/>
                    <a:pt x="2300" y="39"/>
                    <a:pt x="2237" y="118"/>
                  </a:cubicBezTo>
                  <a:cubicBezTo>
                    <a:pt x="2048" y="307"/>
                    <a:pt x="1733" y="433"/>
                    <a:pt x="1450" y="433"/>
                  </a:cubicBezTo>
                  <a:cubicBezTo>
                    <a:pt x="1135" y="433"/>
                    <a:pt x="851" y="307"/>
                    <a:pt x="662" y="118"/>
                  </a:cubicBezTo>
                  <a:cubicBezTo>
                    <a:pt x="583" y="39"/>
                    <a:pt x="489" y="0"/>
                    <a:pt x="3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5" name="Google Shape;11505;p137"/>
            <p:cNvSpPr/>
            <p:nvPr/>
          </p:nvSpPr>
          <p:spPr>
            <a:xfrm>
              <a:off x="-54256800" y="2856300"/>
              <a:ext cx="18125" cy="17350"/>
            </a:xfrm>
            <a:custGeom>
              <a:rect b="b" l="l" r="r" t="t"/>
              <a:pathLst>
                <a:path extrusionOk="0" h="694" w="725">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6" name="Google Shape;11506;p137"/>
            <p:cNvSpPr/>
            <p:nvPr/>
          </p:nvSpPr>
          <p:spPr>
            <a:xfrm>
              <a:off x="-54330850" y="2856300"/>
              <a:ext cx="18150" cy="17350"/>
            </a:xfrm>
            <a:custGeom>
              <a:rect b="b" l="l" r="r" t="t"/>
              <a:pathLst>
                <a:path extrusionOk="0" h="694" w="726">
                  <a:moveTo>
                    <a:pt x="379" y="1"/>
                  </a:moveTo>
                  <a:cubicBezTo>
                    <a:pt x="190" y="1"/>
                    <a:pt x="1" y="158"/>
                    <a:pt x="1" y="347"/>
                  </a:cubicBezTo>
                  <a:cubicBezTo>
                    <a:pt x="1" y="536"/>
                    <a:pt x="190" y="694"/>
                    <a:pt x="379" y="694"/>
                  </a:cubicBezTo>
                  <a:cubicBezTo>
                    <a:pt x="568" y="694"/>
                    <a:pt x="725" y="536"/>
                    <a:pt x="725" y="347"/>
                  </a:cubicBezTo>
                  <a:cubicBezTo>
                    <a:pt x="725" y="158"/>
                    <a:pt x="568" y="1"/>
                    <a:pt x="3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7" name="Google Shape;11507;p137"/>
            <p:cNvSpPr/>
            <p:nvPr/>
          </p:nvSpPr>
          <p:spPr>
            <a:xfrm>
              <a:off x="-54427725" y="2686975"/>
              <a:ext cx="285150" cy="319000"/>
            </a:xfrm>
            <a:custGeom>
              <a:rect b="b" l="l" r="r" t="t"/>
              <a:pathLst>
                <a:path extrusionOk="0" h="12760" w="11406">
                  <a:moveTo>
                    <a:pt x="8696" y="756"/>
                  </a:moveTo>
                  <a:cubicBezTo>
                    <a:pt x="9326" y="756"/>
                    <a:pt x="9799" y="1260"/>
                    <a:pt x="9799" y="1859"/>
                  </a:cubicBezTo>
                  <a:lnTo>
                    <a:pt x="9799" y="4883"/>
                  </a:lnTo>
                  <a:cubicBezTo>
                    <a:pt x="9799" y="5072"/>
                    <a:pt x="9641" y="5230"/>
                    <a:pt x="9452" y="5230"/>
                  </a:cubicBezTo>
                  <a:lnTo>
                    <a:pt x="2017" y="5230"/>
                  </a:lnTo>
                  <a:cubicBezTo>
                    <a:pt x="1797" y="5230"/>
                    <a:pt x="1639" y="5072"/>
                    <a:pt x="1639" y="4883"/>
                  </a:cubicBezTo>
                  <a:cubicBezTo>
                    <a:pt x="1608" y="4852"/>
                    <a:pt x="1608" y="1922"/>
                    <a:pt x="1608" y="1859"/>
                  </a:cubicBezTo>
                  <a:cubicBezTo>
                    <a:pt x="1608" y="1229"/>
                    <a:pt x="2112" y="756"/>
                    <a:pt x="2710" y="756"/>
                  </a:cubicBezTo>
                  <a:close/>
                  <a:moveTo>
                    <a:pt x="1608" y="5955"/>
                  </a:moveTo>
                  <a:cubicBezTo>
                    <a:pt x="1734" y="5986"/>
                    <a:pt x="1860" y="6018"/>
                    <a:pt x="1954" y="6018"/>
                  </a:cubicBezTo>
                  <a:lnTo>
                    <a:pt x="2301" y="6018"/>
                  </a:lnTo>
                  <a:lnTo>
                    <a:pt x="2301" y="8317"/>
                  </a:lnTo>
                  <a:cubicBezTo>
                    <a:pt x="2301" y="9105"/>
                    <a:pt x="1986" y="9798"/>
                    <a:pt x="1450" y="10334"/>
                  </a:cubicBezTo>
                  <a:cubicBezTo>
                    <a:pt x="1401" y="10433"/>
                    <a:pt x="1317" y="10480"/>
                    <a:pt x="1225" y="10480"/>
                  </a:cubicBezTo>
                  <a:cubicBezTo>
                    <a:pt x="1142" y="10480"/>
                    <a:pt x="1053" y="10440"/>
                    <a:pt x="977" y="10365"/>
                  </a:cubicBezTo>
                  <a:cubicBezTo>
                    <a:pt x="820" y="10208"/>
                    <a:pt x="820" y="9956"/>
                    <a:pt x="977" y="9830"/>
                  </a:cubicBezTo>
                  <a:cubicBezTo>
                    <a:pt x="1355" y="9452"/>
                    <a:pt x="1608" y="8853"/>
                    <a:pt x="1608" y="8317"/>
                  </a:cubicBezTo>
                  <a:lnTo>
                    <a:pt x="1608" y="5955"/>
                  </a:lnTo>
                  <a:close/>
                  <a:moveTo>
                    <a:pt x="9799" y="5955"/>
                  </a:moveTo>
                  <a:lnTo>
                    <a:pt x="9799" y="6805"/>
                  </a:lnTo>
                  <a:cubicBezTo>
                    <a:pt x="9799" y="8853"/>
                    <a:pt x="9988" y="9420"/>
                    <a:pt x="10429" y="9830"/>
                  </a:cubicBezTo>
                  <a:cubicBezTo>
                    <a:pt x="10618" y="9987"/>
                    <a:pt x="10618" y="10239"/>
                    <a:pt x="10460" y="10365"/>
                  </a:cubicBezTo>
                  <a:cubicBezTo>
                    <a:pt x="10382" y="10444"/>
                    <a:pt x="10287" y="10483"/>
                    <a:pt x="10197" y="10483"/>
                  </a:cubicBezTo>
                  <a:cubicBezTo>
                    <a:pt x="10106" y="10483"/>
                    <a:pt x="10019" y="10444"/>
                    <a:pt x="9956" y="10365"/>
                  </a:cubicBezTo>
                  <a:cubicBezTo>
                    <a:pt x="9389" y="9798"/>
                    <a:pt x="9074" y="9042"/>
                    <a:pt x="9074" y="8317"/>
                  </a:cubicBezTo>
                  <a:lnTo>
                    <a:pt x="9074" y="6018"/>
                  </a:lnTo>
                  <a:lnTo>
                    <a:pt x="9452" y="6018"/>
                  </a:lnTo>
                  <a:cubicBezTo>
                    <a:pt x="9547" y="6018"/>
                    <a:pt x="9704" y="5986"/>
                    <a:pt x="9799" y="5955"/>
                  </a:cubicBezTo>
                  <a:close/>
                  <a:moveTo>
                    <a:pt x="8381" y="6018"/>
                  </a:moveTo>
                  <a:lnTo>
                    <a:pt x="8381" y="8317"/>
                  </a:lnTo>
                  <a:cubicBezTo>
                    <a:pt x="8381" y="8948"/>
                    <a:pt x="8539" y="9515"/>
                    <a:pt x="8822" y="10050"/>
                  </a:cubicBezTo>
                  <a:cubicBezTo>
                    <a:pt x="8224" y="11216"/>
                    <a:pt x="7026" y="11972"/>
                    <a:pt x="5735" y="11972"/>
                  </a:cubicBezTo>
                  <a:cubicBezTo>
                    <a:pt x="4443" y="11972"/>
                    <a:pt x="3246" y="11216"/>
                    <a:pt x="2710" y="10050"/>
                  </a:cubicBezTo>
                  <a:cubicBezTo>
                    <a:pt x="2994" y="9515"/>
                    <a:pt x="3151" y="8916"/>
                    <a:pt x="3151" y="8317"/>
                  </a:cubicBezTo>
                  <a:lnTo>
                    <a:pt x="3151" y="6018"/>
                  </a:lnTo>
                  <a:close/>
                  <a:moveTo>
                    <a:pt x="2710" y="0"/>
                  </a:moveTo>
                  <a:cubicBezTo>
                    <a:pt x="1671" y="0"/>
                    <a:pt x="851" y="819"/>
                    <a:pt x="851" y="1859"/>
                  </a:cubicBezTo>
                  <a:lnTo>
                    <a:pt x="851" y="8317"/>
                  </a:lnTo>
                  <a:cubicBezTo>
                    <a:pt x="851" y="8696"/>
                    <a:pt x="694" y="9042"/>
                    <a:pt x="410" y="9326"/>
                  </a:cubicBezTo>
                  <a:cubicBezTo>
                    <a:pt x="1" y="9767"/>
                    <a:pt x="1" y="10460"/>
                    <a:pt x="410" y="10901"/>
                  </a:cubicBezTo>
                  <a:cubicBezTo>
                    <a:pt x="631" y="11121"/>
                    <a:pt x="922" y="11232"/>
                    <a:pt x="1210" y="11232"/>
                  </a:cubicBezTo>
                  <a:cubicBezTo>
                    <a:pt x="1497" y="11232"/>
                    <a:pt x="1781" y="11121"/>
                    <a:pt x="1986" y="10901"/>
                  </a:cubicBezTo>
                  <a:lnTo>
                    <a:pt x="2143" y="10743"/>
                  </a:lnTo>
                  <a:cubicBezTo>
                    <a:pt x="2868" y="11972"/>
                    <a:pt x="4191" y="12760"/>
                    <a:pt x="5672" y="12760"/>
                  </a:cubicBezTo>
                  <a:cubicBezTo>
                    <a:pt x="7152" y="12760"/>
                    <a:pt x="8444" y="11972"/>
                    <a:pt x="9169" y="10743"/>
                  </a:cubicBezTo>
                  <a:cubicBezTo>
                    <a:pt x="9200" y="10838"/>
                    <a:pt x="9295" y="10869"/>
                    <a:pt x="9326" y="10901"/>
                  </a:cubicBezTo>
                  <a:cubicBezTo>
                    <a:pt x="9547" y="11121"/>
                    <a:pt x="9830" y="11232"/>
                    <a:pt x="10114" y="11232"/>
                  </a:cubicBezTo>
                  <a:cubicBezTo>
                    <a:pt x="10397" y="11232"/>
                    <a:pt x="10681" y="11121"/>
                    <a:pt x="10901" y="10901"/>
                  </a:cubicBezTo>
                  <a:cubicBezTo>
                    <a:pt x="11406" y="10460"/>
                    <a:pt x="11406" y="9767"/>
                    <a:pt x="10964" y="9326"/>
                  </a:cubicBezTo>
                  <a:cubicBezTo>
                    <a:pt x="10744" y="9105"/>
                    <a:pt x="10555" y="8727"/>
                    <a:pt x="10555" y="6805"/>
                  </a:cubicBezTo>
                  <a:lnTo>
                    <a:pt x="10555" y="1859"/>
                  </a:lnTo>
                  <a:cubicBezTo>
                    <a:pt x="10555" y="819"/>
                    <a:pt x="9704" y="0"/>
                    <a:pt x="869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8" name="Google Shape;11508;p137"/>
            <p:cNvSpPr/>
            <p:nvPr/>
          </p:nvSpPr>
          <p:spPr>
            <a:xfrm>
              <a:off x="-54330850" y="2717875"/>
              <a:ext cx="93750" cy="85425"/>
            </a:xfrm>
            <a:custGeom>
              <a:rect b="b" l="l" r="r" t="t"/>
              <a:pathLst>
                <a:path extrusionOk="0" h="3417" w="3750">
                  <a:moveTo>
                    <a:pt x="1828" y="1285"/>
                  </a:moveTo>
                  <a:lnTo>
                    <a:pt x="1891" y="1474"/>
                  </a:lnTo>
                  <a:cubicBezTo>
                    <a:pt x="1954" y="1600"/>
                    <a:pt x="2049" y="1663"/>
                    <a:pt x="2175" y="1663"/>
                  </a:cubicBezTo>
                  <a:lnTo>
                    <a:pt x="2364" y="1726"/>
                  </a:lnTo>
                  <a:lnTo>
                    <a:pt x="2206" y="1883"/>
                  </a:lnTo>
                  <a:cubicBezTo>
                    <a:pt x="2143" y="1946"/>
                    <a:pt x="2112" y="2072"/>
                    <a:pt x="2112" y="2198"/>
                  </a:cubicBezTo>
                  <a:lnTo>
                    <a:pt x="2143" y="2387"/>
                  </a:lnTo>
                  <a:lnTo>
                    <a:pt x="1954" y="2293"/>
                  </a:lnTo>
                  <a:cubicBezTo>
                    <a:pt x="1891" y="2277"/>
                    <a:pt x="1828" y="2269"/>
                    <a:pt x="1765" y="2269"/>
                  </a:cubicBezTo>
                  <a:cubicBezTo>
                    <a:pt x="1702" y="2269"/>
                    <a:pt x="1639" y="2277"/>
                    <a:pt x="1576" y="2293"/>
                  </a:cubicBezTo>
                  <a:lnTo>
                    <a:pt x="1387" y="2387"/>
                  </a:lnTo>
                  <a:lnTo>
                    <a:pt x="1450" y="2198"/>
                  </a:lnTo>
                  <a:cubicBezTo>
                    <a:pt x="1482" y="2072"/>
                    <a:pt x="1450" y="1946"/>
                    <a:pt x="1324" y="1883"/>
                  </a:cubicBezTo>
                  <a:lnTo>
                    <a:pt x="1167" y="1726"/>
                  </a:lnTo>
                  <a:lnTo>
                    <a:pt x="1482" y="1663"/>
                  </a:lnTo>
                  <a:cubicBezTo>
                    <a:pt x="1576" y="1663"/>
                    <a:pt x="1702" y="1600"/>
                    <a:pt x="1734" y="1474"/>
                  </a:cubicBezTo>
                  <a:lnTo>
                    <a:pt x="1828" y="1285"/>
                  </a:lnTo>
                  <a:close/>
                  <a:moveTo>
                    <a:pt x="1887" y="1"/>
                  </a:moveTo>
                  <a:cubicBezTo>
                    <a:pt x="1749" y="1"/>
                    <a:pt x="1608" y="72"/>
                    <a:pt x="1545" y="213"/>
                  </a:cubicBezTo>
                  <a:lnTo>
                    <a:pt x="1198" y="938"/>
                  </a:lnTo>
                  <a:lnTo>
                    <a:pt x="442" y="1033"/>
                  </a:lnTo>
                  <a:cubicBezTo>
                    <a:pt x="127" y="1096"/>
                    <a:pt x="1" y="1474"/>
                    <a:pt x="253" y="1663"/>
                  </a:cubicBezTo>
                  <a:lnTo>
                    <a:pt x="757" y="2230"/>
                  </a:lnTo>
                  <a:lnTo>
                    <a:pt x="631" y="2986"/>
                  </a:lnTo>
                  <a:cubicBezTo>
                    <a:pt x="607" y="3229"/>
                    <a:pt x="789" y="3416"/>
                    <a:pt x="1004" y="3416"/>
                  </a:cubicBezTo>
                  <a:cubicBezTo>
                    <a:pt x="1067" y="3416"/>
                    <a:pt x="1133" y="3400"/>
                    <a:pt x="1198" y="3364"/>
                  </a:cubicBezTo>
                  <a:lnTo>
                    <a:pt x="1860" y="3017"/>
                  </a:lnTo>
                  <a:lnTo>
                    <a:pt x="2521" y="3364"/>
                  </a:lnTo>
                  <a:cubicBezTo>
                    <a:pt x="2586" y="3400"/>
                    <a:pt x="2652" y="3416"/>
                    <a:pt x="2715" y="3416"/>
                  </a:cubicBezTo>
                  <a:cubicBezTo>
                    <a:pt x="2930" y="3416"/>
                    <a:pt x="3113" y="3229"/>
                    <a:pt x="3088" y="2986"/>
                  </a:cubicBezTo>
                  <a:lnTo>
                    <a:pt x="2962" y="2230"/>
                  </a:lnTo>
                  <a:lnTo>
                    <a:pt x="3529" y="1663"/>
                  </a:lnTo>
                  <a:cubicBezTo>
                    <a:pt x="3750" y="1474"/>
                    <a:pt x="3624" y="1096"/>
                    <a:pt x="3309" y="1033"/>
                  </a:cubicBezTo>
                  <a:lnTo>
                    <a:pt x="2584" y="938"/>
                  </a:lnTo>
                  <a:lnTo>
                    <a:pt x="2206" y="213"/>
                  </a:lnTo>
                  <a:cubicBezTo>
                    <a:pt x="2159" y="72"/>
                    <a:pt x="2025" y="1"/>
                    <a:pt x="188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09" name="Google Shape;11509;p137"/>
          <p:cNvGrpSpPr/>
          <p:nvPr/>
        </p:nvGrpSpPr>
        <p:grpSpPr>
          <a:xfrm>
            <a:off x="7533634" y="2684351"/>
            <a:ext cx="359303" cy="359984"/>
            <a:chOff x="-52513800" y="1903475"/>
            <a:chExt cx="316650" cy="317250"/>
          </a:xfrm>
        </p:grpSpPr>
        <p:sp>
          <p:nvSpPr>
            <p:cNvPr id="11510" name="Google Shape;11510;p137"/>
            <p:cNvSpPr/>
            <p:nvPr/>
          </p:nvSpPr>
          <p:spPr>
            <a:xfrm>
              <a:off x="-52391700" y="2135825"/>
              <a:ext cx="72475" cy="28975"/>
            </a:xfrm>
            <a:custGeom>
              <a:rect b="b" l="l" r="r" t="t"/>
              <a:pathLst>
                <a:path extrusionOk="0" h="1159" w="2899">
                  <a:moveTo>
                    <a:pt x="386" y="1"/>
                  </a:moveTo>
                  <a:cubicBezTo>
                    <a:pt x="291" y="1"/>
                    <a:pt x="205" y="40"/>
                    <a:pt x="158" y="119"/>
                  </a:cubicBezTo>
                  <a:cubicBezTo>
                    <a:pt x="0" y="276"/>
                    <a:pt x="0" y="497"/>
                    <a:pt x="158" y="623"/>
                  </a:cubicBezTo>
                  <a:cubicBezTo>
                    <a:pt x="504" y="970"/>
                    <a:pt x="977" y="1159"/>
                    <a:pt x="1449" y="1159"/>
                  </a:cubicBezTo>
                  <a:cubicBezTo>
                    <a:pt x="1922" y="1159"/>
                    <a:pt x="2426" y="970"/>
                    <a:pt x="2741" y="623"/>
                  </a:cubicBezTo>
                  <a:cubicBezTo>
                    <a:pt x="2898" y="465"/>
                    <a:pt x="2898"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0" y="1"/>
                    <a:pt x="3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1" name="Google Shape;11511;p137"/>
            <p:cNvSpPr/>
            <p:nvPr/>
          </p:nvSpPr>
          <p:spPr>
            <a:xfrm>
              <a:off x="-52513800" y="1903475"/>
              <a:ext cx="316650" cy="317250"/>
            </a:xfrm>
            <a:custGeom>
              <a:rect b="b" l="l" r="r" t="t"/>
              <a:pathLst>
                <a:path extrusionOk="0" h="12690" w="12666">
                  <a:moveTo>
                    <a:pt x="6333" y="781"/>
                  </a:moveTo>
                  <a:lnTo>
                    <a:pt x="11500" y="3332"/>
                  </a:lnTo>
                  <a:lnTo>
                    <a:pt x="10082" y="4057"/>
                  </a:lnTo>
                  <a:lnTo>
                    <a:pt x="9641" y="3175"/>
                  </a:lnTo>
                  <a:cubicBezTo>
                    <a:pt x="9547" y="3049"/>
                    <a:pt x="9452" y="2986"/>
                    <a:pt x="9326" y="2986"/>
                  </a:cubicBezTo>
                  <a:lnTo>
                    <a:pt x="3309" y="2986"/>
                  </a:lnTo>
                  <a:cubicBezTo>
                    <a:pt x="3151" y="2986"/>
                    <a:pt x="3025" y="3049"/>
                    <a:pt x="2994" y="3175"/>
                  </a:cubicBezTo>
                  <a:lnTo>
                    <a:pt x="2553" y="4057"/>
                  </a:lnTo>
                  <a:lnTo>
                    <a:pt x="1167" y="3332"/>
                  </a:lnTo>
                  <a:lnTo>
                    <a:pt x="6333" y="781"/>
                  </a:lnTo>
                  <a:close/>
                  <a:moveTo>
                    <a:pt x="9043" y="3742"/>
                  </a:moveTo>
                  <a:lnTo>
                    <a:pt x="9389" y="4467"/>
                  </a:lnTo>
                  <a:lnTo>
                    <a:pt x="3151" y="4467"/>
                  </a:lnTo>
                  <a:lnTo>
                    <a:pt x="3498" y="3742"/>
                  </a:lnTo>
                  <a:close/>
                  <a:moveTo>
                    <a:pt x="9673" y="5223"/>
                  </a:moveTo>
                  <a:lnTo>
                    <a:pt x="9673" y="6105"/>
                  </a:lnTo>
                  <a:cubicBezTo>
                    <a:pt x="9547" y="6042"/>
                    <a:pt x="9452" y="6010"/>
                    <a:pt x="9326" y="6010"/>
                  </a:cubicBezTo>
                  <a:lnTo>
                    <a:pt x="7782" y="6010"/>
                  </a:lnTo>
                  <a:cubicBezTo>
                    <a:pt x="7310" y="6010"/>
                    <a:pt x="6869" y="6325"/>
                    <a:pt x="6743" y="6766"/>
                  </a:cubicBezTo>
                  <a:lnTo>
                    <a:pt x="5861" y="6766"/>
                  </a:lnTo>
                  <a:cubicBezTo>
                    <a:pt x="5703" y="6325"/>
                    <a:pt x="5325" y="6010"/>
                    <a:pt x="4790" y="6010"/>
                  </a:cubicBezTo>
                  <a:lnTo>
                    <a:pt x="3277" y="6010"/>
                  </a:lnTo>
                  <a:cubicBezTo>
                    <a:pt x="3151" y="6010"/>
                    <a:pt x="2994" y="6042"/>
                    <a:pt x="2899" y="6105"/>
                  </a:cubicBezTo>
                  <a:lnTo>
                    <a:pt x="2899" y="5223"/>
                  </a:lnTo>
                  <a:close/>
                  <a:moveTo>
                    <a:pt x="4821" y="6766"/>
                  </a:moveTo>
                  <a:cubicBezTo>
                    <a:pt x="5042" y="6766"/>
                    <a:pt x="5199" y="6924"/>
                    <a:pt x="5199" y="7113"/>
                  </a:cubicBezTo>
                  <a:cubicBezTo>
                    <a:pt x="5199" y="7743"/>
                    <a:pt x="4664" y="8216"/>
                    <a:pt x="4096" y="8216"/>
                  </a:cubicBezTo>
                  <a:lnTo>
                    <a:pt x="3309" y="8216"/>
                  </a:lnTo>
                  <a:cubicBezTo>
                    <a:pt x="3088" y="8216"/>
                    <a:pt x="2931" y="8058"/>
                    <a:pt x="2931" y="7869"/>
                  </a:cubicBezTo>
                  <a:lnTo>
                    <a:pt x="2931" y="7113"/>
                  </a:lnTo>
                  <a:cubicBezTo>
                    <a:pt x="2931" y="6924"/>
                    <a:pt x="3088" y="6766"/>
                    <a:pt x="3309" y="6766"/>
                  </a:cubicBezTo>
                  <a:close/>
                  <a:moveTo>
                    <a:pt x="9326" y="6766"/>
                  </a:moveTo>
                  <a:cubicBezTo>
                    <a:pt x="9515" y="6766"/>
                    <a:pt x="9673" y="6924"/>
                    <a:pt x="9673" y="7113"/>
                  </a:cubicBezTo>
                  <a:lnTo>
                    <a:pt x="9673" y="7869"/>
                  </a:lnTo>
                  <a:cubicBezTo>
                    <a:pt x="9673" y="8058"/>
                    <a:pt x="9515" y="8216"/>
                    <a:pt x="9326" y="8216"/>
                  </a:cubicBezTo>
                  <a:lnTo>
                    <a:pt x="8570" y="8216"/>
                  </a:lnTo>
                  <a:cubicBezTo>
                    <a:pt x="7940" y="8216"/>
                    <a:pt x="7436" y="7712"/>
                    <a:pt x="7436" y="7113"/>
                  </a:cubicBezTo>
                  <a:cubicBezTo>
                    <a:pt x="7436" y="6924"/>
                    <a:pt x="7593" y="6766"/>
                    <a:pt x="7782" y="6766"/>
                  </a:cubicBezTo>
                  <a:close/>
                  <a:moveTo>
                    <a:pt x="2206" y="6766"/>
                  </a:moveTo>
                  <a:lnTo>
                    <a:pt x="2206" y="8247"/>
                  </a:lnTo>
                  <a:cubicBezTo>
                    <a:pt x="1765" y="8247"/>
                    <a:pt x="1450" y="7901"/>
                    <a:pt x="1450" y="7523"/>
                  </a:cubicBezTo>
                  <a:cubicBezTo>
                    <a:pt x="1450" y="7113"/>
                    <a:pt x="1765" y="6766"/>
                    <a:pt x="2206" y="6766"/>
                  </a:cubicBezTo>
                  <a:close/>
                  <a:moveTo>
                    <a:pt x="10429" y="6766"/>
                  </a:moveTo>
                  <a:cubicBezTo>
                    <a:pt x="10870" y="6766"/>
                    <a:pt x="11185" y="7082"/>
                    <a:pt x="11185" y="7523"/>
                  </a:cubicBezTo>
                  <a:cubicBezTo>
                    <a:pt x="11185" y="7901"/>
                    <a:pt x="10807" y="8247"/>
                    <a:pt x="10429" y="8247"/>
                  </a:cubicBezTo>
                  <a:lnTo>
                    <a:pt x="10429" y="6766"/>
                  </a:lnTo>
                  <a:close/>
                  <a:moveTo>
                    <a:pt x="6680" y="7523"/>
                  </a:moveTo>
                  <a:cubicBezTo>
                    <a:pt x="6774" y="7869"/>
                    <a:pt x="6932" y="8184"/>
                    <a:pt x="7184" y="8468"/>
                  </a:cubicBezTo>
                  <a:cubicBezTo>
                    <a:pt x="7562" y="8814"/>
                    <a:pt x="8035" y="9003"/>
                    <a:pt x="8539" y="9003"/>
                  </a:cubicBezTo>
                  <a:lnTo>
                    <a:pt x="9295" y="9003"/>
                  </a:lnTo>
                  <a:cubicBezTo>
                    <a:pt x="9389" y="9003"/>
                    <a:pt x="9515" y="8972"/>
                    <a:pt x="9641" y="8940"/>
                  </a:cubicBezTo>
                  <a:lnTo>
                    <a:pt x="9641" y="8940"/>
                  </a:lnTo>
                  <a:cubicBezTo>
                    <a:pt x="9515" y="10610"/>
                    <a:pt x="8066" y="11965"/>
                    <a:pt x="6302" y="11965"/>
                  </a:cubicBezTo>
                  <a:cubicBezTo>
                    <a:pt x="4506" y="11965"/>
                    <a:pt x="3088" y="10610"/>
                    <a:pt x="2899" y="8940"/>
                  </a:cubicBezTo>
                  <a:lnTo>
                    <a:pt x="2899" y="8940"/>
                  </a:lnTo>
                  <a:cubicBezTo>
                    <a:pt x="3025" y="8972"/>
                    <a:pt x="3151" y="9003"/>
                    <a:pt x="3246" y="9003"/>
                  </a:cubicBezTo>
                  <a:lnTo>
                    <a:pt x="4033" y="9003"/>
                  </a:lnTo>
                  <a:cubicBezTo>
                    <a:pt x="4947" y="9003"/>
                    <a:pt x="5703" y="8373"/>
                    <a:pt x="5861" y="7523"/>
                  </a:cubicBezTo>
                  <a:close/>
                  <a:moveTo>
                    <a:pt x="6310" y="1"/>
                  </a:moveTo>
                  <a:cubicBezTo>
                    <a:pt x="6255" y="1"/>
                    <a:pt x="6207" y="9"/>
                    <a:pt x="6176" y="24"/>
                  </a:cubicBezTo>
                  <a:lnTo>
                    <a:pt x="190" y="3017"/>
                  </a:lnTo>
                  <a:cubicBezTo>
                    <a:pt x="64" y="3112"/>
                    <a:pt x="1" y="3206"/>
                    <a:pt x="1" y="3332"/>
                  </a:cubicBezTo>
                  <a:cubicBezTo>
                    <a:pt x="1" y="3490"/>
                    <a:pt x="64" y="3616"/>
                    <a:pt x="190" y="3647"/>
                  </a:cubicBezTo>
                  <a:lnTo>
                    <a:pt x="2238" y="4656"/>
                  </a:lnTo>
                  <a:cubicBezTo>
                    <a:pt x="2238" y="4719"/>
                    <a:pt x="2206" y="4750"/>
                    <a:pt x="2206" y="4782"/>
                  </a:cubicBezTo>
                  <a:lnTo>
                    <a:pt x="2206" y="5979"/>
                  </a:lnTo>
                  <a:cubicBezTo>
                    <a:pt x="1356" y="5979"/>
                    <a:pt x="694" y="6640"/>
                    <a:pt x="694" y="7460"/>
                  </a:cubicBezTo>
                  <a:cubicBezTo>
                    <a:pt x="694" y="8279"/>
                    <a:pt x="1356" y="8972"/>
                    <a:pt x="2206" y="8972"/>
                  </a:cubicBezTo>
                  <a:cubicBezTo>
                    <a:pt x="2395" y="11051"/>
                    <a:pt x="4159" y="12689"/>
                    <a:pt x="6302" y="12689"/>
                  </a:cubicBezTo>
                  <a:cubicBezTo>
                    <a:pt x="8413" y="12689"/>
                    <a:pt x="10240" y="11051"/>
                    <a:pt x="10397" y="8972"/>
                  </a:cubicBezTo>
                  <a:cubicBezTo>
                    <a:pt x="11217" y="8972"/>
                    <a:pt x="11878" y="8279"/>
                    <a:pt x="11878" y="7460"/>
                  </a:cubicBezTo>
                  <a:cubicBezTo>
                    <a:pt x="11878" y="6640"/>
                    <a:pt x="11217" y="5979"/>
                    <a:pt x="10397" y="5979"/>
                  </a:cubicBezTo>
                  <a:lnTo>
                    <a:pt x="10397" y="4782"/>
                  </a:lnTo>
                  <a:cubicBezTo>
                    <a:pt x="10397" y="4750"/>
                    <a:pt x="10397" y="4719"/>
                    <a:pt x="10334" y="4656"/>
                  </a:cubicBezTo>
                  <a:lnTo>
                    <a:pt x="11847" y="3931"/>
                  </a:lnTo>
                  <a:lnTo>
                    <a:pt x="11847" y="6357"/>
                  </a:lnTo>
                  <a:cubicBezTo>
                    <a:pt x="11847" y="6546"/>
                    <a:pt x="12004" y="6703"/>
                    <a:pt x="12193" y="6703"/>
                  </a:cubicBezTo>
                  <a:cubicBezTo>
                    <a:pt x="12382" y="6703"/>
                    <a:pt x="12540" y="6546"/>
                    <a:pt x="12540" y="6357"/>
                  </a:cubicBezTo>
                  <a:lnTo>
                    <a:pt x="12540" y="3332"/>
                  </a:lnTo>
                  <a:lnTo>
                    <a:pt x="12666" y="3332"/>
                  </a:lnTo>
                  <a:cubicBezTo>
                    <a:pt x="12666" y="3206"/>
                    <a:pt x="12603" y="3049"/>
                    <a:pt x="12477" y="3017"/>
                  </a:cubicBezTo>
                  <a:lnTo>
                    <a:pt x="6491" y="24"/>
                  </a:lnTo>
                  <a:cubicBezTo>
                    <a:pt x="6428" y="9"/>
                    <a:pt x="6365" y="1"/>
                    <a:pt x="631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12" name="Google Shape;11512;p137"/>
          <p:cNvGrpSpPr/>
          <p:nvPr/>
        </p:nvGrpSpPr>
        <p:grpSpPr>
          <a:xfrm>
            <a:off x="7543464" y="3136708"/>
            <a:ext cx="339644" cy="360182"/>
            <a:chOff x="-52505925" y="2295525"/>
            <a:chExt cx="299325" cy="317425"/>
          </a:xfrm>
        </p:grpSpPr>
        <p:sp>
          <p:nvSpPr>
            <p:cNvPr id="11513" name="Google Shape;11513;p137"/>
            <p:cNvSpPr/>
            <p:nvPr/>
          </p:nvSpPr>
          <p:spPr>
            <a:xfrm>
              <a:off x="-52401950" y="2526500"/>
              <a:ext cx="73275" cy="29750"/>
            </a:xfrm>
            <a:custGeom>
              <a:rect b="b" l="l" r="r" t="t"/>
              <a:pathLst>
                <a:path extrusionOk="0" h="1190" w="2931">
                  <a:moveTo>
                    <a:pt x="398" y="0"/>
                  </a:moveTo>
                  <a:cubicBezTo>
                    <a:pt x="308" y="0"/>
                    <a:pt x="221" y="39"/>
                    <a:pt x="158" y="118"/>
                  </a:cubicBezTo>
                  <a:cubicBezTo>
                    <a:pt x="0" y="276"/>
                    <a:pt x="0" y="496"/>
                    <a:pt x="158" y="622"/>
                  </a:cubicBezTo>
                  <a:cubicBezTo>
                    <a:pt x="505" y="969"/>
                    <a:pt x="977" y="1189"/>
                    <a:pt x="1450" y="1189"/>
                  </a:cubicBezTo>
                  <a:cubicBezTo>
                    <a:pt x="1922" y="1189"/>
                    <a:pt x="2458" y="969"/>
                    <a:pt x="2773" y="622"/>
                  </a:cubicBezTo>
                  <a:cubicBezTo>
                    <a:pt x="2930" y="465"/>
                    <a:pt x="2930" y="244"/>
                    <a:pt x="2773" y="118"/>
                  </a:cubicBezTo>
                  <a:cubicBezTo>
                    <a:pt x="2710" y="55"/>
                    <a:pt x="2615" y="24"/>
                    <a:pt x="2517" y="24"/>
                  </a:cubicBezTo>
                  <a:cubicBezTo>
                    <a:pt x="2418" y="24"/>
                    <a:pt x="2316" y="55"/>
                    <a:pt x="2237" y="118"/>
                  </a:cubicBezTo>
                  <a:cubicBezTo>
                    <a:pt x="2048" y="307"/>
                    <a:pt x="1733" y="433"/>
                    <a:pt x="1450" y="433"/>
                  </a:cubicBezTo>
                  <a:cubicBezTo>
                    <a:pt x="1135" y="433"/>
                    <a:pt x="883" y="307"/>
                    <a:pt x="662" y="118"/>
                  </a:cubicBezTo>
                  <a:cubicBezTo>
                    <a:pt x="583" y="39"/>
                    <a:pt x="489" y="0"/>
                    <a:pt x="3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4" name="Google Shape;11514;p137"/>
            <p:cNvSpPr/>
            <p:nvPr/>
          </p:nvSpPr>
          <p:spPr>
            <a:xfrm>
              <a:off x="-52411400" y="2463275"/>
              <a:ext cx="17350" cy="17350"/>
            </a:xfrm>
            <a:custGeom>
              <a:rect b="b" l="l" r="r" t="t"/>
              <a:pathLst>
                <a:path extrusionOk="0" h="694" w="694">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5" name="Google Shape;11515;p137"/>
            <p:cNvSpPr/>
            <p:nvPr/>
          </p:nvSpPr>
          <p:spPr>
            <a:xfrm>
              <a:off x="-52336575" y="2463275"/>
              <a:ext cx="17350" cy="17350"/>
            </a:xfrm>
            <a:custGeom>
              <a:rect b="b" l="l" r="r" t="t"/>
              <a:pathLst>
                <a:path extrusionOk="0" h="694" w="694">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6" name="Google Shape;11516;p137"/>
            <p:cNvSpPr/>
            <p:nvPr/>
          </p:nvSpPr>
          <p:spPr>
            <a:xfrm>
              <a:off x="-52505925" y="2295525"/>
              <a:ext cx="299325" cy="317425"/>
            </a:xfrm>
            <a:custGeom>
              <a:rect b="b" l="l" r="r" t="t"/>
              <a:pathLst>
                <a:path extrusionOk="0" h="12697" w="11973">
                  <a:moveTo>
                    <a:pt x="8046" y="1489"/>
                  </a:moveTo>
                  <a:cubicBezTo>
                    <a:pt x="8121" y="1489"/>
                    <a:pt x="8192" y="1497"/>
                    <a:pt x="8255" y="1513"/>
                  </a:cubicBezTo>
                  <a:cubicBezTo>
                    <a:pt x="8224" y="1639"/>
                    <a:pt x="8224" y="1765"/>
                    <a:pt x="8224" y="1859"/>
                  </a:cubicBezTo>
                  <a:lnTo>
                    <a:pt x="8224" y="2080"/>
                  </a:lnTo>
                  <a:cubicBezTo>
                    <a:pt x="7909" y="1828"/>
                    <a:pt x="7499" y="1670"/>
                    <a:pt x="7121" y="1607"/>
                  </a:cubicBezTo>
                  <a:cubicBezTo>
                    <a:pt x="7341" y="1513"/>
                    <a:pt x="7594" y="1513"/>
                    <a:pt x="7814" y="1513"/>
                  </a:cubicBezTo>
                  <a:cubicBezTo>
                    <a:pt x="7893" y="1497"/>
                    <a:pt x="7972" y="1489"/>
                    <a:pt x="8046" y="1489"/>
                  </a:cubicBezTo>
                  <a:close/>
                  <a:moveTo>
                    <a:pt x="9326" y="914"/>
                  </a:moveTo>
                  <a:cubicBezTo>
                    <a:pt x="9484" y="1071"/>
                    <a:pt x="9610" y="1261"/>
                    <a:pt x="9673" y="1544"/>
                  </a:cubicBezTo>
                  <a:cubicBezTo>
                    <a:pt x="9452" y="1796"/>
                    <a:pt x="9232" y="2111"/>
                    <a:pt x="9137" y="2458"/>
                  </a:cubicBezTo>
                  <a:cubicBezTo>
                    <a:pt x="9043" y="2269"/>
                    <a:pt x="8980" y="2080"/>
                    <a:pt x="8980" y="1859"/>
                  </a:cubicBezTo>
                  <a:cubicBezTo>
                    <a:pt x="8980" y="1513"/>
                    <a:pt x="9137" y="1198"/>
                    <a:pt x="9326" y="914"/>
                  </a:cubicBezTo>
                  <a:close/>
                  <a:moveTo>
                    <a:pt x="11122" y="1513"/>
                  </a:moveTo>
                  <a:lnTo>
                    <a:pt x="11122" y="1513"/>
                  </a:lnTo>
                  <a:cubicBezTo>
                    <a:pt x="11028" y="2174"/>
                    <a:pt x="10460" y="2741"/>
                    <a:pt x="9767" y="2899"/>
                  </a:cubicBezTo>
                  <a:cubicBezTo>
                    <a:pt x="9925" y="2174"/>
                    <a:pt x="10460" y="1670"/>
                    <a:pt x="11122" y="1513"/>
                  </a:cubicBezTo>
                  <a:close/>
                  <a:moveTo>
                    <a:pt x="6365" y="2237"/>
                  </a:moveTo>
                  <a:cubicBezTo>
                    <a:pt x="7404" y="2237"/>
                    <a:pt x="8287" y="2836"/>
                    <a:pt x="8728" y="3718"/>
                  </a:cubicBezTo>
                  <a:lnTo>
                    <a:pt x="8602" y="3718"/>
                  </a:lnTo>
                  <a:cubicBezTo>
                    <a:pt x="7972" y="3718"/>
                    <a:pt x="7499" y="4222"/>
                    <a:pt x="7499" y="4821"/>
                  </a:cubicBezTo>
                  <a:lnTo>
                    <a:pt x="7499" y="5167"/>
                  </a:lnTo>
                  <a:lnTo>
                    <a:pt x="3025" y="5167"/>
                  </a:lnTo>
                  <a:cubicBezTo>
                    <a:pt x="2206" y="5167"/>
                    <a:pt x="1513" y="4506"/>
                    <a:pt x="1513" y="3686"/>
                  </a:cubicBezTo>
                  <a:cubicBezTo>
                    <a:pt x="1513" y="2899"/>
                    <a:pt x="2206" y="2237"/>
                    <a:pt x="3025" y="2237"/>
                  </a:cubicBezTo>
                  <a:close/>
                  <a:moveTo>
                    <a:pt x="10397" y="3497"/>
                  </a:moveTo>
                  <a:cubicBezTo>
                    <a:pt x="10429" y="3686"/>
                    <a:pt x="10460" y="3875"/>
                    <a:pt x="10460" y="4064"/>
                  </a:cubicBezTo>
                  <a:cubicBezTo>
                    <a:pt x="10460" y="4537"/>
                    <a:pt x="10334" y="4978"/>
                    <a:pt x="10114" y="5388"/>
                  </a:cubicBezTo>
                  <a:cubicBezTo>
                    <a:pt x="9956" y="5608"/>
                    <a:pt x="10145" y="5923"/>
                    <a:pt x="10429" y="5923"/>
                  </a:cubicBezTo>
                  <a:lnTo>
                    <a:pt x="10460" y="5923"/>
                  </a:lnTo>
                  <a:cubicBezTo>
                    <a:pt x="10870" y="5923"/>
                    <a:pt x="11217" y="6238"/>
                    <a:pt x="11217" y="6679"/>
                  </a:cubicBezTo>
                  <a:cubicBezTo>
                    <a:pt x="11217" y="7120"/>
                    <a:pt x="10902" y="7435"/>
                    <a:pt x="10460" y="7435"/>
                  </a:cubicBezTo>
                  <a:lnTo>
                    <a:pt x="9704" y="7435"/>
                  </a:lnTo>
                  <a:lnTo>
                    <a:pt x="9704" y="4821"/>
                  </a:lnTo>
                  <a:cubicBezTo>
                    <a:pt x="9704" y="4443"/>
                    <a:pt x="9641" y="4033"/>
                    <a:pt x="9515" y="3686"/>
                  </a:cubicBezTo>
                  <a:cubicBezTo>
                    <a:pt x="9830" y="3655"/>
                    <a:pt x="10114" y="3592"/>
                    <a:pt x="10397" y="3497"/>
                  </a:cubicBezTo>
                  <a:close/>
                  <a:moveTo>
                    <a:pt x="1513" y="6679"/>
                  </a:moveTo>
                  <a:lnTo>
                    <a:pt x="1513" y="8160"/>
                  </a:lnTo>
                  <a:cubicBezTo>
                    <a:pt x="1104" y="8160"/>
                    <a:pt x="789" y="7845"/>
                    <a:pt x="789" y="7435"/>
                  </a:cubicBezTo>
                  <a:cubicBezTo>
                    <a:pt x="789" y="7026"/>
                    <a:pt x="1135" y="6679"/>
                    <a:pt x="1513" y="6679"/>
                  </a:cubicBezTo>
                  <a:close/>
                  <a:moveTo>
                    <a:pt x="8570" y="4474"/>
                  </a:moveTo>
                  <a:cubicBezTo>
                    <a:pt x="8759" y="4474"/>
                    <a:pt x="8917" y="4632"/>
                    <a:pt x="8917" y="4821"/>
                  </a:cubicBezTo>
                  <a:cubicBezTo>
                    <a:pt x="8980" y="4978"/>
                    <a:pt x="8980" y="8412"/>
                    <a:pt x="8980" y="8570"/>
                  </a:cubicBezTo>
                  <a:cubicBezTo>
                    <a:pt x="8980" y="10460"/>
                    <a:pt x="7467" y="11972"/>
                    <a:pt x="5609" y="11972"/>
                  </a:cubicBezTo>
                  <a:cubicBezTo>
                    <a:pt x="3781" y="11972"/>
                    <a:pt x="2269" y="10460"/>
                    <a:pt x="2269" y="8570"/>
                  </a:cubicBezTo>
                  <a:lnTo>
                    <a:pt x="2269" y="5797"/>
                  </a:lnTo>
                  <a:cubicBezTo>
                    <a:pt x="2521" y="5892"/>
                    <a:pt x="2742" y="5923"/>
                    <a:pt x="3025" y="5923"/>
                  </a:cubicBezTo>
                  <a:lnTo>
                    <a:pt x="7877" y="5923"/>
                  </a:lnTo>
                  <a:cubicBezTo>
                    <a:pt x="8066" y="5923"/>
                    <a:pt x="8224" y="5766"/>
                    <a:pt x="8224" y="5577"/>
                  </a:cubicBezTo>
                  <a:lnTo>
                    <a:pt x="8224" y="4821"/>
                  </a:lnTo>
                  <a:cubicBezTo>
                    <a:pt x="8224" y="4632"/>
                    <a:pt x="8381" y="4474"/>
                    <a:pt x="8570" y="4474"/>
                  </a:cubicBezTo>
                  <a:close/>
                  <a:moveTo>
                    <a:pt x="9358" y="0"/>
                  </a:moveTo>
                  <a:cubicBezTo>
                    <a:pt x="9271" y="0"/>
                    <a:pt x="9185" y="32"/>
                    <a:pt x="9106" y="95"/>
                  </a:cubicBezTo>
                  <a:cubicBezTo>
                    <a:pt x="9043" y="95"/>
                    <a:pt x="8791" y="378"/>
                    <a:pt x="8539" y="819"/>
                  </a:cubicBezTo>
                  <a:cubicBezTo>
                    <a:pt x="8318" y="756"/>
                    <a:pt x="8098" y="725"/>
                    <a:pt x="7877" y="725"/>
                  </a:cubicBezTo>
                  <a:cubicBezTo>
                    <a:pt x="7089" y="725"/>
                    <a:pt x="6365" y="1008"/>
                    <a:pt x="5735" y="1481"/>
                  </a:cubicBezTo>
                  <a:lnTo>
                    <a:pt x="2994" y="1481"/>
                  </a:lnTo>
                  <a:cubicBezTo>
                    <a:pt x="1765" y="1481"/>
                    <a:pt x="757" y="2458"/>
                    <a:pt x="757" y="3718"/>
                  </a:cubicBezTo>
                  <a:cubicBezTo>
                    <a:pt x="757" y="4379"/>
                    <a:pt x="1072" y="5010"/>
                    <a:pt x="1545" y="5419"/>
                  </a:cubicBezTo>
                  <a:cubicBezTo>
                    <a:pt x="1482" y="5451"/>
                    <a:pt x="1482" y="5545"/>
                    <a:pt x="1482" y="5577"/>
                  </a:cubicBezTo>
                  <a:lnTo>
                    <a:pt x="1482" y="5923"/>
                  </a:lnTo>
                  <a:cubicBezTo>
                    <a:pt x="662" y="5923"/>
                    <a:pt x="1" y="6585"/>
                    <a:pt x="1" y="7435"/>
                  </a:cubicBezTo>
                  <a:cubicBezTo>
                    <a:pt x="1" y="8255"/>
                    <a:pt x="662" y="8916"/>
                    <a:pt x="1482" y="8916"/>
                  </a:cubicBezTo>
                  <a:cubicBezTo>
                    <a:pt x="1702" y="10996"/>
                    <a:pt x="3435" y="12697"/>
                    <a:pt x="5577" y="12697"/>
                  </a:cubicBezTo>
                  <a:cubicBezTo>
                    <a:pt x="7877" y="12697"/>
                    <a:pt x="9673" y="10806"/>
                    <a:pt x="9673" y="8570"/>
                  </a:cubicBezTo>
                  <a:lnTo>
                    <a:pt x="9673" y="8223"/>
                  </a:lnTo>
                  <a:lnTo>
                    <a:pt x="10429" y="8223"/>
                  </a:lnTo>
                  <a:cubicBezTo>
                    <a:pt x="11248" y="8223"/>
                    <a:pt x="11941" y="7530"/>
                    <a:pt x="11941" y="6711"/>
                  </a:cubicBezTo>
                  <a:cubicBezTo>
                    <a:pt x="11973" y="6049"/>
                    <a:pt x="11563" y="5482"/>
                    <a:pt x="10965" y="5293"/>
                  </a:cubicBezTo>
                  <a:cubicBezTo>
                    <a:pt x="11122" y="4915"/>
                    <a:pt x="11217" y="4506"/>
                    <a:pt x="11217" y="4064"/>
                  </a:cubicBezTo>
                  <a:cubicBezTo>
                    <a:pt x="11217" y="3718"/>
                    <a:pt x="11185" y="3403"/>
                    <a:pt x="11059" y="3056"/>
                  </a:cubicBezTo>
                  <a:cubicBezTo>
                    <a:pt x="11626" y="2584"/>
                    <a:pt x="11973" y="1859"/>
                    <a:pt x="11973" y="1071"/>
                  </a:cubicBezTo>
                  <a:cubicBezTo>
                    <a:pt x="11973" y="882"/>
                    <a:pt x="11815" y="725"/>
                    <a:pt x="11626" y="725"/>
                  </a:cubicBezTo>
                  <a:cubicBezTo>
                    <a:pt x="11154" y="725"/>
                    <a:pt x="10713" y="851"/>
                    <a:pt x="10303" y="1071"/>
                  </a:cubicBezTo>
                  <a:cubicBezTo>
                    <a:pt x="10082" y="504"/>
                    <a:pt x="9641" y="95"/>
                    <a:pt x="9610" y="95"/>
                  </a:cubicBezTo>
                  <a:cubicBezTo>
                    <a:pt x="9531" y="32"/>
                    <a:pt x="9444" y="0"/>
                    <a:pt x="935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17" name="Google Shape;11517;p137"/>
          <p:cNvGrpSpPr/>
          <p:nvPr/>
        </p:nvGrpSpPr>
        <p:grpSpPr>
          <a:xfrm>
            <a:off x="7554641" y="3603379"/>
            <a:ext cx="317290" cy="361090"/>
            <a:chOff x="-52494100" y="2686975"/>
            <a:chExt cx="279625" cy="318225"/>
          </a:xfrm>
        </p:grpSpPr>
        <p:sp>
          <p:nvSpPr>
            <p:cNvPr id="11518" name="Google Shape;11518;p137"/>
            <p:cNvSpPr/>
            <p:nvPr/>
          </p:nvSpPr>
          <p:spPr>
            <a:xfrm>
              <a:off x="-52391700" y="2919525"/>
              <a:ext cx="72475" cy="28950"/>
            </a:xfrm>
            <a:custGeom>
              <a:rect b="b" l="l" r="r" t="t"/>
              <a:pathLst>
                <a:path extrusionOk="0" h="1158" w="2899">
                  <a:moveTo>
                    <a:pt x="386" y="0"/>
                  </a:moveTo>
                  <a:cubicBezTo>
                    <a:pt x="291" y="0"/>
                    <a:pt x="205" y="39"/>
                    <a:pt x="158" y="118"/>
                  </a:cubicBezTo>
                  <a:cubicBezTo>
                    <a:pt x="0" y="276"/>
                    <a:pt x="0" y="496"/>
                    <a:pt x="158" y="622"/>
                  </a:cubicBezTo>
                  <a:cubicBezTo>
                    <a:pt x="504" y="969"/>
                    <a:pt x="977" y="1158"/>
                    <a:pt x="1449" y="1158"/>
                  </a:cubicBezTo>
                  <a:cubicBezTo>
                    <a:pt x="1922" y="1158"/>
                    <a:pt x="2426" y="969"/>
                    <a:pt x="2741" y="622"/>
                  </a:cubicBezTo>
                  <a:cubicBezTo>
                    <a:pt x="2898" y="465"/>
                    <a:pt x="2898" y="213"/>
                    <a:pt x="2741" y="118"/>
                  </a:cubicBezTo>
                  <a:cubicBezTo>
                    <a:pt x="2662" y="39"/>
                    <a:pt x="2568" y="0"/>
                    <a:pt x="2477" y="0"/>
                  </a:cubicBezTo>
                  <a:cubicBezTo>
                    <a:pt x="2387" y="0"/>
                    <a:pt x="2300" y="39"/>
                    <a:pt x="2237" y="118"/>
                  </a:cubicBezTo>
                  <a:cubicBezTo>
                    <a:pt x="2048" y="307"/>
                    <a:pt x="1733" y="433"/>
                    <a:pt x="1449" y="433"/>
                  </a:cubicBezTo>
                  <a:cubicBezTo>
                    <a:pt x="1134" y="433"/>
                    <a:pt x="851" y="307"/>
                    <a:pt x="662" y="118"/>
                  </a:cubicBezTo>
                  <a:cubicBezTo>
                    <a:pt x="583" y="39"/>
                    <a:pt x="480" y="0"/>
                    <a:pt x="38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9" name="Google Shape;11519;p137"/>
            <p:cNvSpPr/>
            <p:nvPr/>
          </p:nvSpPr>
          <p:spPr>
            <a:xfrm>
              <a:off x="-52401950" y="2856300"/>
              <a:ext cx="18125" cy="17350"/>
            </a:xfrm>
            <a:custGeom>
              <a:rect b="b" l="l" r="r" t="t"/>
              <a:pathLst>
                <a:path extrusionOk="0" h="694" w="725">
                  <a:moveTo>
                    <a:pt x="379" y="1"/>
                  </a:moveTo>
                  <a:cubicBezTo>
                    <a:pt x="158" y="1"/>
                    <a:pt x="0" y="158"/>
                    <a:pt x="0" y="347"/>
                  </a:cubicBezTo>
                  <a:cubicBezTo>
                    <a:pt x="0"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0" name="Google Shape;11520;p137"/>
            <p:cNvSpPr/>
            <p:nvPr/>
          </p:nvSpPr>
          <p:spPr>
            <a:xfrm>
              <a:off x="-52327925" y="2855525"/>
              <a:ext cx="18925" cy="17350"/>
            </a:xfrm>
            <a:custGeom>
              <a:rect b="b" l="l" r="r" t="t"/>
              <a:pathLst>
                <a:path extrusionOk="0" h="694" w="757">
                  <a:moveTo>
                    <a:pt x="347" y="0"/>
                  </a:moveTo>
                  <a:cubicBezTo>
                    <a:pt x="158" y="0"/>
                    <a:pt x="1" y="158"/>
                    <a:pt x="1" y="347"/>
                  </a:cubicBezTo>
                  <a:cubicBezTo>
                    <a:pt x="1" y="536"/>
                    <a:pt x="158" y="693"/>
                    <a:pt x="347" y="693"/>
                  </a:cubicBezTo>
                  <a:cubicBezTo>
                    <a:pt x="537" y="693"/>
                    <a:pt x="694" y="536"/>
                    <a:pt x="694" y="347"/>
                  </a:cubicBezTo>
                  <a:cubicBezTo>
                    <a:pt x="757" y="189"/>
                    <a:pt x="600"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1" name="Google Shape;11521;p137"/>
            <p:cNvSpPr/>
            <p:nvPr/>
          </p:nvSpPr>
          <p:spPr>
            <a:xfrm>
              <a:off x="-52494100" y="2686975"/>
              <a:ext cx="279625" cy="318225"/>
            </a:xfrm>
            <a:custGeom>
              <a:rect b="b" l="l" r="r" t="t"/>
              <a:pathLst>
                <a:path extrusionOk="0" h="12729" w="11185">
                  <a:moveTo>
                    <a:pt x="8538" y="756"/>
                  </a:moveTo>
                  <a:cubicBezTo>
                    <a:pt x="8727" y="756"/>
                    <a:pt x="8885" y="914"/>
                    <a:pt x="8885" y="1103"/>
                  </a:cubicBezTo>
                  <a:lnTo>
                    <a:pt x="8885" y="2269"/>
                  </a:lnTo>
                  <a:lnTo>
                    <a:pt x="2143" y="2269"/>
                  </a:lnTo>
                  <a:lnTo>
                    <a:pt x="2143" y="1103"/>
                  </a:lnTo>
                  <a:cubicBezTo>
                    <a:pt x="2143" y="914"/>
                    <a:pt x="2300" y="756"/>
                    <a:pt x="2552" y="756"/>
                  </a:cubicBezTo>
                  <a:close/>
                  <a:moveTo>
                    <a:pt x="5545" y="3025"/>
                  </a:moveTo>
                  <a:cubicBezTo>
                    <a:pt x="5734" y="3025"/>
                    <a:pt x="5892" y="3182"/>
                    <a:pt x="5892" y="3371"/>
                  </a:cubicBezTo>
                  <a:cubicBezTo>
                    <a:pt x="5892" y="3592"/>
                    <a:pt x="5734" y="3749"/>
                    <a:pt x="5545" y="3749"/>
                  </a:cubicBezTo>
                  <a:cubicBezTo>
                    <a:pt x="5356" y="3749"/>
                    <a:pt x="5199" y="3592"/>
                    <a:pt x="5199" y="3371"/>
                  </a:cubicBezTo>
                  <a:cubicBezTo>
                    <a:pt x="5199" y="3182"/>
                    <a:pt x="5356" y="3025"/>
                    <a:pt x="5545" y="3025"/>
                  </a:cubicBezTo>
                  <a:close/>
                  <a:moveTo>
                    <a:pt x="4474" y="3025"/>
                  </a:moveTo>
                  <a:cubicBezTo>
                    <a:pt x="4443" y="3151"/>
                    <a:pt x="4411" y="3277"/>
                    <a:pt x="4411" y="3434"/>
                  </a:cubicBezTo>
                  <a:cubicBezTo>
                    <a:pt x="4411" y="3529"/>
                    <a:pt x="4443" y="3655"/>
                    <a:pt x="4474" y="3781"/>
                  </a:cubicBezTo>
                  <a:lnTo>
                    <a:pt x="2206" y="3781"/>
                  </a:lnTo>
                  <a:lnTo>
                    <a:pt x="2206" y="3025"/>
                  </a:lnTo>
                  <a:close/>
                  <a:moveTo>
                    <a:pt x="8853" y="3056"/>
                  </a:moveTo>
                  <a:lnTo>
                    <a:pt x="8853" y="3812"/>
                  </a:lnTo>
                  <a:lnTo>
                    <a:pt x="6553" y="3812"/>
                  </a:lnTo>
                  <a:lnTo>
                    <a:pt x="6553" y="3781"/>
                  </a:lnTo>
                  <a:cubicBezTo>
                    <a:pt x="6616" y="3655"/>
                    <a:pt x="6648" y="3529"/>
                    <a:pt x="6648" y="3434"/>
                  </a:cubicBezTo>
                  <a:cubicBezTo>
                    <a:pt x="6648" y="3308"/>
                    <a:pt x="6616" y="3151"/>
                    <a:pt x="6553" y="3056"/>
                  </a:cubicBezTo>
                  <a:close/>
                  <a:moveTo>
                    <a:pt x="9601" y="4568"/>
                  </a:moveTo>
                  <a:cubicBezTo>
                    <a:pt x="9503" y="4903"/>
                    <a:pt x="9317" y="5207"/>
                    <a:pt x="9042" y="5482"/>
                  </a:cubicBezTo>
                  <a:cubicBezTo>
                    <a:pt x="8763" y="5736"/>
                    <a:pt x="8382" y="5887"/>
                    <a:pt x="7997" y="5887"/>
                  </a:cubicBezTo>
                  <a:cubicBezTo>
                    <a:pt x="7904" y="5887"/>
                    <a:pt x="7811" y="5878"/>
                    <a:pt x="7719" y="5860"/>
                  </a:cubicBezTo>
                  <a:cubicBezTo>
                    <a:pt x="6207" y="5640"/>
                    <a:pt x="4758" y="5199"/>
                    <a:pt x="3434" y="4568"/>
                  </a:cubicBezTo>
                  <a:close/>
                  <a:moveTo>
                    <a:pt x="1418" y="6742"/>
                  </a:moveTo>
                  <a:lnTo>
                    <a:pt x="1418" y="8223"/>
                  </a:lnTo>
                  <a:cubicBezTo>
                    <a:pt x="1009" y="8223"/>
                    <a:pt x="662" y="7908"/>
                    <a:pt x="662" y="7467"/>
                  </a:cubicBezTo>
                  <a:cubicBezTo>
                    <a:pt x="662" y="7089"/>
                    <a:pt x="1009" y="6742"/>
                    <a:pt x="1418" y="6742"/>
                  </a:cubicBezTo>
                  <a:close/>
                  <a:moveTo>
                    <a:pt x="9641" y="6742"/>
                  </a:moveTo>
                  <a:cubicBezTo>
                    <a:pt x="10019" y="6742"/>
                    <a:pt x="10397" y="7057"/>
                    <a:pt x="10397" y="7467"/>
                  </a:cubicBezTo>
                  <a:cubicBezTo>
                    <a:pt x="10397" y="7908"/>
                    <a:pt x="10019" y="8223"/>
                    <a:pt x="9641" y="8223"/>
                  </a:cubicBezTo>
                  <a:lnTo>
                    <a:pt x="9641" y="6742"/>
                  </a:lnTo>
                  <a:close/>
                  <a:moveTo>
                    <a:pt x="2143" y="4757"/>
                  </a:moveTo>
                  <a:lnTo>
                    <a:pt x="2741" y="5072"/>
                  </a:lnTo>
                  <a:cubicBezTo>
                    <a:pt x="4254" y="5829"/>
                    <a:pt x="5860" y="6333"/>
                    <a:pt x="7562" y="6616"/>
                  </a:cubicBezTo>
                  <a:cubicBezTo>
                    <a:pt x="7667" y="6633"/>
                    <a:pt x="7777" y="6640"/>
                    <a:pt x="7889" y="6640"/>
                  </a:cubicBezTo>
                  <a:cubicBezTo>
                    <a:pt x="8211" y="6640"/>
                    <a:pt x="8550" y="6576"/>
                    <a:pt x="8853" y="6459"/>
                  </a:cubicBezTo>
                  <a:lnTo>
                    <a:pt x="8853" y="8664"/>
                  </a:lnTo>
                  <a:cubicBezTo>
                    <a:pt x="8885" y="10460"/>
                    <a:pt x="7341" y="11972"/>
                    <a:pt x="5514" y="11972"/>
                  </a:cubicBezTo>
                  <a:cubicBezTo>
                    <a:pt x="3655" y="11972"/>
                    <a:pt x="2143" y="10460"/>
                    <a:pt x="2143" y="8633"/>
                  </a:cubicBezTo>
                  <a:lnTo>
                    <a:pt x="2143" y="4757"/>
                  </a:lnTo>
                  <a:close/>
                  <a:moveTo>
                    <a:pt x="2584" y="0"/>
                  </a:moveTo>
                  <a:cubicBezTo>
                    <a:pt x="1954" y="0"/>
                    <a:pt x="1481" y="504"/>
                    <a:pt x="1481" y="1103"/>
                  </a:cubicBezTo>
                  <a:lnTo>
                    <a:pt x="1481" y="5986"/>
                  </a:lnTo>
                  <a:cubicBezTo>
                    <a:pt x="662" y="5986"/>
                    <a:pt x="0" y="6648"/>
                    <a:pt x="0" y="7467"/>
                  </a:cubicBezTo>
                  <a:cubicBezTo>
                    <a:pt x="0" y="8317"/>
                    <a:pt x="662" y="8979"/>
                    <a:pt x="1481" y="8979"/>
                  </a:cubicBezTo>
                  <a:cubicBezTo>
                    <a:pt x="1670" y="11058"/>
                    <a:pt x="3466" y="12728"/>
                    <a:pt x="5577" y="12728"/>
                  </a:cubicBezTo>
                  <a:cubicBezTo>
                    <a:pt x="7719" y="12728"/>
                    <a:pt x="9483" y="11058"/>
                    <a:pt x="9672" y="8979"/>
                  </a:cubicBezTo>
                  <a:cubicBezTo>
                    <a:pt x="10492" y="8979"/>
                    <a:pt x="11185" y="8317"/>
                    <a:pt x="11185" y="7467"/>
                  </a:cubicBezTo>
                  <a:cubicBezTo>
                    <a:pt x="11122" y="6679"/>
                    <a:pt x="10460" y="6018"/>
                    <a:pt x="9641" y="6018"/>
                  </a:cubicBezTo>
                  <a:lnTo>
                    <a:pt x="9641" y="5892"/>
                  </a:lnTo>
                  <a:cubicBezTo>
                    <a:pt x="10113" y="5419"/>
                    <a:pt x="10397" y="4789"/>
                    <a:pt x="10397" y="4127"/>
                  </a:cubicBezTo>
                  <a:cubicBezTo>
                    <a:pt x="10397" y="3938"/>
                    <a:pt x="10240" y="3781"/>
                    <a:pt x="10019" y="3781"/>
                  </a:cubicBezTo>
                  <a:lnTo>
                    <a:pt x="9672" y="3781"/>
                  </a:lnTo>
                  <a:lnTo>
                    <a:pt x="9672" y="1103"/>
                  </a:lnTo>
                  <a:cubicBezTo>
                    <a:pt x="9672" y="473"/>
                    <a:pt x="9168" y="0"/>
                    <a:pt x="857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22" name="Google Shape;11522;p137"/>
          <p:cNvGrpSpPr/>
          <p:nvPr/>
        </p:nvGrpSpPr>
        <p:grpSpPr>
          <a:xfrm>
            <a:off x="6665412" y="4064322"/>
            <a:ext cx="315503" cy="361090"/>
            <a:chOff x="-51708850" y="2305750"/>
            <a:chExt cx="278050" cy="318225"/>
          </a:xfrm>
        </p:grpSpPr>
        <p:sp>
          <p:nvSpPr>
            <p:cNvPr id="11523" name="Google Shape;11523;p137"/>
            <p:cNvSpPr/>
            <p:nvPr/>
          </p:nvSpPr>
          <p:spPr>
            <a:xfrm>
              <a:off x="-51617475" y="2455400"/>
              <a:ext cx="18125" cy="18150"/>
            </a:xfrm>
            <a:custGeom>
              <a:rect b="b" l="l" r="r" t="t"/>
              <a:pathLst>
                <a:path extrusionOk="0" h="726" w="725">
                  <a:moveTo>
                    <a:pt x="378" y="1"/>
                  </a:moveTo>
                  <a:cubicBezTo>
                    <a:pt x="189" y="1"/>
                    <a:pt x="0" y="158"/>
                    <a:pt x="0" y="347"/>
                  </a:cubicBezTo>
                  <a:cubicBezTo>
                    <a:pt x="0" y="536"/>
                    <a:pt x="189" y="725"/>
                    <a:pt x="378" y="725"/>
                  </a:cubicBezTo>
                  <a:cubicBezTo>
                    <a:pt x="568" y="725"/>
                    <a:pt x="725" y="536"/>
                    <a:pt x="725" y="347"/>
                  </a:cubicBezTo>
                  <a:cubicBezTo>
                    <a:pt x="725" y="158"/>
                    <a:pt x="568"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4" name="Google Shape;11524;p137"/>
            <p:cNvSpPr/>
            <p:nvPr/>
          </p:nvSpPr>
          <p:spPr>
            <a:xfrm>
              <a:off x="-51541875" y="2455400"/>
              <a:ext cx="17350" cy="18150"/>
            </a:xfrm>
            <a:custGeom>
              <a:rect b="b" l="l" r="r" t="t"/>
              <a:pathLst>
                <a:path extrusionOk="0" h="726" w="694">
                  <a:moveTo>
                    <a:pt x="347" y="1"/>
                  </a:moveTo>
                  <a:cubicBezTo>
                    <a:pt x="158" y="1"/>
                    <a:pt x="1" y="158"/>
                    <a:pt x="1" y="347"/>
                  </a:cubicBezTo>
                  <a:cubicBezTo>
                    <a:pt x="1" y="536"/>
                    <a:pt x="158" y="725"/>
                    <a:pt x="347" y="725"/>
                  </a:cubicBezTo>
                  <a:cubicBezTo>
                    <a:pt x="536" y="725"/>
                    <a:pt x="694" y="536"/>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5" name="Google Shape;11525;p137"/>
            <p:cNvSpPr/>
            <p:nvPr/>
          </p:nvSpPr>
          <p:spPr>
            <a:xfrm>
              <a:off x="-51708850" y="2305750"/>
              <a:ext cx="278050" cy="318225"/>
            </a:xfrm>
            <a:custGeom>
              <a:rect b="b" l="l" r="r" t="t"/>
              <a:pathLst>
                <a:path extrusionOk="0" h="12729" w="11122">
                  <a:moveTo>
                    <a:pt x="1765" y="725"/>
                  </a:moveTo>
                  <a:cubicBezTo>
                    <a:pt x="1986" y="725"/>
                    <a:pt x="2143" y="883"/>
                    <a:pt x="2143" y="1072"/>
                  </a:cubicBezTo>
                  <a:cubicBezTo>
                    <a:pt x="2143" y="1261"/>
                    <a:pt x="1986" y="1419"/>
                    <a:pt x="1765" y="1419"/>
                  </a:cubicBezTo>
                  <a:cubicBezTo>
                    <a:pt x="1576" y="1419"/>
                    <a:pt x="1419" y="1261"/>
                    <a:pt x="1419" y="1072"/>
                  </a:cubicBezTo>
                  <a:cubicBezTo>
                    <a:pt x="1419" y="915"/>
                    <a:pt x="1576" y="725"/>
                    <a:pt x="1765" y="725"/>
                  </a:cubicBezTo>
                  <a:close/>
                  <a:moveTo>
                    <a:pt x="5514" y="725"/>
                  </a:moveTo>
                  <a:cubicBezTo>
                    <a:pt x="5703" y="725"/>
                    <a:pt x="5861" y="883"/>
                    <a:pt x="5861" y="1072"/>
                  </a:cubicBezTo>
                  <a:cubicBezTo>
                    <a:pt x="5861" y="1261"/>
                    <a:pt x="5703" y="1419"/>
                    <a:pt x="5514" y="1419"/>
                  </a:cubicBezTo>
                  <a:cubicBezTo>
                    <a:pt x="5325" y="1419"/>
                    <a:pt x="5168" y="1261"/>
                    <a:pt x="5168" y="1072"/>
                  </a:cubicBezTo>
                  <a:cubicBezTo>
                    <a:pt x="5136" y="915"/>
                    <a:pt x="5294" y="725"/>
                    <a:pt x="5514" y="725"/>
                  </a:cubicBezTo>
                  <a:close/>
                  <a:moveTo>
                    <a:pt x="9232" y="725"/>
                  </a:moveTo>
                  <a:cubicBezTo>
                    <a:pt x="9421" y="725"/>
                    <a:pt x="9578" y="883"/>
                    <a:pt x="9578" y="1072"/>
                  </a:cubicBezTo>
                  <a:cubicBezTo>
                    <a:pt x="9578" y="1261"/>
                    <a:pt x="9421" y="1419"/>
                    <a:pt x="9232" y="1419"/>
                  </a:cubicBezTo>
                  <a:cubicBezTo>
                    <a:pt x="9011" y="1419"/>
                    <a:pt x="8885" y="1261"/>
                    <a:pt x="8885" y="1072"/>
                  </a:cubicBezTo>
                  <a:cubicBezTo>
                    <a:pt x="8854" y="915"/>
                    <a:pt x="9011" y="725"/>
                    <a:pt x="9232" y="725"/>
                  </a:cubicBezTo>
                  <a:close/>
                  <a:moveTo>
                    <a:pt x="5483" y="3277"/>
                  </a:moveTo>
                  <a:lnTo>
                    <a:pt x="5987" y="3781"/>
                  </a:lnTo>
                  <a:lnTo>
                    <a:pt x="5483" y="4286"/>
                  </a:lnTo>
                  <a:lnTo>
                    <a:pt x="4979" y="3781"/>
                  </a:lnTo>
                  <a:lnTo>
                    <a:pt x="5483" y="3277"/>
                  </a:lnTo>
                  <a:close/>
                  <a:moveTo>
                    <a:pt x="8602" y="2049"/>
                  </a:moveTo>
                  <a:lnTo>
                    <a:pt x="8822" y="2175"/>
                  </a:lnTo>
                  <a:lnTo>
                    <a:pt x="8822" y="4443"/>
                  </a:lnTo>
                  <a:lnTo>
                    <a:pt x="6396" y="4443"/>
                  </a:lnTo>
                  <a:lnTo>
                    <a:pt x="6837" y="4034"/>
                  </a:lnTo>
                  <a:cubicBezTo>
                    <a:pt x="6995" y="3876"/>
                    <a:pt x="6995" y="3624"/>
                    <a:pt x="6837" y="3498"/>
                  </a:cubicBezTo>
                  <a:lnTo>
                    <a:pt x="5766" y="2458"/>
                  </a:lnTo>
                  <a:cubicBezTo>
                    <a:pt x="5687" y="2380"/>
                    <a:pt x="5585" y="2340"/>
                    <a:pt x="5491" y="2340"/>
                  </a:cubicBezTo>
                  <a:cubicBezTo>
                    <a:pt x="5396" y="2340"/>
                    <a:pt x="5309" y="2380"/>
                    <a:pt x="5262" y="2458"/>
                  </a:cubicBezTo>
                  <a:lnTo>
                    <a:pt x="4191" y="3498"/>
                  </a:lnTo>
                  <a:cubicBezTo>
                    <a:pt x="4033" y="3655"/>
                    <a:pt x="4033" y="3907"/>
                    <a:pt x="4191" y="4034"/>
                  </a:cubicBezTo>
                  <a:lnTo>
                    <a:pt x="4632" y="4443"/>
                  </a:lnTo>
                  <a:lnTo>
                    <a:pt x="2175" y="4443"/>
                  </a:lnTo>
                  <a:lnTo>
                    <a:pt x="2175" y="2175"/>
                  </a:lnTo>
                  <a:lnTo>
                    <a:pt x="2427" y="2049"/>
                  </a:lnTo>
                  <a:lnTo>
                    <a:pt x="3435" y="2868"/>
                  </a:lnTo>
                  <a:cubicBezTo>
                    <a:pt x="3498" y="2931"/>
                    <a:pt x="3577" y="2962"/>
                    <a:pt x="3655" y="2962"/>
                  </a:cubicBezTo>
                  <a:cubicBezTo>
                    <a:pt x="3734" y="2962"/>
                    <a:pt x="3813" y="2931"/>
                    <a:pt x="3876" y="2868"/>
                  </a:cubicBezTo>
                  <a:lnTo>
                    <a:pt x="4884" y="2049"/>
                  </a:lnTo>
                  <a:cubicBezTo>
                    <a:pt x="5042" y="2175"/>
                    <a:pt x="5231" y="2206"/>
                    <a:pt x="5483" y="2206"/>
                  </a:cubicBezTo>
                  <a:cubicBezTo>
                    <a:pt x="5672" y="2206"/>
                    <a:pt x="5924" y="2143"/>
                    <a:pt x="6081" y="2049"/>
                  </a:cubicBezTo>
                  <a:lnTo>
                    <a:pt x="7089" y="2868"/>
                  </a:lnTo>
                  <a:cubicBezTo>
                    <a:pt x="7152" y="2931"/>
                    <a:pt x="7231" y="2962"/>
                    <a:pt x="7314" y="2962"/>
                  </a:cubicBezTo>
                  <a:cubicBezTo>
                    <a:pt x="7397" y="2962"/>
                    <a:pt x="7483" y="2931"/>
                    <a:pt x="7562" y="2868"/>
                  </a:cubicBezTo>
                  <a:lnTo>
                    <a:pt x="8602" y="2049"/>
                  </a:lnTo>
                  <a:close/>
                  <a:moveTo>
                    <a:pt x="1419" y="5199"/>
                  </a:moveTo>
                  <a:lnTo>
                    <a:pt x="1419" y="6711"/>
                  </a:lnTo>
                  <a:cubicBezTo>
                    <a:pt x="977" y="6711"/>
                    <a:pt x="662" y="6396"/>
                    <a:pt x="662" y="5955"/>
                  </a:cubicBezTo>
                  <a:cubicBezTo>
                    <a:pt x="662" y="5546"/>
                    <a:pt x="1041" y="5199"/>
                    <a:pt x="1419" y="5199"/>
                  </a:cubicBezTo>
                  <a:close/>
                  <a:moveTo>
                    <a:pt x="9610" y="5199"/>
                  </a:moveTo>
                  <a:cubicBezTo>
                    <a:pt x="10019" y="5199"/>
                    <a:pt x="10366" y="5546"/>
                    <a:pt x="10366" y="5955"/>
                  </a:cubicBezTo>
                  <a:cubicBezTo>
                    <a:pt x="10366" y="6333"/>
                    <a:pt x="10019" y="6711"/>
                    <a:pt x="9610" y="6711"/>
                  </a:cubicBezTo>
                  <a:lnTo>
                    <a:pt x="9610" y="5199"/>
                  </a:lnTo>
                  <a:close/>
                  <a:moveTo>
                    <a:pt x="8822" y="5199"/>
                  </a:moveTo>
                  <a:lnTo>
                    <a:pt x="8822" y="8602"/>
                  </a:lnTo>
                  <a:lnTo>
                    <a:pt x="8224" y="8791"/>
                  </a:lnTo>
                  <a:cubicBezTo>
                    <a:pt x="8167" y="8807"/>
                    <a:pt x="8105" y="8815"/>
                    <a:pt x="8043" y="8815"/>
                  </a:cubicBezTo>
                  <a:cubicBezTo>
                    <a:pt x="7863" y="8815"/>
                    <a:pt x="7671" y="8750"/>
                    <a:pt x="7531" y="8633"/>
                  </a:cubicBezTo>
                  <a:cubicBezTo>
                    <a:pt x="7239" y="8342"/>
                    <a:pt x="6873" y="8200"/>
                    <a:pt x="6512" y="8200"/>
                  </a:cubicBezTo>
                  <a:cubicBezTo>
                    <a:pt x="6132" y="8200"/>
                    <a:pt x="5758" y="8358"/>
                    <a:pt x="5483" y="8665"/>
                  </a:cubicBezTo>
                  <a:cubicBezTo>
                    <a:pt x="5217" y="8382"/>
                    <a:pt x="4828" y="8222"/>
                    <a:pt x="4432" y="8222"/>
                  </a:cubicBezTo>
                  <a:cubicBezTo>
                    <a:pt x="4078" y="8222"/>
                    <a:pt x="3718" y="8350"/>
                    <a:pt x="3435" y="8633"/>
                  </a:cubicBezTo>
                  <a:cubicBezTo>
                    <a:pt x="3303" y="8765"/>
                    <a:pt x="3141" y="8820"/>
                    <a:pt x="2958" y="8820"/>
                  </a:cubicBezTo>
                  <a:cubicBezTo>
                    <a:pt x="2879" y="8820"/>
                    <a:pt x="2796" y="8810"/>
                    <a:pt x="2710" y="8791"/>
                  </a:cubicBezTo>
                  <a:lnTo>
                    <a:pt x="2080" y="8602"/>
                  </a:lnTo>
                  <a:lnTo>
                    <a:pt x="2080" y="5199"/>
                  </a:lnTo>
                  <a:close/>
                  <a:moveTo>
                    <a:pt x="4442" y="8945"/>
                  </a:moveTo>
                  <a:cubicBezTo>
                    <a:pt x="4678" y="8945"/>
                    <a:pt x="4913" y="9062"/>
                    <a:pt x="5042" y="9263"/>
                  </a:cubicBezTo>
                  <a:cubicBezTo>
                    <a:pt x="4853" y="9484"/>
                    <a:pt x="4601" y="9767"/>
                    <a:pt x="4096" y="9925"/>
                  </a:cubicBezTo>
                  <a:cubicBezTo>
                    <a:pt x="3889" y="10000"/>
                    <a:pt x="3677" y="10035"/>
                    <a:pt x="3468" y="10035"/>
                  </a:cubicBezTo>
                  <a:cubicBezTo>
                    <a:pt x="2882" y="10035"/>
                    <a:pt x="2317" y="9759"/>
                    <a:pt x="1923" y="9295"/>
                  </a:cubicBezTo>
                  <a:lnTo>
                    <a:pt x="1923" y="9295"/>
                  </a:lnTo>
                  <a:lnTo>
                    <a:pt x="2521" y="9484"/>
                  </a:lnTo>
                  <a:cubicBezTo>
                    <a:pt x="2673" y="9531"/>
                    <a:pt x="2831" y="9556"/>
                    <a:pt x="2987" y="9556"/>
                  </a:cubicBezTo>
                  <a:cubicBezTo>
                    <a:pt x="3350" y="9556"/>
                    <a:pt x="3706" y="9423"/>
                    <a:pt x="3970" y="9137"/>
                  </a:cubicBezTo>
                  <a:cubicBezTo>
                    <a:pt x="4102" y="9006"/>
                    <a:pt x="4273" y="8945"/>
                    <a:pt x="4442" y="8945"/>
                  </a:cubicBezTo>
                  <a:close/>
                  <a:moveTo>
                    <a:pt x="6546" y="9022"/>
                  </a:moveTo>
                  <a:cubicBezTo>
                    <a:pt x="6718" y="9022"/>
                    <a:pt x="6892" y="9080"/>
                    <a:pt x="7026" y="9200"/>
                  </a:cubicBezTo>
                  <a:cubicBezTo>
                    <a:pt x="7299" y="9496"/>
                    <a:pt x="7671" y="9644"/>
                    <a:pt x="8046" y="9644"/>
                  </a:cubicBezTo>
                  <a:cubicBezTo>
                    <a:pt x="8191" y="9644"/>
                    <a:pt x="8336" y="9622"/>
                    <a:pt x="8476" y="9578"/>
                  </a:cubicBezTo>
                  <a:lnTo>
                    <a:pt x="9074" y="9326"/>
                  </a:lnTo>
                  <a:lnTo>
                    <a:pt x="9074" y="9326"/>
                  </a:lnTo>
                  <a:cubicBezTo>
                    <a:pt x="8677" y="9794"/>
                    <a:pt x="8107" y="10053"/>
                    <a:pt x="7517" y="10053"/>
                  </a:cubicBezTo>
                  <a:cubicBezTo>
                    <a:pt x="7312" y="10053"/>
                    <a:pt x="7104" y="10022"/>
                    <a:pt x="6900" y="9956"/>
                  </a:cubicBezTo>
                  <a:cubicBezTo>
                    <a:pt x="6428" y="9799"/>
                    <a:pt x="6144" y="9547"/>
                    <a:pt x="5955" y="9326"/>
                  </a:cubicBezTo>
                  <a:cubicBezTo>
                    <a:pt x="6082" y="9127"/>
                    <a:pt x="6313" y="9022"/>
                    <a:pt x="6546" y="9022"/>
                  </a:cubicBezTo>
                  <a:close/>
                  <a:moveTo>
                    <a:pt x="5514" y="9893"/>
                  </a:moveTo>
                  <a:cubicBezTo>
                    <a:pt x="5640" y="10019"/>
                    <a:pt x="5798" y="10177"/>
                    <a:pt x="6081" y="10334"/>
                  </a:cubicBezTo>
                  <a:cubicBezTo>
                    <a:pt x="5924" y="10397"/>
                    <a:pt x="5703" y="10492"/>
                    <a:pt x="5514" y="10492"/>
                  </a:cubicBezTo>
                  <a:cubicBezTo>
                    <a:pt x="5325" y="10492"/>
                    <a:pt x="5136" y="10429"/>
                    <a:pt x="4979" y="10334"/>
                  </a:cubicBezTo>
                  <a:cubicBezTo>
                    <a:pt x="5231" y="10177"/>
                    <a:pt x="5388" y="10019"/>
                    <a:pt x="5514" y="9893"/>
                  </a:cubicBezTo>
                  <a:close/>
                  <a:moveTo>
                    <a:pt x="6774" y="10681"/>
                  </a:moveTo>
                  <a:cubicBezTo>
                    <a:pt x="7011" y="10749"/>
                    <a:pt x="7247" y="10780"/>
                    <a:pt x="7484" y="10780"/>
                  </a:cubicBezTo>
                  <a:cubicBezTo>
                    <a:pt x="7688" y="10780"/>
                    <a:pt x="7893" y="10756"/>
                    <a:pt x="8098" y="10713"/>
                  </a:cubicBezTo>
                  <a:lnTo>
                    <a:pt x="8098" y="10713"/>
                  </a:lnTo>
                  <a:cubicBezTo>
                    <a:pt x="7499" y="11500"/>
                    <a:pt x="6554" y="11973"/>
                    <a:pt x="5514" y="11973"/>
                  </a:cubicBezTo>
                  <a:cubicBezTo>
                    <a:pt x="4506" y="11973"/>
                    <a:pt x="3498" y="11500"/>
                    <a:pt x="2868" y="10713"/>
                  </a:cubicBezTo>
                  <a:lnTo>
                    <a:pt x="2868" y="10713"/>
                  </a:lnTo>
                  <a:cubicBezTo>
                    <a:pt x="3072" y="10756"/>
                    <a:pt x="3277" y="10780"/>
                    <a:pt x="3482" y="10780"/>
                  </a:cubicBezTo>
                  <a:cubicBezTo>
                    <a:pt x="3718" y="10780"/>
                    <a:pt x="3955" y="10749"/>
                    <a:pt x="4191" y="10681"/>
                  </a:cubicBezTo>
                  <a:cubicBezTo>
                    <a:pt x="4538" y="11028"/>
                    <a:pt x="5010" y="11217"/>
                    <a:pt x="5483" y="11217"/>
                  </a:cubicBezTo>
                  <a:cubicBezTo>
                    <a:pt x="5955" y="11217"/>
                    <a:pt x="6459" y="11028"/>
                    <a:pt x="6774" y="10681"/>
                  </a:cubicBezTo>
                  <a:close/>
                  <a:moveTo>
                    <a:pt x="1860" y="1"/>
                  </a:moveTo>
                  <a:cubicBezTo>
                    <a:pt x="1261" y="1"/>
                    <a:pt x="757" y="505"/>
                    <a:pt x="757" y="1104"/>
                  </a:cubicBezTo>
                  <a:cubicBezTo>
                    <a:pt x="757" y="1576"/>
                    <a:pt x="1072" y="2017"/>
                    <a:pt x="1513" y="2175"/>
                  </a:cubicBezTo>
                  <a:lnTo>
                    <a:pt x="1513" y="4443"/>
                  </a:lnTo>
                  <a:cubicBezTo>
                    <a:pt x="662" y="4443"/>
                    <a:pt x="1" y="5105"/>
                    <a:pt x="1" y="5955"/>
                  </a:cubicBezTo>
                  <a:cubicBezTo>
                    <a:pt x="1" y="6774"/>
                    <a:pt x="662" y="7436"/>
                    <a:pt x="1513" y="7436"/>
                  </a:cubicBezTo>
                  <a:lnTo>
                    <a:pt x="1513" y="8350"/>
                  </a:lnTo>
                  <a:lnTo>
                    <a:pt x="1261" y="8287"/>
                  </a:lnTo>
                  <a:cubicBezTo>
                    <a:pt x="1214" y="8270"/>
                    <a:pt x="1168" y="8262"/>
                    <a:pt x="1124" y="8262"/>
                  </a:cubicBezTo>
                  <a:cubicBezTo>
                    <a:pt x="846" y="8262"/>
                    <a:pt x="657" y="8577"/>
                    <a:pt x="820" y="8822"/>
                  </a:cubicBezTo>
                  <a:cubicBezTo>
                    <a:pt x="1356" y="9610"/>
                    <a:pt x="1450" y="9799"/>
                    <a:pt x="1765" y="10082"/>
                  </a:cubicBezTo>
                  <a:cubicBezTo>
                    <a:pt x="2364" y="11658"/>
                    <a:pt x="3907" y="12729"/>
                    <a:pt x="5609" y="12729"/>
                  </a:cubicBezTo>
                  <a:cubicBezTo>
                    <a:pt x="7278" y="12729"/>
                    <a:pt x="8822" y="11658"/>
                    <a:pt x="9421" y="10082"/>
                  </a:cubicBezTo>
                  <a:cubicBezTo>
                    <a:pt x="9736" y="9799"/>
                    <a:pt x="9862" y="9610"/>
                    <a:pt x="10366" y="8822"/>
                  </a:cubicBezTo>
                  <a:cubicBezTo>
                    <a:pt x="10529" y="8577"/>
                    <a:pt x="10340" y="8262"/>
                    <a:pt x="10062" y="8262"/>
                  </a:cubicBezTo>
                  <a:cubicBezTo>
                    <a:pt x="10018" y="8262"/>
                    <a:pt x="9972" y="8270"/>
                    <a:pt x="9925" y="8287"/>
                  </a:cubicBezTo>
                  <a:lnTo>
                    <a:pt x="9704" y="8350"/>
                  </a:lnTo>
                  <a:lnTo>
                    <a:pt x="9704" y="7436"/>
                  </a:lnTo>
                  <a:cubicBezTo>
                    <a:pt x="10429" y="7436"/>
                    <a:pt x="11122" y="6774"/>
                    <a:pt x="11122" y="5955"/>
                  </a:cubicBezTo>
                  <a:cubicBezTo>
                    <a:pt x="11122" y="5136"/>
                    <a:pt x="10429" y="4443"/>
                    <a:pt x="9610" y="4443"/>
                  </a:cubicBezTo>
                  <a:lnTo>
                    <a:pt x="9610" y="2175"/>
                  </a:lnTo>
                  <a:cubicBezTo>
                    <a:pt x="10051" y="2017"/>
                    <a:pt x="10366" y="1608"/>
                    <a:pt x="10366" y="1104"/>
                  </a:cubicBezTo>
                  <a:cubicBezTo>
                    <a:pt x="10366" y="473"/>
                    <a:pt x="9862" y="1"/>
                    <a:pt x="9263" y="1"/>
                  </a:cubicBezTo>
                  <a:cubicBezTo>
                    <a:pt x="8633" y="1"/>
                    <a:pt x="8161" y="505"/>
                    <a:pt x="8161" y="1104"/>
                  </a:cubicBezTo>
                  <a:cubicBezTo>
                    <a:pt x="8161" y="1230"/>
                    <a:pt x="8192" y="1324"/>
                    <a:pt x="8224" y="1450"/>
                  </a:cubicBezTo>
                  <a:lnTo>
                    <a:pt x="7405" y="2080"/>
                  </a:lnTo>
                  <a:lnTo>
                    <a:pt x="6585" y="1450"/>
                  </a:lnTo>
                  <a:cubicBezTo>
                    <a:pt x="6617" y="1324"/>
                    <a:pt x="6648" y="1230"/>
                    <a:pt x="6648" y="1104"/>
                  </a:cubicBezTo>
                  <a:cubicBezTo>
                    <a:pt x="6648" y="473"/>
                    <a:pt x="6144" y="1"/>
                    <a:pt x="5546" y="1"/>
                  </a:cubicBezTo>
                  <a:cubicBezTo>
                    <a:pt x="4916" y="1"/>
                    <a:pt x="4443" y="505"/>
                    <a:pt x="4443" y="1104"/>
                  </a:cubicBezTo>
                  <a:cubicBezTo>
                    <a:pt x="4443" y="1230"/>
                    <a:pt x="4506" y="1324"/>
                    <a:pt x="4538" y="1450"/>
                  </a:cubicBezTo>
                  <a:lnTo>
                    <a:pt x="3718" y="2080"/>
                  </a:lnTo>
                  <a:lnTo>
                    <a:pt x="2868" y="1450"/>
                  </a:lnTo>
                  <a:cubicBezTo>
                    <a:pt x="2931" y="1324"/>
                    <a:pt x="2962" y="1230"/>
                    <a:pt x="2962" y="1104"/>
                  </a:cubicBezTo>
                  <a:cubicBezTo>
                    <a:pt x="2962" y="473"/>
                    <a:pt x="2458" y="1"/>
                    <a:pt x="186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26" name="Google Shape;11526;p137"/>
          <p:cNvGrpSpPr/>
          <p:nvPr/>
        </p:nvGrpSpPr>
        <p:grpSpPr>
          <a:xfrm>
            <a:off x="7536807" y="1306109"/>
            <a:ext cx="319089" cy="362073"/>
            <a:chOff x="1044400" y="2917425"/>
            <a:chExt cx="248125" cy="281550"/>
          </a:xfrm>
        </p:grpSpPr>
        <p:sp>
          <p:nvSpPr>
            <p:cNvPr id="11527" name="Google Shape;11527;p137"/>
            <p:cNvSpPr/>
            <p:nvPr/>
          </p:nvSpPr>
          <p:spPr>
            <a:xfrm>
              <a:off x="1136400" y="3123175"/>
              <a:ext cx="64125" cy="26325"/>
            </a:xfrm>
            <a:custGeom>
              <a:rect b="b" l="l" r="r" t="t"/>
              <a:pathLst>
                <a:path extrusionOk="0" h="1053" w="2565">
                  <a:moveTo>
                    <a:pt x="352" y="0"/>
                  </a:moveTo>
                  <a:cubicBezTo>
                    <a:pt x="272" y="0"/>
                    <a:pt x="195" y="35"/>
                    <a:pt x="140" y="105"/>
                  </a:cubicBezTo>
                  <a:cubicBezTo>
                    <a:pt x="0" y="244"/>
                    <a:pt x="0" y="439"/>
                    <a:pt x="140" y="551"/>
                  </a:cubicBezTo>
                  <a:cubicBezTo>
                    <a:pt x="446" y="858"/>
                    <a:pt x="864" y="1053"/>
                    <a:pt x="1283" y="1053"/>
                  </a:cubicBezTo>
                  <a:cubicBezTo>
                    <a:pt x="1729" y="1053"/>
                    <a:pt x="2147" y="858"/>
                    <a:pt x="2425" y="551"/>
                  </a:cubicBezTo>
                  <a:cubicBezTo>
                    <a:pt x="2565" y="412"/>
                    <a:pt x="2565" y="216"/>
                    <a:pt x="2425" y="105"/>
                  </a:cubicBezTo>
                  <a:cubicBezTo>
                    <a:pt x="2356" y="35"/>
                    <a:pt x="2272" y="0"/>
                    <a:pt x="2192" y="0"/>
                  </a:cubicBezTo>
                  <a:cubicBezTo>
                    <a:pt x="2112" y="0"/>
                    <a:pt x="2035" y="35"/>
                    <a:pt x="1979" y="105"/>
                  </a:cubicBezTo>
                  <a:cubicBezTo>
                    <a:pt x="1812" y="272"/>
                    <a:pt x="1533" y="384"/>
                    <a:pt x="1283" y="384"/>
                  </a:cubicBezTo>
                  <a:cubicBezTo>
                    <a:pt x="1004" y="384"/>
                    <a:pt x="753" y="272"/>
                    <a:pt x="586" y="105"/>
                  </a:cubicBezTo>
                  <a:cubicBezTo>
                    <a:pt x="516" y="35"/>
                    <a:pt x="432" y="0"/>
                    <a:pt x="35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8" name="Google Shape;11528;p137"/>
            <p:cNvSpPr/>
            <p:nvPr/>
          </p:nvSpPr>
          <p:spPr>
            <a:xfrm>
              <a:off x="1127325" y="3050525"/>
              <a:ext cx="16075" cy="16050"/>
            </a:xfrm>
            <a:custGeom>
              <a:rect b="b" l="l" r="r" t="t"/>
              <a:pathLst>
                <a:path extrusionOk="0" h="642" w="643">
                  <a:moveTo>
                    <a:pt x="335" y="0"/>
                  </a:moveTo>
                  <a:cubicBezTo>
                    <a:pt x="140" y="0"/>
                    <a:pt x="1" y="140"/>
                    <a:pt x="1" y="335"/>
                  </a:cubicBezTo>
                  <a:cubicBezTo>
                    <a:pt x="1" y="502"/>
                    <a:pt x="140" y="642"/>
                    <a:pt x="335" y="642"/>
                  </a:cubicBezTo>
                  <a:cubicBezTo>
                    <a:pt x="503" y="642"/>
                    <a:pt x="642" y="502"/>
                    <a:pt x="642" y="335"/>
                  </a:cubicBezTo>
                  <a:cubicBezTo>
                    <a:pt x="642" y="140"/>
                    <a:pt x="503" y="0"/>
                    <a:pt x="33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9" name="Google Shape;11529;p137"/>
            <p:cNvSpPr/>
            <p:nvPr/>
          </p:nvSpPr>
          <p:spPr>
            <a:xfrm>
              <a:off x="1192850" y="3050525"/>
              <a:ext cx="15350" cy="16050"/>
            </a:xfrm>
            <a:custGeom>
              <a:rect b="b" l="l" r="r" t="t"/>
              <a:pathLst>
                <a:path extrusionOk="0" h="642" w="614">
                  <a:moveTo>
                    <a:pt x="307" y="0"/>
                  </a:moveTo>
                  <a:cubicBezTo>
                    <a:pt x="140" y="0"/>
                    <a:pt x="0" y="140"/>
                    <a:pt x="0" y="335"/>
                  </a:cubicBezTo>
                  <a:cubicBezTo>
                    <a:pt x="0" y="502"/>
                    <a:pt x="140" y="642"/>
                    <a:pt x="307" y="642"/>
                  </a:cubicBezTo>
                  <a:cubicBezTo>
                    <a:pt x="474" y="642"/>
                    <a:pt x="613" y="502"/>
                    <a:pt x="613" y="335"/>
                  </a:cubicBezTo>
                  <a:cubicBezTo>
                    <a:pt x="613" y="140"/>
                    <a:pt x="474" y="0"/>
                    <a:pt x="30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0" name="Google Shape;11530;p137"/>
            <p:cNvSpPr/>
            <p:nvPr/>
          </p:nvSpPr>
          <p:spPr>
            <a:xfrm>
              <a:off x="1044400" y="2917425"/>
              <a:ext cx="248125" cy="281550"/>
            </a:xfrm>
            <a:custGeom>
              <a:rect b="b" l="l" r="r" t="t"/>
              <a:pathLst>
                <a:path extrusionOk="0" h="11262" w="9925">
                  <a:moveTo>
                    <a:pt x="7332" y="669"/>
                  </a:moveTo>
                  <a:cubicBezTo>
                    <a:pt x="7499" y="669"/>
                    <a:pt x="7639" y="809"/>
                    <a:pt x="7639" y="976"/>
                  </a:cubicBezTo>
                  <a:lnTo>
                    <a:pt x="7639" y="2816"/>
                  </a:lnTo>
                  <a:lnTo>
                    <a:pt x="6886" y="2063"/>
                  </a:lnTo>
                  <a:cubicBezTo>
                    <a:pt x="6823" y="2000"/>
                    <a:pt x="6743" y="1964"/>
                    <a:pt x="6660" y="1964"/>
                  </a:cubicBezTo>
                  <a:cubicBezTo>
                    <a:pt x="6595" y="1964"/>
                    <a:pt x="6529" y="1986"/>
                    <a:pt x="6468" y="2035"/>
                  </a:cubicBezTo>
                  <a:cubicBezTo>
                    <a:pt x="5924" y="2398"/>
                    <a:pt x="5297" y="2579"/>
                    <a:pt x="4670" y="2579"/>
                  </a:cubicBezTo>
                  <a:cubicBezTo>
                    <a:pt x="4043" y="2579"/>
                    <a:pt x="3415" y="2398"/>
                    <a:pt x="2872" y="2035"/>
                  </a:cubicBezTo>
                  <a:cubicBezTo>
                    <a:pt x="2811" y="1986"/>
                    <a:pt x="2744" y="1964"/>
                    <a:pt x="2680" y="1964"/>
                  </a:cubicBezTo>
                  <a:cubicBezTo>
                    <a:pt x="2597" y="1964"/>
                    <a:pt x="2516" y="2000"/>
                    <a:pt x="2454" y="2063"/>
                  </a:cubicBezTo>
                  <a:lnTo>
                    <a:pt x="1701" y="2816"/>
                  </a:lnTo>
                  <a:lnTo>
                    <a:pt x="1701" y="976"/>
                  </a:lnTo>
                  <a:cubicBezTo>
                    <a:pt x="1980" y="809"/>
                    <a:pt x="2147" y="669"/>
                    <a:pt x="2314" y="669"/>
                  </a:cubicBezTo>
                  <a:cubicBezTo>
                    <a:pt x="2482" y="669"/>
                    <a:pt x="2621" y="809"/>
                    <a:pt x="2621" y="976"/>
                  </a:cubicBezTo>
                  <a:cubicBezTo>
                    <a:pt x="2621" y="1143"/>
                    <a:pt x="2760" y="1283"/>
                    <a:pt x="2956" y="1283"/>
                  </a:cubicBezTo>
                  <a:cubicBezTo>
                    <a:pt x="3123" y="1283"/>
                    <a:pt x="3262" y="1143"/>
                    <a:pt x="3262" y="976"/>
                  </a:cubicBezTo>
                  <a:cubicBezTo>
                    <a:pt x="3262" y="809"/>
                    <a:pt x="3402" y="669"/>
                    <a:pt x="3569" y="669"/>
                  </a:cubicBezTo>
                  <a:cubicBezTo>
                    <a:pt x="3736" y="669"/>
                    <a:pt x="3875" y="809"/>
                    <a:pt x="3875" y="976"/>
                  </a:cubicBezTo>
                  <a:cubicBezTo>
                    <a:pt x="3875" y="1143"/>
                    <a:pt x="4015" y="1283"/>
                    <a:pt x="4210" y="1283"/>
                  </a:cubicBezTo>
                  <a:cubicBezTo>
                    <a:pt x="4377" y="1283"/>
                    <a:pt x="4517" y="1143"/>
                    <a:pt x="4517" y="976"/>
                  </a:cubicBezTo>
                  <a:cubicBezTo>
                    <a:pt x="4517" y="809"/>
                    <a:pt x="4656" y="669"/>
                    <a:pt x="4823" y="669"/>
                  </a:cubicBezTo>
                  <a:cubicBezTo>
                    <a:pt x="4990" y="669"/>
                    <a:pt x="5130" y="809"/>
                    <a:pt x="5130" y="976"/>
                  </a:cubicBezTo>
                  <a:cubicBezTo>
                    <a:pt x="5130" y="1143"/>
                    <a:pt x="5269" y="1283"/>
                    <a:pt x="5464" y="1283"/>
                  </a:cubicBezTo>
                  <a:cubicBezTo>
                    <a:pt x="5632" y="1283"/>
                    <a:pt x="5771" y="1143"/>
                    <a:pt x="5771" y="976"/>
                  </a:cubicBezTo>
                  <a:cubicBezTo>
                    <a:pt x="5771" y="809"/>
                    <a:pt x="5910" y="669"/>
                    <a:pt x="6078" y="669"/>
                  </a:cubicBezTo>
                  <a:cubicBezTo>
                    <a:pt x="6245" y="669"/>
                    <a:pt x="6384" y="809"/>
                    <a:pt x="6384" y="976"/>
                  </a:cubicBezTo>
                  <a:cubicBezTo>
                    <a:pt x="6384" y="1143"/>
                    <a:pt x="6524" y="1283"/>
                    <a:pt x="6719" y="1283"/>
                  </a:cubicBezTo>
                  <a:cubicBezTo>
                    <a:pt x="6886" y="1283"/>
                    <a:pt x="7025" y="1143"/>
                    <a:pt x="7025" y="976"/>
                  </a:cubicBezTo>
                  <a:cubicBezTo>
                    <a:pt x="7025" y="809"/>
                    <a:pt x="7165" y="669"/>
                    <a:pt x="7332" y="669"/>
                  </a:cubicBezTo>
                  <a:close/>
                  <a:moveTo>
                    <a:pt x="1311" y="5297"/>
                  </a:moveTo>
                  <a:lnTo>
                    <a:pt x="1311" y="6635"/>
                  </a:lnTo>
                  <a:cubicBezTo>
                    <a:pt x="949" y="6635"/>
                    <a:pt x="642" y="6356"/>
                    <a:pt x="642" y="5966"/>
                  </a:cubicBezTo>
                  <a:cubicBezTo>
                    <a:pt x="642" y="5603"/>
                    <a:pt x="921" y="5297"/>
                    <a:pt x="1311" y="5297"/>
                  </a:cubicBezTo>
                  <a:close/>
                  <a:moveTo>
                    <a:pt x="8586" y="5297"/>
                  </a:moveTo>
                  <a:cubicBezTo>
                    <a:pt x="8949" y="5297"/>
                    <a:pt x="9255" y="5575"/>
                    <a:pt x="9255" y="5966"/>
                  </a:cubicBezTo>
                  <a:cubicBezTo>
                    <a:pt x="9255" y="6356"/>
                    <a:pt x="8949" y="6635"/>
                    <a:pt x="8586" y="6635"/>
                  </a:cubicBezTo>
                  <a:lnTo>
                    <a:pt x="8586" y="5297"/>
                  </a:lnTo>
                  <a:close/>
                  <a:moveTo>
                    <a:pt x="6914" y="2732"/>
                  </a:moveTo>
                  <a:lnTo>
                    <a:pt x="7973" y="3763"/>
                  </a:lnTo>
                  <a:cubicBezTo>
                    <a:pt x="7917" y="4265"/>
                    <a:pt x="7917" y="7248"/>
                    <a:pt x="7917" y="7638"/>
                  </a:cubicBezTo>
                  <a:cubicBezTo>
                    <a:pt x="7917" y="9255"/>
                    <a:pt x="6607" y="10593"/>
                    <a:pt x="4963" y="10593"/>
                  </a:cubicBezTo>
                  <a:cubicBezTo>
                    <a:pt x="3318" y="10593"/>
                    <a:pt x="2008" y="9255"/>
                    <a:pt x="2008" y="7638"/>
                  </a:cubicBezTo>
                  <a:lnTo>
                    <a:pt x="2008" y="3763"/>
                  </a:lnTo>
                  <a:lnTo>
                    <a:pt x="3039" y="2732"/>
                  </a:lnTo>
                  <a:cubicBezTo>
                    <a:pt x="3638" y="3080"/>
                    <a:pt x="4301" y="3255"/>
                    <a:pt x="4966" y="3255"/>
                  </a:cubicBezTo>
                  <a:cubicBezTo>
                    <a:pt x="5632" y="3255"/>
                    <a:pt x="6301" y="3080"/>
                    <a:pt x="6914" y="2732"/>
                  </a:cubicBezTo>
                  <a:close/>
                  <a:moveTo>
                    <a:pt x="2314" y="0"/>
                  </a:moveTo>
                  <a:cubicBezTo>
                    <a:pt x="1757" y="0"/>
                    <a:pt x="1339" y="446"/>
                    <a:pt x="1339" y="976"/>
                  </a:cubicBezTo>
                  <a:lnTo>
                    <a:pt x="1339" y="4628"/>
                  </a:lnTo>
                  <a:cubicBezTo>
                    <a:pt x="614" y="4628"/>
                    <a:pt x="1" y="5241"/>
                    <a:pt x="1" y="5966"/>
                  </a:cubicBezTo>
                  <a:cubicBezTo>
                    <a:pt x="1" y="6690"/>
                    <a:pt x="614" y="7276"/>
                    <a:pt x="1339" y="7276"/>
                  </a:cubicBezTo>
                  <a:lnTo>
                    <a:pt x="1339" y="7638"/>
                  </a:lnTo>
                  <a:cubicBezTo>
                    <a:pt x="1339" y="9617"/>
                    <a:pt x="2983" y="11262"/>
                    <a:pt x="4963" y="11262"/>
                  </a:cubicBezTo>
                  <a:cubicBezTo>
                    <a:pt x="6942" y="11262"/>
                    <a:pt x="8586" y="9617"/>
                    <a:pt x="8586" y="7638"/>
                  </a:cubicBezTo>
                  <a:lnTo>
                    <a:pt x="8586" y="7276"/>
                  </a:lnTo>
                  <a:cubicBezTo>
                    <a:pt x="9311" y="7276"/>
                    <a:pt x="9896" y="6690"/>
                    <a:pt x="9896" y="5966"/>
                  </a:cubicBezTo>
                  <a:cubicBezTo>
                    <a:pt x="9924" y="5241"/>
                    <a:pt x="9311" y="4628"/>
                    <a:pt x="8586" y="4628"/>
                  </a:cubicBezTo>
                  <a:lnTo>
                    <a:pt x="8586" y="976"/>
                  </a:lnTo>
                  <a:cubicBezTo>
                    <a:pt x="8586" y="418"/>
                    <a:pt x="8140" y="0"/>
                    <a:pt x="7611" y="0"/>
                  </a:cubicBezTo>
                  <a:cubicBezTo>
                    <a:pt x="7360" y="0"/>
                    <a:pt x="7137" y="112"/>
                    <a:pt x="6942" y="251"/>
                  </a:cubicBezTo>
                  <a:cubicBezTo>
                    <a:pt x="6774" y="56"/>
                    <a:pt x="6524" y="0"/>
                    <a:pt x="6301" y="0"/>
                  </a:cubicBezTo>
                  <a:cubicBezTo>
                    <a:pt x="6050" y="0"/>
                    <a:pt x="5799" y="112"/>
                    <a:pt x="5632" y="251"/>
                  </a:cubicBezTo>
                  <a:cubicBezTo>
                    <a:pt x="5436" y="56"/>
                    <a:pt x="5213" y="0"/>
                    <a:pt x="4963" y="0"/>
                  </a:cubicBezTo>
                  <a:cubicBezTo>
                    <a:pt x="4712" y="0"/>
                    <a:pt x="4461" y="112"/>
                    <a:pt x="4294" y="251"/>
                  </a:cubicBezTo>
                  <a:cubicBezTo>
                    <a:pt x="4126" y="56"/>
                    <a:pt x="3875" y="0"/>
                    <a:pt x="3625" y="0"/>
                  </a:cubicBezTo>
                  <a:cubicBezTo>
                    <a:pt x="3402" y="0"/>
                    <a:pt x="3151" y="112"/>
                    <a:pt x="2983" y="251"/>
                  </a:cubicBezTo>
                  <a:cubicBezTo>
                    <a:pt x="2788" y="56"/>
                    <a:pt x="2565" y="0"/>
                    <a:pt x="231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1" name="Google Shape;11531;p137"/>
            <p:cNvSpPr/>
            <p:nvPr/>
          </p:nvSpPr>
          <p:spPr>
            <a:xfrm>
              <a:off x="1086125" y="2932961"/>
              <a:ext cx="11427" cy="58241"/>
            </a:xfrm>
            <a:custGeom>
              <a:rect b="b" l="l" r="r" t="t"/>
              <a:pathLst>
                <a:path extrusionOk="0" h="2548" w="500">
                  <a:moveTo>
                    <a:pt x="500" y="2238"/>
                  </a:moveTo>
                  <a:lnTo>
                    <a:pt x="500" y="0"/>
                  </a:lnTo>
                  <a:lnTo>
                    <a:pt x="72" y="214"/>
                  </a:lnTo>
                  <a:lnTo>
                    <a:pt x="0" y="1547"/>
                  </a:lnTo>
                  <a:lnTo>
                    <a:pt x="0" y="2548"/>
                  </a:lnTo>
                  <a:close/>
                </a:path>
              </a:pathLst>
            </a:custGeom>
            <a:solidFill>
              <a:srgbClr val="5F7D95"/>
            </a:solidFill>
            <a:ln>
              <a:noFill/>
            </a:ln>
          </p:spPr>
        </p:sp>
        <p:sp>
          <p:nvSpPr>
            <p:cNvPr id="11532" name="Google Shape;11532;p137"/>
            <p:cNvSpPr/>
            <p:nvPr/>
          </p:nvSpPr>
          <p:spPr>
            <a:xfrm>
              <a:off x="1090922" y="2925900"/>
              <a:ext cx="29209" cy="38629"/>
            </a:xfrm>
            <a:custGeom>
              <a:rect b="b" l="l" r="r" t="t"/>
              <a:pathLst>
                <a:path extrusionOk="0" h="1690" w="1278">
                  <a:moveTo>
                    <a:pt x="288" y="737"/>
                  </a:moveTo>
                  <a:cubicBezTo>
                    <a:pt x="296" y="689"/>
                    <a:pt x="288" y="519"/>
                    <a:pt x="336" y="451"/>
                  </a:cubicBezTo>
                  <a:cubicBezTo>
                    <a:pt x="384" y="384"/>
                    <a:pt x="471" y="340"/>
                    <a:pt x="574" y="332"/>
                  </a:cubicBezTo>
                  <a:cubicBezTo>
                    <a:pt x="677" y="324"/>
                    <a:pt x="840" y="412"/>
                    <a:pt x="955" y="404"/>
                  </a:cubicBezTo>
                  <a:cubicBezTo>
                    <a:pt x="1070" y="396"/>
                    <a:pt x="1320" y="349"/>
                    <a:pt x="1264" y="285"/>
                  </a:cubicBezTo>
                  <a:cubicBezTo>
                    <a:pt x="1208" y="222"/>
                    <a:pt x="816" y="51"/>
                    <a:pt x="621" y="23"/>
                  </a:cubicBezTo>
                  <a:cubicBezTo>
                    <a:pt x="427" y="-5"/>
                    <a:pt x="200" y="-13"/>
                    <a:pt x="97" y="118"/>
                  </a:cubicBezTo>
                  <a:cubicBezTo>
                    <a:pt x="-6" y="249"/>
                    <a:pt x="2" y="547"/>
                    <a:pt x="2" y="809"/>
                  </a:cubicBezTo>
                  <a:cubicBezTo>
                    <a:pt x="2" y="1071"/>
                    <a:pt x="81" y="1543"/>
                    <a:pt x="97" y="1690"/>
                  </a:cubicBezTo>
                </a:path>
              </a:pathLst>
            </a:custGeom>
            <a:solidFill>
              <a:srgbClr val="5F7D95"/>
            </a:solidFill>
            <a:ln>
              <a:noFill/>
            </a:ln>
          </p:spPr>
        </p:sp>
        <p:sp>
          <p:nvSpPr>
            <p:cNvPr id="11533" name="Google Shape;11533;p137"/>
            <p:cNvSpPr/>
            <p:nvPr/>
          </p:nvSpPr>
          <p:spPr>
            <a:xfrm>
              <a:off x="1222775" y="2966925"/>
              <a:ext cx="28574" cy="36325"/>
            </a:xfrm>
            <a:custGeom>
              <a:rect b="b" l="l" r="r" t="t"/>
              <a:pathLst>
                <a:path extrusionOk="0" h="1453" w="1048">
                  <a:moveTo>
                    <a:pt x="0" y="0"/>
                  </a:moveTo>
                  <a:lnTo>
                    <a:pt x="1048" y="1072"/>
                  </a:lnTo>
                  <a:lnTo>
                    <a:pt x="905" y="1453"/>
                  </a:lnTo>
                  <a:lnTo>
                    <a:pt x="0" y="667"/>
                  </a:lnTo>
                  <a:close/>
                </a:path>
              </a:pathLst>
            </a:custGeom>
            <a:solidFill>
              <a:srgbClr val="5F7D95"/>
            </a:solidFill>
            <a:ln>
              <a:noFill/>
            </a:ln>
          </p:spPr>
        </p:sp>
        <p:sp>
          <p:nvSpPr>
            <p:cNvPr id="11534" name="Google Shape;11534;p137"/>
            <p:cNvSpPr/>
            <p:nvPr/>
          </p:nvSpPr>
          <p:spPr>
            <a:xfrm>
              <a:off x="1205975" y="2965750"/>
              <a:ext cx="21000" cy="162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5" name="Google Shape;11535;p137"/>
            <p:cNvSpPr/>
            <p:nvPr/>
          </p:nvSpPr>
          <p:spPr>
            <a:xfrm>
              <a:off x="1082225" y="2937250"/>
              <a:ext cx="11400" cy="26400"/>
            </a:xfrm>
            <a:prstGeom prst="rect">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536" name="Google Shape;11536;p137"/>
          <p:cNvSpPr/>
          <p:nvPr/>
        </p:nvSpPr>
        <p:spPr>
          <a:xfrm>
            <a:off x="6633660" y="2232052"/>
            <a:ext cx="343218" cy="362154"/>
          </a:xfrm>
          <a:custGeom>
            <a:rect b="b" l="l" r="r" t="t"/>
            <a:pathLst>
              <a:path extrusionOk="0" h="11207" w="10621">
                <a:moveTo>
                  <a:pt x="6412" y="614"/>
                </a:moveTo>
                <a:lnTo>
                  <a:pt x="6690" y="1980"/>
                </a:lnTo>
                <a:cubicBezTo>
                  <a:pt x="6384" y="2063"/>
                  <a:pt x="6105" y="2203"/>
                  <a:pt x="5854" y="2426"/>
                </a:cubicBezTo>
                <a:cubicBezTo>
                  <a:pt x="5548" y="2119"/>
                  <a:pt x="5129" y="1952"/>
                  <a:pt x="4711" y="1952"/>
                </a:cubicBezTo>
                <a:cubicBezTo>
                  <a:pt x="4265" y="1952"/>
                  <a:pt x="3875" y="2119"/>
                  <a:pt x="3568" y="2426"/>
                </a:cubicBezTo>
                <a:cubicBezTo>
                  <a:pt x="3345" y="2231"/>
                  <a:pt x="3039" y="2063"/>
                  <a:pt x="2732" y="1980"/>
                </a:cubicBezTo>
                <a:lnTo>
                  <a:pt x="3011" y="614"/>
                </a:lnTo>
                <a:close/>
                <a:moveTo>
                  <a:pt x="7192" y="1088"/>
                </a:moveTo>
                <a:lnTo>
                  <a:pt x="8530" y="2147"/>
                </a:lnTo>
                <a:cubicBezTo>
                  <a:pt x="8447" y="2259"/>
                  <a:pt x="8335" y="2370"/>
                  <a:pt x="8251" y="2482"/>
                </a:cubicBezTo>
                <a:cubicBezTo>
                  <a:pt x="8028" y="2231"/>
                  <a:pt x="7750" y="2008"/>
                  <a:pt x="7359" y="1952"/>
                </a:cubicBezTo>
                <a:lnTo>
                  <a:pt x="7192" y="1088"/>
                </a:lnTo>
                <a:close/>
                <a:moveTo>
                  <a:pt x="9339" y="2565"/>
                </a:moveTo>
                <a:cubicBezTo>
                  <a:pt x="9729" y="2565"/>
                  <a:pt x="10008" y="2844"/>
                  <a:pt x="10008" y="3234"/>
                </a:cubicBezTo>
                <a:cubicBezTo>
                  <a:pt x="9980" y="3624"/>
                  <a:pt x="9701" y="3903"/>
                  <a:pt x="9339" y="3903"/>
                </a:cubicBezTo>
                <a:cubicBezTo>
                  <a:pt x="9004" y="3903"/>
                  <a:pt x="8670" y="3624"/>
                  <a:pt x="8670" y="3234"/>
                </a:cubicBezTo>
                <a:cubicBezTo>
                  <a:pt x="8670" y="2900"/>
                  <a:pt x="8948" y="2565"/>
                  <a:pt x="9339" y="2565"/>
                </a:cubicBezTo>
                <a:close/>
                <a:moveTo>
                  <a:pt x="7081" y="2565"/>
                </a:moveTo>
                <a:cubicBezTo>
                  <a:pt x="7638" y="2565"/>
                  <a:pt x="8056" y="3039"/>
                  <a:pt x="8056" y="3541"/>
                </a:cubicBezTo>
                <a:cubicBezTo>
                  <a:pt x="8056" y="4070"/>
                  <a:pt x="7610" y="4516"/>
                  <a:pt x="7081" y="4516"/>
                </a:cubicBezTo>
                <a:cubicBezTo>
                  <a:pt x="6718" y="4516"/>
                  <a:pt x="6384" y="4321"/>
                  <a:pt x="6217" y="4015"/>
                </a:cubicBezTo>
                <a:cubicBezTo>
                  <a:pt x="6147" y="3889"/>
                  <a:pt x="6028" y="3827"/>
                  <a:pt x="5910" y="3827"/>
                </a:cubicBezTo>
                <a:cubicBezTo>
                  <a:pt x="5791" y="3827"/>
                  <a:pt x="5673" y="3889"/>
                  <a:pt x="5603" y="4015"/>
                </a:cubicBezTo>
                <a:cubicBezTo>
                  <a:pt x="5436" y="4321"/>
                  <a:pt x="5102" y="4516"/>
                  <a:pt x="4739" y="4516"/>
                </a:cubicBezTo>
                <a:cubicBezTo>
                  <a:pt x="4405" y="4516"/>
                  <a:pt x="4042" y="4321"/>
                  <a:pt x="3875" y="4015"/>
                </a:cubicBezTo>
                <a:cubicBezTo>
                  <a:pt x="3805" y="3889"/>
                  <a:pt x="3694" y="3827"/>
                  <a:pt x="3582" y="3827"/>
                </a:cubicBezTo>
                <a:cubicBezTo>
                  <a:pt x="3471" y="3827"/>
                  <a:pt x="3359" y="3889"/>
                  <a:pt x="3290" y="4015"/>
                </a:cubicBezTo>
                <a:cubicBezTo>
                  <a:pt x="3094" y="4321"/>
                  <a:pt x="2760" y="4516"/>
                  <a:pt x="2398" y="4516"/>
                </a:cubicBezTo>
                <a:cubicBezTo>
                  <a:pt x="1840" y="4516"/>
                  <a:pt x="1422" y="4070"/>
                  <a:pt x="1422" y="3541"/>
                </a:cubicBezTo>
                <a:cubicBezTo>
                  <a:pt x="1422" y="3039"/>
                  <a:pt x="1840" y="2565"/>
                  <a:pt x="2398" y="2565"/>
                </a:cubicBezTo>
                <a:cubicBezTo>
                  <a:pt x="2760" y="2565"/>
                  <a:pt x="3094" y="2788"/>
                  <a:pt x="3290" y="3095"/>
                </a:cubicBezTo>
                <a:cubicBezTo>
                  <a:pt x="3359" y="3220"/>
                  <a:pt x="3471" y="3283"/>
                  <a:pt x="3582" y="3283"/>
                </a:cubicBezTo>
                <a:cubicBezTo>
                  <a:pt x="3694" y="3283"/>
                  <a:pt x="3805" y="3220"/>
                  <a:pt x="3875" y="3095"/>
                </a:cubicBezTo>
                <a:cubicBezTo>
                  <a:pt x="4042" y="2788"/>
                  <a:pt x="4405" y="2565"/>
                  <a:pt x="4739" y="2565"/>
                </a:cubicBezTo>
                <a:cubicBezTo>
                  <a:pt x="5102" y="2565"/>
                  <a:pt x="5436" y="2788"/>
                  <a:pt x="5603" y="3095"/>
                </a:cubicBezTo>
                <a:cubicBezTo>
                  <a:pt x="5673" y="3220"/>
                  <a:pt x="5791" y="3283"/>
                  <a:pt x="5910" y="3283"/>
                </a:cubicBezTo>
                <a:cubicBezTo>
                  <a:pt x="6028" y="3283"/>
                  <a:pt x="6147" y="3220"/>
                  <a:pt x="6217" y="3095"/>
                </a:cubicBezTo>
                <a:cubicBezTo>
                  <a:pt x="6384" y="2788"/>
                  <a:pt x="6718" y="2565"/>
                  <a:pt x="7081" y="2565"/>
                </a:cubicBezTo>
                <a:close/>
                <a:moveTo>
                  <a:pt x="5798" y="4767"/>
                </a:moveTo>
                <a:cubicBezTo>
                  <a:pt x="6105" y="5074"/>
                  <a:pt x="6523" y="5269"/>
                  <a:pt x="6941" y="5269"/>
                </a:cubicBezTo>
                <a:cubicBezTo>
                  <a:pt x="7192" y="5269"/>
                  <a:pt x="7387" y="5213"/>
                  <a:pt x="7610" y="5130"/>
                </a:cubicBezTo>
                <a:lnTo>
                  <a:pt x="7610" y="6273"/>
                </a:lnTo>
                <a:lnTo>
                  <a:pt x="7109" y="6440"/>
                </a:lnTo>
                <a:cubicBezTo>
                  <a:pt x="7055" y="6463"/>
                  <a:pt x="6997" y="6473"/>
                  <a:pt x="6938" y="6473"/>
                </a:cubicBezTo>
                <a:cubicBezTo>
                  <a:pt x="6782" y="6473"/>
                  <a:pt x="6616" y="6402"/>
                  <a:pt x="6495" y="6301"/>
                </a:cubicBezTo>
                <a:cubicBezTo>
                  <a:pt x="6241" y="6046"/>
                  <a:pt x="5923" y="5927"/>
                  <a:pt x="5608" y="5927"/>
                </a:cubicBezTo>
                <a:cubicBezTo>
                  <a:pt x="5267" y="5927"/>
                  <a:pt x="4930" y="6067"/>
                  <a:pt x="4683" y="6328"/>
                </a:cubicBezTo>
                <a:cubicBezTo>
                  <a:pt x="4433" y="6078"/>
                  <a:pt x="4082" y="5937"/>
                  <a:pt x="3733" y="5937"/>
                </a:cubicBezTo>
                <a:cubicBezTo>
                  <a:pt x="3420" y="5937"/>
                  <a:pt x="3109" y="6050"/>
                  <a:pt x="2871" y="6301"/>
                </a:cubicBezTo>
                <a:cubicBezTo>
                  <a:pt x="2737" y="6416"/>
                  <a:pt x="2602" y="6478"/>
                  <a:pt x="2449" y="6478"/>
                </a:cubicBezTo>
                <a:cubicBezTo>
                  <a:pt x="2380" y="6478"/>
                  <a:pt x="2308" y="6466"/>
                  <a:pt x="2230" y="6440"/>
                </a:cubicBezTo>
                <a:lnTo>
                  <a:pt x="1673" y="6273"/>
                </a:lnTo>
                <a:lnTo>
                  <a:pt x="1673" y="5130"/>
                </a:lnTo>
                <a:cubicBezTo>
                  <a:pt x="1896" y="5213"/>
                  <a:pt x="2091" y="5269"/>
                  <a:pt x="2342" y="5269"/>
                </a:cubicBezTo>
                <a:cubicBezTo>
                  <a:pt x="2788" y="5269"/>
                  <a:pt x="3178" y="5074"/>
                  <a:pt x="3485" y="4767"/>
                </a:cubicBezTo>
                <a:cubicBezTo>
                  <a:pt x="3791" y="5074"/>
                  <a:pt x="4209" y="5269"/>
                  <a:pt x="4628" y="5269"/>
                </a:cubicBezTo>
                <a:cubicBezTo>
                  <a:pt x="5102" y="5269"/>
                  <a:pt x="5464" y="5074"/>
                  <a:pt x="5798" y="4767"/>
                </a:cubicBezTo>
                <a:close/>
                <a:moveTo>
                  <a:pt x="3791" y="6577"/>
                </a:moveTo>
                <a:cubicBezTo>
                  <a:pt x="4000" y="6577"/>
                  <a:pt x="4207" y="6680"/>
                  <a:pt x="4321" y="6858"/>
                </a:cubicBezTo>
                <a:lnTo>
                  <a:pt x="4182" y="6997"/>
                </a:lnTo>
                <a:cubicBezTo>
                  <a:pt x="3826" y="7340"/>
                  <a:pt x="3371" y="7508"/>
                  <a:pt x="2920" y="7508"/>
                </a:cubicBezTo>
                <a:cubicBezTo>
                  <a:pt x="2415" y="7508"/>
                  <a:pt x="1914" y="7298"/>
                  <a:pt x="1561" y="6886"/>
                </a:cubicBezTo>
                <a:lnTo>
                  <a:pt x="1561" y="6886"/>
                </a:lnTo>
                <a:lnTo>
                  <a:pt x="2091" y="7081"/>
                </a:lnTo>
                <a:cubicBezTo>
                  <a:pt x="2215" y="7120"/>
                  <a:pt x="2343" y="7139"/>
                  <a:pt x="2471" y="7139"/>
                </a:cubicBezTo>
                <a:cubicBezTo>
                  <a:pt x="2803" y="7139"/>
                  <a:pt x="3132" y="7008"/>
                  <a:pt x="3373" y="6747"/>
                </a:cubicBezTo>
                <a:cubicBezTo>
                  <a:pt x="3490" y="6630"/>
                  <a:pt x="3641" y="6577"/>
                  <a:pt x="3791" y="6577"/>
                </a:cubicBezTo>
                <a:close/>
                <a:moveTo>
                  <a:pt x="5591" y="6621"/>
                </a:moveTo>
                <a:cubicBezTo>
                  <a:pt x="5743" y="6621"/>
                  <a:pt x="5898" y="6679"/>
                  <a:pt x="6021" y="6802"/>
                </a:cubicBezTo>
                <a:cubicBezTo>
                  <a:pt x="6282" y="7042"/>
                  <a:pt x="6599" y="7168"/>
                  <a:pt x="6933" y="7168"/>
                </a:cubicBezTo>
                <a:cubicBezTo>
                  <a:pt x="7064" y="7168"/>
                  <a:pt x="7198" y="7148"/>
                  <a:pt x="7332" y="7109"/>
                </a:cubicBezTo>
                <a:lnTo>
                  <a:pt x="7833" y="6886"/>
                </a:lnTo>
                <a:lnTo>
                  <a:pt x="7833" y="6886"/>
                </a:lnTo>
                <a:cubicBezTo>
                  <a:pt x="7503" y="7299"/>
                  <a:pt x="7003" y="7529"/>
                  <a:pt x="6483" y="7529"/>
                </a:cubicBezTo>
                <a:cubicBezTo>
                  <a:pt x="6302" y="7529"/>
                  <a:pt x="6118" y="7501"/>
                  <a:pt x="5938" y="7443"/>
                </a:cubicBezTo>
                <a:cubicBezTo>
                  <a:pt x="5464" y="7304"/>
                  <a:pt x="5269" y="7025"/>
                  <a:pt x="5102" y="6886"/>
                </a:cubicBezTo>
                <a:cubicBezTo>
                  <a:pt x="5211" y="6714"/>
                  <a:pt x="5398" y="6621"/>
                  <a:pt x="5591" y="6621"/>
                </a:cubicBezTo>
                <a:close/>
                <a:moveTo>
                  <a:pt x="4628" y="7416"/>
                </a:moveTo>
                <a:cubicBezTo>
                  <a:pt x="4906" y="7694"/>
                  <a:pt x="5185" y="7945"/>
                  <a:pt x="5659" y="8085"/>
                </a:cubicBezTo>
                <a:cubicBezTo>
                  <a:pt x="5882" y="8140"/>
                  <a:pt x="6161" y="8224"/>
                  <a:pt x="6412" y="8224"/>
                </a:cubicBezTo>
                <a:cubicBezTo>
                  <a:pt x="7053" y="8224"/>
                  <a:pt x="7666" y="7973"/>
                  <a:pt x="8112" y="7527"/>
                </a:cubicBezTo>
                <a:cubicBezTo>
                  <a:pt x="8224" y="7639"/>
                  <a:pt x="8251" y="7806"/>
                  <a:pt x="8251" y="7945"/>
                </a:cubicBezTo>
                <a:cubicBezTo>
                  <a:pt x="8335" y="8280"/>
                  <a:pt x="8056" y="8558"/>
                  <a:pt x="7666" y="8558"/>
                </a:cubicBezTo>
                <a:cubicBezTo>
                  <a:pt x="7555" y="8558"/>
                  <a:pt x="7471" y="8531"/>
                  <a:pt x="7387" y="8503"/>
                </a:cubicBezTo>
                <a:cubicBezTo>
                  <a:pt x="7339" y="8479"/>
                  <a:pt x="7291" y="8468"/>
                  <a:pt x="7243" y="8468"/>
                </a:cubicBezTo>
                <a:cubicBezTo>
                  <a:pt x="7016" y="8468"/>
                  <a:pt x="6826" y="8718"/>
                  <a:pt x="6941" y="8949"/>
                </a:cubicBezTo>
                <a:cubicBezTo>
                  <a:pt x="6969" y="9060"/>
                  <a:pt x="6997" y="9172"/>
                  <a:pt x="6997" y="9227"/>
                </a:cubicBezTo>
                <a:cubicBezTo>
                  <a:pt x="6997" y="9590"/>
                  <a:pt x="6718" y="9896"/>
                  <a:pt x="6356" y="9896"/>
                </a:cubicBezTo>
                <a:cubicBezTo>
                  <a:pt x="6161" y="9896"/>
                  <a:pt x="6021" y="9813"/>
                  <a:pt x="5882" y="9729"/>
                </a:cubicBezTo>
                <a:cubicBezTo>
                  <a:pt x="5815" y="9662"/>
                  <a:pt x="5734" y="9631"/>
                  <a:pt x="5655" y="9631"/>
                </a:cubicBezTo>
                <a:cubicBezTo>
                  <a:pt x="5505" y="9631"/>
                  <a:pt x="5361" y="9742"/>
                  <a:pt x="5325" y="9924"/>
                </a:cubicBezTo>
                <a:cubicBezTo>
                  <a:pt x="5297" y="10287"/>
                  <a:pt x="5018" y="10565"/>
                  <a:pt x="4683" y="10565"/>
                </a:cubicBezTo>
                <a:cubicBezTo>
                  <a:pt x="4321" y="10565"/>
                  <a:pt x="4042" y="10287"/>
                  <a:pt x="4014" y="9924"/>
                </a:cubicBezTo>
                <a:cubicBezTo>
                  <a:pt x="3996" y="9741"/>
                  <a:pt x="3846" y="9619"/>
                  <a:pt x="3690" y="9619"/>
                </a:cubicBezTo>
                <a:cubicBezTo>
                  <a:pt x="3608" y="9619"/>
                  <a:pt x="3524" y="9652"/>
                  <a:pt x="3457" y="9729"/>
                </a:cubicBezTo>
                <a:cubicBezTo>
                  <a:pt x="3317" y="9813"/>
                  <a:pt x="3178" y="9896"/>
                  <a:pt x="3011" y="9896"/>
                </a:cubicBezTo>
                <a:cubicBezTo>
                  <a:pt x="2648" y="9896"/>
                  <a:pt x="2342" y="9618"/>
                  <a:pt x="2342" y="9227"/>
                </a:cubicBezTo>
                <a:cubicBezTo>
                  <a:pt x="2342" y="9116"/>
                  <a:pt x="2370" y="9032"/>
                  <a:pt x="2398" y="8949"/>
                </a:cubicBezTo>
                <a:cubicBezTo>
                  <a:pt x="2513" y="8718"/>
                  <a:pt x="2323" y="8468"/>
                  <a:pt x="2095" y="8468"/>
                </a:cubicBezTo>
                <a:cubicBezTo>
                  <a:pt x="2048" y="8468"/>
                  <a:pt x="2000" y="8479"/>
                  <a:pt x="1952" y="8503"/>
                </a:cubicBezTo>
                <a:cubicBezTo>
                  <a:pt x="1859" y="8555"/>
                  <a:pt x="1755" y="8583"/>
                  <a:pt x="1653" y="8583"/>
                </a:cubicBezTo>
                <a:cubicBezTo>
                  <a:pt x="1538" y="8583"/>
                  <a:pt x="1427" y="8548"/>
                  <a:pt x="1338" y="8475"/>
                </a:cubicBezTo>
                <a:cubicBezTo>
                  <a:pt x="1115" y="8335"/>
                  <a:pt x="1004" y="8112"/>
                  <a:pt x="1004" y="7917"/>
                </a:cubicBezTo>
                <a:cubicBezTo>
                  <a:pt x="1004" y="7722"/>
                  <a:pt x="1087" y="7583"/>
                  <a:pt x="1143" y="7499"/>
                </a:cubicBezTo>
                <a:cubicBezTo>
                  <a:pt x="1617" y="7945"/>
                  <a:pt x="2230" y="8196"/>
                  <a:pt x="2871" y="8196"/>
                </a:cubicBezTo>
                <a:cubicBezTo>
                  <a:pt x="3485" y="8196"/>
                  <a:pt x="4126" y="7945"/>
                  <a:pt x="4572" y="7499"/>
                </a:cubicBezTo>
                <a:lnTo>
                  <a:pt x="4628" y="7416"/>
                </a:lnTo>
                <a:close/>
                <a:moveTo>
                  <a:pt x="2732" y="1"/>
                </a:moveTo>
                <a:cubicBezTo>
                  <a:pt x="2537" y="1"/>
                  <a:pt x="2453" y="112"/>
                  <a:pt x="2398" y="279"/>
                </a:cubicBezTo>
                <a:lnTo>
                  <a:pt x="2063" y="2008"/>
                </a:lnTo>
                <a:cubicBezTo>
                  <a:pt x="1310" y="2203"/>
                  <a:pt x="753" y="2844"/>
                  <a:pt x="753" y="3624"/>
                </a:cubicBezTo>
                <a:cubicBezTo>
                  <a:pt x="753" y="4015"/>
                  <a:pt x="892" y="4321"/>
                  <a:pt x="1087" y="4600"/>
                </a:cubicBezTo>
                <a:lnTo>
                  <a:pt x="1087" y="6050"/>
                </a:lnTo>
                <a:lnTo>
                  <a:pt x="864" y="5994"/>
                </a:lnTo>
                <a:cubicBezTo>
                  <a:pt x="832" y="5987"/>
                  <a:pt x="799" y="5984"/>
                  <a:pt x="766" y="5984"/>
                </a:cubicBezTo>
                <a:cubicBezTo>
                  <a:pt x="662" y="5984"/>
                  <a:pt x="566" y="6020"/>
                  <a:pt x="502" y="6105"/>
                </a:cubicBezTo>
                <a:cubicBezTo>
                  <a:pt x="418" y="6189"/>
                  <a:pt x="391" y="6384"/>
                  <a:pt x="502" y="6468"/>
                </a:cubicBezTo>
                <a:lnTo>
                  <a:pt x="837" y="6997"/>
                </a:lnTo>
                <a:cubicBezTo>
                  <a:pt x="0" y="7806"/>
                  <a:pt x="558" y="9255"/>
                  <a:pt x="1756" y="9255"/>
                </a:cubicBezTo>
                <a:cubicBezTo>
                  <a:pt x="1756" y="10001"/>
                  <a:pt x="2361" y="10582"/>
                  <a:pt x="3036" y="10582"/>
                </a:cubicBezTo>
                <a:cubicBezTo>
                  <a:pt x="3193" y="10582"/>
                  <a:pt x="3354" y="10550"/>
                  <a:pt x="3513" y="10482"/>
                </a:cubicBezTo>
                <a:cubicBezTo>
                  <a:pt x="3736" y="10928"/>
                  <a:pt x="4182" y="11207"/>
                  <a:pt x="4711" y="11207"/>
                </a:cubicBezTo>
                <a:cubicBezTo>
                  <a:pt x="5241" y="11207"/>
                  <a:pt x="5687" y="10900"/>
                  <a:pt x="5882" y="10482"/>
                </a:cubicBezTo>
                <a:cubicBezTo>
                  <a:pt x="6040" y="10536"/>
                  <a:pt x="6198" y="10562"/>
                  <a:pt x="6351" y="10562"/>
                </a:cubicBezTo>
                <a:cubicBezTo>
                  <a:pt x="7062" y="10562"/>
                  <a:pt x="7666" y="10012"/>
                  <a:pt x="7666" y="9255"/>
                </a:cubicBezTo>
                <a:cubicBezTo>
                  <a:pt x="8865" y="9255"/>
                  <a:pt x="9450" y="7806"/>
                  <a:pt x="8586" y="6997"/>
                </a:cubicBezTo>
                <a:lnTo>
                  <a:pt x="8920" y="6468"/>
                </a:lnTo>
                <a:cubicBezTo>
                  <a:pt x="9066" y="6273"/>
                  <a:pt x="8894" y="5973"/>
                  <a:pt x="8645" y="5973"/>
                </a:cubicBezTo>
                <a:cubicBezTo>
                  <a:pt x="8608" y="5973"/>
                  <a:pt x="8570" y="5980"/>
                  <a:pt x="8530" y="5994"/>
                </a:cubicBezTo>
                <a:lnTo>
                  <a:pt x="8335" y="6050"/>
                </a:lnTo>
                <a:lnTo>
                  <a:pt x="8335" y="4600"/>
                </a:lnTo>
                <a:cubicBezTo>
                  <a:pt x="8391" y="4489"/>
                  <a:pt x="8474" y="4433"/>
                  <a:pt x="8502" y="4321"/>
                </a:cubicBezTo>
                <a:cubicBezTo>
                  <a:pt x="8725" y="4489"/>
                  <a:pt x="9032" y="4600"/>
                  <a:pt x="9311" y="4600"/>
                </a:cubicBezTo>
                <a:cubicBezTo>
                  <a:pt x="10035" y="4600"/>
                  <a:pt x="10621" y="4015"/>
                  <a:pt x="10621" y="3262"/>
                </a:cubicBezTo>
                <a:cubicBezTo>
                  <a:pt x="10621" y="2537"/>
                  <a:pt x="10035" y="1924"/>
                  <a:pt x="9339" y="1924"/>
                </a:cubicBezTo>
                <a:lnTo>
                  <a:pt x="9311" y="1924"/>
                </a:lnTo>
                <a:lnTo>
                  <a:pt x="6941"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1540" name="Shape 11540"/>
        <p:cNvGrpSpPr/>
        <p:nvPr/>
      </p:nvGrpSpPr>
      <p:grpSpPr>
        <a:xfrm>
          <a:off x="0" y="0"/>
          <a:ext cx="0" cy="0"/>
          <a:chOff x="0" y="0"/>
          <a:chExt cx="0" cy="0"/>
        </a:xfrm>
      </p:grpSpPr>
      <p:sp>
        <p:nvSpPr>
          <p:cNvPr id="11541" name="Google Shape;11541;p138"/>
          <p:cNvSpPr txBox="1"/>
          <p:nvPr>
            <p:ph idx="4294967295" type="title"/>
          </p:nvPr>
        </p:nvSpPr>
        <p:spPr>
          <a:xfrm>
            <a:off x="849675" y="715200"/>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1542" name="Google Shape;11542;p138"/>
          <p:cNvSpPr txBox="1"/>
          <p:nvPr>
            <p:ph idx="4294967295" type="title"/>
          </p:nvPr>
        </p:nvSpPr>
        <p:spPr>
          <a:xfrm>
            <a:off x="4858400" y="715200"/>
            <a:ext cx="34821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11543" name="Google Shape;11543;p138"/>
          <p:cNvGrpSpPr/>
          <p:nvPr/>
        </p:nvGrpSpPr>
        <p:grpSpPr>
          <a:xfrm>
            <a:off x="889109" y="1303003"/>
            <a:ext cx="278288" cy="357036"/>
            <a:chOff x="-50489600" y="1947400"/>
            <a:chExt cx="233150" cy="299125"/>
          </a:xfrm>
        </p:grpSpPr>
        <p:sp>
          <p:nvSpPr>
            <p:cNvPr id="11544" name="Google Shape;11544;p138"/>
            <p:cNvSpPr/>
            <p:nvPr/>
          </p:nvSpPr>
          <p:spPr>
            <a:xfrm>
              <a:off x="-50382475" y="2018275"/>
              <a:ext cx="17350" cy="17350"/>
            </a:xfrm>
            <a:custGeom>
              <a:rect b="b" l="l" r="r" t="t"/>
              <a:pathLst>
                <a:path extrusionOk="0" h="694" w="694">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5" name="Google Shape;11545;p138"/>
            <p:cNvSpPr/>
            <p:nvPr/>
          </p:nvSpPr>
          <p:spPr>
            <a:xfrm>
              <a:off x="-50489600" y="1947400"/>
              <a:ext cx="233150" cy="299125"/>
            </a:xfrm>
            <a:custGeom>
              <a:rect b="b" l="l" r="r" t="t"/>
              <a:pathLst>
                <a:path extrusionOk="0" h="11965" w="9326">
                  <a:moveTo>
                    <a:pt x="4632" y="725"/>
                  </a:moveTo>
                  <a:cubicBezTo>
                    <a:pt x="4821" y="725"/>
                    <a:pt x="4978" y="882"/>
                    <a:pt x="4978" y="1071"/>
                  </a:cubicBezTo>
                  <a:lnTo>
                    <a:pt x="4978" y="1449"/>
                  </a:lnTo>
                  <a:cubicBezTo>
                    <a:pt x="4884" y="1418"/>
                    <a:pt x="4758" y="1418"/>
                    <a:pt x="4632" y="1418"/>
                  </a:cubicBezTo>
                  <a:cubicBezTo>
                    <a:pt x="4506" y="1418"/>
                    <a:pt x="4411" y="1418"/>
                    <a:pt x="4285" y="1449"/>
                  </a:cubicBezTo>
                  <a:lnTo>
                    <a:pt x="4285" y="1071"/>
                  </a:lnTo>
                  <a:cubicBezTo>
                    <a:pt x="4285" y="882"/>
                    <a:pt x="4443" y="725"/>
                    <a:pt x="4632" y="725"/>
                  </a:cubicBezTo>
                  <a:close/>
                  <a:moveTo>
                    <a:pt x="4632" y="2143"/>
                  </a:moveTo>
                  <a:cubicBezTo>
                    <a:pt x="5230" y="2143"/>
                    <a:pt x="5703" y="2615"/>
                    <a:pt x="5703" y="3182"/>
                  </a:cubicBezTo>
                  <a:cubicBezTo>
                    <a:pt x="5703" y="3781"/>
                    <a:pt x="5230" y="4253"/>
                    <a:pt x="4632" y="4253"/>
                  </a:cubicBezTo>
                  <a:cubicBezTo>
                    <a:pt x="4033" y="4253"/>
                    <a:pt x="3592" y="3781"/>
                    <a:pt x="3592" y="3182"/>
                  </a:cubicBezTo>
                  <a:cubicBezTo>
                    <a:pt x="3592" y="2615"/>
                    <a:pt x="4033" y="2143"/>
                    <a:pt x="4632" y="2143"/>
                  </a:cubicBezTo>
                  <a:close/>
                  <a:moveTo>
                    <a:pt x="4632" y="5356"/>
                  </a:moveTo>
                  <a:lnTo>
                    <a:pt x="6018" y="8191"/>
                  </a:lnTo>
                  <a:cubicBezTo>
                    <a:pt x="5671" y="8349"/>
                    <a:pt x="5356" y="8443"/>
                    <a:pt x="4978" y="8443"/>
                  </a:cubicBezTo>
                  <a:lnTo>
                    <a:pt x="4978" y="8065"/>
                  </a:lnTo>
                  <a:cubicBezTo>
                    <a:pt x="4978" y="7876"/>
                    <a:pt x="4821" y="7719"/>
                    <a:pt x="4632" y="7719"/>
                  </a:cubicBezTo>
                  <a:cubicBezTo>
                    <a:pt x="4443" y="7719"/>
                    <a:pt x="4285" y="7876"/>
                    <a:pt x="4285" y="8065"/>
                  </a:cubicBezTo>
                  <a:lnTo>
                    <a:pt x="4285" y="8443"/>
                  </a:lnTo>
                  <a:cubicBezTo>
                    <a:pt x="3939" y="8380"/>
                    <a:pt x="3592" y="8317"/>
                    <a:pt x="3246" y="8191"/>
                  </a:cubicBezTo>
                  <a:lnTo>
                    <a:pt x="4632" y="5356"/>
                  </a:lnTo>
                  <a:close/>
                  <a:moveTo>
                    <a:pt x="3466" y="4505"/>
                  </a:moveTo>
                  <a:cubicBezTo>
                    <a:pt x="3624" y="4663"/>
                    <a:pt x="3844" y="4757"/>
                    <a:pt x="4096" y="4852"/>
                  </a:cubicBezTo>
                  <a:cubicBezTo>
                    <a:pt x="4033" y="5009"/>
                    <a:pt x="1481" y="10271"/>
                    <a:pt x="1450" y="10365"/>
                  </a:cubicBezTo>
                  <a:cubicBezTo>
                    <a:pt x="1381" y="10504"/>
                    <a:pt x="1261" y="10591"/>
                    <a:pt x="1127" y="10591"/>
                  </a:cubicBezTo>
                  <a:cubicBezTo>
                    <a:pt x="1078" y="10591"/>
                    <a:pt x="1028" y="10580"/>
                    <a:pt x="977" y="10554"/>
                  </a:cubicBezTo>
                  <a:cubicBezTo>
                    <a:pt x="820" y="10491"/>
                    <a:pt x="694" y="10271"/>
                    <a:pt x="788" y="10082"/>
                  </a:cubicBezTo>
                  <a:lnTo>
                    <a:pt x="3466" y="4505"/>
                  </a:lnTo>
                  <a:close/>
                  <a:moveTo>
                    <a:pt x="5829" y="4537"/>
                  </a:moveTo>
                  <a:lnTo>
                    <a:pt x="8507" y="10113"/>
                  </a:lnTo>
                  <a:cubicBezTo>
                    <a:pt x="8570" y="10271"/>
                    <a:pt x="8507" y="10523"/>
                    <a:pt x="8318" y="10586"/>
                  </a:cubicBezTo>
                  <a:cubicBezTo>
                    <a:pt x="8271" y="10599"/>
                    <a:pt x="8225" y="10606"/>
                    <a:pt x="8181" y="10606"/>
                  </a:cubicBezTo>
                  <a:cubicBezTo>
                    <a:pt x="8021" y="10606"/>
                    <a:pt x="7888" y="10521"/>
                    <a:pt x="7814" y="10397"/>
                  </a:cubicBezTo>
                  <a:cubicBezTo>
                    <a:pt x="7719" y="10176"/>
                    <a:pt x="5293" y="5167"/>
                    <a:pt x="5199" y="4883"/>
                  </a:cubicBezTo>
                  <a:cubicBezTo>
                    <a:pt x="5419" y="4820"/>
                    <a:pt x="5608" y="4694"/>
                    <a:pt x="5829" y="4537"/>
                  </a:cubicBezTo>
                  <a:close/>
                  <a:moveTo>
                    <a:pt x="4632" y="0"/>
                  </a:moveTo>
                  <a:cubicBezTo>
                    <a:pt x="4033" y="0"/>
                    <a:pt x="3592" y="473"/>
                    <a:pt x="3592" y="1071"/>
                  </a:cubicBezTo>
                  <a:lnTo>
                    <a:pt x="3592" y="1764"/>
                  </a:lnTo>
                  <a:cubicBezTo>
                    <a:pt x="3151" y="2080"/>
                    <a:pt x="2867" y="2584"/>
                    <a:pt x="2867" y="3182"/>
                  </a:cubicBezTo>
                  <a:cubicBezTo>
                    <a:pt x="2867" y="3434"/>
                    <a:pt x="2899" y="3655"/>
                    <a:pt x="3025" y="3875"/>
                  </a:cubicBezTo>
                  <a:lnTo>
                    <a:pt x="1576" y="6900"/>
                  </a:lnTo>
                  <a:cubicBezTo>
                    <a:pt x="1355" y="6648"/>
                    <a:pt x="1229" y="6396"/>
                    <a:pt x="1103" y="6081"/>
                  </a:cubicBezTo>
                  <a:cubicBezTo>
                    <a:pt x="1032" y="5914"/>
                    <a:pt x="906" y="5837"/>
                    <a:pt x="767" y="5837"/>
                  </a:cubicBezTo>
                  <a:cubicBezTo>
                    <a:pt x="722" y="5837"/>
                    <a:pt x="676" y="5845"/>
                    <a:pt x="631" y="5860"/>
                  </a:cubicBezTo>
                  <a:cubicBezTo>
                    <a:pt x="442" y="5955"/>
                    <a:pt x="347" y="6144"/>
                    <a:pt x="442" y="6333"/>
                  </a:cubicBezTo>
                  <a:cubicBezTo>
                    <a:pt x="631" y="6805"/>
                    <a:pt x="883" y="7215"/>
                    <a:pt x="1229" y="7593"/>
                  </a:cubicBezTo>
                  <a:lnTo>
                    <a:pt x="158" y="9798"/>
                  </a:lnTo>
                  <a:cubicBezTo>
                    <a:pt x="1" y="10208"/>
                    <a:pt x="64" y="10649"/>
                    <a:pt x="347" y="10964"/>
                  </a:cubicBezTo>
                  <a:lnTo>
                    <a:pt x="95" y="11468"/>
                  </a:lnTo>
                  <a:cubicBezTo>
                    <a:pt x="32" y="11625"/>
                    <a:pt x="95" y="11846"/>
                    <a:pt x="253" y="11941"/>
                  </a:cubicBezTo>
                  <a:cubicBezTo>
                    <a:pt x="293" y="11957"/>
                    <a:pt x="340" y="11965"/>
                    <a:pt x="389" y="11965"/>
                  </a:cubicBezTo>
                  <a:cubicBezTo>
                    <a:pt x="528" y="11965"/>
                    <a:pt x="678" y="11900"/>
                    <a:pt x="725" y="11783"/>
                  </a:cubicBezTo>
                  <a:lnTo>
                    <a:pt x="977" y="11247"/>
                  </a:lnTo>
                  <a:cubicBezTo>
                    <a:pt x="1027" y="11255"/>
                    <a:pt x="1077" y="11258"/>
                    <a:pt x="1127" y="11258"/>
                  </a:cubicBezTo>
                  <a:cubicBezTo>
                    <a:pt x="1521" y="11258"/>
                    <a:pt x="1912" y="11040"/>
                    <a:pt x="2080" y="10649"/>
                  </a:cubicBezTo>
                  <a:lnTo>
                    <a:pt x="2930" y="8822"/>
                  </a:lnTo>
                  <a:cubicBezTo>
                    <a:pt x="3372" y="8979"/>
                    <a:pt x="3813" y="9105"/>
                    <a:pt x="4285" y="9137"/>
                  </a:cubicBezTo>
                  <a:lnTo>
                    <a:pt x="4285" y="9483"/>
                  </a:lnTo>
                  <a:cubicBezTo>
                    <a:pt x="4285" y="9704"/>
                    <a:pt x="4443" y="9861"/>
                    <a:pt x="4632" y="9861"/>
                  </a:cubicBezTo>
                  <a:cubicBezTo>
                    <a:pt x="4821" y="9861"/>
                    <a:pt x="4978" y="9704"/>
                    <a:pt x="4978" y="9483"/>
                  </a:cubicBezTo>
                  <a:lnTo>
                    <a:pt x="4978" y="9137"/>
                  </a:lnTo>
                  <a:cubicBezTo>
                    <a:pt x="5451" y="9105"/>
                    <a:pt x="5892" y="9011"/>
                    <a:pt x="6333" y="8822"/>
                  </a:cubicBezTo>
                  <a:lnTo>
                    <a:pt x="7184" y="10649"/>
                  </a:lnTo>
                  <a:cubicBezTo>
                    <a:pt x="7382" y="11016"/>
                    <a:pt x="7732" y="11257"/>
                    <a:pt x="8143" y="11257"/>
                  </a:cubicBezTo>
                  <a:cubicBezTo>
                    <a:pt x="8190" y="11257"/>
                    <a:pt x="8238" y="11254"/>
                    <a:pt x="8286" y="11247"/>
                  </a:cubicBezTo>
                  <a:lnTo>
                    <a:pt x="8538" y="11783"/>
                  </a:lnTo>
                  <a:cubicBezTo>
                    <a:pt x="8585" y="11900"/>
                    <a:pt x="8718" y="11965"/>
                    <a:pt x="8861" y="11965"/>
                  </a:cubicBezTo>
                  <a:cubicBezTo>
                    <a:pt x="8911" y="11965"/>
                    <a:pt x="8962" y="11957"/>
                    <a:pt x="9011" y="11941"/>
                  </a:cubicBezTo>
                  <a:cubicBezTo>
                    <a:pt x="9168" y="11846"/>
                    <a:pt x="9231" y="11657"/>
                    <a:pt x="9168" y="11468"/>
                  </a:cubicBezTo>
                  <a:lnTo>
                    <a:pt x="8916" y="10964"/>
                  </a:lnTo>
                  <a:cubicBezTo>
                    <a:pt x="9200" y="10649"/>
                    <a:pt x="9326" y="10208"/>
                    <a:pt x="9137" y="9798"/>
                  </a:cubicBezTo>
                  <a:lnTo>
                    <a:pt x="8066" y="7593"/>
                  </a:lnTo>
                  <a:cubicBezTo>
                    <a:pt x="8381" y="7246"/>
                    <a:pt x="8664" y="6805"/>
                    <a:pt x="8853" y="6333"/>
                  </a:cubicBezTo>
                  <a:cubicBezTo>
                    <a:pt x="8916" y="6144"/>
                    <a:pt x="8853" y="5955"/>
                    <a:pt x="8664" y="5860"/>
                  </a:cubicBezTo>
                  <a:cubicBezTo>
                    <a:pt x="8611" y="5845"/>
                    <a:pt x="8559" y="5837"/>
                    <a:pt x="8511" y="5837"/>
                  </a:cubicBezTo>
                  <a:cubicBezTo>
                    <a:pt x="8360" y="5837"/>
                    <a:pt x="8240" y="5914"/>
                    <a:pt x="8192" y="6081"/>
                  </a:cubicBezTo>
                  <a:cubicBezTo>
                    <a:pt x="8066" y="6333"/>
                    <a:pt x="7908" y="6616"/>
                    <a:pt x="7719" y="6900"/>
                  </a:cubicBezTo>
                  <a:lnTo>
                    <a:pt x="6270" y="3875"/>
                  </a:lnTo>
                  <a:cubicBezTo>
                    <a:pt x="6333" y="3655"/>
                    <a:pt x="6396" y="3434"/>
                    <a:pt x="6396" y="3182"/>
                  </a:cubicBezTo>
                  <a:cubicBezTo>
                    <a:pt x="6396" y="2584"/>
                    <a:pt x="6144" y="2080"/>
                    <a:pt x="5703" y="1764"/>
                  </a:cubicBezTo>
                  <a:lnTo>
                    <a:pt x="5703" y="1071"/>
                  </a:lnTo>
                  <a:cubicBezTo>
                    <a:pt x="5703" y="473"/>
                    <a:pt x="5230" y="0"/>
                    <a:pt x="463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46" name="Google Shape;11546;p138"/>
          <p:cNvGrpSpPr/>
          <p:nvPr/>
        </p:nvGrpSpPr>
        <p:grpSpPr>
          <a:xfrm>
            <a:off x="849616" y="1757960"/>
            <a:ext cx="357274" cy="358199"/>
            <a:chOff x="-50523475" y="2316000"/>
            <a:chExt cx="299325" cy="300100"/>
          </a:xfrm>
        </p:grpSpPr>
        <p:sp>
          <p:nvSpPr>
            <p:cNvPr id="11547" name="Google Shape;11547;p138"/>
            <p:cNvSpPr/>
            <p:nvPr/>
          </p:nvSpPr>
          <p:spPr>
            <a:xfrm>
              <a:off x="-50453375" y="2387675"/>
              <a:ext cx="158350" cy="228425"/>
            </a:xfrm>
            <a:custGeom>
              <a:rect b="b" l="l" r="r" t="t"/>
              <a:pathLst>
                <a:path extrusionOk="0" h="9137" w="6334">
                  <a:moveTo>
                    <a:pt x="3183" y="4222"/>
                  </a:moveTo>
                  <a:cubicBezTo>
                    <a:pt x="3372" y="4222"/>
                    <a:pt x="3529" y="4380"/>
                    <a:pt x="3529" y="4569"/>
                  </a:cubicBezTo>
                  <a:cubicBezTo>
                    <a:pt x="3529" y="4758"/>
                    <a:pt x="3372" y="4915"/>
                    <a:pt x="3183" y="4915"/>
                  </a:cubicBezTo>
                  <a:cubicBezTo>
                    <a:pt x="2994" y="4915"/>
                    <a:pt x="2836" y="4758"/>
                    <a:pt x="2836" y="4569"/>
                  </a:cubicBezTo>
                  <a:cubicBezTo>
                    <a:pt x="2836" y="4380"/>
                    <a:pt x="2994" y="4222"/>
                    <a:pt x="3183" y="4222"/>
                  </a:cubicBezTo>
                  <a:close/>
                  <a:moveTo>
                    <a:pt x="3183" y="1009"/>
                  </a:moveTo>
                  <a:lnTo>
                    <a:pt x="5609" y="5230"/>
                  </a:lnTo>
                  <a:lnTo>
                    <a:pt x="4411" y="6994"/>
                  </a:lnTo>
                  <a:lnTo>
                    <a:pt x="3529" y="6994"/>
                  </a:lnTo>
                  <a:lnTo>
                    <a:pt x="3529" y="5545"/>
                  </a:lnTo>
                  <a:cubicBezTo>
                    <a:pt x="3939" y="5388"/>
                    <a:pt x="4254" y="5010"/>
                    <a:pt x="4254" y="4569"/>
                  </a:cubicBezTo>
                  <a:cubicBezTo>
                    <a:pt x="4254" y="3970"/>
                    <a:pt x="3781" y="3497"/>
                    <a:pt x="3183" y="3497"/>
                  </a:cubicBezTo>
                  <a:cubicBezTo>
                    <a:pt x="2584" y="3497"/>
                    <a:pt x="2143" y="3970"/>
                    <a:pt x="2143" y="4569"/>
                  </a:cubicBezTo>
                  <a:cubicBezTo>
                    <a:pt x="2143" y="5041"/>
                    <a:pt x="2395" y="5419"/>
                    <a:pt x="2836" y="5545"/>
                  </a:cubicBezTo>
                  <a:lnTo>
                    <a:pt x="2836" y="6994"/>
                  </a:lnTo>
                  <a:lnTo>
                    <a:pt x="1986" y="6994"/>
                  </a:lnTo>
                  <a:lnTo>
                    <a:pt x="788" y="5230"/>
                  </a:lnTo>
                  <a:lnTo>
                    <a:pt x="3183" y="1009"/>
                  </a:lnTo>
                  <a:close/>
                  <a:moveTo>
                    <a:pt x="4600" y="7688"/>
                  </a:moveTo>
                  <a:cubicBezTo>
                    <a:pt x="4821" y="7688"/>
                    <a:pt x="4947" y="7845"/>
                    <a:pt x="4947" y="8034"/>
                  </a:cubicBezTo>
                  <a:lnTo>
                    <a:pt x="4947" y="8412"/>
                  </a:lnTo>
                  <a:lnTo>
                    <a:pt x="1450" y="8412"/>
                  </a:lnTo>
                  <a:lnTo>
                    <a:pt x="1450" y="8034"/>
                  </a:lnTo>
                  <a:cubicBezTo>
                    <a:pt x="1450" y="7845"/>
                    <a:pt x="1607" y="7688"/>
                    <a:pt x="1797" y="7688"/>
                  </a:cubicBezTo>
                  <a:close/>
                  <a:moveTo>
                    <a:pt x="3183" y="0"/>
                  </a:moveTo>
                  <a:cubicBezTo>
                    <a:pt x="3057" y="0"/>
                    <a:pt x="2962" y="63"/>
                    <a:pt x="2868" y="158"/>
                  </a:cubicBezTo>
                  <a:lnTo>
                    <a:pt x="64" y="5073"/>
                  </a:lnTo>
                  <a:cubicBezTo>
                    <a:pt x="1" y="5199"/>
                    <a:pt x="1" y="5356"/>
                    <a:pt x="64" y="5419"/>
                  </a:cubicBezTo>
                  <a:lnTo>
                    <a:pt x="1229" y="7152"/>
                  </a:lnTo>
                  <a:cubicBezTo>
                    <a:pt x="914" y="7373"/>
                    <a:pt x="694" y="7688"/>
                    <a:pt x="694" y="8066"/>
                  </a:cubicBezTo>
                  <a:lnTo>
                    <a:pt x="694" y="8790"/>
                  </a:lnTo>
                  <a:cubicBezTo>
                    <a:pt x="694" y="8979"/>
                    <a:pt x="851" y="9137"/>
                    <a:pt x="1072" y="9137"/>
                  </a:cubicBezTo>
                  <a:lnTo>
                    <a:pt x="5262" y="9137"/>
                  </a:lnTo>
                  <a:cubicBezTo>
                    <a:pt x="5483" y="9137"/>
                    <a:pt x="5640" y="8979"/>
                    <a:pt x="5640" y="8790"/>
                  </a:cubicBezTo>
                  <a:lnTo>
                    <a:pt x="5640" y="8066"/>
                  </a:lnTo>
                  <a:cubicBezTo>
                    <a:pt x="5640" y="7688"/>
                    <a:pt x="5420" y="7373"/>
                    <a:pt x="5105" y="7152"/>
                  </a:cubicBezTo>
                  <a:lnTo>
                    <a:pt x="6270" y="5419"/>
                  </a:lnTo>
                  <a:cubicBezTo>
                    <a:pt x="6333" y="5325"/>
                    <a:pt x="6333" y="5199"/>
                    <a:pt x="6270" y="5073"/>
                  </a:cubicBezTo>
                  <a:lnTo>
                    <a:pt x="3498" y="158"/>
                  </a:lnTo>
                  <a:cubicBezTo>
                    <a:pt x="3435" y="32"/>
                    <a:pt x="3309" y="0"/>
                    <a:pt x="318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8" name="Google Shape;11548;p138"/>
            <p:cNvSpPr/>
            <p:nvPr/>
          </p:nvSpPr>
          <p:spPr>
            <a:xfrm>
              <a:off x="-50523475" y="2316000"/>
              <a:ext cx="299325" cy="178025"/>
            </a:xfrm>
            <a:custGeom>
              <a:rect b="b" l="l" r="r" t="t"/>
              <a:pathLst>
                <a:path extrusionOk="0" h="7121" w="11973">
                  <a:moveTo>
                    <a:pt x="1072" y="694"/>
                  </a:moveTo>
                  <a:cubicBezTo>
                    <a:pt x="1261" y="694"/>
                    <a:pt x="1419" y="851"/>
                    <a:pt x="1419" y="1040"/>
                  </a:cubicBezTo>
                  <a:cubicBezTo>
                    <a:pt x="1419" y="1229"/>
                    <a:pt x="1261" y="1418"/>
                    <a:pt x="1072" y="1418"/>
                  </a:cubicBezTo>
                  <a:cubicBezTo>
                    <a:pt x="883" y="1418"/>
                    <a:pt x="725" y="1229"/>
                    <a:pt x="725" y="1040"/>
                  </a:cubicBezTo>
                  <a:cubicBezTo>
                    <a:pt x="725" y="851"/>
                    <a:pt x="883" y="694"/>
                    <a:pt x="1072" y="694"/>
                  </a:cubicBezTo>
                  <a:close/>
                  <a:moveTo>
                    <a:pt x="6333" y="694"/>
                  </a:moveTo>
                  <a:lnTo>
                    <a:pt x="6333" y="1418"/>
                  </a:lnTo>
                  <a:lnTo>
                    <a:pt x="5640" y="1418"/>
                  </a:lnTo>
                  <a:lnTo>
                    <a:pt x="5640" y="694"/>
                  </a:lnTo>
                  <a:close/>
                  <a:moveTo>
                    <a:pt x="10902" y="725"/>
                  </a:moveTo>
                  <a:cubicBezTo>
                    <a:pt x="11122" y="725"/>
                    <a:pt x="11280" y="883"/>
                    <a:pt x="11280" y="1103"/>
                  </a:cubicBezTo>
                  <a:cubicBezTo>
                    <a:pt x="11280" y="1292"/>
                    <a:pt x="11122" y="1450"/>
                    <a:pt x="10902" y="1450"/>
                  </a:cubicBezTo>
                  <a:cubicBezTo>
                    <a:pt x="10712" y="1450"/>
                    <a:pt x="10555" y="1292"/>
                    <a:pt x="10555" y="1103"/>
                  </a:cubicBezTo>
                  <a:cubicBezTo>
                    <a:pt x="10586" y="883"/>
                    <a:pt x="10744" y="725"/>
                    <a:pt x="10902" y="725"/>
                  </a:cubicBezTo>
                  <a:close/>
                  <a:moveTo>
                    <a:pt x="2143" y="5640"/>
                  </a:moveTo>
                  <a:lnTo>
                    <a:pt x="2143" y="6364"/>
                  </a:lnTo>
                  <a:lnTo>
                    <a:pt x="1419" y="6364"/>
                  </a:lnTo>
                  <a:lnTo>
                    <a:pt x="1419" y="5640"/>
                  </a:lnTo>
                  <a:close/>
                  <a:moveTo>
                    <a:pt x="10555" y="5640"/>
                  </a:moveTo>
                  <a:lnTo>
                    <a:pt x="10555" y="6364"/>
                  </a:lnTo>
                  <a:lnTo>
                    <a:pt x="9862" y="6364"/>
                  </a:lnTo>
                  <a:lnTo>
                    <a:pt x="9862" y="5640"/>
                  </a:lnTo>
                  <a:close/>
                  <a:moveTo>
                    <a:pt x="10902" y="0"/>
                  </a:moveTo>
                  <a:cubicBezTo>
                    <a:pt x="10460" y="0"/>
                    <a:pt x="10051" y="252"/>
                    <a:pt x="9925" y="694"/>
                  </a:cubicBezTo>
                  <a:lnTo>
                    <a:pt x="7058" y="694"/>
                  </a:lnTo>
                  <a:lnTo>
                    <a:pt x="7058" y="379"/>
                  </a:lnTo>
                  <a:cubicBezTo>
                    <a:pt x="7058" y="189"/>
                    <a:pt x="6900" y="32"/>
                    <a:pt x="6711" y="32"/>
                  </a:cubicBezTo>
                  <a:lnTo>
                    <a:pt x="5294" y="32"/>
                  </a:lnTo>
                  <a:cubicBezTo>
                    <a:pt x="5073" y="32"/>
                    <a:pt x="4947" y="189"/>
                    <a:pt x="4947" y="379"/>
                  </a:cubicBezTo>
                  <a:lnTo>
                    <a:pt x="4947" y="725"/>
                  </a:lnTo>
                  <a:lnTo>
                    <a:pt x="2049" y="725"/>
                  </a:lnTo>
                  <a:cubicBezTo>
                    <a:pt x="1891" y="347"/>
                    <a:pt x="1513" y="32"/>
                    <a:pt x="1072" y="32"/>
                  </a:cubicBezTo>
                  <a:cubicBezTo>
                    <a:pt x="473" y="32"/>
                    <a:pt x="1" y="505"/>
                    <a:pt x="1" y="1072"/>
                  </a:cubicBezTo>
                  <a:cubicBezTo>
                    <a:pt x="1" y="1670"/>
                    <a:pt x="473" y="2143"/>
                    <a:pt x="1072" y="2143"/>
                  </a:cubicBezTo>
                  <a:cubicBezTo>
                    <a:pt x="1545" y="2143"/>
                    <a:pt x="1923" y="1828"/>
                    <a:pt x="2049" y="1450"/>
                  </a:cubicBezTo>
                  <a:lnTo>
                    <a:pt x="3592" y="1450"/>
                  </a:lnTo>
                  <a:cubicBezTo>
                    <a:pt x="3183" y="1670"/>
                    <a:pt x="2836" y="1985"/>
                    <a:pt x="2521" y="2332"/>
                  </a:cubicBezTo>
                  <a:cubicBezTo>
                    <a:pt x="1891" y="3088"/>
                    <a:pt x="1545" y="4002"/>
                    <a:pt x="1450" y="4978"/>
                  </a:cubicBezTo>
                  <a:lnTo>
                    <a:pt x="1103" y="4978"/>
                  </a:lnTo>
                  <a:cubicBezTo>
                    <a:pt x="914" y="4978"/>
                    <a:pt x="757" y="5136"/>
                    <a:pt x="757" y="5325"/>
                  </a:cubicBezTo>
                  <a:lnTo>
                    <a:pt x="757" y="6742"/>
                  </a:lnTo>
                  <a:cubicBezTo>
                    <a:pt x="757" y="6963"/>
                    <a:pt x="914" y="7121"/>
                    <a:pt x="1103" y="7121"/>
                  </a:cubicBezTo>
                  <a:lnTo>
                    <a:pt x="2521" y="7121"/>
                  </a:lnTo>
                  <a:cubicBezTo>
                    <a:pt x="2742" y="7121"/>
                    <a:pt x="2899" y="6963"/>
                    <a:pt x="2899" y="6742"/>
                  </a:cubicBezTo>
                  <a:lnTo>
                    <a:pt x="2899" y="5325"/>
                  </a:lnTo>
                  <a:cubicBezTo>
                    <a:pt x="2899" y="5136"/>
                    <a:pt x="2742" y="4978"/>
                    <a:pt x="2521" y="4978"/>
                  </a:cubicBezTo>
                  <a:lnTo>
                    <a:pt x="2175" y="4978"/>
                  </a:lnTo>
                  <a:cubicBezTo>
                    <a:pt x="2332" y="3403"/>
                    <a:pt x="3435" y="2017"/>
                    <a:pt x="4979" y="1607"/>
                  </a:cubicBezTo>
                  <a:lnTo>
                    <a:pt x="4979" y="1796"/>
                  </a:lnTo>
                  <a:cubicBezTo>
                    <a:pt x="4979" y="1985"/>
                    <a:pt x="5136" y="2143"/>
                    <a:pt x="5325" y="2143"/>
                  </a:cubicBezTo>
                  <a:lnTo>
                    <a:pt x="6743" y="2143"/>
                  </a:lnTo>
                  <a:cubicBezTo>
                    <a:pt x="6932" y="2143"/>
                    <a:pt x="7089" y="1985"/>
                    <a:pt x="7089" y="1796"/>
                  </a:cubicBezTo>
                  <a:lnTo>
                    <a:pt x="7089" y="1576"/>
                  </a:lnTo>
                  <a:cubicBezTo>
                    <a:pt x="8633" y="1985"/>
                    <a:pt x="9736" y="3371"/>
                    <a:pt x="9893" y="4947"/>
                  </a:cubicBezTo>
                  <a:lnTo>
                    <a:pt x="9547" y="4947"/>
                  </a:lnTo>
                  <a:cubicBezTo>
                    <a:pt x="9358" y="4947"/>
                    <a:pt x="9200" y="5104"/>
                    <a:pt x="9200" y="5293"/>
                  </a:cubicBezTo>
                  <a:lnTo>
                    <a:pt x="9200" y="6711"/>
                  </a:lnTo>
                  <a:cubicBezTo>
                    <a:pt x="9200" y="6932"/>
                    <a:pt x="9358" y="7089"/>
                    <a:pt x="9547" y="7089"/>
                  </a:cubicBezTo>
                  <a:lnTo>
                    <a:pt x="10965" y="7089"/>
                  </a:lnTo>
                  <a:cubicBezTo>
                    <a:pt x="11154" y="7089"/>
                    <a:pt x="11311" y="6932"/>
                    <a:pt x="11311" y="6711"/>
                  </a:cubicBezTo>
                  <a:lnTo>
                    <a:pt x="11311" y="5293"/>
                  </a:lnTo>
                  <a:cubicBezTo>
                    <a:pt x="11311" y="5104"/>
                    <a:pt x="11154" y="4947"/>
                    <a:pt x="10965" y="4947"/>
                  </a:cubicBezTo>
                  <a:lnTo>
                    <a:pt x="10618" y="4947"/>
                  </a:lnTo>
                  <a:cubicBezTo>
                    <a:pt x="10523" y="4002"/>
                    <a:pt x="10177" y="3056"/>
                    <a:pt x="9547" y="2300"/>
                  </a:cubicBezTo>
                  <a:cubicBezTo>
                    <a:pt x="9232" y="1954"/>
                    <a:pt x="8885" y="1639"/>
                    <a:pt x="8476" y="1418"/>
                  </a:cubicBezTo>
                  <a:lnTo>
                    <a:pt x="10019" y="1418"/>
                  </a:lnTo>
                  <a:cubicBezTo>
                    <a:pt x="10082" y="1828"/>
                    <a:pt x="10492" y="2111"/>
                    <a:pt x="10902" y="2111"/>
                  </a:cubicBezTo>
                  <a:cubicBezTo>
                    <a:pt x="11500" y="2111"/>
                    <a:pt x="11973" y="1639"/>
                    <a:pt x="11973" y="1040"/>
                  </a:cubicBezTo>
                  <a:cubicBezTo>
                    <a:pt x="11973" y="473"/>
                    <a:pt x="11500" y="0"/>
                    <a:pt x="1090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49" name="Google Shape;11549;p138"/>
          <p:cNvGrpSpPr/>
          <p:nvPr/>
        </p:nvGrpSpPr>
        <p:grpSpPr>
          <a:xfrm>
            <a:off x="848213" y="2207269"/>
            <a:ext cx="360079" cy="357304"/>
            <a:chOff x="-50524250" y="2686150"/>
            <a:chExt cx="301675" cy="299350"/>
          </a:xfrm>
        </p:grpSpPr>
        <p:sp>
          <p:nvSpPr>
            <p:cNvPr id="11550" name="Google Shape;11550;p138"/>
            <p:cNvSpPr/>
            <p:nvPr/>
          </p:nvSpPr>
          <p:spPr>
            <a:xfrm>
              <a:off x="-50488025" y="2792500"/>
              <a:ext cx="18150" cy="52800"/>
            </a:xfrm>
            <a:custGeom>
              <a:rect b="b" l="l" r="r" t="t"/>
              <a:pathLst>
                <a:path extrusionOk="0" h="2112" w="726">
                  <a:moveTo>
                    <a:pt x="379" y="1"/>
                  </a:moveTo>
                  <a:cubicBezTo>
                    <a:pt x="158" y="1"/>
                    <a:pt x="1" y="158"/>
                    <a:pt x="1" y="347"/>
                  </a:cubicBezTo>
                  <a:lnTo>
                    <a:pt x="1" y="1765"/>
                  </a:lnTo>
                  <a:cubicBezTo>
                    <a:pt x="1" y="1954"/>
                    <a:pt x="158" y="2112"/>
                    <a:pt x="379" y="2112"/>
                  </a:cubicBezTo>
                  <a:cubicBezTo>
                    <a:pt x="568" y="2112"/>
                    <a:pt x="725" y="1954"/>
                    <a:pt x="725" y="1765"/>
                  </a:cubicBezTo>
                  <a:lnTo>
                    <a:pt x="725" y="347"/>
                  </a:lnTo>
                  <a:cubicBezTo>
                    <a:pt x="725" y="158"/>
                    <a:pt x="568" y="1"/>
                    <a:pt x="3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1" name="Google Shape;11551;p138"/>
            <p:cNvSpPr/>
            <p:nvPr/>
          </p:nvSpPr>
          <p:spPr>
            <a:xfrm>
              <a:off x="-50488025" y="2897250"/>
              <a:ext cx="18150" cy="53600"/>
            </a:xfrm>
            <a:custGeom>
              <a:rect b="b" l="l" r="r" t="t"/>
              <a:pathLst>
                <a:path extrusionOk="0" h="2144" w="726">
                  <a:moveTo>
                    <a:pt x="379" y="1"/>
                  </a:moveTo>
                  <a:cubicBezTo>
                    <a:pt x="158" y="1"/>
                    <a:pt x="1" y="159"/>
                    <a:pt x="1" y="379"/>
                  </a:cubicBezTo>
                  <a:lnTo>
                    <a:pt x="1" y="1797"/>
                  </a:lnTo>
                  <a:cubicBezTo>
                    <a:pt x="1" y="1986"/>
                    <a:pt x="158" y="2143"/>
                    <a:pt x="379" y="2143"/>
                  </a:cubicBezTo>
                  <a:cubicBezTo>
                    <a:pt x="568" y="2143"/>
                    <a:pt x="725" y="1986"/>
                    <a:pt x="725" y="1797"/>
                  </a:cubicBezTo>
                  <a:lnTo>
                    <a:pt x="725" y="379"/>
                  </a:lnTo>
                  <a:cubicBezTo>
                    <a:pt x="725" y="159"/>
                    <a:pt x="568" y="1"/>
                    <a:pt x="3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2" name="Google Shape;11552;p138"/>
            <p:cNvSpPr/>
            <p:nvPr/>
          </p:nvSpPr>
          <p:spPr>
            <a:xfrm>
              <a:off x="-50488025" y="2861825"/>
              <a:ext cx="18150" cy="18125"/>
            </a:xfrm>
            <a:custGeom>
              <a:rect b="b" l="l" r="r" t="t"/>
              <a:pathLst>
                <a:path extrusionOk="0" h="725" w="726">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3" name="Google Shape;11553;p138"/>
            <p:cNvSpPr/>
            <p:nvPr/>
          </p:nvSpPr>
          <p:spPr>
            <a:xfrm>
              <a:off x="-50524250" y="2686150"/>
              <a:ext cx="301675" cy="52825"/>
            </a:xfrm>
            <a:custGeom>
              <a:rect b="b" l="l" r="r" t="t"/>
              <a:pathLst>
                <a:path extrusionOk="0" h="2113" w="12067">
                  <a:moveTo>
                    <a:pt x="2143" y="695"/>
                  </a:moveTo>
                  <a:lnTo>
                    <a:pt x="2143" y="1419"/>
                  </a:lnTo>
                  <a:lnTo>
                    <a:pt x="1891" y="1419"/>
                  </a:lnTo>
                  <a:lnTo>
                    <a:pt x="1166" y="1041"/>
                  </a:lnTo>
                  <a:lnTo>
                    <a:pt x="1891" y="695"/>
                  </a:lnTo>
                  <a:close/>
                  <a:moveTo>
                    <a:pt x="9924" y="695"/>
                  </a:moveTo>
                  <a:lnTo>
                    <a:pt x="9924" y="1419"/>
                  </a:lnTo>
                  <a:lnTo>
                    <a:pt x="2836" y="1419"/>
                  </a:lnTo>
                  <a:lnTo>
                    <a:pt x="2836" y="695"/>
                  </a:lnTo>
                  <a:close/>
                  <a:moveTo>
                    <a:pt x="10996" y="695"/>
                  </a:moveTo>
                  <a:cubicBezTo>
                    <a:pt x="11185" y="695"/>
                    <a:pt x="11342" y="852"/>
                    <a:pt x="11342" y="1041"/>
                  </a:cubicBezTo>
                  <a:cubicBezTo>
                    <a:pt x="11342" y="1262"/>
                    <a:pt x="11185" y="1419"/>
                    <a:pt x="10996" y="1419"/>
                  </a:cubicBezTo>
                  <a:lnTo>
                    <a:pt x="10649" y="1419"/>
                  </a:lnTo>
                  <a:lnTo>
                    <a:pt x="10649" y="695"/>
                  </a:lnTo>
                  <a:close/>
                  <a:moveTo>
                    <a:pt x="1782" y="1"/>
                  </a:moveTo>
                  <a:cubicBezTo>
                    <a:pt x="1689" y="1"/>
                    <a:pt x="1556" y="47"/>
                    <a:pt x="252" y="726"/>
                  </a:cubicBezTo>
                  <a:cubicBezTo>
                    <a:pt x="0" y="852"/>
                    <a:pt x="0" y="1199"/>
                    <a:pt x="252" y="1356"/>
                  </a:cubicBezTo>
                  <a:cubicBezTo>
                    <a:pt x="1765" y="2113"/>
                    <a:pt x="1702" y="2113"/>
                    <a:pt x="1828" y="2113"/>
                  </a:cubicBezTo>
                  <a:lnTo>
                    <a:pt x="10996" y="2113"/>
                  </a:lnTo>
                  <a:cubicBezTo>
                    <a:pt x="11594" y="2113"/>
                    <a:pt x="12067" y="1640"/>
                    <a:pt x="12067" y="1041"/>
                  </a:cubicBezTo>
                  <a:cubicBezTo>
                    <a:pt x="12067" y="474"/>
                    <a:pt x="11594" y="2"/>
                    <a:pt x="10996" y="2"/>
                  </a:cubicBezTo>
                  <a:lnTo>
                    <a:pt x="1828" y="2"/>
                  </a:lnTo>
                  <a:cubicBezTo>
                    <a:pt x="1810" y="2"/>
                    <a:pt x="1796" y="1"/>
                    <a:pt x="178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4" name="Google Shape;11554;p138"/>
            <p:cNvSpPr/>
            <p:nvPr/>
          </p:nvSpPr>
          <p:spPr>
            <a:xfrm>
              <a:off x="-50523475" y="2757075"/>
              <a:ext cx="300900" cy="228425"/>
            </a:xfrm>
            <a:custGeom>
              <a:rect b="b" l="l" r="r" t="t"/>
              <a:pathLst>
                <a:path extrusionOk="0" h="9137" w="12036">
                  <a:moveTo>
                    <a:pt x="10965" y="725"/>
                  </a:moveTo>
                  <a:cubicBezTo>
                    <a:pt x="11154" y="725"/>
                    <a:pt x="11311" y="882"/>
                    <a:pt x="11311" y="1103"/>
                  </a:cubicBezTo>
                  <a:lnTo>
                    <a:pt x="11311" y="8097"/>
                  </a:lnTo>
                  <a:cubicBezTo>
                    <a:pt x="11311" y="8286"/>
                    <a:pt x="11154" y="8443"/>
                    <a:pt x="10965" y="8443"/>
                  </a:cubicBezTo>
                  <a:lnTo>
                    <a:pt x="1072" y="8443"/>
                  </a:lnTo>
                  <a:cubicBezTo>
                    <a:pt x="883" y="8443"/>
                    <a:pt x="725" y="8286"/>
                    <a:pt x="725" y="8097"/>
                  </a:cubicBezTo>
                  <a:lnTo>
                    <a:pt x="725" y="1103"/>
                  </a:lnTo>
                  <a:cubicBezTo>
                    <a:pt x="725" y="882"/>
                    <a:pt x="883" y="725"/>
                    <a:pt x="1072" y="725"/>
                  </a:cubicBezTo>
                  <a:close/>
                  <a:moveTo>
                    <a:pt x="1072" y="0"/>
                  </a:moveTo>
                  <a:cubicBezTo>
                    <a:pt x="473" y="0"/>
                    <a:pt x="1" y="473"/>
                    <a:pt x="1" y="1040"/>
                  </a:cubicBezTo>
                  <a:lnTo>
                    <a:pt x="1" y="8065"/>
                  </a:lnTo>
                  <a:cubicBezTo>
                    <a:pt x="1" y="8664"/>
                    <a:pt x="473" y="9137"/>
                    <a:pt x="1072" y="9137"/>
                  </a:cubicBezTo>
                  <a:lnTo>
                    <a:pt x="10965" y="9137"/>
                  </a:lnTo>
                  <a:cubicBezTo>
                    <a:pt x="11532" y="9137"/>
                    <a:pt x="12004" y="8664"/>
                    <a:pt x="12004" y="8065"/>
                  </a:cubicBezTo>
                  <a:lnTo>
                    <a:pt x="12004" y="1040"/>
                  </a:lnTo>
                  <a:cubicBezTo>
                    <a:pt x="12036" y="473"/>
                    <a:pt x="11532" y="0"/>
                    <a:pt x="109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5" name="Google Shape;11555;p138"/>
            <p:cNvSpPr/>
            <p:nvPr/>
          </p:nvSpPr>
          <p:spPr>
            <a:xfrm>
              <a:off x="-50453375" y="2792500"/>
              <a:ext cx="194575" cy="158350"/>
            </a:xfrm>
            <a:custGeom>
              <a:rect b="b" l="l" r="r" t="t"/>
              <a:pathLst>
                <a:path extrusionOk="0" h="6334" w="7783">
                  <a:moveTo>
                    <a:pt x="7089" y="694"/>
                  </a:moveTo>
                  <a:lnTo>
                    <a:pt x="7089" y="5609"/>
                  </a:lnTo>
                  <a:lnTo>
                    <a:pt x="694" y="5609"/>
                  </a:lnTo>
                  <a:lnTo>
                    <a:pt x="694" y="694"/>
                  </a:lnTo>
                  <a:close/>
                  <a:moveTo>
                    <a:pt x="347" y="1"/>
                  </a:moveTo>
                  <a:cubicBezTo>
                    <a:pt x="158" y="1"/>
                    <a:pt x="1" y="158"/>
                    <a:pt x="1" y="347"/>
                  </a:cubicBezTo>
                  <a:lnTo>
                    <a:pt x="1" y="5987"/>
                  </a:lnTo>
                  <a:cubicBezTo>
                    <a:pt x="1" y="6176"/>
                    <a:pt x="158" y="6333"/>
                    <a:pt x="347" y="6333"/>
                  </a:cubicBezTo>
                  <a:lnTo>
                    <a:pt x="7436" y="6333"/>
                  </a:lnTo>
                  <a:cubicBezTo>
                    <a:pt x="7656" y="6333"/>
                    <a:pt x="7782" y="6176"/>
                    <a:pt x="7782" y="5987"/>
                  </a:cubicBezTo>
                  <a:lnTo>
                    <a:pt x="7782" y="347"/>
                  </a:lnTo>
                  <a:cubicBezTo>
                    <a:pt x="7782" y="158"/>
                    <a:pt x="7656" y="1"/>
                    <a:pt x="743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56" name="Google Shape;11556;p138"/>
          <p:cNvGrpSpPr/>
          <p:nvPr/>
        </p:nvGrpSpPr>
        <p:grpSpPr>
          <a:xfrm>
            <a:off x="3070976" y="1333082"/>
            <a:ext cx="358199" cy="359154"/>
            <a:chOff x="-48633950" y="1972600"/>
            <a:chExt cx="300100" cy="300900"/>
          </a:xfrm>
        </p:grpSpPr>
        <p:sp>
          <p:nvSpPr>
            <p:cNvPr id="11557" name="Google Shape;11557;p138"/>
            <p:cNvSpPr/>
            <p:nvPr/>
          </p:nvSpPr>
          <p:spPr>
            <a:xfrm>
              <a:off x="-48633950" y="1972600"/>
              <a:ext cx="300100" cy="300900"/>
            </a:xfrm>
            <a:custGeom>
              <a:rect b="b" l="l" r="r" t="t"/>
              <a:pathLst>
                <a:path extrusionOk="0" h="12036" w="12004">
                  <a:moveTo>
                    <a:pt x="1418" y="756"/>
                  </a:moveTo>
                  <a:lnTo>
                    <a:pt x="1418" y="1481"/>
                  </a:lnTo>
                  <a:lnTo>
                    <a:pt x="693" y="1481"/>
                  </a:lnTo>
                  <a:lnTo>
                    <a:pt x="693" y="756"/>
                  </a:lnTo>
                  <a:close/>
                  <a:moveTo>
                    <a:pt x="11310" y="756"/>
                  </a:moveTo>
                  <a:lnTo>
                    <a:pt x="11310" y="1481"/>
                  </a:lnTo>
                  <a:lnTo>
                    <a:pt x="10586" y="1481"/>
                  </a:lnTo>
                  <a:lnTo>
                    <a:pt x="10586" y="756"/>
                  </a:lnTo>
                  <a:close/>
                  <a:moveTo>
                    <a:pt x="9893" y="1418"/>
                  </a:moveTo>
                  <a:lnTo>
                    <a:pt x="9893" y="1796"/>
                  </a:lnTo>
                  <a:cubicBezTo>
                    <a:pt x="9893" y="1985"/>
                    <a:pt x="10050" y="2143"/>
                    <a:pt x="10239" y="2143"/>
                  </a:cubicBezTo>
                  <a:lnTo>
                    <a:pt x="10586" y="2143"/>
                  </a:lnTo>
                  <a:lnTo>
                    <a:pt x="10586" y="5293"/>
                  </a:lnTo>
                  <a:cubicBezTo>
                    <a:pt x="10365" y="5104"/>
                    <a:pt x="10050" y="4915"/>
                    <a:pt x="9672" y="4663"/>
                  </a:cubicBezTo>
                  <a:cubicBezTo>
                    <a:pt x="8822" y="4159"/>
                    <a:pt x="7530" y="3560"/>
                    <a:pt x="6018" y="3560"/>
                  </a:cubicBezTo>
                  <a:cubicBezTo>
                    <a:pt x="4537" y="3560"/>
                    <a:pt x="3214" y="4159"/>
                    <a:pt x="2363" y="4663"/>
                  </a:cubicBezTo>
                  <a:cubicBezTo>
                    <a:pt x="2017" y="4852"/>
                    <a:pt x="1701" y="5104"/>
                    <a:pt x="1449" y="5293"/>
                  </a:cubicBezTo>
                  <a:lnTo>
                    <a:pt x="1449" y="2143"/>
                  </a:lnTo>
                  <a:lnTo>
                    <a:pt x="1764" y="2143"/>
                  </a:lnTo>
                  <a:cubicBezTo>
                    <a:pt x="1954" y="2143"/>
                    <a:pt x="2111" y="1985"/>
                    <a:pt x="2111" y="1796"/>
                  </a:cubicBezTo>
                  <a:lnTo>
                    <a:pt x="2111" y="1418"/>
                  </a:lnTo>
                  <a:close/>
                  <a:moveTo>
                    <a:pt x="8065" y="4695"/>
                  </a:moveTo>
                  <a:cubicBezTo>
                    <a:pt x="8538" y="4915"/>
                    <a:pt x="8979" y="5104"/>
                    <a:pt x="9326" y="5293"/>
                  </a:cubicBezTo>
                  <a:cubicBezTo>
                    <a:pt x="9798" y="5577"/>
                    <a:pt x="10208" y="5860"/>
                    <a:pt x="10428" y="6049"/>
                  </a:cubicBezTo>
                  <a:cubicBezTo>
                    <a:pt x="10208" y="6238"/>
                    <a:pt x="9798" y="6522"/>
                    <a:pt x="9326" y="6805"/>
                  </a:cubicBezTo>
                  <a:cubicBezTo>
                    <a:pt x="8979" y="6994"/>
                    <a:pt x="8570" y="7215"/>
                    <a:pt x="8065" y="7372"/>
                  </a:cubicBezTo>
                  <a:cubicBezTo>
                    <a:pt x="8349" y="6994"/>
                    <a:pt x="8475" y="6522"/>
                    <a:pt x="8475" y="6049"/>
                  </a:cubicBezTo>
                  <a:cubicBezTo>
                    <a:pt x="8475" y="5514"/>
                    <a:pt x="8318" y="5104"/>
                    <a:pt x="8065" y="4695"/>
                  </a:cubicBezTo>
                  <a:close/>
                  <a:moveTo>
                    <a:pt x="3970" y="4726"/>
                  </a:moveTo>
                  <a:cubicBezTo>
                    <a:pt x="3718" y="5136"/>
                    <a:pt x="3592" y="5608"/>
                    <a:pt x="3592" y="6081"/>
                  </a:cubicBezTo>
                  <a:cubicBezTo>
                    <a:pt x="3529" y="6553"/>
                    <a:pt x="3686" y="7026"/>
                    <a:pt x="3970" y="7435"/>
                  </a:cubicBezTo>
                  <a:cubicBezTo>
                    <a:pt x="3497" y="7215"/>
                    <a:pt x="3056" y="7026"/>
                    <a:pt x="2710" y="6837"/>
                  </a:cubicBezTo>
                  <a:cubicBezTo>
                    <a:pt x="2237" y="6553"/>
                    <a:pt x="1859" y="6270"/>
                    <a:pt x="1607" y="6081"/>
                  </a:cubicBezTo>
                  <a:cubicBezTo>
                    <a:pt x="1859" y="5892"/>
                    <a:pt x="2237" y="5608"/>
                    <a:pt x="2710" y="5325"/>
                  </a:cubicBezTo>
                  <a:cubicBezTo>
                    <a:pt x="3056" y="5136"/>
                    <a:pt x="3466" y="4915"/>
                    <a:pt x="3970" y="4726"/>
                  </a:cubicBezTo>
                  <a:close/>
                  <a:moveTo>
                    <a:pt x="6018" y="4285"/>
                  </a:moveTo>
                  <a:cubicBezTo>
                    <a:pt x="6994" y="4285"/>
                    <a:pt x="7782" y="5073"/>
                    <a:pt x="7782" y="6049"/>
                  </a:cubicBezTo>
                  <a:cubicBezTo>
                    <a:pt x="7782" y="7026"/>
                    <a:pt x="6994" y="7814"/>
                    <a:pt x="6018" y="7814"/>
                  </a:cubicBezTo>
                  <a:cubicBezTo>
                    <a:pt x="5041" y="7814"/>
                    <a:pt x="4253" y="7026"/>
                    <a:pt x="4253" y="6049"/>
                  </a:cubicBezTo>
                  <a:cubicBezTo>
                    <a:pt x="4253" y="5073"/>
                    <a:pt x="5041" y="4285"/>
                    <a:pt x="6018" y="4285"/>
                  </a:cubicBezTo>
                  <a:close/>
                  <a:moveTo>
                    <a:pt x="10554" y="6805"/>
                  </a:moveTo>
                  <a:lnTo>
                    <a:pt x="10554" y="9956"/>
                  </a:lnTo>
                  <a:lnTo>
                    <a:pt x="10239" y="9956"/>
                  </a:lnTo>
                  <a:cubicBezTo>
                    <a:pt x="10050" y="9956"/>
                    <a:pt x="9893" y="10113"/>
                    <a:pt x="9893" y="10302"/>
                  </a:cubicBezTo>
                  <a:lnTo>
                    <a:pt x="9893" y="10649"/>
                  </a:lnTo>
                  <a:lnTo>
                    <a:pt x="2143" y="10649"/>
                  </a:lnTo>
                  <a:lnTo>
                    <a:pt x="2143" y="10302"/>
                  </a:lnTo>
                  <a:cubicBezTo>
                    <a:pt x="2143" y="10113"/>
                    <a:pt x="1985" y="9956"/>
                    <a:pt x="1764" y="9956"/>
                  </a:cubicBezTo>
                  <a:lnTo>
                    <a:pt x="1418" y="9956"/>
                  </a:lnTo>
                  <a:lnTo>
                    <a:pt x="1418" y="6805"/>
                  </a:lnTo>
                  <a:cubicBezTo>
                    <a:pt x="1670" y="6994"/>
                    <a:pt x="1985" y="7183"/>
                    <a:pt x="2332" y="7435"/>
                  </a:cubicBezTo>
                  <a:cubicBezTo>
                    <a:pt x="3182" y="7940"/>
                    <a:pt x="4505" y="8538"/>
                    <a:pt x="5986" y="8538"/>
                  </a:cubicBezTo>
                  <a:cubicBezTo>
                    <a:pt x="7498" y="8538"/>
                    <a:pt x="8790" y="7940"/>
                    <a:pt x="9641" y="7435"/>
                  </a:cubicBezTo>
                  <a:cubicBezTo>
                    <a:pt x="10019" y="7215"/>
                    <a:pt x="10334" y="6994"/>
                    <a:pt x="10554" y="6805"/>
                  </a:cubicBezTo>
                  <a:close/>
                  <a:moveTo>
                    <a:pt x="1418" y="10617"/>
                  </a:moveTo>
                  <a:lnTo>
                    <a:pt x="1418" y="11311"/>
                  </a:lnTo>
                  <a:lnTo>
                    <a:pt x="693" y="11311"/>
                  </a:lnTo>
                  <a:lnTo>
                    <a:pt x="693" y="10617"/>
                  </a:lnTo>
                  <a:close/>
                  <a:moveTo>
                    <a:pt x="11310" y="10617"/>
                  </a:moveTo>
                  <a:lnTo>
                    <a:pt x="11310" y="11311"/>
                  </a:lnTo>
                  <a:lnTo>
                    <a:pt x="10586" y="11311"/>
                  </a:lnTo>
                  <a:lnTo>
                    <a:pt x="10586" y="10617"/>
                  </a:lnTo>
                  <a:close/>
                  <a:moveTo>
                    <a:pt x="347" y="0"/>
                  </a:moveTo>
                  <a:cubicBezTo>
                    <a:pt x="158" y="0"/>
                    <a:pt x="0" y="189"/>
                    <a:pt x="0" y="378"/>
                  </a:cubicBezTo>
                  <a:lnTo>
                    <a:pt x="0" y="1796"/>
                  </a:lnTo>
                  <a:cubicBezTo>
                    <a:pt x="0" y="1985"/>
                    <a:pt x="158" y="2143"/>
                    <a:pt x="347" y="2143"/>
                  </a:cubicBezTo>
                  <a:lnTo>
                    <a:pt x="693" y="2143"/>
                  </a:lnTo>
                  <a:lnTo>
                    <a:pt x="693" y="9893"/>
                  </a:lnTo>
                  <a:lnTo>
                    <a:pt x="347" y="9893"/>
                  </a:lnTo>
                  <a:cubicBezTo>
                    <a:pt x="158" y="9893"/>
                    <a:pt x="0" y="10050"/>
                    <a:pt x="0" y="10239"/>
                  </a:cubicBezTo>
                  <a:lnTo>
                    <a:pt x="0" y="11657"/>
                  </a:lnTo>
                  <a:cubicBezTo>
                    <a:pt x="0" y="11878"/>
                    <a:pt x="158" y="12035"/>
                    <a:pt x="347" y="12035"/>
                  </a:cubicBezTo>
                  <a:lnTo>
                    <a:pt x="1764" y="12035"/>
                  </a:lnTo>
                  <a:cubicBezTo>
                    <a:pt x="1954" y="12035"/>
                    <a:pt x="2111" y="11878"/>
                    <a:pt x="2111" y="11657"/>
                  </a:cubicBezTo>
                  <a:lnTo>
                    <a:pt x="2111" y="11311"/>
                  </a:lnTo>
                  <a:lnTo>
                    <a:pt x="9893" y="11311"/>
                  </a:lnTo>
                  <a:lnTo>
                    <a:pt x="9893" y="11657"/>
                  </a:lnTo>
                  <a:cubicBezTo>
                    <a:pt x="9893" y="11878"/>
                    <a:pt x="10050" y="12035"/>
                    <a:pt x="10239" y="12035"/>
                  </a:cubicBezTo>
                  <a:lnTo>
                    <a:pt x="11657" y="12035"/>
                  </a:lnTo>
                  <a:cubicBezTo>
                    <a:pt x="11846" y="12035"/>
                    <a:pt x="12004" y="11878"/>
                    <a:pt x="12004" y="11657"/>
                  </a:cubicBezTo>
                  <a:lnTo>
                    <a:pt x="12004" y="10239"/>
                  </a:lnTo>
                  <a:cubicBezTo>
                    <a:pt x="12004" y="10050"/>
                    <a:pt x="11846" y="9893"/>
                    <a:pt x="11657" y="9893"/>
                  </a:cubicBezTo>
                  <a:lnTo>
                    <a:pt x="11310" y="9893"/>
                  </a:lnTo>
                  <a:lnTo>
                    <a:pt x="11310" y="2143"/>
                  </a:lnTo>
                  <a:lnTo>
                    <a:pt x="11657" y="2143"/>
                  </a:lnTo>
                  <a:cubicBezTo>
                    <a:pt x="11846" y="2143"/>
                    <a:pt x="12004" y="1985"/>
                    <a:pt x="12004" y="1796"/>
                  </a:cubicBezTo>
                  <a:lnTo>
                    <a:pt x="12004" y="378"/>
                  </a:lnTo>
                  <a:cubicBezTo>
                    <a:pt x="12004" y="189"/>
                    <a:pt x="11846" y="0"/>
                    <a:pt x="11657" y="0"/>
                  </a:cubicBezTo>
                  <a:lnTo>
                    <a:pt x="10239" y="0"/>
                  </a:lnTo>
                  <a:cubicBezTo>
                    <a:pt x="10050" y="0"/>
                    <a:pt x="9893" y="189"/>
                    <a:pt x="9893" y="378"/>
                  </a:cubicBezTo>
                  <a:lnTo>
                    <a:pt x="9893" y="725"/>
                  </a:lnTo>
                  <a:lnTo>
                    <a:pt x="2111" y="725"/>
                  </a:lnTo>
                  <a:lnTo>
                    <a:pt x="2111" y="378"/>
                  </a:lnTo>
                  <a:cubicBezTo>
                    <a:pt x="2111" y="189"/>
                    <a:pt x="1954" y="0"/>
                    <a:pt x="176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8" name="Google Shape;11558;p138"/>
            <p:cNvSpPr/>
            <p:nvPr/>
          </p:nvSpPr>
          <p:spPr>
            <a:xfrm>
              <a:off x="-48509525" y="2097050"/>
              <a:ext cx="52800" cy="52775"/>
            </a:xfrm>
            <a:custGeom>
              <a:rect b="b" l="l" r="r" t="t"/>
              <a:pathLst>
                <a:path extrusionOk="0" h="2111" w="2112">
                  <a:moveTo>
                    <a:pt x="1041" y="725"/>
                  </a:moveTo>
                  <a:cubicBezTo>
                    <a:pt x="1230" y="725"/>
                    <a:pt x="1387" y="882"/>
                    <a:pt x="1387" y="1071"/>
                  </a:cubicBezTo>
                  <a:cubicBezTo>
                    <a:pt x="1387" y="1260"/>
                    <a:pt x="1230" y="1418"/>
                    <a:pt x="1041" y="1418"/>
                  </a:cubicBezTo>
                  <a:cubicBezTo>
                    <a:pt x="852" y="1418"/>
                    <a:pt x="694" y="1260"/>
                    <a:pt x="694" y="1071"/>
                  </a:cubicBezTo>
                  <a:cubicBezTo>
                    <a:pt x="694" y="882"/>
                    <a:pt x="852" y="725"/>
                    <a:pt x="1041" y="725"/>
                  </a:cubicBezTo>
                  <a:close/>
                  <a:moveTo>
                    <a:pt x="1041" y="0"/>
                  </a:moveTo>
                  <a:cubicBezTo>
                    <a:pt x="442" y="0"/>
                    <a:pt x="1" y="473"/>
                    <a:pt x="1" y="1071"/>
                  </a:cubicBezTo>
                  <a:cubicBezTo>
                    <a:pt x="1" y="1670"/>
                    <a:pt x="442" y="2111"/>
                    <a:pt x="1041" y="2111"/>
                  </a:cubicBezTo>
                  <a:cubicBezTo>
                    <a:pt x="1639" y="2111"/>
                    <a:pt x="2112" y="1670"/>
                    <a:pt x="2112" y="1071"/>
                  </a:cubicBezTo>
                  <a:cubicBezTo>
                    <a:pt x="2112" y="473"/>
                    <a:pt x="1639" y="0"/>
                    <a:pt x="104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59" name="Google Shape;11559;p138"/>
          <p:cNvGrpSpPr/>
          <p:nvPr/>
        </p:nvGrpSpPr>
        <p:grpSpPr>
          <a:xfrm>
            <a:off x="3070499" y="1788993"/>
            <a:ext cx="359154" cy="361004"/>
            <a:chOff x="-48634750" y="2342000"/>
            <a:chExt cx="300900" cy="302450"/>
          </a:xfrm>
        </p:grpSpPr>
        <p:sp>
          <p:nvSpPr>
            <p:cNvPr id="11560" name="Google Shape;11560;p138"/>
            <p:cNvSpPr/>
            <p:nvPr/>
          </p:nvSpPr>
          <p:spPr>
            <a:xfrm>
              <a:off x="-48545750" y="2342000"/>
              <a:ext cx="211900" cy="300875"/>
            </a:xfrm>
            <a:custGeom>
              <a:rect b="b" l="l" r="r" t="t"/>
              <a:pathLst>
                <a:path extrusionOk="0" h="12035" w="8476">
                  <a:moveTo>
                    <a:pt x="6711" y="725"/>
                  </a:moveTo>
                  <a:cubicBezTo>
                    <a:pt x="7310" y="725"/>
                    <a:pt x="7782" y="1197"/>
                    <a:pt x="7782" y="1764"/>
                  </a:cubicBezTo>
                  <a:lnTo>
                    <a:pt x="7782" y="10239"/>
                  </a:lnTo>
                  <a:cubicBezTo>
                    <a:pt x="7782" y="10838"/>
                    <a:pt x="7310" y="11310"/>
                    <a:pt x="6711" y="11310"/>
                  </a:cubicBezTo>
                  <a:lnTo>
                    <a:pt x="1797" y="11310"/>
                  </a:lnTo>
                  <a:cubicBezTo>
                    <a:pt x="1198" y="11310"/>
                    <a:pt x="725" y="10838"/>
                    <a:pt x="725" y="10239"/>
                  </a:cubicBezTo>
                  <a:lnTo>
                    <a:pt x="725" y="1764"/>
                  </a:lnTo>
                  <a:cubicBezTo>
                    <a:pt x="725" y="1197"/>
                    <a:pt x="1198" y="725"/>
                    <a:pt x="1797" y="725"/>
                  </a:cubicBezTo>
                  <a:close/>
                  <a:moveTo>
                    <a:pt x="1797" y="0"/>
                  </a:moveTo>
                  <a:cubicBezTo>
                    <a:pt x="788" y="0"/>
                    <a:pt x="1" y="788"/>
                    <a:pt x="1" y="1764"/>
                  </a:cubicBezTo>
                  <a:lnTo>
                    <a:pt x="1" y="10239"/>
                  </a:lnTo>
                  <a:cubicBezTo>
                    <a:pt x="1" y="11247"/>
                    <a:pt x="788" y="12035"/>
                    <a:pt x="1797" y="12035"/>
                  </a:cubicBezTo>
                  <a:lnTo>
                    <a:pt x="6711" y="12035"/>
                  </a:lnTo>
                  <a:cubicBezTo>
                    <a:pt x="7688" y="12035"/>
                    <a:pt x="8476" y="11247"/>
                    <a:pt x="8476" y="10239"/>
                  </a:cubicBezTo>
                  <a:lnTo>
                    <a:pt x="8476" y="1764"/>
                  </a:lnTo>
                  <a:cubicBezTo>
                    <a:pt x="8476" y="788"/>
                    <a:pt x="7688" y="0"/>
                    <a:pt x="671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1" name="Google Shape;11561;p138"/>
            <p:cNvSpPr/>
            <p:nvPr/>
          </p:nvSpPr>
          <p:spPr>
            <a:xfrm>
              <a:off x="-48509525" y="2395550"/>
              <a:ext cx="52800" cy="52800"/>
            </a:xfrm>
            <a:custGeom>
              <a:rect b="b" l="l" r="r" t="t"/>
              <a:pathLst>
                <a:path extrusionOk="0" h="2112" w="2112">
                  <a:moveTo>
                    <a:pt x="1041" y="694"/>
                  </a:moveTo>
                  <a:cubicBezTo>
                    <a:pt x="1230" y="694"/>
                    <a:pt x="1387" y="851"/>
                    <a:pt x="1387" y="1040"/>
                  </a:cubicBezTo>
                  <a:cubicBezTo>
                    <a:pt x="1387" y="1261"/>
                    <a:pt x="1230" y="1418"/>
                    <a:pt x="1041" y="1418"/>
                  </a:cubicBezTo>
                  <a:cubicBezTo>
                    <a:pt x="852" y="1418"/>
                    <a:pt x="694" y="1261"/>
                    <a:pt x="694" y="1040"/>
                  </a:cubicBezTo>
                  <a:cubicBezTo>
                    <a:pt x="694" y="851"/>
                    <a:pt x="852" y="694"/>
                    <a:pt x="1041" y="694"/>
                  </a:cubicBezTo>
                  <a:close/>
                  <a:moveTo>
                    <a:pt x="1041" y="0"/>
                  </a:moveTo>
                  <a:cubicBezTo>
                    <a:pt x="442" y="0"/>
                    <a:pt x="1" y="473"/>
                    <a:pt x="1" y="1040"/>
                  </a:cubicBezTo>
                  <a:cubicBezTo>
                    <a:pt x="1" y="1639"/>
                    <a:pt x="442" y="2111"/>
                    <a:pt x="1041" y="2111"/>
                  </a:cubicBezTo>
                  <a:cubicBezTo>
                    <a:pt x="1639" y="2111"/>
                    <a:pt x="2112" y="1639"/>
                    <a:pt x="2112" y="1040"/>
                  </a:cubicBezTo>
                  <a:cubicBezTo>
                    <a:pt x="2112" y="473"/>
                    <a:pt x="1639" y="0"/>
                    <a:pt x="104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2" name="Google Shape;11562;p138"/>
            <p:cNvSpPr/>
            <p:nvPr/>
          </p:nvSpPr>
          <p:spPr>
            <a:xfrm>
              <a:off x="-48509525" y="2466425"/>
              <a:ext cx="52800" cy="52800"/>
            </a:xfrm>
            <a:custGeom>
              <a:rect b="b" l="l" r="r" t="t"/>
              <a:pathLst>
                <a:path extrusionOk="0" h="2112" w="2112">
                  <a:moveTo>
                    <a:pt x="1041" y="694"/>
                  </a:moveTo>
                  <a:cubicBezTo>
                    <a:pt x="1230" y="694"/>
                    <a:pt x="1387" y="851"/>
                    <a:pt x="1387" y="1072"/>
                  </a:cubicBezTo>
                  <a:cubicBezTo>
                    <a:pt x="1387" y="1261"/>
                    <a:pt x="1230" y="1419"/>
                    <a:pt x="1041" y="1419"/>
                  </a:cubicBezTo>
                  <a:cubicBezTo>
                    <a:pt x="852" y="1419"/>
                    <a:pt x="694" y="1261"/>
                    <a:pt x="694" y="1072"/>
                  </a:cubicBezTo>
                  <a:cubicBezTo>
                    <a:pt x="694" y="851"/>
                    <a:pt x="852" y="694"/>
                    <a:pt x="1041" y="694"/>
                  </a:cubicBezTo>
                  <a:close/>
                  <a:moveTo>
                    <a:pt x="1041" y="1"/>
                  </a:moveTo>
                  <a:cubicBezTo>
                    <a:pt x="442" y="1"/>
                    <a:pt x="1" y="473"/>
                    <a:pt x="1" y="1072"/>
                  </a:cubicBezTo>
                  <a:cubicBezTo>
                    <a:pt x="1" y="1639"/>
                    <a:pt x="442" y="2112"/>
                    <a:pt x="1041" y="2112"/>
                  </a:cubicBezTo>
                  <a:cubicBezTo>
                    <a:pt x="1639" y="2112"/>
                    <a:pt x="2112" y="1639"/>
                    <a:pt x="2112" y="1072"/>
                  </a:cubicBezTo>
                  <a:cubicBezTo>
                    <a:pt x="2112" y="473"/>
                    <a:pt x="1639" y="1"/>
                    <a:pt x="104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3" name="Google Shape;11563;p138"/>
            <p:cNvSpPr/>
            <p:nvPr/>
          </p:nvSpPr>
          <p:spPr>
            <a:xfrm>
              <a:off x="-48509525" y="2537325"/>
              <a:ext cx="52800" cy="52800"/>
            </a:xfrm>
            <a:custGeom>
              <a:rect b="b" l="l" r="r" t="t"/>
              <a:pathLst>
                <a:path extrusionOk="0" h="2112" w="2112">
                  <a:moveTo>
                    <a:pt x="1041" y="693"/>
                  </a:moveTo>
                  <a:cubicBezTo>
                    <a:pt x="1230" y="693"/>
                    <a:pt x="1387" y="851"/>
                    <a:pt x="1387" y="1071"/>
                  </a:cubicBezTo>
                  <a:cubicBezTo>
                    <a:pt x="1387" y="1260"/>
                    <a:pt x="1230" y="1418"/>
                    <a:pt x="1041" y="1418"/>
                  </a:cubicBezTo>
                  <a:cubicBezTo>
                    <a:pt x="852" y="1418"/>
                    <a:pt x="694" y="1260"/>
                    <a:pt x="694" y="1071"/>
                  </a:cubicBezTo>
                  <a:cubicBezTo>
                    <a:pt x="694" y="851"/>
                    <a:pt x="852" y="693"/>
                    <a:pt x="1041" y="693"/>
                  </a:cubicBezTo>
                  <a:close/>
                  <a:moveTo>
                    <a:pt x="1041" y="0"/>
                  </a:moveTo>
                  <a:cubicBezTo>
                    <a:pt x="442" y="0"/>
                    <a:pt x="1" y="473"/>
                    <a:pt x="1" y="1071"/>
                  </a:cubicBezTo>
                  <a:cubicBezTo>
                    <a:pt x="1" y="1639"/>
                    <a:pt x="442" y="2111"/>
                    <a:pt x="1041" y="2111"/>
                  </a:cubicBezTo>
                  <a:cubicBezTo>
                    <a:pt x="1639" y="2111"/>
                    <a:pt x="2112" y="1639"/>
                    <a:pt x="2112" y="1071"/>
                  </a:cubicBezTo>
                  <a:cubicBezTo>
                    <a:pt x="2112" y="473"/>
                    <a:pt x="1639" y="0"/>
                    <a:pt x="104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4" name="Google Shape;11564;p138"/>
            <p:cNvSpPr/>
            <p:nvPr/>
          </p:nvSpPr>
          <p:spPr>
            <a:xfrm>
              <a:off x="-48421300" y="2395550"/>
              <a:ext cx="52800" cy="52800"/>
            </a:xfrm>
            <a:custGeom>
              <a:rect b="b" l="l" r="r" t="t"/>
              <a:pathLst>
                <a:path extrusionOk="0" h="2112" w="2112">
                  <a:moveTo>
                    <a:pt x="1072" y="694"/>
                  </a:moveTo>
                  <a:cubicBezTo>
                    <a:pt x="1261" y="694"/>
                    <a:pt x="1418" y="851"/>
                    <a:pt x="1418" y="1040"/>
                  </a:cubicBezTo>
                  <a:cubicBezTo>
                    <a:pt x="1387" y="1261"/>
                    <a:pt x="1229" y="1418"/>
                    <a:pt x="1072" y="1418"/>
                  </a:cubicBezTo>
                  <a:cubicBezTo>
                    <a:pt x="851" y="1418"/>
                    <a:pt x="725" y="1261"/>
                    <a:pt x="725" y="1040"/>
                  </a:cubicBezTo>
                  <a:cubicBezTo>
                    <a:pt x="725" y="851"/>
                    <a:pt x="851" y="694"/>
                    <a:pt x="1072" y="694"/>
                  </a:cubicBezTo>
                  <a:close/>
                  <a:moveTo>
                    <a:pt x="1072" y="0"/>
                  </a:moveTo>
                  <a:cubicBezTo>
                    <a:pt x="473" y="0"/>
                    <a:pt x="1" y="473"/>
                    <a:pt x="1" y="1040"/>
                  </a:cubicBezTo>
                  <a:cubicBezTo>
                    <a:pt x="1" y="1639"/>
                    <a:pt x="473" y="2111"/>
                    <a:pt x="1072" y="2111"/>
                  </a:cubicBezTo>
                  <a:cubicBezTo>
                    <a:pt x="1639" y="2111"/>
                    <a:pt x="2111" y="1639"/>
                    <a:pt x="2111" y="1040"/>
                  </a:cubicBezTo>
                  <a:cubicBezTo>
                    <a:pt x="2080" y="473"/>
                    <a:pt x="1607"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5" name="Google Shape;11565;p138"/>
            <p:cNvSpPr/>
            <p:nvPr/>
          </p:nvSpPr>
          <p:spPr>
            <a:xfrm>
              <a:off x="-48421300" y="2466425"/>
              <a:ext cx="52800" cy="52800"/>
            </a:xfrm>
            <a:custGeom>
              <a:rect b="b" l="l" r="r" t="t"/>
              <a:pathLst>
                <a:path extrusionOk="0" h="2112" w="2112">
                  <a:moveTo>
                    <a:pt x="1072" y="694"/>
                  </a:moveTo>
                  <a:cubicBezTo>
                    <a:pt x="1261" y="694"/>
                    <a:pt x="1418" y="851"/>
                    <a:pt x="1418" y="1072"/>
                  </a:cubicBezTo>
                  <a:cubicBezTo>
                    <a:pt x="1387" y="1261"/>
                    <a:pt x="1229" y="1419"/>
                    <a:pt x="1072" y="1419"/>
                  </a:cubicBezTo>
                  <a:cubicBezTo>
                    <a:pt x="851" y="1419"/>
                    <a:pt x="725" y="1261"/>
                    <a:pt x="725" y="1072"/>
                  </a:cubicBezTo>
                  <a:cubicBezTo>
                    <a:pt x="725" y="851"/>
                    <a:pt x="851" y="694"/>
                    <a:pt x="1072" y="694"/>
                  </a:cubicBezTo>
                  <a:close/>
                  <a:moveTo>
                    <a:pt x="1072" y="1"/>
                  </a:moveTo>
                  <a:cubicBezTo>
                    <a:pt x="473" y="1"/>
                    <a:pt x="1" y="473"/>
                    <a:pt x="1" y="1072"/>
                  </a:cubicBezTo>
                  <a:cubicBezTo>
                    <a:pt x="1" y="1639"/>
                    <a:pt x="473" y="2112"/>
                    <a:pt x="1072" y="2112"/>
                  </a:cubicBezTo>
                  <a:cubicBezTo>
                    <a:pt x="1639" y="2112"/>
                    <a:pt x="2111" y="1639"/>
                    <a:pt x="2111" y="1072"/>
                  </a:cubicBezTo>
                  <a:cubicBezTo>
                    <a:pt x="2080" y="473"/>
                    <a:pt x="1607" y="1"/>
                    <a:pt x="107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6" name="Google Shape;11566;p138"/>
            <p:cNvSpPr/>
            <p:nvPr/>
          </p:nvSpPr>
          <p:spPr>
            <a:xfrm>
              <a:off x="-48421300" y="2537325"/>
              <a:ext cx="52800" cy="52800"/>
            </a:xfrm>
            <a:custGeom>
              <a:rect b="b" l="l" r="r" t="t"/>
              <a:pathLst>
                <a:path extrusionOk="0" h="2112" w="2112">
                  <a:moveTo>
                    <a:pt x="1072" y="693"/>
                  </a:moveTo>
                  <a:cubicBezTo>
                    <a:pt x="1261" y="693"/>
                    <a:pt x="1418" y="851"/>
                    <a:pt x="1418" y="1071"/>
                  </a:cubicBezTo>
                  <a:cubicBezTo>
                    <a:pt x="1418" y="1260"/>
                    <a:pt x="1229" y="1418"/>
                    <a:pt x="1072" y="1418"/>
                  </a:cubicBezTo>
                  <a:cubicBezTo>
                    <a:pt x="851" y="1418"/>
                    <a:pt x="725" y="1260"/>
                    <a:pt x="725" y="1071"/>
                  </a:cubicBezTo>
                  <a:cubicBezTo>
                    <a:pt x="725" y="851"/>
                    <a:pt x="851" y="693"/>
                    <a:pt x="1072" y="693"/>
                  </a:cubicBezTo>
                  <a:close/>
                  <a:moveTo>
                    <a:pt x="1072" y="0"/>
                  </a:moveTo>
                  <a:cubicBezTo>
                    <a:pt x="473" y="0"/>
                    <a:pt x="1" y="473"/>
                    <a:pt x="1" y="1071"/>
                  </a:cubicBezTo>
                  <a:cubicBezTo>
                    <a:pt x="1" y="1639"/>
                    <a:pt x="473" y="2111"/>
                    <a:pt x="1072" y="2111"/>
                  </a:cubicBezTo>
                  <a:cubicBezTo>
                    <a:pt x="1639" y="2111"/>
                    <a:pt x="2111" y="1639"/>
                    <a:pt x="2111" y="1071"/>
                  </a:cubicBezTo>
                  <a:cubicBezTo>
                    <a:pt x="2080" y="473"/>
                    <a:pt x="1607"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7" name="Google Shape;11567;p138"/>
            <p:cNvSpPr/>
            <p:nvPr/>
          </p:nvSpPr>
          <p:spPr>
            <a:xfrm>
              <a:off x="-48634750" y="2342775"/>
              <a:ext cx="71700" cy="301675"/>
            </a:xfrm>
            <a:custGeom>
              <a:rect b="b" l="l" r="r" t="t"/>
              <a:pathLst>
                <a:path extrusionOk="0" h="12067" w="2868">
                  <a:moveTo>
                    <a:pt x="1891" y="725"/>
                  </a:moveTo>
                  <a:lnTo>
                    <a:pt x="1891" y="725"/>
                  </a:lnTo>
                  <a:cubicBezTo>
                    <a:pt x="1828" y="851"/>
                    <a:pt x="1796" y="946"/>
                    <a:pt x="1796" y="1072"/>
                  </a:cubicBezTo>
                  <a:cubicBezTo>
                    <a:pt x="1765" y="1450"/>
                    <a:pt x="1859" y="1796"/>
                    <a:pt x="2112" y="2143"/>
                  </a:cubicBezTo>
                  <a:cubicBezTo>
                    <a:pt x="2175" y="2174"/>
                    <a:pt x="2206" y="2269"/>
                    <a:pt x="2175" y="2332"/>
                  </a:cubicBezTo>
                  <a:cubicBezTo>
                    <a:pt x="2049" y="2616"/>
                    <a:pt x="1796" y="2805"/>
                    <a:pt x="1481" y="2805"/>
                  </a:cubicBezTo>
                  <a:cubicBezTo>
                    <a:pt x="1103" y="2805"/>
                    <a:pt x="788" y="2489"/>
                    <a:pt x="788" y="2111"/>
                  </a:cubicBezTo>
                  <a:cubicBezTo>
                    <a:pt x="725" y="1702"/>
                    <a:pt x="883" y="1355"/>
                    <a:pt x="1166" y="1135"/>
                  </a:cubicBezTo>
                  <a:cubicBezTo>
                    <a:pt x="1418" y="883"/>
                    <a:pt x="1607" y="788"/>
                    <a:pt x="1891" y="725"/>
                  </a:cubicBezTo>
                  <a:close/>
                  <a:moveTo>
                    <a:pt x="1481" y="3529"/>
                  </a:moveTo>
                  <a:cubicBezTo>
                    <a:pt x="1733" y="3750"/>
                    <a:pt x="1891" y="4600"/>
                    <a:pt x="1954" y="4947"/>
                  </a:cubicBezTo>
                  <a:lnTo>
                    <a:pt x="977" y="4947"/>
                  </a:lnTo>
                  <a:cubicBezTo>
                    <a:pt x="1040" y="4600"/>
                    <a:pt x="1198" y="3750"/>
                    <a:pt x="1481" y="3529"/>
                  </a:cubicBezTo>
                  <a:close/>
                  <a:moveTo>
                    <a:pt x="2049" y="5608"/>
                  </a:moveTo>
                  <a:cubicBezTo>
                    <a:pt x="2112" y="6176"/>
                    <a:pt x="2112" y="6743"/>
                    <a:pt x="2112" y="7373"/>
                  </a:cubicBezTo>
                  <a:cubicBezTo>
                    <a:pt x="2143" y="9421"/>
                    <a:pt x="1796" y="10933"/>
                    <a:pt x="1450" y="11279"/>
                  </a:cubicBezTo>
                  <a:cubicBezTo>
                    <a:pt x="1387" y="11216"/>
                    <a:pt x="1166" y="10964"/>
                    <a:pt x="1009" y="10145"/>
                  </a:cubicBezTo>
                  <a:cubicBezTo>
                    <a:pt x="851" y="9389"/>
                    <a:pt x="725" y="8412"/>
                    <a:pt x="725" y="7373"/>
                  </a:cubicBezTo>
                  <a:cubicBezTo>
                    <a:pt x="725" y="6743"/>
                    <a:pt x="788" y="6176"/>
                    <a:pt x="820" y="5608"/>
                  </a:cubicBezTo>
                  <a:close/>
                  <a:moveTo>
                    <a:pt x="2458" y="1"/>
                  </a:moveTo>
                  <a:cubicBezTo>
                    <a:pt x="1765" y="1"/>
                    <a:pt x="1198" y="64"/>
                    <a:pt x="631" y="631"/>
                  </a:cubicBezTo>
                  <a:cubicBezTo>
                    <a:pt x="221" y="1040"/>
                    <a:pt x="1" y="1576"/>
                    <a:pt x="1" y="2143"/>
                  </a:cubicBezTo>
                  <a:cubicBezTo>
                    <a:pt x="1" y="2647"/>
                    <a:pt x="253" y="3120"/>
                    <a:pt x="694" y="3372"/>
                  </a:cubicBezTo>
                  <a:cubicBezTo>
                    <a:pt x="158" y="4317"/>
                    <a:pt x="1" y="6333"/>
                    <a:pt x="1" y="7467"/>
                  </a:cubicBezTo>
                  <a:cubicBezTo>
                    <a:pt x="1" y="8570"/>
                    <a:pt x="95" y="10586"/>
                    <a:pt x="694" y="11563"/>
                  </a:cubicBezTo>
                  <a:cubicBezTo>
                    <a:pt x="883" y="11909"/>
                    <a:pt x="1135" y="12067"/>
                    <a:pt x="1418" y="12067"/>
                  </a:cubicBezTo>
                  <a:cubicBezTo>
                    <a:pt x="1670" y="12067"/>
                    <a:pt x="1923" y="11909"/>
                    <a:pt x="2112" y="11563"/>
                  </a:cubicBezTo>
                  <a:cubicBezTo>
                    <a:pt x="2679" y="10618"/>
                    <a:pt x="2836" y="8601"/>
                    <a:pt x="2836" y="7467"/>
                  </a:cubicBezTo>
                  <a:cubicBezTo>
                    <a:pt x="2868" y="6270"/>
                    <a:pt x="2742" y="4285"/>
                    <a:pt x="2143" y="3309"/>
                  </a:cubicBezTo>
                  <a:cubicBezTo>
                    <a:pt x="2427" y="3151"/>
                    <a:pt x="2679" y="2899"/>
                    <a:pt x="2742" y="2584"/>
                  </a:cubicBezTo>
                  <a:cubicBezTo>
                    <a:pt x="2868" y="2269"/>
                    <a:pt x="2773" y="1954"/>
                    <a:pt x="2584" y="1702"/>
                  </a:cubicBezTo>
                  <a:cubicBezTo>
                    <a:pt x="2395" y="1481"/>
                    <a:pt x="2269" y="1166"/>
                    <a:pt x="2742" y="568"/>
                  </a:cubicBezTo>
                  <a:cubicBezTo>
                    <a:pt x="2836" y="442"/>
                    <a:pt x="2868" y="347"/>
                    <a:pt x="2773" y="221"/>
                  </a:cubicBezTo>
                  <a:cubicBezTo>
                    <a:pt x="2742" y="95"/>
                    <a:pt x="2584" y="1"/>
                    <a:pt x="245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68" name="Google Shape;11568;p138"/>
          <p:cNvGrpSpPr/>
          <p:nvPr/>
        </p:nvGrpSpPr>
        <p:grpSpPr>
          <a:xfrm>
            <a:off x="3071439" y="2237377"/>
            <a:ext cx="357274" cy="357274"/>
            <a:chOff x="-48633175" y="2711375"/>
            <a:chExt cx="299325" cy="299325"/>
          </a:xfrm>
        </p:grpSpPr>
        <p:sp>
          <p:nvSpPr>
            <p:cNvPr id="11569" name="Google Shape;11569;p138"/>
            <p:cNvSpPr/>
            <p:nvPr/>
          </p:nvSpPr>
          <p:spPr>
            <a:xfrm>
              <a:off x="-48633175" y="2711375"/>
              <a:ext cx="299325" cy="299325"/>
            </a:xfrm>
            <a:custGeom>
              <a:rect b="b" l="l" r="r" t="t"/>
              <a:pathLst>
                <a:path extrusionOk="0" h="11973" w="11973">
                  <a:moveTo>
                    <a:pt x="6459" y="662"/>
                  </a:moveTo>
                  <a:lnTo>
                    <a:pt x="6774" y="1356"/>
                  </a:lnTo>
                  <a:cubicBezTo>
                    <a:pt x="6837" y="1419"/>
                    <a:pt x="6900" y="1513"/>
                    <a:pt x="7026" y="1545"/>
                  </a:cubicBezTo>
                  <a:cubicBezTo>
                    <a:pt x="7499" y="1671"/>
                    <a:pt x="7971" y="1860"/>
                    <a:pt x="8413" y="2080"/>
                  </a:cubicBezTo>
                  <a:cubicBezTo>
                    <a:pt x="8459" y="2126"/>
                    <a:pt x="8539" y="2156"/>
                    <a:pt x="8627" y="2156"/>
                  </a:cubicBezTo>
                  <a:cubicBezTo>
                    <a:pt x="8660" y="2156"/>
                    <a:pt x="8694" y="2152"/>
                    <a:pt x="8728" y="2143"/>
                  </a:cubicBezTo>
                  <a:lnTo>
                    <a:pt x="9389" y="1891"/>
                  </a:lnTo>
                  <a:lnTo>
                    <a:pt x="10051" y="2553"/>
                  </a:lnTo>
                  <a:lnTo>
                    <a:pt x="9799" y="3214"/>
                  </a:lnTo>
                  <a:cubicBezTo>
                    <a:pt x="9767" y="3340"/>
                    <a:pt x="9767" y="3435"/>
                    <a:pt x="9862" y="3561"/>
                  </a:cubicBezTo>
                  <a:cubicBezTo>
                    <a:pt x="10114" y="3970"/>
                    <a:pt x="10334" y="4412"/>
                    <a:pt x="10397" y="4916"/>
                  </a:cubicBezTo>
                  <a:cubicBezTo>
                    <a:pt x="10460" y="5042"/>
                    <a:pt x="10492" y="5136"/>
                    <a:pt x="10586" y="5168"/>
                  </a:cubicBezTo>
                  <a:lnTo>
                    <a:pt x="11279" y="5483"/>
                  </a:lnTo>
                  <a:lnTo>
                    <a:pt x="11279" y="6459"/>
                  </a:lnTo>
                  <a:lnTo>
                    <a:pt x="10586" y="6774"/>
                  </a:lnTo>
                  <a:cubicBezTo>
                    <a:pt x="10523" y="6806"/>
                    <a:pt x="10460" y="6900"/>
                    <a:pt x="10397" y="7026"/>
                  </a:cubicBezTo>
                  <a:cubicBezTo>
                    <a:pt x="10271" y="7499"/>
                    <a:pt x="10082" y="7972"/>
                    <a:pt x="9862" y="8381"/>
                  </a:cubicBezTo>
                  <a:cubicBezTo>
                    <a:pt x="9799" y="8476"/>
                    <a:pt x="9767" y="8602"/>
                    <a:pt x="9799" y="8696"/>
                  </a:cubicBezTo>
                  <a:lnTo>
                    <a:pt x="10051" y="9389"/>
                  </a:lnTo>
                  <a:lnTo>
                    <a:pt x="9389" y="10051"/>
                  </a:lnTo>
                  <a:lnTo>
                    <a:pt x="8728" y="9799"/>
                  </a:lnTo>
                  <a:cubicBezTo>
                    <a:pt x="8681" y="9787"/>
                    <a:pt x="8640" y="9780"/>
                    <a:pt x="8600" y="9780"/>
                  </a:cubicBezTo>
                  <a:cubicBezTo>
                    <a:pt x="8532" y="9780"/>
                    <a:pt x="8472" y="9802"/>
                    <a:pt x="8413" y="9862"/>
                  </a:cubicBezTo>
                  <a:cubicBezTo>
                    <a:pt x="7971" y="10114"/>
                    <a:pt x="7530" y="10303"/>
                    <a:pt x="7026" y="10397"/>
                  </a:cubicBezTo>
                  <a:cubicBezTo>
                    <a:pt x="6900" y="10429"/>
                    <a:pt x="6837" y="10492"/>
                    <a:pt x="6774" y="10586"/>
                  </a:cubicBezTo>
                  <a:lnTo>
                    <a:pt x="6459" y="11280"/>
                  </a:lnTo>
                  <a:lnTo>
                    <a:pt x="5483" y="11280"/>
                  </a:lnTo>
                  <a:lnTo>
                    <a:pt x="5168" y="10586"/>
                  </a:lnTo>
                  <a:cubicBezTo>
                    <a:pt x="5136" y="10523"/>
                    <a:pt x="5042" y="10429"/>
                    <a:pt x="4915" y="10397"/>
                  </a:cubicBezTo>
                  <a:cubicBezTo>
                    <a:pt x="4443" y="10271"/>
                    <a:pt x="3970" y="10082"/>
                    <a:pt x="3561" y="9862"/>
                  </a:cubicBezTo>
                  <a:cubicBezTo>
                    <a:pt x="3492" y="9816"/>
                    <a:pt x="3406" y="9786"/>
                    <a:pt x="3327" y="9786"/>
                  </a:cubicBezTo>
                  <a:cubicBezTo>
                    <a:pt x="3299" y="9786"/>
                    <a:pt x="3271" y="9790"/>
                    <a:pt x="3246" y="9799"/>
                  </a:cubicBezTo>
                  <a:lnTo>
                    <a:pt x="2553" y="10051"/>
                  </a:lnTo>
                  <a:lnTo>
                    <a:pt x="1891" y="9389"/>
                  </a:lnTo>
                  <a:lnTo>
                    <a:pt x="2143" y="8696"/>
                  </a:lnTo>
                  <a:cubicBezTo>
                    <a:pt x="2175" y="8602"/>
                    <a:pt x="2175" y="8507"/>
                    <a:pt x="2080" y="8381"/>
                  </a:cubicBezTo>
                  <a:cubicBezTo>
                    <a:pt x="1828" y="7972"/>
                    <a:pt x="1607" y="7531"/>
                    <a:pt x="1544" y="7026"/>
                  </a:cubicBezTo>
                  <a:cubicBezTo>
                    <a:pt x="1513" y="6900"/>
                    <a:pt x="1450" y="6806"/>
                    <a:pt x="1355" y="6774"/>
                  </a:cubicBezTo>
                  <a:lnTo>
                    <a:pt x="662" y="6459"/>
                  </a:lnTo>
                  <a:lnTo>
                    <a:pt x="662" y="5483"/>
                  </a:lnTo>
                  <a:lnTo>
                    <a:pt x="1355" y="5168"/>
                  </a:lnTo>
                  <a:cubicBezTo>
                    <a:pt x="1418" y="5136"/>
                    <a:pt x="1513" y="5042"/>
                    <a:pt x="1544" y="4916"/>
                  </a:cubicBezTo>
                  <a:cubicBezTo>
                    <a:pt x="1670" y="4443"/>
                    <a:pt x="1860" y="3970"/>
                    <a:pt x="2080" y="3561"/>
                  </a:cubicBezTo>
                  <a:cubicBezTo>
                    <a:pt x="2143" y="3466"/>
                    <a:pt x="2175" y="3340"/>
                    <a:pt x="2143" y="3214"/>
                  </a:cubicBezTo>
                  <a:lnTo>
                    <a:pt x="1891" y="2553"/>
                  </a:lnTo>
                  <a:lnTo>
                    <a:pt x="2553" y="1891"/>
                  </a:lnTo>
                  <a:lnTo>
                    <a:pt x="3246" y="2143"/>
                  </a:lnTo>
                  <a:cubicBezTo>
                    <a:pt x="3280" y="2155"/>
                    <a:pt x="3315" y="2162"/>
                    <a:pt x="3351" y="2162"/>
                  </a:cubicBezTo>
                  <a:cubicBezTo>
                    <a:pt x="3414" y="2162"/>
                    <a:pt x="3481" y="2140"/>
                    <a:pt x="3561" y="2080"/>
                  </a:cubicBezTo>
                  <a:cubicBezTo>
                    <a:pt x="3970" y="1828"/>
                    <a:pt x="4411" y="1608"/>
                    <a:pt x="4915" y="1545"/>
                  </a:cubicBezTo>
                  <a:cubicBezTo>
                    <a:pt x="5042" y="1513"/>
                    <a:pt x="5136" y="1450"/>
                    <a:pt x="5168" y="1356"/>
                  </a:cubicBezTo>
                  <a:lnTo>
                    <a:pt x="5483" y="662"/>
                  </a:lnTo>
                  <a:close/>
                  <a:moveTo>
                    <a:pt x="5294" y="1"/>
                  </a:moveTo>
                  <a:cubicBezTo>
                    <a:pt x="5168" y="1"/>
                    <a:pt x="5010" y="64"/>
                    <a:pt x="4978" y="190"/>
                  </a:cubicBezTo>
                  <a:lnTo>
                    <a:pt x="4632" y="915"/>
                  </a:lnTo>
                  <a:cubicBezTo>
                    <a:pt x="4191" y="1041"/>
                    <a:pt x="3750" y="1198"/>
                    <a:pt x="3372" y="1419"/>
                  </a:cubicBezTo>
                  <a:lnTo>
                    <a:pt x="2616" y="1198"/>
                  </a:lnTo>
                  <a:cubicBezTo>
                    <a:pt x="2579" y="1180"/>
                    <a:pt x="2539" y="1172"/>
                    <a:pt x="2500" y="1172"/>
                  </a:cubicBezTo>
                  <a:cubicBezTo>
                    <a:pt x="2405" y="1172"/>
                    <a:pt x="2314" y="1217"/>
                    <a:pt x="2269" y="1261"/>
                  </a:cubicBezTo>
                  <a:lnTo>
                    <a:pt x="1261" y="2238"/>
                  </a:lnTo>
                  <a:cubicBezTo>
                    <a:pt x="1198" y="2332"/>
                    <a:pt x="1166" y="2490"/>
                    <a:pt x="1198" y="2616"/>
                  </a:cubicBezTo>
                  <a:lnTo>
                    <a:pt x="1418" y="3340"/>
                  </a:lnTo>
                  <a:cubicBezTo>
                    <a:pt x="1198" y="3750"/>
                    <a:pt x="1040" y="4191"/>
                    <a:pt x="914" y="4601"/>
                  </a:cubicBezTo>
                  <a:lnTo>
                    <a:pt x="221" y="4979"/>
                  </a:lnTo>
                  <a:cubicBezTo>
                    <a:pt x="95" y="5010"/>
                    <a:pt x="1" y="5168"/>
                    <a:pt x="1" y="5294"/>
                  </a:cubicBezTo>
                  <a:lnTo>
                    <a:pt x="1" y="6711"/>
                  </a:lnTo>
                  <a:cubicBezTo>
                    <a:pt x="1" y="6806"/>
                    <a:pt x="95" y="6963"/>
                    <a:pt x="221" y="7026"/>
                  </a:cubicBezTo>
                  <a:lnTo>
                    <a:pt x="914" y="7373"/>
                  </a:lnTo>
                  <a:cubicBezTo>
                    <a:pt x="1040" y="7814"/>
                    <a:pt x="1198" y="8224"/>
                    <a:pt x="1418" y="8633"/>
                  </a:cubicBezTo>
                  <a:lnTo>
                    <a:pt x="1198" y="9389"/>
                  </a:lnTo>
                  <a:cubicBezTo>
                    <a:pt x="1166" y="9484"/>
                    <a:pt x="1198" y="9641"/>
                    <a:pt x="1261" y="9736"/>
                  </a:cubicBezTo>
                  <a:lnTo>
                    <a:pt x="2269" y="10712"/>
                  </a:lnTo>
                  <a:cubicBezTo>
                    <a:pt x="2316" y="10783"/>
                    <a:pt x="2417" y="10819"/>
                    <a:pt x="2517" y="10819"/>
                  </a:cubicBezTo>
                  <a:cubicBezTo>
                    <a:pt x="2551" y="10819"/>
                    <a:pt x="2584" y="10815"/>
                    <a:pt x="2616" y="10807"/>
                  </a:cubicBezTo>
                  <a:lnTo>
                    <a:pt x="3372" y="10555"/>
                  </a:lnTo>
                  <a:cubicBezTo>
                    <a:pt x="3750" y="10807"/>
                    <a:pt x="4191" y="10965"/>
                    <a:pt x="4632" y="11059"/>
                  </a:cubicBezTo>
                  <a:lnTo>
                    <a:pt x="4978" y="11784"/>
                  </a:lnTo>
                  <a:cubicBezTo>
                    <a:pt x="5010" y="11910"/>
                    <a:pt x="5168" y="11973"/>
                    <a:pt x="5294" y="11973"/>
                  </a:cubicBezTo>
                  <a:lnTo>
                    <a:pt x="6711" y="11973"/>
                  </a:lnTo>
                  <a:cubicBezTo>
                    <a:pt x="6837" y="11973"/>
                    <a:pt x="6995" y="11910"/>
                    <a:pt x="7026" y="11784"/>
                  </a:cubicBezTo>
                  <a:lnTo>
                    <a:pt x="7373" y="11059"/>
                  </a:lnTo>
                  <a:cubicBezTo>
                    <a:pt x="7814" y="10965"/>
                    <a:pt x="8255" y="10807"/>
                    <a:pt x="8633" y="10555"/>
                  </a:cubicBezTo>
                  <a:lnTo>
                    <a:pt x="9389" y="10807"/>
                  </a:lnTo>
                  <a:cubicBezTo>
                    <a:pt x="9421" y="10815"/>
                    <a:pt x="9454" y="10819"/>
                    <a:pt x="9488" y="10819"/>
                  </a:cubicBezTo>
                  <a:cubicBezTo>
                    <a:pt x="9588" y="10819"/>
                    <a:pt x="9688" y="10783"/>
                    <a:pt x="9736" y="10712"/>
                  </a:cubicBezTo>
                  <a:lnTo>
                    <a:pt x="10712" y="9736"/>
                  </a:lnTo>
                  <a:cubicBezTo>
                    <a:pt x="10807" y="9641"/>
                    <a:pt x="10838" y="9484"/>
                    <a:pt x="10807" y="9389"/>
                  </a:cubicBezTo>
                  <a:lnTo>
                    <a:pt x="10555" y="8633"/>
                  </a:lnTo>
                  <a:cubicBezTo>
                    <a:pt x="10807" y="8224"/>
                    <a:pt x="10964" y="7814"/>
                    <a:pt x="11059" y="7373"/>
                  </a:cubicBezTo>
                  <a:lnTo>
                    <a:pt x="11784" y="7026"/>
                  </a:lnTo>
                  <a:cubicBezTo>
                    <a:pt x="11910" y="6963"/>
                    <a:pt x="11973" y="6806"/>
                    <a:pt x="11973" y="6711"/>
                  </a:cubicBezTo>
                  <a:lnTo>
                    <a:pt x="11973" y="5294"/>
                  </a:lnTo>
                  <a:cubicBezTo>
                    <a:pt x="11973" y="5168"/>
                    <a:pt x="11910" y="5042"/>
                    <a:pt x="11784" y="4979"/>
                  </a:cubicBezTo>
                  <a:lnTo>
                    <a:pt x="11059" y="4601"/>
                  </a:lnTo>
                  <a:cubicBezTo>
                    <a:pt x="10964" y="4191"/>
                    <a:pt x="10807" y="3750"/>
                    <a:pt x="10555" y="3340"/>
                  </a:cubicBezTo>
                  <a:lnTo>
                    <a:pt x="10807" y="2616"/>
                  </a:lnTo>
                  <a:cubicBezTo>
                    <a:pt x="10838" y="2490"/>
                    <a:pt x="10807" y="2332"/>
                    <a:pt x="10712" y="2238"/>
                  </a:cubicBezTo>
                  <a:lnTo>
                    <a:pt x="9736" y="1261"/>
                  </a:lnTo>
                  <a:cubicBezTo>
                    <a:pt x="9691" y="1217"/>
                    <a:pt x="9584" y="1172"/>
                    <a:pt x="9491" y="1172"/>
                  </a:cubicBezTo>
                  <a:cubicBezTo>
                    <a:pt x="9453" y="1172"/>
                    <a:pt x="9417" y="1180"/>
                    <a:pt x="9389" y="1198"/>
                  </a:cubicBezTo>
                  <a:lnTo>
                    <a:pt x="8633" y="1419"/>
                  </a:lnTo>
                  <a:cubicBezTo>
                    <a:pt x="8255" y="1198"/>
                    <a:pt x="7814" y="1041"/>
                    <a:pt x="7373" y="915"/>
                  </a:cubicBezTo>
                  <a:lnTo>
                    <a:pt x="7026" y="190"/>
                  </a:lnTo>
                  <a:cubicBezTo>
                    <a:pt x="6995" y="64"/>
                    <a:pt x="6837" y="1"/>
                    <a:pt x="671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0" name="Google Shape;11570;p138"/>
            <p:cNvSpPr/>
            <p:nvPr/>
          </p:nvSpPr>
          <p:spPr>
            <a:xfrm>
              <a:off x="-48579600" y="2764950"/>
              <a:ext cx="192975" cy="191400"/>
            </a:xfrm>
            <a:custGeom>
              <a:rect b="b" l="l" r="r" t="t"/>
              <a:pathLst>
                <a:path extrusionOk="0" h="7656" w="7719">
                  <a:moveTo>
                    <a:pt x="3844" y="3214"/>
                  </a:moveTo>
                  <a:lnTo>
                    <a:pt x="4442" y="4411"/>
                  </a:lnTo>
                  <a:cubicBezTo>
                    <a:pt x="4237" y="4490"/>
                    <a:pt x="4033" y="4529"/>
                    <a:pt x="3832" y="4529"/>
                  </a:cubicBezTo>
                  <a:cubicBezTo>
                    <a:pt x="3631" y="4529"/>
                    <a:pt x="3434" y="4490"/>
                    <a:pt x="3245" y="4411"/>
                  </a:cubicBezTo>
                  <a:lnTo>
                    <a:pt x="3844" y="3214"/>
                  </a:lnTo>
                  <a:close/>
                  <a:moveTo>
                    <a:pt x="3781" y="693"/>
                  </a:moveTo>
                  <a:cubicBezTo>
                    <a:pt x="5513" y="693"/>
                    <a:pt x="6931" y="2111"/>
                    <a:pt x="6931" y="3844"/>
                  </a:cubicBezTo>
                  <a:cubicBezTo>
                    <a:pt x="6994" y="5104"/>
                    <a:pt x="6301" y="6175"/>
                    <a:pt x="5230" y="6679"/>
                  </a:cubicBezTo>
                  <a:lnTo>
                    <a:pt x="5230" y="4568"/>
                  </a:lnTo>
                  <a:cubicBezTo>
                    <a:pt x="5230" y="4411"/>
                    <a:pt x="5230" y="4442"/>
                    <a:pt x="4127" y="2300"/>
                  </a:cubicBezTo>
                  <a:cubicBezTo>
                    <a:pt x="4033" y="2206"/>
                    <a:pt x="3938" y="2111"/>
                    <a:pt x="3812" y="2111"/>
                  </a:cubicBezTo>
                  <a:cubicBezTo>
                    <a:pt x="3686" y="2111"/>
                    <a:pt x="3560" y="2206"/>
                    <a:pt x="3497" y="2300"/>
                  </a:cubicBezTo>
                  <a:cubicBezTo>
                    <a:pt x="2363" y="4600"/>
                    <a:pt x="2394" y="4442"/>
                    <a:pt x="2394" y="4568"/>
                  </a:cubicBezTo>
                  <a:lnTo>
                    <a:pt x="2394" y="6679"/>
                  </a:lnTo>
                  <a:cubicBezTo>
                    <a:pt x="1355" y="6175"/>
                    <a:pt x="630" y="5104"/>
                    <a:pt x="630" y="3844"/>
                  </a:cubicBezTo>
                  <a:cubicBezTo>
                    <a:pt x="630" y="2111"/>
                    <a:pt x="2048" y="693"/>
                    <a:pt x="3781" y="693"/>
                  </a:cubicBezTo>
                  <a:close/>
                  <a:moveTo>
                    <a:pt x="4568" y="5104"/>
                  </a:moveTo>
                  <a:lnTo>
                    <a:pt x="4568" y="6931"/>
                  </a:lnTo>
                  <a:cubicBezTo>
                    <a:pt x="4316" y="6963"/>
                    <a:pt x="4096" y="6994"/>
                    <a:pt x="3844" y="6994"/>
                  </a:cubicBezTo>
                  <a:cubicBezTo>
                    <a:pt x="3623" y="6994"/>
                    <a:pt x="3371" y="6994"/>
                    <a:pt x="3151" y="6931"/>
                  </a:cubicBezTo>
                  <a:lnTo>
                    <a:pt x="3151" y="5104"/>
                  </a:lnTo>
                  <a:cubicBezTo>
                    <a:pt x="3371" y="5198"/>
                    <a:pt x="3623" y="5230"/>
                    <a:pt x="3844" y="5230"/>
                  </a:cubicBezTo>
                  <a:cubicBezTo>
                    <a:pt x="4096" y="5230"/>
                    <a:pt x="4316" y="5198"/>
                    <a:pt x="4568" y="5104"/>
                  </a:cubicBezTo>
                  <a:close/>
                  <a:moveTo>
                    <a:pt x="3844" y="0"/>
                  </a:moveTo>
                  <a:cubicBezTo>
                    <a:pt x="1733" y="0"/>
                    <a:pt x="0" y="1733"/>
                    <a:pt x="0" y="3844"/>
                  </a:cubicBezTo>
                  <a:cubicBezTo>
                    <a:pt x="0" y="5577"/>
                    <a:pt x="1134" y="7026"/>
                    <a:pt x="2678" y="7498"/>
                  </a:cubicBezTo>
                  <a:lnTo>
                    <a:pt x="2709" y="7498"/>
                  </a:lnTo>
                  <a:cubicBezTo>
                    <a:pt x="3056" y="7624"/>
                    <a:pt x="3466" y="7656"/>
                    <a:pt x="3844" y="7656"/>
                  </a:cubicBezTo>
                  <a:cubicBezTo>
                    <a:pt x="4253" y="7656"/>
                    <a:pt x="4631" y="7593"/>
                    <a:pt x="4978" y="7498"/>
                  </a:cubicBezTo>
                  <a:lnTo>
                    <a:pt x="5041" y="7498"/>
                  </a:lnTo>
                  <a:cubicBezTo>
                    <a:pt x="6616" y="6994"/>
                    <a:pt x="7719" y="5545"/>
                    <a:pt x="7719" y="3844"/>
                  </a:cubicBezTo>
                  <a:cubicBezTo>
                    <a:pt x="7719" y="1733"/>
                    <a:pt x="5986" y="0"/>
                    <a:pt x="384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71" name="Google Shape;11571;p138"/>
          <p:cNvGrpSpPr/>
          <p:nvPr/>
        </p:nvGrpSpPr>
        <p:grpSpPr>
          <a:xfrm>
            <a:off x="1757928" y="2689329"/>
            <a:ext cx="314006" cy="358229"/>
            <a:chOff x="-46753100" y="1965500"/>
            <a:chExt cx="263075" cy="300125"/>
          </a:xfrm>
        </p:grpSpPr>
        <p:sp>
          <p:nvSpPr>
            <p:cNvPr id="11572" name="Google Shape;11572;p138"/>
            <p:cNvSpPr/>
            <p:nvPr/>
          </p:nvSpPr>
          <p:spPr>
            <a:xfrm>
              <a:off x="-46647575" y="2034825"/>
              <a:ext cx="53575" cy="53575"/>
            </a:xfrm>
            <a:custGeom>
              <a:rect b="b" l="l" r="r" t="t"/>
              <a:pathLst>
                <a:path extrusionOk="0" h="2143" w="2143">
                  <a:moveTo>
                    <a:pt x="1072" y="756"/>
                  </a:moveTo>
                  <a:cubicBezTo>
                    <a:pt x="1261" y="756"/>
                    <a:pt x="1418" y="914"/>
                    <a:pt x="1418" y="1103"/>
                  </a:cubicBezTo>
                  <a:cubicBezTo>
                    <a:pt x="1418" y="1323"/>
                    <a:pt x="1261" y="1481"/>
                    <a:pt x="1072" y="1481"/>
                  </a:cubicBezTo>
                  <a:cubicBezTo>
                    <a:pt x="883" y="1481"/>
                    <a:pt x="725" y="1323"/>
                    <a:pt x="725" y="1103"/>
                  </a:cubicBezTo>
                  <a:cubicBezTo>
                    <a:pt x="725" y="914"/>
                    <a:pt x="883" y="756"/>
                    <a:pt x="1072" y="756"/>
                  </a:cubicBezTo>
                  <a:close/>
                  <a:moveTo>
                    <a:pt x="1072" y="0"/>
                  </a:moveTo>
                  <a:cubicBezTo>
                    <a:pt x="473" y="0"/>
                    <a:pt x="1" y="473"/>
                    <a:pt x="1" y="1071"/>
                  </a:cubicBezTo>
                  <a:cubicBezTo>
                    <a:pt x="1" y="1670"/>
                    <a:pt x="473" y="2143"/>
                    <a:pt x="1072" y="2143"/>
                  </a:cubicBezTo>
                  <a:cubicBezTo>
                    <a:pt x="1670" y="2143"/>
                    <a:pt x="2143" y="1670"/>
                    <a:pt x="2143" y="1071"/>
                  </a:cubicBezTo>
                  <a:cubicBezTo>
                    <a:pt x="2143" y="473"/>
                    <a:pt x="1670"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3" name="Google Shape;11573;p138"/>
            <p:cNvSpPr/>
            <p:nvPr/>
          </p:nvSpPr>
          <p:spPr>
            <a:xfrm>
              <a:off x="-46753100" y="1965500"/>
              <a:ext cx="263075" cy="300125"/>
            </a:xfrm>
            <a:custGeom>
              <a:rect b="b" l="l" r="r" t="t"/>
              <a:pathLst>
                <a:path extrusionOk="0" h="12005" w="10523">
                  <a:moveTo>
                    <a:pt x="5293" y="694"/>
                  </a:moveTo>
                  <a:cubicBezTo>
                    <a:pt x="5765" y="694"/>
                    <a:pt x="6175" y="977"/>
                    <a:pt x="6270" y="1419"/>
                  </a:cubicBezTo>
                  <a:lnTo>
                    <a:pt x="4316" y="1419"/>
                  </a:lnTo>
                  <a:cubicBezTo>
                    <a:pt x="4442" y="977"/>
                    <a:pt x="4820" y="694"/>
                    <a:pt x="5293" y="694"/>
                  </a:cubicBezTo>
                  <a:close/>
                  <a:moveTo>
                    <a:pt x="3875" y="5766"/>
                  </a:moveTo>
                  <a:lnTo>
                    <a:pt x="5135" y="7026"/>
                  </a:lnTo>
                  <a:lnTo>
                    <a:pt x="2615" y="7026"/>
                  </a:lnTo>
                  <a:lnTo>
                    <a:pt x="3875" y="5766"/>
                  </a:lnTo>
                  <a:close/>
                  <a:moveTo>
                    <a:pt x="6679" y="5766"/>
                  </a:moveTo>
                  <a:lnTo>
                    <a:pt x="7939" y="7026"/>
                  </a:lnTo>
                  <a:lnTo>
                    <a:pt x="6144" y="7026"/>
                  </a:lnTo>
                  <a:lnTo>
                    <a:pt x="5797" y="6711"/>
                  </a:lnTo>
                  <a:lnTo>
                    <a:pt x="6679" y="5766"/>
                  </a:lnTo>
                  <a:close/>
                  <a:moveTo>
                    <a:pt x="8758" y="2112"/>
                  </a:moveTo>
                  <a:cubicBezTo>
                    <a:pt x="8947" y="2112"/>
                    <a:pt x="9105" y="2269"/>
                    <a:pt x="9105" y="2458"/>
                  </a:cubicBezTo>
                  <a:lnTo>
                    <a:pt x="9105" y="7089"/>
                  </a:lnTo>
                  <a:lnTo>
                    <a:pt x="8916" y="7089"/>
                  </a:lnTo>
                  <a:lnTo>
                    <a:pt x="6900" y="5073"/>
                  </a:lnTo>
                  <a:cubicBezTo>
                    <a:pt x="6825" y="4999"/>
                    <a:pt x="6744" y="4966"/>
                    <a:pt x="6662" y="4966"/>
                  </a:cubicBezTo>
                  <a:cubicBezTo>
                    <a:pt x="6571" y="4966"/>
                    <a:pt x="6479" y="5007"/>
                    <a:pt x="6396" y="5073"/>
                  </a:cubicBezTo>
                  <a:lnTo>
                    <a:pt x="5293" y="6239"/>
                  </a:lnTo>
                  <a:lnTo>
                    <a:pt x="4127" y="5073"/>
                  </a:lnTo>
                  <a:cubicBezTo>
                    <a:pt x="4064" y="5010"/>
                    <a:pt x="3970" y="4979"/>
                    <a:pt x="3871" y="4979"/>
                  </a:cubicBezTo>
                  <a:cubicBezTo>
                    <a:pt x="3773" y="4979"/>
                    <a:pt x="3670" y="5010"/>
                    <a:pt x="3592" y="5073"/>
                  </a:cubicBezTo>
                  <a:lnTo>
                    <a:pt x="1607" y="7089"/>
                  </a:lnTo>
                  <a:lnTo>
                    <a:pt x="1386" y="7089"/>
                  </a:lnTo>
                  <a:lnTo>
                    <a:pt x="1386" y="2458"/>
                  </a:lnTo>
                  <a:cubicBezTo>
                    <a:pt x="1449" y="2269"/>
                    <a:pt x="1607" y="2112"/>
                    <a:pt x="1764" y="2112"/>
                  </a:cubicBezTo>
                  <a:close/>
                  <a:moveTo>
                    <a:pt x="9168" y="7751"/>
                  </a:moveTo>
                  <a:lnTo>
                    <a:pt x="9168" y="8444"/>
                  </a:lnTo>
                  <a:lnTo>
                    <a:pt x="1449" y="8444"/>
                  </a:lnTo>
                  <a:lnTo>
                    <a:pt x="1449" y="7751"/>
                  </a:lnTo>
                  <a:close/>
                  <a:moveTo>
                    <a:pt x="7782" y="9137"/>
                  </a:moveTo>
                  <a:lnTo>
                    <a:pt x="7971" y="9830"/>
                  </a:lnTo>
                  <a:lnTo>
                    <a:pt x="2552" y="9830"/>
                  </a:lnTo>
                  <a:lnTo>
                    <a:pt x="2709" y="9137"/>
                  </a:lnTo>
                  <a:close/>
                  <a:moveTo>
                    <a:pt x="5261" y="1"/>
                  </a:moveTo>
                  <a:cubicBezTo>
                    <a:pt x="4411" y="1"/>
                    <a:pt x="3686" y="568"/>
                    <a:pt x="3529" y="1419"/>
                  </a:cubicBezTo>
                  <a:lnTo>
                    <a:pt x="1764" y="1419"/>
                  </a:lnTo>
                  <a:cubicBezTo>
                    <a:pt x="1166" y="1419"/>
                    <a:pt x="693" y="1891"/>
                    <a:pt x="693" y="2458"/>
                  </a:cubicBezTo>
                  <a:lnTo>
                    <a:pt x="693" y="8444"/>
                  </a:lnTo>
                  <a:lnTo>
                    <a:pt x="347" y="8444"/>
                  </a:lnTo>
                  <a:cubicBezTo>
                    <a:pt x="158" y="8444"/>
                    <a:pt x="0" y="8602"/>
                    <a:pt x="0" y="8822"/>
                  </a:cubicBezTo>
                  <a:cubicBezTo>
                    <a:pt x="0" y="9011"/>
                    <a:pt x="158" y="9169"/>
                    <a:pt x="347" y="9169"/>
                  </a:cubicBezTo>
                  <a:lnTo>
                    <a:pt x="1985" y="9169"/>
                  </a:lnTo>
                  <a:cubicBezTo>
                    <a:pt x="1922" y="9484"/>
                    <a:pt x="1481" y="11217"/>
                    <a:pt x="1418" y="11563"/>
                  </a:cubicBezTo>
                  <a:cubicBezTo>
                    <a:pt x="1355" y="11752"/>
                    <a:pt x="1481" y="11973"/>
                    <a:pt x="1670" y="12004"/>
                  </a:cubicBezTo>
                  <a:lnTo>
                    <a:pt x="1764" y="12004"/>
                  </a:lnTo>
                  <a:cubicBezTo>
                    <a:pt x="1922" y="12004"/>
                    <a:pt x="2079" y="11878"/>
                    <a:pt x="2111" y="11721"/>
                  </a:cubicBezTo>
                  <a:lnTo>
                    <a:pt x="2394" y="10586"/>
                  </a:lnTo>
                  <a:lnTo>
                    <a:pt x="8128" y="10586"/>
                  </a:lnTo>
                  <a:lnTo>
                    <a:pt x="8412" y="11721"/>
                  </a:lnTo>
                  <a:cubicBezTo>
                    <a:pt x="8443" y="11878"/>
                    <a:pt x="8601" y="12004"/>
                    <a:pt x="8758" y="12004"/>
                  </a:cubicBezTo>
                  <a:lnTo>
                    <a:pt x="8853" y="12004"/>
                  </a:lnTo>
                  <a:cubicBezTo>
                    <a:pt x="9042" y="11973"/>
                    <a:pt x="9168" y="11752"/>
                    <a:pt x="9105" y="11563"/>
                  </a:cubicBezTo>
                  <a:cubicBezTo>
                    <a:pt x="9042" y="11217"/>
                    <a:pt x="8601" y="9484"/>
                    <a:pt x="8538" y="9169"/>
                  </a:cubicBezTo>
                  <a:lnTo>
                    <a:pt x="10176" y="9169"/>
                  </a:lnTo>
                  <a:cubicBezTo>
                    <a:pt x="10365" y="9169"/>
                    <a:pt x="10523" y="9011"/>
                    <a:pt x="10523" y="8822"/>
                  </a:cubicBezTo>
                  <a:cubicBezTo>
                    <a:pt x="10523" y="8602"/>
                    <a:pt x="10365" y="8444"/>
                    <a:pt x="10176" y="8444"/>
                  </a:cubicBezTo>
                  <a:lnTo>
                    <a:pt x="9830" y="8444"/>
                  </a:lnTo>
                  <a:lnTo>
                    <a:pt x="9830" y="2458"/>
                  </a:lnTo>
                  <a:cubicBezTo>
                    <a:pt x="9830" y="1891"/>
                    <a:pt x="9357" y="1419"/>
                    <a:pt x="8758" y="1419"/>
                  </a:cubicBezTo>
                  <a:lnTo>
                    <a:pt x="6994" y="1419"/>
                  </a:lnTo>
                  <a:cubicBezTo>
                    <a:pt x="6837" y="631"/>
                    <a:pt x="6144" y="1"/>
                    <a:pt x="526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74" name="Google Shape;11574;p138"/>
          <p:cNvGrpSpPr/>
          <p:nvPr/>
        </p:nvGrpSpPr>
        <p:grpSpPr>
          <a:xfrm>
            <a:off x="1735354" y="3156542"/>
            <a:ext cx="359154" cy="315916"/>
            <a:chOff x="-46772025" y="2350650"/>
            <a:chExt cx="300900" cy="264675"/>
          </a:xfrm>
        </p:grpSpPr>
        <p:sp>
          <p:nvSpPr>
            <p:cNvPr id="11575" name="Google Shape;11575;p138"/>
            <p:cNvSpPr/>
            <p:nvPr/>
          </p:nvSpPr>
          <p:spPr>
            <a:xfrm>
              <a:off x="-46772025" y="2350650"/>
              <a:ext cx="300900" cy="264675"/>
            </a:xfrm>
            <a:custGeom>
              <a:rect b="b" l="l" r="r" t="t"/>
              <a:pathLst>
                <a:path extrusionOk="0" h="10587" w="12036">
                  <a:moveTo>
                    <a:pt x="6050" y="820"/>
                  </a:moveTo>
                  <a:cubicBezTo>
                    <a:pt x="7184" y="820"/>
                    <a:pt x="8287" y="1229"/>
                    <a:pt x="9169" y="1985"/>
                  </a:cubicBezTo>
                  <a:cubicBezTo>
                    <a:pt x="9326" y="2111"/>
                    <a:pt x="9326" y="2332"/>
                    <a:pt x="9169" y="2458"/>
                  </a:cubicBezTo>
                  <a:lnTo>
                    <a:pt x="9137" y="2490"/>
                  </a:lnTo>
                  <a:cubicBezTo>
                    <a:pt x="9064" y="2533"/>
                    <a:pt x="8978" y="2557"/>
                    <a:pt x="8896" y="2557"/>
                  </a:cubicBezTo>
                  <a:cubicBezTo>
                    <a:pt x="8802" y="2557"/>
                    <a:pt x="8715" y="2526"/>
                    <a:pt x="8665" y="2458"/>
                  </a:cubicBezTo>
                  <a:cubicBezTo>
                    <a:pt x="7940" y="1828"/>
                    <a:pt x="7027" y="1481"/>
                    <a:pt x="6050" y="1481"/>
                  </a:cubicBezTo>
                  <a:cubicBezTo>
                    <a:pt x="5073" y="1481"/>
                    <a:pt x="4160" y="1828"/>
                    <a:pt x="3466" y="2458"/>
                  </a:cubicBezTo>
                  <a:cubicBezTo>
                    <a:pt x="3378" y="2529"/>
                    <a:pt x="3270" y="2570"/>
                    <a:pt x="3175" y="2570"/>
                  </a:cubicBezTo>
                  <a:cubicBezTo>
                    <a:pt x="3101" y="2570"/>
                    <a:pt x="3035" y="2545"/>
                    <a:pt x="2994" y="2490"/>
                  </a:cubicBezTo>
                  <a:lnTo>
                    <a:pt x="2931" y="2458"/>
                  </a:lnTo>
                  <a:cubicBezTo>
                    <a:pt x="2836" y="2301"/>
                    <a:pt x="2836" y="2111"/>
                    <a:pt x="2931" y="1985"/>
                  </a:cubicBezTo>
                  <a:cubicBezTo>
                    <a:pt x="3782" y="1198"/>
                    <a:pt x="4884" y="820"/>
                    <a:pt x="6050" y="820"/>
                  </a:cubicBezTo>
                  <a:close/>
                  <a:moveTo>
                    <a:pt x="1450" y="7152"/>
                  </a:moveTo>
                  <a:lnTo>
                    <a:pt x="1450" y="9106"/>
                  </a:lnTo>
                  <a:cubicBezTo>
                    <a:pt x="1041" y="9011"/>
                    <a:pt x="726" y="8601"/>
                    <a:pt x="726" y="8129"/>
                  </a:cubicBezTo>
                  <a:cubicBezTo>
                    <a:pt x="726" y="7656"/>
                    <a:pt x="1009" y="7278"/>
                    <a:pt x="1450" y="7152"/>
                  </a:cubicBezTo>
                  <a:close/>
                  <a:moveTo>
                    <a:pt x="10618" y="7152"/>
                  </a:moveTo>
                  <a:cubicBezTo>
                    <a:pt x="11028" y="7310"/>
                    <a:pt x="11343" y="7688"/>
                    <a:pt x="11343" y="8129"/>
                  </a:cubicBezTo>
                  <a:cubicBezTo>
                    <a:pt x="11343" y="8601"/>
                    <a:pt x="11059" y="9011"/>
                    <a:pt x="10618" y="9106"/>
                  </a:cubicBezTo>
                  <a:lnTo>
                    <a:pt x="10618" y="7152"/>
                  </a:lnTo>
                  <a:close/>
                  <a:moveTo>
                    <a:pt x="2521" y="6396"/>
                  </a:moveTo>
                  <a:cubicBezTo>
                    <a:pt x="2710" y="6396"/>
                    <a:pt x="2868" y="6554"/>
                    <a:pt x="2868" y="6743"/>
                  </a:cubicBezTo>
                  <a:lnTo>
                    <a:pt x="2868" y="9547"/>
                  </a:lnTo>
                  <a:cubicBezTo>
                    <a:pt x="2868" y="9736"/>
                    <a:pt x="2710" y="9893"/>
                    <a:pt x="2521" y="9893"/>
                  </a:cubicBezTo>
                  <a:cubicBezTo>
                    <a:pt x="2301" y="9893"/>
                    <a:pt x="2175" y="9736"/>
                    <a:pt x="2175" y="9547"/>
                  </a:cubicBezTo>
                  <a:lnTo>
                    <a:pt x="2175" y="6743"/>
                  </a:lnTo>
                  <a:cubicBezTo>
                    <a:pt x="2175" y="6554"/>
                    <a:pt x="2301" y="6396"/>
                    <a:pt x="2521" y="6396"/>
                  </a:cubicBezTo>
                  <a:close/>
                  <a:moveTo>
                    <a:pt x="9547" y="6396"/>
                  </a:moveTo>
                  <a:cubicBezTo>
                    <a:pt x="9767" y="6396"/>
                    <a:pt x="9925" y="6554"/>
                    <a:pt x="9925" y="6743"/>
                  </a:cubicBezTo>
                  <a:lnTo>
                    <a:pt x="9925" y="9547"/>
                  </a:lnTo>
                  <a:cubicBezTo>
                    <a:pt x="9925" y="9736"/>
                    <a:pt x="9767" y="9893"/>
                    <a:pt x="9547" y="9893"/>
                  </a:cubicBezTo>
                  <a:cubicBezTo>
                    <a:pt x="9358" y="9893"/>
                    <a:pt x="9200" y="9736"/>
                    <a:pt x="9200" y="9547"/>
                  </a:cubicBezTo>
                  <a:lnTo>
                    <a:pt x="9200" y="6743"/>
                  </a:lnTo>
                  <a:cubicBezTo>
                    <a:pt x="9200" y="6554"/>
                    <a:pt x="9358" y="6396"/>
                    <a:pt x="9547" y="6396"/>
                  </a:cubicBezTo>
                  <a:close/>
                  <a:moveTo>
                    <a:pt x="6018" y="1"/>
                  </a:moveTo>
                  <a:cubicBezTo>
                    <a:pt x="4664" y="1"/>
                    <a:pt x="3403" y="473"/>
                    <a:pt x="2427" y="1387"/>
                  </a:cubicBezTo>
                  <a:cubicBezTo>
                    <a:pt x="2080" y="1733"/>
                    <a:pt x="1986" y="2269"/>
                    <a:pt x="2238" y="2679"/>
                  </a:cubicBezTo>
                  <a:cubicBezTo>
                    <a:pt x="1671" y="3435"/>
                    <a:pt x="1419" y="4348"/>
                    <a:pt x="1419" y="5293"/>
                  </a:cubicBezTo>
                  <a:lnTo>
                    <a:pt x="1419" y="6396"/>
                  </a:lnTo>
                  <a:cubicBezTo>
                    <a:pt x="631" y="6554"/>
                    <a:pt x="1" y="7247"/>
                    <a:pt x="1" y="8129"/>
                  </a:cubicBezTo>
                  <a:cubicBezTo>
                    <a:pt x="1" y="8980"/>
                    <a:pt x="631" y="9704"/>
                    <a:pt x="1450" y="9862"/>
                  </a:cubicBezTo>
                  <a:cubicBezTo>
                    <a:pt x="1576" y="10303"/>
                    <a:pt x="1986" y="10586"/>
                    <a:pt x="2427" y="10586"/>
                  </a:cubicBezTo>
                  <a:cubicBezTo>
                    <a:pt x="3025" y="10586"/>
                    <a:pt x="3498" y="10114"/>
                    <a:pt x="3498" y="9515"/>
                  </a:cubicBezTo>
                  <a:lnTo>
                    <a:pt x="3498" y="6711"/>
                  </a:lnTo>
                  <a:cubicBezTo>
                    <a:pt x="3498" y="6113"/>
                    <a:pt x="3025" y="5640"/>
                    <a:pt x="2427" y="5640"/>
                  </a:cubicBezTo>
                  <a:cubicBezTo>
                    <a:pt x="2301" y="5640"/>
                    <a:pt x="2206" y="5703"/>
                    <a:pt x="2080" y="5735"/>
                  </a:cubicBezTo>
                  <a:lnTo>
                    <a:pt x="2080" y="5325"/>
                  </a:lnTo>
                  <a:cubicBezTo>
                    <a:pt x="2080" y="4537"/>
                    <a:pt x="2301" y="3844"/>
                    <a:pt x="2710" y="3214"/>
                  </a:cubicBezTo>
                  <a:cubicBezTo>
                    <a:pt x="2827" y="3263"/>
                    <a:pt x="2948" y="3285"/>
                    <a:pt x="3067" y="3285"/>
                  </a:cubicBezTo>
                  <a:cubicBezTo>
                    <a:pt x="3333" y="3285"/>
                    <a:pt x="3596" y="3177"/>
                    <a:pt x="3813" y="3025"/>
                  </a:cubicBezTo>
                  <a:cubicBezTo>
                    <a:pt x="4412" y="2490"/>
                    <a:pt x="5136" y="2238"/>
                    <a:pt x="5924" y="2238"/>
                  </a:cubicBezTo>
                  <a:cubicBezTo>
                    <a:pt x="6711" y="2238"/>
                    <a:pt x="7499" y="2490"/>
                    <a:pt x="8066" y="3025"/>
                  </a:cubicBezTo>
                  <a:cubicBezTo>
                    <a:pt x="8276" y="3193"/>
                    <a:pt x="8542" y="3291"/>
                    <a:pt x="8799" y="3291"/>
                  </a:cubicBezTo>
                  <a:cubicBezTo>
                    <a:pt x="8927" y="3291"/>
                    <a:pt x="9053" y="3267"/>
                    <a:pt x="9169" y="3214"/>
                  </a:cubicBezTo>
                  <a:cubicBezTo>
                    <a:pt x="9610" y="3844"/>
                    <a:pt x="9799" y="4600"/>
                    <a:pt x="9799" y="5325"/>
                  </a:cubicBezTo>
                  <a:lnTo>
                    <a:pt x="9799" y="5735"/>
                  </a:lnTo>
                  <a:cubicBezTo>
                    <a:pt x="9673" y="5703"/>
                    <a:pt x="9547" y="5640"/>
                    <a:pt x="9452" y="5640"/>
                  </a:cubicBezTo>
                  <a:cubicBezTo>
                    <a:pt x="8854" y="5640"/>
                    <a:pt x="8381" y="6113"/>
                    <a:pt x="8381" y="6711"/>
                  </a:cubicBezTo>
                  <a:lnTo>
                    <a:pt x="8381" y="9515"/>
                  </a:lnTo>
                  <a:cubicBezTo>
                    <a:pt x="8381" y="10114"/>
                    <a:pt x="8854" y="10586"/>
                    <a:pt x="9452" y="10586"/>
                  </a:cubicBezTo>
                  <a:cubicBezTo>
                    <a:pt x="9925" y="10586"/>
                    <a:pt x="10303" y="10271"/>
                    <a:pt x="10429" y="9862"/>
                  </a:cubicBezTo>
                  <a:cubicBezTo>
                    <a:pt x="11406" y="9704"/>
                    <a:pt x="12036" y="9011"/>
                    <a:pt x="12036" y="8129"/>
                  </a:cubicBezTo>
                  <a:cubicBezTo>
                    <a:pt x="12036" y="7278"/>
                    <a:pt x="11437" y="6554"/>
                    <a:pt x="10618" y="6396"/>
                  </a:cubicBezTo>
                  <a:lnTo>
                    <a:pt x="10618" y="5293"/>
                  </a:lnTo>
                  <a:cubicBezTo>
                    <a:pt x="10618" y="4348"/>
                    <a:pt x="10335" y="3435"/>
                    <a:pt x="9799" y="2679"/>
                  </a:cubicBezTo>
                  <a:cubicBezTo>
                    <a:pt x="10020" y="2269"/>
                    <a:pt x="9957" y="1733"/>
                    <a:pt x="9610" y="1387"/>
                  </a:cubicBezTo>
                  <a:cubicBezTo>
                    <a:pt x="8602" y="473"/>
                    <a:pt x="7342" y="1"/>
                    <a:pt x="601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6" name="Google Shape;11576;p138"/>
            <p:cNvSpPr/>
            <p:nvPr/>
          </p:nvSpPr>
          <p:spPr>
            <a:xfrm>
              <a:off x="-46664900" y="2475100"/>
              <a:ext cx="92175" cy="122900"/>
            </a:xfrm>
            <a:custGeom>
              <a:rect b="b" l="l" r="r" t="t"/>
              <a:pathLst>
                <a:path extrusionOk="0" h="4916" w="3687">
                  <a:moveTo>
                    <a:pt x="1072" y="3497"/>
                  </a:moveTo>
                  <a:cubicBezTo>
                    <a:pt x="1261" y="3497"/>
                    <a:pt x="1418" y="3655"/>
                    <a:pt x="1418" y="3876"/>
                  </a:cubicBezTo>
                  <a:cubicBezTo>
                    <a:pt x="1418" y="4065"/>
                    <a:pt x="1261" y="4222"/>
                    <a:pt x="1072" y="4222"/>
                  </a:cubicBezTo>
                  <a:cubicBezTo>
                    <a:pt x="851" y="4222"/>
                    <a:pt x="694" y="4065"/>
                    <a:pt x="694" y="3876"/>
                  </a:cubicBezTo>
                  <a:cubicBezTo>
                    <a:pt x="694" y="3655"/>
                    <a:pt x="851" y="3497"/>
                    <a:pt x="1072" y="3497"/>
                  </a:cubicBezTo>
                  <a:close/>
                  <a:moveTo>
                    <a:pt x="1765" y="0"/>
                  </a:moveTo>
                  <a:cubicBezTo>
                    <a:pt x="1576" y="0"/>
                    <a:pt x="1418" y="158"/>
                    <a:pt x="1418" y="347"/>
                  </a:cubicBezTo>
                  <a:lnTo>
                    <a:pt x="1418" y="2867"/>
                  </a:lnTo>
                  <a:cubicBezTo>
                    <a:pt x="1292" y="2836"/>
                    <a:pt x="1166" y="2804"/>
                    <a:pt x="1072" y="2804"/>
                  </a:cubicBezTo>
                  <a:cubicBezTo>
                    <a:pt x="473" y="2804"/>
                    <a:pt x="1" y="3277"/>
                    <a:pt x="1" y="3876"/>
                  </a:cubicBezTo>
                  <a:cubicBezTo>
                    <a:pt x="1" y="4443"/>
                    <a:pt x="473" y="4915"/>
                    <a:pt x="1072" y="4915"/>
                  </a:cubicBezTo>
                  <a:cubicBezTo>
                    <a:pt x="1670" y="4915"/>
                    <a:pt x="2143" y="4443"/>
                    <a:pt x="2143" y="3876"/>
                  </a:cubicBezTo>
                  <a:lnTo>
                    <a:pt x="2143" y="1450"/>
                  </a:lnTo>
                  <a:cubicBezTo>
                    <a:pt x="2363" y="1544"/>
                    <a:pt x="2521" y="1702"/>
                    <a:pt x="2616" y="1828"/>
                  </a:cubicBezTo>
                  <a:cubicBezTo>
                    <a:pt x="2868" y="2143"/>
                    <a:pt x="2962" y="2615"/>
                    <a:pt x="2836" y="3088"/>
                  </a:cubicBezTo>
                  <a:cubicBezTo>
                    <a:pt x="2805" y="3308"/>
                    <a:pt x="2962" y="3497"/>
                    <a:pt x="3183" y="3497"/>
                  </a:cubicBezTo>
                  <a:cubicBezTo>
                    <a:pt x="3340" y="3497"/>
                    <a:pt x="3498" y="3403"/>
                    <a:pt x="3529" y="3245"/>
                  </a:cubicBezTo>
                  <a:cubicBezTo>
                    <a:pt x="3687" y="2552"/>
                    <a:pt x="3592" y="1859"/>
                    <a:pt x="3183" y="1355"/>
                  </a:cubicBezTo>
                  <a:cubicBezTo>
                    <a:pt x="2868" y="1040"/>
                    <a:pt x="2521" y="820"/>
                    <a:pt x="2111" y="757"/>
                  </a:cubicBezTo>
                  <a:lnTo>
                    <a:pt x="2111" y="347"/>
                  </a:lnTo>
                  <a:cubicBezTo>
                    <a:pt x="2111" y="158"/>
                    <a:pt x="1954" y="0"/>
                    <a:pt x="17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77" name="Google Shape;11577;p138"/>
          <p:cNvGrpSpPr/>
          <p:nvPr/>
        </p:nvGrpSpPr>
        <p:grpSpPr>
          <a:xfrm>
            <a:off x="1735354" y="3590820"/>
            <a:ext cx="359154" cy="359154"/>
            <a:chOff x="-46772025" y="2701925"/>
            <a:chExt cx="300900" cy="300900"/>
          </a:xfrm>
        </p:grpSpPr>
        <p:sp>
          <p:nvSpPr>
            <p:cNvPr id="11578" name="Google Shape;11578;p138"/>
            <p:cNvSpPr/>
            <p:nvPr/>
          </p:nvSpPr>
          <p:spPr>
            <a:xfrm>
              <a:off x="-46647575" y="2826375"/>
              <a:ext cx="53575" cy="53575"/>
            </a:xfrm>
            <a:custGeom>
              <a:rect b="b" l="l" r="r" t="t"/>
              <a:pathLst>
                <a:path extrusionOk="0" h="2143" w="2143">
                  <a:moveTo>
                    <a:pt x="1072" y="694"/>
                  </a:moveTo>
                  <a:cubicBezTo>
                    <a:pt x="1261" y="694"/>
                    <a:pt x="1418" y="851"/>
                    <a:pt x="1418" y="1040"/>
                  </a:cubicBezTo>
                  <a:cubicBezTo>
                    <a:pt x="1418" y="1229"/>
                    <a:pt x="1261" y="1387"/>
                    <a:pt x="1072" y="1387"/>
                  </a:cubicBezTo>
                  <a:cubicBezTo>
                    <a:pt x="883" y="1387"/>
                    <a:pt x="725" y="1229"/>
                    <a:pt x="725" y="1040"/>
                  </a:cubicBezTo>
                  <a:cubicBezTo>
                    <a:pt x="725" y="851"/>
                    <a:pt x="883" y="694"/>
                    <a:pt x="1072" y="694"/>
                  </a:cubicBezTo>
                  <a:close/>
                  <a:moveTo>
                    <a:pt x="1072" y="1"/>
                  </a:moveTo>
                  <a:cubicBezTo>
                    <a:pt x="473" y="1"/>
                    <a:pt x="1" y="473"/>
                    <a:pt x="1" y="1072"/>
                  </a:cubicBezTo>
                  <a:cubicBezTo>
                    <a:pt x="1" y="1670"/>
                    <a:pt x="473" y="2143"/>
                    <a:pt x="1072" y="2143"/>
                  </a:cubicBezTo>
                  <a:cubicBezTo>
                    <a:pt x="1670" y="2143"/>
                    <a:pt x="2143" y="1670"/>
                    <a:pt x="2143" y="1072"/>
                  </a:cubicBezTo>
                  <a:cubicBezTo>
                    <a:pt x="2112" y="473"/>
                    <a:pt x="1639" y="1"/>
                    <a:pt x="107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9" name="Google Shape;11579;p138"/>
            <p:cNvSpPr/>
            <p:nvPr/>
          </p:nvSpPr>
          <p:spPr>
            <a:xfrm>
              <a:off x="-46772025" y="2701925"/>
              <a:ext cx="300900" cy="300900"/>
            </a:xfrm>
            <a:custGeom>
              <a:rect b="b" l="l" r="r" t="t"/>
              <a:pathLst>
                <a:path extrusionOk="0" h="12036" w="12036">
                  <a:moveTo>
                    <a:pt x="6365" y="1482"/>
                  </a:moveTo>
                  <a:cubicBezTo>
                    <a:pt x="8602" y="1639"/>
                    <a:pt x="10429" y="3466"/>
                    <a:pt x="10587" y="5672"/>
                  </a:cubicBezTo>
                  <a:lnTo>
                    <a:pt x="9862" y="5672"/>
                  </a:lnTo>
                  <a:cubicBezTo>
                    <a:pt x="9704" y="3813"/>
                    <a:pt x="8224" y="2301"/>
                    <a:pt x="6365" y="2143"/>
                  </a:cubicBezTo>
                  <a:lnTo>
                    <a:pt x="6365" y="1482"/>
                  </a:lnTo>
                  <a:close/>
                  <a:moveTo>
                    <a:pt x="5703" y="1482"/>
                  </a:moveTo>
                  <a:lnTo>
                    <a:pt x="5703" y="2206"/>
                  </a:lnTo>
                  <a:cubicBezTo>
                    <a:pt x="3845" y="2364"/>
                    <a:pt x="2364" y="3844"/>
                    <a:pt x="2206" y="5703"/>
                  </a:cubicBezTo>
                  <a:lnTo>
                    <a:pt x="1482" y="5703"/>
                  </a:lnTo>
                  <a:cubicBezTo>
                    <a:pt x="1639" y="3466"/>
                    <a:pt x="3466" y="1639"/>
                    <a:pt x="5703" y="1482"/>
                  </a:cubicBezTo>
                  <a:close/>
                  <a:moveTo>
                    <a:pt x="6365" y="2868"/>
                  </a:moveTo>
                  <a:cubicBezTo>
                    <a:pt x="7814" y="3025"/>
                    <a:pt x="9011" y="4191"/>
                    <a:pt x="9169" y="5672"/>
                  </a:cubicBezTo>
                  <a:lnTo>
                    <a:pt x="8854" y="5672"/>
                  </a:lnTo>
                  <a:cubicBezTo>
                    <a:pt x="8665" y="5672"/>
                    <a:pt x="8507" y="5829"/>
                    <a:pt x="8507" y="6018"/>
                  </a:cubicBezTo>
                  <a:cubicBezTo>
                    <a:pt x="8507" y="6207"/>
                    <a:pt x="8665" y="6365"/>
                    <a:pt x="8854" y="6365"/>
                  </a:cubicBezTo>
                  <a:lnTo>
                    <a:pt x="9169" y="6365"/>
                  </a:lnTo>
                  <a:cubicBezTo>
                    <a:pt x="9011" y="7814"/>
                    <a:pt x="7846" y="9011"/>
                    <a:pt x="6365" y="9169"/>
                  </a:cubicBezTo>
                  <a:lnTo>
                    <a:pt x="6365" y="8854"/>
                  </a:lnTo>
                  <a:cubicBezTo>
                    <a:pt x="6365" y="8665"/>
                    <a:pt x="6207" y="8507"/>
                    <a:pt x="6018" y="8507"/>
                  </a:cubicBezTo>
                  <a:cubicBezTo>
                    <a:pt x="5829" y="8507"/>
                    <a:pt x="5672" y="8665"/>
                    <a:pt x="5672" y="8854"/>
                  </a:cubicBezTo>
                  <a:lnTo>
                    <a:pt x="5672" y="9169"/>
                  </a:lnTo>
                  <a:cubicBezTo>
                    <a:pt x="4223" y="9011"/>
                    <a:pt x="3025" y="7814"/>
                    <a:pt x="2868" y="6365"/>
                  </a:cubicBezTo>
                  <a:lnTo>
                    <a:pt x="3183" y="6365"/>
                  </a:lnTo>
                  <a:cubicBezTo>
                    <a:pt x="3372" y="6365"/>
                    <a:pt x="3529" y="6207"/>
                    <a:pt x="3529" y="6018"/>
                  </a:cubicBezTo>
                  <a:cubicBezTo>
                    <a:pt x="3529" y="5829"/>
                    <a:pt x="3372" y="5672"/>
                    <a:pt x="3183" y="5672"/>
                  </a:cubicBezTo>
                  <a:lnTo>
                    <a:pt x="2868" y="5672"/>
                  </a:lnTo>
                  <a:cubicBezTo>
                    <a:pt x="3025" y="4191"/>
                    <a:pt x="4191" y="3025"/>
                    <a:pt x="5672" y="2868"/>
                  </a:cubicBezTo>
                  <a:lnTo>
                    <a:pt x="5672" y="3183"/>
                  </a:lnTo>
                  <a:cubicBezTo>
                    <a:pt x="5672" y="3372"/>
                    <a:pt x="5829" y="3529"/>
                    <a:pt x="6018" y="3529"/>
                  </a:cubicBezTo>
                  <a:cubicBezTo>
                    <a:pt x="6207" y="3529"/>
                    <a:pt x="6365" y="3372"/>
                    <a:pt x="6365" y="3183"/>
                  </a:cubicBezTo>
                  <a:lnTo>
                    <a:pt x="6365" y="2868"/>
                  </a:lnTo>
                  <a:close/>
                  <a:moveTo>
                    <a:pt x="2206" y="6365"/>
                  </a:moveTo>
                  <a:cubicBezTo>
                    <a:pt x="2364" y="8224"/>
                    <a:pt x="3845" y="9704"/>
                    <a:pt x="5703" y="9862"/>
                  </a:cubicBezTo>
                  <a:lnTo>
                    <a:pt x="5703" y="10586"/>
                  </a:lnTo>
                  <a:cubicBezTo>
                    <a:pt x="3466" y="10429"/>
                    <a:pt x="1639" y="8602"/>
                    <a:pt x="1482" y="6365"/>
                  </a:cubicBezTo>
                  <a:close/>
                  <a:moveTo>
                    <a:pt x="10618" y="6365"/>
                  </a:moveTo>
                  <a:cubicBezTo>
                    <a:pt x="10429" y="8602"/>
                    <a:pt x="8602" y="10429"/>
                    <a:pt x="6396" y="10586"/>
                  </a:cubicBezTo>
                  <a:lnTo>
                    <a:pt x="6396" y="9862"/>
                  </a:lnTo>
                  <a:cubicBezTo>
                    <a:pt x="8255" y="9704"/>
                    <a:pt x="9767" y="8224"/>
                    <a:pt x="9925" y="6365"/>
                  </a:cubicBezTo>
                  <a:close/>
                  <a:moveTo>
                    <a:pt x="6018" y="1"/>
                  </a:moveTo>
                  <a:cubicBezTo>
                    <a:pt x="5829" y="1"/>
                    <a:pt x="5672" y="158"/>
                    <a:pt x="5672" y="347"/>
                  </a:cubicBezTo>
                  <a:lnTo>
                    <a:pt x="5672" y="725"/>
                  </a:lnTo>
                  <a:cubicBezTo>
                    <a:pt x="4412" y="820"/>
                    <a:pt x="3183" y="1356"/>
                    <a:pt x="2269" y="2269"/>
                  </a:cubicBezTo>
                  <a:cubicBezTo>
                    <a:pt x="1387" y="3183"/>
                    <a:pt x="820" y="4348"/>
                    <a:pt x="757" y="5672"/>
                  </a:cubicBezTo>
                  <a:lnTo>
                    <a:pt x="347" y="5672"/>
                  </a:lnTo>
                  <a:cubicBezTo>
                    <a:pt x="158" y="5672"/>
                    <a:pt x="1" y="5829"/>
                    <a:pt x="1" y="6018"/>
                  </a:cubicBezTo>
                  <a:cubicBezTo>
                    <a:pt x="1" y="6207"/>
                    <a:pt x="158" y="6365"/>
                    <a:pt x="347" y="6365"/>
                  </a:cubicBezTo>
                  <a:lnTo>
                    <a:pt x="757" y="6365"/>
                  </a:lnTo>
                  <a:cubicBezTo>
                    <a:pt x="820" y="7625"/>
                    <a:pt x="1387" y="8854"/>
                    <a:pt x="2269" y="9767"/>
                  </a:cubicBezTo>
                  <a:cubicBezTo>
                    <a:pt x="3183" y="10649"/>
                    <a:pt x="4380" y="11217"/>
                    <a:pt x="5672" y="11280"/>
                  </a:cubicBezTo>
                  <a:lnTo>
                    <a:pt x="5672" y="11689"/>
                  </a:lnTo>
                  <a:cubicBezTo>
                    <a:pt x="5672" y="11878"/>
                    <a:pt x="5829" y="12036"/>
                    <a:pt x="6018" y="12036"/>
                  </a:cubicBezTo>
                  <a:cubicBezTo>
                    <a:pt x="6207" y="12036"/>
                    <a:pt x="6365" y="11878"/>
                    <a:pt x="6365" y="11689"/>
                  </a:cubicBezTo>
                  <a:lnTo>
                    <a:pt x="6365" y="11280"/>
                  </a:lnTo>
                  <a:cubicBezTo>
                    <a:pt x="7625" y="11217"/>
                    <a:pt x="8854" y="10649"/>
                    <a:pt x="9767" y="9767"/>
                  </a:cubicBezTo>
                  <a:cubicBezTo>
                    <a:pt x="10681" y="8854"/>
                    <a:pt x="11217" y="7656"/>
                    <a:pt x="11280" y="6365"/>
                  </a:cubicBezTo>
                  <a:lnTo>
                    <a:pt x="11689" y="6365"/>
                  </a:lnTo>
                  <a:cubicBezTo>
                    <a:pt x="11878" y="6365"/>
                    <a:pt x="12036" y="6207"/>
                    <a:pt x="12036" y="6018"/>
                  </a:cubicBezTo>
                  <a:cubicBezTo>
                    <a:pt x="12036" y="5829"/>
                    <a:pt x="11878" y="5672"/>
                    <a:pt x="11689" y="5672"/>
                  </a:cubicBezTo>
                  <a:lnTo>
                    <a:pt x="11280" y="5672"/>
                  </a:lnTo>
                  <a:cubicBezTo>
                    <a:pt x="11217" y="4411"/>
                    <a:pt x="10650" y="3183"/>
                    <a:pt x="9767" y="2269"/>
                  </a:cubicBezTo>
                  <a:cubicBezTo>
                    <a:pt x="8854" y="1356"/>
                    <a:pt x="7688" y="820"/>
                    <a:pt x="6365" y="725"/>
                  </a:cubicBezTo>
                  <a:lnTo>
                    <a:pt x="6365" y="347"/>
                  </a:lnTo>
                  <a:cubicBezTo>
                    <a:pt x="6365" y="158"/>
                    <a:pt x="6207" y="1"/>
                    <a:pt x="601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580" name="Google Shape;11580;p138"/>
          <p:cNvSpPr/>
          <p:nvPr/>
        </p:nvSpPr>
        <p:spPr>
          <a:xfrm>
            <a:off x="3964861" y="2731511"/>
            <a:ext cx="358199" cy="359154"/>
          </a:xfrm>
          <a:custGeom>
            <a:rect b="b" l="l" r="r" t="t"/>
            <a:pathLst>
              <a:path extrusionOk="0" h="12036" w="12004">
                <a:moveTo>
                  <a:pt x="10933" y="4947"/>
                </a:moveTo>
                <a:cubicBezTo>
                  <a:pt x="11122" y="4947"/>
                  <a:pt x="11279" y="5104"/>
                  <a:pt x="11279" y="5293"/>
                </a:cubicBezTo>
                <a:lnTo>
                  <a:pt x="11279" y="5671"/>
                </a:lnTo>
                <a:lnTo>
                  <a:pt x="7782" y="5671"/>
                </a:lnTo>
                <a:lnTo>
                  <a:pt x="7782" y="5293"/>
                </a:lnTo>
                <a:cubicBezTo>
                  <a:pt x="7782" y="5104"/>
                  <a:pt x="7940" y="4947"/>
                  <a:pt x="8129" y="4947"/>
                </a:cubicBezTo>
                <a:close/>
                <a:moveTo>
                  <a:pt x="9547" y="694"/>
                </a:moveTo>
                <a:cubicBezTo>
                  <a:pt x="9736" y="694"/>
                  <a:pt x="9893" y="851"/>
                  <a:pt x="9893" y="1040"/>
                </a:cubicBezTo>
                <a:lnTo>
                  <a:pt x="9893" y="4254"/>
                </a:lnTo>
                <a:lnTo>
                  <a:pt x="8129" y="4254"/>
                </a:lnTo>
                <a:cubicBezTo>
                  <a:pt x="7530" y="4254"/>
                  <a:pt x="7058" y="4726"/>
                  <a:pt x="7058" y="5293"/>
                </a:cubicBezTo>
                <a:lnTo>
                  <a:pt x="7058" y="6365"/>
                </a:lnTo>
                <a:lnTo>
                  <a:pt x="694" y="6365"/>
                </a:lnTo>
                <a:lnTo>
                  <a:pt x="694" y="1040"/>
                </a:lnTo>
                <a:cubicBezTo>
                  <a:pt x="725" y="851"/>
                  <a:pt x="883" y="694"/>
                  <a:pt x="1072" y="694"/>
                </a:cubicBezTo>
                <a:close/>
                <a:moveTo>
                  <a:pt x="7121" y="7026"/>
                </a:moveTo>
                <a:lnTo>
                  <a:pt x="7121" y="7751"/>
                </a:lnTo>
                <a:lnTo>
                  <a:pt x="1072" y="7751"/>
                </a:lnTo>
                <a:cubicBezTo>
                  <a:pt x="883" y="7751"/>
                  <a:pt x="725" y="7593"/>
                  <a:pt x="725" y="7404"/>
                </a:cubicBezTo>
                <a:lnTo>
                  <a:pt x="725" y="7026"/>
                </a:lnTo>
                <a:close/>
                <a:moveTo>
                  <a:pt x="5703" y="8444"/>
                </a:moveTo>
                <a:lnTo>
                  <a:pt x="5703" y="9168"/>
                </a:lnTo>
                <a:lnTo>
                  <a:pt x="4947" y="9168"/>
                </a:lnTo>
                <a:lnTo>
                  <a:pt x="4947" y="8444"/>
                </a:lnTo>
                <a:close/>
                <a:moveTo>
                  <a:pt x="7089" y="8444"/>
                </a:moveTo>
                <a:lnTo>
                  <a:pt x="7089" y="9168"/>
                </a:lnTo>
                <a:lnTo>
                  <a:pt x="6365" y="9168"/>
                </a:lnTo>
                <a:lnTo>
                  <a:pt x="6365" y="8444"/>
                </a:lnTo>
                <a:close/>
                <a:moveTo>
                  <a:pt x="11279" y="6333"/>
                </a:moveTo>
                <a:lnTo>
                  <a:pt x="11279" y="9830"/>
                </a:lnTo>
                <a:lnTo>
                  <a:pt x="7782" y="9830"/>
                </a:lnTo>
                <a:lnTo>
                  <a:pt x="7782" y="6333"/>
                </a:lnTo>
                <a:close/>
                <a:moveTo>
                  <a:pt x="11279" y="10523"/>
                </a:moveTo>
                <a:lnTo>
                  <a:pt x="11279" y="10901"/>
                </a:lnTo>
                <a:cubicBezTo>
                  <a:pt x="11279" y="11090"/>
                  <a:pt x="11122" y="11248"/>
                  <a:pt x="10933" y="11248"/>
                </a:cubicBezTo>
                <a:lnTo>
                  <a:pt x="8129" y="11248"/>
                </a:lnTo>
                <a:cubicBezTo>
                  <a:pt x="7940" y="11248"/>
                  <a:pt x="7782" y="11090"/>
                  <a:pt x="7782" y="10901"/>
                </a:cubicBezTo>
                <a:lnTo>
                  <a:pt x="7782" y="10523"/>
                </a:lnTo>
                <a:close/>
                <a:moveTo>
                  <a:pt x="1040" y="1"/>
                </a:moveTo>
                <a:cubicBezTo>
                  <a:pt x="442" y="1"/>
                  <a:pt x="1" y="473"/>
                  <a:pt x="1" y="1040"/>
                </a:cubicBezTo>
                <a:lnTo>
                  <a:pt x="1" y="7436"/>
                </a:lnTo>
                <a:cubicBezTo>
                  <a:pt x="1" y="8034"/>
                  <a:pt x="442" y="8507"/>
                  <a:pt x="1040" y="8507"/>
                </a:cubicBezTo>
                <a:lnTo>
                  <a:pt x="4191" y="8507"/>
                </a:lnTo>
                <a:lnTo>
                  <a:pt x="4191" y="9200"/>
                </a:lnTo>
                <a:lnTo>
                  <a:pt x="3151" y="9200"/>
                </a:lnTo>
                <a:cubicBezTo>
                  <a:pt x="2931" y="9200"/>
                  <a:pt x="2773" y="9357"/>
                  <a:pt x="2773" y="9546"/>
                </a:cubicBezTo>
                <a:cubicBezTo>
                  <a:pt x="2773" y="9767"/>
                  <a:pt x="2931" y="9925"/>
                  <a:pt x="3151" y="9925"/>
                </a:cubicBezTo>
                <a:lnTo>
                  <a:pt x="7026" y="9925"/>
                </a:lnTo>
                <a:lnTo>
                  <a:pt x="7026" y="10964"/>
                </a:lnTo>
                <a:cubicBezTo>
                  <a:pt x="7026" y="11563"/>
                  <a:pt x="7499" y="12035"/>
                  <a:pt x="8097" y="12035"/>
                </a:cubicBezTo>
                <a:lnTo>
                  <a:pt x="10901" y="12035"/>
                </a:lnTo>
                <a:cubicBezTo>
                  <a:pt x="11468" y="12035"/>
                  <a:pt x="11941" y="11563"/>
                  <a:pt x="11941" y="10964"/>
                </a:cubicBezTo>
                <a:lnTo>
                  <a:pt x="11941" y="5356"/>
                </a:lnTo>
                <a:cubicBezTo>
                  <a:pt x="12004" y="4726"/>
                  <a:pt x="11531" y="4254"/>
                  <a:pt x="10933" y="4254"/>
                </a:cubicBezTo>
                <a:lnTo>
                  <a:pt x="10586" y="4254"/>
                </a:lnTo>
                <a:lnTo>
                  <a:pt x="10586" y="1040"/>
                </a:lnTo>
                <a:cubicBezTo>
                  <a:pt x="10586" y="473"/>
                  <a:pt x="10114" y="1"/>
                  <a:pt x="951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581" name="Google Shape;11581;p138"/>
          <p:cNvGrpSpPr/>
          <p:nvPr/>
        </p:nvGrpSpPr>
        <p:grpSpPr>
          <a:xfrm>
            <a:off x="1293035" y="1303928"/>
            <a:ext cx="358199" cy="359154"/>
            <a:chOff x="-50154075" y="1948175"/>
            <a:chExt cx="300100" cy="300900"/>
          </a:xfrm>
        </p:grpSpPr>
        <p:sp>
          <p:nvSpPr>
            <p:cNvPr id="11582" name="Google Shape;11582;p138"/>
            <p:cNvSpPr/>
            <p:nvPr/>
          </p:nvSpPr>
          <p:spPr>
            <a:xfrm>
              <a:off x="-50154075" y="1948175"/>
              <a:ext cx="300100" cy="300900"/>
            </a:xfrm>
            <a:custGeom>
              <a:rect b="b" l="l" r="r" t="t"/>
              <a:pathLst>
                <a:path extrusionOk="0" h="12036" w="12004">
                  <a:moveTo>
                    <a:pt x="2805" y="694"/>
                  </a:moveTo>
                  <a:lnTo>
                    <a:pt x="2805" y="2805"/>
                  </a:lnTo>
                  <a:lnTo>
                    <a:pt x="662" y="2805"/>
                  </a:lnTo>
                  <a:lnTo>
                    <a:pt x="662" y="694"/>
                  </a:lnTo>
                  <a:close/>
                  <a:moveTo>
                    <a:pt x="2805" y="3466"/>
                  </a:moveTo>
                  <a:lnTo>
                    <a:pt x="2805" y="5609"/>
                  </a:lnTo>
                  <a:lnTo>
                    <a:pt x="662" y="5609"/>
                  </a:lnTo>
                  <a:lnTo>
                    <a:pt x="662" y="3466"/>
                  </a:lnTo>
                  <a:close/>
                  <a:moveTo>
                    <a:pt x="7908" y="2521"/>
                  </a:moveTo>
                  <a:lnTo>
                    <a:pt x="9421" y="4033"/>
                  </a:lnTo>
                  <a:lnTo>
                    <a:pt x="7782" y="5640"/>
                  </a:lnTo>
                  <a:lnTo>
                    <a:pt x="6302" y="4128"/>
                  </a:lnTo>
                  <a:lnTo>
                    <a:pt x="7908" y="2521"/>
                  </a:lnTo>
                  <a:close/>
                  <a:moveTo>
                    <a:pt x="5798" y="4663"/>
                  </a:moveTo>
                  <a:lnTo>
                    <a:pt x="7278" y="6144"/>
                  </a:lnTo>
                  <a:lnTo>
                    <a:pt x="5766" y="7688"/>
                  </a:lnTo>
                  <a:lnTo>
                    <a:pt x="4254" y="6207"/>
                  </a:lnTo>
                  <a:lnTo>
                    <a:pt x="5798" y="4663"/>
                  </a:lnTo>
                  <a:close/>
                  <a:moveTo>
                    <a:pt x="2805" y="6302"/>
                  </a:moveTo>
                  <a:lnTo>
                    <a:pt x="2805" y="8791"/>
                  </a:lnTo>
                  <a:cubicBezTo>
                    <a:pt x="2521" y="8570"/>
                    <a:pt x="2111" y="8444"/>
                    <a:pt x="1733" y="8444"/>
                  </a:cubicBezTo>
                  <a:cubicBezTo>
                    <a:pt x="1324" y="8444"/>
                    <a:pt x="977" y="8570"/>
                    <a:pt x="662" y="8791"/>
                  </a:cubicBezTo>
                  <a:lnTo>
                    <a:pt x="662" y="6302"/>
                  </a:lnTo>
                  <a:close/>
                  <a:moveTo>
                    <a:pt x="3750" y="6711"/>
                  </a:moveTo>
                  <a:lnTo>
                    <a:pt x="5230" y="8192"/>
                  </a:lnTo>
                  <a:lnTo>
                    <a:pt x="3498" y="9925"/>
                  </a:lnTo>
                  <a:lnTo>
                    <a:pt x="3498" y="6932"/>
                  </a:lnTo>
                  <a:lnTo>
                    <a:pt x="3750" y="6711"/>
                  </a:lnTo>
                  <a:close/>
                  <a:moveTo>
                    <a:pt x="1733" y="9137"/>
                  </a:moveTo>
                  <a:cubicBezTo>
                    <a:pt x="2332" y="9137"/>
                    <a:pt x="2805" y="9610"/>
                    <a:pt x="2805" y="10208"/>
                  </a:cubicBezTo>
                  <a:cubicBezTo>
                    <a:pt x="2805" y="10807"/>
                    <a:pt x="2332" y="11279"/>
                    <a:pt x="1733" y="11279"/>
                  </a:cubicBezTo>
                  <a:cubicBezTo>
                    <a:pt x="1135" y="11279"/>
                    <a:pt x="662" y="10807"/>
                    <a:pt x="662" y="10208"/>
                  </a:cubicBezTo>
                  <a:cubicBezTo>
                    <a:pt x="662" y="9610"/>
                    <a:pt x="1135" y="9137"/>
                    <a:pt x="1733" y="9137"/>
                  </a:cubicBezTo>
                  <a:close/>
                  <a:moveTo>
                    <a:pt x="5640" y="9137"/>
                  </a:moveTo>
                  <a:lnTo>
                    <a:pt x="5640" y="11279"/>
                  </a:lnTo>
                  <a:lnTo>
                    <a:pt x="3183" y="11279"/>
                  </a:lnTo>
                  <a:lnTo>
                    <a:pt x="5262" y="9137"/>
                  </a:lnTo>
                  <a:close/>
                  <a:moveTo>
                    <a:pt x="8412" y="9137"/>
                  </a:moveTo>
                  <a:lnTo>
                    <a:pt x="8412" y="11279"/>
                  </a:lnTo>
                  <a:lnTo>
                    <a:pt x="6333" y="11279"/>
                  </a:lnTo>
                  <a:lnTo>
                    <a:pt x="6333" y="9137"/>
                  </a:lnTo>
                  <a:close/>
                  <a:moveTo>
                    <a:pt x="11248" y="9137"/>
                  </a:moveTo>
                  <a:lnTo>
                    <a:pt x="11248" y="11279"/>
                  </a:lnTo>
                  <a:lnTo>
                    <a:pt x="9106" y="11279"/>
                  </a:lnTo>
                  <a:lnTo>
                    <a:pt x="9106" y="9137"/>
                  </a:lnTo>
                  <a:close/>
                  <a:moveTo>
                    <a:pt x="347" y="1"/>
                  </a:moveTo>
                  <a:cubicBezTo>
                    <a:pt x="158" y="1"/>
                    <a:pt x="1" y="158"/>
                    <a:pt x="1" y="379"/>
                  </a:cubicBezTo>
                  <a:lnTo>
                    <a:pt x="1" y="10240"/>
                  </a:lnTo>
                  <a:cubicBezTo>
                    <a:pt x="1" y="11248"/>
                    <a:pt x="788" y="12036"/>
                    <a:pt x="1765" y="12036"/>
                  </a:cubicBezTo>
                  <a:lnTo>
                    <a:pt x="11657" y="12036"/>
                  </a:lnTo>
                  <a:cubicBezTo>
                    <a:pt x="11846" y="12036"/>
                    <a:pt x="12004" y="11878"/>
                    <a:pt x="12004" y="11657"/>
                  </a:cubicBezTo>
                  <a:lnTo>
                    <a:pt x="12004" y="8791"/>
                  </a:lnTo>
                  <a:cubicBezTo>
                    <a:pt x="11973" y="8602"/>
                    <a:pt x="11815" y="8444"/>
                    <a:pt x="11626" y="8444"/>
                  </a:cubicBezTo>
                  <a:lnTo>
                    <a:pt x="5987" y="8444"/>
                  </a:lnTo>
                  <a:lnTo>
                    <a:pt x="10177" y="4254"/>
                  </a:lnTo>
                  <a:cubicBezTo>
                    <a:pt x="10240" y="4191"/>
                    <a:pt x="10271" y="4096"/>
                    <a:pt x="10271" y="4033"/>
                  </a:cubicBezTo>
                  <a:cubicBezTo>
                    <a:pt x="10271" y="3939"/>
                    <a:pt x="10240" y="3844"/>
                    <a:pt x="10177" y="3781"/>
                  </a:cubicBezTo>
                  <a:lnTo>
                    <a:pt x="8192" y="1828"/>
                  </a:lnTo>
                  <a:cubicBezTo>
                    <a:pt x="8129" y="1765"/>
                    <a:pt x="8042" y="1733"/>
                    <a:pt x="7952" y="1733"/>
                  </a:cubicBezTo>
                  <a:cubicBezTo>
                    <a:pt x="7861" y="1733"/>
                    <a:pt x="7767" y="1765"/>
                    <a:pt x="7688" y="1828"/>
                  </a:cubicBezTo>
                  <a:lnTo>
                    <a:pt x="3498" y="5987"/>
                  </a:lnTo>
                  <a:lnTo>
                    <a:pt x="3498" y="379"/>
                  </a:lnTo>
                  <a:cubicBezTo>
                    <a:pt x="3498" y="158"/>
                    <a:pt x="3340" y="1"/>
                    <a:pt x="315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3" name="Google Shape;11583;p138"/>
            <p:cNvSpPr/>
            <p:nvPr/>
          </p:nvSpPr>
          <p:spPr>
            <a:xfrm>
              <a:off x="-50119425" y="2194700"/>
              <a:ext cx="17350" cy="17350"/>
            </a:xfrm>
            <a:custGeom>
              <a:rect b="b" l="l" r="r" t="t"/>
              <a:pathLst>
                <a:path extrusionOk="0" h="694" w="694">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84" name="Google Shape;11584;p138"/>
          <p:cNvGrpSpPr/>
          <p:nvPr/>
        </p:nvGrpSpPr>
        <p:grpSpPr>
          <a:xfrm>
            <a:off x="1293035" y="1758885"/>
            <a:ext cx="358199" cy="358229"/>
            <a:chOff x="-50154850" y="2316775"/>
            <a:chExt cx="300100" cy="300125"/>
          </a:xfrm>
        </p:grpSpPr>
        <p:sp>
          <p:nvSpPr>
            <p:cNvPr id="11585" name="Google Shape;11585;p138"/>
            <p:cNvSpPr/>
            <p:nvPr/>
          </p:nvSpPr>
          <p:spPr>
            <a:xfrm>
              <a:off x="-50154850" y="2316775"/>
              <a:ext cx="300100" cy="300125"/>
            </a:xfrm>
            <a:custGeom>
              <a:rect b="b" l="l" r="r" t="t"/>
              <a:pathLst>
                <a:path extrusionOk="0" h="12005" w="12004">
                  <a:moveTo>
                    <a:pt x="1418" y="694"/>
                  </a:moveTo>
                  <a:lnTo>
                    <a:pt x="1418" y="1419"/>
                  </a:lnTo>
                  <a:lnTo>
                    <a:pt x="693" y="1419"/>
                  </a:lnTo>
                  <a:lnTo>
                    <a:pt x="693" y="694"/>
                  </a:lnTo>
                  <a:close/>
                  <a:moveTo>
                    <a:pt x="11279" y="694"/>
                  </a:moveTo>
                  <a:lnTo>
                    <a:pt x="11279" y="1419"/>
                  </a:lnTo>
                  <a:lnTo>
                    <a:pt x="10586" y="1419"/>
                  </a:lnTo>
                  <a:lnTo>
                    <a:pt x="10586" y="694"/>
                  </a:lnTo>
                  <a:close/>
                  <a:moveTo>
                    <a:pt x="9893" y="1419"/>
                  </a:moveTo>
                  <a:lnTo>
                    <a:pt x="9893" y="1765"/>
                  </a:lnTo>
                  <a:cubicBezTo>
                    <a:pt x="9893" y="1954"/>
                    <a:pt x="10019" y="2112"/>
                    <a:pt x="10239" y="2112"/>
                  </a:cubicBezTo>
                  <a:lnTo>
                    <a:pt x="10586" y="2112"/>
                  </a:lnTo>
                  <a:lnTo>
                    <a:pt x="10586" y="9893"/>
                  </a:lnTo>
                  <a:lnTo>
                    <a:pt x="10239" y="9893"/>
                  </a:lnTo>
                  <a:cubicBezTo>
                    <a:pt x="10019" y="9893"/>
                    <a:pt x="9893" y="10051"/>
                    <a:pt x="9893" y="10240"/>
                  </a:cubicBezTo>
                  <a:lnTo>
                    <a:pt x="9893" y="10587"/>
                  </a:lnTo>
                  <a:lnTo>
                    <a:pt x="2111" y="10587"/>
                  </a:lnTo>
                  <a:lnTo>
                    <a:pt x="2111" y="10240"/>
                  </a:lnTo>
                  <a:cubicBezTo>
                    <a:pt x="2111" y="10051"/>
                    <a:pt x="1953" y="9893"/>
                    <a:pt x="1764" y="9893"/>
                  </a:cubicBezTo>
                  <a:lnTo>
                    <a:pt x="1418" y="9893"/>
                  </a:lnTo>
                  <a:lnTo>
                    <a:pt x="1418" y="2112"/>
                  </a:lnTo>
                  <a:lnTo>
                    <a:pt x="1764" y="2112"/>
                  </a:lnTo>
                  <a:cubicBezTo>
                    <a:pt x="1953" y="2112"/>
                    <a:pt x="2111" y="1954"/>
                    <a:pt x="2111" y="1765"/>
                  </a:cubicBezTo>
                  <a:lnTo>
                    <a:pt x="2111" y="1419"/>
                  </a:lnTo>
                  <a:close/>
                  <a:moveTo>
                    <a:pt x="1418" y="10555"/>
                  </a:moveTo>
                  <a:lnTo>
                    <a:pt x="1418" y="11248"/>
                  </a:lnTo>
                  <a:lnTo>
                    <a:pt x="693" y="11248"/>
                  </a:lnTo>
                  <a:lnTo>
                    <a:pt x="693" y="10555"/>
                  </a:lnTo>
                  <a:close/>
                  <a:moveTo>
                    <a:pt x="11279" y="10555"/>
                  </a:moveTo>
                  <a:lnTo>
                    <a:pt x="11279" y="11248"/>
                  </a:lnTo>
                  <a:lnTo>
                    <a:pt x="10586" y="11248"/>
                  </a:lnTo>
                  <a:lnTo>
                    <a:pt x="10586" y="10555"/>
                  </a:lnTo>
                  <a:close/>
                  <a:moveTo>
                    <a:pt x="347" y="1"/>
                  </a:moveTo>
                  <a:cubicBezTo>
                    <a:pt x="158" y="1"/>
                    <a:pt x="0" y="158"/>
                    <a:pt x="0" y="348"/>
                  </a:cubicBezTo>
                  <a:lnTo>
                    <a:pt x="0" y="1765"/>
                  </a:lnTo>
                  <a:cubicBezTo>
                    <a:pt x="0" y="1954"/>
                    <a:pt x="158" y="2112"/>
                    <a:pt x="347" y="2112"/>
                  </a:cubicBezTo>
                  <a:lnTo>
                    <a:pt x="693" y="2112"/>
                  </a:lnTo>
                  <a:lnTo>
                    <a:pt x="693" y="9893"/>
                  </a:lnTo>
                  <a:lnTo>
                    <a:pt x="347" y="9893"/>
                  </a:lnTo>
                  <a:cubicBezTo>
                    <a:pt x="158" y="9893"/>
                    <a:pt x="0" y="10051"/>
                    <a:pt x="0" y="10240"/>
                  </a:cubicBezTo>
                  <a:lnTo>
                    <a:pt x="0" y="11658"/>
                  </a:lnTo>
                  <a:cubicBezTo>
                    <a:pt x="0" y="11847"/>
                    <a:pt x="158" y="12004"/>
                    <a:pt x="347" y="12004"/>
                  </a:cubicBezTo>
                  <a:lnTo>
                    <a:pt x="1764" y="12004"/>
                  </a:lnTo>
                  <a:cubicBezTo>
                    <a:pt x="1953" y="12004"/>
                    <a:pt x="2111" y="11847"/>
                    <a:pt x="2111" y="11658"/>
                  </a:cubicBezTo>
                  <a:lnTo>
                    <a:pt x="2111" y="11311"/>
                  </a:lnTo>
                  <a:lnTo>
                    <a:pt x="9893" y="11311"/>
                  </a:lnTo>
                  <a:lnTo>
                    <a:pt x="9893" y="11658"/>
                  </a:lnTo>
                  <a:cubicBezTo>
                    <a:pt x="9893" y="11847"/>
                    <a:pt x="10019" y="12004"/>
                    <a:pt x="10239" y="12004"/>
                  </a:cubicBezTo>
                  <a:lnTo>
                    <a:pt x="11657" y="12004"/>
                  </a:lnTo>
                  <a:cubicBezTo>
                    <a:pt x="11846" y="12004"/>
                    <a:pt x="12004" y="11847"/>
                    <a:pt x="12004" y="11658"/>
                  </a:cubicBezTo>
                  <a:lnTo>
                    <a:pt x="12004" y="10240"/>
                  </a:lnTo>
                  <a:cubicBezTo>
                    <a:pt x="12004" y="10051"/>
                    <a:pt x="11846" y="9893"/>
                    <a:pt x="11657" y="9893"/>
                  </a:cubicBezTo>
                  <a:lnTo>
                    <a:pt x="11310" y="9893"/>
                  </a:lnTo>
                  <a:lnTo>
                    <a:pt x="11310" y="2112"/>
                  </a:lnTo>
                  <a:lnTo>
                    <a:pt x="11657" y="2112"/>
                  </a:lnTo>
                  <a:lnTo>
                    <a:pt x="11657" y="2080"/>
                  </a:lnTo>
                  <a:cubicBezTo>
                    <a:pt x="11846" y="2080"/>
                    <a:pt x="12004" y="1923"/>
                    <a:pt x="12004" y="1734"/>
                  </a:cubicBezTo>
                  <a:lnTo>
                    <a:pt x="12004" y="348"/>
                  </a:lnTo>
                  <a:cubicBezTo>
                    <a:pt x="12004" y="158"/>
                    <a:pt x="11846" y="1"/>
                    <a:pt x="11657" y="1"/>
                  </a:cubicBezTo>
                  <a:lnTo>
                    <a:pt x="10239" y="1"/>
                  </a:lnTo>
                  <a:cubicBezTo>
                    <a:pt x="10019" y="1"/>
                    <a:pt x="9893" y="158"/>
                    <a:pt x="9893" y="348"/>
                  </a:cubicBezTo>
                  <a:lnTo>
                    <a:pt x="9893" y="694"/>
                  </a:lnTo>
                  <a:lnTo>
                    <a:pt x="2111" y="694"/>
                  </a:lnTo>
                  <a:lnTo>
                    <a:pt x="2111" y="348"/>
                  </a:lnTo>
                  <a:cubicBezTo>
                    <a:pt x="2111" y="158"/>
                    <a:pt x="1953" y="1"/>
                    <a:pt x="176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6" name="Google Shape;11586;p138"/>
            <p:cNvSpPr/>
            <p:nvPr/>
          </p:nvSpPr>
          <p:spPr>
            <a:xfrm>
              <a:off x="-50083975" y="2368775"/>
              <a:ext cx="158325" cy="193775"/>
            </a:xfrm>
            <a:custGeom>
              <a:rect b="b" l="l" r="r" t="t"/>
              <a:pathLst>
                <a:path extrusionOk="0" h="7751" w="6333">
                  <a:moveTo>
                    <a:pt x="5577" y="693"/>
                  </a:moveTo>
                  <a:lnTo>
                    <a:pt x="5577" y="1567"/>
                  </a:lnTo>
                  <a:lnTo>
                    <a:pt x="5577" y="1567"/>
                  </a:lnTo>
                  <a:cubicBezTo>
                    <a:pt x="5492" y="1468"/>
                    <a:pt x="5402" y="1418"/>
                    <a:pt x="5262" y="1418"/>
                  </a:cubicBezTo>
                  <a:lnTo>
                    <a:pt x="3844" y="1418"/>
                  </a:lnTo>
                  <a:cubicBezTo>
                    <a:pt x="3655" y="1418"/>
                    <a:pt x="3498" y="1576"/>
                    <a:pt x="3498" y="1765"/>
                  </a:cubicBezTo>
                  <a:lnTo>
                    <a:pt x="3498" y="6742"/>
                  </a:lnTo>
                  <a:cubicBezTo>
                    <a:pt x="3498" y="6900"/>
                    <a:pt x="3624" y="6963"/>
                    <a:pt x="3687" y="7089"/>
                  </a:cubicBezTo>
                  <a:lnTo>
                    <a:pt x="2584" y="7089"/>
                  </a:lnTo>
                  <a:cubicBezTo>
                    <a:pt x="2710" y="6963"/>
                    <a:pt x="2773" y="6900"/>
                    <a:pt x="2773" y="6742"/>
                  </a:cubicBezTo>
                  <a:lnTo>
                    <a:pt x="2773" y="1765"/>
                  </a:lnTo>
                  <a:cubicBezTo>
                    <a:pt x="2773" y="1576"/>
                    <a:pt x="2647" y="1418"/>
                    <a:pt x="2426" y="1418"/>
                  </a:cubicBezTo>
                  <a:lnTo>
                    <a:pt x="1009" y="1418"/>
                  </a:lnTo>
                  <a:cubicBezTo>
                    <a:pt x="851" y="1418"/>
                    <a:pt x="788" y="1544"/>
                    <a:pt x="662" y="1607"/>
                  </a:cubicBezTo>
                  <a:lnTo>
                    <a:pt x="662" y="693"/>
                  </a:lnTo>
                  <a:close/>
                  <a:moveTo>
                    <a:pt x="347" y="0"/>
                  </a:moveTo>
                  <a:cubicBezTo>
                    <a:pt x="158" y="0"/>
                    <a:pt x="1" y="158"/>
                    <a:pt x="1" y="347"/>
                  </a:cubicBezTo>
                  <a:lnTo>
                    <a:pt x="1" y="2489"/>
                  </a:lnTo>
                  <a:cubicBezTo>
                    <a:pt x="1" y="2696"/>
                    <a:pt x="163" y="2835"/>
                    <a:pt x="328" y="2835"/>
                  </a:cubicBezTo>
                  <a:cubicBezTo>
                    <a:pt x="415" y="2835"/>
                    <a:pt x="503" y="2796"/>
                    <a:pt x="568" y="2710"/>
                  </a:cubicBezTo>
                  <a:lnTo>
                    <a:pt x="1166" y="2143"/>
                  </a:lnTo>
                  <a:lnTo>
                    <a:pt x="2080" y="2143"/>
                  </a:lnTo>
                  <a:lnTo>
                    <a:pt x="2080" y="6585"/>
                  </a:lnTo>
                  <a:lnTo>
                    <a:pt x="1481" y="7183"/>
                  </a:lnTo>
                  <a:cubicBezTo>
                    <a:pt x="1261" y="7404"/>
                    <a:pt x="1418" y="7750"/>
                    <a:pt x="1733" y="7750"/>
                  </a:cubicBezTo>
                  <a:lnTo>
                    <a:pt x="4537" y="7750"/>
                  </a:lnTo>
                  <a:cubicBezTo>
                    <a:pt x="4852" y="7750"/>
                    <a:pt x="5010" y="7372"/>
                    <a:pt x="4758" y="7183"/>
                  </a:cubicBezTo>
                  <a:lnTo>
                    <a:pt x="4159" y="6585"/>
                  </a:lnTo>
                  <a:lnTo>
                    <a:pt x="4159" y="2143"/>
                  </a:lnTo>
                  <a:lnTo>
                    <a:pt x="5073" y="2143"/>
                  </a:lnTo>
                  <a:lnTo>
                    <a:pt x="5671" y="2710"/>
                  </a:lnTo>
                  <a:cubicBezTo>
                    <a:pt x="5747" y="2796"/>
                    <a:pt x="5842" y="2835"/>
                    <a:pt x="5933" y="2835"/>
                  </a:cubicBezTo>
                  <a:cubicBezTo>
                    <a:pt x="6107" y="2835"/>
                    <a:pt x="6270" y="2696"/>
                    <a:pt x="6270" y="2489"/>
                  </a:cubicBezTo>
                  <a:lnTo>
                    <a:pt x="6270" y="347"/>
                  </a:lnTo>
                  <a:cubicBezTo>
                    <a:pt x="6333" y="158"/>
                    <a:pt x="6176" y="0"/>
                    <a:pt x="598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87" name="Google Shape;11587;p138"/>
          <p:cNvGrpSpPr/>
          <p:nvPr/>
        </p:nvGrpSpPr>
        <p:grpSpPr>
          <a:xfrm>
            <a:off x="1288813" y="2205896"/>
            <a:ext cx="366644" cy="356558"/>
            <a:chOff x="-50158000" y="2685000"/>
            <a:chExt cx="307175" cy="298725"/>
          </a:xfrm>
        </p:grpSpPr>
        <p:sp>
          <p:nvSpPr>
            <p:cNvPr id="11588" name="Google Shape;11588;p138"/>
            <p:cNvSpPr/>
            <p:nvPr/>
          </p:nvSpPr>
          <p:spPr>
            <a:xfrm>
              <a:off x="-50158000" y="2685000"/>
              <a:ext cx="307175" cy="298725"/>
            </a:xfrm>
            <a:custGeom>
              <a:rect b="b" l="l" r="r" t="t"/>
              <a:pathLst>
                <a:path extrusionOk="0" h="11949" w="12287">
                  <a:moveTo>
                    <a:pt x="8054" y="717"/>
                  </a:moveTo>
                  <a:cubicBezTo>
                    <a:pt x="8325" y="717"/>
                    <a:pt x="8601" y="820"/>
                    <a:pt x="8821" y="1024"/>
                  </a:cubicBezTo>
                  <a:lnTo>
                    <a:pt x="11090" y="3293"/>
                  </a:lnTo>
                  <a:cubicBezTo>
                    <a:pt x="11531" y="3702"/>
                    <a:pt x="11531" y="4364"/>
                    <a:pt x="11090" y="4805"/>
                  </a:cubicBezTo>
                  <a:lnTo>
                    <a:pt x="10302" y="5593"/>
                  </a:lnTo>
                  <a:lnTo>
                    <a:pt x="6522" y="1812"/>
                  </a:lnTo>
                  <a:lnTo>
                    <a:pt x="7309" y="1024"/>
                  </a:lnTo>
                  <a:cubicBezTo>
                    <a:pt x="7514" y="820"/>
                    <a:pt x="7782" y="717"/>
                    <a:pt x="8054" y="717"/>
                  </a:cubicBezTo>
                  <a:close/>
                  <a:moveTo>
                    <a:pt x="6018" y="2285"/>
                  </a:moveTo>
                  <a:lnTo>
                    <a:pt x="9798" y="6065"/>
                  </a:lnTo>
                  <a:lnTo>
                    <a:pt x="6144" y="9720"/>
                  </a:lnTo>
                  <a:lnTo>
                    <a:pt x="2363" y="5939"/>
                  </a:lnTo>
                  <a:lnTo>
                    <a:pt x="6018" y="2285"/>
                  </a:lnTo>
                  <a:close/>
                  <a:moveTo>
                    <a:pt x="1890" y="6443"/>
                  </a:moveTo>
                  <a:lnTo>
                    <a:pt x="5671" y="10224"/>
                  </a:lnTo>
                  <a:lnTo>
                    <a:pt x="4915" y="10980"/>
                  </a:lnTo>
                  <a:cubicBezTo>
                    <a:pt x="4726" y="11185"/>
                    <a:pt x="4458" y="11287"/>
                    <a:pt x="4186" y="11287"/>
                  </a:cubicBezTo>
                  <a:cubicBezTo>
                    <a:pt x="3915" y="11287"/>
                    <a:pt x="3639" y="11185"/>
                    <a:pt x="3434" y="10980"/>
                  </a:cubicBezTo>
                  <a:lnTo>
                    <a:pt x="1134" y="8712"/>
                  </a:lnTo>
                  <a:cubicBezTo>
                    <a:pt x="756" y="8302"/>
                    <a:pt x="756" y="7640"/>
                    <a:pt x="1134" y="7199"/>
                  </a:cubicBezTo>
                  <a:lnTo>
                    <a:pt x="1890" y="6443"/>
                  </a:lnTo>
                  <a:close/>
                  <a:moveTo>
                    <a:pt x="8093" y="0"/>
                  </a:moveTo>
                  <a:cubicBezTo>
                    <a:pt x="7640" y="0"/>
                    <a:pt x="7183" y="174"/>
                    <a:pt x="6837" y="520"/>
                  </a:cubicBezTo>
                  <a:lnTo>
                    <a:pt x="662" y="6695"/>
                  </a:lnTo>
                  <a:cubicBezTo>
                    <a:pt x="0" y="7357"/>
                    <a:pt x="0" y="8491"/>
                    <a:pt x="662" y="9184"/>
                  </a:cubicBezTo>
                  <a:lnTo>
                    <a:pt x="2962" y="11452"/>
                  </a:lnTo>
                  <a:cubicBezTo>
                    <a:pt x="3292" y="11783"/>
                    <a:pt x="3741" y="11949"/>
                    <a:pt x="4190" y="11949"/>
                  </a:cubicBezTo>
                  <a:cubicBezTo>
                    <a:pt x="4639" y="11949"/>
                    <a:pt x="5088" y="11783"/>
                    <a:pt x="5419" y="11452"/>
                  </a:cubicBezTo>
                  <a:lnTo>
                    <a:pt x="11625" y="5278"/>
                  </a:lnTo>
                  <a:cubicBezTo>
                    <a:pt x="12287" y="4616"/>
                    <a:pt x="12287" y="3513"/>
                    <a:pt x="11625" y="2789"/>
                  </a:cubicBezTo>
                  <a:lnTo>
                    <a:pt x="9326" y="520"/>
                  </a:lnTo>
                  <a:cubicBezTo>
                    <a:pt x="8995" y="174"/>
                    <a:pt x="8546" y="0"/>
                    <a:pt x="809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9" name="Google Shape;11589;p138"/>
            <p:cNvSpPr/>
            <p:nvPr/>
          </p:nvSpPr>
          <p:spPr>
            <a:xfrm>
              <a:off x="-50058775" y="2838200"/>
              <a:ext cx="51225" cy="49625"/>
            </a:xfrm>
            <a:custGeom>
              <a:rect b="b" l="l" r="r" t="t"/>
              <a:pathLst>
                <a:path extrusionOk="0" h="1985" w="2049">
                  <a:moveTo>
                    <a:pt x="391" y="0"/>
                  </a:moveTo>
                  <a:cubicBezTo>
                    <a:pt x="300" y="0"/>
                    <a:pt x="206" y="32"/>
                    <a:pt x="127" y="95"/>
                  </a:cubicBezTo>
                  <a:cubicBezTo>
                    <a:pt x="1" y="221"/>
                    <a:pt x="1" y="441"/>
                    <a:pt x="127" y="599"/>
                  </a:cubicBezTo>
                  <a:lnTo>
                    <a:pt x="1418" y="1890"/>
                  </a:lnTo>
                  <a:cubicBezTo>
                    <a:pt x="1481" y="1953"/>
                    <a:pt x="1568" y="1985"/>
                    <a:pt x="1659" y="1985"/>
                  </a:cubicBezTo>
                  <a:cubicBezTo>
                    <a:pt x="1749" y="1985"/>
                    <a:pt x="1844" y="1953"/>
                    <a:pt x="1923" y="1890"/>
                  </a:cubicBezTo>
                  <a:cubicBezTo>
                    <a:pt x="2049" y="1733"/>
                    <a:pt x="2049" y="1512"/>
                    <a:pt x="1923" y="1386"/>
                  </a:cubicBezTo>
                  <a:lnTo>
                    <a:pt x="631" y="95"/>
                  </a:lnTo>
                  <a:cubicBezTo>
                    <a:pt x="568" y="32"/>
                    <a:pt x="481" y="0"/>
                    <a:pt x="39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90" name="Google Shape;11590;p138"/>
          <p:cNvGrpSpPr/>
          <p:nvPr/>
        </p:nvGrpSpPr>
        <p:grpSpPr>
          <a:xfrm>
            <a:off x="3521599" y="1334007"/>
            <a:ext cx="361004" cy="358229"/>
            <a:chOff x="-48266125" y="1973375"/>
            <a:chExt cx="302450" cy="300125"/>
          </a:xfrm>
        </p:grpSpPr>
        <p:sp>
          <p:nvSpPr>
            <p:cNvPr id="11591" name="Google Shape;11591;p138"/>
            <p:cNvSpPr/>
            <p:nvPr/>
          </p:nvSpPr>
          <p:spPr>
            <a:xfrm>
              <a:off x="-48212575" y="2045050"/>
              <a:ext cx="122900" cy="123700"/>
            </a:xfrm>
            <a:custGeom>
              <a:rect b="b" l="l" r="r" t="t"/>
              <a:pathLst>
                <a:path extrusionOk="0" h="4948" w="4916">
                  <a:moveTo>
                    <a:pt x="1765" y="662"/>
                  </a:moveTo>
                  <a:cubicBezTo>
                    <a:pt x="2237" y="662"/>
                    <a:pt x="2647" y="946"/>
                    <a:pt x="2741" y="1387"/>
                  </a:cubicBezTo>
                  <a:lnTo>
                    <a:pt x="1765" y="1387"/>
                  </a:lnTo>
                  <a:cubicBezTo>
                    <a:pt x="1576" y="1387"/>
                    <a:pt x="1418" y="1545"/>
                    <a:pt x="1418" y="1734"/>
                  </a:cubicBezTo>
                  <a:lnTo>
                    <a:pt x="1418" y="2710"/>
                  </a:lnTo>
                  <a:cubicBezTo>
                    <a:pt x="1009" y="2584"/>
                    <a:pt x="725" y="2206"/>
                    <a:pt x="725" y="1734"/>
                  </a:cubicBezTo>
                  <a:cubicBezTo>
                    <a:pt x="725" y="1135"/>
                    <a:pt x="1166" y="662"/>
                    <a:pt x="1765" y="662"/>
                  </a:cubicBezTo>
                  <a:close/>
                  <a:moveTo>
                    <a:pt x="2741" y="2080"/>
                  </a:moveTo>
                  <a:cubicBezTo>
                    <a:pt x="2647" y="2395"/>
                    <a:pt x="2395" y="2616"/>
                    <a:pt x="2111" y="2710"/>
                  </a:cubicBezTo>
                  <a:lnTo>
                    <a:pt x="2111" y="2080"/>
                  </a:lnTo>
                  <a:close/>
                  <a:moveTo>
                    <a:pt x="4254" y="2080"/>
                  </a:moveTo>
                  <a:lnTo>
                    <a:pt x="4254" y="4191"/>
                  </a:lnTo>
                  <a:lnTo>
                    <a:pt x="2143" y="4191"/>
                  </a:lnTo>
                  <a:lnTo>
                    <a:pt x="2143" y="3466"/>
                  </a:lnTo>
                  <a:cubicBezTo>
                    <a:pt x="2804" y="3309"/>
                    <a:pt x="3340" y="2805"/>
                    <a:pt x="3497" y="2080"/>
                  </a:cubicBezTo>
                  <a:close/>
                  <a:moveTo>
                    <a:pt x="1765" y="1"/>
                  </a:moveTo>
                  <a:cubicBezTo>
                    <a:pt x="788" y="1"/>
                    <a:pt x="0" y="788"/>
                    <a:pt x="0" y="1765"/>
                  </a:cubicBezTo>
                  <a:cubicBezTo>
                    <a:pt x="0" y="2616"/>
                    <a:pt x="599" y="3340"/>
                    <a:pt x="1418" y="3498"/>
                  </a:cubicBezTo>
                  <a:lnTo>
                    <a:pt x="1418" y="4601"/>
                  </a:lnTo>
                  <a:cubicBezTo>
                    <a:pt x="1418" y="4790"/>
                    <a:pt x="1576" y="4947"/>
                    <a:pt x="1765" y="4947"/>
                  </a:cubicBezTo>
                  <a:lnTo>
                    <a:pt x="4569" y="4947"/>
                  </a:lnTo>
                  <a:cubicBezTo>
                    <a:pt x="4758" y="4947"/>
                    <a:pt x="4915" y="4790"/>
                    <a:pt x="4915" y="4601"/>
                  </a:cubicBezTo>
                  <a:lnTo>
                    <a:pt x="4915" y="1797"/>
                  </a:lnTo>
                  <a:cubicBezTo>
                    <a:pt x="4915" y="1576"/>
                    <a:pt x="4758" y="1419"/>
                    <a:pt x="4600" y="1419"/>
                  </a:cubicBezTo>
                  <a:lnTo>
                    <a:pt x="3497" y="1419"/>
                  </a:lnTo>
                  <a:cubicBezTo>
                    <a:pt x="3340" y="631"/>
                    <a:pt x="2647" y="1"/>
                    <a:pt x="17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2" name="Google Shape;11592;p138"/>
            <p:cNvSpPr/>
            <p:nvPr/>
          </p:nvSpPr>
          <p:spPr>
            <a:xfrm>
              <a:off x="-48266125" y="1973375"/>
              <a:ext cx="230000" cy="300125"/>
            </a:xfrm>
            <a:custGeom>
              <a:rect b="b" l="l" r="r" t="t"/>
              <a:pathLst>
                <a:path extrusionOk="0" h="12005" w="9200">
                  <a:moveTo>
                    <a:pt x="7057" y="1198"/>
                  </a:moveTo>
                  <a:lnTo>
                    <a:pt x="7971" y="2112"/>
                  </a:lnTo>
                  <a:lnTo>
                    <a:pt x="7057" y="2112"/>
                  </a:lnTo>
                  <a:lnTo>
                    <a:pt x="7057" y="1198"/>
                  </a:lnTo>
                  <a:close/>
                  <a:moveTo>
                    <a:pt x="6396" y="694"/>
                  </a:moveTo>
                  <a:lnTo>
                    <a:pt x="6396" y="2458"/>
                  </a:lnTo>
                  <a:cubicBezTo>
                    <a:pt x="6396" y="2679"/>
                    <a:pt x="6553" y="2836"/>
                    <a:pt x="6742" y="2836"/>
                  </a:cubicBezTo>
                  <a:lnTo>
                    <a:pt x="8506" y="2836"/>
                  </a:lnTo>
                  <a:lnTo>
                    <a:pt x="8506" y="11280"/>
                  </a:lnTo>
                  <a:lnTo>
                    <a:pt x="756" y="11280"/>
                  </a:lnTo>
                  <a:lnTo>
                    <a:pt x="756" y="694"/>
                  </a:lnTo>
                  <a:close/>
                  <a:moveTo>
                    <a:pt x="378" y="1"/>
                  </a:moveTo>
                  <a:cubicBezTo>
                    <a:pt x="158" y="1"/>
                    <a:pt x="0" y="158"/>
                    <a:pt x="0" y="347"/>
                  </a:cubicBezTo>
                  <a:lnTo>
                    <a:pt x="0" y="11658"/>
                  </a:lnTo>
                  <a:cubicBezTo>
                    <a:pt x="0" y="11847"/>
                    <a:pt x="158" y="12004"/>
                    <a:pt x="378" y="12004"/>
                  </a:cubicBezTo>
                  <a:lnTo>
                    <a:pt x="8790" y="12004"/>
                  </a:lnTo>
                  <a:cubicBezTo>
                    <a:pt x="8979" y="12004"/>
                    <a:pt x="9136" y="11847"/>
                    <a:pt x="9136" y="11658"/>
                  </a:cubicBezTo>
                  <a:lnTo>
                    <a:pt x="9136" y="2458"/>
                  </a:lnTo>
                  <a:cubicBezTo>
                    <a:pt x="9199" y="2395"/>
                    <a:pt x="9168" y="2301"/>
                    <a:pt x="9073" y="2238"/>
                  </a:cubicBezTo>
                  <a:lnTo>
                    <a:pt x="6931" y="95"/>
                  </a:lnTo>
                  <a:cubicBezTo>
                    <a:pt x="6868" y="32"/>
                    <a:pt x="6805" y="1"/>
                    <a:pt x="671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3" name="Google Shape;11593;p138"/>
            <p:cNvSpPr/>
            <p:nvPr/>
          </p:nvSpPr>
          <p:spPr>
            <a:xfrm>
              <a:off x="-48018025" y="1991500"/>
              <a:ext cx="54350" cy="282000"/>
            </a:xfrm>
            <a:custGeom>
              <a:rect b="b" l="l" r="r" t="t"/>
              <a:pathLst>
                <a:path extrusionOk="0" h="11280" w="2174">
                  <a:moveTo>
                    <a:pt x="1071" y="1481"/>
                  </a:moveTo>
                  <a:lnTo>
                    <a:pt x="1260" y="2111"/>
                  </a:lnTo>
                  <a:lnTo>
                    <a:pt x="851" y="2111"/>
                  </a:lnTo>
                  <a:lnTo>
                    <a:pt x="1071" y="1481"/>
                  </a:lnTo>
                  <a:close/>
                  <a:moveTo>
                    <a:pt x="1418" y="2836"/>
                  </a:moveTo>
                  <a:lnTo>
                    <a:pt x="1418" y="7247"/>
                  </a:lnTo>
                  <a:lnTo>
                    <a:pt x="725" y="7247"/>
                  </a:lnTo>
                  <a:lnTo>
                    <a:pt x="725" y="2836"/>
                  </a:lnTo>
                  <a:close/>
                  <a:moveTo>
                    <a:pt x="1418" y="7971"/>
                  </a:moveTo>
                  <a:lnTo>
                    <a:pt x="1418" y="8664"/>
                  </a:lnTo>
                  <a:lnTo>
                    <a:pt x="725" y="8664"/>
                  </a:lnTo>
                  <a:lnTo>
                    <a:pt x="725" y="7971"/>
                  </a:lnTo>
                  <a:close/>
                  <a:moveTo>
                    <a:pt x="1449" y="9357"/>
                  </a:moveTo>
                  <a:lnTo>
                    <a:pt x="1449" y="10208"/>
                  </a:lnTo>
                  <a:cubicBezTo>
                    <a:pt x="1418" y="10397"/>
                    <a:pt x="1260" y="10555"/>
                    <a:pt x="1071" y="10555"/>
                  </a:cubicBezTo>
                  <a:cubicBezTo>
                    <a:pt x="882" y="10555"/>
                    <a:pt x="725" y="10397"/>
                    <a:pt x="725" y="10208"/>
                  </a:cubicBezTo>
                  <a:lnTo>
                    <a:pt x="725" y="9357"/>
                  </a:lnTo>
                  <a:close/>
                  <a:moveTo>
                    <a:pt x="1071" y="0"/>
                  </a:moveTo>
                  <a:cubicBezTo>
                    <a:pt x="945" y="0"/>
                    <a:pt x="788" y="95"/>
                    <a:pt x="756" y="253"/>
                  </a:cubicBezTo>
                  <a:cubicBezTo>
                    <a:pt x="0" y="2489"/>
                    <a:pt x="63" y="2363"/>
                    <a:pt x="63" y="2458"/>
                  </a:cubicBezTo>
                  <a:lnTo>
                    <a:pt x="63" y="10208"/>
                  </a:lnTo>
                  <a:cubicBezTo>
                    <a:pt x="63" y="10807"/>
                    <a:pt x="536" y="11279"/>
                    <a:pt x="1103" y="11279"/>
                  </a:cubicBezTo>
                  <a:cubicBezTo>
                    <a:pt x="1701" y="11279"/>
                    <a:pt x="2174" y="10807"/>
                    <a:pt x="2174" y="10208"/>
                  </a:cubicBezTo>
                  <a:lnTo>
                    <a:pt x="2111" y="2458"/>
                  </a:lnTo>
                  <a:lnTo>
                    <a:pt x="2111" y="2458"/>
                  </a:lnTo>
                  <a:cubicBezTo>
                    <a:pt x="2121" y="2468"/>
                    <a:pt x="2128" y="2472"/>
                    <a:pt x="2132" y="2472"/>
                  </a:cubicBezTo>
                  <a:cubicBezTo>
                    <a:pt x="2139" y="2472"/>
                    <a:pt x="2132" y="2458"/>
                    <a:pt x="2111" y="2458"/>
                  </a:cubicBezTo>
                  <a:lnTo>
                    <a:pt x="2111" y="2458"/>
                  </a:lnTo>
                  <a:lnTo>
                    <a:pt x="2111" y="2458"/>
                  </a:lnTo>
                  <a:cubicBezTo>
                    <a:pt x="2111" y="2363"/>
                    <a:pt x="2142" y="2584"/>
                    <a:pt x="1386" y="253"/>
                  </a:cubicBezTo>
                  <a:cubicBezTo>
                    <a:pt x="1355" y="95"/>
                    <a:pt x="1197" y="0"/>
                    <a:pt x="10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4" name="Google Shape;11594;p138"/>
            <p:cNvSpPr/>
            <p:nvPr/>
          </p:nvSpPr>
          <p:spPr>
            <a:xfrm>
              <a:off x="-48211800" y="2221475"/>
              <a:ext cx="122900" cy="17350"/>
            </a:xfrm>
            <a:custGeom>
              <a:rect b="b" l="l" r="r" t="t"/>
              <a:pathLst>
                <a:path extrusionOk="0" h="694" w="4916">
                  <a:moveTo>
                    <a:pt x="347" y="1"/>
                  </a:moveTo>
                  <a:cubicBezTo>
                    <a:pt x="158" y="1"/>
                    <a:pt x="1" y="158"/>
                    <a:pt x="1" y="347"/>
                  </a:cubicBezTo>
                  <a:cubicBezTo>
                    <a:pt x="1" y="536"/>
                    <a:pt x="158" y="694"/>
                    <a:pt x="347" y="694"/>
                  </a:cubicBezTo>
                  <a:lnTo>
                    <a:pt x="4569" y="694"/>
                  </a:lnTo>
                  <a:cubicBezTo>
                    <a:pt x="4758" y="694"/>
                    <a:pt x="4916" y="536"/>
                    <a:pt x="4916" y="347"/>
                  </a:cubicBezTo>
                  <a:cubicBezTo>
                    <a:pt x="4884" y="158"/>
                    <a:pt x="4727" y="1"/>
                    <a:pt x="456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5" name="Google Shape;11595;p138"/>
            <p:cNvSpPr/>
            <p:nvPr/>
          </p:nvSpPr>
          <p:spPr>
            <a:xfrm>
              <a:off x="-48211800" y="2185250"/>
              <a:ext cx="87450" cy="18150"/>
            </a:xfrm>
            <a:custGeom>
              <a:rect b="b" l="l" r="r" t="t"/>
              <a:pathLst>
                <a:path extrusionOk="0" h="726" w="3498">
                  <a:moveTo>
                    <a:pt x="347" y="1"/>
                  </a:moveTo>
                  <a:cubicBezTo>
                    <a:pt x="158" y="1"/>
                    <a:pt x="1" y="158"/>
                    <a:pt x="1" y="379"/>
                  </a:cubicBezTo>
                  <a:cubicBezTo>
                    <a:pt x="1" y="568"/>
                    <a:pt x="158" y="725"/>
                    <a:pt x="347" y="725"/>
                  </a:cubicBezTo>
                  <a:lnTo>
                    <a:pt x="3151" y="725"/>
                  </a:lnTo>
                  <a:cubicBezTo>
                    <a:pt x="3372" y="725"/>
                    <a:pt x="3498" y="568"/>
                    <a:pt x="3498" y="379"/>
                  </a:cubicBezTo>
                  <a:cubicBezTo>
                    <a:pt x="3498" y="158"/>
                    <a:pt x="3372" y="1"/>
                    <a:pt x="315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6" name="Google Shape;11596;p138"/>
            <p:cNvSpPr/>
            <p:nvPr/>
          </p:nvSpPr>
          <p:spPr>
            <a:xfrm>
              <a:off x="-48106250" y="2185250"/>
              <a:ext cx="17350" cy="18150"/>
            </a:xfrm>
            <a:custGeom>
              <a:rect b="b" l="l" r="r" t="t"/>
              <a:pathLst>
                <a:path extrusionOk="0" h="726" w="694">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97" name="Google Shape;11597;p138"/>
          <p:cNvGrpSpPr/>
          <p:nvPr/>
        </p:nvGrpSpPr>
        <p:grpSpPr>
          <a:xfrm>
            <a:off x="3548844" y="1789769"/>
            <a:ext cx="306516" cy="358349"/>
            <a:chOff x="-48237000" y="2342650"/>
            <a:chExt cx="256800" cy="300225"/>
          </a:xfrm>
        </p:grpSpPr>
        <p:sp>
          <p:nvSpPr>
            <p:cNvPr id="11598" name="Google Shape;11598;p138"/>
            <p:cNvSpPr/>
            <p:nvPr/>
          </p:nvSpPr>
          <p:spPr>
            <a:xfrm>
              <a:off x="-48237000" y="2342650"/>
              <a:ext cx="256800" cy="300225"/>
            </a:xfrm>
            <a:custGeom>
              <a:rect b="b" l="l" r="r" t="t"/>
              <a:pathLst>
                <a:path extrusionOk="0" h="12009" w="10272">
                  <a:moveTo>
                    <a:pt x="4507" y="679"/>
                  </a:moveTo>
                  <a:cubicBezTo>
                    <a:pt x="4774" y="679"/>
                    <a:pt x="5048" y="706"/>
                    <a:pt x="5325" y="762"/>
                  </a:cubicBezTo>
                  <a:cubicBezTo>
                    <a:pt x="6774" y="1077"/>
                    <a:pt x="7940" y="2274"/>
                    <a:pt x="8255" y="3723"/>
                  </a:cubicBezTo>
                  <a:cubicBezTo>
                    <a:pt x="8381" y="4227"/>
                    <a:pt x="8381" y="4763"/>
                    <a:pt x="8318" y="5267"/>
                  </a:cubicBezTo>
                  <a:cubicBezTo>
                    <a:pt x="8318" y="5330"/>
                    <a:pt x="8318" y="5424"/>
                    <a:pt x="8350" y="5487"/>
                  </a:cubicBezTo>
                  <a:lnTo>
                    <a:pt x="9263" y="7220"/>
                  </a:lnTo>
                  <a:cubicBezTo>
                    <a:pt x="9389" y="7441"/>
                    <a:pt x="9232" y="7756"/>
                    <a:pt x="8980" y="7756"/>
                  </a:cubicBezTo>
                  <a:lnTo>
                    <a:pt x="8034" y="7756"/>
                  </a:lnTo>
                  <a:cubicBezTo>
                    <a:pt x="7845" y="7756"/>
                    <a:pt x="7688" y="7913"/>
                    <a:pt x="7688" y="8102"/>
                  </a:cubicBezTo>
                  <a:lnTo>
                    <a:pt x="7688" y="9867"/>
                  </a:lnTo>
                  <a:lnTo>
                    <a:pt x="5892" y="9867"/>
                  </a:lnTo>
                  <a:cubicBezTo>
                    <a:pt x="5703" y="9867"/>
                    <a:pt x="5546" y="10024"/>
                    <a:pt x="5546" y="10213"/>
                  </a:cubicBezTo>
                  <a:lnTo>
                    <a:pt x="5546" y="11284"/>
                  </a:lnTo>
                  <a:lnTo>
                    <a:pt x="2049" y="11284"/>
                  </a:lnTo>
                  <a:lnTo>
                    <a:pt x="2049" y="7693"/>
                  </a:lnTo>
                  <a:cubicBezTo>
                    <a:pt x="2049" y="7598"/>
                    <a:pt x="2017" y="7504"/>
                    <a:pt x="1923" y="7441"/>
                  </a:cubicBezTo>
                  <a:cubicBezTo>
                    <a:pt x="1103" y="6685"/>
                    <a:pt x="631" y="5645"/>
                    <a:pt x="631" y="4542"/>
                  </a:cubicBezTo>
                  <a:cubicBezTo>
                    <a:pt x="631" y="2387"/>
                    <a:pt x="2372" y="679"/>
                    <a:pt x="4507" y="679"/>
                  </a:cubicBezTo>
                  <a:close/>
                  <a:moveTo>
                    <a:pt x="4570" y="0"/>
                  </a:moveTo>
                  <a:cubicBezTo>
                    <a:pt x="2059" y="0"/>
                    <a:pt x="1" y="1999"/>
                    <a:pt x="1" y="4542"/>
                  </a:cubicBezTo>
                  <a:cubicBezTo>
                    <a:pt x="1" y="5802"/>
                    <a:pt x="505" y="7000"/>
                    <a:pt x="1418" y="7850"/>
                  </a:cubicBezTo>
                  <a:lnTo>
                    <a:pt x="1418" y="11631"/>
                  </a:lnTo>
                  <a:cubicBezTo>
                    <a:pt x="1418" y="11851"/>
                    <a:pt x="1576" y="12009"/>
                    <a:pt x="1765" y="12009"/>
                  </a:cubicBezTo>
                  <a:lnTo>
                    <a:pt x="5987" y="12009"/>
                  </a:lnTo>
                  <a:cubicBezTo>
                    <a:pt x="6176" y="12009"/>
                    <a:pt x="6333" y="11851"/>
                    <a:pt x="6333" y="11631"/>
                  </a:cubicBezTo>
                  <a:lnTo>
                    <a:pt x="6333" y="10591"/>
                  </a:lnTo>
                  <a:lnTo>
                    <a:pt x="8097" y="10591"/>
                  </a:lnTo>
                  <a:cubicBezTo>
                    <a:pt x="8287" y="10591"/>
                    <a:pt x="8444" y="10434"/>
                    <a:pt x="8444" y="10213"/>
                  </a:cubicBezTo>
                  <a:lnTo>
                    <a:pt x="8444" y="8449"/>
                  </a:lnTo>
                  <a:lnTo>
                    <a:pt x="9043" y="8449"/>
                  </a:lnTo>
                  <a:cubicBezTo>
                    <a:pt x="9799" y="8417"/>
                    <a:pt x="10271" y="7598"/>
                    <a:pt x="9925" y="6874"/>
                  </a:cubicBezTo>
                  <a:lnTo>
                    <a:pt x="9043" y="5267"/>
                  </a:lnTo>
                  <a:cubicBezTo>
                    <a:pt x="9137" y="4700"/>
                    <a:pt x="9137" y="4164"/>
                    <a:pt x="9011" y="3597"/>
                  </a:cubicBezTo>
                  <a:cubicBezTo>
                    <a:pt x="8665" y="1864"/>
                    <a:pt x="7247" y="510"/>
                    <a:pt x="5546" y="100"/>
                  </a:cubicBezTo>
                  <a:cubicBezTo>
                    <a:pt x="5215" y="33"/>
                    <a:pt x="4889" y="0"/>
                    <a:pt x="457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9" name="Google Shape;11599;p138"/>
            <p:cNvSpPr/>
            <p:nvPr/>
          </p:nvSpPr>
          <p:spPr>
            <a:xfrm>
              <a:off x="-48195250" y="2377425"/>
              <a:ext cx="144150" cy="140225"/>
            </a:xfrm>
            <a:custGeom>
              <a:rect b="b" l="l" r="r" t="t"/>
              <a:pathLst>
                <a:path extrusionOk="0" h="5609" w="5766">
                  <a:moveTo>
                    <a:pt x="3214" y="757"/>
                  </a:moveTo>
                  <a:lnTo>
                    <a:pt x="3214" y="883"/>
                  </a:lnTo>
                  <a:cubicBezTo>
                    <a:pt x="3214" y="1040"/>
                    <a:pt x="3277" y="1135"/>
                    <a:pt x="3435" y="1198"/>
                  </a:cubicBezTo>
                  <a:cubicBezTo>
                    <a:pt x="3624" y="1261"/>
                    <a:pt x="3844" y="1387"/>
                    <a:pt x="4002" y="1513"/>
                  </a:cubicBezTo>
                  <a:cubicBezTo>
                    <a:pt x="4061" y="1553"/>
                    <a:pt x="4146" y="1593"/>
                    <a:pt x="4233" y="1593"/>
                  </a:cubicBezTo>
                  <a:cubicBezTo>
                    <a:pt x="4283" y="1593"/>
                    <a:pt x="4333" y="1579"/>
                    <a:pt x="4380" y="1545"/>
                  </a:cubicBezTo>
                  <a:lnTo>
                    <a:pt x="4506" y="1482"/>
                  </a:lnTo>
                  <a:lnTo>
                    <a:pt x="4852" y="2049"/>
                  </a:lnTo>
                  <a:lnTo>
                    <a:pt x="4726" y="2143"/>
                  </a:lnTo>
                  <a:cubicBezTo>
                    <a:pt x="4632" y="2206"/>
                    <a:pt x="4537" y="2364"/>
                    <a:pt x="4569" y="2490"/>
                  </a:cubicBezTo>
                  <a:cubicBezTo>
                    <a:pt x="4632" y="2710"/>
                    <a:pt x="4632" y="2899"/>
                    <a:pt x="4569" y="3120"/>
                  </a:cubicBezTo>
                  <a:cubicBezTo>
                    <a:pt x="4537" y="3277"/>
                    <a:pt x="4632" y="3403"/>
                    <a:pt x="4726" y="3466"/>
                  </a:cubicBezTo>
                  <a:lnTo>
                    <a:pt x="4852" y="3561"/>
                  </a:lnTo>
                  <a:lnTo>
                    <a:pt x="4506" y="4159"/>
                  </a:lnTo>
                  <a:lnTo>
                    <a:pt x="4380" y="4065"/>
                  </a:lnTo>
                  <a:cubicBezTo>
                    <a:pt x="4323" y="4037"/>
                    <a:pt x="4260" y="4021"/>
                    <a:pt x="4199" y="4021"/>
                  </a:cubicBezTo>
                  <a:cubicBezTo>
                    <a:pt x="4125" y="4021"/>
                    <a:pt x="4054" y="4044"/>
                    <a:pt x="4002" y="4096"/>
                  </a:cubicBezTo>
                  <a:cubicBezTo>
                    <a:pt x="3844" y="4254"/>
                    <a:pt x="3624" y="4348"/>
                    <a:pt x="3435" y="4411"/>
                  </a:cubicBezTo>
                  <a:cubicBezTo>
                    <a:pt x="3277" y="4475"/>
                    <a:pt x="3214" y="4632"/>
                    <a:pt x="3214" y="4727"/>
                  </a:cubicBezTo>
                  <a:lnTo>
                    <a:pt x="3214" y="4853"/>
                  </a:lnTo>
                  <a:lnTo>
                    <a:pt x="2489" y="4853"/>
                  </a:lnTo>
                  <a:lnTo>
                    <a:pt x="2489" y="4727"/>
                  </a:lnTo>
                  <a:cubicBezTo>
                    <a:pt x="2489" y="4569"/>
                    <a:pt x="2426" y="4475"/>
                    <a:pt x="2269" y="4411"/>
                  </a:cubicBezTo>
                  <a:cubicBezTo>
                    <a:pt x="2048" y="4348"/>
                    <a:pt x="1859" y="4222"/>
                    <a:pt x="1702" y="4096"/>
                  </a:cubicBezTo>
                  <a:cubicBezTo>
                    <a:pt x="1622" y="4057"/>
                    <a:pt x="1530" y="4017"/>
                    <a:pt x="1449" y="4017"/>
                  </a:cubicBezTo>
                  <a:cubicBezTo>
                    <a:pt x="1402" y="4017"/>
                    <a:pt x="1358" y="4030"/>
                    <a:pt x="1324" y="4065"/>
                  </a:cubicBezTo>
                  <a:lnTo>
                    <a:pt x="1198" y="4159"/>
                  </a:lnTo>
                  <a:lnTo>
                    <a:pt x="851" y="3561"/>
                  </a:lnTo>
                  <a:lnTo>
                    <a:pt x="946" y="3466"/>
                  </a:lnTo>
                  <a:cubicBezTo>
                    <a:pt x="1072" y="3403"/>
                    <a:pt x="1166" y="3246"/>
                    <a:pt x="1103" y="3120"/>
                  </a:cubicBezTo>
                  <a:cubicBezTo>
                    <a:pt x="1072" y="2899"/>
                    <a:pt x="1072" y="2710"/>
                    <a:pt x="1103" y="2490"/>
                  </a:cubicBezTo>
                  <a:cubicBezTo>
                    <a:pt x="1166" y="2332"/>
                    <a:pt x="1072" y="2206"/>
                    <a:pt x="946" y="2143"/>
                  </a:cubicBezTo>
                  <a:lnTo>
                    <a:pt x="851" y="2049"/>
                  </a:lnTo>
                  <a:lnTo>
                    <a:pt x="1198" y="1482"/>
                  </a:lnTo>
                  <a:lnTo>
                    <a:pt x="1324" y="1545"/>
                  </a:lnTo>
                  <a:cubicBezTo>
                    <a:pt x="1366" y="1573"/>
                    <a:pt x="1421" y="1588"/>
                    <a:pt x="1481" y="1588"/>
                  </a:cubicBezTo>
                  <a:cubicBezTo>
                    <a:pt x="1553" y="1588"/>
                    <a:pt x="1632" y="1565"/>
                    <a:pt x="1702" y="1513"/>
                  </a:cubicBezTo>
                  <a:cubicBezTo>
                    <a:pt x="1859" y="1356"/>
                    <a:pt x="2048" y="1261"/>
                    <a:pt x="2269" y="1198"/>
                  </a:cubicBezTo>
                  <a:cubicBezTo>
                    <a:pt x="2426" y="1135"/>
                    <a:pt x="2489" y="977"/>
                    <a:pt x="2489" y="883"/>
                  </a:cubicBezTo>
                  <a:lnTo>
                    <a:pt x="2489" y="757"/>
                  </a:lnTo>
                  <a:close/>
                  <a:moveTo>
                    <a:pt x="2174" y="1"/>
                  </a:moveTo>
                  <a:cubicBezTo>
                    <a:pt x="1985" y="1"/>
                    <a:pt x="1828" y="158"/>
                    <a:pt x="1828" y="379"/>
                  </a:cubicBezTo>
                  <a:lnTo>
                    <a:pt x="1828" y="599"/>
                  </a:lnTo>
                  <a:cubicBezTo>
                    <a:pt x="1702" y="631"/>
                    <a:pt x="1576" y="725"/>
                    <a:pt x="1513" y="788"/>
                  </a:cubicBezTo>
                  <a:lnTo>
                    <a:pt x="1324" y="694"/>
                  </a:lnTo>
                  <a:cubicBezTo>
                    <a:pt x="1265" y="658"/>
                    <a:pt x="1192" y="641"/>
                    <a:pt x="1122" y="641"/>
                  </a:cubicBezTo>
                  <a:cubicBezTo>
                    <a:pt x="1004" y="641"/>
                    <a:pt x="890" y="690"/>
                    <a:pt x="851" y="788"/>
                  </a:cubicBezTo>
                  <a:lnTo>
                    <a:pt x="126" y="2017"/>
                  </a:lnTo>
                  <a:cubicBezTo>
                    <a:pt x="63" y="2175"/>
                    <a:pt x="95" y="2427"/>
                    <a:pt x="253" y="2490"/>
                  </a:cubicBezTo>
                  <a:lnTo>
                    <a:pt x="442" y="2616"/>
                  </a:lnTo>
                  <a:lnTo>
                    <a:pt x="442" y="2994"/>
                  </a:lnTo>
                  <a:lnTo>
                    <a:pt x="253" y="3120"/>
                  </a:lnTo>
                  <a:cubicBezTo>
                    <a:pt x="95" y="3214"/>
                    <a:pt x="0" y="3435"/>
                    <a:pt x="126" y="3592"/>
                  </a:cubicBezTo>
                  <a:lnTo>
                    <a:pt x="851" y="4821"/>
                  </a:lnTo>
                  <a:cubicBezTo>
                    <a:pt x="894" y="4928"/>
                    <a:pt x="1024" y="4991"/>
                    <a:pt x="1152" y="4991"/>
                  </a:cubicBezTo>
                  <a:cubicBezTo>
                    <a:pt x="1213" y="4991"/>
                    <a:pt x="1273" y="4977"/>
                    <a:pt x="1324" y="4947"/>
                  </a:cubicBezTo>
                  <a:lnTo>
                    <a:pt x="1513" y="4821"/>
                  </a:lnTo>
                  <a:cubicBezTo>
                    <a:pt x="1639" y="4884"/>
                    <a:pt x="1733" y="4979"/>
                    <a:pt x="1828" y="5010"/>
                  </a:cubicBezTo>
                  <a:lnTo>
                    <a:pt x="1828" y="5262"/>
                  </a:lnTo>
                  <a:cubicBezTo>
                    <a:pt x="1828" y="5451"/>
                    <a:pt x="1985" y="5609"/>
                    <a:pt x="2174" y="5609"/>
                  </a:cubicBezTo>
                  <a:lnTo>
                    <a:pt x="3592" y="5609"/>
                  </a:lnTo>
                  <a:cubicBezTo>
                    <a:pt x="3781" y="5609"/>
                    <a:pt x="3939" y="5451"/>
                    <a:pt x="3939" y="5262"/>
                  </a:cubicBezTo>
                  <a:lnTo>
                    <a:pt x="3939" y="5010"/>
                  </a:lnTo>
                  <a:cubicBezTo>
                    <a:pt x="4065" y="4979"/>
                    <a:pt x="4191" y="4884"/>
                    <a:pt x="4254" y="4821"/>
                  </a:cubicBezTo>
                  <a:lnTo>
                    <a:pt x="4474" y="4947"/>
                  </a:lnTo>
                  <a:cubicBezTo>
                    <a:pt x="4524" y="4967"/>
                    <a:pt x="4580" y="4978"/>
                    <a:pt x="4637" y="4978"/>
                  </a:cubicBezTo>
                  <a:cubicBezTo>
                    <a:pt x="4759" y="4978"/>
                    <a:pt x="4882" y="4929"/>
                    <a:pt x="4947" y="4821"/>
                  </a:cubicBezTo>
                  <a:lnTo>
                    <a:pt x="5640" y="3592"/>
                  </a:lnTo>
                  <a:cubicBezTo>
                    <a:pt x="5734" y="3435"/>
                    <a:pt x="5671" y="3214"/>
                    <a:pt x="5514" y="3120"/>
                  </a:cubicBezTo>
                  <a:lnTo>
                    <a:pt x="5325" y="2994"/>
                  </a:lnTo>
                  <a:lnTo>
                    <a:pt x="5325" y="2616"/>
                  </a:lnTo>
                  <a:lnTo>
                    <a:pt x="5514" y="2490"/>
                  </a:lnTo>
                  <a:cubicBezTo>
                    <a:pt x="5671" y="2427"/>
                    <a:pt x="5766" y="2206"/>
                    <a:pt x="5640" y="2017"/>
                  </a:cubicBezTo>
                  <a:lnTo>
                    <a:pt x="4947" y="788"/>
                  </a:lnTo>
                  <a:cubicBezTo>
                    <a:pt x="4887" y="689"/>
                    <a:pt x="4777" y="627"/>
                    <a:pt x="4664" y="627"/>
                  </a:cubicBezTo>
                  <a:cubicBezTo>
                    <a:pt x="4598" y="627"/>
                    <a:pt x="4532" y="648"/>
                    <a:pt x="4474" y="694"/>
                  </a:cubicBezTo>
                  <a:lnTo>
                    <a:pt x="4254" y="788"/>
                  </a:lnTo>
                  <a:cubicBezTo>
                    <a:pt x="4159" y="725"/>
                    <a:pt x="4033" y="631"/>
                    <a:pt x="3939" y="599"/>
                  </a:cubicBezTo>
                  <a:lnTo>
                    <a:pt x="3939" y="379"/>
                  </a:lnTo>
                  <a:cubicBezTo>
                    <a:pt x="3939" y="158"/>
                    <a:pt x="3781" y="1"/>
                    <a:pt x="359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0" name="Google Shape;11600;p138"/>
            <p:cNvSpPr/>
            <p:nvPr/>
          </p:nvSpPr>
          <p:spPr>
            <a:xfrm>
              <a:off x="-48150350" y="2422325"/>
              <a:ext cx="52775" cy="52800"/>
            </a:xfrm>
            <a:custGeom>
              <a:rect b="b" l="l" r="r" t="t"/>
              <a:pathLst>
                <a:path extrusionOk="0" h="2112" w="2111">
                  <a:moveTo>
                    <a:pt x="1040" y="662"/>
                  </a:moveTo>
                  <a:cubicBezTo>
                    <a:pt x="1260" y="662"/>
                    <a:pt x="1418" y="820"/>
                    <a:pt x="1418" y="1009"/>
                  </a:cubicBezTo>
                  <a:cubicBezTo>
                    <a:pt x="1418" y="1198"/>
                    <a:pt x="1260" y="1355"/>
                    <a:pt x="1040" y="1355"/>
                  </a:cubicBezTo>
                  <a:cubicBezTo>
                    <a:pt x="851" y="1355"/>
                    <a:pt x="693" y="1198"/>
                    <a:pt x="693" y="1009"/>
                  </a:cubicBezTo>
                  <a:cubicBezTo>
                    <a:pt x="693" y="820"/>
                    <a:pt x="851" y="662"/>
                    <a:pt x="1040" y="662"/>
                  </a:cubicBezTo>
                  <a:close/>
                  <a:moveTo>
                    <a:pt x="1040" y="1"/>
                  </a:moveTo>
                  <a:cubicBezTo>
                    <a:pt x="473" y="1"/>
                    <a:pt x="0" y="473"/>
                    <a:pt x="0" y="1040"/>
                  </a:cubicBezTo>
                  <a:cubicBezTo>
                    <a:pt x="0" y="1639"/>
                    <a:pt x="473" y="2111"/>
                    <a:pt x="1040" y="2111"/>
                  </a:cubicBezTo>
                  <a:cubicBezTo>
                    <a:pt x="1639" y="2111"/>
                    <a:pt x="2111" y="1639"/>
                    <a:pt x="2111" y="1040"/>
                  </a:cubicBezTo>
                  <a:cubicBezTo>
                    <a:pt x="2111" y="473"/>
                    <a:pt x="1639" y="1"/>
                    <a:pt x="10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01" name="Google Shape;11601;p138"/>
          <p:cNvGrpSpPr/>
          <p:nvPr/>
        </p:nvGrpSpPr>
        <p:grpSpPr>
          <a:xfrm>
            <a:off x="2180338" y="2690046"/>
            <a:ext cx="361034" cy="355633"/>
            <a:chOff x="-46404975" y="1966100"/>
            <a:chExt cx="302475" cy="297950"/>
          </a:xfrm>
        </p:grpSpPr>
        <p:sp>
          <p:nvSpPr>
            <p:cNvPr id="11602" name="Google Shape;11602;p138"/>
            <p:cNvSpPr/>
            <p:nvPr/>
          </p:nvSpPr>
          <p:spPr>
            <a:xfrm>
              <a:off x="-46349850" y="1966100"/>
              <a:ext cx="38625" cy="86850"/>
            </a:xfrm>
            <a:custGeom>
              <a:rect b="b" l="l" r="r" t="t"/>
              <a:pathLst>
                <a:path extrusionOk="0" h="3474" w="1545">
                  <a:moveTo>
                    <a:pt x="784" y="0"/>
                  </a:moveTo>
                  <a:cubicBezTo>
                    <a:pt x="686" y="0"/>
                    <a:pt x="583" y="24"/>
                    <a:pt x="505" y="71"/>
                  </a:cubicBezTo>
                  <a:cubicBezTo>
                    <a:pt x="1" y="607"/>
                    <a:pt x="1" y="1458"/>
                    <a:pt x="505" y="1962"/>
                  </a:cubicBezTo>
                  <a:cubicBezTo>
                    <a:pt x="757" y="2214"/>
                    <a:pt x="757" y="2655"/>
                    <a:pt x="505" y="2875"/>
                  </a:cubicBezTo>
                  <a:cubicBezTo>
                    <a:pt x="379" y="3001"/>
                    <a:pt x="379" y="3222"/>
                    <a:pt x="505" y="3379"/>
                  </a:cubicBezTo>
                  <a:cubicBezTo>
                    <a:pt x="568" y="3442"/>
                    <a:pt x="654" y="3474"/>
                    <a:pt x="749" y="3474"/>
                  </a:cubicBezTo>
                  <a:cubicBezTo>
                    <a:pt x="843" y="3474"/>
                    <a:pt x="946" y="3442"/>
                    <a:pt x="1040" y="3379"/>
                  </a:cubicBezTo>
                  <a:cubicBezTo>
                    <a:pt x="1544" y="2875"/>
                    <a:pt x="1544" y="2025"/>
                    <a:pt x="1040" y="1489"/>
                  </a:cubicBezTo>
                  <a:cubicBezTo>
                    <a:pt x="788" y="1269"/>
                    <a:pt x="788" y="827"/>
                    <a:pt x="1040" y="607"/>
                  </a:cubicBezTo>
                  <a:cubicBezTo>
                    <a:pt x="1135" y="481"/>
                    <a:pt x="1135" y="229"/>
                    <a:pt x="1040" y="71"/>
                  </a:cubicBezTo>
                  <a:cubicBezTo>
                    <a:pt x="977" y="24"/>
                    <a:pt x="883" y="0"/>
                    <a:pt x="78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3" name="Google Shape;11603;p138"/>
            <p:cNvSpPr/>
            <p:nvPr/>
          </p:nvSpPr>
          <p:spPr>
            <a:xfrm>
              <a:off x="-46297875" y="1966100"/>
              <a:ext cx="38625" cy="86850"/>
            </a:xfrm>
            <a:custGeom>
              <a:rect b="b" l="l" r="r" t="t"/>
              <a:pathLst>
                <a:path extrusionOk="0" h="3474" w="1545">
                  <a:moveTo>
                    <a:pt x="800" y="0"/>
                  </a:moveTo>
                  <a:cubicBezTo>
                    <a:pt x="710" y="0"/>
                    <a:pt x="615" y="24"/>
                    <a:pt x="537" y="71"/>
                  </a:cubicBezTo>
                  <a:cubicBezTo>
                    <a:pt x="1" y="607"/>
                    <a:pt x="1" y="1458"/>
                    <a:pt x="537" y="1962"/>
                  </a:cubicBezTo>
                  <a:cubicBezTo>
                    <a:pt x="757" y="2214"/>
                    <a:pt x="757" y="2655"/>
                    <a:pt x="537" y="2875"/>
                  </a:cubicBezTo>
                  <a:cubicBezTo>
                    <a:pt x="410" y="3001"/>
                    <a:pt x="410" y="3222"/>
                    <a:pt x="537" y="3379"/>
                  </a:cubicBezTo>
                  <a:cubicBezTo>
                    <a:pt x="584" y="3442"/>
                    <a:pt x="670" y="3474"/>
                    <a:pt x="765" y="3474"/>
                  </a:cubicBezTo>
                  <a:cubicBezTo>
                    <a:pt x="859" y="3474"/>
                    <a:pt x="962" y="3442"/>
                    <a:pt x="1041" y="3379"/>
                  </a:cubicBezTo>
                  <a:cubicBezTo>
                    <a:pt x="1545" y="2875"/>
                    <a:pt x="1545" y="2025"/>
                    <a:pt x="1041" y="1489"/>
                  </a:cubicBezTo>
                  <a:cubicBezTo>
                    <a:pt x="789" y="1269"/>
                    <a:pt x="789" y="827"/>
                    <a:pt x="1041" y="607"/>
                  </a:cubicBezTo>
                  <a:cubicBezTo>
                    <a:pt x="1167" y="481"/>
                    <a:pt x="1167" y="229"/>
                    <a:pt x="1041" y="71"/>
                  </a:cubicBezTo>
                  <a:cubicBezTo>
                    <a:pt x="978" y="24"/>
                    <a:pt x="891" y="0"/>
                    <a:pt x="80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4" name="Google Shape;11604;p138"/>
            <p:cNvSpPr/>
            <p:nvPr/>
          </p:nvSpPr>
          <p:spPr>
            <a:xfrm>
              <a:off x="-46244300" y="1966100"/>
              <a:ext cx="38600" cy="86850"/>
            </a:xfrm>
            <a:custGeom>
              <a:rect b="b" l="l" r="r" t="t"/>
              <a:pathLst>
                <a:path extrusionOk="0" h="3474" w="1544">
                  <a:moveTo>
                    <a:pt x="768" y="0"/>
                  </a:moveTo>
                  <a:cubicBezTo>
                    <a:pt x="678" y="0"/>
                    <a:pt x="583" y="24"/>
                    <a:pt x="504" y="71"/>
                  </a:cubicBezTo>
                  <a:cubicBezTo>
                    <a:pt x="0" y="607"/>
                    <a:pt x="0" y="1458"/>
                    <a:pt x="504" y="1962"/>
                  </a:cubicBezTo>
                  <a:cubicBezTo>
                    <a:pt x="756" y="2214"/>
                    <a:pt x="756" y="2655"/>
                    <a:pt x="504" y="2875"/>
                  </a:cubicBezTo>
                  <a:cubicBezTo>
                    <a:pt x="378" y="3001"/>
                    <a:pt x="378" y="3222"/>
                    <a:pt x="504" y="3379"/>
                  </a:cubicBezTo>
                  <a:cubicBezTo>
                    <a:pt x="567" y="3442"/>
                    <a:pt x="654" y="3474"/>
                    <a:pt x="745" y="3474"/>
                  </a:cubicBezTo>
                  <a:cubicBezTo>
                    <a:pt x="835" y="3474"/>
                    <a:pt x="930" y="3442"/>
                    <a:pt x="1008" y="3379"/>
                  </a:cubicBezTo>
                  <a:cubicBezTo>
                    <a:pt x="1544" y="2875"/>
                    <a:pt x="1544" y="2025"/>
                    <a:pt x="1008" y="1489"/>
                  </a:cubicBezTo>
                  <a:cubicBezTo>
                    <a:pt x="788" y="1269"/>
                    <a:pt x="788" y="827"/>
                    <a:pt x="1008" y="607"/>
                  </a:cubicBezTo>
                  <a:cubicBezTo>
                    <a:pt x="1134" y="481"/>
                    <a:pt x="1134" y="229"/>
                    <a:pt x="1008" y="71"/>
                  </a:cubicBezTo>
                  <a:cubicBezTo>
                    <a:pt x="945" y="24"/>
                    <a:pt x="859" y="0"/>
                    <a:pt x="76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5" name="Google Shape;11605;p138"/>
            <p:cNvSpPr/>
            <p:nvPr/>
          </p:nvSpPr>
          <p:spPr>
            <a:xfrm>
              <a:off x="-46404975" y="2070250"/>
              <a:ext cx="302475" cy="193800"/>
            </a:xfrm>
            <a:custGeom>
              <a:rect b="b" l="l" r="r" t="t"/>
              <a:pathLst>
                <a:path extrusionOk="0" h="7752" w="12099">
                  <a:moveTo>
                    <a:pt x="11058" y="1419"/>
                  </a:moveTo>
                  <a:cubicBezTo>
                    <a:pt x="11248" y="1419"/>
                    <a:pt x="11405" y="1576"/>
                    <a:pt x="11405" y="1797"/>
                  </a:cubicBezTo>
                  <a:cubicBezTo>
                    <a:pt x="11405" y="3088"/>
                    <a:pt x="10397" y="4160"/>
                    <a:pt x="9137" y="4223"/>
                  </a:cubicBezTo>
                  <a:cubicBezTo>
                    <a:pt x="9578" y="3372"/>
                    <a:pt x="9830" y="2395"/>
                    <a:pt x="9956" y="1419"/>
                  </a:cubicBezTo>
                  <a:close/>
                  <a:moveTo>
                    <a:pt x="9294" y="726"/>
                  </a:moveTo>
                  <a:cubicBezTo>
                    <a:pt x="9200" y="2521"/>
                    <a:pt x="8507" y="4569"/>
                    <a:pt x="7057" y="5640"/>
                  </a:cubicBezTo>
                  <a:lnTo>
                    <a:pt x="3056" y="5640"/>
                  </a:lnTo>
                  <a:lnTo>
                    <a:pt x="3056" y="5672"/>
                  </a:lnTo>
                  <a:cubicBezTo>
                    <a:pt x="1765" y="4695"/>
                    <a:pt x="914" y="2805"/>
                    <a:pt x="819" y="726"/>
                  </a:cubicBezTo>
                  <a:close/>
                  <a:moveTo>
                    <a:pt x="8948" y="6396"/>
                  </a:moveTo>
                  <a:cubicBezTo>
                    <a:pt x="8570" y="6837"/>
                    <a:pt x="8003" y="7090"/>
                    <a:pt x="7372" y="7090"/>
                  </a:cubicBezTo>
                  <a:lnTo>
                    <a:pt x="2710" y="7090"/>
                  </a:lnTo>
                  <a:cubicBezTo>
                    <a:pt x="2080" y="7090"/>
                    <a:pt x="1481" y="6837"/>
                    <a:pt x="1103" y="6396"/>
                  </a:cubicBezTo>
                  <a:close/>
                  <a:moveTo>
                    <a:pt x="441" y="1"/>
                  </a:moveTo>
                  <a:cubicBezTo>
                    <a:pt x="252" y="1"/>
                    <a:pt x="95" y="158"/>
                    <a:pt x="95" y="348"/>
                  </a:cubicBezTo>
                  <a:cubicBezTo>
                    <a:pt x="95" y="2301"/>
                    <a:pt x="725" y="4317"/>
                    <a:pt x="1985" y="5640"/>
                  </a:cubicBezTo>
                  <a:lnTo>
                    <a:pt x="441" y="5640"/>
                  </a:lnTo>
                  <a:cubicBezTo>
                    <a:pt x="158" y="5640"/>
                    <a:pt x="0" y="5924"/>
                    <a:pt x="126" y="6144"/>
                  </a:cubicBezTo>
                  <a:cubicBezTo>
                    <a:pt x="347" y="6617"/>
                    <a:pt x="725" y="7027"/>
                    <a:pt x="1197" y="7342"/>
                  </a:cubicBezTo>
                  <a:cubicBezTo>
                    <a:pt x="1670" y="7594"/>
                    <a:pt x="2174" y="7751"/>
                    <a:pt x="2710" y="7751"/>
                  </a:cubicBezTo>
                  <a:lnTo>
                    <a:pt x="7372" y="7751"/>
                  </a:lnTo>
                  <a:cubicBezTo>
                    <a:pt x="8475" y="7751"/>
                    <a:pt x="9452" y="7121"/>
                    <a:pt x="9956" y="6144"/>
                  </a:cubicBezTo>
                  <a:cubicBezTo>
                    <a:pt x="10082" y="5924"/>
                    <a:pt x="9924" y="5640"/>
                    <a:pt x="9641" y="5640"/>
                  </a:cubicBezTo>
                  <a:lnTo>
                    <a:pt x="8129" y="5640"/>
                  </a:lnTo>
                  <a:lnTo>
                    <a:pt x="8696" y="4916"/>
                  </a:lnTo>
                  <a:lnTo>
                    <a:pt x="8948" y="4916"/>
                  </a:lnTo>
                  <a:lnTo>
                    <a:pt x="8948" y="4947"/>
                  </a:lnTo>
                  <a:cubicBezTo>
                    <a:pt x="10680" y="4947"/>
                    <a:pt x="12098" y="3529"/>
                    <a:pt x="12098" y="1797"/>
                  </a:cubicBezTo>
                  <a:cubicBezTo>
                    <a:pt x="12098" y="1198"/>
                    <a:pt x="11626" y="726"/>
                    <a:pt x="11027" y="726"/>
                  </a:cubicBezTo>
                  <a:lnTo>
                    <a:pt x="9956" y="726"/>
                  </a:lnTo>
                  <a:lnTo>
                    <a:pt x="9956" y="348"/>
                  </a:lnTo>
                  <a:cubicBezTo>
                    <a:pt x="9956" y="158"/>
                    <a:pt x="9798" y="1"/>
                    <a:pt x="960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06" name="Google Shape;11606;p138"/>
          <p:cNvGrpSpPr/>
          <p:nvPr/>
        </p:nvGrpSpPr>
        <p:grpSpPr>
          <a:xfrm>
            <a:off x="2181740" y="3135863"/>
            <a:ext cx="358229" cy="358199"/>
            <a:chOff x="-46401050" y="2333325"/>
            <a:chExt cx="300125" cy="300100"/>
          </a:xfrm>
        </p:grpSpPr>
        <p:sp>
          <p:nvSpPr>
            <p:cNvPr id="11607" name="Google Shape;11607;p138"/>
            <p:cNvSpPr/>
            <p:nvPr/>
          </p:nvSpPr>
          <p:spPr>
            <a:xfrm>
              <a:off x="-46401050" y="2333325"/>
              <a:ext cx="300125" cy="300100"/>
            </a:xfrm>
            <a:custGeom>
              <a:rect b="b" l="l" r="r" t="t"/>
              <a:pathLst>
                <a:path extrusionOk="0" h="12004" w="12005">
                  <a:moveTo>
                    <a:pt x="7719" y="725"/>
                  </a:moveTo>
                  <a:lnTo>
                    <a:pt x="7719" y="2111"/>
                  </a:lnTo>
                  <a:lnTo>
                    <a:pt x="7026" y="2111"/>
                  </a:lnTo>
                  <a:lnTo>
                    <a:pt x="7026" y="725"/>
                  </a:lnTo>
                  <a:close/>
                  <a:moveTo>
                    <a:pt x="9137" y="725"/>
                  </a:moveTo>
                  <a:lnTo>
                    <a:pt x="9137" y="3498"/>
                  </a:lnTo>
                  <a:lnTo>
                    <a:pt x="2805" y="3498"/>
                  </a:lnTo>
                  <a:lnTo>
                    <a:pt x="2805" y="725"/>
                  </a:lnTo>
                  <a:lnTo>
                    <a:pt x="6302" y="725"/>
                  </a:lnTo>
                  <a:lnTo>
                    <a:pt x="6302" y="2489"/>
                  </a:lnTo>
                  <a:cubicBezTo>
                    <a:pt x="6302" y="2678"/>
                    <a:pt x="6459" y="2836"/>
                    <a:pt x="6648" y="2836"/>
                  </a:cubicBezTo>
                  <a:lnTo>
                    <a:pt x="8066" y="2836"/>
                  </a:lnTo>
                  <a:cubicBezTo>
                    <a:pt x="8255" y="2836"/>
                    <a:pt x="8413" y="2678"/>
                    <a:pt x="8413" y="2489"/>
                  </a:cubicBezTo>
                  <a:lnTo>
                    <a:pt x="8413" y="725"/>
                  </a:lnTo>
                  <a:close/>
                  <a:moveTo>
                    <a:pt x="2080" y="725"/>
                  </a:moveTo>
                  <a:lnTo>
                    <a:pt x="2080" y="3876"/>
                  </a:lnTo>
                  <a:cubicBezTo>
                    <a:pt x="2080" y="4065"/>
                    <a:pt x="2238" y="4222"/>
                    <a:pt x="2427" y="4222"/>
                  </a:cubicBezTo>
                  <a:lnTo>
                    <a:pt x="9452" y="4222"/>
                  </a:lnTo>
                  <a:cubicBezTo>
                    <a:pt x="9641" y="4222"/>
                    <a:pt x="9799" y="4065"/>
                    <a:pt x="9799" y="3876"/>
                  </a:cubicBezTo>
                  <a:lnTo>
                    <a:pt x="9799" y="1166"/>
                  </a:lnTo>
                  <a:lnTo>
                    <a:pt x="11217" y="2584"/>
                  </a:lnTo>
                  <a:lnTo>
                    <a:pt x="11217" y="11311"/>
                  </a:lnTo>
                  <a:lnTo>
                    <a:pt x="662" y="11311"/>
                  </a:lnTo>
                  <a:lnTo>
                    <a:pt x="662" y="725"/>
                  </a:lnTo>
                  <a:close/>
                  <a:moveTo>
                    <a:pt x="347" y="1"/>
                  </a:moveTo>
                  <a:cubicBezTo>
                    <a:pt x="158" y="1"/>
                    <a:pt x="1" y="158"/>
                    <a:pt x="1" y="347"/>
                  </a:cubicBezTo>
                  <a:lnTo>
                    <a:pt x="1" y="11657"/>
                  </a:lnTo>
                  <a:cubicBezTo>
                    <a:pt x="1" y="11846"/>
                    <a:pt x="158" y="12004"/>
                    <a:pt x="347" y="12004"/>
                  </a:cubicBezTo>
                  <a:lnTo>
                    <a:pt x="11658" y="12004"/>
                  </a:lnTo>
                  <a:cubicBezTo>
                    <a:pt x="11847" y="12004"/>
                    <a:pt x="12004" y="11846"/>
                    <a:pt x="12004" y="11657"/>
                  </a:cubicBezTo>
                  <a:lnTo>
                    <a:pt x="12004" y="2489"/>
                  </a:lnTo>
                  <a:cubicBezTo>
                    <a:pt x="11941" y="2395"/>
                    <a:pt x="11878" y="2300"/>
                    <a:pt x="11847" y="2237"/>
                  </a:cubicBezTo>
                  <a:lnTo>
                    <a:pt x="9736" y="127"/>
                  </a:lnTo>
                  <a:cubicBezTo>
                    <a:pt x="9641" y="32"/>
                    <a:pt x="9578" y="1"/>
                    <a:pt x="948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8" name="Google Shape;11608;p138"/>
            <p:cNvSpPr/>
            <p:nvPr/>
          </p:nvSpPr>
          <p:spPr>
            <a:xfrm>
              <a:off x="-46366400" y="2580650"/>
              <a:ext cx="35475" cy="17350"/>
            </a:xfrm>
            <a:custGeom>
              <a:rect b="b" l="l" r="r" t="t"/>
              <a:pathLst>
                <a:path extrusionOk="0" h="694" w="1419">
                  <a:moveTo>
                    <a:pt x="348" y="0"/>
                  </a:moveTo>
                  <a:cubicBezTo>
                    <a:pt x="159" y="0"/>
                    <a:pt x="1" y="158"/>
                    <a:pt x="1" y="347"/>
                  </a:cubicBezTo>
                  <a:cubicBezTo>
                    <a:pt x="1" y="536"/>
                    <a:pt x="159" y="693"/>
                    <a:pt x="348" y="693"/>
                  </a:cubicBezTo>
                  <a:lnTo>
                    <a:pt x="1041" y="693"/>
                  </a:lnTo>
                  <a:cubicBezTo>
                    <a:pt x="1261" y="693"/>
                    <a:pt x="1419" y="536"/>
                    <a:pt x="1419" y="347"/>
                  </a:cubicBezTo>
                  <a:cubicBezTo>
                    <a:pt x="1419" y="158"/>
                    <a:pt x="1261" y="0"/>
                    <a:pt x="104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9" name="Google Shape;11609;p138"/>
            <p:cNvSpPr/>
            <p:nvPr/>
          </p:nvSpPr>
          <p:spPr>
            <a:xfrm>
              <a:off x="-46313625" y="2457775"/>
              <a:ext cx="122900" cy="122100"/>
            </a:xfrm>
            <a:custGeom>
              <a:rect b="b" l="l" r="r" t="t"/>
              <a:pathLst>
                <a:path extrusionOk="0" h="4884" w="4916">
                  <a:moveTo>
                    <a:pt x="2458" y="662"/>
                  </a:moveTo>
                  <a:cubicBezTo>
                    <a:pt x="3435" y="662"/>
                    <a:pt x="4222" y="1450"/>
                    <a:pt x="4222" y="2426"/>
                  </a:cubicBezTo>
                  <a:cubicBezTo>
                    <a:pt x="4222" y="3403"/>
                    <a:pt x="3435" y="4190"/>
                    <a:pt x="2458" y="4190"/>
                  </a:cubicBezTo>
                  <a:cubicBezTo>
                    <a:pt x="1450" y="4190"/>
                    <a:pt x="662" y="3403"/>
                    <a:pt x="662" y="2426"/>
                  </a:cubicBezTo>
                  <a:cubicBezTo>
                    <a:pt x="662" y="1450"/>
                    <a:pt x="1450" y="662"/>
                    <a:pt x="2458" y="662"/>
                  </a:cubicBezTo>
                  <a:close/>
                  <a:moveTo>
                    <a:pt x="2458" y="0"/>
                  </a:moveTo>
                  <a:cubicBezTo>
                    <a:pt x="1103" y="0"/>
                    <a:pt x="1" y="1103"/>
                    <a:pt x="1" y="2426"/>
                  </a:cubicBezTo>
                  <a:cubicBezTo>
                    <a:pt x="1" y="3781"/>
                    <a:pt x="1103" y="4884"/>
                    <a:pt x="2458" y="4884"/>
                  </a:cubicBezTo>
                  <a:cubicBezTo>
                    <a:pt x="3781" y="4884"/>
                    <a:pt x="4884" y="3749"/>
                    <a:pt x="4884" y="2426"/>
                  </a:cubicBezTo>
                  <a:cubicBezTo>
                    <a:pt x="4916" y="1103"/>
                    <a:pt x="3813" y="0"/>
                    <a:pt x="245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0" name="Google Shape;11610;p138"/>
            <p:cNvSpPr/>
            <p:nvPr/>
          </p:nvSpPr>
          <p:spPr>
            <a:xfrm>
              <a:off x="-46278950" y="2493225"/>
              <a:ext cx="53575" cy="52775"/>
            </a:xfrm>
            <a:custGeom>
              <a:rect b="b" l="l" r="r" t="t"/>
              <a:pathLst>
                <a:path extrusionOk="0" h="2111" w="2143">
                  <a:moveTo>
                    <a:pt x="1071" y="662"/>
                  </a:moveTo>
                  <a:cubicBezTo>
                    <a:pt x="1260" y="662"/>
                    <a:pt x="1418" y="819"/>
                    <a:pt x="1418" y="1008"/>
                  </a:cubicBezTo>
                  <a:cubicBezTo>
                    <a:pt x="1418" y="1197"/>
                    <a:pt x="1260" y="1355"/>
                    <a:pt x="1071" y="1355"/>
                  </a:cubicBezTo>
                  <a:cubicBezTo>
                    <a:pt x="851" y="1355"/>
                    <a:pt x="693" y="1197"/>
                    <a:pt x="693" y="1008"/>
                  </a:cubicBezTo>
                  <a:cubicBezTo>
                    <a:pt x="693" y="819"/>
                    <a:pt x="851" y="662"/>
                    <a:pt x="1071" y="662"/>
                  </a:cubicBezTo>
                  <a:close/>
                  <a:moveTo>
                    <a:pt x="1071" y="0"/>
                  </a:moveTo>
                  <a:cubicBezTo>
                    <a:pt x="473" y="0"/>
                    <a:pt x="0" y="473"/>
                    <a:pt x="0" y="1040"/>
                  </a:cubicBezTo>
                  <a:cubicBezTo>
                    <a:pt x="0" y="1638"/>
                    <a:pt x="473" y="2111"/>
                    <a:pt x="1071" y="2111"/>
                  </a:cubicBezTo>
                  <a:cubicBezTo>
                    <a:pt x="1638" y="2111"/>
                    <a:pt x="2111" y="1638"/>
                    <a:pt x="2111" y="1040"/>
                  </a:cubicBezTo>
                  <a:cubicBezTo>
                    <a:pt x="2142" y="473"/>
                    <a:pt x="1638" y="0"/>
                    <a:pt x="10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611" name="Google Shape;11611;p138"/>
          <p:cNvSpPr/>
          <p:nvPr/>
        </p:nvSpPr>
        <p:spPr>
          <a:xfrm>
            <a:off x="2183438" y="3591597"/>
            <a:ext cx="360109" cy="359154"/>
          </a:xfrm>
          <a:custGeom>
            <a:rect b="b" l="l" r="r" t="t"/>
            <a:pathLst>
              <a:path extrusionOk="0" h="12036" w="12068">
                <a:moveTo>
                  <a:pt x="4222" y="630"/>
                </a:moveTo>
                <a:cubicBezTo>
                  <a:pt x="5010" y="630"/>
                  <a:pt x="5640" y="1292"/>
                  <a:pt x="5640" y="2048"/>
                </a:cubicBezTo>
                <a:lnTo>
                  <a:pt x="5640" y="9767"/>
                </a:lnTo>
                <a:cubicBezTo>
                  <a:pt x="5703" y="10617"/>
                  <a:pt x="5073" y="11311"/>
                  <a:pt x="4285" y="11311"/>
                </a:cubicBezTo>
                <a:cubicBezTo>
                  <a:pt x="3498" y="11311"/>
                  <a:pt x="2868" y="10680"/>
                  <a:pt x="2868" y="9893"/>
                </a:cubicBezTo>
                <a:lnTo>
                  <a:pt x="2868" y="9830"/>
                </a:lnTo>
                <a:cubicBezTo>
                  <a:pt x="3403" y="9767"/>
                  <a:pt x="3907" y="9515"/>
                  <a:pt x="4254" y="9137"/>
                </a:cubicBezTo>
                <a:cubicBezTo>
                  <a:pt x="4380" y="9011"/>
                  <a:pt x="4380" y="8790"/>
                  <a:pt x="4254" y="8633"/>
                </a:cubicBezTo>
                <a:cubicBezTo>
                  <a:pt x="4191" y="8570"/>
                  <a:pt x="4104" y="8538"/>
                  <a:pt x="4014" y="8538"/>
                </a:cubicBezTo>
                <a:cubicBezTo>
                  <a:pt x="3923" y="8538"/>
                  <a:pt x="3829" y="8570"/>
                  <a:pt x="3750" y="8633"/>
                </a:cubicBezTo>
                <a:cubicBezTo>
                  <a:pt x="3435" y="8948"/>
                  <a:pt x="2962" y="9137"/>
                  <a:pt x="2490" y="9137"/>
                </a:cubicBezTo>
                <a:cubicBezTo>
                  <a:pt x="1513" y="9137"/>
                  <a:pt x="725" y="8349"/>
                  <a:pt x="725" y="7372"/>
                </a:cubicBezTo>
                <a:cubicBezTo>
                  <a:pt x="725" y="7057"/>
                  <a:pt x="788" y="6742"/>
                  <a:pt x="946" y="6490"/>
                </a:cubicBezTo>
                <a:cubicBezTo>
                  <a:pt x="1387" y="6805"/>
                  <a:pt x="1891" y="6994"/>
                  <a:pt x="2490" y="6994"/>
                </a:cubicBezTo>
                <a:cubicBezTo>
                  <a:pt x="2679" y="6994"/>
                  <a:pt x="2836" y="6837"/>
                  <a:pt x="2836" y="6648"/>
                </a:cubicBezTo>
                <a:cubicBezTo>
                  <a:pt x="2836" y="6459"/>
                  <a:pt x="2679" y="6301"/>
                  <a:pt x="2490" y="6301"/>
                </a:cubicBezTo>
                <a:cubicBezTo>
                  <a:pt x="1513" y="6301"/>
                  <a:pt x="725" y="5514"/>
                  <a:pt x="725" y="4537"/>
                </a:cubicBezTo>
                <a:cubicBezTo>
                  <a:pt x="725" y="3623"/>
                  <a:pt x="1387" y="2899"/>
                  <a:pt x="2238" y="2804"/>
                </a:cubicBezTo>
                <a:cubicBezTo>
                  <a:pt x="2521" y="3623"/>
                  <a:pt x="3309" y="4159"/>
                  <a:pt x="4222" y="4159"/>
                </a:cubicBezTo>
                <a:cubicBezTo>
                  <a:pt x="4411" y="4159"/>
                  <a:pt x="4569" y="4001"/>
                  <a:pt x="4569" y="3812"/>
                </a:cubicBezTo>
                <a:cubicBezTo>
                  <a:pt x="4569" y="3623"/>
                  <a:pt x="4411" y="3466"/>
                  <a:pt x="4222" y="3466"/>
                </a:cubicBezTo>
                <a:cubicBezTo>
                  <a:pt x="3435" y="3466"/>
                  <a:pt x="2805" y="2836"/>
                  <a:pt x="2805" y="2048"/>
                </a:cubicBezTo>
                <a:cubicBezTo>
                  <a:pt x="2805" y="1261"/>
                  <a:pt x="3435" y="630"/>
                  <a:pt x="4222" y="630"/>
                </a:cubicBezTo>
                <a:close/>
                <a:moveTo>
                  <a:pt x="7814" y="788"/>
                </a:moveTo>
                <a:cubicBezTo>
                  <a:pt x="8602" y="788"/>
                  <a:pt x="9232" y="1418"/>
                  <a:pt x="9232" y="2206"/>
                </a:cubicBezTo>
                <a:cubicBezTo>
                  <a:pt x="9232" y="2993"/>
                  <a:pt x="8602" y="3623"/>
                  <a:pt x="7814" y="3623"/>
                </a:cubicBezTo>
                <a:cubicBezTo>
                  <a:pt x="7593" y="3623"/>
                  <a:pt x="7436" y="3781"/>
                  <a:pt x="7436" y="3970"/>
                </a:cubicBezTo>
                <a:cubicBezTo>
                  <a:pt x="7436" y="4159"/>
                  <a:pt x="7593" y="4316"/>
                  <a:pt x="7814" y="4316"/>
                </a:cubicBezTo>
                <a:cubicBezTo>
                  <a:pt x="8696" y="4316"/>
                  <a:pt x="9484" y="3749"/>
                  <a:pt x="9767" y="2962"/>
                </a:cubicBezTo>
                <a:cubicBezTo>
                  <a:pt x="10649" y="3056"/>
                  <a:pt x="11311" y="3812"/>
                  <a:pt x="11311" y="4695"/>
                </a:cubicBezTo>
                <a:cubicBezTo>
                  <a:pt x="11311" y="5671"/>
                  <a:pt x="10523" y="6459"/>
                  <a:pt x="9547" y="6459"/>
                </a:cubicBezTo>
                <a:cubicBezTo>
                  <a:pt x="9326" y="6459"/>
                  <a:pt x="9169" y="6616"/>
                  <a:pt x="9169" y="6805"/>
                </a:cubicBezTo>
                <a:cubicBezTo>
                  <a:pt x="9169" y="6994"/>
                  <a:pt x="9326" y="7152"/>
                  <a:pt x="9547" y="7152"/>
                </a:cubicBezTo>
                <a:cubicBezTo>
                  <a:pt x="10114" y="7152"/>
                  <a:pt x="10649" y="6963"/>
                  <a:pt x="11059" y="6648"/>
                </a:cubicBezTo>
                <a:cubicBezTo>
                  <a:pt x="11217" y="6931"/>
                  <a:pt x="11311" y="7215"/>
                  <a:pt x="11311" y="7530"/>
                </a:cubicBezTo>
                <a:cubicBezTo>
                  <a:pt x="11374" y="8381"/>
                  <a:pt x="10586" y="9168"/>
                  <a:pt x="9610" y="9168"/>
                </a:cubicBezTo>
                <a:cubicBezTo>
                  <a:pt x="9137" y="9168"/>
                  <a:pt x="8696" y="8979"/>
                  <a:pt x="8350" y="8664"/>
                </a:cubicBezTo>
                <a:cubicBezTo>
                  <a:pt x="8287" y="8601"/>
                  <a:pt x="8200" y="8570"/>
                  <a:pt x="8109" y="8570"/>
                </a:cubicBezTo>
                <a:cubicBezTo>
                  <a:pt x="8019" y="8570"/>
                  <a:pt x="7924" y="8601"/>
                  <a:pt x="7845" y="8664"/>
                </a:cubicBezTo>
                <a:cubicBezTo>
                  <a:pt x="7719" y="8790"/>
                  <a:pt x="7719" y="9011"/>
                  <a:pt x="7845" y="9168"/>
                </a:cubicBezTo>
                <a:cubicBezTo>
                  <a:pt x="8224" y="9578"/>
                  <a:pt x="8696" y="9798"/>
                  <a:pt x="9232" y="9893"/>
                </a:cubicBezTo>
                <a:lnTo>
                  <a:pt x="9232" y="9924"/>
                </a:lnTo>
                <a:cubicBezTo>
                  <a:pt x="9232" y="10712"/>
                  <a:pt x="8602" y="11342"/>
                  <a:pt x="7814" y="11342"/>
                </a:cubicBezTo>
                <a:cubicBezTo>
                  <a:pt x="7026" y="11342"/>
                  <a:pt x="6396" y="10680"/>
                  <a:pt x="6396" y="9924"/>
                </a:cubicBezTo>
                <a:lnTo>
                  <a:pt x="6396" y="2206"/>
                </a:lnTo>
                <a:cubicBezTo>
                  <a:pt x="6396" y="1418"/>
                  <a:pt x="7058" y="788"/>
                  <a:pt x="7814" y="788"/>
                </a:cubicBezTo>
                <a:close/>
                <a:moveTo>
                  <a:pt x="4254" y="0"/>
                </a:moveTo>
                <a:cubicBezTo>
                  <a:pt x="3088" y="0"/>
                  <a:pt x="2143" y="977"/>
                  <a:pt x="2143" y="2111"/>
                </a:cubicBezTo>
                <a:lnTo>
                  <a:pt x="2143" y="2174"/>
                </a:lnTo>
                <a:cubicBezTo>
                  <a:pt x="946" y="2332"/>
                  <a:pt x="1" y="3340"/>
                  <a:pt x="1" y="4600"/>
                </a:cubicBezTo>
                <a:cubicBezTo>
                  <a:pt x="1" y="5104"/>
                  <a:pt x="158" y="5640"/>
                  <a:pt x="442" y="6018"/>
                </a:cubicBezTo>
                <a:cubicBezTo>
                  <a:pt x="158" y="6427"/>
                  <a:pt x="1" y="6931"/>
                  <a:pt x="1" y="7435"/>
                </a:cubicBezTo>
                <a:cubicBezTo>
                  <a:pt x="1" y="8696"/>
                  <a:pt x="946" y="9735"/>
                  <a:pt x="2143" y="9861"/>
                </a:cubicBezTo>
                <a:lnTo>
                  <a:pt x="2143" y="9924"/>
                </a:lnTo>
                <a:cubicBezTo>
                  <a:pt x="2143" y="11090"/>
                  <a:pt x="3088" y="12035"/>
                  <a:pt x="4254" y="12035"/>
                </a:cubicBezTo>
                <a:cubicBezTo>
                  <a:pt x="5010" y="12035"/>
                  <a:pt x="5640" y="11657"/>
                  <a:pt x="6050" y="11058"/>
                </a:cubicBezTo>
                <a:cubicBezTo>
                  <a:pt x="6428" y="11657"/>
                  <a:pt x="7089" y="12035"/>
                  <a:pt x="7814" y="12035"/>
                </a:cubicBezTo>
                <a:cubicBezTo>
                  <a:pt x="8980" y="12035"/>
                  <a:pt x="9925" y="11058"/>
                  <a:pt x="9925" y="9924"/>
                </a:cubicBezTo>
                <a:lnTo>
                  <a:pt x="9925" y="9861"/>
                </a:lnTo>
                <a:cubicBezTo>
                  <a:pt x="11122" y="9704"/>
                  <a:pt x="12067" y="8696"/>
                  <a:pt x="12067" y="7435"/>
                </a:cubicBezTo>
                <a:cubicBezTo>
                  <a:pt x="12067" y="6931"/>
                  <a:pt x="11910" y="6459"/>
                  <a:pt x="11626" y="6018"/>
                </a:cubicBezTo>
                <a:cubicBezTo>
                  <a:pt x="11910" y="5577"/>
                  <a:pt x="12067" y="5104"/>
                  <a:pt x="12067" y="4600"/>
                </a:cubicBezTo>
                <a:cubicBezTo>
                  <a:pt x="12067" y="3371"/>
                  <a:pt x="11154" y="2363"/>
                  <a:pt x="9925" y="2174"/>
                </a:cubicBezTo>
                <a:lnTo>
                  <a:pt x="9925" y="2111"/>
                </a:lnTo>
                <a:cubicBezTo>
                  <a:pt x="9925" y="945"/>
                  <a:pt x="8980" y="0"/>
                  <a:pt x="7814" y="0"/>
                </a:cubicBezTo>
                <a:cubicBezTo>
                  <a:pt x="7089" y="0"/>
                  <a:pt x="6428" y="378"/>
                  <a:pt x="6050" y="977"/>
                </a:cubicBezTo>
                <a:cubicBezTo>
                  <a:pt x="5640" y="378"/>
                  <a:pt x="4979" y="0"/>
                  <a:pt x="425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612" name="Google Shape;11612;p138"/>
          <p:cNvGrpSpPr/>
          <p:nvPr/>
        </p:nvGrpSpPr>
        <p:grpSpPr>
          <a:xfrm>
            <a:off x="3961830" y="3146218"/>
            <a:ext cx="359154" cy="359124"/>
            <a:chOff x="-44914800" y="2342000"/>
            <a:chExt cx="300900" cy="300875"/>
          </a:xfrm>
        </p:grpSpPr>
        <p:sp>
          <p:nvSpPr>
            <p:cNvPr id="11613" name="Google Shape;11613;p138"/>
            <p:cNvSpPr/>
            <p:nvPr/>
          </p:nvSpPr>
          <p:spPr>
            <a:xfrm>
              <a:off x="-44914800" y="2342000"/>
              <a:ext cx="300900" cy="300875"/>
            </a:xfrm>
            <a:custGeom>
              <a:rect b="b" l="l" r="r" t="t"/>
              <a:pathLst>
                <a:path extrusionOk="0" h="12035" w="12036">
                  <a:moveTo>
                    <a:pt x="1450" y="725"/>
                  </a:moveTo>
                  <a:lnTo>
                    <a:pt x="1450" y="1418"/>
                  </a:lnTo>
                  <a:lnTo>
                    <a:pt x="725" y="1418"/>
                  </a:lnTo>
                  <a:lnTo>
                    <a:pt x="725" y="725"/>
                  </a:lnTo>
                  <a:close/>
                  <a:moveTo>
                    <a:pt x="11311" y="725"/>
                  </a:moveTo>
                  <a:lnTo>
                    <a:pt x="11311" y="1418"/>
                  </a:lnTo>
                  <a:lnTo>
                    <a:pt x="10618" y="1418"/>
                  </a:lnTo>
                  <a:lnTo>
                    <a:pt x="10618" y="725"/>
                  </a:lnTo>
                  <a:close/>
                  <a:moveTo>
                    <a:pt x="9893" y="1418"/>
                  </a:moveTo>
                  <a:lnTo>
                    <a:pt x="9893" y="1796"/>
                  </a:lnTo>
                  <a:cubicBezTo>
                    <a:pt x="9893" y="1985"/>
                    <a:pt x="10051" y="2142"/>
                    <a:pt x="10240" y="2142"/>
                  </a:cubicBezTo>
                  <a:lnTo>
                    <a:pt x="10618" y="2142"/>
                  </a:lnTo>
                  <a:lnTo>
                    <a:pt x="10618" y="9893"/>
                  </a:lnTo>
                  <a:lnTo>
                    <a:pt x="10240" y="9893"/>
                  </a:lnTo>
                  <a:cubicBezTo>
                    <a:pt x="10051" y="9893"/>
                    <a:pt x="9893" y="10050"/>
                    <a:pt x="9893" y="10239"/>
                  </a:cubicBezTo>
                  <a:lnTo>
                    <a:pt x="9893" y="10617"/>
                  </a:lnTo>
                  <a:lnTo>
                    <a:pt x="2143" y="10617"/>
                  </a:lnTo>
                  <a:lnTo>
                    <a:pt x="2143" y="10239"/>
                  </a:lnTo>
                  <a:cubicBezTo>
                    <a:pt x="2143" y="10050"/>
                    <a:pt x="1985" y="9893"/>
                    <a:pt x="1796" y="9893"/>
                  </a:cubicBezTo>
                  <a:lnTo>
                    <a:pt x="1450" y="9893"/>
                  </a:lnTo>
                  <a:lnTo>
                    <a:pt x="1450" y="2142"/>
                  </a:lnTo>
                  <a:lnTo>
                    <a:pt x="1796" y="2142"/>
                  </a:lnTo>
                  <a:cubicBezTo>
                    <a:pt x="1985" y="2142"/>
                    <a:pt x="2143" y="1985"/>
                    <a:pt x="2143" y="1796"/>
                  </a:cubicBezTo>
                  <a:lnTo>
                    <a:pt x="2143" y="1418"/>
                  </a:lnTo>
                  <a:close/>
                  <a:moveTo>
                    <a:pt x="1418" y="10617"/>
                  </a:moveTo>
                  <a:lnTo>
                    <a:pt x="1418" y="11310"/>
                  </a:lnTo>
                  <a:lnTo>
                    <a:pt x="725" y="11310"/>
                  </a:lnTo>
                  <a:lnTo>
                    <a:pt x="725" y="10617"/>
                  </a:lnTo>
                  <a:close/>
                  <a:moveTo>
                    <a:pt x="11311" y="10617"/>
                  </a:moveTo>
                  <a:lnTo>
                    <a:pt x="11311" y="11310"/>
                  </a:lnTo>
                  <a:lnTo>
                    <a:pt x="10618" y="11310"/>
                  </a:lnTo>
                  <a:lnTo>
                    <a:pt x="10618" y="10617"/>
                  </a:lnTo>
                  <a:close/>
                  <a:moveTo>
                    <a:pt x="379" y="0"/>
                  </a:moveTo>
                  <a:cubicBezTo>
                    <a:pt x="158" y="0"/>
                    <a:pt x="1" y="158"/>
                    <a:pt x="1" y="378"/>
                  </a:cubicBezTo>
                  <a:lnTo>
                    <a:pt x="1" y="1764"/>
                  </a:lnTo>
                  <a:cubicBezTo>
                    <a:pt x="1" y="1985"/>
                    <a:pt x="158" y="2142"/>
                    <a:pt x="379" y="2142"/>
                  </a:cubicBezTo>
                  <a:lnTo>
                    <a:pt x="725" y="2142"/>
                  </a:lnTo>
                  <a:lnTo>
                    <a:pt x="725" y="9893"/>
                  </a:lnTo>
                  <a:lnTo>
                    <a:pt x="379" y="9893"/>
                  </a:lnTo>
                  <a:cubicBezTo>
                    <a:pt x="158" y="9893"/>
                    <a:pt x="1" y="10050"/>
                    <a:pt x="1" y="10239"/>
                  </a:cubicBezTo>
                  <a:lnTo>
                    <a:pt x="1" y="11657"/>
                  </a:lnTo>
                  <a:cubicBezTo>
                    <a:pt x="1" y="11877"/>
                    <a:pt x="158" y="12035"/>
                    <a:pt x="379" y="12035"/>
                  </a:cubicBezTo>
                  <a:lnTo>
                    <a:pt x="1796" y="12035"/>
                  </a:lnTo>
                  <a:cubicBezTo>
                    <a:pt x="1985" y="12035"/>
                    <a:pt x="2143" y="11877"/>
                    <a:pt x="2143" y="11657"/>
                  </a:cubicBezTo>
                  <a:lnTo>
                    <a:pt x="2143" y="11310"/>
                  </a:lnTo>
                  <a:lnTo>
                    <a:pt x="9893" y="11310"/>
                  </a:lnTo>
                  <a:lnTo>
                    <a:pt x="9893" y="11657"/>
                  </a:lnTo>
                  <a:cubicBezTo>
                    <a:pt x="9893" y="11877"/>
                    <a:pt x="10051" y="12035"/>
                    <a:pt x="10240" y="12035"/>
                  </a:cubicBezTo>
                  <a:lnTo>
                    <a:pt x="11657" y="12035"/>
                  </a:lnTo>
                  <a:cubicBezTo>
                    <a:pt x="11878" y="12035"/>
                    <a:pt x="12036" y="11877"/>
                    <a:pt x="12036" y="11657"/>
                  </a:cubicBezTo>
                  <a:lnTo>
                    <a:pt x="12036" y="10239"/>
                  </a:lnTo>
                  <a:cubicBezTo>
                    <a:pt x="12036" y="10050"/>
                    <a:pt x="11878" y="9893"/>
                    <a:pt x="11657" y="9893"/>
                  </a:cubicBezTo>
                  <a:lnTo>
                    <a:pt x="11311" y="9893"/>
                  </a:lnTo>
                  <a:lnTo>
                    <a:pt x="11311" y="2142"/>
                  </a:lnTo>
                  <a:lnTo>
                    <a:pt x="11657" y="2142"/>
                  </a:lnTo>
                  <a:cubicBezTo>
                    <a:pt x="11878" y="2142"/>
                    <a:pt x="12036" y="1985"/>
                    <a:pt x="12036" y="1764"/>
                  </a:cubicBezTo>
                  <a:lnTo>
                    <a:pt x="12036" y="378"/>
                  </a:lnTo>
                  <a:cubicBezTo>
                    <a:pt x="12036" y="158"/>
                    <a:pt x="11878" y="0"/>
                    <a:pt x="11657" y="0"/>
                  </a:cubicBezTo>
                  <a:lnTo>
                    <a:pt x="10240" y="0"/>
                  </a:lnTo>
                  <a:cubicBezTo>
                    <a:pt x="10051" y="0"/>
                    <a:pt x="9893" y="158"/>
                    <a:pt x="9893" y="378"/>
                  </a:cubicBezTo>
                  <a:lnTo>
                    <a:pt x="9893" y="725"/>
                  </a:lnTo>
                  <a:lnTo>
                    <a:pt x="2143" y="725"/>
                  </a:lnTo>
                  <a:lnTo>
                    <a:pt x="2143" y="378"/>
                  </a:lnTo>
                  <a:cubicBezTo>
                    <a:pt x="2143" y="158"/>
                    <a:pt x="1985" y="0"/>
                    <a:pt x="179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4" name="Google Shape;11614;p138"/>
            <p:cNvSpPr/>
            <p:nvPr/>
          </p:nvSpPr>
          <p:spPr>
            <a:xfrm>
              <a:off x="-44860450" y="2412875"/>
              <a:ext cx="193000" cy="159125"/>
            </a:xfrm>
            <a:custGeom>
              <a:rect b="b" l="l" r="r" t="t"/>
              <a:pathLst>
                <a:path extrusionOk="0" h="6365" w="7720">
                  <a:moveTo>
                    <a:pt x="7026" y="694"/>
                  </a:moveTo>
                  <a:lnTo>
                    <a:pt x="7026" y="725"/>
                  </a:lnTo>
                  <a:lnTo>
                    <a:pt x="7026" y="5136"/>
                  </a:lnTo>
                  <a:lnTo>
                    <a:pt x="5514" y="3624"/>
                  </a:lnTo>
                  <a:cubicBezTo>
                    <a:pt x="5451" y="3561"/>
                    <a:pt x="5356" y="3498"/>
                    <a:pt x="5262" y="3498"/>
                  </a:cubicBezTo>
                  <a:cubicBezTo>
                    <a:pt x="5167" y="3498"/>
                    <a:pt x="5041" y="3561"/>
                    <a:pt x="5010" y="3624"/>
                  </a:cubicBezTo>
                  <a:lnTo>
                    <a:pt x="3907" y="4821"/>
                  </a:lnTo>
                  <a:lnTo>
                    <a:pt x="2678" y="3592"/>
                  </a:lnTo>
                  <a:cubicBezTo>
                    <a:pt x="2615" y="3529"/>
                    <a:pt x="2529" y="3498"/>
                    <a:pt x="2438" y="3498"/>
                  </a:cubicBezTo>
                  <a:cubicBezTo>
                    <a:pt x="2348" y="3498"/>
                    <a:pt x="2253" y="3529"/>
                    <a:pt x="2174" y="3592"/>
                  </a:cubicBezTo>
                  <a:lnTo>
                    <a:pt x="662" y="5104"/>
                  </a:lnTo>
                  <a:lnTo>
                    <a:pt x="662" y="694"/>
                  </a:lnTo>
                  <a:close/>
                  <a:moveTo>
                    <a:pt x="2458" y="4380"/>
                  </a:moveTo>
                  <a:lnTo>
                    <a:pt x="3718" y="5640"/>
                  </a:lnTo>
                  <a:lnTo>
                    <a:pt x="1198" y="5640"/>
                  </a:lnTo>
                  <a:lnTo>
                    <a:pt x="2458" y="4380"/>
                  </a:lnTo>
                  <a:close/>
                  <a:moveTo>
                    <a:pt x="5293" y="4411"/>
                  </a:moveTo>
                  <a:lnTo>
                    <a:pt x="6554" y="5671"/>
                  </a:lnTo>
                  <a:lnTo>
                    <a:pt x="4695" y="5671"/>
                  </a:lnTo>
                  <a:lnTo>
                    <a:pt x="4695" y="5640"/>
                  </a:lnTo>
                  <a:lnTo>
                    <a:pt x="4411" y="5356"/>
                  </a:lnTo>
                  <a:lnTo>
                    <a:pt x="5293" y="4411"/>
                  </a:lnTo>
                  <a:close/>
                  <a:moveTo>
                    <a:pt x="347" y="1"/>
                  </a:moveTo>
                  <a:cubicBezTo>
                    <a:pt x="158" y="1"/>
                    <a:pt x="0" y="158"/>
                    <a:pt x="0" y="379"/>
                  </a:cubicBezTo>
                  <a:lnTo>
                    <a:pt x="0" y="5986"/>
                  </a:lnTo>
                  <a:cubicBezTo>
                    <a:pt x="0" y="6207"/>
                    <a:pt x="158" y="6365"/>
                    <a:pt x="347" y="6365"/>
                  </a:cubicBezTo>
                  <a:lnTo>
                    <a:pt x="7373" y="6365"/>
                  </a:lnTo>
                  <a:cubicBezTo>
                    <a:pt x="7562" y="6365"/>
                    <a:pt x="7719" y="6207"/>
                    <a:pt x="7719" y="5986"/>
                  </a:cubicBezTo>
                  <a:lnTo>
                    <a:pt x="7719" y="379"/>
                  </a:lnTo>
                  <a:cubicBezTo>
                    <a:pt x="7719" y="158"/>
                    <a:pt x="7562" y="1"/>
                    <a:pt x="737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5" name="Google Shape;11615;p138"/>
            <p:cNvSpPr/>
            <p:nvPr/>
          </p:nvSpPr>
          <p:spPr>
            <a:xfrm>
              <a:off x="-44791150" y="2439650"/>
              <a:ext cx="52800" cy="53600"/>
            </a:xfrm>
            <a:custGeom>
              <a:rect b="b" l="l" r="r" t="t"/>
              <a:pathLst>
                <a:path extrusionOk="0" h="2144" w="2112">
                  <a:moveTo>
                    <a:pt x="1041" y="725"/>
                  </a:moveTo>
                  <a:cubicBezTo>
                    <a:pt x="1261" y="725"/>
                    <a:pt x="1419" y="883"/>
                    <a:pt x="1419" y="1072"/>
                  </a:cubicBezTo>
                  <a:cubicBezTo>
                    <a:pt x="1419" y="1261"/>
                    <a:pt x="1261" y="1418"/>
                    <a:pt x="1041" y="1418"/>
                  </a:cubicBezTo>
                  <a:cubicBezTo>
                    <a:pt x="852" y="1418"/>
                    <a:pt x="694" y="1261"/>
                    <a:pt x="694" y="1072"/>
                  </a:cubicBezTo>
                  <a:cubicBezTo>
                    <a:pt x="694" y="883"/>
                    <a:pt x="852" y="725"/>
                    <a:pt x="1041" y="725"/>
                  </a:cubicBezTo>
                  <a:close/>
                  <a:moveTo>
                    <a:pt x="1041" y="1"/>
                  </a:moveTo>
                  <a:cubicBezTo>
                    <a:pt x="473" y="1"/>
                    <a:pt x="1" y="473"/>
                    <a:pt x="1" y="1072"/>
                  </a:cubicBezTo>
                  <a:cubicBezTo>
                    <a:pt x="32" y="1670"/>
                    <a:pt x="505" y="2143"/>
                    <a:pt x="1041" y="2143"/>
                  </a:cubicBezTo>
                  <a:cubicBezTo>
                    <a:pt x="1639" y="2143"/>
                    <a:pt x="2112" y="1670"/>
                    <a:pt x="2112" y="1072"/>
                  </a:cubicBezTo>
                  <a:cubicBezTo>
                    <a:pt x="2112" y="473"/>
                    <a:pt x="1639" y="1"/>
                    <a:pt x="104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616" name="Google Shape;11616;p138"/>
          <p:cNvSpPr/>
          <p:nvPr/>
        </p:nvSpPr>
        <p:spPr>
          <a:xfrm>
            <a:off x="1739586" y="1303114"/>
            <a:ext cx="357274" cy="356797"/>
          </a:xfrm>
          <a:custGeom>
            <a:rect b="b" l="l" r="r" t="t"/>
            <a:pathLst>
              <a:path extrusionOk="0" h="11957" w="11973">
                <a:moveTo>
                  <a:pt x="5986" y="748"/>
                </a:moveTo>
                <a:lnTo>
                  <a:pt x="8003" y="1756"/>
                </a:lnTo>
                <a:lnTo>
                  <a:pt x="5986" y="2796"/>
                </a:lnTo>
                <a:lnTo>
                  <a:pt x="4002" y="1756"/>
                </a:lnTo>
                <a:lnTo>
                  <a:pt x="5986" y="748"/>
                </a:lnTo>
                <a:close/>
                <a:moveTo>
                  <a:pt x="3561" y="2324"/>
                </a:moveTo>
                <a:lnTo>
                  <a:pt x="5671" y="3395"/>
                </a:lnTo>
                <a:lnTo>
                  <a:pt x="5671" y="6136"/>
                </a:lnTo>
                <a:lnTo>
                  <a:pt x="3561" y="5064"/>
                </a:lnTo>
                <a:lnTo>
                  <a:pt x="3561" y="2324"/>
                </a:lnTo>
                <a:close/>
                <a:moveTo>
                  <a:pt x="8475" y="2324"/>
                </a:moveTo>
                <a:lnTo>
                  <a:pt x="8475" y="5064"/>
                </a:lnTo>
                <a:lnTo>
                  <a:pt x="6364" y="6136"/>
                </a:lnTo>
                <a:lnTo>
                  <a:pt x="6364" y="3395"/>
                </a:lnTo>
                <a:lnTo>
                  <a:pt x="8475" y="2324"/>
                </a:lnTo>
                <a:close/>
                <a:moveTo>
                  <a:pt x="3214" y="5663"/>
                </a:moveTo>
                <a:lnTo>
                  <a:pt x="5230" y="6703"/>
                </a:lnTo>
                <a:lnTo>
                  <a:pt x="3214" y="7711"/>
                </a:lnTo>
                <a:lnTo>
                  <a:pt x="1166" y="6703"/>
                </a:lnTo>
                <a:lnTo>
                  <a:pt x="3214" y="5663"/>
                </a:lnTo>
                <a:close/>
                <a:moveTo>
                  <a:pt x="8822" y="5663"/>
                </a:moveTo>
                <a:lnTo>
                  <a:pt x="10870" y="6703"/>
                </a:lnTo>
                <a:lnTo>
                  <a:pt x="8822" y="7711"/>
                </a:lnTo>
                <a:lnTo>
                  <a:pt x="6837" y="6703"/>
                </a:lnTo>
                <a:lnTo>
                  <a:pt x="8822" y="5663"/>
                </a:lnTo>
                <a:close/>
                <a:moveTo>
                  <a:pt x="5671" y="7238"/>
                </a:moveTo>
                <a:lnTo>
                  <a:pt x="5671" y="9948"/>
                </a:lnTo>
                <a:lnTo>
                  <a:pt x="3561" y="11019"/>
                </a:lnTo>
                <a:lnTo>
                  <a:pt x="3561" y="8309"/>
                </a:lnTo>
                <a:lnTo>
                  <a:pt x="5671" y="7238"/>
                </a:lnTo>
                <a:close/>
                <a:moveTo>
                  <a:pt x="11311" y="7238"/>
                </a:moveTo>
                <a:lnTo>
                  <a:pt x="11311" y="10011"/>
                </a:lnTo>
                <a:lnTo>
                  <a:pt x="9200" y="11050"/>
                </a:lnTo>
                <a:lnTo>
                  <a:pt x="9200" y="8309"/>
                </a:lnTo>
                <a:lnTo>
                  <a:pt x="11311" y="7238"/>
                </a:lnTo>
                <a:close/>
                <a:moveTo>
                  <a:pt x="725" y="7270"/>
                </a:moveTo>
                <a:lnTo>
                  <a:pt x="2836" y="8341"/>
                </a:lnTo>
                <a:lnTo>
                  <a:pt x="2836" y="11082"/>
                </a:lnTo>
                <a:lnTo>
                  <a:pt x="725" y="10042"/>
                </a:lnTo>
                <a:lnTo>
                  <a:pt x="725" y="7270"/>
                </a:lnTo>
                <a:close/>
                <a:moveTo>
                  <a:pt x="6364" y="7270"/>
                </a:moveTo>
                <a:lnTo>
                  <a:pt x="8475" y="8341"/>
                </a:lnTo>
                <a:lnTo>
                  <a:pt x="8475" y="11082"/>
                </a:lnTo>
                <a:lnTo>
                  <a:pt x="6364" y="10042"/>
                </a:lnTo>
                <a:lnTo>
                  <a:pt x="6364" y="7270"/>
                </a:lnTo>
                <a:close/>
                <a:moveTo>
                  <a:pt x="5998" y="0"/>
                </a:moveTo>
                <a:cubicBezTo>
                  <a:pt x="5947" y="0"/>
                  <a:pt x="5892" y="8"/>
                  <a:pt x="5829" y="24"/>
                </a:cubicBezTo>
                <a:lnTo>
                  <a:pt x="3056" y="1441"/>
                </a:lnTo>
                <a:cubicBezTo>
                  <a:pt x="2930" y="1536"/>
                  <a:pt x="2836" y="1662"/>
                  <a:pt x="2836" y="1756"/>
                </a:cubicBezTo>
                <a:lnTo>
                  <a:pt x="2836" y="5064"/>
                </a:lnTo>
                <a:lnTo>
                  <a:pt x="221" y="6388"/>
                </a:lnTo>
                <a:cubicBezTo>
                  <a:pt x="95" y="6451"/>
                  <a:pt x="0" y="6577"/>
                  <a:pt x="0" y="6703"/>
                </a:cubicBezTo>
                <a:lnTo>
                  <a:pt x="0" y="10200"/>
                </a:lnTo>
                <a:cubicBezTo>
                  <a:pt x="0" y="10326"/>
                  <a:pt x="95" y="10420"/>
                  <a:pt x="221" y="10515"/>
                </a:cubicBezTo>
                <a:lnTo>
                  <a:pt x="3056" y="11933"/>
                </a:lnTo>
                <a:cubicBezTo>
                  <a:pt x="3088" y="11948"/>
                  <a:pt x="3135" y="11956"/>
                  <a:pt x="3190" y="11956"/>
                </a:cubicBezTo>
                <a:cubicBezTo>
                  <a:pt x="3245" y="11956"/>
                  <a:pt x="3308" y="11948"/>
                  <a:pt x="3371" y="11933"/>
                </a:cubicBezTo>
                <a:lnTo>
                  <a:pt x="5986" y="10578"/>
                </a:lnTo>
                <a:lnTo>
                  <a:pt x="8633" y="11933"/>
                </a:lnTo>
                <a:cubicBezTo>
                  <a:pt x="8680" y="11948"/>
                  <a:pt x="8727" y="11956"/>
                  <a:pt x="8779" y="11956"/>
                </a:cubicBezTo>
                <a:cubicBezTo>
                  <a:pt x="8830" y="11956"/>
                  <a:pt x="8885" y="11948"/>
                  <a:pt x="8948" y="11933"/>
                </a:cubicBezTo>
                <a:lnTo>
                  <a:pt x="11783" y="10515"/>
                </a:lnTo>
                <a:cubicBezTo>
                  <a:pt x="11909" y="10420"/>
                  <a:pt x="11972" y="10326"/>
                  <a:pt x="11972" y="10200"/>
                </a:cubicBezTo>
                <a:lnTo>
                  <a:pt x="11972" y="6703"/>
                </a:lnTo>
                <a:cubicBezTo>
                  <a:pt x="11972" y="6577"/>
                  <a:pt x="11941" y="6451"/>
                  <a:pt x="11783" y="6388"/>
                </a:cubicBezTo>
                <a:lnTo>
                  <a:pt x="9137" y="5064"/>
                </a:lnTo>
                <a:lnTo>
                  <a:pt x="9137" y="1756"/>
                </a:lnTo>
                <a:cubicBezTo>
                  <a:pt x="9137" y="1662"/>
                  <a:pt x="9074" y="1536"/>
                  <a:pt x="8948" y="1441"/>
                </a:cubicBezTo>
                <a:lnTo>
                  <a:pt x="6144" y="24"/>
                </a:lnTo>
                <a:cubicBezTo>
                  <a:pt x="6097" y="8"/>
                  <a:pt x="6049" y="0"/>
                  <a:pt x="59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617" name="Google Shape;11617;p138"/>
          <p:cNvGrpSpPr/>
          <p:nvPr/>
        </p:nvGrpSpPr>
        <p:grpSpPr>
          <a:xfrm>
            <a:off x="1735816" y="1758736"/>
            <a:ext cx="359154" cy="357424"/>
            <a:chOff x="-49786250" y="2316650"/>
            <a:chExt cx="300900" cy="299450"/>
          </a:xfrm>
        </p:grpSpPr>
        <p:sp>
          <p:nvSpPr>
            <p:cNvPr id="11618" name="Google Shape;11618;p138"/>
            <p:cNvSpPr/>
            <p:nvPr/>
          </p:nvSpPr>
          <p:spPr>
            <a:xfrm>
              <a:off x="-49746875" y="2316650"/>
              <a:ext cx="217400" cy="299450"/>
            </a:xfrm>
            <a:custGeom>
              <a:rect b="b" l="l" r="r" t="t"/>
              <a:pathLst>
                <a:path extrusionOk="0" h="11978" w="8696">
                  <a:moveTo>
                    <a:pt x="4411" y="3944"/>
                  </a:moveTo>
                  <a:lnTo>
                    <a:pt x="5010" y="5110"/>
                  </a:lnTo>
                  <a:cubicBezTo>
                    <a:pt x="4837" y="5188"/>
                    <a:pt x="4640" y="5228"/>
                    <a:pt x="4439" y="5228"/>
                  </a:cubicBezTo>
                  <a:cubicBezTo>
                    <a:pt x="4238" y="5228"/>
                    <a:pt x="4033" y="5188"/>
                    <a:pt x="3844" y="5110"/>
                  </a:cubicBezTo>
                  <a:lnTo>
                    <a:pt x="4411" y="3944"/>
                  </a:lnTo>
                  <a:close/>
                  <a:moveTo>
                    <a:pt x="5136" y="5834"/>
                  </a:moveTo>
                  <a:lnTo>
                    <a:pt x="5136" y="8418"/>
                  </a:lnTo>
                  <a:lnTo>
                    <a:pt x="3718" y="8418"/>
                  </a:lnTo>
                  <a:lnTo>
                    <a:pt x="3718" y="5834"/>
                  </a:lnTo>
                  <a:cubicBezTo>
                    <a:pt x="3939" y="5897"/>
                    <a:pt x="4191" y="5960"/>
                    <a:pt x="4411" y="5960"/>
                  </a:cubicBezTo>
                  <a:cubicBezTo>
                    <a:pt x="4663" y="5960"/>
                    <a:pt x="4884" y="5897"/>
                    <a:pt x="5136" y="5834"/>
                  </a:cubicBezTo>
                  <a:close/>
                  <a:moveTo>
                    <a:pt x="4390" y="657"/>
                  </a:moveTo>
                  <a:cubicBezTo>
                    <a:pt x="5196" y="657"/>
                    <a:pt x="5982" y="942"/>
                    <a:pt x="6617" y="1455"/>
                  </a:cubicBezTo>
                  <a:cubicBezTo>
                    <a:pt x="7467" y="2117"/>
                    <a:pt x="7940" y="3156"/>
                    <a:pt x="7940" y="4196"/>
                  </a:cubicBezTo>
                  <a:cubicBezTo>
                    <a:pt x="7940" y="5078"/>
                    <a:pt x="7625" y="5897"/>
                    <a:pt x="7058" y="6527"/>
                  </a:cubicBezTo>
                  <a:cubicBezTo>
                    <a:pt x="6585" y="7095"/>
                    <a:pt x="6270" y="7756"/>
                    <a:pt x="6207" y="8418"/>
                  </a:cubicBezTo>
                  <a:lnTo>
                    <a:pt x="5829" y="8418"/>
                  </a:lnTo>
                  <a:lnTo>
                    <a:pt x="5829" y="5267"/>
                  </a:lnTo>
                  <a:cubicBezTo>
                    <a:pt x="5829" y="5236"/>
                    <a:pt x="5829" y="5141"/>
                    <a:pt x="5798" y="5110"/>
                  </a:cubicBezTo>
                  <a:lnTo>
                    <a:pt x="4726" y="2999"/>
                  </a:lnTo>
                  <a:cubicBezTo>
                    <a:pt x="4663" y="2873"/>
                    <a:pt x="4537" y="2778"/>
                    <a:pt x="4411" y="2778"/>
                  </a:cubicBezTo>
                  <a:cubicBezTo>
                    <a:pt x="4317" y="2778"/>
                    <a:pt x="4191" y="2873"/>
                    <a:pt x="4096" y="2999"/>
                  </a:cubicBezTo>
                  <a:lnTo>
                    <a:pt x="3057" y="5110"/>
                  </a:lnTo>
                  <a:cubicBezTo>
                    <a:pt x="2994" y="5141"/>
                    <a:pt x="2994" y="5236"/>
                    <a:pt x="2994" y="5267"/>
                  </a:cubicBezTo>
                  <a:lnTo>
                    <a:pt x="2994" y="8418"/>
                  </a:lnTo>
                  <a:lnTo>
                    <a:pt x="2647" y="8418"/>
                  </a:lnTo>
                  <a:cubicBezTo>
                    <a:pt x="2584" y="7756"/>
                    <a:pt x="2301" y="7095"/>
                    <a:pt x="1796" y="6527"/>
                  </a:cubicBezTo>
                  <a:cubicBezTo>
                    <a:pt x="1040" y="5708"/>
                    <a:pt x="757" y="4574"/>
                    <a:pt x="1009" y="3408"/>
                  </a:cubicBezTo>
                  <a:cubicBezTo>
                    <a:pt x="1261" y="2085"/>
                    <a:pt x="2332" y="1014"/>
                    <a:pt x="3687" y="731"/>
                  </a:cubicBezTo>
                  <a:cubicBezTo>
                    <a:pt x="3921" y="681"/>
                    <a:pt x="4156" y="657"/>
                    <a:pt x="4390" y="657"/>
                  </a:cubicBezTo>
                  <a:close/>
                  <a:moveTo>
                    <a:pt x="6207" y="9142"/>
                  </a:moveTo>
                  <a:lnTo>
                    <a:pt x="6207" y="9489"/>
                  </a:lnTo>
                  <a:cubicBezTo>
                    <a:pt x="6207" y="9678"/>
                    <a:pt x="6050" y="9835"/>
                    <a:pt x="5829" y="9835"/>
                  </a:cubicBezTo>
                  <a:lnTo>
                    <a:pt x="3057" y="9835"/>
                  </a:lnTo>
                  <a:cubicBezTo>
                    <a:pt x="2836" y="9835"/>
                    <a:pt x="2679" y="9678"/>
                    <a:pt x="2679" y="9489"/>
                  </a:cubicBezTo>
                  <a:lnTo>
                    <a:pt x="2679" y="9142"/>
                  </a:lnTo>
                  <a:close/>
                  <a:moveTo>
                    <a:pt x="5483" y="10529"/>
                  </a:moveTo>
                  <a:lnTo>
                    <a:pt x="5483" y="10907"/>
                  </a:lnTo>
                  <a:cubicBezTo>
                    <a:pt x="5483" y="11096"/>
                    <a:pt x="5325" y="11253"/>
                    <a:pt x="5136" y="11253"/>
                  </a:cubicBezTo>
                  <a:lnTo>
                    <a:pt x="3718" y="11253"/>
                  </a:lnTo>
                  <a:cubicBezTo>
                    <a:pt x="3529" y="11253"/>
                    <a:pt x="3372" y="11096"/>
                    <a:pt x="3372" y="10907"/>
                  </a:cubicBezTo>
                  <a:lnTo>
                    <a:pt x="3372" y="10529"/>
                  </a:lnTo>
                  <a:close/>
                  <a:moveTo>
                    <a:pt x="4318" y="0"/>
                  </a:moveTo>
                  <a:cubicBezTo>
                    <a:pt x="4056" y="0"/>
                    <a:pt x="3792" y="23"/>
                    <a:pt x="3529" y="69"/>
                  </a:cubicBezTo>
                  <a:cubicBezTo>
                    <a:pt x="1954" y="384"/>
                    <a:pt x="631" y="1707"/>
                    <a:pt x="284" y="3314"/>
                  </a:cubicBezTo>
                  <a:cubicBezTo>
                    <a:pt x="1" y="4637"/>
                    <a:pt x="379" y="6023"/>
                    <a:pt x="1261" y="7000"/>
                  </a:cubicBezTo>
                  <a:cubicBezTo>
                    <a:pt x="1702" y="7536"/>
                    <a:pt x="1986" y="8166"/>
                    <a:pt x="1986" y="8796"/>
                  </a:cubicBezTo>
                  <a:lnTo>
                    <a:pt x="1986" y="9489"/>
                  </a:lnTo>
                  <a:cubicBezTo>
                    <a:pt x="1986" y="9961"/>
                    <a:pt x="2269" y="10371"/>
                    <a:pt x="2679" y="10466"/>
                  </a:cubicBezTo>
                  <a:lnTo>
                    <a:pt x="2679" y="10907"/>
                  </a:lnTo>
                  <a:cubicBezTo>
                    <a:pt x="2679" y="11505"/>
                    <a:pt x="3151" y="11978"/>
                    <a:pt x="3750" y="11978"/>
                  </a:cubicBezTo>
                  <a:lnTo>
                    <a:pt x="5168" y="11978"/>
                  </a:lnTo>
                  <a:cubicBezTo>
                    <a:pt x="5766" y="11978"/>
                    <a:pt x="6239" y="11505"/>
                    <a:pt x="6239" y="10907"/>
                  </a:cubicBezTo>
                  <a:lnTo>
                    <a:pt x="6239" y="10466"/>
                  </a:lnTo>
                  <a:cubicBezTo>
                    <a:pt x="6617" y="10308"/>
                    <a:pt x="6963" y="9930"/>
                    <a:pt x="6963" y="9489"/>
                  </a:cubicBezTo>
                  <a:lnTo>
                    <a:pt x="6963" y="8796"/>
                  </a:lnTo>
                  <a:cubicBezTo>
                    <a:pt x="6963" y="8166"/>
                    <a:pt x="7184" y="7536"/>
                    <a:pt x="7656" y="6969"/>
                  </a:cubicBezTo>
                  <a:cubicBezTo>
                    <a:pt x="8318" y="6212"/>
                    <a:pt x="8696" y="5236"/>
                    <a:pt x="8696" y="4228"/>
                  </a:cubicBezTo>
                  <a:cubicBezTo>
                    <a:pt x="8633" y="2967"/>
                    <a:pt x="8097" y="1739"/>
                    <a:pt x="7058" y="951"/>
                  </a:cubicBezTo>
                  <a:cubicBezTo>
                    <a:pt x="6285" y="328"/>
                    <a:pt x="5314" y="0"/>
                    <a:pt x="431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9" name="Google Shape;11619;p138"/>
            <p:cNvSpPr/>
            <p:nvPr/>
          </p:nvSpPr>
          <p:spPr>
            <a:xfrm>
              <a:off x="-49786250" y="2422325"/>
              <a:ext cx="36250" cy="17350"/>
            </a:xfrm>
            <a:custGeom>
              <a:rect b="b" l="l" r="r" t="t"/>
              <a:pathLst>
                <a:path extrusionOk="0" h="694" w="1450">
                  <a:moveTo>
                    <a:pt x="379" y="1"/>
                  </a:moveTo>
                  <a:cubicBezTo>
                    <a:pt x="158" y="1"/>
                    <a:pt x="0" y="158"/>
                    <a:pt x="0" y="347"/>
                  </a:cubicBezTo>
                  <a:cubicBezTo>
                    <a:pt x="0" y="536"/>
                    <a:pt x="158" y="694"/>
                    <a:pt x="379" y="694"/>
                  </a:cubicBezTo>
                  <a:lnTo>
                    <a:pt x="1072" y="694"/>
                  </a:lnTo>
                  <a:cubicBezTo>
                    <a:pt x="1261" y="694"/>
                    <a:pt x="1418" y="536"/>
                    <a:pt x="1418" y="347"/>
                  </a:cubicBezTo>
                  <a:cubicBezTo>
                    <a:pt x="1450" y="127"/>
                    <a:pt x="1261" y="1"/>
                    <a:pt x="107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0" name="Google Shape;11620;p138"/>
            <p:cNvSpPr/>
            <p:nvPr/>
          </p:nvSpPr>
          <p:spPr>
            <a:xfrm>
              <a:off x="-49783900" y="2362475"/>
              <a:ext cx="31550" cy="30150"/>
            </a:xfrm>
            <a:custGeom>
              <a:rect b="b" l="l" r="r" t="t"/>
              <a:pathLst>
                <a:path extrusionOk="0" h="1206" w="1262">
                  <a:moveTo>
                    <a:pt x="391" y="0"/>
                  </a:moveTo>
                  <a:cubicBezTo>
                    <a:pt x="300" y="0"/>
                    <a:pt x="206" y="32"/>
                    <a:pt x="127" y="95"/>
                  </a:cubicBezTo>
                  <a:cubicBezTo>
                    <a:pt x="1" y="221"/>
                    <a:pt x="1" y="441"/>
                    <a:pt x="127" y="599"/>
                  </a:cubicBezTo>
                  <a:lnTo>
                    <a:pt x="631" y="1134"/>
                  </a:lnTo>
                  <a:cubicBezTo>
                    <a:pt x="694" y="1182"/>
                    <a:pt x="781" y="1205"/>
                    <a:pt x="871" y="1205"/>
                  </a:cubicBezTo>
                  <a:cubicBezTo>
                    <a:pt x="962" y="1205"/>
                    <a:pt x="1056" y="1182"/>
                    <a:pt x="1135" y="1134"/>
                  </a:cubicBezTo>
                  <a:cubicBezTo>
                    <a:pt x="1261" y="1008"/>
                    <a:pt x="1261" y="756"/>
                    <a:pt x="1135" y="599"/>
                  </a:cubicBezTo>
                  <a:lnTo>
                    <a:pt x="631" y="95"/>
                  </a:lnTo>
                  <a:cubicBezTo>
                    <a:pt x="568" y="32"/>
                    <a:pt x="481" y="0"/>
                    <a:pt x="39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1" name="Google Shape;11621;p138"/>
            <p:cNvSpPr/>
            <p:nvPr/>
          </p:nvSpPr>
          <p:spPr>
            <a:xfrm>
              <a:off x="-49783900" y="2468800"/>
              <a:ext cx="31550" cy="30150"/>
            </a:xfrm>
            <a:custGeom>
              <a:rect b="b" l="l" r="r" t="t"/>
              <a:pathLst>
                <a:path extrusionOk="0" h="1206" w="1262">
                  <a:moveTo>
                    <a:pt x="871" y="0"/>
                  </a:moveTo>
                  <a:cubicBezTo>
                    <a:pt x="781" y="0"/>
                    <a:pt x="694" y="32"/>
                    <a:pt x="631" y="95"/>
                  </a:cubicBezTo>
                  <a:lnTo>
                    <a:pt x="127" y="599"/>
                  </a:lnTo>
                  <a:cubicBezTo>
                    <a:pt x="1" y="725"/>
                    <a:pt x="1" y="977"/>
                    <a:pt x="127" y="1135"/>
                  </a:cubicBezTo>
                  <a:cubicBezTo>
                    <a:pt x="174" y="1182"/>
                    <a:pt x="261" y="1205"/>
                    <a:pt x="355" y="1205"/>
                  </a:cubicBezTo>
                  <a:cubicBezTo>
                    <a:pt x="450" y="1205"/>
                    <a:pt x="552" y="1182"/>
                    <a:pt x="631" y="1135"/>
                  </a:cubicBezTo>
                  <a:lnTo>
                    <a:pt x="1135" y="599"/>
                  </a:lnTo>
                  <a:cubicBezTo>
                    <a:pt x="1261" y="504"/>
                    <a:pt x="1261" y="252"/>
                    <a:pt x="1135" y="95"/>
                  </a:cubicBezTo>
                  <a:cubicBezTo>
                    <a:pt x="1056" y="32"/>
                    <a:pt x="962" y="0"/>
                    <a:pt x="8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2" name="Google Shape;11622;p138"/>
            <p:cNvSpPr/>
            <p:nvPr/>
          </p:nvSpPr>
          <p:spPr>
            <a:xfrm>
              <a:off x="-49520825" y="2421550"/>
              <a:ext cx="35475" cy="18125"/>
            </a:xfrm>
            <a:custGeom>
              <a:rect b="b" l="l" r="r" t="t"/>
              <a:pathLst>
                <a:path extrusionOk="0" h="725" w="1419">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3" name="Google Shape;11623;p138"/>
            <p:cNvSpPr/>
            <p:nvPr/>
          </p:nvSpPr>
          <p:spPr>
            <a:xfrm>
              <a:off x="-49519250" y="2362475"/>
              <a:ext cx="31525" cy="31325"/>
            </a:xfrm>
            <a:custGeom>
              <a:rect b="b" l="l" r="r" t="t"/>
              <a:pathLst>
                <a:path extrusionOk="0" h="1253" w="1261">
                  <a:moveTo>
                    <a:pt x="906" y="0"/>
                  </a:moveTo>
                  <a:cubicBezTo>
                    <a:pt x="812" y="0"/>
                    <a:pt x="709" y="32"/>
                    <a:pt x="631" y="95"/>
                  </a:cubicBezTo>
                  <a:lnTo>
                    <a:pt x="127" y="599"/>
                  </a:lnTo>
                  <a:cubicBezTo>
                    <a:pt x="1" y="725"/>
                    <a:pt x="1" y="945"/>
                    <a:pt x="127" y="1134"/>
                  </a:cubicBezTo>
                  <a:cubicBezTo>
                    <a:pt x="190" y="1213"/>
                    <a:pt x="276" y="1253"/>
                    <a:pt x="367" y="1253"/>
                  </a:cubicBezTo>
                  <a:cubicBezTo>
                    <a:pt x="457" y="1253"/>
                    <a:pt x="552" y="1213"/>
                    <a:pt x="631" y="1134"/>
                  </a:cubicBezTo>
                  <a:lnTo>
                    <a:pt x="1135" y="599"/>
                  </a:lnTo>
                  <a:cubicBezTo>
                    <a:pt x="1261" y="473"/>
                    <a:pt x="1261" y="252"/>
                    <a:pt x="1135" y="95"/>
                  </a:cubicBezTo>
                  <a:cubicBezTo>
                    <a:pt x="1088" y="32"/>
                    <a:pt x="1001" y="0"/>
                    <a:pt x="90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4" name="Google Shape;11624;p138"/>
            <p:cNvSpPr/>
            <p:nvPr/>
          </p:nvSpPr>
          <p:spPr>
            <a:xfrm>
              <a:off x="-49519250" y="2468800"/>
              <a:ext cx="31525" cy="30150"/>
            </a:xfrm>
            <a:custGeom>
              <a:rect b="b" l="l" r="r" t="t"/>
              <a:pathLst>
                <a:path extrusionOk="0" h="1206" w="1261">
                  <a:moveTo>
                    <a:pt x="391" y="0"/>
                  </a:moveTo>
                  <a:cubicBezTo>
                    <a:pt x="300" y="0"/>
                    <a:pt x="205" y="32"/>
                    <a:pt x="127" y="95"/>
                  </a:cubicBezTo>
                  <a:cubicBezTo>
                    <a:pt x="1" y="221"/>
                    <a:pt x="1" y="441"/>
                    <a:pt x="127" y="599"/>
                  </a:cubicBezTo>
                  <a:lnTo>
                    <a:pt x="631" y="1135"/>
                  </a:lnTo>
                  <a:cubicBezTo>
                    <a:pt x="694" y="1182"/>
                    <a:pt x="780" y="1205"/>
                    <a:pt x="871" y="1205"/>
                  </a:cubicBezTo>
                  <a:cubicBezTo>
                    <a:pt x="962" y="1205"/>
                    <a:pt x="1056" y="1182"/>
                    <a:pt x="1135" y="1135"/>
                  </a:cubicBezTo>
                  <a:cubicBezTo>
                    <a:pt x="1261" y="1009"/>
                    <a:pt x="1261" y="756"/>
                    <a:pt x="1135" y="599"/>
                  </a:cubicBezTo>
                  <a:lnTo>
                    <a:pt x="631" y="95"/>
                  </a:lnTo>
                  <a:cubicBezTo>
                    <a:pt x="568" y="32"/>
                    <a:pt x="481" y="0"/>
                    <a:pt x="39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625" name="Google Shape;11625;p138"/>
          <p:cNvSpPr/>
          <p:nvPr/>
        </p:nvSpPr>
        <p:spPr>
          <a:xfrm>
            <a:off x="1731604" y="2205242"/>
            <a:ext cx="373239" cy="359154"/>
          </a:xfrm>
          <a:custGeom>
            <a:rect b="b" l="l" r="r" t="t"/>
            <a:pathLst>
              <a:path extrusionOk="0" h="12036" w="12508">
                <a:moveTo>
                  <a:pt x="4600" y="725"/>
                </a:moveTo>
                <a:cubicBezTo>
                  <a:pt x="7026" y="725"/>
                  <a:pt x="8475" y="1387"/>
                  <a:pt x="8475" y="1796"/>
                </a:cubicBezTo>
                <a:cubicBezTo>
                  <a:pt x="8475" y="2143"/>
                  <a:pt x="7058" y="2836"/>
                  <a:pt x="4600" y="2836"/>
                </a:cubicBezTo>
                <a:cubicBezTo>
                  <a:pt x="2111" y="2836"/>
                  <a:pt x="725" y="2143"/>
                  <a:pt x="725" y="1796"/>
                </a:cubicBezTo>
                <a:cubicBezTo>
                  <a:pt x="725" y="1387"/>
                  <a:pt x="2143" y="725"/>
                  <a:pt x="4600" y="725"/>
                </a:cubicBezTo>
                <a:close/>
                <a:moveTo>
                  <a:pt x="694" y="2805"/>
                </a:moveTo>
                <a:cubicBezTo>
                  <a:pt x="1670" y="3403"/>
                  <a:pt x="3371" y="3592"/>
                  <a:pt x="4537" y="3592"/>
                </a:cubicBezTo>
                <a:cubicBezTo>
                  <a:pt x="4915" y="3592"/>
                  <a:pt x="5262" y="3592"/>
                  <a:pt x="5608" y="3561"/>
                </a:cubicBezTo>
                <a:lnTo>
                  <a:pt x="5608" y="4002"/>
                </a:lnTo>
                <a:cubicBezTo>
                  <a:pt x="5608" y="4191"/>
                  <a:pt x="5451" y="4348"/>
                  <a:pt x="5262" y="4348"/>
                </a:cubicBezTo>
                <a:cubicBezTo>
                  <a:pt x="4663" y="4348"/>
                  <a:pt x="4191" y="4821"/>
                  <a:pt x="4191" y="5420"/>
                </a:cubicBezTo>
                <a:lnTo>
                  <a:pt x="4191" y="6113"/>
                </a:lnTo>
                <a:cubicBezTo>
                  <a:pt x="4191" y="6302"/>
                  <a:pt x="4033" y="6459"/>
                  <a:pt x="3844" y="6459"/>
                </a:cubicBezTo>
                <a:cubicBezTo>
                  <a:pt x="3655" y="6459"/>
                  <a:pt x="3497" y="6302"/>
                  <a:pt x="3497" y="6113"/>
                </a:cubicBezTo>
                <a:lnTo>
                  <a:pt x="3497" y="5325"/>
                </a:lnTo>
                <a:cubicBezTo>
                  <a:pt x="3529" y="4726"/>
                  <a:pt x="3056" y="4254"/>
                  <a:pt x="2458" y="4254"/>
                </a:cubicBezTo>
                <a:cubicBezTo>
                  <a:pt x="1859" y="4254"/>
                  <a:pt x="1387" y="4726"/>
                  <a:pt x="1387" y="5325"/>
                </a:cubicBezTo>
                <a:lnTo>
                  <a:pt x="1387" y="6743"/>
                </a:lnTo>
                <a:cubicBezTo>
                  <a:pt x="1387" y="6932"/>
                  <a:pt x="1229" y="7089"/>
                  <a:pt x="1040" y="7089"/>
                </a:cubicBezTo>
                <a:cubicBezTo>
                  <a:pt x="851" y="7089"/>
                  <a:pt x="694" y="6932"/>
                  <a:pt x="694" y="6743"/>
                </a:cubicBezTo>
                <a:lnTo>
                  <a:pt x="694" y="2805"/>
                </a:lnTo>
                <a:close/>
                <a:moveTo>
                  <a:pt x="8475" y="2742"/>
                </a:moveTo>
                <a:lnTo>
                  <a:pt x="8475" y="8192"/>
                </a:lnTo>
                <a:cubicBezTo>
                  <a:pt x="7719" y="8034"/>
                  <a:pt x="7026" y="7625"/>
                  <a:pt x="6553" y="6995"/>
                </a:cubicBezTo>
                <a:lnTo>
                  <a:pt x="5104" y="5010"/>
                </a:lnTo>
                <a:cubicBezTo>
                  <a:pt x="5104" y="5010"/>
                  <a:pt x="5167" y="4978"/>
                  <a:pt x="5293" y="4978"/>
                </a:cubicBezTo>
                <a:cubicBezTo>
                  <a:pt x="5892" y="4978"/>
                  <a:pt x="6364" y="4506"/>
                  <a:pt x="6364" y="3907"/>
                </a:cubicBezTo>
                <a:lnTo>
                  <a:pt x="6364" y="3403"/>
                </a:lnTo>
                <a:cubicBezTo>
                  <a:pt x="7215" y="3277"/>
                  <a:pt x="7971" y="3057"/>
                  <a:pt x="8475" y="2742"/>
                </a:cubicBezTo>
                <a:close/>
                <a:moveTo>
                  <a:pt x="9200" y="3844"/>
                </a:moveTo>
                <a:cubicBezTo>
                  <a:pt x="9925" y="4159"/>
                  <a:pt x="10555" y="4695"/>
                  <a:pt x="10996" y="5325"/>
                </a:cubicBezTo>
                <a:cubicBezTo>
                  <a:pt x="11689" y="6302"/>
                  <a:pt x="11153" y="7782"/>
                  <a:pt x="10019" y="8160"/>
                </a:cubicBezTo>
                <a:cubicBezTo>
                  <a:pt x="9735" y="8223"/>
                  <a:pt x="9452" y="8318"/>
                  <a:pt x="9200" y="8318"/>
                </a:cubicBezTo>
                <a:lnTo>
                  <a:pt x="9200" y="3844"/>
                </a:lnTo>
                <a:close/>
                <a:moveTo>
                  <a:pt x="2489" y="4978"/>
                </a:moveTo>
                <a:cubicBezTo>
                  <a:pt x="2678" y="4978"/>
                  <a:pt x="2836" y="5136"/>
                  <a:pt x="2836" y="5325"/>
                </a:cubicBezTo>
                <a:lnTo>
                  <a:pt x="2836" y="6050"/>
                </a:lnTo>
                <a:cubicBezTo>
                  <a:pt x="2836" y="6617"/>
                  <a:pt x="3308" y="7089"/>
                  <a:pt x="3907" y="7089"/>
                </a:cubicBezTo>
                <a:cubicBezTo>
                  <a:pt x="4474" y="7089"/>
                  <a:pt x="4947" y="6680"/>
                  <a:pt x="4978" y="6081"/>
                </a:cubicBezTo>
                <a:lnTo>
                  <a:pt x="5986" y="7467"/>
                </a:lnTo>
                <a:cubicBezTo>
                  <a:pt x="6459" y="8097"/>
                  <a:pt x="7152" y="8570"/>
                  <a:pt x="7877" y="8822"/>
                </a:cubicBezTo>
                <a:cubicBezTo>
                  <a:pt x="8097" y="8917"/>
                  <a:pt x="8286" y="8948"/>
                  <a:pt x="8507" y="8980"/>
                </a:cubicBezTo>
                <a:lnTo>
                  <a:pt x="8507" y="10303"/>
                </a:lnTo>
                <a:cubicBezTo>
                  <a:pt x="8475" y="10618"/>
                  <a:pt x="7058" y="11311"/>
                  <a:pt x="4600" y="11311"/>
                </a:cubicBezTo>
                <a:cubicBezTo>
                  <a:pt x="2111" y="11311"/>
                  <a:pt x="725" y="10586"/>
                  <a:pt x="725" y="10240"/>
                </a:cubicBezTo>
                <a:lnTo>
                  <a:pt x="725" y="7688"/>
                </a:lnTo>
                <a:cubicBezTo>
                  <a:pt x="851" y="7719"/>
                  <a:pt x="977" y="7782"/>
                  <a:pt x="1072" y="7782"/>
                </a:cubicBezTo>
                <a:cubicBezTo>
                  <a:pt x="1670" y="7782"/>
                  <a:pt x="2143" y="7310"/>
                  <a:pt x="2143" y="6711"/>
                </a:cubicBezTo>
                <a:lnTo>
                  <a:pt x="2143" y="5325"/>
                </a:lnTo>
                <a:cubicBezTo>
                  <a:pt x="2143" y="5136"/>
                  <a:pt x="2300" y="4978"/>
                  <a:pt x="2489" y="4978"/>
                </a:cubicBezTo>
                <a:close/>
                <a:moveTo>
                  <a:pt x="4537" y="1"/>
                </a:moveTo>
                <a:cubicBezTo>
                  <a:pt x="3371" y="1"/>
                  <a:pt x="2300" y="158"/>
                  <a:pt x="1481" y="442"/>
                </a:cubicBezTo>
                <a:cubicBezTo>
                  <a:pt x="252" y="851"/>
                  <a:pt x="0" y="1387"/>
                  <a:pt x="0" y="1796"/>
                </a:cubicBezTo>
                <a:lnTo>
                  <a:pt x="0" y="10240"/>
                </a:lnTo>
                <a:cubicBezTo>
                  <a:pt x="0" y="10649"/>
                  <a:pt x="252" y="11153"/>
                  <a:pt x="1481" y="11594"/>
                </a:cubicBezTo>
                <a:cubicBezTo>
                  <a:pt x="2300" y="11878"/>
                  <a:pt x="3403" y="12036"/>
                  <a:pt x="4537" y="12036"/>
                </a:cubicBezTo>
                <a:cubicBezTo>
                  <a:pt x="6837" y="12036"/>
                  <a:pt x="9137" y="11437"/>
                  <a:pt x="9137" y="10240"/>
                </a:cubicBezTo>
                <a:lnTo>
                  <a:pt x="9137" y="8980"/>
                </a:lnTo>
                <a:cubicBezTo>
                  <a:pt x="9515" y="8980"/>
                  <a:pt x="9862" y="8917"/>
                  <a:pt x="10208" y="8791"/>
                </a:cubicBezTo>
                <a:cubicBezTo>
                  <a:pt x="11815" y="8286"/>
                  <a:pt x="12508" y="6302"/>
                  <a:pt x="11563" y="4884"/>
                </a:cubicBezTo>
                <a:cubicBezTo>
                  <a:pt x="10996" y="4096"/>
                  <a:pt x="10208" y="3435"/>
                  <a:pt x="9137" y="2994"/>
                </a:cubicBezTo>
                <a:lnTo>
                  <a:pt x="9137" y="1796"/>
                </a:lnTo>
                <a:cubicBezTo>
                  <a:pt x="9137" y="631"/>
                  <a:pt x="6837" y="1"/>
                  <a:pt x="453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6" name="Google Shape;11626;p138"/>
          <p:cNvSpPr/>
          <p:nvPr/>
        </p:nvSpPr>
        <p:spPr>
          <a:xfrm>
            <a:off x="3971472" y="1334832"/>
            <a:ext cx="359154" cy="358199"/>
          </a:xfrm>
          <a:custGeom>
            <a:rect b="b" l="l" r="r" t="t"/>
            <a:pathLst>
              <a:path extrusionOk="0" h="12004" w="12036">
                <a:moveTo>
                  <a:pt x="1450" y="693"/>
                </a:moveTo>
                <a:lnTo>
                  <a:pt x="1450" y="1418"/>
                </a:lnTo>
                <a:lnTo>
                  <a:pt x="756" y="1418"/>
                </a:lnTo>
                <a:lnTo>
                  <a:pt x="756" y="693"/>
                </a:lnTo>
                <a:close/>
                <a:moveTo>
                  <a:pt x="11342" y="693"/>
                </a:moveTo>
                <a:lnTo>
                  <a:pt x="11342" y="1418"/>
                </a:lnTo>
                <a:lnTo>
                  <a:pt x="10618" y="1418"/>
                </a:lnTo>
                <a:lnTo>
                  <a:pt x="10618" y="693"/>
                </a:lnTo>
                <a:close/>
                <a:moveTo>
                  <a:pt x="6049" y="4191"/>
                </a:moveTo>
                <a:cubicBezTo>
                  <a:pt x="6270" y="4191"/>
                  <a:pt x="6427" y="4380"/>
                  <a:pt x="6427" y="4569"/>
                </a:cubicBezTo>
                <a:cubicBezTo>
                  <a:pt x="6427" y="4758"/>
                  <a:pt x="6270" y="4915"/>
                  <a:pt x="6049" y="4915"/>
                </a:cubicBezTo>
                <a:cubicBezTo>
                  <a:pt x="5860" y="4915"/>
                  <a:pt x="5703" y="4758"/>
                  <a:pt x="5703" y="4569"/>
                </a:cubicBezTo>
                <a:cubicBezTo>
                  <a:pt x="5703" y="4380"/>
                  <a:pt x="5860" y="4191"/>
                  <a:pt x="6049" y="4191"/>
                </a:cubicBezTo>
                <a:close/>
                <a:moveTo>
                  <a:pt x="6081" y="1040"/>
                </a:moveTo>
                <a:cubicBezTo>
                  <a:pt x="6144" y="1166"/>
                  <a:pt x="8381" y="5167"/>
                  <a:pt x="8475" y="5262"/>
                </a:cubicBezTo>
                <a:lnTo>
                  <a:pt x="7278" y="7026"/>
                </a:lnTo>
                <a:lnTo>
                  <a:pt x="6427" y="7026"/>
                </a:lnTo>
                <a:lnTo>
                  <a:pt x="6427" y="5577"/>
                </a:lnTo>
                <a:cubicBezTo>
                  <a:pt x="6805" y="5419"/>
                  <a:pt x="7120" y="5041"/>
                  <a:pt x="7120" y="4600"/>
                </a:cubicBezTo>
                <a:cubicBezTo>
                  <a:pt x="7120" y="4001"/>
                  <a:pt x="6648" y="3529"/>
                  <a:pt x="6081" y="3529"/>
                </a:cubicBezTo>
                <a:cubicBezTo>
                  <a:pt x="5482" y="3529"/>
                  <a:pt x="5010" y="4001"/>
                  <a:pt x="5010" y="4600"/>
                </a:cubicBezTo>
                <a:cubicBezTo>
                  <a:pt x="5010" y="5073"/>
                  <a:pt x="5293" y="5451"/>
                  <a:pt x="5703" y="5577"/>
                </a:cubicBezTo>
                <a:lnTo>
                  <a:pt x="5703" y="7026"/>
                </a:lnTo>
                <a:lnTo>
                  <a:pt x="4852" y="7026"/>
                </a:lnTo>
                <a:lnTo>
                  <a:pt x="3655" y="5262"/>
                </a:lnTo>
                <a:cubicBezTo>
                  <a:pt x="3749" y="5167"/>
                  <a:pt x="5986" y="1166"/>
                  <a:pt x="6081" y="1040"/>
                </a:cubicBezTo>
                <a:close/>
                <a:moveTo>
                  <a:pt x="3812" y="3529"/>
                </a:moveTo>
                <a:lnTo>
                  <a:pt x="2899" y="5104"/>
                </a:lnTo>
                <a:cubicBezTo>
                  <a:pt x="2836" y="5230"/>
                  <a:pt x="2836" y="5388"/>
                  <a:pt x="2899" y="5451"/>
                </a:cubicBezTo>
                <a:lnTo>
                  <a:pt x="4064" y="7215"/>
                </a:lnTo>
                <a:cubicBezTo>
                  <a:pt x="3749" y="7404"/>
                  <a:pt x="3529" y="7719"/>
                  <a:pt x="3529" y="8097"/>
                </a:cubicBezTo>
                <a:lnTo>
                  <a:pt x="3529" y="8475"/>
                </a:lnTo>
                <a:lnTo>
                  <a:pt x="693" y="8475"/>
                </a:lnTo>
                <a:lnTo>
                  <a:pt x="693" y="3907"/>
                </a:lnTo>
                <a:cubicBezTo>
                  <a:pt x="788" y="3686"/>
                  <a:pt x="945" y="3529"/>
                  <a:pt x="1103" y="3529"/>
                </a:cubicBezTo>
                <a:close/>
                <a:moveTo>
                  <a:pt x="7436" y="7751"/>
                </a:moveTo>
                <a:cubicBezTo>
                  <a:pt x="7625" y="7751"/>
                  <a:pt x="7782" y="7908"/>
                  <a:pt x="7782" y="8097"/>
                </a:cubicBezTo>
                <a:lnTo>
                  <a:pt x="7782" y="8475"/>
                </a:lnTo>
                <a:lnTo>
                  <a:pt x="4285" y="8475"/>
                </a:lnTo>
                <a:lnTo>
                  <a:pt x="4285" y="8097"/>
                </a:lnTo>
                <a:cubicBezTo>
                  <a:pt x="4285" y="7908"/>
                  <a:pt x="4443" y="7751"/>
                  <a:pt x="4632" y="7751"/>
                </a:cubicBezTo>
                <a:close/>
                <a:moveTo>
                  <a:pt x="10996" y="3529"/>
                </a:moveTo>
                <a:cubicBezTo>
                  <a:pt x="11185" y="3529"/>
                  <a:pt x="11342" y="3686"/>
                  <a:pt x="11342" y="3907"/>
                </a:cubicBezTo>
                <a:lnTo>
                  <a:pt x="11342" y="8475"/>
                </a:lnTo>
                <a:lnTo>
                  <a:pt x="8507" y="8475"/>
                </a:lnTo>
                <a:lnTo>
                  <a:pt x="8507" y="8097"/>
                </a:lnTo>
                <a:cubicBezTo>
                  <a:pt x="8507" y="7719"/>
                  <a:pt x="8318" y="7404"/>
                  <a:pt x="8003" y="7215"/>
                </a:cubicBezTo>
                <a:lnTo>
                  <a:pt x="9137" y="5451"/>
                </a:lnTo>
                <a:cubicBezTo>
                  <a:pt x="9200" y="5356"/>
                  <a:pt x="9200" y="5230"/>
                  <a:pt x="9137" y="5104"/>
                </a:cubicBezTo>
                <a:lnTo>
                  <a:pt x="8223" y="3529"/>
                </a:lnTo>
                <a:close/>
                <a:moveTo>
                  <a:pt x="11342" y="9137"/>
                </a:moveTo>
                <a:lnTo>
                  <a:pt x="11342" y="9483"/>
                </a:lnTo>
                <a:cubicBezTo>
                  <a:pt x="11342" y="9672"/>
                  <a:pt x="11185" y="9830"/>
                  <a:pt x="10996" y="9830"/>
                </a:cubicBezTo>
                <a:lnTo>
                  <a:pt x="1103" y="9830"/>
                </a:lnTo>
                <a:cubicBezTo>
                  <a:pt x="914" y="9830"/>
                  <a:pt x="756" y="9672"/>
                  <a:pt x="756" y="9483"/>
                </a:cubicBezTo>
                <a:lnTo>
                  <a:pt x="756" y="9137"/>
                </a:lnTo>
                <a:close/>
                <a:moveTo>
                  <a:pt x="6427" y="10554"/>
                </a:moveTo>
                <a:lnTo>
                  <a:pt x="6427" y="11248"/>
                </a:lnTo>
                <a:lnTo>
                  <a:pt x="5703" y="11248"/>
                </a:lnTo>
                <a:lnTo>
                  <a:pt x="5703" y="10554"/>
                </a:lnTo>
                <a:close/>
                <a:moveTo>
                  <a:pt x="347" y="0"/>
                </a:moveTo>
                <a:cubicBezTo>
                  <a:pt x="158" y="0"/>
                  <a:pt x="0" y="158"/>
                  <a:pt x="0" y="347"/>
                </a:cubicBezTo>
                <a:lnTo>
                  <a:pt x="0" y="1765"/>
                </a:lnTo>
                <a:cubicBezTo>
                  <a:pt x="0" y="1954"/>
                  <a:pt x="158" y="2111"/>
                  <a:pt x="347" y="2111"/>
                </a:cubicBezTo>
                <a:lnTo>
                  <a:pt x="1765" y="2111"/>
                </a:lnTo>
                <a:cubicBezTo>
                  <a:pt x="1954" y="2111"/>
                  <a:pt x="2111" y="1954"/>
                  <a:pt x="2111" y="1765"/>
                </a:cubicBezTo>
                <a:lnTo>
                  <a:pt x="2111" y="1418"/>
                </a:lnTo>
                <a:lnTo>
                  <a:pt x="5010" y="1418"/>
                </a:lnTo>
                <a:lnTo>
                  <a:pt x="4159" y="2836"/>
                </a:lnTo>
                <a:lnTo>
                  <a:pt x="1072" y="2836"/>
                </a:lnTo>
                <a:cubicBezTo>
                  <a:pt x="473" y="2836"/>
                  <a:pt x="0" y="3308"/>
                  <a:pt x="0" y="3907"/>
                </a:cubicBezTo>
                <a:lnTo>
                  <a:pt x="0" y="9515"/>
                </a:lnTo>
                <a:cubicBezTo>
                  <a:pt x="0" y="10113"/>
                  <a:pt x="473" y="10586"/>
                  <a:pt x="1072" y="10586"/>
                </a:cubicBezTo>
                <a:lnTo>
                  <a:pt x="4947" y="10586"/>
                </a:lnTo>
                <a:lnTo>
                  <a:pt x="4947" y="11311"/>
                </a:lnTo>
                <a:lnTo>
                  <a:pt x="3907" y="11311"/>
                </a:lnTo>
                <a:cubicBezTo>
                  <a:pt x="3686" y="11311"/>
                  <a:pt x="3529" y="11468"/>
                  <a:pt x="3529" y="11657"/>
                </a:cubicBezTo>
                <a:cubicBezTo>
                  <a:pt x="3529" y="11846"/>
                  <a:pt x="3686" y="12004"/>
                  <a:pt x="3907" y="12004"/>
                </a:cubicBezTo>
                <a:lnTo>
                  <a:pt x="8097" y="12004"/>
                </a:lnTo>
                <a:cubicBezTo>
                  <a:pt x="8318" y="12004"/>
                  <a:pt x="8475" y="11846"/>
                  <a:pt x="8475" y="11657"/>
                </a:cubicBezTo>
                <a:cubicBezTo>
                  <a:pt x="8475" y="11468"/>
                  <a:pt x="8318" y="11311"/>
                  <a:pt x="8097" y="11311"/>
                </a:cubicBezTo>
                <a:lnTo>
                  <a:pt x="7057" y="11311"/>
                </a:lnTo>
                <a:lnTo>
                  <a:pt x="7057" y="10586"/>
                </a:lnTo>
                <a:lnTo>
                  <a:pt x="10933" y="10586"/>
                </a:lnTo>
                <a:cubicBezTo>
                  <a:pt x="11531" y="10586"/>
                  <a:pt x="12004" y="10113"/>
                  <a:pt x="12004" y="9515"/>
                </a:cubicBezTo>
                <a:lnTo>
                  <a:pt x="12004" y="3907"/>
                </a:lnTo>
                <a:cubicBezTo>
                  <a:pt x="12035" y="3308"/>
                  <a:pt x="11563" y="2836"/>
                  <a:pt x="10996" y="2836"/>
                </a:cubicBezTo>
                <a:lnTo>
                  <a:pt x="7877" y="2836"/>
                </a:lnTo>
                <a:lnTo>
                  <a:pt x="7057" y="1418"/>
                </a:lnTo>
                <a:lnTo>
                  <a:pt x="9924" y="1418"/>
                </a:lnTo>
                <a:lnTo>
                  <a:pt x="9924" y="1765"/>
                </a:lnTo>
                <a:cubicBezTo>
                  <a:pt x="9924" y="1954"/>
                  <a:pt x="10082" y="2111"/>
                  <a:pt x="10271" y="2111"/>
                </a:cubicBezTo>
                <a:lnTo>
                  <a:pt x="11689" y="2111"/>
                </a:lnTo>
                <a:cubicBezTo>
                  <a:pt x="11878" y="2111"/>
                  <a:pt x="12035" y="1954"/>
                  <a:pt x="12035" y="1765"/>
                </a:cubicBezTo>
                <a:lnTo>
                  <a:pt x="12035" y="347"/>
                </a:lnTo>
                <a:cubicBezTo>
                  <a:pt x="12035" y="158"/>
                  <a:pt x="11878" y="0"/>
                  <a:pt x="11689" y="0"/>
                </a:cubicBezTo>
                <a:lnTo>
                  <a:pt x="10271" y="0"/>
                </a:lnTo>
                <a:cubicBezTo>
                  <a:pt x="10082" y="0"/>
                  <a:pt x="9924" y="158"/>
                  <a:pt x="9924" y="347"/>
                </a:cubicBezTo>
                <a:lnTo>
                  <a:pt x="9924" y="693"/>
                </a:lnTo>
                <a:lnTo>
                  <a:pt x="6648" y="693"/>
                </a:lnTo>
                <a:lnTo>
                  <a:pt x="6333" y="189"/>
                </a:lnTo>
                <a:cubicBezTo>
                  <a:pt x="6270" y="63"/>
                  <a:pt x="6144" y="0"/>
                  <a:pt x="6018" y="0"/>
                </a:cubicBezTo>
                <a:cubicBezTo>
                  <a:pt x="5892" y="0"/>
                  <a:pt x="5797" y="63"/>
                  <a:pt x="5703" y="189"/>
                </a:cubicBezTo>
                <a:lnTo>
                  <a:pt x="5388" y="693"/>
                </a:lnTo>
                <a:lnTo>
                  <a:pt x="2111" y="693"/>
                </a:lnTo>
                <a:lnTo>
                  <a:pt x="2111" y="347"/>
                </a:lnTo>
                <a:cubicBezTo>
                  <a:pt x="2111" y="158"/>
                  <a:pt x="1954" y="0"/>
                  <a:pt x="17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627" name="Google Shape;11627;p138"/>
          <p:cNvGrpSpPr/>
          <p:nvPr/>
        </p:nvGrpSpPr>
        <p:grpSpPr>
          <a:xfrm>
            <a:off x="4033144" y="1788993"/>
            <a:ext cx="230365" cy="359124"/>
            <a:chOff x="-47842400" y="2342000"/>
            <a:chExt cx="193000" cy="300875"/>
          </a:xfrm>
        </p:grpSpPr>
        <p:sp>
          <p:nvSpPr>
            <p:cNvPr id="11628" name="Google Shape;11628;p138"/>
            <p:cNvSpPr/>
            <p:nvPr/>
          </p:nvSpPr>
          <p:spPr>
            <a:xfrm>
              <a:off x="-47809325" y="2412875"/>
              <a:ext cx="124475" cy="124475"/>
            </a:xfrm>
            <a:custGeom>
              <a:rect b="b" l="l" r="r" t="t"/>
              <a:pathLst>
                <a:path extrusionOk="0" h="4979" w="4979">
                  <a:moveTo>
                    <a:pt x="1828" y="725"/>
                  </a:moveTo>
                  <a:cubicBezTo>
                    <a:pt x="2301" y="725"/>
                    <a:pt x="2679" y="1009"/>
                    <a:pt x="2805" y="1418"/>
                  </a:cubicBezTo>
                  <a:lnTo>
                    <a:pt x="1828" y="1418"/>
                  </a:lnTo>
                  <a:cubicBezTo>
                    <a:pt x="1639" y="1418"/>
                    <a:pt x="1482" y="1576"/>
                    <a:pt x="1482" y="1796"/>
                  </a:cubicBezTo>
                  <a:lnTo>
                    <a:pt x="1482" y="2773"/>
                  </a:lnTo>
                  <a:cubicBezTo>
                    <a:pt x="1072" y="2647"/>
                    <a:pt x="757" y="2269"/>
                    <a:pt x="757" y="1796"/>
                  </a:cubicBezTo>
                  <a:cubicBezTo>
                    <a:pt x="757" y="1198"/>
                    <a:pt x="1230" y="725"/>
                    <a:pt x="1828" y="725"/>
                  </a:cubicBezTo>
                  <a:close/>
                  <a:moveTo>
                    <a:pt x="2805" y="2143"/>
                  </a:moveTo>
                  <a:cubicBezTo>
                    <a:pt x="2679" y="2458"/>
                    <a:pt x="2458" y="2678"/>
                    <a:pt x="2175" y="2773"/>
                  </a:cubicBezTo>
                  <a:lnTo>
                    <a:pt x="2175" y="2143"/>
                  </a:lnTo>
                  <a:close/>
                  <a:moveTo>
                    <a:pt x="4286" y="2111"/>
                  </a:moveTo>
                  <a:lnTo>
                    <a:pt x="4286" y="4222"/>
                  </a:lnTo>
                  <a:lnTo>
                    <a:pt x="2143" y="4222"/>
                  </a:lnTo>
                  <a:lnTo>
                    <a:pt x="2143" y="3466"/>
                  </a:lnTo>
                  <a:cubicBezTo>
                    <a:pt x="2805" y="3309"/>
                    <a:pt x="3372" y="2804"/>
                    <a:pt x="3529" y="2111"/>
                  </a:cubicBezTo>
                  <a:close/>
                  <a:moveTo>
                    <a:pt x="1797" y="1"/>
                  </a:moveTo>
                  <a:cubicBezTo>
                    <a:pt x="789" y="1"/>
                    <a:pt x="1" y="788"/>
                    <a:pt x="1" y="1796"/>
                  </a:cubicBezTo>
                  <a:cubicBezTo>
                    <a:pt x="1" y="2647"/>
                    <a:pt x="599" y="3372"/>
                    <a:pt x="1450" y="3529"/>
                  </a:cubicBezTo>
                  <a:lnTo>
                    <a:pt x="1450" y="4632"/>
                  </a:lnTo>
                  <a:cubicBezTo>
                    <a:pt x="1450" y="4821"/>
                    <a:pt x="1576" y="4978"/>
                    <a:pt x="1797" y="4978"/>
                  </a:cubicBezTo>
                  <a:lnTo>
                    <a:pt x="4601" y="4978"/>
                  </a:lnTo>
                  <a:cubicBezTo>
                    <a:pt x="4790" y="4978"/>
                    <a:pt x="4947" y="4821"/>
                    <a:pt x="4947" y="4632"/>
                  </a:cubicBezTo>
                  <a:lnTo>
                    <a:pt x="4947" y="1828"/>
                  </a:lnTo>
                  <a:cubicBezTo>
                    <a:pt x="4979" y="1576"/>
                    <a:pt x="4821" y="1418"/>
                    <a:pt x="4632" y="1418"/>
                  </a:cubicBezTo>
                  <a:lnTo>
                    <a:pt x="3529" y="1418"/>
                  </a:lnTo>
                  <a:cubicBezTo>
                    <a:pt x="3372" y="631"/>
                    <a:pt x="2647" y="1"/>
                    <a:pt x="179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9" name="Google Shape;11629;p138"/>
            <p:cNvSpPr/>
            <p:nvPr/>
          </p:nvSpPr>
          <p:spPr>
            <a:xfrm>
              <a:off x="-47842400" y="2342000"/>
              <a:ext cx="193000" cy="300875"/>
            </a:xfrm>
            <a:custGeom>
              <a:rect b="b" l="l" r="r" t="t"/>
              <a:pathLst>
                <a:path extrusionOk="0" h="12035" w="7720">
                  <a:moveTo>
                    <a:pt x="6995" y="725"/>
                  </a:moveTo>
                  <a:lnTo>
                    <a:pt x="6995" y="1418"/>
                  </a:lnTo>
                  <a:lnTo>
                    <a:pt x="662" y="1418"/>
                  </a:lnTo>
                  <a:lnTo>
                    <a:pt x="662" y="725"/>
                  </a:lnTo>
                  <a:close/>
                  <a:moveTo>
                    <a:pt x="7058" y="2142"/>
                  </a:moveTo>
                  <a:lnTo>
                    <a:pt x="7058" y="8506"/>
                  </a:lnTo>
                  <a:lnTo>
                    <a:pt x="694" y="8506"/>
                  </a:lnTo>
                  <a:lnTo>
                    <a:pt x="694" y="2142"/>
                  </a:lnTo>
                  <a:close/>
                  <a:moveTo>
                    <a:pt x="7058" y="9200"/>
                  </a:moveTo>
                  <a:lnTo>
                    <a:pt x="7058" y="11310"/>
                  </a:lnTo>
                  <a:lnTo>
                    <a:pt x="694" y="11310"/>
                  </a:lnTo>
                  <a:lnTo>
                    <a:pt x="694" y="9200"/>
                  </a:lnTo>
                  <a:close/>
                  <a:moveTo>
                    <a:pt x="347" y="0"/>
                  </a:moveTo>
                  <a:cubicBezTo>
                    <a:pt x="158" y="0"/>
                    <a:pt x="1" y="158"/>
                    <a:pt x="1" y="378"/>
                  </a:cubicBezTo>
                  <a:lnTo>
                    <a:pt x="1" y="11657"/>
                  </a:lnTo>
                  <a:cubicBezTo>
                    <a:pt x="1" y="11877"/>
                    <a:pt x="158" y="12035"/>
                    <a:pt x="347" y="12035"/>
                  </a:cubicBezTo>
                  <a:lnTo>
                    <a:pt x="7373" y="12035"/>
                  </a:lnTo>
                  <a:cubicBezTo>
                    <a:pt x="7562" y="12035"/>
                    <a:pt x="7719" y="11877"/>
                    <a:pt x="7719" y="11657"/>
                  </a:cubicBezTo>
                  <a:lnTo>
                    <a:pt x="7719" y="378"/>
                  </a:lnTo>
                  <a:cubicBezTo>
                    <a:pt x="7719" y="158"/>
                    <a:pt x="7562" y="0"/>
                    <a:pt x="737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0" name="Google Shape;11630;p138"/>
            <p:cNvSpPr/>
            <p:nvPr/>
          </p:nvSpPr>
          <p:spPr>
            <a:xfrm>
              <a:off x="-47772300" y="2589300"/>
              <a:ext cx="52800" cy="18150"/>
            </a:xfrm>
            <a:custGeom>
              <a:rect b="b" l="l" r="r" t="t"/>
              <a:pathLst>
                <a:path extrusionOk="0" h="726" w="2112">
                  <a:moveTo>
                    <a:pt x="347" y="1"/>
                  </a:moveTo>
                  <a:cubicBezTo>
                    <a:pt x="158" y="1"/>
                    <a:pt x="1" y="158"/>
                    <a:pt x="1" y="347"/>
                  </a:cubicBezTo>
                  <a:cubicBezTo>
                    <a:pt x="1" y="568"/>
                    <a:pt x="158" y="725"/>
                    <a:pt x="347" y="725"/>
                  </a:cubicBezTo>
                  <a:lnTo>
                    <a:pt x="1765" y="725"/>
                  </a:lnTo>
                  <a:cubicBezTo>
                    <a:pt x="1954" y="725"/>
                    <a:pt x="2111" y="568"/>
                    <a:pt x="2111" y="347"/>
                  </a:cubicBezTo>
                  <a:cubicBezTo>
                    <a:pt x="2111" y="158"/>
                    <a:pt x="1954" y="1"/>
                    <a:pt x="17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31" name="Google Shape;11631;p138"/>
          <p:cNvGrpSpPr/>
          <p:nvPr/>
        </p:nvGrpSpPr>
        <p:grpSpPr>
          <a:xfrm>
            <a:off x="3969212" y="2236452"/>
            <a:ext cx="358229" cy="359154"/>
            <a:chOff x="-47896750" y="2710600"/>
            <a:chExt cx="300125" cy="300900"/>
          </a:xfrm>
        </p:grpSpPr>
        <p:sp>
          <p:nvSpPr>
            <p:cNvPr id="11632" name="Google Shape;11632;p138"/>
            <p:cNvSpPr/>
            <p:nvPr/>
          </p:nvSpPr>
          <p:spPr>
            <a:xfrm>
              <a:off x="-47896750" y="2710600"/>
              <a:ext cx="300125" cy="300900"/>
            </a:xfrm>
            <a:custGeom>
              <a:rect b="b" l="l" r="r" t="t"/>
              <a:pathLst>
                <a:path extrusionOk="0" h="12036" w="12005">
                  <a:moveTo>
                    <a:pt x="2836" y="756"/>
                  </a:moveTo>
                  <a:cubicBezTo>
                    <a:pt x="3246" y="756"/>
                    <a:pt x="3561" y="1072"/>
                    <a:pt x="3561" y="1450"/>
                  </a:cubicBezTo>
                  <a:lnTo>
                    <a:pt x="3561" y="2237"/>
                  </a:lnTo>
                  <a:cubicBezTo>
                    <a:pt x="3309" y="2206"/>
                    <a:pt x="3088" y="2174"/>
                    <a:pt x="2836" y="2174"/>
                  </a:cubicBezTo>
                  <a:cubicBezTo>
                    <a:pt x="2616" y="2174"/>
                    <a:pt x="2364" y="2206"/>
                    <a:pt x="2143" y="2237"/>
                  </a:cubicBezTo>
                  <a:lnTo>
                    <a:pt x="2143" y="1450"/>
                  </a:lnTo>
                  <a:cubicBezTo>
                    <a:pt x="2143" y="1072"/>
                    <a:pt x="2458" y="756"/>
                    <a:pt x="2836" y="756"/>
                  </a:cubicBezTo>
                  <a:close/>
                  <a:moveTo>
                    <a:pt x="5231" y="1450"/>
                  </a:moveTo>
                  <a:cubicBezTo>
                    <a:pt x="7026" y="1450"/>
                    <a:pt x="8539" y="2584"/>
                    <a:pt x="9106" y="4254"/>
                  </a:cubicBezTo>
                  <a:cubicBezTo>
                    <a:pt x="8854" y="4254"/>
                    <a:pt x="8633" y="4317"/>
                    <a:pt x="8444" y="4474"/>
                  </a:cubicBezTo>
                  <a:cubicBezTo>
                    <a:pt x="8003" y="3119"/>
                    <a:pt x="6743" y="2174"/>
                    <a:pt x="5231" y="2174"/>
                  </a:cubicBezTo>
                  <a:lnTo>
                    <a:pt x="4254" y="2174"/>
                  </a:lnTo>
                  <a:lnTo>
                    <a:pt x="4254" y="1450"/>
                  </a:lnTo>
                  <a:close/>
                  <a:moveTo>
                    <a:pt x="2868" y="2836"/>
                  </a:moveTo>
                  <a:cubicBezTo>
                    <a:pt x="4033" y="2836"/>
                    <a:pt x="4979" y="3781"/>
                    <a:pt x="4979" y="4947"/>
                  </a:cubicBezTo>
                  <a:lnTo>
                    <a:pt x="4979" y="5671"/>
                  </a:lnTo>
                  <a:lnTo>
                    <a:pt x="757" y="5671"/>
                  </a:lnTo>
                  <a:lnTo>
                    <a:pt x="757" y="4947"/>
                  </a:lnTo>
                  <a:cubicBezTo>
                    <a:pt x="757" y="3781"/>
                    <a:pt x="1702" y="2836"/>
                    <a:pt x="2868" y="2836"/>
                  </a:cubicBezTo>
                  <a:close/>
                  <a:moveTo>
                    <a:pt x="9169" y="4947"/>
                  </a:moveTo>
                  <a:cubicBezTo>
                    <a:pt x="9578" y="4947"/>
                    <a:pt x="9893" y="5262"/>
                    <a:pt x="9893" y="5671"/>
                  </a:cubicBezTo>
                  <a:cubicBezTo>
                    <a:pt x="9893" y="6049"/>
                    <a:pt x="9578" y="6364"/>
                    <a:pt x="9169" y="6364"/>
                  </a:cubicBezTo>
                  <a:cubicBezTo>
                    <a:pt x="8791" y="6364"/>
                    <a:pt x="8476" y="6049"/>
                    <a:pt x="8476" y="5671"/>
                  </a:cubicBezTo>
                  <a:cubicBezTo>
                    <a:pt x="8476" y="5262"/>
                    <a:pt x="8791" y="4947"/>
                    <a:pt x="9169" y="4947"/>
                  </a:cubicBezTo>
                  <a:close/>
                  <a:moveTo>
                    <a:pt x="9547" y="6994"/>
                  </a:moveTo>
                  <a:lnTo>
                    <a:pt x="9547" y="9924"/>
                  </a:lnTo>
                  <a:lnTo>
                    <a:pt x="8822" y="9924"/>
                  </a:lnTo>
                  <a:lnTo>
                    <a:pt x="8822" y="6994"/>
                  </a:lnTo>
                  <a:cubicBezTo>
                    <a:pt x="8948" y="7057"/>
                    <a:pt x="9074" y="7057"/>
                    <a:pt x="9169" y="7057"/>
                  </a:cubicBezTo>
                  <a:cubicBezTo>
                    <a:pt x="9295" y="7057"/>
                    <a:pt x="9421" y="7057"/>
                    <a:pt x="9547" y="6994"/>
                  </a:cubicBezTo>
                  <a:close/>
                  <a:moveTo>
                    <a:pt x="10208" y="10617"/>
                  </a:moveTo>
                  <a:cubicBezTo>
                    <a:pt x="10681" y="10617"/>
                    <a:pt x="11059" y="10933"/>
                    <a:pt x="11217" y="11342"/>
                  </a:cubicBezTo>
                  <a:lnTo>
                    <a:pt x="5703" y="11342"/>
                  </a:lnTo>
                  <a:cubicBezTo>
                    <a:pt x="5861" y="10933"/>
                    <a:pt x="6270" y="10617"/>
                    <a:pt x="6711" y="10617"/>
                  </a:cubicBezTo>
                  <a:close/>
                  <a:moveTo>
                    <a:pt x="2836" y="0"/>
                  </a:moveTo>
                  <a:cubicBezTo>
                    <a:pt x="2049" y="0"/>
                    <a:pt x="1419" y="630"/>
                    <a:pt x="1419" y="1418"/>
                  </a:cubicBezTo>
                  <a:lnTo>
                    <a:pt x="1419" y="2458"/>
                  </a:lnTo>
                  <a:cubicBezTo>
                    <a:pt x="599" y="2930"/>
                    <a:pt x="1" y="3844"/>
                    <a:pt x="1" y="4915"/>
                  </a:cubicBezTo>
                  <a:lnTo>
                    <a:pt x="1" y="5986"/>
                  </a:lnTo>
                  <a:cubicBezTo>
                    <a:pt x="1" y="6175"/>
                    <a:pt x="158" y="6333"/>
                    <a:pt x="347" y="6333"/>
                  </a:cubicBezTo>
                  <a:lnTo>
                    <a:pt x="5294" y="6333"/>
                  </a:lnTo>
                  <a:cubicBezTo>
                    <a:pt x="5483" y="6333"/>
                    <a:pt x="5640" y="6175"/>
                    <a:pt x="5640" y="5986"/>
                  </a:cubicBezTo>
                  <a:lnTo>
                    <a:pt x="5640" y="4915"/>
                  </a:lnTo>
                  <a:cubicBezTo>
                    <a:pt x="5640" y="4096"/>
                    <a:pt x="5294" y="3340"/>
                    <a:pt x="4695" y="2773"/>
                  </a:cubicBezTo>
                  <a:lnTo>
                    <a:pt x="5231" y="2773"/>
                  </a:lnTo>
                  <a:cubicBezTo>
                    <a:pt x="6585" y="2773"/>
                    <a:pt x="7688" y="3781"/>
                    <a:pt x="7877" y="5104"/>
                  </a:cubicBezTo>
                  <a:cubicBezTo>
                    <a:pt x="7846" y="5262"/>
                    <a:pt x="7814" y="5419"/>
                    <a:pt x="7814" y="5608"/>
                  </a:cubicBezTo>
                  <a:cubicBezTo>
                    <a:pt x="7814" y="5986"/>
                    <a:pt x="7909" y="6301"/>
                    <a:pt x="8161" y="6553"/>
                  </a:cubicBezTo>
                  <a:lnTo>
                    <a:pt x="8161" y="9924"/>
                  </a:lnTo>
                  <a:lnTo>
                    <a:pt x="7436" y="9924"/>
                  </a:lnTo>
                  <a:lnTo>
                    <a:pt x="7436" y="9546"/>
                  </a:lnTo>
                  <a:cubicBezTo>
                    <a:pt x="7436" y="9357"/>
                    <a:pt x="7278" y="9200"/>
                    <a:pt x="7089" y="9200"/>
                  </a:cubicBezTo>
                  <a:cubicBezTo>
                    <a:pt x="6900" y="9200"/>
                    <a:pt x="6743" y="9357"/>
                    <a:pt x="6743" y="9546"/>
                  </a:cubicBezTo>
                  <a:lnTo>
                    <a:pt x="6743" y="9924"/>
                  </a:lnTo>
                  <a:cubicBezTo>
                    <a:pt x="5766" y="9924"/>
                    <a:pt x="4979" y="10712"/>
                    <a:pt x="4979" y="11689"/>
                  </a:cubicBezTo>
                  <a:cubicBezTo>
                    <a:pt x="4979" y="11878"/>
                    <a:pt x="5136" y="12035"/>
                    <a:pt x="5325" y="12035"/>
                  </a:cubicBezTo>
                  <a:lnTo>
                    <a:pt x="11658" y="12035"/>
                  </a:lnTo>
                  <a:cubicBezTo>
                    <a:pt x="11847" y="12035"/>
                    <a:pt x="12004" y="11878"/>
                    <a:pt x="12004" y="11689"/>
                  </a:cubicBezTo>
                  <a:cubicBezTo>
                    <a:pt x="12004" y="11216"/>
                    <a:pt x="11815" y="10743"/>
                    <a:pt x="11500" y="10428"/>
                  </a:cubicBezTo>
                  <a:cubicBezTo>
                    <a:pt x="11154" y="10113"/>
                    <a:pt x="10713" y="9924"/>
                    <a:pt x="10240" y="9924"/>
                  </a:cubicBezTo>
                  <a:lnTo>
                    <a:pt x="10240" y="6585"/>
                  </a:lnTo>
                  <a:cubicBezTo>
                    <a:pt x="10492" y="6333"/>
                    <a:pt x="10587" y="5986"/>
                    <a:pt x="10587" y="5608"/>
                  </a:cubicBezTo>
                  <a:cubicBezTo>
                    <a:pt x="10587" y="5104"/>
                    <a:pt x="10334" y="4632"/>
                    <a:pt x="9893" y="4411"/>
                  </a:cubicBezTo>
                  <a:cubicBezTo>
                    <a:pt x="9641" y="3371"/>
                    <a:pt x="9106" y="2458"/>
                    <a:pt x="8287" y="1796"/>
                  </a:cubicBezTo>
                  <a:cubicBezTo>
                    <a:pt x="7405" y="1103"/>
                    <a:pt x="6333" y="693"/>
                    <a:pt x="5231" y="693"/>
                  </a:cubicBezTo>
                  <a:lnTo>
                    <a:pt x="4065" y="693"/>
                  </a:lnTo>
                  <a:cubicBezTo>
                    <a:pt x="3813" y="284"/>
                    <a:pt x="3340" y="0"/>
                    <a:pt x="283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3" name="Google Shape;11633;p138"/>
            <p:cNvSpPr/>
            <p:nvPr/>
          </p:nvSpPr>
          <p:spPr>
            <a:xfrm>
              <a:off x="-47834525" y="2904350"/>
              <a:ext cx="17350" cy="44125"/>
            </a:xfrm>
            <a:custGeom>
              <a:rect b="b" l="l" r="r" t="t"/>
              <a:pathLst>
                <a:path extrusionOk="0" h="1765" w="694">
                  <a:moveTo>
                    <a:pt x="347" y="1"/>
                  </a:moveTo>
                  <a:cubicBezTo>
                    <a:pt x="158" y="1"/>
                    <a:pt x="1" y="158"/>
                    <a:pt x="1" y="347"/>
                  </a:cubicBezTo>
                  <a:lnTo>
                    <a:pt x="1" y="1418"/>
                  </a:lnTo>
                  <a:cubicBezTo>
                    <a:pt x="1" y="1607"/>
                    <a:pt x="158" y="1765"/>
                    <a:pt x="347" y="1765"/>
                  </a:cubicBezTo>
                  <a:cubicBezTo>
                    <a:pt x="568" y="1765"/>
                    <a:pt x="694" y="1607"/>
                    <a:pt x="694" y="1418"/>
                  </a:cubicBezTo>
                  <a:lnTo>
                    <a:pt x="694" y="347"/>
                  </a:lnTo>
                  <a:cubicBezTo>
                    <a:pt x="694" y="158"/>
                    <a:pt x="568"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4" name="Google Shape;11634;p138"/>
            <p:cNvSpPr/>
            <p:nvPr/>
          </p:nvSpPr>
          <p:spPr>
            <a:xfrm>
              <a:off x="-47790400" y="2884475"/>
              <a:ext cx="38600" cy="36450"/>
            </a:xfrm>
            <a:custGeom>
              <a:rect b="b" l="l" r="r" t="t"/>
              <a:pathLst>
                <a:path extrusionOk="0" h="1458" w="1544">
                  <a:moveTo>
                    <a:pt x="437" y="0"/>
                  </a:moveTo>
                  <a:cubicBezTo>
                    <a:pt x="339" y="0"/>
                    <a:pt x="236" y="24"/>
                    <a:pt x="158" y="71"/>
                  </a:cubicBezTo>
                  <a:cubicBezTo>
                    <a:pt x="0" y="197"/>
                    <a:pt x="32" y="449"/>
                    <a:pt x="158" y="607"/>
                  </a:cubicBezTo>
                  <a:lnTo>
                    <a:pt x="914" y="1363"/>
                  </a:lnTo>
                  <a:cubicBezTo>
                    <a:pt x="1040" y="1457"/>
                    <a:pt x="1103" y="1457"/>
                    <a:pt x="1197" y="1457"/>
                  </a:cubicBezTo>
                  <a:cubicBezTo>
                    <a:pt x="1260" y="1457"/>
                    <a:pt x="1386" y="1426"/>
                    <a:pt x="1418" y="1363"/>
                  </a:cubicBezTo>
                  <a:cubicBezTo>
                    <a:pt x="1544" y="1237"/>
                    <a:pt x="1544" y="985"/>
                    <a:pt x="1418" y="827"/>
                  </a:cubicBezTo>
                  <a:lnTo>
                    <a:pt x="693" y="71"/>
                  </a:lnTo>
                  <a:cubicBezTo>
                    <a:pt x="630" y="24"/>
                    <a:pt x="536" y="0"/>
                    <a:pt x="43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5" name="Google Shape;11635;p138"/>
            <p:cNvSpPr/>
            <p:nvPr/>
          </p:nvSpPr>
          <p:spPr>
            <a:xfrm>
              <a:off x="-47896750" y="2885150"/>
              <a:ext cx="37050" cy="37350"/>
            </a:xfrm>
            <a:custGeom>
              <a:rect b="b" l="l" r="r" t="t"/>
              <a:pathLst>
                <a:path extrusionOk="0" h="1494" w="1482">
                  <a:moveTo>
                    <a:pt x="1122" y="0"/>
                  </a:moveTo>
                  <a:cubicBezTo>
                    <a:pt x="1027" y="0"/>
                    <a:pt x="933" y="40"/>
                    <a:pt x="883" y="107"/>
                  </a:cubicBezTo>
                  <a:lnTo>
                    <a:pt x="127" y="863"/>
                  </a:lnTo>
                  <a:cubicBezTo>
                    <a:pt x="1" y="958"/>
                    <a:pt x="1" y="1210"/>
                    <a:pt x="127" y="1367"/>
                  </a:cubicBezTo>
                  <a:cubicBezTo>
                    <a:pt x="221" y="1430"/>
                    <a:pt x="284" y="1493"/>
                    <a:pt x="379" y="1493"/>
                  </a:cubicBezTo>
                  <a:cubicBezTo>
                    <a:pt x="442" y="1493"/>
                    <a:pt x="568" y="1430"/>
                    <a:pt x="599" y="1367"/>
                  </a:cubicBezTo>
                  <a:lnTo>
                    <a:pt x="1356" y="611"/>
                  </a:lnTo>
                  <a:cubicBezTo>
                    <a:pt x="1482" y="485"/>
                    <a:pt x="1482" y="264"/>
                    <a:pt x="1356" y="107"/>
                  </a:cubicBezTo>
                  <a:cubicBezTo>
                    <a:pt x="1296" y="33"/>
                    <a:pt x="1208" y="0"/>
                    <a:pt x="112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36" name="Google Shape;11636;p138"/>
          <p:cNvGrpSpPr/>
          <p:nvPr/>
        </p:nvGrpSpPr>
        <p:grpSpPr>
          <a:xfrm>
            <a:off x="2624852" y="2710009"/>
            <a:ext cx="359154" cy="314991"/>
            <a:chOff x="-46033225" y="1982825"/>
            <a:chExt cx="300900" cy="263900"/>
          </a:xfrm>
        </p:grpSpPr>
        <p:sp>
          <p:nvSpPr>
            <p:cNvPr id="11637" name="Google Shape;11637;p138"/>
            <p:cNvSpPr/>
            <p:nvPr/>
          </p:nvSpPr>
          <p:spPr>
            <a:xfrm>
              <a:off x="-45962325" y="2053725"/>
              <a:ext cx="157525" cy="157550"/>
            </a:xfrm>
            <a:custGeom>
              <a:rect b="b" l="l" r="r" t="t"/>
              <a:pathLst>
                <a:path extrusionOk="0" h="6302" w="6301">
                  <a:moveTo>
                    <a:pt x="3151" y="725"/>
                  </a:moveTo>
                  <a:cubicBezTo>
                    <a:pt x="4505" y="725"/>
                    <a:pt x="5608" y="1828"/>
                    <a:pt x="5608" y="3151"/>
                  </a:cubicBezTo>
                  <a:cubicBezTo>
                    <a:pt x="5608" y="4506"/>
                    <a:pt x="4505" y="5608"/>
                    <a:pt x="3151" y="5608"/>
                  </a:cubicBezTo>
                  <a:cubicBezTo>
                    <a:pt x="1827" y="5608"/>
                    <a:pt x="725" y="4474"/>
                    <a:pt x="725" y="3151"/>
                  </a:cubicBezTo>
                  <a:cubicBezTo>
                    <a:pt x="725" y="1828"/>
                    <a:pt x="1827" y="725"/>
                    <a:pt x="3151" y="725"/>
                  </a:cubicBezTo>
                  <a:close/>
                  <a:moveTo>
                    <a:pt x="3151" y="0"/>
                  </a:moveTo>
                  <a:cubicBezTo>
                    <a:pt x="1418" y="0"/>
                    <a:pt x="0" y="1418"/>
                    <a:pt x="0" y="3151"/>
                  </a:cubicBezTo>
                  <a:cubicBezTo>
                    <a:pt x="0" y="4884"/>
                    <a:pt x="1418" y="6301"/>
                    <a:pt x="3151" y="6301"/>
                  </a:cubicBezTo>
                  <a:cubicBezTo>
                    <a:pt x="4883" y="6301"/>
                    <a:pt x="6301" y="4884"/>
                    <a:pt x="6301" y="3151"/>
                  </a:cubicBezTo>
                  <a:cubicBezTo>
                    <a:pt x="6301" y="1418"/>
                    <a:pt x="4883" y="0"/>
                    <a:pt x="315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8" name="Google Shape;11638;p138"/>
            <p:cNvSpPr/>
            <p:nvPr/>
          </p:nvSpPr>
          <p:spPr>
            <a:xfrm>
              <a:off x="-45927675" y="2088375"/>
              <a:ext cx="89025" cy="88250"/>
            </a:xfrm>
            <a:custGeom>
              <a:rect b="b" l="l" r="r" t="t"/>
              <a:pathLst>
                <a:path extrusionOk="0" h="3530" w="3561">
                  <a:moveTo>
                    <a:pt x="1765" y="694"/>
                  </a:moveTo>
                  <a:cubicBezTo>
                    <a:pt x="2363" y="694"/>
                    <a:pt x="2836" y="1166"/>
                    <a:pt x="2836" y="1765"/>
                  </a:cubicBezTo>
                  <a:cubicBezTo>
                    <a:pt x="2804" y="2363"/>
                    <a:pt x="2332" y="2836"/>
                    <a:pt x="1765" y="2836"/>
                  </a:cubicBezTo>
                  <a:cubicBezTo>
                    <a:pt x="1197" y="2836"/>
                    <a:pt x="725" y="2363"/>
                    <a:pt x="725" y="1765"/>
                  </a:cubicBezTo>
                  <a:cubicBezTo>
                    <a:pt x="725" y="1166"/>
                    <a:pt x="1197" y="694"/>
                    <a:pt x="1765" y="694"/>
                  </a:cubicBezTo>
                  <a:close/>
                  <a:moveTo>
                    <a:pt x="1765" y="1"/>
                  </a:moveTo>
                  <a:cubicBezTo>
                    <a:pt x="788" y="1"/>
                    <a:pt x="0" y="788"/>
                    <a:pt x="0" y="1765"/>
                  </a:cubicBezTo>
                  <a:cubicBezTo>
                    <a:pt x="0" y="2741"/>
                    <a:pt x="788" y="3529"/>
                    <a:pt x="1765" y="3529"/>
                  </a:cubicBezTo>
                  <a:cubicBezTo>
                    <a:pt x="2773" y="3529"/>
                    <a:pt x="3560" y="2741"/>
                    <a:pt x="3560" y="1765"/>
                  </a:cubicBezTo>
                  <a:cubicBezTo>
                    <a:pt x="3497" y="788"/>
                    <a:pt x="2710" y="1"/>
                    <a:pt x="17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9" name="Google Shape;11639;p138"/>
            <p:cNvSpPr/>
            <p:nvPr/>
          </p:nvSpPr>
          <p:spPr>
            <a:xfrm>
              <a:off x="-46033225" y="1982825"/>
              <a:ext cx="300900" cy="263900"/>
            </a:xfrm>
            <a:custGeom>
              <a:rect b="b" l="l" r="r" t="t"/>
              <a:pathLst>
                <a:path extrusionOk="0" h="10556" w="12036">
                  <a:moveTo>
                    <a:pt x="7184" y="726"/>
                  </a:moveTo>
                  <a:lnTo>
                    <a:pt x="7530" y="1419"/>
                  </a:lnTo>
                  <a:lnTo>
                    <a:pt x="4474" y="1419"/>
                  </a:lnTo>
                  <a:lnTo>
                    <a:pt x="4821" y="726"/>
                  </a:lnTo>
                  <a:close/>
                  <a:moveTo>
                    <a:pt x="694" y="3750"/>
                  </a:moveTo>
                  <a:lnTo>
                    <a:pt x="1387" y="4097"/>
                  </a:lnTo>
                  <a:lnTo>
                    <a:pt x="1387" y="7877"/>
                  </a:lnTo>
                  <a:lnTo>
                    <a:pt x="694" y="8224"/>
                  </a:lnTo>
                  <a:lnTo>
                    <a:pt x="694" y="3750"/>
                  </a:lnTo>
                  <a:close/>
                  <a:moveTo>
                    <a:pt x="11279" y="3750"/>
                  </a:moveTo>
                  <a:lnTo>
                    <a:pt x="11279" y="8224"/>
                  </a:lnTo>
                  <a:lnTo>
                    <a:pt x="10555" y="7877"/>
                  </a:lnTo>
                  <a:lnTo>
                    <a:pt x="10555" y="4097"/>
                  </a:lnTo>
                  <a:lnTo>
                    <a:pt x="11279" y="3750"/>
                  </a:lnTo>
                  <a:close/>
                  <a:moveTo>
                    <a:pt x="10933" y="2175"/>
                  </a:moveTo>
                  <a:cubicBezTo>
                    <a:pt x="11122" y="2175"/>
                    <a:pt x="11279" y="2332"/>
                    <a:pt x="11279" y="2521"/>
                  </a:cubicBezTo>
                  <a:lnTo>
                    <a:pt x="11279" y="2994"/>
                  </a:lnTo>
                  <a:lnTo>
                    <a:pt x="10051" y="3592"/>
                  </a:lnTo>
                  <a:cubicBezTo>
                    <a:pt x="9925" y="3655"/>
                    <a:pt x="9862" y="3781"/>
                    <a:pt x="9862" y="3908"/>
                  </a:cubicBezTo>
                  <a:lnTo>
                    <a:pt x="9862" y="8098"/>
                  </a:lnTo>
                  <a:cubicBezTo>
                    <a:pt x="9862" y="8224"/>
                    <a:pt x="9925" y="8350"/>
                    <a:pt x="10051" y="8444"/>
                  </a:cubicBezTo>
                  <a:lnTo>
                    <a:pt x="11279" y="9011"/>
                  </a:lnTo>
                  <a:lnTo>
                    <a:pt x="11279" y="9484"/>
                  </a:lnTo>
                  <a:cubicBezTo>
                    <a:pt x="11279" y="9704"/>
                    <a:pt x="11122" y="9830"/>
                    <a:pt x="10933" y="9830"/>
                  </a:cubicBezTo>
                  <a:lnTo>
                    <a:pt x="1040" y="9830"/>
                  </a:lnTo>
                  <a:cubicBezTo>
                    <a:pt x="851" y="9830"/>
                    <a:pt x="694" y="9673"/>
                    <a:pt x="694" y="9484"/>
                  </a:cubicBezTo>
                  <a:lnTo>
                    <a:pt x="694" y="9011"/>
                  </a:lnTo>
                  <a:lnTo>
                    <a:pt x="1891" y="8444"/>
                  </a:lnTo>
                  <a:cubicBezTo>
                    <a:pt x="2017" y="8350"/>
                    <a:pt x="2111" y="8224"/>
                    <a:pt x="2111" y="8098"/>
                  </a:cubicBezTo>
                  <a:lnTo>
                    <a:pt x="2111" y="3908"/>
                  </a:lnTo>
                  <a:cubicBezTo>
                    <a:pt x="2111" y="3781"/>
                    <a:pt x="2017" y="3655"/>
                    <a:pt x="1891" y="3592"/>
                  </a:cubicBezTo>
                  <a:lnTo>
                    <a:pt x="694" y="2994"/>
                  </a:lnTo>
                  <a:lnTo>
                    <a:pt x="694" y="2521"/>
                  </a:lnTo>
                  <a:cubicBezTo>
                    <a:pt x="694" y="2332"/>
                    <a:pt x="851" y="2175"/>
                    <a:pt x="1040" y="2175"/>
                  </a:cubicBezTo>
                  <a:close/>
                  <a:moveTo>
                    <a:pt x="4632" y="1"/>
                  </a:moveTo>
                  <a:cubicBezTo>
                    <a:pt x="4506" y="1"/>
                    <a:pt x="4380" y="95"/>
                    <a:pt x="4317" y="190"/>
                  </a:cubicBezTo>
                  <a:lnTo>
                    <a:pt x="3718" y="1419"/>
                  </a:lnTo>
                  <a:lnTo>
                    <a:pt x="2143" y="1419"/>
                  </a:lnTo>
                  <a:lnTo>
                    <a:pt x="2143" y="1072"/>
                  </a:lnTo>
                  <a:cubicBezTo>
                    <a:pt x="2143" y="883"/>
                    <a:pt x="1985" y="694"/>
                    <a:pt x="1796" y="694"/>
                  </a:cubicBezTo>
                  <a:cubicBezTo>
                    <a:pt x="1576" y="694"/>
                    <a:pt x="1418" y="883"/>
                    <a:pt x="1418" y="1072"/>
                  </a:cubicBezTo>
                  <a:lnTo>
                    <a:pt x="1418" y="1419"/>
                  </a:lnTo>
                  <a:lnTo>
                    <a:pt x="1072" y="1419"/>
                  </a:lnTo>
                  <a:cubicBezTo>
                    <a:pt x="473" y="1419"/>
                    <a:pt x="1" y="1891"/>
                    <a:pt x="1" y="2490"/>
                  </a:cubicBezTo>
                  <a:lnTo>
                    <a:pt x="1" y="9484"/>
                  </a:lnTo>
                  <a:cubicBezTo>
                    <a:pt x="1" y="10082"/>
                    <a:pt x="473" y="10555"/>
                    <a:pt x="1072" y="10555"/>
                  </a:cubicBezTo>
                  <a:lnTo>
                    <a:pt x="10964" y="10555"/>
                  </a:lnTo>
                  <a:cubicBezTo>
                    <a:pt x="11563" y="10555"/>
                    <a:pt x="12035" y="10082"/>
                    <a:pt x="12035" y="9484"/>
                  </a:cubicBezTo>
                  <a:lnTo>
                    <a:pt x="12035" y="2490"/>
                  </a:lnTo>
                  <a:cubicBezTo>
                    <a:pt x="12004" y="1891"/>
                    <a:pt x="11500" y="1419"/>
                    <a:pt x="10933" y="1419"/>
                  </a:cubicBezTo>
                  <a:lnTo>
                    <a:pt x="8318" y="1419"/>
                  </a:lnTo>
                  <a:lnTo>
                    <a:pt x="7719" y="190"/>
                  </a:lnTo>
                  <a:cubicBezTo>
                    <a:pt x="7656" y="95"/>
                    <a:pt x="7530" y="1"/>
                    <a:pt x="740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40" name="Google Shape;11640;p138"/>
          <p:cNvGrpSpPr/>
          <p:nvPr/>
        </p:nvGrpSpPr>
        <p:grpSpPr>
          <a:xfrm>
            <a:off x="2621569" y="3137266"/>
            <a:ext cx="365719" cy="326151"/>
            <a:chOff x="-46034000" y="2334500"/>
            <a:chExt cx="306400" cy="273250"/>
          </a:xfrm>
        </p:grpSpPr>
        <p:sp>
          <p:nvSpPr>
            <p:cNvPr id="11641" name="Google Shape;11641;p138"/>
            <p:cNvSpPr/>
            <p:nvPr/>
          </p:nvSpPr>
          <p:spPr>
            <a:xfrm>
              <a:off x="-46034000" y="2334500"/>
              <a:ext cx="306400" cy="273250"/>
            </a:xfrm>
            <a:custGeom>
              <a:rect b="b" l="l" r="r" t="t"/>
              <a:pathLst>
                <a:path extrusionOk="0" h="10930" w="12256">
                  <a:moveTo>
                    <a:pt x="9519" y="718"/>
                  </a:moveTo>
                  <a:cubicBezTo>
                    <a:pt x="9971" y="718"/>
                    <a:pt x="10428" y="883"/>
                    <a:pt x="10775" y="1214"/>
                  </a:cubicBezTo>
                  <a:cubicBezTo>
                    <a:pt x="11499" y="1875"/>
                    <a:pt x="11499" y="2978"/>
                    <a:pt x="10806" y="3640"/>
                  </a:cubicBezTo>
                  <a:lnTo>
                    <a:pt x="5734" y="8743"/>
                  </a:lnTo>
                  <a:lnTo>
                    <a:pt x="3403" y="8113"/>
                  </a:lnTo>
                  <a:lnTo>
                    <a:pt x="3214" y="6286"/>
                  </a:lnTo>
                  <a:lnTo>
                    <a:pt x="8286" y="1214"/>
                  </a:lnTo>
                  <a:cubicBezTo>
                    <a:pt x="8617" y="883"/>
                    <a:pt x="9066" y="718"/>
                    <a:pt x="9519" y="718"/>
                  </a:cubicBezTo>
                  <a:close/>
                  <a:moveTo>
                    <a:pt x="2678" y="7830"/>
                  </a:moveTo>
                  <a:lnTo>
                    <a:pt x="2773" y="8460"/>
                  </a:lnTo>
                  <a:cubicBezTo>
                    <a:pt x="2773" y="8617"/>
                    <a:pt x="2867" y="8743"/>
                    <a:pt x="3025" y="8775"/>
                  </a:cubicBezTo>
                  <a:lnTo>
                    <a:pt x="4411" y="9121"/>
                  </a:lnTo>
                  <a:lnTo>
                    <a:pt x="3277" y="10224"/>
                  </a:lnTo>
                  <a:lnTo>
                    <a:pt x="1040" y="9500"/>
                  </a:lnTo>
                  <a:lnTo>
                    <a:pt x="2678" y="7830"/>
                  </a:lnTo>
                  <a:close/>
                  <a:moveTo>
                    <a:pt x="9578" y="1"/>
                  </a:moveTo>
                  <a:cubicBezTo>
                    <a:pt x="8947" y="1"/>
                    <a:pt x="8317" y="237"/>
                    <a:pt x="7845" y="710"/>
                  </a:cubicBezTo>
                  <a:lnTo>
                    <a:pt x="2647" y="5908"/>
                  </a:lnTo>
                  <a:cubicBezTo>
                    <a:pt x="2583" y="5971"/>
                    <a:pt x="2520" y="6097"/>
                    <a:pt x="2520" y="6160"/>
                  </a:cubicBezTo>
                  <a:lnTo>
                    <a:pt x="2615" y="6885"/>
                  </a:lnTo>
                  <a:lnTo>
                    <a:pt x="126" y="9373"/>
                  </a:lnTo>
                  <a:cubicBezTo>
                    <a:pt x="32" y="9437"/>
                    <a:pt x="0" y="9563"/>
                    <a:pt x="32" y="9689"/>
                  </a:cubicBezTo>
                  <a:cubicBezTo>
                    <a:pt x="95" y="9815"/>
                    <a:pt x="158" y="9878"/>
                    <a:pt x="284" y="9909"/>
                  </a:cubicBezTo>
                  <a:lnTo>
                    <a:pt x="3277" y="10917"/>
                  </a:lnTo>
                  <a:cubicBezTo>
                    <a:pt x="3308" y="10925"/>
                    <a:pt x="3342" y="10929"/>
                    <a:pt x="3375" y="10929"/>
                  </a:cubicBezTo>
                  <a:cubicBezTo>
                    <a:pt x="3475" y="10929"/>
                    <a:pt x="3576" y="10894"/>
                    <a:pt x="3623" y="10823"/>
                  </a:cubicBezTo>
                  <a:lnTo>
                    <a:pt x="5198" y="9247"/>
                  </a:lnTo>
                  <a:lnTo>
                    <a:pt x="5797" y="9405"/>
                  </a:lnTo>
                  <a:cubicBezTo>
                    <a:pt x="5831" y="9413"/>
                    <a:pt x="5865" y="9417"/>
                    <a:pt x="5898" y="9417"/>
                  </a:cubicBezTo>
                  <a:cubicBezTo>
                    <a:pt x="5988" y="9417"/>
                    <a:pt x="6074" y="9388"/>
                    <a:pt x="6144" y="9342"/>
                  </a:cubicBezTo>
                  <a:lnTo>
                    <a:pt x="11342" y="4144"/>
                  </a:lnTo>
                  <a:cubicBezTo>
                    <a:pt x="12256" y="3230"/>
                    <a:pt x="12256" y="1655"/>
                    <a:pt x="11310" y="710"/>
                  </a:cubicBezTo>
                  <a:cubicBezTo>
                    <a:pt x="10838" y="237"/>
                    <a:pt x="10208" y="1"/>
                    <a:pt x="95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2" name="Google Shape;11642;p138"/>
            <p:cNvSpPr/>
            <p:nvPr/>
          </p:nvSpPr>
          <p:spPr>
            <a:xfrm>
              <a:off x="-45879625" y="2374275"/>
              <a:ext cx="105550" cy="104000"/>
            </a:xfrm>
            <a:custGeom>
              <a:rect b="b" l="l" r="r" t="t"/>
              <a:pathLst>
                <a:path extrusionOk="0" h="4160" w="4222">
                  <a:moveTo>
                    <a:pt x="2899" y="788"/>
                  </a:moveTo>
                  <a:lnTo>
                    <a:pt x="3403" y="1324"/>
                  </a:lnTo>
                  <a:lnTo>
                    <a:pt x="2899" y="1828"/>
                  </a:lnTo>
                  <a:lnTo>
                    <a:pt x="2363" y="1324"/>
                  </a:lnTo>
                  <a:lnTo>
                    <a:pt x="2899" y="788"/>
                  </a:lnTo>
                  <a:close/>
                  <a:moveTo>
                    <a:pt x="1859" y="1828"/>
                  </a:moveTo>
                  <a:lnTo>
                    <a:pt x="2363" y="2332"/>
                  </a:lnTo>
                  <a:lnTo>
                    <a:pt x="1386" y="3340"/>
                  </a:lnTo>
                  <a:lnTo>
                    <a:pt x="882" y="2805"/>
                  </a:lnTo>
                  <a:lnTo>
                    <a:pt x="1859" y="1828"/>
                  </a:lnTo>
                  <a:close/>
                  <a:moveTo>
                    <a:pt x="2879" y="1"/>
                  </a:moveTo>
                  <a:cubicBezTo>
                    <a:pt x="2788" y="1"/>
                    <a:pt x="2694" y="32"/>
                    <a:pt x="2615" y="95"/>
                  </a:cubicBezTo>
                  <a:lnTo>
                    <a:pt x="126" y="2584"/>
                  </a:lnTo>
                  <a:cubicBezTo>
                    <a:pt x="0" y="2710"/>
                    <a:pt x="0" y="2931"/>
                    <a:pt x="126" y="3088"/>
                  </a:cubicBezTo>
                  <a:lnTo>
                    <a:pt x="1103" y="4065"/>
                  </a:lnTo>
                  <a:cubicBezTo>
                    <a:pt x="1166" y="4128"/>
                    <a:pt x="1260" y="4159"/>
                    <a:pt x="1359" y="4159"/>
                  </a:cubicBezTo>
                  <a:cubicBezTo>
                    <a:pt x="1457" y="4159"/>
                    <a:pt x="1560" y="4128"/>
                    <a:pt x="1638" y="4065"/>
                  </a:cubicBezTo>
                  <a:lnTo>
                    <a:pt x="4096" y="1608"/>
                  </a:lnTo>
                  <a:cubicBezTo>
                    <a:pt x="4222" y="1482"/>
                    <a:pt x="4222" y="1229"/>
                    <a:pt x="4096" y="1072"/>
                  </a:cubicBezTo>
                  <a:lnTo>
                    <a:pt x="3119" y="95"/>
                  </a:lnTo>
                  <a:cubicBezTo>
                    <a:pt x="3056" y="32"/>
                    <a:pt x="2969" y="1"/>
                    <a:pt x="28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3" name="Google Shape;11643;p138"/>
            <p:cNvSpPr/>
            <p:nvPr/>
          </p:nvSpPr>
          <p:spPr>
            <a:xfrm>
              <a:off x="-45922950" y="2474125"/>
              <a:ext cx="49625" cy="47475"/>
            </a:xfrm>
            <a:custGeom>
              <a:rect b="b" l="l" r="r" t="t"/>
              <a:pathLst>
                <a:path extrusionOk="0" h="1899" w="1985">
                  <a:moveTo>
                    <a:pt x="1607" y="0"/>
                  </a:moveTo>
                  <a:cubicBezTo>
                    <a:pt x="1520" y="0"/>
                    <a:pt x="1434" y="24"/>
                    <a:pt x="1355" y="71"/>
                  </a:cubicBezTo>
                  <a:lnTo>
                    <a:pt x="126" y="1300"/>
                  </a:lnTo>
                  <a:cubicBezTo>
                    <a:pt x="0" y="1426"/>
                    <a:pt x="0" y="1646"/>
                    <a:pt x="126" y="1804"/>
                  </a:cubicBezTo>
                  <a:cubicBezTo>
                    <a:pt x="189" y="1867"/>
                    <a:pt x="276" y="1898"/>
                    <a:pt x="367" y="1898"/>
                  </a:cubicBezTo>
                  <a:cubicBezTo>
                    <a:pt x="457" y="1898"/>
                    <a:pt x="552" y="1867"/>
                    <a:pt x="630" y="1804"/>
                  </a:cubicBezTo>
                  <a:lnTo>
                    <a:pt x="1859" y="607"/>
                  </a:lnTo>
                  <a:cubicBezTo>
                    <a:pt x="1985" y="480"/>
                    <a:pt x="1985" y="228"/>
                    <a:pt x="1859" y="71"/>
                  </a:cubicBezTo>
                  <a:cubicBezTo>
                    <a:pt x="1780" y="24"/>
                    <a:pt x="1694" y="0"/>
                    <a:pt x="160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44" name="Google Shape;11644;p138"/>
          <p:cNvGrpSpPr/>
          <p:nvPr/>
        </p:nvGrpSpPr>
        <p:grpSpPr>
          <a:xfrm>
            <a:off x="2667627" y="3591655"/>
            <a:ext cx="273603" cy="356439"/>
            <a:chOff x="-45998575" y="2702625"/>
            <a:chExt cx="229225" cy="298625"/>
          </a:xfrm>
        </p:grpSpPr>
        <p:sp>
          <p:nvSpPr>
            <p:cNvPr id="11645" name="Google Shape;11645;p138"/>
            <p:cNvSpPr/>
            <p:nvPr/>
          </p:nvSpPr>
          <p:spPr>
            <a:xfrm>
              <a:off x="-45944225" y="2702625"/>
              <a:ext cx="125250" cy="298625"/>
            </a:xfrm>
            <a:custGeom>
              <a:rect b="b" l="l" r="r" t="t"/>
              <a:pathLst>
                <a:path extrusionOk="0" h="11945" w="5010">
                  <a:moveTo>
                    <a:pt x="2427" y="682"/>
                  </a:moveTo>
                  <a:cubicBezTo>
                    <a:pt x="2860" y="682"/>
                    <a:pt x="3308" y="817"/>
                    <a:pt x="3624" y="1107"/>
                  </a:cubicBezTo>
                  <a:cubicBezTo>
                    <a:pt x="4033" y="1454"/>
                    <a:pt x="4254" y="1926"/>
                    <a:pt x="4254" y="2430"/>
                  </a:cubicBezTo>
                  <a:cubicBezTo>
                    <a:pt x="4159" y="2745"/>
                    <a:pt x="4096" y="3060"/>
                    <a:pt x="3939" y="3344"/>
                  </a:cubicBezTo>
                  <a:cubicBezTo>
                    <a:pt x="3844" y="3470"/>
                    <a:pt x="3813" y="3533"/>
                    <a:pt x="3750" y="3659"/>
                  </a:cubicBezTo>
                  <a:cubicBezTo>
                    <a:pt x="3498" y="4005"/>
                    <a:pt x="3214" y="4446"/>
                    <a:pt x="3151" y="4919"/>
                  </a:cubicBezTo>
                  <a:lnTo>
                    <a:pt x="2805" y="4919"/>
                  </a:lnTo>
                  <a:lnTo>
                    <a:pt x="2805" y="2808"/>
                  </a:lnTo>
                  <a:lnTo>
                    <a:pt x="3151" y="2808"/>
                  </a:lnTo>
                  <a:cubicBezTo>
                    <a:pt x="3340" y="2808"/>
                    <a:pt x="3498" y="2651"/>
                    <a:pt x="3498" y="2430"/>
                  </a:cubicBezTo>
                  <a:cubicBezTo>
                    <a:pt x="3498" y="2241"/>
                    <a:pt x="3340" y="2084"/>
                    <a:pt x="3151" y="2084"/>
                  </a:cubicBezTo>
                  <a:lnTo>
                    <a:pt x="1733" y="2084"/>
                  </a:lnTo>
                  <a:cubicBezTo>
                    <a:pt x="1544" y="2084"/>
                    <a:pt x="1387" y="2241"/>
                    <a:pt x="1387" y="2430"/>
                  </a:cubicBezTo>
                  <a:cubicBezTo>
                    <a:pt x="1387" y="2651"/>
                    <a:pt x="1544" y="2808"/>
                    <a:pt x="1733" y="2808"/>
                  </a:cubicBezTo>
                  <a:lnTo>
                    <a:pt x="2080" y="2808"/>
                  </a:lnTo>
                  <a:lnTo>
                    <a:pt x="2080" y="4919"/>
                  </a:lnTo>
                  <a:lnTo>
                    <a:pt x="1733" y="4919"/>
                  </a:lnTo>
                  <a:cubicBezTo>
                    <a:pt x="1639" y="4478"/>
                    <a:pt x="1418" y="4100"/>
                    <a:pt x="1166" y="3690"/>
                  </a:cubicBezTo>
                  <a:cubicBezTo>
                    <a:pt x="1072" y="3533"/>
                    <a:pt x="977" y="3375"/>
                    <a:pt x="914" y="3218"/>
                  </a:cubicBezTo>
                  <a:cubicBezTo>
                    <a:pt x="757" y="2871"/>
                    <a:pt x="662" y="2525"/>
                    <a:pt x="757" y="2115"/>
                  </a:cubicBezTo>
                  <a:cubicBezTo>
                    <a:pt x="883" y="1422"/>
                    <a:pt x="1450" y="823"/>
                    <a:pt x="2174" y="697"/>
                  </a:cubicBezTo>
                  <a:cubicBezTo>
                    <a:pt x="2257" y="687"/>
                    <a:pt x="2342" y="682"/>
                    <a:pt x="2427" y="682"/>
                  </a:cubicBezTo>
                  <a:close/>
                  <a:moveTo>
                    <a:pt x="3151" y="5644"/>
                  </a:moveTo>
                  <a:lnTo>
                    <a:pt x="3151" y="6337"/>
                  </a:lnTo>
                  <a:lnTo>
                    <a:pt x="1733" y="6337"/>
                  </a:lnTo>
                  <a:lnTo>
                    <a:pt x="1733" y="5644"/>
                  </a:lnTo>
                  <a:close/>
                  <a:moveTo>
                    <a:pt x="3151" y="7061"/>
                  </a:moveTo>
                  <a:lnTo>
                    <a:pt x="3151" y="8983"/>
                  </a:lnTo>
                  <a:cubicBezTo>
                    <a:pt x="2915" y="8904"/>
                    <a:pt x="2671" y="8865"/>
                    <a:pt x="2430" y="8865"/>
                  </a:cubicBezTo>
                  <a:cubicBezTo>
                    <a:pt x="2190" y="8865"/>
                    <a:pt x="1954" y="8904"/>
                    <a:pt x="1733" y="8983"/>
                  </a:cubicBezTo>
                  <a:lnTo>
                    <a:pt x="1733" y="7061"/>
                  </a:lnTo>
                  <a:close/>
                  <a:moveTo>
                    <a:pt x="2442" y="9558"/>
                  </a:moveTo>
                  <a:cubicBezTo>
                    <a:pt x="2639" y="9558"/>
                    <a:pt x="2836" y="9598"/>
                    <a:pt x="3025" y="9676"/>
                  </a:cubicBezTo>
                  <a:lnTo>
                    <a:pt x="2427" y="10873"/>
                  </a:lnTo>
                  <a:lnTo>
                    <a:pt x="1859" y="9676"/>
                  </a:lnTo>
                  <a:cubicBezTo>
                    <a:pt x="2048" y="9598"/>
                    <a:pt x="2245" y="9558"/>
                    <a:pt x="2442" y="9558"/>
                  </a:cubicBezTo>
                  <a:close/>
                  <a:moveTo>
                    <a:pt x="2441" y="1"/>
                  </a:moveTo>
                  <a:cubicBezTo>
                    <a:pt x="2309" y="1"/>
                    <a:pt x="2178" y="12"/>
                    <a:pt x="2048" y="36"/>
                  </a:cubicBezTo>
                  <a:cubicBezTo>
                    <a:pt x="1072" y="193"/>
                    <a:pt x="221" y="1012"/>
                    <a:pt x="64" y="1989"/>
                  </a:cubicBezTo>
                  <a:cubicBezTo>
                    <a:pt x="1" y="2556"/>
                    <a:pt x="64" y="3060"/>
                    <a:pt x="316" y="3533"/>
                  </a:cubicBezTo>
                  <a:cubicBezTo>
                    <a:pt x="379" y="3753"/>
                    <a:pt x="505" y="3911"/>
                    <a:pt x="631" y="4068"/>
                  </a:cubicBezTo>
                  <a:cubicBezTo>
                    <a:pt x="820" y="4320"/>
                    <a:pt x="977" y="4604"/>
                    <a:pt x="1072" y="4888"/>
                  </a:cubicBezTo>
                  <a:lnTo>
                    <a:pt x="410" y="4888"/>
                  </a:lnTo>
                  <a:cubicBezTo>
                    <a:pt x="190" y="4888"/>
                    <a:pt x="32" y="5045"/>
                    <a:pt x="32" y="5234"/>
                  </a:cubicBezTo>
                  <a:cubicBezTo>
                    <a:pt x="32" y="5423"/>
                    <a:pt x="190" y="5581"/>
                    <a:pt x="410" y="5581"/>
                  </a:cubicBezTo>
                  <a:lnTo>
                    <a:pt x="1103" y="5581"/>
                  </a:lnTo>
                  <a:lnTo>
                    <a:pt x="1103" y="9487"/>
                  </a:lnTo>
                  <a:cubicBezTo>
                    <a:pt x="1103" y="9645"/>
                    <a:pt x="1103" y="9582"/>
                    <a:pt x="2206" y="11724"/>
                  </a:cubicBezTo>
                  <a:cubicBezTo>
                    <a:pt x="2301" y="11850"/>
                    <a:pt x="2395" y="11945"/>
                    <a:pt x="2521" y="11945"/>
                  </a:cubicBezTo>
                  <a:cubicBezTo>
                    <a:pt x="2647" y="11945"/>
                    <a:pt x="2773" y="11850"/>
                    <a:pt x="2836" y="11724"/>
                  </a:cubicBezTo>
                  <a:cubicBezTo>
                    <a:pt x="3939" y="9519"/>
                    <a:pt x="3939" y="9613"/>
                    <a:pt x="3939" y="9487"/>
                  </a:cubicBezTo>
                  <a:lnTo>
                    <a:pt x="3939" y="5581"/>
                  </a:lnTo>
                  <a:lnTo>
                    <a:pt x="4663" y="5581"/>
                  </a:lnTo>
                  <a:cubicBezTo>
                    <a:pt x="4852" y="5581"/>
                    <a:pt x="5010" y="5423"/>
                    <a:pt x="5010" y="5234"/>
                  </a:cubicBezTo>
                  <a:cubicBezTo>
                    <a:pt x="5010" y="5045"/>
                    <a:pt x="4852" y="4888"/>
                    <a:pt x="4663" y="4888"/>
                  </a:cubicBezTo>
                  <a:lnTo>
                    <a:pt x="3970" y="4888"/>
                  </a:lnTo>
                  <a:cubicBezTo>
                    <a:pt x="4065" y="4604"/>
                    <a:pt x="4254" y="4289"/>
                    <a:pt x="4443" y="4005"/>
                  </a:cubicBezTo>
                  <a:cubicBezTo>
                    <a:pt x="4411" y="3942"/>
                    <a:pt x="4506" y="3816"/>
                    <a:pt x="4569" y="3690"/>
                  </a:cubicBezTo>
                  <a:cubicBezTo>
                    <a:pt x="4821" y="3344"/>
                    <a:pt x="4915" y="2903"/>
                    <a:pt x="4915" y="2493"/>
                  </a:cubicBezTo>
                  <a:cubicBezTo>
                    <a:pt x="4915" y="1769"/>
                    <a:pt x="4600" y="1075"/>
                    <a:pt x="4065" y="603"/>
                  </a:cubicBezTo>
                  <a:cubicBezTo>
                    <a:pt x="3603" y="218"/>
                    <a:pt x="3017" y="1"/>
                    <a:pt x="244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6" name="Google Shape;11646;p138"/>
            <p:cNvSpPr/>
            <p:nvPr/>
          </p:nvSpPr>
          <p:spPr>
            <a:xfrm>
              <a:off x="-45804025" y="2755500"/>
              <a:ext cx="34675" cy="18125"/>
            </a:xfrm>
            <a:custGeom>
              <a:rect b="b" l="l" r="r" t="t"/>
              <a:pathLst>
                <a:path extrusionOk="0" h="725" w="1387">
                  <a:moveTo>
                    <a:pt x="347" y="0"/>
                  </a:moveTo>
                  <a:cubicBezTo>
                    <a:pt x="127" y="0"/>
                    <a:pt x="1" y="158"/>
                    <a:pt x="1" y="378"/>
                  </a:cubicBezTo>
                  <a:cubicBezTo>
                    <a:pt x="1" y="567"/>
                    <a:pt x="127" y="725"/>
                    <a:pt x="347" y="725"/>
                  </a:cubicBezTo>
                  <a:lnTo>
                    <a:pt x="1040" y="725"/>
                  </a:lnTo>
                  <a:cubicBezTo>
                    <a:pt x="1261" y="725"/>
                    <a:pt x="1387" y="567"/>
                    <a:pt x="1387" y="378"/>
                  </a:cubicBezTo>
                  <a:cubicBezTo>
                    <a:pt x="1387" y="158"/>
                    <a:pt x="1261" y="0"/>
                    <a:pt x="104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7" name="Google Shape;11647;p138"/>
            <p:cNvSpPr/>
            <p:nvPr/>
          </p:nvSpPr>
          <p:spPr>
            <a:xfrm>
              <a:off x="-45998575" y="2755500"/>
              <a:ext cx="35475" cy="18125"/>
            </a:xfrm>
            <a:custGeom>
              <a:rect b="b" l="l" r="r" t="t"/>
              <a:pathLst>
                <a:path extrusionOk="0" h="725" w="1419">
                  <a:moveTo>
                    <a:pt x="379" y="0"/>
                  </a:moveTo>
                  <a:cubicBezTo>
                    <a:pt x="158" y="0"/>
                    <a:pt x="1" y="158"/>
                    <a:pt x="1" y="378"/>
                  </a:cubicBezTo>
                  <a:cubicBezTo>
                    <a:pt x="1" y="567"/>
                    <a:pt x="158" y="725"/>
                    <a:pt x="379" y="725"/>
                  </a:cubicBezTo>
                  <a:lnTo>
                    <a:pt x="1072" y="725"/>
                  </a:lnTo>
                  <a:cubicBezTo>
                    <a:pt x="1261" y="693"/>
                    <a:pt x="1419" y="536"/>
                    <a:pt x="1419" y="378"/>
                  </a:cubicBezTo>
                  <a:cubicBezTo>
                    <a:pt x="1419" y="158"/>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8" name="Google Shape;11648;p138"/>
            <p:cNvSpPr/>
            <p:nvPr/>
          </p:nvSpPr>
          <p:spPr>
            <a:xfrm>
              <a:off x="-45818200" y="2703175"/>
              <a:ext cx="35475" cy="26100"/>
            </a:xfrm>
            <a:custGeom>
              <a:rect b="b" l="l" r="r" t="t"/>
              <a:pathLst>
                <a:path extrusionOk="0" h="1044" w="1419">
                  <a:moveTo>
                    <a:pt x="991" y="1"/>
                  </a:moveTo>
                  <a:cubicBezTo>
                    <a:pt x="930" y="1"/>
                    <a:pt x="870" y="15"/>
                    <a:pt x="820" y="45"/>
                  </a:cubicBezTo>
                  <a:lnTo>
                    <a:pt x="252" y="423"/>
                  </a:lnTo>
                  <a:cubicBezTo>
                    <a:pt x="95" y="486"/>
                    <a:pt x="0" y="738"/>
                    <a:pt x="126" y="896"/>
                  </a:cubicBezTo>
                  <a:cubicBezTo>
                    <a:pt x="205" y="994"/>
                    <a:pt x="309" y="1044"/>
                    <a:pt x="414" y="1044"/>
                  </a:cubicBezTo>
                  <a:cubicBezTo>
                    <a:pt x="476" y="1044"/>
                    <a:pt x="540" y="1026"/>
                    <a:pt x="599" y="990"/>
                  </a:cubicBezTo>
                  <a:lnTo>
                    <a:pt x="1166" y="644"/>
                  </a:lnTo>
                  <a:cubicBezTo>
                    <a:pt x="1324" y="581"/>
                    <a:pt x="1418" y="329"/>
                    <a:pt x="1292" y="171"/>
                  </a:cubicBezTo>
                  <a:cubicBezTo>
                    <a:pt x="1249" y="64"/>
                    <a:pt x="1119" y="1"/>
                    <a:pt x="99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9" name="Google Shape;11649;p138"/>
            <p:cNvSpPr/>
            <p:nvPr/>
          </p:nvSpPr>
          <p:spPr>
            <a:xfrm>
              <a:off x="-45984400" y="2799050"/>
              <a:ext cx="35475" cy="26100"/>
            </a:xfrm>
            <a:custGeom>
              <a:rect b="b" l="l" r="r" t="t"/>
              <a:pathLst>
                <a:path extrusionOk="0" h="1044" w="1419">
                  <a:moveTo>
                    <a:pt x="1014" y="1"/>
                  </a:moveTo>
                  <a:cubicBezTo>
                    <a:pt x="947" y="1"/>
                    <a:pt x="879" y="18"/>
                    <a:pt x="820" y="54"/>
                  </a:cubicBezTo>
                  <a:lnTo>
                    <a:pt x="221" y="400"/>
                  </a:lnTo>
                  <a:cubicBezTo>
                    <a:pt x="64" y="463"/>
                    <a:pt x="1" y="716"/>
                    <a:pt x="95" y="873"/>
                  </a:cubicBezTo>
                  <a:cubicBezTo>
                    <a:pt x="160" y="980"/>
                    <a:pt x="282" y="1043"/>
                    <a:pt x="403" y="1043"/>
                  </a:cubicBezTo>
                  <a:cubicBezTo>
                    <a:pt x="461" y="1043"/>
                    <a:pt x="517" y="1029"/>
                    <a:pt x="568" y="999"/>
                  </a:cubicBezTo>
                  <a:lnTo>
                    <a:pt x="1167" y="621"/>
                  </a:lnTo>
                  <a:cubicBezTo>
                    <a:pt x="1324" y="558"/>
                    <a:pt x="1419" y="306"/>
                    <a:pt x="1293" y="148"/>
                  </a:cubicBezTo>
                  <a:cubicBezTo>
                    <a:pt x="1234" y="50"/>
                    <a:pt x="1125" y="1"/>
                    <a:pt x="101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0" name="Google Shape;11650;p138"/>
            <p:cNvSpPr/>
            <p:nvPr/>
          </p:nvSpPr>
          <p:spPr>
            <a:xfrm>
              <a:off x="-45815850" y="2799050"/>
              <a:ext cx="33900" cy="25750"/>
            </a:xfrm>
            <a:custGeom>
              <a:rect b="b" l="l" r="r" t="t"/>
              <a:pathLst>
                <a:path extrusionOk="0" h="1030" w="1356">
                  <a:moveTo>
                    <a:pt x="343" y="1"/>
                  </a:moveTo>
                  <a:cubicBezTo>
                    <a:pt x="231" y="1"/>
                    <a:pt x="123" y="50"/>
                    <a:pt x="64" y="148"/>
                  </a:cubicBezTo>
                  <a:cubicBezTo>
                    <a:pt x="1" y="306"/>
                    <a:pt x="32" y="558"/>
                    <a:pt x="190" y="621"/>
                  </a:cubicBezTo>
                  <a:lnTo>
                    <a:pt x="789" y="999"/>
                  </a:lnTo>
                  <a:cubicBezTo>
                    <a:pt x="838" y="1019"/>
                    <a:pt x="895" y="1029"/>
                    <a:pt x="951" y="1029"/>
                  </a:cubicBezTo>
                  <a:cubicBezTo>
                    <a:pt x="1073" y="1029"/>
                    <a:pt x="1197" y="981"/>
                    <a:pt x="1261" y="873"/>
                  </a:cubicBezTo>
                  <a:cubicBezTo>
                    <a:pt x="1356" y="716"/>
                    <a:pt x="1293" y="526"/>
                    <a:pt x="1135" y="400"/>
                  </a:cubicBezTo>
                  <a:lnTo>
                    <a:pt x="537" y="54"/>
                  </a:lnTo>
                  <a:cubicBezTo>
                    <a:pt x="477" y="18"/>
                    <a:pt x="410" y="1"/>
                    <a:pt x="34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1" name="Google Shape;11651;p138"/>
            <p:cNvSpPr/>
            <p:nvPr/>
          </p:nvSpPr>
          <p:spPr>
            <a:xfrm>
              <a:off x="-45983600" y="2702750"/>
              <a:ext cx="34675" cy="25525"/>
            </a:xfrm>
            <a:custGeom>
              <a:rect b="b" l="l" r="r" t="t"/>
              <a:pathLst>
                <a:path extrusionOk="0" h="1021" w="1387">
                  <a:moveTo>
                    <a:pt x="398" y="0"/>
                  </a:moveTo>
                  <a:cubicBezTo>
                    <a:pt x="269" y="0"/>
                    <a:pt x="138" y="49"/>
                    <a:pt x="95" y="157"/>
                  </a:cubicBezTo>
                  <a:cubicBezTo>
                    <a:pt x="0" y="314"/>
                    <a:pt x="32" y="535"/>
                    <a:pt x="189" y="629"/>
                  </a:cubicBezTo>
                  <a:lnTo>
                    <a:pt x="788" y="976"/>
                  </a:lnTo>
                  <a:cubicBezTo>
                    <a:pt x="839" y="1006"/>
                    <a:pt x="899" y="1020"/>
                    <a:pt x="959" y="1020"/>
                  </a:cubicBezTo>
                  <a:cubicBezTo>
                    <a:pt x="1088" y="1020"/>
                    <a:pt x="1218" y="957"/>
                    <a:pt x="1261" y="850"/>
                  </a:cubicBezTo>
                  <a:cubicBezTo>
                    <a:pt x="1387" y="692"/>
                    <a:pt x="1292" y="503"/>
                    <a:pt x="1135" y="377"/>
                  </a:cubicBezTo>
                  <a:lnTo>
                    <a:pt x="567" y="31"/>
                  </a:lnTo>
                  <a:cubicBezTo>
                    <a:pt x="518" y="11"/>
                    <a:pt x="458" y="0"/>
                    <a:pt x="3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652" name="Google Shape;11652;p138"/>
          <p:cNvSpPr/>
          <p:nvPr/>
        </p:nvSpPr>
        <p:spPr>
          <a:xfrm>
            <a:off x="3986479" y="3612752"/>
            <a:ext cx="314961" cy="358199"/>
          </a:xfrm>
          <a:custGeom>
            <a:rect b="b" l="l" r="r" t="t"/>
            <a:pathLst>
              <a:path extrusionOk="0" h="12004" w="10555">
                <a:moveTo>
                  <a:pt x="5262" y="709"/>
                </a:moveTo>
                <a:lnTo>
                  <a:pt x="9420" y="2788"/>
                </a:lnTo>
                <a:lnTo>
                  <a:pt x="8066" y="3450"/>
                </a:lnTo>
                <a:lnTo>
                  <a:pt x="5451" y="2127"/>
                </a:lnTo>
                <a:cubicBezTo>
                  <a:pt x="5403" y="2111"/>
                  <a:pt x="5348" y="2103"/>
                  <a:pt x="5293" y="2103"/>
                </a:cubicBezTo>
                <a:cubicBezTo>
                  <a:pt x="5238" y="2103"/>
                  <a:pt x="5183" y="2111"/>
                  <a:pt x="5136" y="2127"/>
                </a:cubicBezTo>
                <a:lnTo>
                  <a:pt x="2489" y="3450"/>
                </a:lnTo>
                <a:lnTo>
                  <a:pt x="1197" y="2788"/>
                </a:lnTo>
                <a:lnTo>
                  <a:pt x="5262" y="709"/>
                </a:lnTo>
                <a:close/>
                <a:moveTo>
                  <a:pt x="4915" y="3040"/>
                </a:moveTo>
                <a:lnTo>
                  <a:pt x="4915" y="6222"/>
                </a:lnTo>
                <a:lnTo>
                  <a:pt x="2804" y="7294"/>
                </a:lnTo>
                <a:lnTo>
                  <a:pt x="2804" y="4080"/>
                </a:lnTo>
                <a:lnTo>
                  <a:pt x="4915" y="3040"/>
                </a:lnTo>
                <a:close/>
                <a:moveTo>
                  <a:pt x="5640" y="3040"/>
                </a:moveTo>
                <a:lnTo>
                  <a:pt x="7750" y="4080"/>
                </a:lnTo>
                <a:lnTo>
                  <a:pt x="7750" y="7294"/>
                </a:lnTo>
                <a:lnTo>
                  <a:pt x="5640" y="6222"/>
                </a:lnTo>
                <a:lnTo>
                  <a:pt x="5640" y="3040"/>
                </a:lnTo>
                <a:close/>
                <a:moveTo>
                  <a:pt x="5262" y="6758"/>
                </a:moveTo>
                <a:lnTo>
                  <a:pt x="7278" y="7798"/>
                </a:lnTo>
                <a:lnTo>
                  <a:pt x="5262" y="8806"/>
                </a:lnTo>
                <a:lnTo>
                  <a:pt x="3277" y="7798"/>
                </a:lnTo>
                <a:lnTo>
                  <a:pt x="5262" y="6758"/>
                </a:lnTo>
                <a:close/>
                <a:moveTo>
                  <a:pt x="725" y="3372"/>
                </a:moveTo>
                <a:lnTo>
                  <a:pt x="2111" y="4080"/>
                </a:lnTo>
                <a:lnTo>
                  <a:pt x="2111" y="7829"/>
                </a:lnTo>
                <a:cubicBezTo>
                  <a:pt x="2111" y="7955"/>
                  <a:pt x="2206" y="8081"/>
                  <a:pt x="2332" y="8113"/>
                </a:cubicBezTo>
                <a:lnTo>
                  <a:pt x="4915" y="9404"/>
                </a:lnTo>
                <a:lnTo>
                  <a:pt x="4915" y="10980"/>
                </a:lnTo>
                <a:lnTo>
                  <a:pt x="725" y="8869"/>
                </a:lnTo>
                <a:lnTo>
                  <a:pt x="725" y="3372"/>
                </a:lnTo>
                <a:close/>
                <a:moveTo>
                  <a:pt x="9861" y="3387"/>
                </a:moveTo>
                <a:lnTo>
                  <a:pt x="9861" y="8932"/>
                </a:lnTo>
                <a:lnTo>
                  <a:pt x="5640" y="11011"/>
                </a:lnTo>
                <a:lnTo>
                  <a:pt x="5640" y="9436"/>
                </a:lnTo>
                <a:lnTo>
                  <a:pt x="8223" y="8144"/>
                </a:lnTo>
                <a:cubicBezTo>
                  <a:pt x="8349" y="8113"/>
                  <a:pt x="8412" y="7987"/>
                  <a:pt x="8412" y="7829"/>
                </a:cubicBezTo>
                <a:lnTo>
                  <a:pt x="8412" y="4080"/>
                </a:lnTo>
                <a:lnTo>
                  <a:pt x="9861" y="3387"/>
                </a:lnTo>
                <a:close/>
                <a:moveTo>
                  <a:pt x="5262" y="0"/>
                </a:moveTo>
                <a:cubicBezTo>
                  <a:pt x="5206" y="0"/>
                  <a:pt x="5151" y="16"/>
                  <a:pt x="5104" y="47"/>
                </a:cubicBezTo>
                <a:lnTo>
                  <a:pt x="284" y="2473"/>
                </a:lnTo>
                <a:cubicBezTo>
                  <a:pt x="63" y="2536"/>
                  <a:pt x="0" y="2662"/>
                  <a:pt x="0" y="2820"/>
                </a:cubicBezTo>
                <a:lnTo>
                  <a:pt x="0" y="9152"/>
                </a:lnTo>
                <a:cubicBezTo>
                  <a:pt x="0" y="9278"/>
                  <a:pt x="63" y="9404"/>
                  <a:pt x="189" y="9499"/>
                </a:cubicBezTo>
                <a:lnTo>
                  <a:pt x="5104" y="11956"/>
                </a:lnTo>
                <a:cubicBezTo>
                  <a:pt x="5151" y="11988"/>
                  <a:pt x="5206" y="12003"/>
                  <a:pt x="5262" y="12003"/>
                </a:cubicBezTo>
                <a:cubicBezTo>
                  <a:pt x="5317" y="12003"/>
                  <a:pt x="5372" y="11988"/>
                  <a:pt x="5419" y="11956"/>
                </a:cubicBezTo>
                <a:lnTo>
                  <a:pt x="10365" y="9499"/>
                </a:lnTo>
                <a:cubicBezTo>
                  <a:pt x="10460" y="9404"/>
                  <a:pt x="10554" y="9278"/>
                  <a:pt x="10554" y="9152"/>
                </a:cubicBezTo>
                <a:lnTo>
                  <a:pt x="10554" y="2788"/>
                </a:lnTo>
                <a:cubicBezTo>
                  <a:pt x="10554" y="2662"/>
                  <a:pt x="10460" y="2568"/>
                  <a:pt x="10365" y="2505"/>
                </a:cubicBezTo>
                <a:lnTo>
                  <a:pt x="5419" y="47"/>
                </a:lnTo>
                <a:cubicBezTo>
                  <a:pt x="5372" y="16"/>
                  <a:pt x="5317" y="0"/>
                  <a:pt x="526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3" name="Google Shape;11653;p138"/>
          <p:cNvSpPr/>
          <p:nvPr/>
        </p:nvSpPr>
        <p:spPr>
          <a:xfrm>
            <a:off x="2183447" y="1313199"/>
            <a:ext cx="360079" cy="336595"/>
          </a:xfrm>
          <a:custGeom>
            <a:rect b="b" l="l" r="r" t="t"/>
            <a:pathLst>
              <a:path extrusionOk="0" h="11280" w="12067">
                <a:moveTo>
                  <a:pt x="5986" y="757"/>
                </a:moveTo>
                <a:cubicBezTo>
                  <a:pt x="7656" y="757"/>
                  <a:pt x="9011" y="2049"/>
                  <a:pt x="9137" y="3718"/>
                </a:cubicBezTo>
                <a:cubicBezTo>
                  <a:pt x="8822" y="3624"/>
                  <a:pt x="8475" y="3561"/>
                  <a:pt x="8066" y="3561"/>
                </a:cubicBezTo>
                <a:cubicBezTo>
                  <a:pt x="7278" y="3561"/>
                  <a:pt x="6585" y="3781"/>
                  <a:pt x="5955" y="4191"/>
                </a:cubicBezTo>
                <a:cubicBezTo>
                  <a:pt x="5356" y="3781"/>
                  <a:pt x="4632" y="3561"/>
                  <a:pt x="3844" y="3561"/>
                </a:cubicBezTo>
                <a:cubicBezTo>
                  <a:pt x="3466" y="3561"/>
                  <a:pt x="3119" y="3592"/>
                  <a:pt x="2773" y="3718"/>
                </a:cubicBezTo>
                <a:cubicBezTo>
                  <a:pt x="2930" y="2049"/>
                  <a:pt x="4285" y="757"/>
                  <a:pt x="5986" y="757"/>
                </a:cubicBezTo>
                <a:close/>
                <a:moveTo>
                  <a:pt x="3875" y="4254"/>
                </a:moveTo>
                <a:cubicBezTo>
                  <a:pt x="4411" y="4254"/>
                  <a:pt x="4915" y="4411"/>
                  <a:pt x="5388" y="4663"/>
                </a:cubicBezTo>
                <a:cubicBezTo>
                  <a:pt x="4852" y="5168"/>
                  <a:pt x="4505" y="5829"/>
                  <a:pt x="4285" y="6585"/>
                </a:cubicBezTo>
                <a:cubicBezTo>
                  <a:pt x="3560" y="6113"/>
                  <a:pt x="2993" y="5325"/>
                  <a:pt x="2836" y="4411"/>
                </a:cubicBezTo>
                <a:cubicBezTo>
                  <a:pt x="3151" y="4317"/>
                  <a:pt x="3497" y="4254"/>
                  <a:pt x="3875" y="4254"/>
                </a:cubicBezTo>
                <a:close/>
                <a:moveTo>
                  <a:pt x="8129" y="4254"/>
                </a:moveTo>
                <a:cubicBezTo>
                  <a:pt x="8475" y="4254"/>
                  <a:pt x="8822" y="4317"/>
                  <a:pt x="9137" y="4411"/>
                </a:cubicBezTo>
                <a:cubicBezTo>
                  <a:pt x="8979" y="5325"/>
                  <a:pt x="8444" y="6113"/>
                  <a:pt x="7687" y="6585"/>
                </a:cubicBezTo>
                <a:cubicBezTo>
                  <a:pt x="7498" y="5829"/>
                  <a:pt x="7089" y="5168"/>
                  <a:pt x="6585" y="4663"/>
                </a:cubicBezTo>
                <a:cubicBezTo>
                  <a:pt x="7026" y="4411"/>
                  <a:pt x="7561" y="4254"/>
                  <a:pt x="8129" y="4254"/>
                </a:cubicBezTo>
                <a:close/>
                <a:moveTo>
                  <a:pt x="5986" y="5042"/>
                </a:moveTo>
                <a:cubicBezTo>
                  <a:pt x="6490" y="5514"/>
                  <a:pt x="6900" y="6144"/>
                  <a:pt x="7026" y="6900"/>
                </a:cubicBezTo>
                <a:cubicBezTo>
                  <a:pt x="6648" y="7026"/>
                  <a:pt x="6364" y="7058"/>
                  <a:pt x="5986" y="7058"/>
                </a:cubicBezTo>
                <a:cubicBezTo>
                  <a:pt x="5640" y="7058"/>
                  <a:pt x="5293" y="7026"/>
                  <a:pt x="4978" y="6900"/>
                </a:cubicBezTo>
                <a:cubicBezTo>
                  <a:pt x="5073" y="6176"/>
                  <a:pt x="5451" y="5514"/>
                  <a:pt x="5986" y="5042"/>
                </a:cubicBezTo>
                <a:close/>
                <a:moveTo>
                  <a:pt x="4915" y="7625"/>
                </a:moveTo>
                <a:lnTo>
                  <a:pt x="4915" y="7625"/>
                </a:lnTo>
                <a:cubicBezTo>
                  <a:pt x="5230" y="7688"/>
                  <a:pt x="5608" y="7782"/>
                  <a:pt x="5986" y="7782"/>
                </a:cubicBezTo>
                <a:cubicBezTo>
                  <a:pt x="6333" y="7782"/>
                  <a:pt x="6711" y="7719"/>
                  <a:pt x="7057" y="7625"/>
                </a:cubicBezTo>
                <a:lnTo>
                  <a:pt x="7057" y="7625"/>
                </a:lnTo>
                <a:cubicBezTo>
                  <a:pt x="6963" y="8476"/>
                  <a:pt x="6585" y="9232"/>
                  <a:pt x="5986" y="9767"/>
                </a:cubicBezTo>
                <a:cubicBezTo>
                  <a:pt x="5388" y="9232"/>
                  <a:pt x="5010" y="8476"/>
                  <a:pt x="4915" y="7625"/>
                </a:cubicBezTo>
                <a:close/>
                <a:moveTo>
                  <a:pt x="2206" y="4726"/>
                </a:moveTo>
                <a:cubicBezTo>
                  <a:pt x="2458" y="5892"/>
                  <a:pt x="3245" y="6837"/>
                  <a:pt x="4222" y="7373"/>
                </a:cubicBezTo>
                <a:lnTo>
                  <a:pt x="4222" y="7467"/>
                </a:lnTo>
                <a:cubicBezTo>
                  <a:pt x="4222" y="8570"/>
                  <a:pt x="4663" y="9515"/>
                  <a:pt x="5388" y="10208"/>
                </a:cubicBezTo>
                <a:cubicBezTo>
                  <a:pt x="4915" y="10460"/>
                  <a:pt x="4411" y="10555"/>
                  <a:pt x="3875" y="10555"/>
                </a:cubicBezTo>
                <a:cubicBezTo>
                  <a:pt x="2080" y="10555"/>
                  <a:pt x="662" y="9137"/>
                  <a:pt x="662" y="7404"/>
                </a:cubicBezTo>
                <a:cubicBezTo>
                  <a:pt x="662" y="6270"/>
                  <a:pt x="1260" y="5294"/>
                  <a:pt x="2206" y="4726"/>
                </a:cubicBezTo>
                <a:close/>
                <a:moveTo>
                  <a:pt x="9735" y="4695"/>
                </a:moveTo>
                <a:cubicBezTo>
                  <a:pt x="10649" y="5262"/>
                  <a:pt x="11279" y="6239"/>
                  <a:pt x="11279" y="7373"/>
                </a:cubicBezTo>
                <a:cubicBezTo>
                  <a:pt x="11279" y="9137"/>
                  <a:pt x="9861" y="10555"/>
                  <a:pt x="8066" y="10555"/>
                </a:cubicBezTo>
                <a:cubicBezTo>
                  <a:pt x="7530" y="10555"/>
                  <a:pt x="7026" y="10397"/>
                  <a:pt x="6553" y="10177"/>
                </a:cubicBezTo>
                <a:cubicBezTo>
                  <a:pt x="7246" y="9452"/>
                  <a:pt x="7719" y="8476"/>
                  <a:pt x="7719" y="7404"/>
                </a:cubicBezTo>
                <a:lnTo>
                  <a:pt x="7719" y="7341"/>
                </a:lnTo>
                <a:cubicBezTo>
                  <a:pt x="8759" y="6837"/>
                  <a:pt x="9515" y="5892"/>
                  <a:pt x="9735" y="4695"/>
                </a:cubicBezTo>
                <a:close/>
                <a:moveTo>
                  <a:pt x="5986" y="1"/>
                </a:moveTo>
                <a:cubicBezTo>
                  <a:pt x="3875" y="1"/>
                  <a:pt x="2143" y="1734"/>
                  <a:pt x="2143" y="3876"/>
                </a:cubicBezTo>
                <a:lnTo>
                  <a:pt x="2143" y="3939"/>
                </a:lnTo>
                <a:cubicBezTo>
                  <a:pt x="882" y="4569"/>
                  <a:pt x="0" y="5892"/>
                  <a:pt x="0" y="7404"/>
                </a:cubicBezTo>
                <a:cubicBezTo>
                  <a:pt x="0" y="9547"/>
                  <a:pt x="1733" y="11279"/>
                  <a:pt x="3907" y="11279"/>
                </a:cubicBezTo>
                <a:cubicBezTo>
                  <a:pt x="4695" y="11279"/>
                  <a:pt x="5388" y="11027"/>
                  <a:pt x="6018" y="10649"/>
                </a:cubicBezTo>
                <a:cubicBezTo>
                  <a:pt x="6616" y="11027"/>
                  <a:pt x="7372" y="11279"/>
                  <a:pt x="8160" y="11279"/>
                </a:cubicBezTo>
                <a:cubicBezTo>
                  <a:pt x="10271" y="11279"/>
                  <a:pt x="12067" y="9547"/>
                  <a:pt x="12067" y="7404"/>
                </a:cubicBezTo>
                <a:cubicBezTo>
                  <a:pt x="11972" y="5924"/>
                  <a:pt x="11122" y="4632"/>
                  <a:pt x="9861" y="3939"/>
                </a:cubicBezTo>
                <a:lnTo>
                  <a:pt x="9861" y="3876"/>
                </a:lnTo>
                <a:cubicBezTo>
                  <a:pt x="9861" y="1734"/>
                  <a:pt x="8129" y="1"/>
                  <a:pt x="59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654" name="Google Shape;11654;p138"/>
          <p:cNvGrpSpPr/>
          <p:nvPr/>
        </p:nvGrpSpPr>
        <p:grpSpPr>
          <a:xfrm>
            <a:off x="2203197" y="2205419"/>
            <a:ext cx="314961" cy="361034"/>
            <a:chOff x="-49398750" y="2684600"/>
            <a:chExt cx="263875" cy="302475"/>
          </a:xfrm>
        </p:grpSpPr>
        <p:sp>
          <p:nvSpPr>
            <p:cNvPr id="11655" name="Google Shape;11655;p138"/>
            <p:cNvSpPr/>
            <p:nvPr/>
          </p:nvSpPr>
          <p:spPr>
            <a:xfrm>
              <a:off x="-49294775" y="2684600"/>
              <a:ext cx="73275" cy="299325"/>
            </a:xfrm>
            <a:custGeom>
              <a:rect b="b" l="l" r="r" t="t"/>
              <a:pathLst>
                <a:path extrusionOk="0" h="11973" w="2931">
                  <a:moveTo>
                    <a:pt x="1481" y="1387"/>
                  </a:moveTo>
                  <a:lnTo>
                    <a:pt x="2017" y="2836"/>
                  </a:lnTo>
                  <a:lnTo>
                    <a:pt x="914" y="2836"/>
                  </a:lnTo>
                  <a:lnTo>
                    <a:pt x="1481" y="1387"/>
                  </a:lnTo>
                  <a:close/>
                  <a:moveTo>
                    <a:pt x="2174" y="3529"/>
                  </a:moveTo>
                  <a:lnTo>
                    <a:pt x="2174" y="9893"/>
                  </a:lnTo>
                  <a:lnTo>
                    <a:pt x="757" y="9893"/>
                  </a:lnTo>
                  <a:lnTo>
                    <a:pt x="757" y="3529"/>
                  </a:lnTo>
                  <a:close/>
                  <a:moveTo>
                    <a:pt x="2174" y="10586"/>
                  </a:moveTo>
                  <a:lnTo>
                    <a:pt x="2174" y="10964"/>
                  </a:lnTo>
                  <a:cubicBezTo>
                    <a:pt x="2143" y="11153"/>
                    <a:pt x="1985" y="11311"/>
                    <a:pt x="1828" y="11311"/>
                  </a:cubicBezTo>
                  <a:lnTo>
                    <a:pt x="1103" y="11311"/>
                  </a:lnTo>
                  <a:cubicBezTo>
                    <a:pt x="914" y="11311"/>
                    <a:pt x="757" y="11153"/>
                    <a:pt x="757" y="10964"/>
                  </a:cubicBezTo>
                  <a:lnTo>
                    <a:pt x="757" y="10586"/>
                  </a:lnTo>
                  <a:close/>
                  <a:moveTo>
                    <a:pt x="1450" y="1"/>
                  </a:moveTo>
                  <a:cubicBezTo>
                    <a:pt x="1355" y="1"/>
                    <a:pt x="1198" y="95"/>
                    <a:pt x="1135" y="253"/>
                  </a:cubicBezTo>
                  <a:cubicBezTo>
                    <a:pt x="1" y="3246"/>
                    <a:pt x="95" y="3088"/>
                    <a:pt x="95" y="3151"/>
                  </a:cubicBezTo>
                  <a:lnTo>
                    <a:pt x="95" y="10933"/>
                  </a:lnTo>
                  <a:cubicBezTo>
                    <a:pt x="95" y="11500"/>
                    <a:pt x="568" y="11973"/>
                    <a:pt x="1135" y="11973"/>
                  </a:cubicBezTo>
                  <a:lnTo>
                    <a:pt x="1859" y="11973"/>
                  </a:lnTo>
                  <a:cubicBezTo>
                    <a:pt x="2458" y="11973"/>
                    <a:pt x="2931" y="11500"/>
                    <a:pt x="2931" y="10933"/>
                  </a:cubicBezTo>
                  <a:lnTo>
                    <a:pt x="2931" y="3120"/>
                  </a:lnTo>
                  <a:cubicBezTo>
                    <a:pt x="2836" y="3088"/>
                    <a:pt x="2931" y="3277"/>
                    <a:pt x="1765" y="253"/>
                  </a:cubicBezTo>
                  <a:cubicBezTo>
                    <a:pt x="1733" y="127"/>
                    <a:pt x="1576" y="1"/>
                    <a:pt x="145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6" name="Google Shape;11656;p138"/>
            <p:cNvSpPr/>
            <p:nvPr/>
          </p:nvSpPr>
          <p:spPr>
            <a:xfrm>
              <a:off x="-49398750" y="2684600"/>
              <a:ext cx="87450" cy="300900"/>
            </a:xfrm>
            <a:custGeom>
              <a:rect b="b" l="l" r="r" t="t"/>
              <a:pathLst>
                <a:path extrusionOk="0" h="12036" w="3498">
                  <a:moveTo>
                    <a:pt x="2773" y="662"/>
                  </a:moveTo>
                  <a:lnTo>
                    <a:pt x="2773" y="11311"/>
                  </a:lnTo>
                  <a:lnTo>
                    <a:pt x="662" y="11311"/>
                  </a:lnTo>
                  <a:lnTo>
                    <a:pt x="662" y="10586"/>
                  </a:lnTo>
                  <a:lnTo>
                    <a:pt x="1734" y="10586"/>
                  </a:lnTo>
                  <a:cubicBezTo>
                    <a:pt x="1923" y="10586"/>
                    <a:pt x="2080" y="10429"/>
                    <a:pt x="2080" y="10240"/>
                  </a:cubicBezTo>
                  <a:cubicBezTo>
                    <a:pt x="2080" y="10051"/>
                    <a:pt x="1923" y="9893"/>
                    <a:pt x="1734" y="9893"/>
                  </a:cubicBezTo>
                  <a:lnTo>
                    <a:pt x="662" y="9893"/>
                  </a:lnTo>
                  <a:lnTo>
                    <a:pt x="662" y="9169"/>
                  </a:lnTo>
                  <a:lnTo>
                    <a:pt x="1009" y="9169"/>
                  </a:lnTo>
                  <a:cubicBezTo>
                    <a:pt x="1198" y="9169"/>
                    <a:pt x="1356" y="9011"/>
                    <a:pt x="1356" y="8822"/>
                  </a:cubicBezTo>
                  <a:cubicBezTo>
                    <a:pt x="1356" y="8633"/>
                    <a:pt x="1198" y="8475"/>
                    <a:pt x="1009" y="8475"/>
                  </a:cubicBezTo>
                  <a:lnTo>
                    <a:pt x="662" y="8475"/>
                  </a:lnTo>
                  <a:lnTo>
                    <a:pt x="662" y="7751"/>
                  </a:lnTo>
                  <a:lnTo>
                    <a:pt x="1734" y="7751"/>
                  </a:lnTo>
                  <a:cubicBezTo>
                    <a:pt x="1923" y="7751"/>
                    <a:pt x="2080" y="7593"/>
                    <a:pt x="2080" y="7404"/>
                  </a:cubicBezTo>
                  <a:cubicBezTo>
                    <a:pt x="2080" y="7215"/>
                    <a:pt x="1923" y="7058"/>
                    <a:pt x="1734" y="7058"/>
                  </a:cubicBezTo>
                  <a:lnTo>
                    <a:pt x="662" y="7058"/>
                  </a:lnTo>
                  <a:lnTo>
                    <a:pt x="662" y="6333"/>
                  </a:lnTo>
                  <a:lnTo>
                    <a:pt x="1009" y="6333"/>
                  </a:lnTo>
                  <a:cubicBezTo>
                    <a:pt x="1198" y="6333"/>
                    <a:pt x="1356" y="6176"/>
                    <a:pt x="1356" y="5987"/>
                  </a:cubicBezTo>
                  <a:cubicBezTo>
                    <a:pt x="1356" y="5798"/>
                    <a:pt x="1198" y="5640"/>
                    <a:pt x="1009" y="5640"/>
                  </a:cubicBezTo>
                  <a:lnTo>
                    <a:pt x="662" y="5640"/>
                  </a:lnTo>
                  <a:lnTo>
                    <a:pt x="662" y="4947"/>
                  </a:lnTo>
                  <a:lnTo>
                    <a:pt x="1734" y="4947"/>
                  </a:lnTo>
                  <a:cubicBezTo>
                    <a:pt x="1923" y="4947"/>
                    <a:pt x="2080" y="4789"/>
                    <a:pt x="2080" y="4569"/>
                  </a:cubicBezTo>
                  <a:cubicBezTo>
                    <a:pt x="2080" y="4380"/>
                    <a:pt x="1923" y="4222"/>
                    <a:pt x="1734" y="4222"/>
                  </a:cubicBezTo>
                  <a:lnTo>
                    <a:pt x="662" y="4222"/>
                  </a:lnTo>
                  <a:lnTo>
                    <a:pt x="662" y="3498"/>
                  </a:lnTo>
                  <a:lnTo>
                    <a:pt x="1009" y="3498"/>
                  </a:lnTo>
                  <a:cubicBezTo>
                    <a:pt x="1198" y="3498"/>
                    <a:pt x="1356" y="3340"/>
                    <a:pt x="1356" y="3151"/>
                  </a:cubicBezTo>
                  <a:cubicBezTo>
                    <a:pt x="1356" y="2962"/>
                    <a:pt x="1198" y="2805"/>
                    <a:pt x="1009" y="2805"/>
                  </a:cubicBezTo>
                  <a:lnTo>
                    <a:pt x="662" y="2805"/>
                  </a:lnTo>
                  <a:lnTo>
                    <a:pt x="662" y="2080"/>
                  </a:lnTo>
                  <a:lnTo>
                    <a:pt x="1734" y="2080"/>
                  </a:lnTo>
                  <a:cubicBezTo>
                    <a:pt x="1923" y="2080"/>
                    <a:pt x="2080" y="1922"/>
                    <a:pt x="2080" y="1733"/>
                  </a:cubicBezTo>
                  <a:cubicBezTo>
                    <a:pt x="2080" y="1544"/>
                    <a:pt x="1923" y="1387"/>
                    <a:pt x="1734" y="1387"/>
                  </a:cubicBezTo>
                  <a:lnTo>
                    <a:pt x="662" y="1387"/>
                  </a:lnTo>
                  <a:lnTo>
                    <a:pt x="662" y="662"/>
                  </a:lnTo>
                  <a:close/>
                  <a:moveTo>
                    <a:pt x="347" y="1"/>
                  </a:moveTo>
                  <a:cubicBezTo>
                    <a:pt x="158" y="1"/>
                    <a:pt x="1" y="158"/>
                    <a:pt x="1" y="379"/>
                  </a:cubicBezTo>
                  <a:lnTo>
                    <a:pt x="1" y="11657"/>
                  </a:lnTo>
                  <a:cubicBezTo>
                    <a:pt x="1" y="11878"/>
                    <a:pt x="158" y="12036"/>
                    <a:pt x="347" y="12036"/>
                  </a:cubicBezTo>
                  <a:lnTo>
                    <a:pt x="3151" y="12036"/>
                  </a:lnTo>
                  <a:cubicBezTo>
                    <a:pt x="3340" y="12036"/>
                    <a:pt x="3498" y="11878"/>
                    <a:pt x="3498" y="11657"/>
                  </a:cubicBezTo>
                  <a:lnTo>
                    <a:pt x="3498" y="379"/>
                  </a:lnTo>
                  <a:cubicBezTo>
                    <a:pt x="3498" y="158"/>
                    <a:pt x="3340" y="1"/>
                    <a:pt x="315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7" name="Google Shape;11657;p138"/>
            <p:cNvSpPr/>
            <p:nvPr/>
          </p:nvSpPr>
          <p:spPr>
            <a:xfrm>
              <a:off x="-49207350" y="2686175"/>
              <a:ext cx="72475" cy="300900"/>
            </a:xfrm>
            <a:custGeom>
              <a:rect b="b" l="l" r="r" t="t"/>
              <a:pathLst>
                <a:path extrusionOk="0" h="12036" w="2899">
                  <a:moveTo>
                    <a:pt x="1859" y="694"/>
                  </a:moveTo>
                  <a:lnTo>
                    <a:pt x="1859" y="694"/>
                  </a:lnTo>
                  <a:cubicBezTo>
                    <a:pt x="1828" y="820"/>
                    <a:pt x="1796" y="946"/>
                    <a:pt x="1796" y="1040"/>
                  </a:cubicBezTo>
                  <a:cubicBezTo>
                    <a:pt x="1733" y="1418"/>
                    <a:pt x="1828" y="1765"/>
                    <a:pt x="2111" y="2112"/>
                  </a:cubicBezTo>
                  <a:cubicBezTo>
                    <a:pt x="2143" y="2143"/>
                    <a:pt x="2174" y="2238"/>
                    <a:pt x="2143" y="2301"/>
                  </a:cubicBezTo>
                  <a:cubicBezTo>
                    <a:pt x="2017" y="2584"/>
                    <a:pt x="1796" y="2773"/>
                    <a:pt x="1481" y="2773"/>
                  </a:cubicBezTo>
                  <a:cubicBezTo>
                    <a:pt x="1072" y="2773"/>
                    <a:pt x="757" y="2458"/>
                    <a:pt x="757" y="2080"/>
                  </a:cubicBezTo>
                  <a:cubicBezTo>
                    <a:pt x="757" y="1670"/>
                    <a:pt x="914" y="1324"/>
                    <a:pt x="1166" y="1103"/>
                  </a:cubicBezTo>
                  <a:cubicBezTo>
                    <a:pt x="1387" y="851"/>
                    <a:pt x="1576" y="788"/>
                    <a:pt x="1859" y="694"/>
                  </a:cubicBezTo>
                  <a:close/>
                  <a:moveTo>
                    <a:pt x="1450" y="3466"/>
                  </a:moveTo>
                  <a:cubicBezTo>
                    <a:pt x="1513" y="3529"/>
                    <a:pt x="1702" y="3781"/>
                    <a:pt x="1859" y="4600"/>
                  </a:cubicBezTo>
                  <a:cubicBezTo>
                    <a:pt x="1954" y="4726"/>
                    <a:pt x="1954" y="4789"/>
                    <a:pt x="1954" y="4884"/>
                  </a:cubicBezTo>
                  <a:lnTo>
                    <a:pt x="946" y="4884"/>
                  </a:lnTo>
                  <a:cubicBezTo>
                    <a:pt x="946" y="4789"/>
                    <a:pt x="1009" y="4726"/>
                    <a:pt x="1009" y="4600"/>
                  </a:cubicBezTo>
                  <a:cubicBezTo>
                    <a:pt x="1198" y="3781"/>
                    <a:pt x="1355" y="3529"/>
                    <a:pt x="1450" y="3466"/>
                  </a:cubicBezTo>
                  <a:close/>
                  <a:moveTo>
                    <a:pt x="2111" y="5546"/>
                  </a:moveTo>
                  <a:cubicBezTo>
                    <a:pt x="2174" y="6081"/>
                    <a:pt x="2237" y="6680"/>
                    <a:pt x="2237" y="7310"/>
                  </a:cubicBezTo>
                  <a:cubicBezTo>
                    <a:pt x="2174" y="9389"/>
                    <a:pt x="1796" y="10901"/>
                    <a:pt x="1481" y="11216"/>
                  </a:cubicBezTo>
                  <a:cubicBezTo>
                    <a:pt x="1387" y="11122"/>
                    <a:pt x="1198" y="10901"/>
                    <a:pt x="1040" y="10082"/>
                  </a:cubicBezTo>
                  <a:cubicBezTo>
                    <a:pt x="883" y="9326"/>
                    <a:pt x="757" y="8349"/>
                    <a:pt x="757" y="7310"/>
                  </a:cubicBezTo>
                  <a:cubicBezTo>
                    <a:pt x="757" y="6680"/>
                    <a:pt x="788" y="6081"/>
                    <a:pt x="883" y="5546"/>
                  </a:cubicBezTo>
                  <a:close/>
                  <a:moveTo>
                    <a:pt x="2489" y="1"/>
                  </a:moveTo>
                  <a:cubicBezTo>
                    <a:pt x="1796" y="1"/>
                    <a:pt x="1229" y="32"/>
                    <a:pt x="662" y="631"/>
                  </a:cubicBezTo>
                  <a:cubicBezTo>
                    <a:pt x="253" y="1009"/>
                    <a:pt x="1" y="1576"/>
                    <a:pt x="1" y="2112"/>
                  </a:cubicBezTo>
                  <a:cubicBezTo>
                    <a:pt x="1" y="2616"/>
                    <a:pt x="284" y="3088"/>
                    <a:pt x="725" y="3340"/>
                  </a:cubicBezTo>
                  <a:cubicBezTo>
                    <a:pt x="190" y="4285"/>
                    <a:pt x="1" y="6302"/>
                    <a:pt x="1" y="7436"/>
                  </a:cubicBezTo>
                  <a:cubicBezTo>
                    <a:pt x="1" y="8539"/>
                    <a:pt x="127" y="10555"/>
                    <a:pt x="725" y="11531"/>
                  </a:cubicBezTo>
                  <a:cubicBezTo>
                    <a:pt x="914" y="11878"/>
                    <a:pt x="1166" y="12036"/>
                    <a:pt x="1450" y="12036"/>
                  </a:cubicBezTo>
                  <a:cubicBezTo>
                    <a:pt x="1702" y="12036"/>
                    <a:pt x="1954" y="11878"/>
                    <a:pt x="2143" y="11531"/>
                  </a:cubicBezTo>
                  <a:cubicBezTo>
                    <a:pt x="2710" y="10586"/>
                    <a:pt x="2868" y="8570"/>
                    <a:pt x="2868" y="7436"/>
                  </a:cubicBezTo>
                  <a:cubicBezTo>
                    <a:pt x="2836" y="6239"/>
                    <a:pt x="2742" y="4254"/>
                    <a:pt x="2174" y="3309"/>
                  </a:cubicBezTo>
                  <a:cubicBezTo>
                    <a:pt x="2458" y="3151"/>
                    <a:pt x="2710" y="2868"/>
                    <a:pt x="2773" y="2553"/>
                  </a:cubicBezTo>
                  <a:cubicBezTo>
                    <a:pt x="2899" y="2238"/>
                    <a:pt x="2805" y="1923"/>
                    <a:pt x="2616" y="1670"/>
                  </a:cubicBezTo>
                  <a:cubicBezTo>
                    <a:pt x="2426" y="1450"/>
                    <a:pt x="2300" y="1135"/>
                    <a:pt x="2773" y="536"/>
                  </a:cubicBezTo>
                  <a:cubicBezTo>
                    <a:pt x="2836" y="410"/>
                    <a:pt x="2899" y="316"/>
                    <a:pt x="2805" y="190"/>
                  </a:cubicBezTo>
                  <a:cubicBezTo>
                    <a:pt x="2773" y="64"/>
                    <a:pt x="2616" y="1"/>
                    <a:pt x="248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58" name="Google Shape;11658;p138"/>
          <p:cNvGrpSpPr/>
          <p:nvPr/>
        </p:nvGrpSpPr>
        <p:grpSpPr>
          <a:xfrm>
            <a:off x="873121" y="2699684"/>
            <a:ext cx="314006" cy="359154"/>
            <a:chOff x="-47509225" y="1974175"/>
            <a:chExt cx="263075" cy="300900"/>
          </a:xfrm>
        </p:grpSpPr>
        <p:sp>
          <p:nvSpPr>
            <p:cNvPr id="11659" name="Google Shape;11659;p138"/>
            <p:cNvSpPr/>
            <p:nvPr/>
          </p:nvSpPr>
          <p:spPr>
            <a:xfrm>
              <a:off x="-47439925" y="2026950"/>
              <a:ext cx="124475" cy="124450"/>
            </a:xfrm>
            <a:custGeom>
              <a:rect b="b" l="l" r="r" t="t"/>
              <a:pathLst>
                <a:path extrusionOk="0" h="4978" w="4979">
                  <a:moveTo>
                    <a:pt x="1828" y="725"/>
                  </a:moveTo>
                  <a:cubicBezTo>
                    <a:pt x="2301" y="725"/>
                    <a:pt x="2679" y="1008"/>
                    <a:pt x="2805" y="1418"/>
                  </a:cubicBezTo>
                  <a:lnTo>
                    <a:pt x="1828" y="1418"/>
                  </a:lnTo>
                  <a:cubicBezTo>
                    <a:pt x="1607" y="1418"/>
                    <a:pt x="1450" y="1575"/>
                    <a:pt x="1450" y="1796"/>
                  </a:cubicBezTo>
                  <a:lnTo>
                    <a:pt x="1450" y="2773"/>
                  </a:lnTo>
                  <a:cubicBezTo>
                    <a:pt x="1040" y="2615"/>
                    <a:pt x="757" y="2206"/>
                    <a:pt x="757" y="1796"/>
                  </a:cubicBezTo>
                  <a:cubicBezTo>
                    <a:pt x="757" y="1197"/>
                    <a:pt x="1229" y="725"/>
                    <a:pt x="1828" y="725"/>
                  </a:cubicBezTo>
                  <a:close/>
                  <a:moveTo>
                    <a:pt x="2805" y="2143"/>
                  </a:moveTo>
                  <a:cubicBezTo>
                    <a:pt x="2679" y="2458"/>
                    <a:pt x="2458" y="2678"/>
                    <a:pt x="2175" y="2773"/>
                  </a:cubicBezTo>
                  <a:lnTo>
                    <a:pt x="2175" y="2143"/>
                  </a:lnTo>
                  <a:close/>
                  <a:moveTo>
                    <a:pt x="4254" y="2111"/>
                  </a:moveTo>
                  <a:lnTo>
                    <a:pt x="4254" y="4222"/>
                  </a:lnTo>
                  <a:lnTo>
                    <a:pt x="2143" y="4222"/>
                  </a:lnTo>
                  <a:lnTo>
                    <a:pt x="2143" y="3466"/>
                  </a:lnTo>
                  <a:cubicBezTo>
                    <a:pt x="2805" y="3308"/>
                    <a:pt x="3372" y="2804"/>
                    <a:pt x="3529" y="2111"/>
                  </a:cubicBezTo>
                  <a:close/>
                  <a:moveTo>
                    <a:pt x="1765" y="0"/>
                  </a:moveTo>
                  <a:cubicBezTo>
                    <a:pt x="788" y="0"/>
                    <a:pt x="1" y="788"/>
                    <a:pt x="1" y="1796"/>
                  </a:cubicBezTo>
                  <a:cubicBezTo>
                    <a:pt x="1" y="2647"/>
                    <a:pt x="599" y="3340"/>
                    <a:pt x="1418" y="3529"/>
                  </a:cubicBezTo>
                  <a:lnTo>
                    <a:pt x="1418" y="4631"/>
                  </a:lnTo>
                  <a:cubicBezTo>
                    <a:pt x="1418" y="4820"/>
                    <a:pt x="1576" y="4978"/>
                    <a:pt x="1765" y="4978"/>
                  </a:cubicBezTo>
                  <a:lnTo>
                    <a:pt x="4569" y="4978"/>
                  </a:lnTo>
                  <a:cubicBezTo>
                    <a:pt x="4789" y="4978"/>
                    <a:pt x="4916" y="4820"/>
                    <a:pt x="4916" y="4631"/>
                  </a:cubicBezTo>
                  <a:lnTo>
                    <a:pt x="4916" y="1827"/>
                  </a:lnTo>
                  <a:cubicBezTo>
                    <a:pt x="4979" y="1575"/>
                    <a:pt x="4821" y="1418"/>
                    <a:pt x="4600" y="1418"/>
                  </a:cubicBezTo>
                  <a:lnTo>
                    <a:pt x="3498" y="1418"/>
                  </a:lnTo>
                  <a:cubicBezTo>
                    <a:pt x="3340" y="630"/>
                    <a:pt x="2647" y="0"/>
                    <a:pt x="17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0" name="Google Shape;11660;p138"/>
            <p:cNvSpPr/>
            <p:nvPr/>
          </p:nvSpPr>
          <p:spPr>
            <a:xfrm>
              <a:off x="-47439125" y="2184475"/>
              <a:ext cx="88225" cy="18125"/>
            </a:xfrm>
            <a:custGeom>
              <a:rect b="b" l="l" r="r" t="t"/>
              <a:pathLst>
                <a:path extrusionOk="0" h="725" w="3529">
                  <a:moveTo>
                    <a:pt x="378" y="0"/>
                  </a:moveTo>
                  <a:cubicBezTo>
                    <a:pt x="158" y="0"/>
                    <a:pt x="32" y="158"/>
                    <a:pt x="32" y="378"/>
                  </a:cubicBezTo>
                  <a:cubicBezTo>
                    <a:pt x="0" y="567"/>
                    <a:pt x="158" y="725"/>
                    <a:pt x="378" y="725"/>
                  </a:cubicBezTo>
                  <a:lnTo>
                    <a:pt x="3182" y="725"/>
                  </a:lnTo>
                  <a:cubicBezTo>
                    <a:pt x="3371" y="725"/>
                    <a:pt x="3529" y="567"/>
                    <a:pt x="3529" y="378"/>
                  </a:cubicBezTo>
                  <a:cubicBezTo>
                    <a:pt x="3529" y="158"/>
                    <a:pt x="3371" y="0"/>
                    <a:pt x="318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1" name="Google Shape;11661;p138"/>
            <p:cNvSpPr/>
            <p:nvPr/>
          </p:nvSpPr>
          <p:spPr>
            <a:xfrm>
              <a:off x="-47438350" y="2219900"/>
              <a:ext cx="122900" cy="18150"/>
            </a:xfrm>
            <a:custGeom>
              <a:rect b="b" l="l" r="r" t="t"/>
              <a:pathLst>
                <a:path extrusionOk="0" h="726" w="4916">
                  <a:moveTo>
                    <a:pt x="347" y="1"/>
                  </a:moveTo>
                  <a:cubicBezTo>
                    <a:pt x="127" y="1"/>
                    <a:pt x="1" y="158"/>
                    <a:pt x="1" y="379"/>
                  </a:cubicBezTo>
                  <a:cubicBezTo>
                    <a:pt x="1" y="568"/>
                    <a:pt x="127" y="725"/>
                    <a:pt x="347" y="725"/>
                  </a:cubicBezTo>
                  <a:lnTo>
                    <a:pt x="4537" y="725"/>
                  </a:lnTo>
                  <a:cubicBezTo>
                    <a:pt x="4758" y="725"/>
                    <a:pt x="4916" y="568"/>
                    <a:pt x="4916" y="379"/>
                  </a:cubicBezTo>
                  <a:cubicBezTo>
                    <a:pt x="4916" y="158"/>
                    <a:pt x="4758" y="1"/>
                    <a:pt x="453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2" name="Google Shape;11662;p138"/>
            <p:cNvSpPr/>
            <p:nvPr/>
          </p:nvSpPr>
          <p:spPr>
            <a:xfrm>
              <a:off x="-47333600" y="2186050"/>
              <a:ext cx="18150" cy="17350"/>
            </a:xfrm>
            <a:custGeom>
              <a:rect b="b" l="l" r="r" t="t"/>
              <a:pathLst>
                <a:path extrusionOk="0" h="694" w="726">
                  <a:moveTo>
                    <a:pt x="347" y="0"/>
                  </a:moveTo>
                  <a:cubicBezTo>
                    <a:pt x="158" y="0"/>
                    <a:pt x="1" y="158"/>
                    <a:pt x="1" y="347"/>
                  </a:cubicBezTo>
                  <a:cubicBezTo>
                    <a:pt x="1" y="536"/>
                    <a:pt x="158" y="693"/>
                    <a:pt x="347" y="693"/>
                  </a:cubicBezTo>
                  <a:cubicBezTo>
                    <a:pt x="568" y="693"/>
                    <a:pt x="726" y="536"/>
                    <a:pt x="726" y="347"/>
                  </a:cubicBezTo>
                  <a:cubicBezTo>
                    <a:pt x="726" y="126"/>
                    <a:pt x="568"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3" name="Google Shape;11663;p138"/>
            <p:cNvSpPr/>
            <p:nvPr/>
          </p:nvSpPr>
          <p:spPr>
            <a:xfrm>
              <a:off x="-47509225" y="1974175"/>
              <a:ext cx="263075" cy="300900"/>
            </a:xfrm>
            <a:custGeom>
              <a:rect b="b" l="l" r="r" t="t"/>
              <a:pathLst>
                <a:path extrusionOk="0" h="12036" w="10523">
                  <a:moveTo>
                    <a:pt x="9483" y="2111"/>
                  </a:moveTo>
                  <a:cubicBezTo>
                    <a:pt x="9672" y="2111"/>
                    <a:pt x="9830" y="2269"/>
                    <a:pt x="9830" y="2489"/>
                  </a:cubicBezTo>
                  <a:lnTo>
                    <a:pt x="9830" y="3529"/>
                  </a:lnTo>
                  <a:lnTo>
                    <a:pt x="9105" y="3529"/>
                  </a:lnTo>
                  <a:lnTo>
                    <a:pt x="9105" y="2111"/>
                  </a:lnTo>
                  <a:close/>
                  <a:moveTo>
                    <a:pt x="9830" y="4222"/>
                  </a:moveTo>
                  <a:lnTo>
                    <a:pt x="9830" y="5640"/>
                  </a:lnTo>
                  <a:lnTo>
                    <a:pt x="9105" y="5640"/>
                  </a:lnTo>
                  <a:lnTo>
                    <a:pt x="9105" y="4222"/>
                  </a:lnTo>
                  <a:close/>
                  <a:moveTo>
                    <a:pt x="9861" y="6333"/>
                  </a:moveTo>
                  <a:lnTo>
                    <a:pt x="9861" y="7751"/>
                  </a:lnTo>
                  <a:lnTo>
                    <a:pt x="9168" y="7751"/>
                  </a:lnTo>
                  <a:lnTo>
                    <a:pt x="9168" y="6333"/>
                  </a:lnTo>
                  <a:close/>
                  <a:moveTo>
                    <a:pt x="9830" y="8412"/>
                  </a:moveTo>
                  <a:lnTo>
                    <a:pt x="9830" y="9483"/>
                  </a:lnTo>
                  <a:cubicBezTo>
                    <a:pt x="9830" y="9672"/>
                    <a:pt x="9672" y="9830"/>
                    <a:pt x="9483" y="9830"/>
                  </a:cubicBezTo>
                  <a:lnTo>
                    <a:pt x="9137" y="9830"/>
                  </a:lnTo>
                  <a:lnTo>
                    <a:pt x="9137" y="8412"/>
                  </a:lnTo>
                  <a:close/>
                  <a:moveTo>
                    <a:pt x="8444" y="630"/>
                  </a:moveTo>
                  <a:lnTo>
                    <a:pt x="8444" y="11248"/>
                  </a:lnTo>
                  <a:lnTo>
                    <a:pt x="1450" y="11248"/>
                  </a:lnTo>
                  <a:lnTo>
                    <a:pt x="1450" y="10554"/>
                  </a:lnTo>
                  <a:lnTo>
                    <a:pt x="1796" y="10554"/>
                  </a:lnTo>
                  <a:cubicBezTo>
                    <a:pt x="1985" y="10554"/>
                    <a:pt x="2143" y="10397"/>
                    <a:pt x="2143" y="10176"/>
                  </a:cubicBezTo>
                  <a:cubicBezTo>
                    <a:pt x="2143" y="9987"/>
                    <a:pt x="1985" y="9830"/>
                    <a:pt x="1796" y="9830"/>
                  </a:cubicBezTo>
                  <a:lnTo>
                    <a:pt x="1450" y="9830"/>
                  </a:lnTo>
                  <a:lnTo>
                    <a:pt x="1450" y="8412"/>
                  </a:lnTo>
                  <a:lnTo>
                    <a:pt x="1796" y="8412"/>
                  </a:lnTo>
                  <a:cubicBezTo>
                    <a:pt x="1985" y="8412"/>
                    <a:pt x="2143" y="8255"/>
                    <a:pt x="2143" y="8066"/>
                  </a:cubicBezTo>
                  <a:cubicBezTo>
                    <a:pt x="2143" y="7877"/>
                    <a:pt x="1985" y="7719"/>
                    <a:pt x="1796" y="7719"/>
                  </a:cubicBezTo>
                  <a:lnTo>
                    <a:pt x="1450" y="7719"/>
                  </a:lnTo>
                  <a:lnTo>
                    <a:pt x="1450" y="6301"/>
                  </a:lnTo>
                  <a:lnTo>
                    <a:pt x="1796" y="6301"/>
                  </a:lnTo>
                  <a:cubicBezTo>
                    <a:pt x="1985" y="6301"/>
                    <a:pt x="2143" y="6144"/>
                    <a:pt x="2143" y="5923"/>
                  </a:cubicBezTo>
                  <a:cubicBezTo>
                    <a:pt x="2143" y="5734"/>
                    <a:pt x="1985" y="5577"/>
                    <a:pt x="1796" y="5577"/>
                  </a:cubicBezTo>
                  <a:lnTo>
                    <a:pt x="1450" y="5577"/>
                  </a:lnTo>
                  <a:lnTo>
                    <a:pt x="1450" y="4159"/>
                  </a:lnTo>
                  <a:lnTo>
                    <a:pt x="1796" y="4159"/>
                  </a:lnTo>
                  <a:cubicBezTo>
                    <a:pt x="1985" y="4159"/>
                    <a:pt x="2143" y="4001"/>
                    <a:pt x="2143" y="3812"/>
                  </a:cubicBezTo>
                  <a:cubicBezTo>
                    <a:pt x="2143" y="3623"/>
                    <a:pt x="1985" y="3466"/>
                    <a:pt x="1796" y="3466"/>
                  </a:cubicBezTo>
                  <a:lnTo>
                    <a:pt x="1450" y="3466"/>
                  </a:lnTo>
                  <a:lnTo>
                    <a:pt x="1450" y="2048"/>
                  </a:lnTo>
                  <a:lnTo>
                    <a:pt x="1796" y="2048"/>
                  </a:lnTo>
                  <a:cubicBezTo>
                    <a:pt x="1985" y="2048"/>
                    <a:pt x="2143" y="1891"/>
                    <a:pt x="2143" y="1670"/>
                  </a:cubicBezTo>
                  <a:cubicBezTo>
                    <a:pt x="2143" y="1481"/>
                    <a:pt x="1985" y="1324"/>
                    <a:pt x="1796" y="1324"/>
                  </a:cubicBezTo>
                  <a:lnTo>
                    <a:pt x="1450" y="1324"/>
                  </a:lnTo>
                  <a:lnTo>
                    <a:pt x="1450" y="630"/>
                  </a:lnTo>
                  <a:close/>
                  <a:moveTo>
                    <a:pt x="1040" y="0"/>
                  </a:moveTo>
                  <a:cubicBezTo>
                    <a:pt x="851" y="0"/>
                    <a:pt x="693" y="158"/>
                    <a:pt x="693" y="347"/>
                  </a:cubicBezTo>
                  <a:lnTo>
                    <a:pt x="693" y="1418"/>
                  </a:lnTo>
                  <a:lnTo>
                    <a:pt x="347" y="1418"/>
                  </a:lnTo>
                  <a:cubicBezTo>
                    <a:pt x="158" y="1418"/>
                    <a:pt x="0" y="1576"/>
                    <a:pt x="0" y="1765"/>
                  </a:cubicBezTo>
                  <a:cubicBezTo>
                    <a:pt x="0" y="1954"/>
                    <a:pt x="158" y="2111"/>
                    <a:pt x="347" y="2111"/>
                  </a:cubicBezTo>
                  <a:lnTo>
                    <a:pt x="693" y="2111"/>
                  </a:lnTo>
                  <a:lnTo>
                    <a:pt x="693" y="3529"/>
                  </a:lnTo>
                  <a:lnTo>
                    <a:pt x="347" y="3529"/>
                  </a:lnTo>
                  <a:cubicBezTo>
                    <a:pt x="158" y="3529"/>
                    <a:pt x="0" y="3686"/>
                    <a:pt x="0" y="3907"/>
                  </a:cubicBezTo>
                  <a:cubicBezTo>
                    <a:pt x="0" y="4096"/>
                    <a:pt x="158" y="4254"/>
                    <a:pt x="347" y="4254"/>
                  </a:cubicBezTo>
                  <a:lnTo>
                    <a:pt x="693" y="4254"/>
                  </a:lnTo>
                  <a:lnTo>
                    <a:pt x="693" y="5671"/>
                  </a:lnTo>
                  <a:lnTo>
                    <a:pt x="347" y="5671"/>
                  </a:lnTo>
                  <a:cubicBezTo>
                    <a:pt x="158" y="5671"/>
                    <a:pt x="0" y="5829"/>
                    <a:pt x="0" y="6018"/>
                  </a:cubicBezTo>
                  <a:cubicBezTo>
                    <a:pt x="0" y="6207"/>
                    <a:pt x="158" y="6364"/>
                    <a:pt x="347" y="6364"/>
                  </a:cubicBezTo>
                  <a:lnTo>
                    <a:pt x="693" y="6364"/>
                  </a:lnTo>
                  <a:lnTo>
                    <a:pt x="693" y="7782"/>
                  </a:lnTo>
                  <a:lnTo>
                    <a:pt x="347" y="7782"/>
                  </a:lnTo>
                  <a:cubicBezTo>
                    <a:pt x="158" y="7782"/>
                    <a:pt x="0" y="7940"/>
                    <a:pt x="0" y="8160"/>
                  </a:cubicBezTo>
                  <a:cubicBezTo>
                    <a:pt x="0" y="8349"/>
                    <a:pt x="158" y="8507"/>
                    <a:pt x="347" y="8507"/>
                  </a:cubicBezTo>
                  <a:lnTo>
                    <a:pt x="693" y="8507"/>
                  </a:lnTo>
                  <a:lnTo>
                    <a:pt x="693" y="9924"/>
                  </a:lnTo>
                  <a:lnTo>
                    <a:pt x="347" y="9924"/>
                  </a:lnTo>
                  <a:cubicBezTo>
                    <a:pt x="158" y="9924"/>
                    <a:pt x="0" y="10082"/>
                    <a:pt x="0" y="10271"/>
                  </a:cubicBezTo>
                  <a:cubicBezTo>
                    <a:pt x="0" y="10460"/>
                    <a:pt x="158" y="10617"/>
                    <a:pt x="347" y="10617"/>
                  </a:cubicBezTo>
                  <a:lnTo>
                    <a:pt x="693" y="10617"/>
                  </a:lnTo>
                  <a:lnTo>
                    <a:pt x="693" y="11689"/>
                  </a:lnTo>
                  <a:cubicBezTo>
                    <a:pt x="693" y="11878"/>
                    <a:pt x="851" y="12035"/>
                    <a:pt x="1040" y="12035"/>
                  </a:cubicBezTo>
                  <a:lnTo>
                    <a:pt x="8759" y="12035"/>
                  </a:lnTo>
                  <a:cubicBezTo>
                    <a:pt x="8979" y="12035"/>
                    <a:pt x="9137" y="11878"/>
                    <a:pt x="9137" y="11689"/>
                  </a:cubicBezTo>
                  <a:lnTo>
                    <a:pt x="9137" y="10617"/>
                  </a:lnTo>
                  <a:lnTo>
                    <a:pt x="9483" y="10617"/>
                  </a:lnTo>
                  <a:cubicBezTo>
                    <a:pt x="10050" y="10617"/>
                    <a:pt x="10523" y="10145"/>
                    <a:pt x="10523" y="9578"/>
                  </a:cubicBezTo>
                  <a:lnTo>
                    <a:pt x="10523" y="2552"/>
                  </a:lnTo>
                  <a:cubicBezTo>
                    <a:pt x="10523" y="1891"/>
                    <a:pt x="10050" y="1418"/>
                    <a:pt x="9483" y="1418"/>
                  </a:cubicBezTo>
                  <a:lnTo>
                    <a:pt x="9137" y="1418"/>
                  </a:lnTo>
                  <a:lnTo>
                    <a:pt x="9137" y="347"/>
                  </a:lnTo>
                  <a:cubicBezTo>
                    <a:pt x="9137" y="158"/>
                    <a:pt x="8979" y="0"/>
                    <a:pt x="875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64" name="Google Shape;11664;p138"/>
          <p:cNvGrpSpPr/>
          <p:nvPr/>
        </p:nvGrpSpPr>
        <p:grpSpPr>
          <a:xfrm>
            <a:off x="849622" y="3146218"/>
            <a:ext cx="361004" cy="357961"/>
            <a:chOff x="-47529700" y="2342000"/>
            <a:chExt cx="302450" cy="299900"/>
          </a:xfrm>
        </p:grpSpPr>
        <p:sp>
          <p:nvSpPr>
            <p:cNvPr id="11665" name="Google Shape;11665;p138"/>
            <p:cNvSpPr/>
            <p:nvPr/>
          </p:nvSpPr>
          <p:spPr>
            <a:xfrm>
              <a:off x="-47529700" y="2342000"/>
              <a:ext cx="302450" cy="299900"/>
            </a:xfrm>
            <a:custGeom>
              <a:rect b="b" l="l" r="r" t="t"/>
              <a:pathLst>
                <a:path extrusionOk="0" h="11996" w="12098">
                  <a:moveTo>
                    <a:pt x="7530" y="725"/>
                  </a:moveTo>
                  <a:cubicBezTo>
                    <a:pt x="9672" y="725"/>
                    <a:pt x="11405" y="2457"/>
                    <a:pt x="11405" y="4568"/>
                  </a:cubicBezTo>
                  <a:cubicBezTo>
                    <a:pt x="11405" y="6711"/>
                    <a:pt x="9672" y="8443"/>
                    <a:pt x="7530" y="8443"/>
                  </a:cubicBezTo>
                  <a:cubicBezTo>
                    <a:pt x="5419" y="8443"/>
                    <a:pt x="3686" y="6711"/>
                    <a:pt x="3686" y="4568"/>
                  </a:cubicBezTo>
                  <a:cubicBezTo>
                    <a:pt x="3686" y="2457"/>
                    <a:pt x="5419" y="725"/>
                    <a:pt x="7530" y="725"/>
                  </a:cubicBezTo>
                  <a:close/>
                  <a:moveTo>
                    <a:pt x="4064" y="7530"/>
                  </a:moveTo>
                  <a:cubicBezTo>
                    <a:pt x="4222" y="7719"/>
                    <a:pt x="4379" y="7876"/>
                    <a:pt x="4568" y="8034"/>
                  </a:cubicBezTo>
                  <a:lnTo>
                    <a:pt x="3686" y="8947"/>
                  </a:lnTo>
                  <a:lnTo>
                    <a:pt x="3151" y="8443"/>
                  </a:lnTo>
                  <a:lnTo>
                    <a:pt x="4064" y="7530"/>
                  </a:lnTo>
                  <a:close/>
                  <a:moveTo>
                    <a:pt x="2647" y="8916"/>
                  </a:moveTo>
                  <a:lnTo>
                    <a:pt x="3151" y="9420"/>
                  </a:lnTo>
                  <a:lnTo>
                    <a:pt x="1386" y="11184"/>
                  </a:lnTo>
                  <a:cubicBezTo>
                    <a:pt x="1323" y="11247"/>
                    <a:pt x="1237" y="11279"/>
                    <a:pt x="1146" y="11279"/>
                  </a:cubicBezTo>
                  <a:cubicBezTo>
                    <a:pt x="1056" y="11279"/>
                    <a:pt x="961" y="11247"/>
                    <a:pt x="882" y="11184"/>
                  </a:cubicBezTo>
                  <a:cubicBezTo>
                    <a:pt x="756" y="11090"/>
                    <a:pt x="756" y="10838"/>
                    <a:pt x="882" y="10680"/>
                  </a:cubicBezTo>
                  <a:lnTo>
                    <a:pt x="2647" y="8916"/>
                  </a:lnTo>
                  <a:close/>
                  <a:moveTo>
                    <a:pt x="7530" y="0"/>
                  </a:moveTo>
                  <a:cubicBezTo>
                    <a:pt x="5009" y="0"/>
                    <a:pt x="2962" y="2048"/>
                    <a:pt x="2962" y="4568"/>
                  </a:cubicBezTo>
                  <a:cubicBezTo>
                    <a:pt x="2962" y="5450"/>
                    <a:pt x="3214" y="6270"/>
                    <a:pt x="3623" y="6963"/>
                  </a:cubicBezTo>
                  <a:lnTo>
                    <a:pt x="410" y="10208"/>
                  </a:lnTo>
                  <a:cubicBezTo>
                    <a:pt x="0" y="10586"/>
                    <a:pt x="0" y="11279"/>
                    <a:pt x="410" y="11688"/>
                  </a:cubicBezTo>
                  <a:cubicBezTo>
                    <a:pt x="599" y="11893"/>
                    <a:pt x="867" y="11996"/>
                    <a:pt x="1138" y="11996"/>
                  </a:cubicBezTo>
                  <a:cubicBezTo>
                    <a:pt x="1410" y="11996"/>
                    <a:pt x="1686" y="11893"/>
                    <a:pt x="1890" y="11688"/>
                  </a:cubicBezTo>
                  <a:lnTo>
                    <a:pt x="5135" y="8475"/>
                  </a:lnTo>
                  <a:cubicBezTo>
                    <a:pt x="5829" y="8916"/>
                    <a:pt x="6679" y="9137"/>
                    <a:pt x="7530" y="9137"/>
                  </a:cubicBezTo>
                  <a:cubicBezTo>
                    <a:pt x="10050" y="9137"/>
                    <a:pt x="12098" y="7089"/>
                    <a:pt x="12098" y="4568"/>
                  </a:cubicBezTo>
                  <a:cubicBezTo>
                    <a:pt x="12098" y="2048"/>
                    <a:pt x="10050" y="0"/>
                    <a:pt x="753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6" name="Google Shape;11666;p138"/>
            <p:cNvSpPr/>
            <p:nvPr/>
          </p:nvSpPr>
          <p:spPr>
            <a:xfrm>
              <a:off x="-47404475" y="2395550"/>
              <a:ext cx="124475" cy="123675"/>
            </a:xfrm>
            <a:custGeom>
              <a:rect b="b" l="l" r="r" t="t"/>
              <a:pathLst>
                <a:path extrusionOk="0" h="4947" w="4979">
                  <a:moveTo>
                    <a:pt x="2804" y="2080"/>
                  </a:moveTo>
                  <a:cubicBezTo>
                    <a:pt x="2678" y="2395"/>
                    <a:pt x="2458" y="2647"/>
                    <a:pt x="2174" y="2710"/>
                  </a:cubicBezTo>
                  <a:lnTo>
                    <a:pt x="2174" y="2080"/>
                  </a:lnTo>
                  <a:close/>
                  <a:moveTo>
                    <a:pt x="1828" y="694"/>
                  </a:moveTo>
                  <a:cubicBezTo>
                    <a:pt x="2300" y="694"/>
                    <a:pt x="2678" y="977"/>
                    <a:pt x="2804" y="1418"/>
                  </a:cubicBezTo>
                  <a:lnTo>
                    <a:pt x="1828" y="1418"/>
                  </a:lnTo>
                  <a:cubicBezTo>
                    <a:pt x="1607" y="1418"/>
                    <a:pt x="1481" y="1576"/>
                    <a:pt x="1481" y="1765"/>
                  </a:cubicBezTo>
                  <a:lnTo>
                    <a:pt x="1481" y="2741"/>
                  </a:lnTo>
                  <a:cubicBezTo>
                    <a:pt x="1072" y="2584"/>
                    <a:pt x="757" y="2206"/>
                    <a:pt x="757" y="1765"/>
                  </a:cubicBezTo>
                  <a:cubicBezTo>
                    <a:pt x="757" y="1166"/>
                    <a:pt x="1229" y="694"/>
                    <a:pt x="1828" y="694"/>
                  </a:cubicBezTo>
                  <a:close/>
                  <a:moveTo>
                    <a:pt x="4254" y="2080"/>
                  </a:moveTo>
                  <a:lnTo>
                    <a:pt x="4254" y="4222"/>
                  </a:lnTo>
                  <a:lnTo>
                    <a:pt x="2143" y="4222"/>
                  </a:lnTo>
                  <a:lnTo>
                    <a:pt x="2143" y="3466"/>
                  </a:lnTo>
                  <a:cubicBezTo>
                    <a:pt x="2804" y="3308"/>
                    <a:pt x="3371" y="2804"/>
                    <a:pt x="3498" y="2080"/>
                  </a:cubicBezTo>
                  <a:close/>
                  <a:moveTo>
                    <a:pt x="1796" y="0"/>
                  </a:moveTo>
                  <a:cubicBezTo>
                    <a:pt x="788" y="0"/>
                    <a:pt x="0" y="788"/>
                    <a:pt x="0" y="1765"/>
                  </a:cubicBezTo>
                  <a:cubicBezTo>
                    <a:pt x="0" y="2615"/>
                    <a:pt x="599" y="3340"/>
                    <a:pt x="1418" y="3497"/>
                  </a:cubicBezTo>
                  <a:lnTo>
                    <a:pt x="1418" y="4600"/>
                  </a:lnTo>
                  <a:cubicBezTo>
                    <a:pt x="1418" y="4789"/>
                    <a:pt x="1576" y="4947"/>
                    <a:pt x="1796" y="4947"/>
                  </a:cubicBezTo>
                  <a:lnTo>
                    <a:pt x="4569" y="4947"/>
                  </a:lnTo>
                  <a:cubicBezTo>
                    <a:pt x="4789" y="4947"/>
                    <a:pt x="4947" y="4789"/>
                    <a:pt x="4947" y="4600"/>
                  </a:cubicBezTo>
                  <a:lnTo>
                    <a:pt x="4947" y="1796"/>
                  </a:lnTo>
                  <a:cubicBezTo>
                    <a:pt x="4978" y="1576"/>
                    <a:pt x="4821" y="1418"/>
                    <a:pt x="4632" y="1418"/>
                  </a:cubicBezTo>
                  <a:lnTo>
                    <a:pt x="3498" y="1418"/>
                  </a:lnTo>
                  <a:cubicBezTo>
                    <a:pt x="3371" y="631"/>
                    <a:pt x="2647" y="0"/>
                    <a:pt x="179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67" name="Google Shape;11667;p138"/>
          <p:cNvGrpSpPr/>
          <p:nvPr/>
        </p:nvGrpSpPr>
        <p:grpSpPr>
          <a:xfrm>
            <a:off x="851025" y="3645367"/>
            <a:ext cx="358199" cy="272648"/>
            <a:chOff x="-47527350" y="2747625"/>
            <a:chExt cx="300100" cy="228425"/>
          </a:xfrm>
        </p:grpSpPr>
        <p:sp>
          <p:nvSpPr>
            <p:cNvPr id="11668" name="Google Shape;11668;p138"/>
            <p:cNvSpPr/>
            <p:nvPr/>
          </p:nvSpPr>
          <p:spPr>
            <a:xfrm>
              <a:off x="-47475350" y="2782275"/>
              <a:ext cx="124450" cy="124475"/>
            </a:xfrm>
            <a:custGeom>
              <a:rect b="b" l="l" r="r" t="t"/>
              <a:pathLst>
                <a:path extrusionOk="0" h="4979" w="4978">
                  <a:moveTo>
                    <a:pt x="2804" y="2080"/>
                  </a:moveTo>
                  <a:cubicBezTo>
                    <a:pt x="2678" y="2395"/>
                    <a:pt x="2457" y="2647"/>
                    <a:pt x="2174" y="2710"/>
                  </a:cubicBezTo>
                  <a:lnTo>
                    <a:pt x="2174" y="2080"/>
                  </a:lnTo>
                  <a:close/>
                  <a:moveTo>
                    <a:pt x="1827" y="725"/>
                  </a:moveTo>
                  <a:cubicBezTo>
                    <a:pt x="2300" y="725"/>
                    <a:pt x="2678" y="977"/>
                    <a:pt x="2804" y="1418"/>
                  </a:cubicBezTo>
                  <a:lnTo>
                    <a:pt x="1827" y="1418"/>
                  </a:lnTo>
                  <a:cubicBezTo>
                    <a:pt x="1607" y="1418"/>
                    <a:pt x="1481" y="1576"/>
                    <a:pt x="1481" y="1765"/>
                  </a:cubicBezTo>
                  <a:lnTo>
                    <a:pt x="1481" y="2773"/>
                  </a:lnTo>
                  <a:cubicBezTo>
                    <a:pt x="1071" y="2615"/>
                    <a:pt x="756" y="2206"/>
                    <a:pt x="756" y="1765"/>
                  </a:cubicBezTo>
                  <a:cubicBezTo>
                    <a:pt x="756" y="1197"/>
                    <a:pt x="1229" y="725"/>
                    <a:pt x="1827" y="725"/>
                  </a:cubicBezTo>
                  <a:close/>
                  <a:moveTo>
                    <a:pt x="4253" y="2080"/>
                  </a:moveTo>
                  <a:lnTo>
                    <a:pt x="4253" y="4222"/>
                  </a:lnTo>
                  <a:lnTo>
                    <a:pt x="2142" y="4222"/>
                  </a:lnTo>
                  <a:lnTo>
                    <a:pt x="2142" y="3466"/>
                  </a:lnTo>
                  <a:cubicBezTo>
                    <a:pt x="2804" y="3308"/>
                    <a:pt x="3371" y="2804"/>
                    <a:pt x="3529" y="2080"/>
                  </a:cubicBezTo>
                  <a:close/>
                  <a:moveTo>
                    <a:pt x="1764" y="0"/>
                  </a:moveTo>
                  <a:cubicBezTo>
                    <a:pt x="788" y="0"/>
                    <a:pt x="0" y="788"/>
                    <a:pt x="0" y="1765"/>
                  </a:cubicBezTo>
                  <a:cubicBezTo>
                    <a:pt x="0" y="2647"/>
                    <a:pt x="599" y="3340"/>
                    <a:pt x="1418" y="3497"/>
                  </a:cubicBezTo>
                  <a:lnTo>
                    <a:pt x="1418" y="4600"/>
                  </a:lnTo>
                  <a:cubicBezTo>
                    <a:pt x="1418" y="4821"/>
                    <a:pt x="1575" y="4978"/>
                    <a:pt x="1764" y="4978"/>
                  </a:cubicBezTo>
                  <a:lnTo>
                    <a:pt x="4568" y="4978"/>
                  </a:lnTo>
                  <a:cubicBezTo>
                    <a:pt x="4757" y="4978"/>
                    <a:pt x="4915" y="4821"/>
                    <a:pt x="4915" y="4600"/>
                  </a:cubicBezTo>
                  <a:lnTo>
                    <a:pt x="4915" y="1828"/>
                  </a:lnTo>
                  <a:cubicBezTo>
                    <a:pt x="4978" y="1576"/>
                    <a:pt x="4820" y="1418"/>
                    <a:pt x="4600" y="1418"/>
                  </a:cubicBezTo>
                  <a:lnTo>
                    <a:pt x="3497" y="1418"/>
                  </a:lnTo>
                  <a:cubicBezTo>
                    <a:pt x="3340" y="630"/>
                    <a:pt x="2646" y="0"/>
                    <a:pt x="176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9" name="Google Shape;11669;p138"/>
            <p:cNvSpPr/>
            <p:nvPr/>
          </p:nvSpPr>
          <p:spPr>
            <a:xfrm>
              <a:off x="-47333600" y="2782275"/>
              <a:ext cx="53600" cy="18125"/>
            </a:xfrm>
            <a:custGeom>
              <a:rect b="b" l="l" r="r" t="t"/>
              <a:pathLst>
                <a:path extrusionOk="0" h="725" w="2144">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0" name="Google Shape;11670;p138"/>
            <p:cNvSpPr/>
            <p:nvPr/>
          </p:nvSpPr>
          <p:spPr>
            <a:xfrm>
              <a:off x="-47333600" y="2817725"/>
              <a:ext cx="53600" cy="18125"/>
            </a:xfrm>
            <a:custGeom>
              <a:rect b="b" l="l" r="r" t="t"/>
              <a:pathLst>
                <a:path extrusionOk="0" h="725" w="2144">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1" name="Google Shape;11671;p138"/>
            <p:cNvSpPr/>
            <p:nvPr/>
          </p:nvSpPr>
          <p:spPr>
            <a:xfrm>
              <a:off x="-47333600" y="2852375"/>
              <a:ext cx="53600" cy="17350"/>
            </a:xfrm>
            <a:custGeom>
              <a:rect b="b" l="l" r="r" t="t"/>
              <a:pathLst>
                <a:path extrusionOk="0" h="694" w="2144">
                  <a:moveTo>
                    <a:pt x="347" y="0"/>
                  </a:moveTo>
                  <a:cubicBezTo>
                    <a:pt x="158" y="0"/>
                    <a:pt x="1" y="158"/>
                    <a:pt x="1" y="347"/>
                  </a:cubicBezTo>
                  <a:cubicBezTo>
                    <a:pt x="1" y="536"/>
                    <a:pt x="158" y="693"/>
                    <a:pt x="347" y="693"/>
                  </a:cubicBezTo>
                  <a:lnTo>
                    <a:pt x="1797" y="693"/>
                  </a:lnTo>
                  <a:cubicBezTo>
                    <a:pt x="1986" y="693"/>
                    <a:pt x="2143" y="536"/>
                    <a:pt x="2143" y="347"/>
                  </a:cubicBezTo>
                  <a:cubicBezTo>
                    <a:pt x="2143" y="158"/>
                    <a:pt x="1986" y="0"/>
                    <a:pt x="179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2" name="Google Shape;11672;p138"/>
            <p:cNvSpPr/>
            <p:nvPr/>
          </p:nvSpPr>
          <p:spPr>
            <a:xfrm>
              <a:off x="-47333600" y="2887800"/>
              <a:ext cx="53600" cy="17375"/>
            </a:xfrm>
            <a:custGeom>
              <a:rect b="b" l="l" r="r" t="t"/>
              <a:pathLst>
                <a:path extrusionOk="0" h="695" w="2144">
                  <a:moveTo>
                    <a:pt x="347" y="1"/>
                  </a:moveTo>
                  <a:cubicBezTo>
                    <a:pt x="158" y="1"/>
                    <a:pt x="1" y="158"/>
                    <a:pt x="1" y="347"/>
                  </a:cubicBezTo>
                  <a:cubicBezTo>
                    <a:pt x="1" y="537"/>
                    <a:pt x="158" y="694"/>
                    <a:pt x="347" y="694"/>
                  </a:cubicBezTo>
                  <a:lnTo>
                    <a:pt x="1797" y="694"/>
                  </a:lnTo>
                  <a:cubicBezTo>
                    <a:pt x="1986" y="694"/>
                    <a:pt x="2143" y="537"/>
                    <a:pt x="2143" y="347"/>
                  </a:cubicBezTo>
                  <a:cubicBezTo>
                    <a:pt x="2143" y="158"/>
                    <a:pt x="1986" y="1"/>
                    <a:pt x="179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3" name="Google Shape;11673;p138"/>
            <p:cNvSpPr/>
            <p:nvPr/>
          </p:nvSpPr>
          <p:spPr>
            <a:xfrm>
              <a:off x="-47527350" y="2747625"/>
              <a:ext cx="300100" cy="228425"/>
            </a:xfrm>
            <a:custGeom>
              <a:rect b="b" l="l" r="r" t="t"/>
              <a:pathLst>
                <a:path extrusionOk="0" h="9137" w="12004">
                  <a:moveTo>
                    <a:pt x="10586" y="693"/>
                  </a:moveTo>
                  <a:lnTo>
                    <a:pt x="10586" y="7026"/>
                  </a:lnTo>
                  <a:lnTo>
                    <a:pt x="1418" y="7026"/>
                  </a:lnTo>
                  <a:lnTo>
                    <a:pt x="1418" y="693"/>
                  </a:lnTo>
                  <a:close/>
                  <a:moveTo>
                    <a:pt x="11311" y="7687"/>
                  </a:moveTo>
                  <a:lnTo>
                    <a:pt x="11311" y="8412"/>
                  </a:lnTo>
                  <a:lnTo>
                    <a:pt x="725" y="8412"/>
                  </a:lnTo>
                  <a:lnTo>
                    <a:pt x="725" y="7687"/>
                  </a:lnTo>
                  <a:close/>
                  <a:moveTo>
                    <a:pt x="1072" y="0"/>
                  </a:moveTo>
                  <a:cubicBezTo>
                    <a:pt x="883" y="0"/>
                    <a:pt x="725" y="158"/>
                    <a:pt x="725" y="378"/>
                  </a:cubicBezTo>
                  <a:lnTo>
                    <a:pt x="725" y="7026"/>
                  </a:lnTo>
                  <a:lnTo>
                    <a:pt x="347" y="7026"/>
                  </a:lnTo>
                  <a:cubicBezTo>
                    <a:pt x="158" y="7026"/>
                    <a:pt x="1" y="7183"/>
                    <a:pt x="1" y="7372"/>
                  </a:cubicBezTo>
                  <a:lnTo>
                    <a:pt x="1" y="8790"/>
                  </a:lnTo>
                  <a:cubicBezTo>
                    <a:pt x="1" y="8979"/>
                    <a:pt x="158" y="9136"/>
                    <a:pt x="347" y="9136"/>
                  </a:cubicBezTo>
                  <a:lnTo>
                    <a:pt x="11658" y="9136"/>
                  </a:lnTo>
                  <a:cubicBezTo>
                    <a:pt x="11847" y="9136"/>
                    <a:pt x="12004" y="8979"/>
                    <a:pt x="12004" y="8790"/>
                  </a:cubicBezTo>
                  <a:lnTo>
                    <a:pt x="12004" y="7372"/>
                  </a:lnTo>
                  <a:cubicBezTo>
                    <a:pt x="12004" y="7183"/>
                    <a:pt x="11847" y="7026"/>
                    <a:pt x="11658" y="7026"/>
                  </a:cubicBezTo>
                  <a:lnTo>
                    <a:pt x="11311" y="7026"/>
                  </a:lnTo>
                  <a:lnTo>
                    <a:pt x="11311" y="378"/>
                  </a:lnTo>
                  <a:cubicBezTo>
                    <a:pt x="11311" y="158"/>
                    <a:pt x="11153" y="0"/>
                    <a:pt x="1096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674" name="Google Shape;11674;p138"/>
          <p:cNvSpPr/>
          <p:nvPr/>
        </p:nvSpPr>
        <p:spPr>
          <a:xfrm>
            <a:off x="3077474" y="2687082"/>
            <a:ext cx="356319" cy="360795"/>
          </a:xfrm>
          <a:custGeom>
            <a:rect b="b" l="l" r="r" t="t"/>
            <a:pathLst>
              <a:path extrusionOk="0" h="12091" w="11941">
                <a:moveTo>
                  <a:pt x="5955" y="796"/>
                </a:moveTo>
                <a:lnTo>
                  <a:pt x="10933" y="3915"/>
                </a:lnTo>
                <a:lnTo>
                  <a:pt x="5955" y="7034"/>
                </a:lnTo>
                <a:lnTo>
                  <a:pt x="977" y="3915"/>
                </a:lnTo>
                <a:lnTo>
                  <a:pt x="5955" y="796"/>
                </a:lnTo>
                <a:close/>
                <a:moveTo>
                  <a:pt x="9924" y="5428"/>
                </a:moveTo>
                <a:lnTo>
                  <a:pt x="10964" y="6058"/>
                </a:lnTo>
                <a:lnTo>
                  <a:pt x="5955" y="9145"/>
                </a:lnTo>
                <a:lnTo>
                  <a:pt x="977" y="6058"/>
                </a:lnTo>
                <a:lnTo>
                  <a:pt x="2017" y="5428"/>
                </a:lnTo>
                <a:lnTo>
                  <a:pt x="5797" y="7790"/>
                </a:lnTo>
                <a:cubicBezTo>
                  <a:pt x="5860" y="7822"/>
                  <a:pt x="5931" y="7838"/>
                  <a:pt x="5994" y="7838"/>
                </a:cubicBezTo>
                <a:cubicBezTo>
                  <a:pt x="6057" y="7838"/>
                  <a:pt x="6112" y="7822"/>
                  <a:pt x="6144" y="7790"/>
                </a:cubicBezTo>
                <a:lnTo>
                  <a:pt x="9924" y="5428"/>
                </a:lnTo>
                <a:close/>
                <a:moveTo>
                  <a:pt x="9956" y="7538"/>
                </a:moveTo>
                <a:lnTo>
                  <a:pt x="10964" y="8169"/>
                </a:lnTo>
                <a:lnTo>
                  <a:pt x="5986" y="11288"/>
                </a:lnTo>
                <a:lnTo>
                  <a:pt x="1040" y="8169"/>
                </a:lnTo>
                <a:lnTo>
                  <a:pt x="2048" y="7538"/>
                </a:lnTo>
                <a:lnTo>
                  <a:pt x="5829" y="9901"/>
                </a:lnTo>
                <a:cubicBezTo>
                  <a:pt x="5892" y="9949"/>
                  <a:pt x="5963" y="9972"/>
                  <a:pt x="6026" y="9972"/>
                </a:cubicBezTo>
                <a:cubicBezTo>
                  <a:pt x="6089" y="9972"/>
                  <a:pt x="6144" y="9949"/>
                  <a:pt x="6175" y="9901"/>
                </a:cubicBezTo>
                <a:lnTo>
                  <a:pt x="9956" y="7538"/>
                </a:lnTo>
                <a:close/>
                <a:moveTo>
                  <a:pt x="5959" y="1"/>
                </a:moveTo>
                <a:cubicBezTo>
                  <a:pt x="5900" y="1"/>
                  <a:pt x="5845" y="25"/>
                  <a:pt x="5797" y="72"/>
                </a:cubicBezTo>
                <a:lnTo>
                  <a:pt x="158" y="3600"/>
                </a:lnTo>
                <a:cubicBezTo>
                  <a:pt x="32" y="3695"/>
                  <a:pt x="0" y="3758"/>
                  <a:pt x="0" y="3915"/>
                </a:cubicBezTo>
                <a:cubicBezTo>
                  <a:pt x="0" y="4073"/>
                  <a:pt x="95" y="4136"/>
                  <a:pt x="158" y="4230"/>
                </a:cubicBezTo>
                <a:lnTo>
                  <a:pt x="1387" y="4987"/>
                </a:lnTo>
                <a:lnTo>
                  <a:pt x="158" y="5743"/>
                </a:lnTo>
                <a:cubicBezTo>
                  <a:pt x="32" y="5806"/>
                  <a:pt x="0" y="5869"/>
                  <a:pt x="0" y="6058"/>
                </a:cubicBezTo>
                <a:cubicBezTo>
                  <a:pt x="0" y="6152"/>
                  <a:pt x="95" y="6278"/>
                  <a:pt x="158" y="6373"/>
                </a:cubicBezTo>
                <a:lnTo>
                  <a:pt x="1387" y="7097"/>
                </a:lnTo>
                <a:lnTo>
                  <a:pt x="158" y="7854"/>
                </a:lnTo>
                <a:cubicBezTo>
                  <a:pt x="32" y="7948"/>
                  <a:pt x="0" y="8011"/>
                  <a:pt x="0" y="8169"/>
                </a:cubicBezTo>
                <a:cubicBezTo>
                  <a:pt x="0" y="8295"/>
                  <a:pt x="95" y="8421"/>
                  <a:pt x="158" y="8484"/>
                </a:cubicBezTo>
                <a:lnTo>
                  <a:pt x="5797" y="12044"/>
                </a:lnTo>
                <a:cubicBezTo>
                  <a:pt x="5860" y="12075"/>
                  <a:pt x="5931" y="12091"/>
                  <a:pt x="5994" y="12091"/>
                </a:cubicBezTo>
                <a:cubicBezTo>
                  <a:pt x="6057" y="12091"/>
                  <a:pt x="6112" y="12075"/>
                  <a:pt x="6144" y="12044"/>
                </a:cubicBezTo>
                <a:lnTo>
                  <a:pt x="11783" y="8484"/>
                </a:lnTo>
                <a:cubicBezTo>
                  <a:pt x="11909" y="8421"/>
                  <a:pt x="11941" y="8326"/>
                  <a:pt x="11941" y="8169"/>
                </a:cubicBezTo>
                <a:cubicBezTo>
                  <a:pt x="11941" y="8043"/>
                  <a:pt x="11846" y="7948"/>
                  <a:pt x="11783" y="7854"/>
                </a:cubicBezTo>
                <a:lnTo>
                  <a:pt x="10555" y="7097"/>
                </a:lnTo>
                <a:lnTo>
                  <a:pt x="11783" y="6373"/>
                </a:lnTo>
                <a:cubicBezTo>
                  <a:pt x="11909" y="6278"/>
                  <a:pt x="11941" y="6152"/>
                  <a:pt x="11941" y="6058"/>
                </a:cubicBezTo>
                <a:cubicBezTo>
                  <a:pt x="11941" y="5932"/>
                  <a:pt x="11846" y="5806"/>
                  <a:pt x="11783" y="5743"/>
                </a:cubicBezTo>
                <a:lnTo>
                  <a:pt x="10555" y="4987"/>
                </a:lnTo>
                <a:lnTo>
                  <a:pt x="11783" y="4230"/>
                </a:lnTo>
                <a:cubicBezTo>
                  <a:pt x="11909" y="4136"/>
                  <a:pt x="11941" y="4073"/>
                  <a:pt x="11941" y="3915"/>
                </a:cubicBezTo>
                <a:cubicBezTo>
                  <a:pt x="11941" y="3758"/>
                  <a:pt x="11846" y="3695"/>
                  <a:pt x="11783" y="3600"/>
                </a:cubicBezTo>
                <a:lnTo>
                  <a:pt x="6144" y="72"/>
                </a:lnTo>
                <a:cubicBezTo>
                  <a:pt x="6081" y="25"/>
                  <a:pt x="6018" y="1"/>
                  <a:pt x="595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675" name="Google Shape;11675;p138"/>
          <p:cNvGrpSpPr/>
          <p:nvPr/>
        </p:nvGrpSpPr>
        <p:grpSpPr>
          <a:xfrm>
            <a:off x="3073924" y="3158422"/>
            <a:ext cx="358229" cy="314961"/>
            <a:chOff x="-45664625" y="2352225"/>
            <a:chExt cx="300125" cy="263875"/>
          </a:xfrm>
        </p:grpSpPr>
        <p:sp>
          <p:nvSpPr>
            <p:cNvPr id="11676" name="Google Shape;11676;p138"/>
            <p:cNvSpPr/>
            <p:nvPr/>
          </p:nvSpPr>
          <p:spPr>
            <a:xfrm>
              <a:off x="-45664625" y="2352225"/>
              <a:ext cx="300125" cy="263875"/>
            </a:xfrm>
            <a:custGeom>
              <a:rect b="b" l="l" r="r" t="t"/>
              <a:pathLst>
                <a:path extrusionOk="0" h="10555" w="12005">
                  <a:moveTo>
                    <a:pt x="10965" y="694"/>
                  </a:moveTo>
                  <a:cubicBezTo>
                    <a:pt x="11154" y="694"/>
                    <a:pt x="11311" y="851"/>
                    <a:pt x="11311" y="1072"/>
                  </a:cubicBezTo>
                  <a:lnTo>
                    <a:pt x="11311" y="2836"/>
                  </a:lnTo>
                  <a:lnTo>
                    <a:pt x="726" y="2836"/>
                  </a:lnTo>
                  <a:lnTo>
                    <a:pt x="726" y="1072"/>
                  </a:lnTo>
                  <a:cubicBezTo>
                    <a:pt x="694" y="851"/>
                    <a:pt x="852" y="694"/>
                    <a:pt x="1072" y="694"/>
                  </a:cubicBezTo>
                  <a:close/>
                  <a:moveTo>
                    <a:pt x="11311" y="3498"/>
                  </a:moveTo>
                  <a:lnTo>
                    <a:pt x="11311" y="9484"/>
                  </a:lnTo>
                  <a:cubicBezTo>
                    <a:pt x="11311" y="9673"/>
                    <a:pt x="11154" y="9830"/>
                    <a:pt x="10933" y="9830"/>
                  </a:cubicBezTo>
                  <a:lnTo>
                    <a:pt x="1072" y="9830"/>
                  </a:lnTo>
                  <a:cubicBezTo>
                    <a:pt x="852" y="9830"/>
                    <a:pt x="694" y="9673"/>
                    <a:pt x="694" y="9484"/>
                  </a:cubicBezTo>
                  <a:lnTo>
                    <a:pt x="694" y="3498"/>
                  </a:lnTo>
                  <a:close/>
                  <a:moveTo>
                    <a:pt x="1072" y="1"/>
                  </a:moveTo>
                  <a:cubicBezTo>
                    <a:pt x="473" y="1"/>
                    <a:pt x="1" y="473"/>
                    <a:pt x="1" y="1040"/>
                  </a:cubicBezTo>
                  <a:lnTo>
                    <a:pt x="1" y="9484"/>
                  </a:lnTo>
                  <a:cubicBezTo>
                    <a:pt x="1" y="10082"/>
                    <a:pt x="473" y="10555"/>
                    <a:pt x="1072" y="10555"/>
                  </a:cubicBezTo>
                  <a:lnTo>
                    <a:pt x="10933" y="10555"/>
                  </a:lnTo>
                  <a:cubicBezTo>
                    <a:pt x="11532" y="10555"/>
                    <a:pt x="12004" y="10082"/>
                    <a:pt x="12004" y="9484"/>
                  </a:cubicBezTo>
                  <a:lnTo>
                    <a:pt x="12004" y="1040"/>
                  </a:lnTo>
                  <a:cubicBezTo>
                    <a:pt x="11973" y="473"/>
                    <a:pt x="11500" y="1"/>
                    <a:pt x="1093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7" name="Google Shape;11677;p138"/>
            <p:cNvSpPr/>
            <p:nvPr/>
          </p:nvSpPr>
          <p:spPr>
            <a:xfrm>
              <a:off x="-45612625" y="2475100"/>
              <a:ext cx="55150" cy="88225"/>
            </a:xfrm>
            <a:custGeom>
              <a:rect b="b" l="l" r="r" t="t"/>
              <a:pathLst>
                <a:path extrusionOk="0" h="3529" w="2206">
                  <a:moveTo>
                    <a:pt x="1808" y="0"/>
                  </a:moveTo>
                  <a:cubicBezTo>
                    <a:pt x="1717" y="0"/>
                    <a:pt x="1623" y="32"/>
                    <a:pt x="1544" y="95"/>
                  </a:cubicBezTo>
                  <a:lnTo>
                    <a:pt x="126" y="1513"/>
                  </a:lnTo>
                  <a:cubicBezTo>
                    <a:pt x="0" y="1607"/>
                    <a:pt x="0" y="1859"/>
                    <a:pt x="126" y="2017"/>
                  </a:cubicBezTo>
                  <a:lnTo>
                    <a:pt x="1544" y="3434"/>
                  </a:lnTo>
                  <a:cubicBezTo>
                    <a:pt x="1607" y="3497"/>
                    <a:pt x="1694" y="3529"/>
                    <a:pt x="1784" y="3529"/>
                  </a:cubicBezTo>
                  <a:cubicBezTo>
                    <a:pt x="1875" y="3529"/>
                    <a:pt x="1969" y="3497"/>
                    <a:pt x="2048" y="3434"/>
                  </a:cubicBezTo>
                  <a:cubicBezTo>
                    <a:pt x="2174" y="3308"/>
                    <a:pt x="2174" y="3088"/>
                    <a:pt x="2048" y="2930"/>
                  </a:cubicBezTo>
                  <a:lnTo>
                    <a:pt x="914" y="1765"/>
                  </a:lnTo>
                  <a:lnTo>
                    <a:pt x="2048" y="631"/>
                  </a:lnTo>
                  <a:cubicBezTo>
                    <a:pt x="2206" y="473"/>
                    <a:pt x="2206" y="252"/>
                    <a:pt x="2048" y="95"/>
                  </a:cubicBezTo>
                  <a:cubicBezTo>
                    <a:pt x="1985" y="32"/>
                    <a:pt x="1898" y="0"/>
                    <a:pt x="180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8" name="Google Shape;11678;p138"/>
            <p:cNvSpPr/>
            <p:nvPr/>
          </p:nvSpPr>
          <p:spPr>
            <a:xfrm>
              <a:off x="-45471650" y="2475100"/>
              <a:ext cx="54375" cy="86850"/>
            </a:xfrm>
            <a:custGeom>
              <a:rect b="b" l="l" r="r" t="t"/>
              <a:pathLst>
                <a:path extrusionOk="0" h="3474" w="2175">
                  <a:moveTo>
                    <a:pt x="391" y="0"/>
                  </a:moveTo>
                  <a:cubicBezTo>
                    <a:pt x="300" y="0"/>
                    <a:pt x="205" y="32"/>
                    <a:pt x="127" y="95"/>
                  </a:cubicBezTo>
                  <a:cubicBezTo>
                    <a:pt x="1" y="189"/>
                    <a:pt x="1" y="441"/>
                    <a:pt x="127" y="599"/>
                  </a:cubicBezTo>
                  <a:lnTo>
                    <a:pt x="1261" y="1733"/>
                  </a:lnTo>
                  <a:lnTo>
                    <a:pt x="127" y="2867"/>
                  </a:lnTo>
                  <a:cubicBezTo>
                    <a:pt x="1" y="2993"/>
                    <a:pt x="1" y="3245"/>
                    <a:pt x="127" y="3403"/>
                  </a:cubicBezTo>
                  <a:cubicBezTo>
                    <a:pt x="174" y="3450"/>
                    <a:pt x="261" y="3474"/>
                    <a:pt x="355" y="3474"/>
                  </a:cubicBezTo>
                  <a:cubicBezTo>
                    <a:pt x="450" y="3474"/>
                    <a:pt x="552" y="3450"/>
                    <a:pt x="631" y="3403"/>
                  </a:cubicBezTo>
                  <a:lnTo>
                    <a:pt x="2048" y="1985"/>
                  </a:lnTo>
                  <a:cubicBezTo>
                    <a:pt x="2174" y="1859"/>
                    <a:pt x="2174" y="1607"/>
                    <a:pt x="2048" y="1450"/>
                  </a:cubicBezTo>
                  <a:lnTo>
                    <a:pt x="631" y="95"/>
                  </a:lnTo>
                  <a:cubicBezTo>
                    <a:pt x="568" y="32"/>
                    <a:pt x="481" y="0"/>
                    <a:pt x="39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9" name="Google Shape;11679;p138"/>
            <p:cNvSpPr/>
            <p:nvPr/>
          </p:nvSpPr>
          <p:spPr>
            <a:xfrm>
              <a:off x="-45542525" y="2456975"/>
              <a:ext cx="55150" cy="123300"/>
            </a:xfrm>
            <a:custGeom>
              <a:rect b="b" l="l" r="r" t="t"/>
              <a:pathLst>
                <a:path extrusionOk="0" h="4932" w="2206">
                  <a:moveTo>
                    <a:pt x="1791" y="0"/>
                  </a:moveTo>
                  <a:cubicBezTo>
                    <a:pt x="1651" y="0"/>
                    <a:pt x="1529" y="108"/>
                    <a:pt x="1481" y="253"/>
                  </a:cubicBezTo>
                  <a:lnTo>
                    <a:pt x="63" y="4474"/>
                  </a:lnTo>
                  <a:cubicBezTo>
                    <a:pt x="0" y="4664"/>
                    <a:pt x="126" y="4853"/>
                    <a:pt x="315" y="4916"/>
                  </a:cubicBezTo>
                  <a:cubicBezTo>
                    <a:pt x="349" y="4927"/>
                    <a:pt x="382" y="4932"/>
                    <a:pt x="415" y="4932"/>
                  </a:cubicBezTo>
                  <a:cubicBezTo>
                    <a:pt x="567" y="4932"/>
                    <a:pt x="704" y="4819"/>
                    <a:pt x="756" y="4664"/>
                  </a:cubicBezTo>
                  <a:lnTo>
                    <a:pt x="2174" y="442"/>
                  </a:lnTo>
                  <a:cubicBezTo>
                    <a:pt x="2206" y="284"/>
                    <a:pt x="2111" y="95"/>
                    <a:pt x="1922" y="32"/>
                  </a:cubicBezTo>
                  <a:cubicBezTo>
                    <a:pt x="1878" y="10"/>
                    <a:pt x="1834" y="0"/>
                    <a:pt x="179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0" name="Google Shape;11680;p138"/>
            <p:cNvSpPr/>
            <p:nvPr/>
          </p:nvSpPr>
          <p:spPr>
            <a:xfrm>
              <a:off x="-45541750" y="2386100"/>
              <a:ext cx="35475" cy="18125"/>
            </a:xfrm>
            <a:custGeom>
              <a:rect b="b" l="l" r="r" t="t"/>
              <a:pathLst>
                <a:path extrusionOk="0" h="725" w="1419">
                  <a:moveTo>
                    <a:pt x="347" y="0"/>
                  </a:moveTo>
                  <a:cubicBezTo>
                    <a:pt x="158" y="0"/>
                    <a:pt x="1" y="189"/>
                    <a:pt x="1" y="378"/>
                  </a:cubicBezTo>
                  <a:cubicBezTo>
                    <a:pt x="32" y="567"/>
                    <a:pt x="221"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1" name="Google Shape;11681;p138"/>
            <p:cNvSpPr/>
            <p:nvPr/>
          </p:nvSpPr>
          <p:spPr>
            <a:xfrm>
              <a:off x="-45488175" y="2386100"/>
              <a:ext cx="35450" cy="18125"/>
            </a:xfrm>
            <a:custGeom>
              <a:rect b="b" l="l" r="r" t="t"/>
              <a:pathLst>
                <a:path extrusionOk="0" h="725" w="1418">
                  <a:moveTo>
                    <a:pt x="347" y="0"/>
                  </a:moveTo>
                  <a:cubicBezTo>
                    <a:pt x="158" y="0"/>
                    <a:pt x="0" y="189"/>
                    <a:pt x="0" y="378"/>
                  </a:cubicBezTo>
                  <a:cubicBezTo>
                    <a:pt x="0" y="567"/>
                    <a:pt x="158" y="725"/>
                    <a:pt x="347" y="725"/>
                  </a:cubicBezTo>
                  <a:lnTo>
                    <a:pt x="1040" y="725"/>
                  </a:lnTo>
                  <a:cubicBezTo>
                    <a:pt x="1260" y="725"/>
                    <a:pt x="1418" y="567"/>
                    <a:pt x="1418" y="378"/>
                  </a:cubicBezTo>
                  <a:cubicBezTo>
                    <a:pt x="1418" y="189"/>
                    <a:pt x="1260" y="0"/>
                    <a:pt x="104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2" name="Google Shape;11682;p138"/>
            <p:cNvSpPr/>
            <p:nvPr/>
          </p:nvSpPr>
          <p:spPr>
            <a:xfrm>
              <a:off x="-45436200" y="2386100"/>
              <a:ext cx="35450" cy="18125"/>
            </a:xfrm>
            <a:custGeom>
              <a:rect b="b" l="l" r="r" t="t"/>
              <a:pathLst>
                <a:path extrusionOk="0" h="725" w="1418">
                  <a:moveTo>
                    <a:pt x="347" y="0"/>
                  </a:moveTo>
                  <a:cubicBezTo>
                    <a:pt x="158" y="0"/>
                    <a:pt x="0" y="189"/>
                    <a:pt x="0" y="378"/>
                  </a:cubicBezTo>
                  <a:cubicBezTo>
                    <a:pt x="32" y="567"/>
                    <a:pt x="189"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83" name="Google Shape;11683;p138"/>
          <p:cNvGrpSpPr/>
          <p:nvPr/>
        </p:nvGrpSpPr>
        <p:grpSpPr>
          <a:xfrm>
            <a:off x="3073103" y="3592401"/>
            <a:ext cx="359870" cy="357573"/>
            <a:chOff x="-45665400" y="2703250"/>
            <a:chExt cx="301500" cy="299575"/>
          </a:xfrm>
        </p:grpSpPr>
        <p:sp>
          <p:nvSpPr>
            <p:cNvPr id="11684" name="Google Shape;11684;p138"/>
            <p:cNvSpPr/>
            <p:nvPr/>
          </p:nvSpPr>
          <p:spPr>
            <a:xfrm>
              <a:off x="-45664625" y="2703250"/>
              <a:ext cx="300725" cy="299575"/>
            </a:xfrm>
            <a:custGeom>
              <a:rect b="b" l="l" r="r" t="t"/>
              <a:pathLst>
                <a:path extrusionOk="0" h="11983" w="12029">
                  <a:moveTo>
                    <a:pt x="9799" y="1271"/>
                  </a:moveTo>
                  <a:lnTo>
                    <a:pt x="4947" y="4926"/>
                  </a:lnTo>
                  <a:lnTo>
                    <a:pt x="1482" y="3823"/>
                  </a:lnTo>
                  <a:lnTo>
                    <a:pt x="9799" y="1271"/>
                  </a:lnTo>
                  <a:close/>
                  <a:moveTo>
                    <a:pt x="9830" y="2153"/>
                  </a:moveTo>
                  <a:lnTo>
                    <a:pt x="6459" y="6627"/>
                  </a:lnTo>
                  <a:lnTo>
                    <a:pt x="4727" y="7257"/>
                  </a:lnTo>
                  <a:lnTo>
                    <a:pt x="5357" y="5524"/>
                  </a:lnTo>
                  <a:lnTo>
                    <a:pt x="9830" y="2153"/>
                  </a:lnTo>
                  <a:close/>
                  <a:moveTo>
                    <a:pt x="10681" y="2153"/>
                  </a:moveTo>
                  <a:lnTo>
                    <a:pt x="8098" y="10439"/>
                  </a:lnTo>
                  <a:lnTo>
                    <a:pt x="6995" y="6973"/>
                  </a:lnTo>
                  <a:lnTo>
                    <a:pt x="10681" y="2153"/>
                  </a:lnTo>
                  <a:close/>
                  <a:moveTo>
                    <a:pt x="11627" y="0"/>
                  </a:moveTo>
                  <a:cubicBezTo>
                    <a:pt x="11596" y="0"/>
                    <a:pt x="11564" y="4"/>
                    <a:pt x="11532" y="11"/>
                  </a:cubicBezTo>
                  <a:lnTo>
                    <a:pt x="221" y="3508"/>
                  </a:lnTo>
                  <a:cubicBezTo>
                    <a:pt x="64" y="3571"/>
                    <a:pt x="1" y="3728"/>
                    <a:pt x="1" y="3886"/>
                  </a:cubicBezTo>
                  <a:cubicBezTo>
                    <a:pt x="1" y="4043"/>
                    <a:pt x="127" y="4138"/>
                    <a:pt x="221" y="4232"/>
                  </a:cubicBezTo>
                  <a:lnTo>
                    <a:pt x="4569" y="5619"/>
                  </a:lnTo>
                  <a:lnTo>
                    <a:pt x="3750" y="7824"/>
                  </a:lnTo>
                  <a:cubicBezTo>
                    <a:pt x="3687" y="7919"/>
                    <a:pt x="3750" y="8076"/>
                    <a:pt x="3813" y="8171"/>
                  </a:cubicBezTo>
                  <a:cubicBezTo>
                    <a:pt x="3880" y="8215"/>
                    <a:pt x="3978" y="8260"/>
                    <a:pt x="4063" y="8260"/>
                  </a:cubicBezTo>
                  <a:cubicBezTo>
                    <a:pt x="4099" y="8260"/>
                    <a:pt x="4132" y="8252"/>
                    <a:pt x="4160" y="8234"/>
                  </a:cubicBezTo>
                  <a:lnTo>
                    <a:pt x="6365" y="7414"/>
                  </a:lnTo>
                  <a:lnTo>
                    <a:pt x="7751" y="11762"/>
                  </a:lnTo>
                  <a:cubicBezTo>
                    <a:pt x="7783" y="11920"/>
                    <a:pt x="7940" y="11983"/>
                    <a:pt x="8098" y="11983"/>
                  </a:cubicBezTo>
                  <a:cubicBezTo>
                    <a:pt x="8255" y="11983"/>
                    <a:pt x="8381" y="11857"/>
                    <a:pt x="8476" y="11762"/>
                  </a:cubicBezTo>
                  <a:lnTo>
                    <a:pt x="11973" y="483"/>
                  </a:lnTo>
                  <a:cubicBezTo>
                    <a:pt x="12029" y="205"/>
                    <a:pt x="11862" y="0"/>
                    <a:pt x="1162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5" name="Google Shape;11685;p138"/>
            <p:cNvSpPr/>
            <p:nvPr/>
          </p:nvSpPr>
          <p:spPr>
            <a:xfrm>
              <a:off x="-45663825" y="2879150"/>
              <a:ext cx="71700" cy="71500"/>
            </a:xfrm>
            <a:custGeom>
              <a:rect b="b" l="l" r="r" t="t"/>
              <a:pathLst>
                <a:path extrusionOk="0" h="2860" w="2868">
                  <a:moveTo>
                    <a:pt x="2517" y="0"/>
                  </a:moveTo>
                  <a:cubicBezTo>
                    <a:pt x="2418" y="0"/>
                    <a:pt x="2316" y="32"/>
                    <a:pt x="2237" y="95"/>
                  </a:cubicBezTo>
                  <a:lnTo>
                    <a:pt x="126" y="2237"/>
                  </a:lnTo>
                  <a:cubicBezTo>
                    <a:pt x="0" y="2363"/>
                    <a:pt x="0" y="2584"/>
                    <a:pt x="126" y="2741"/>
                  </a:cubicBezTo>
                  <a:cubicBezTo>
                    <a:pt x="205" y="2820"/>
                    <a:pt x="300" y="2859"/>
                    <a:pt x="390" y="2859"/>
                  </a:cubicBezTo>
                  <a:cubicBezTo>
                    <a:pt x="481" y="2859"/>
                    <a:pt x="568" y="2820"/>
                    <a:pt x="631" y="2741"/>
                  </a:cubicBezTo>
                  <a:lnTo>
                    <a:pt x="2773" y="630"/>
                  </a:lnTo>
                  <a:cubicBezTo>
                    <a:pt x="2867" y="504"/>
                    <a:pt x="2867" y="252"/>
                    <a:pt x="2773" y="95"/>
                  </a:cubicBezTo>
                  <a:cubicBezTo>
                    <a:pt x="2710" y="32"/>
                    <a:pt x="2615" y="0"/>
                    <a:pt x="251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6" name="Google Shape;11686;p138"/>
            <p:cNvSpPr/>
            <p:nvPr/>
          </p:nvSpPr>
          <p:spPr>
            <a:xfrm>
              <a:off x="-45613425" y="2929750"/>
              <a:ext cx="71700" cy="71500"/>
            </a:xfrm>
            <a:custGeom>
              <a:rect b="b" l="l" r="r" t="t"/>
              <a:pathLst>
                <a:path extrusionOk="0" h="2860" w="2868">
                  <a:moveTo>
                    <a:pt x="2478" y="1"/>
                  </a:moveTo>
                  <a:cubicBezTo>
                    <a:pt x="2387" y="1"/>
                    <a:pt x="2301" y="40"/>
                    <a:pt x="2238" y="119"/>
                  </a:cubicBezTo>
                  <a:lnTo>
                    <a:pt x="127" y="2261"/>
                  </a:lnTo>
                  <a:cubicBezTo>
                    <a:pt x="1" y="2387"/>
                    <a:pt x="1" y="2608"/>
                    <a:pt x="127" y="2765"/>
                  </a:cubicBezTo>
                  <a:cubicBezTo>
                    <a:pt x="190" y="2828"/>
                    <a:pt x="276" y="2860"/>
                    <a:pt x="367" y="2860"/>
                  </a:cubicBezTo>
                  <a:cubicBezTo>
                    <a:pt x="458" y="2860"/>
                    <a:pt x="552" y="2828"/>
                    <a:pt x="631" y="2765"/>
                  </a:cubicBezTo>
                  <a:lnTo>
                    <a:pt x="2742" y="654"/>
                  </a:lnTo>
                  <a:cubicBezTo>
                    <a:pt x="2868" y="528"/>
                    <a:pt x="2868" y="276"/>
                    <a:pt x="2742" y="119"/>
                  </a:cubicBezTo>
                  <a:cubicBezTo>
                    <a:pt x="2663" y="40"/>
                    <a:pt x="2568" y="1"/>
                    <a:pt x="24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7" name="Google Shape;11687;p138"/>
            <p:cNvSpPr/>
            <p:nvPr/>
          </p:nvSpPr>
          <p:spPr>
            <a:xfrm>
              <a:off x="-45665400" y="2923050"/>
              <a:ext cx="81150" cy="79000"/>
            </a:xfrm>
            <a:custGeom>
              <a:rect b="b" l="l" r="r" t="t"/>
              <a:pathLst>
                <a:path extrusionOk="0" h="3160" w="3246">
                  <a:moveTo>
                    <a:pt x="2859" y="1"/>
                  </a:moveTo>
                  <a:cubicBezTo>
                    <a:pt x="2765" y="1"/>
                    <a:pt x="2663" y="24"/>
                    <a:pt x="2584" y="72"/>
                  </a:cubicBezTo>
                  <a:lnTo>
                    <a:pt x="95" y="2561"/>
                  </a:lnTo>
                  <a:cubicBezTo>
                    <a:pt x="0" y="2687"/>
                    <a:pt x="0" y="2907"/>
                    <a:pt x="95" y="3065"/>
                  </a:cubicBezTo>
                  <a:cubicBezTo>
                    <a:pt x="158" y="3128"/>
                    <a:pt x="252" y="3159"/>
                    <a:pt x="351" y="3159"/>
                  </a:cubicBezTo>
                  <a:cubicBezTo>
                    <a:pt x="449" y="3159"/>
                    <a:pt x="552" y="3128"/>
                    <a:pt x="631" y="3065"/>
                  </a:cubicBezTo>
                  <a:lnTo>
                    <a:pt x="3088" y="607"/>
                  </a:lnTo>
                  <a:cubicBezTo>
                    <a:pt x="3245" y="450"/>
                    <a:pt x="3245" y="229"/>
                    <a:pt x="3088" y="72"/>
                  </a:cubicBezTo>
                  <a:cubicBezTo>
                    <a:pt x="3041" y="24"/>
                    <a:pt x="2954" y="1"/>
                    <a:pt x="285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88" name="Google Shape;11688;p138"/>
          <p:cNvGrpSpPr/>
          <p:nvPr/>
        </p:nvGrpSpPr>
        <p:grpSpPr>
          <a:xfrm>
            <a:off x="2174760" y="4033337"/>
            <a:ext cx="359154" cy="360109"/>
            <a:chOff x="-44528075" y="1982825"/>
            <a:chExt cx="300900" cy="301700"/>
          </a:xfrm>
        </p:grpSpPr>
        <p:sp>
          <p:nvSpPr>
            <p:cNvPr id="11689" name="Google Shape;11689;p138"/>
            <p:cNvSpPr/>
            <p:nvPr/>
          </p:nvSpPr>
          <p:spPr>
            <a:xfrm>
              <a:off x="-44528075" y="1982825"/>
              <a:ext cx="300900" cy="301700"/>
            </a:xfrm>
            <a:custGeom>
              <a:rect b="b" l="l" r="r" t="t"/>
              <a:pathLst>
                <a:path extrusionOk="0" h="12068" w="12036">
                  <a:moveTo>
                    <a:pt x="9547" y="2175"/>
                  </a:moveTo>
                  <a:cubicBezTo>
                    <a:pt x="9736" y="2175"/>
                    <a:pt x="9893" y="2332"/>
                    <a:pt x="9893" y="2521"/>
                  </a:cubicBezTo>
                  <a:lnTo>
                    <a:pt x="9893" y="9547"/>
                  </a:lnTo>
                  <a:cubicBezTo>
                    <a:pt x="9893" y="9736"/>
                    <a:pt x="9736" y="9893"/>
                    <a:pt x="9547" y="9893"/>
                  </a:cubicBezTo>
                  <a:lnTo>
                    <a:pt x="2552" y="9893"/>
                  </a:lnTo>
                  <a:cubicBezTo>
                    <a:pt x="2332" y="9893"/>
                    <a:pt x="2206" y="9736"/>
                    <a:pt x="2206" y="9547"/>
                  </a:cubicBezTo>
                  <a:lnTo>
                    <a:pt x="2206" y="2521"/>
                  </a:lnTo>
                  <a:cubicBezTo>
                    <a:pt x="2206" y="2332"/>
                    <a:pt x="2332" y="2175"/>
                    <a:pt x="2552" y="2175"/>
                  </a:cubicBezTo>
                  <a:close/>
                  <a:moveTo>
                    <a:pt x="3183" y="1"/>
                  </a:moveTo>
                  <a:cubicBezTo>
                    <a:pt x="2994" y="1"/>
                    <a:pt x="2836" y="158"/>
                    <a:pt x="2836" y="347"/>
                  </a:cubicBezTo>
                  <a:lnTo>
                    <a:pt x="2836" y="1419"/>
                  </a:lnTo>
                  <a:lnTo>
                    <a:pt x="2458" y="1419"/>
                  </a:lnTo>
                  <a:cubicBezTo>
                    <a:pt x="1891" y="1419"/>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2"/>
                    <a:pt x="1" y="4601"/>
                  </a:cubicBezTo>
                  <a:cubicBezTo>
                    <a:pt x="1" y="4821"/>
                    <a:pt x="158" y="4979"/>
                    <a:pt x="347" y="4979"/>
                  </a:cubicBezTo>
                  <a:lnTo>
                    <a:pt x="1418" y="4979"/>
                  </a:lnTo>
                  <a:lnTo>
                    <a:pt x="1418" y="5672"/>
                  </a:lnTo>
                  <a:lnTo>
                    <a:pt x="347" y="5672"/>
                  </a:lnTo>
                  <a:cubicBezTo>
                    <a:pt x="158" y="5672"/>
                    <a:pt x="1" y="5829"/>
                    <a:pt x="1" y="6018"/>
                  </a:cubicBezTo>
                  <a:cubicBezTo>
                    <a:pt x="1" y="6239"/>
                    <a:pt x="158" y="6396"/>
                    <a:pt x="347" y="6396"/>
                  </a:cubicBezTo>
                  <a:lnTo>
                    <a:pt x="1418" y="6396"/>
                  </a:lnTo>
                  <a:lnTo>
                    <a:pt x="1418" y="7090"/>
                  </a:lnTo>
                  <a:lnTo>
                    <a:pt x="347" y="7090"/>
                  </a:lnTo>
                  <a:cubicBezTo>
                    <a:pt x="158" y="7090"/>
                    <a:pt x="1" y="7247"/>
                    <a:pt x="1" y="7436"/>
                  </a:cubicBezTo>
                  <a:cubicBezTo>
                    <a:pt x="1" y="7657"/>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50"/>
                    <a:pt x="2458" y="10650"/>
                  </a:cubicBezTo>
                  <a:lnTo>
                    <a:pt x="2836" y="10650"/>
                  </a:lnTo>
                  <a:lnTo>
                    <a:pt x="2836" y="11689"/>
                  </a:lnTo>
                  <a:cubicBezTo>
                    <a:pt x="2836" y="11910"/>
                    <a:pt x="2994" y="12067"/>
                    <a:pt x="3183" y="12067"/>
                  </a:cubicBezTo>
                  <a:cubicBezTo>
                    <a:pt x="3372" y="12067"/>
                    <a:pt x="3529" y="11910"/>
                    <a:pt x="3529" y="11689"/>
                  </a:cubicBezTo>
                  <a:lnTo>
                    <a:pt x="3529" y="10555"/>
                  </a:lnTo>
                  <a:lnTo>
                    <a:pt x="4254" y="10555"/>
                  </a:lnTo>
                  <a:lnTo>
                    <a:pt x="4254" y="11626"/>
                  </a:lnTo>
                  <a:cubicBezTo>
                    <a:pt x="4254" y="11815"/>
                    <a:pt x="4411" y="11973"/>
                    <a:pt x="4600" y="11973"/>
                  </a:cubicBezTo>
                  <a:cubicBezTo>
                    <a:pt x="4789" y="11973"/>
                    <a:pt x="4947" y="11815"/>
                    <a:pt x="4947" y="11626"/>
                  </a:cubicBezTo>
                  <a:lnTo>
                    <a:pt x="4947" y="10555"/>
                  </a:lnTo>
                  <a:lnTo>
                    <a:pt x="5671" y="10555"/>
                  </a:lnTo>
                  <a:lnTo>
                    <a:pt x="5671" y="11626"/>
                  </a:lnTo>
                  <a:cubicBezTo>
                    <a:pt x="5671" y="11815"/>
                    <a:pt x="5829" y="11973"/>
                    <a:pt x="6018" y="11973"/>
                  </a:cubicBezTo>
                  <a:cubicBezTo>
                    <a:pt x="6207" y="11973"/>
                    <a:pt x="6365" y="11815"/>
                    <a:pt x="6365" y="11626"/>
                  </a:cubicBezTo>
                  <a:lnTo>
                    <a:pt x="6365" y="10555"/>
                  </a:lnTo>
                  <a:lnTo>
                    <a:pt x="7089" y="10555"/>
                  </a:lnTo>
                  <a:lnTo>
                    <a:pt x="7089" y="11626"/>
                  </a:lnTo>
                  <a:cubicBezTo>
                    <a:pt x="7089" y="11815"/>
                    <a:pt x="7247" y="11973"/>
                    <a:pt x="7436" y="11973"/>
                  </a:cubicBezTo>
                  <a:cubicBezTo>
                    <a:pt x="7625" y="11973"/>
                    <a:pt x="7782" y="11815"/>
                    <a:pt x="7782" y="11626"/>
                  </a:cubicBezTo>
                  <a:lnTo>
                    <a:pt x="7782" y="10555"/>
                  </a:lnTo>
                  <a:lnTo>
                    <a:pt x="8507" y="10555"/>
                  </a:lnTo>
                  <a:lnTo>
                    <a:pt x="8507" y="11626"/>
                  </a:lnTo>
                  <a:cubicBezTo>
                    <a:pt x="8507" y="11815"/>
                    <a:pt x="8664" y="11973"/>
                    <a:pt x="8853" y="11973"/>
                  </a:cubicBezTo>
                  <a:cubicBezTo>
                    <a:pt x="9042" y="11973"/>
                    <a:pt x="9200" y="11815"/>
                    <a:pt x="9200" y="11626"/>
                  </a:cubicBezTo>
                  <a:lnTo>
                    <a:pt x="9200" y="10555"/>
                  </a:lnTo>
                  <a:lnTo>
                    <a:pt x="9547" y="10555"/>
                  </a:lnTo>
                  <a:cubicBezTo>
                    <a:pt x="10145" y="10555"/>
                    <a:pt x="10618" y="10082"/>
                    <a:pt x="10618" y="9484"/>
                  </a:cubicBezTo>
                  <a:lnTo>
                    <a:pt x="10618" y="9137"/>
                  </a:lnTo>
                  <a:lnTo>
                    <a:pt x="11689" y="9137"/>
                  </a:lnTo>
                  <a:cubicBezTo>
                    <a:pt x="11878" y="9137"/>
                    <a:pt x="12035" y="8980"/>
                    <a:pt x="12035" y="8791"/>
                  </a:cubicBezTo>
                  <a:cubicBezTo>
                    <a:pt x="12035" y="8602"/>
                    <a:pt x="11878" y="8444"/>
                    <a:pt x="11689" y="8444"/>
                  </a:cubicBezTo>
                  <a:lnTo>
                    <a:pt x="10618" y="8444"/>
                  </a:lnTo>
                  <a:lnTo>
                    <a:pt x="10618" y="7720"/>
                  </a:lnTo>
                  <a:lnTo>
                    <a:pt x="11689" y="7720"/>
                  </a:lnTo>
                  <a:cubicBezTo>
                    <a:pt x="11878" y="7720"/>
                    <a:pt x="12035" y="7562"/>
                    <a:pt x="12035" y="7373"/>
                  </a:cubicBezTo>
                  <a:cubicBezTo>
                    <a:pt x="12035" y="7153"/>
                    <a:pt x="11878" y="6995"/>
                    <a:pt x="11689" y="6995"/>
                  </a:cubicBezTo>
                  <a:lnTo>
                    <a:pt x="10618" y="6995"/>
                  </a:lnTo>
                  <a:lnTo>
                    <a:pt x="10618" y="6302"/>
                  </a:lnTo>
                  <a:lnTo>
                    <a:pt x="11689" y="6302"/>
                  </a:lnTo>
                  <a:cubicBezTo>
                    <a:pt x="11878" y="6302"/>
                    <a:pt x="12035" y="6144"/>
                    <a:pt x="12035" y="5955"/>
                  </a:cubicBezTo>
                  <a:cubicBezTo>
                    <a:pt x="12035" y="5735"/>
                    <a:pt x="11878" y="5577"/>
                    <a:pt x="11689" y="5577"/>
                  </a:cubicBezTo>
                  <a:lnTo>
                    <a:pt x="10618" y="5577"/>
                  </a:lnTo>
                  <a:lnTo>
                    <a:pt x="10618" y="4884"/>
                  </a:lnTo>
                  <a:lnTo>
                    <a:pt x="11689" y="4884"/>
                  </a:lnTo>
                  <a:lnTo>
                    <a:pt x="11689" y="4979"/>
                  </a:lnTo>
                  <a:cubicBezTo>
                    <a:pt x="11878" y="4979"/>
                    <a:pt x="12035" y="4821"/>
                    <a:pt x="12035" y="4601"/>
                  </a:cubicBezTo>
                  <a:cubicBezTo>
                    <a:pt x="12035" y="4412"/>
                    <a:pt x="11878" y="4254"/>
                    <a:pt x="11689" y="4254"/>
                  </a:cubicBezTo>
                  <a:lnTo>
                    <a:pt x="10618" y="4254"/>
                  </a:lnTo>
                  <a:lnTo>
                    <a:pt x="10618" y="3529"/>
                  </a:lnTo>
                  <a:lnTo>
                    <a:pt x="11689" y="3529"/>
                  </a:lnTo>
                  <a:cubicBezTo>
                    <a:pt x="11878" y="3529"/>
                    <a:pt x="12035" y="3372"/>
                    <a:pt x="12035" y="3183"/>
                  </a:cubicBezTo>
                  <a:cubicBezTo>
                    <a:pt x="12035" y="2994"/>
                    <a:pt x="11878" y="2836"/>
                    <a:pt x="11689" y="2836"/>
                  </a:cubicBezTo>
                  <a:lnTo>
                    <a:pt x="10618" y="2836"/>
                  </a:lnTo>
                  <a:lnTo>
                    <a:pt x="10618" y="2490"/>
                  </a:lnTo>
                  <a:cubicBezTo>
                    <a:pt x="10618" y="1891"/>
                    <a:pt x="10145" y="1419"/>
                    <a:pt x="9547" y="1419"/>
                  </a:cubicBezTo>
                  <a:lnTo>
                    <a:pt x="9200" y="1419"/>
                  </a:lnTo>
                  <a:lnTo>
                    <a:pt x="9200" y="347"/>
                  </a:lnTo>
                  <a:cubicBezTo>
                    <a:pt x="9200" y="158"/>
                    <a:pt x="9042" y="1"/>
                    <a:pt x="8853" y="1"/>
                  </a:cubicBezTo>
                  <a:cubicBezTo>
                    <a:pt x="8664" y="1"/>
                    <a:pt x="8507" y="158"/>
                    <a:pt x="8507" y="347"/>
                  </a:cubicBezTo>
                  <a:lnTo>
                    <a:pt x="8507" y="1419"/>
                  </a:lnTo>
                  <a:lnTo>
                    <a:pt x="7782" y="1419"/>
                  </a:lnTo>
                  <a:lnTo>
                    <a:pt x="7782" y="347"/>
                  </a:lnTo>
                  <a:cubicBezTo>
                    <a:pt x="7782" y="158"/>
                    <a:pt x="7625" y="1"/>
                    <a:pt x="7436" y="1"/>
                  </a:cubicBezTo>
                  <a:cubicBezTo>
                    <a:pt x="7247" y="1"/>
                    <a:pt x="7089" y="158"/>
                    <a:pt x="7089" y="347"/>
                  </a:cubicBezTo>
                  <a:lnTo>
                    <a:pt x="7089" y="1419"/>
                  </a:lnTo>
                  <a:lnTo>
                    <a:pt x="6365" y="1419"/>
                  </a:lnTo>
                  <a:lnTo>
                    <a:pt x="6365" y="347"/>
                  </a:lnTo>
                  <a:cubicBezTo>
                    <a:pt x="6365" y="158"/>
                    <a:pt x="6207" y="1"/>
                    <a:pt x="6018" y="1"/>
                  </a:cubicBezTo>
                  <a:cubicBezTo>
                    <a:pt x="5829" y="1"/>
                    <a:pt x="5671" y="158"/>
                    <a:pt x="5671" y="347"/>
                  </a:cubicBezTo>
                  <a:lnTo>
                    <a:pt x="5671" y="1419"/>
                  </a:lnTo>
                  <a:lnTo>
                    <a:pt x="4947" y="1419"/>
                  </a:lnTo>
                  <a:lnTo>
                    <a:pt x="4947" y="347"/>
                  </a:lnTo>
                  <a:cubicBezTo>
                    <a:pt x="4947" y="158"/>
                    <a:pt x="4789" y="1"/>
                    <a:pt x="4600" y="1"/>
                  </a:cubicBezTo>
                  <a:cubicBezTo>
                    <a:pt x="4411" y="1"/>
                    <a:pt x="4254" y="158"/>
                    <a:pt x="4254" y="347"/>
                  </a:cubicBezTo>
                  <a:lnTo>
                    <a:pt x="4254" y="1419"/>
                  </a:lnTo>
                  <a:lnTo>
                    <a:pt x="3529" y="1419"/>
                  </a:lnTo>
                  <a:lnTo>
                    <a:pt x="3529" y="347"/>
                  </a:lnTo>
                  <a:cubicBezTo>
                    <a:pt x="3529" y="158"/>
                    <a:pt x="3372" y="1"/>
                    <a:pt x="318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0" name="Google Shape;11690;p138"/>
            <p:cNvSpPr/>
            <p:nvPr/>
          </p:nvSpPr>
          <p:spPr>
            <a:xfrm>
              <a:off x="-44455600" y="2053725"/>
              <a:ext cx="17350" cy="18125"/>
            </a:xfrm>
            <a:custGeom>
              <a:rect b="b" l="l" r="r" t="t"/>
              <a:pathLst>
                <a:path extrusionOk="0" h="725" w="694">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1" name="Google Shape;11691;p138"/>
            <p:cNvSpPr/>
            <p:nvPr/>
          </p:nvSpPr>
          <p:spPr>
            <a:xfrm>
              <a:off x="-44455600" y="2194700"/>
              <a:ext cx="17350" cy="17350"/>
            </a:xfrm>
            <a:custGeom>
              <a:rect b="b" l="l" r="r" t="t"/>
              <a:pathLst>
                <a:path extrusionOk="0" h="694" w="694">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2" name="Google Shape;11692;p138"/>
            <p:cNvSpPr/>
            <p:nvPr/>
          </p:nvSpPr>
          <p:spPr>
            <a:xfrm>
              <a:off x="-44314625" y="2194700"/>
              <a:ext cx="17350" cy="17350"/>
            </a:xfrm>
            <a:custGeom>
              <a:rect b="b" l="l" r="r" t="t"/>
              <a:pathLst>
                <a:path extrusionOk="0" h="694" w="694">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3" name="Google Shape;11693;p138"/>
            <p:cNvSpPr/>
            <p:nvPr/>
          </p:nvSpPr>
          <p:spPr>
            <a:xfrm>
              <a:off x="-44314625" y="2053725"/>
              <a:ext cx="17350" cy="18125"/>
            </a:xfrm>
            <a:custGeom>
              <a:rect b="b" l="l" r="r" t="t"/>
              <a:pathLst>
                <a:path extrusionOk="0" h="725" w="694">
                  <a:moveTo>
                    <a:pt x="347" y="0"/>
                  </a:moveTo>
                  <a:cubicBezTo>
                    <a:pt x="158" y="0"/>
                    <a:pt x="0" y="158"/>
                    <a:pt x="0" y="347"/>
                  </a:cubicBezTo>
                  <a:cubicBezTo>
                    <a:pt x="0" y="536"/>
                    <a:pt x="158" y="725"/>
                    <a:pt x="347" y="725"/>
                  </a:cubicBezTo>
                  <a:cubicBezTo>
                    <a:pt x="536" y="725"/>
                    <a:pt x="694" y="536"/>
                    <a:pt x="694" y="347"/>
                  </a:cubicBez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4" name="Google Shape;11694;p138"/>
            <p:cNvSpPr/>
            <p:nvPr/>
          </p:nvSpPr>
          <p:spPr>
            <a:xfrm>
              <a:off x="-44447725" y="2062375"/>
              <a:ext cx="143350" cy="140225"/>
            </a:xfrm>
            <a:custGeom>
              <a:rect b="b" l="l" r="r" t="t"/>
              <a:pathLst>
                <a:path extrusionOk="0" h="5609" w="5734">
                  <a:moveTo>
                    <a:pt x="3182" y="757"/>
                  </a:moveTo>
                  <a:lnTo>
                    <a:pt x="3182" y="883"/>
                  </a:lnTo>
                  <a:cubicBezTo>
                    <a:pt x="3182" y="1041"/>
                    <a:pt x="3277" y="1167"/>
                    <a:pt x="3434" y="1198"/>
                  </a:cubicBezTo>
                  <a:cubicBezTo>
                    <a:pt x="3623" y="1261"/>
                    <a:pt x="3812" y="1387"/>
                    <a:pt x="3970" y="1513"/>
                  </a:cubicBezTo>
                  <a:cubicBezTo>
                    <a:pt x="4049" y="1553"/>
                    <a:pt x="4142" y="1593"/>
                    <a:pt x="4231" y="1593"/>
                  </a:cubicBezTo>
                  <a:cubicBezTo>
                    <a:pt x="4282" y="1593"/>
                    <a:pt x="4333" y="1579"/>
                    <a:pt x="4379" y="1545"/>
                  </a:cubicBezTo>
                  <a:lnTo>
                    <a:pt x="4505" y="1482"/>
                  </a:lnTo>
                  <a:lnTo>
                    <a:pt x="4852" y="2049"/>
                  </a:lnTo>
                  <a:lnTo>
                    <a:pt x="4726" y="2143"/>
                  </a:lnTo>
                  <a:cubicBezTo>
                    <a:pt x="4600" y="2206"/>
                    <a:pt x="4537" y="2364"/>
                    <a:pt x="4568" y="2490"/>
                  </a:cubicBezTo>
                  <a:cubicBezTo>
                    <a:pt x="4600" y="2710"/>
                    <a:pt x="4600" y="2899"/>
                    <a:pt x="4568" y="3120"/>
                  </a:cubicBezTo>
                  <a:cubicBezTo>
                    <a:pt x="4537" y="3277"/>
                    <a:pt x="4600" y="3403"/>
                    <a:pt x="4726" y="3466"/>
                  </a:cubicBezTo>
                  <a:lnTo>
                    <a:pt x="4852" y="3561"/>
                  </a:lnTo>
                  <a:lnTo>
                    <a:pt x="4505" y="4128"/>
                  </a:lnTo>
                  <a:lnTo>
                    <a:pt x="4379" y="4065"/>
                  </a:lnTo>
                  <a:cubicBezTo>
                    <a:pt x="4323" y="4037"/>
                    <a:pt x="4260" y="4021"/>
                    <a:pt x="4196" y="4021"/>
                  </a:cubicBezTo>
                  <a:cubicBezTo>
                    <a:pt x="4118" y="4021"/>
                    <a:pt x="4039" y="4044"/>
                    <a:pt x="3970" y="4097"/>
                  </a:cubicBezTo>
                  <a:cubicBezTo>
                    <a:pt x="3812" y="4254"/>
                    <a:pt x="3623" y="4349"/>
                    <a:pt x="3434" y="4412"/>
                  </a:cubicBezTo>
                  <a:cubicBezTo>
                    <a:pt x="3277" y="4475"/>
                    <a:pt x="3182" y="4632"/>
                    <a:pt x="3182" y="4727"/>
                  </a:cubicBezTo>
                  <a:lnTo>
                    <a:pt x="3182" y="4853"/>
                  </a:lnTo>
                  <a:lnTo>
                    <a:pt x="2489" y="4853"/>
                  </a:lnTo>
                  <a:lnTo>
                    <a:pt x="2489" y="4727"/>
                  </a:lnTo>
                  <a:cubicBezTo>
                    <a:pt x="2489" y="4569"/>
                    <a:pt x="2394" y="4475"/>
                    <a:pt x="2237" y="4412"/>
                  </a:cubicBezTo>
                  <a:cubicBezTo>
                    <a:pt x="2048" y="4349"/>
                    <a:pt x="1859" y="4223"/>
                    <a:pt x="1701" y="4097"/>
                  </a:cubicBezTo>
                  <a:cubicBezTo>
                    <a:pt x="1622" y="4057"/>
                    <a:pt x="1529" y="4017"/>
                    <a:pt x="1440" y="4017"/>
                  </a:cubicBezTo>
                  <a:cubicBezTo>
                    <a:pt x="1389" y="4017"/>
                    <a:pt x="1338" y="4030"/>
                    <a:pt x="1292" y="4065"/>
                  </a:cubicBezTo>
                  <a:lnTo>
                    <a:pt x="1166" y="4128"/>
                  </a:lnTo>
                  <a:lnTo>
                    <a:pt x="819" y="3561"/>
                  </a:lnTo>
                  <a:lnTo>
                    <a:pt x="945" y="3466"/>
                  </a:lnTo>
                  <a:cubicBezTo>
                    <a:pt x="1071" y="3403"/>
                    <a:pt x="1134" y="3246"/>
                    <a:pt x="1103" y="3120"/>
                  </a:cubicBezTo>
                  <a:cubicBezTo>
                    <a:pt x="1071" y="2899"/>
                    <a:pt x="1071" y="2710"/>
                    <a:pt x="1103" y="2490"/>
                  </a:cubicBezTo>
                  <a:cubicBezTo>
                    <a:pt x="1134" y="2332"/>
                    <a:pt x="1071" y="2206"/>
                    <a:pt x="945" y="2143"/>
                  </a:cubicBezTo>
                  <a:lnTo>
                    <a:pt x="819" y="2049"/>
                  </a:lnTo>
                  <a:lnTo>
                    <a:pt x="1166" y="1482"/>
                  </a:lnTo>
                  <a:lnTo>
                    <a:pt x="1292" y="1545"/>
                  </a:lnTo>
                  <a:cubicBezTo>
                    <a:pt x="1350" y="1589"/>
                    <a:pt x="1416" y="1612"/>
                    <a:pt x="1481" y="1612"/>
                  </a:cubicBezTo>
                  <a:cubicBezTo>
                    <a:pt x="1557" y="1612"/>
                    <a:pt x="1634" y="1581"/>
                    <a:pt x="1701" y="1513"/>
                  </a:cubicBezTo>
                  <a:cubicBezTo>
                    <a:pt x="1859" y="1356"/>
                    <a:pt x="2048" y="1261"/>
                    <a:pt x="2237" y="1198"/>
                  </a:cubicBezTo>
                  <a:cubicBezTo>
                    <a:pt x="2394" y="1167"/>
                    <a:pt x="2489" y="1009"/>
                    <a:pt x="2489" y="883"/>
                  </a:cubicBezTo>
                  <a:lnTo>
                    <a:pt x="2489" y="757"/>
                  </a:lnTo>
                  <a:close/>
                  <a:moveTo>
                    <a:pt x="2174" y="1"/>
                  </a:moveTo>
                  <a:cubicBezTo>
                    <a:pt x="1953" y="1"/>
                    <a:pt x="1796" y="158"/>
                    <a:pt x="1796" y="347"/>
                  </a:cubicBezTo>
                  <a:lnTo>
                    <a:pt x="1796" y="599"/>
                  </a:lnTo>
                  <a:cubicBezTo>
                    <a:pt x="1701" y="631"/>
                    <a:pt x="1575" y="726"/>
                    <a:pt x="1481" y="789"/>
                  </a:cubicBezTo>
                  <a:lnTo>
                    <a:pt x="1292" y="663"/>
                  </a:lnTo>
                  <a:cubicBezTo>
                    <a:pt x="1242" y="643"/>
                    <a:pt x="1186" y="632"/>
                    <a:pt x="1129" y="632"/>
                  </a:cubicBezTo>
                  <a:cubicBezTo>
                    <a:pt x="1007" y="632"/>
                    <a:pt x="884" y="681"/>
                    <a:pt x="819" y="789"/>
                  </a:cubicBezTo>
                  <a:lnTo>
                    <a:pt x="126" y="2017"/>
                  </a:lnTo>
                  <a:cubicBezTo>
                    <a:pt x="32" y="2175"/>
                    <a:pt x="63" y="2395"/>
                    <a:pt x="221" y="2490"/>
                  </a:cubicBezTo>
                  <a:lnTo>
                    <a:pt x="441" y="2616"/>
                  </a:lnTo>
                  <a:lnTo>
                    <a:pt x="441" y="2994"/>
                  </a:lnTo>
                  <a:lnTo>
                    <a:pt x="221" y="3120"/>
                  </a:lnTo>
                  <a:cubicBezTo>
                    <a:pt x="95" y="3183"/>
                    <a:pt x="0" y="3435"/>
                    <a:pt x="126" y="3592"/>
                  </a:cubicBezTo>
                  <a:lnTo>
                    <a:pt x="819" y="4821"/>
                  </a:lnTo>
                  <a:cubicBezTo>
                    <a:pt x="879" y="4921"/>
                    <a:pt x="989" y="4983"/>
                    <a:pt x="1102" y="4983"/>
                  </a:cubicBezTo>
                  <a:cubicBezTo>
                    <a:pt x="1168" y="4983"/>
                    <a:pt x="1234" y="4962"/>
                    <a:pt x="1292" y="4916"/>
                  </a:cubicBezTo>
                  <a:lnTo>
                    <a:pt x="1481" y="4821"/>
                  </a:lnTo>
                  <a:cubicBezTo>
                    <a:pt x="1607" y="4884"/>
                    <a:pt x="1733" y="4979"/>
                    <a:pt x="1796" y="5010"/>
                  </a:cubicBezTo>
                  <a:lnTo>
                    <a:pt x="1796" y="5231"/>
                  </a:lnTo>
                  <a:cubicBezTo>
                    <a:pt x="1796" y="5451"/>
                    <a:pt x="1953" y="5609"/>
                    <a:pt x="2174" y="5609"/>
                  </a:cubicBezTo>
                  <a:lnTo>
                    <a:pt x="3592" y="5609"/>
                  </a:lnTo>
                  <a:cubicBezTo>
                    <a:pt x="3781" y="5609"/>
                    <a:pt x="3938" y="5451"/>
                    <a:pt x="3938" y="5231"/>
                  </a:cubicBezTo>
                  <a:lnTo>
                    <a:pt x="3938" y="5010"/>
                  </a:lnTo>
                  <a:cubicBezTo>
                    <a:pt x="4064" y="4979"/>
                    <a:pt x="4159" y="4884"/>
                    <a:pt x="4253" y="4821"/>
                  </a:cubicBezTo>
                  <a:lnTo>
                    <a:pt x="4442" y="4916"/>
                  </a:lnTo>
                  <a:cubicBezTo>
                    <a:pt x="4501" y="4951"/>
                    <a:pt x="4574" y="4969"/>
                    <a:pt x="4644" y="4969"/>
                  </a:cubicBezTo>
                  <a:cubicBezTo>
                    <a:pt x="4762" y="4969"/>
                    <a:pt x="4875" y="4920"/>
                    <a:pt x="4915" y="4821"/>
                  </a:cubicBezTo>
                  <a:lnTo>
                    <a:pt x="5639" y="3592"/>
                  </a:lnTo>
                  <a:cubicBezTo>
                    <a:pt x="5702" y="3435"/>
                    <a:pt x="5671" y="3246"/>
                    <a:pt x="5513" y="3120"/>
                  </a:cubicBezTo>
                  <a:lnTo>
                    <a:pt x="5324" y="2994"/>
                  </a:lnTo>
                  <a:lnTo>
                    <a:pt x="5324" y="2616"/>
                  </a:lnTo>
                  <a:lnTo>
                    <a:pt x="5513" y="2490"/>
                  </a:lnTo>
                  <a:cubicBezTo>
                    <a:pt x="5671" y="2395"/>
                    <a:pt x="5734" y="2175"/>
                    <a:pt x="5639" y="2017"/>
                  </a:cubicBezTo>
                  <a:lnTo>
                    <a:pt x="4915" y="789"/>
                  </a:lnTo>
                  <a:cubicBezTo>
                    <a:pt x="4872" y="681"/>
                    <a:pt x="4742" y="618"/>
                    <a:pt x="4614" y="618"/>
                  </a:cubicBezTo>
                  <a:cubicBezTo>
                    <a:pt x="4553" y="618"/>
                    <a:pt x="4493" y="632"/>
                    <a:pt x="4442" y="663"/>
                  </a:cubicBezTo>
                  <a:lnTo>
                    <a:pt x="4253" y="789"/>
                  </a:lnTo>
                  <a:cubicBezTo>
                    <a:pt x="4127" y="726"/>
                    <a:pt x="4001" y="631"/>
                    <a:pt x="3938" y="599"/>
                  </a:cubicBezTo>
                  <a:lnTo>
                    <a:pt x="3938" y="347"/>
                  </a:lnTo>
                  <a:cubicBezTo>
                    <a:pt x="3938" y="158"/>
                    <a:pt x="3781" y="1"/>
                    <a:pt x="359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5" name="Google Shape;11695;p138"/>
            <p:cNvSpPr/>
            <p:nvPr/>
          </p:nvSpPr>
          <p:spPr>
            <a:xfrm>
              <a:off x="-44403625" y="2107275"/>
              <a:ext cx="53575" cy="52800"/>
            </a:xfrm>
            <a:custGeom>
              <a:rect b="b" l="l" r="r" t="t"/>
              <a:pathLst>
                <a:path extrusionOk="0" h="2112" w="2143">
                  <a:moveTo>
                    <a:pt x="1072" y="662"/>
                  </a:moveTo>
                  <a:cubicBezTo>
                    <a:pt x="1261" y="662"/>
                    <a:pt x="1418" y="820"/>
                    <a:pt x="1418" y="1009"/>
                  </a:cubicBezTo>
                  <a:cubicBezTo>
                    <a:pt x="1418" y="1198"/>
                    <a:pt x="1261" y="1355"/>
                    <a:pt x="1072" y="1355"/>
                  </a:cubicBezTo>
                  <a:cubicBezTo>
                    <a:pt x="882" y="1355"/>
                    <a:pt x="725" y="1198"/>
                    <a:pt x="725" y="1009"/>
                  </a:cubicBezTo>
                  <a:cubicBezTo>
                    <a:pt x="725" y="820"/>
                    <a:pt x="882" y="662"/>
                    <a:pt x="1072" y="662"/>
                  </a:cubicBezTo>
                  <a:close/>
                  <a:moveTo>
                    <a:pt x="1072" y="1"/>
                  </a:moveTo>
                  <a:cubicBezTo>
                    <a:pt x="473" y="1"/>
                    <a:pt x="0" y="473"/>
                    <a:pt x="0" y="1040"/>
                  </a:cubicBezTo>
                  <a:cubicBezTo>
                    <a:pt x="0" y="1639"/>
                    <a:pt x="473" y="2112"/>
                    <a:pt x="1072" y="2112"/>
                  </a:cubicBezTo>
                  <a:cubicBezTo>
                    <a:pt x="1670" y="2112"/>
                    <a:pt x="2143" y="1639"/>
                    <a:pt x="2143" y="1040"/>
                  </a:cubicBezTo>
                  <a:cubicBezTo>
                    <a:pt x="2143" y="473"/>
                    <a:pt x="1670" y="1"/>
                    <a:pt x="107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696" name="Google Shape;11696;p138"/>
          <p:cNvSpPr/>
          <p:nvPr/>
        </p:nvSpPr>
        <p:spPr>
          <a:xfrm>
            <a:off x="2628711" y="1302875"/>
            <a:ext cx="358199" cy="358199"/>
          </a:xfrm>
          <a:custGeom>
            <a:rect b="b" l="l" r="r" t="t"/>
            <a:pathLst>
              <a:path extrusionOk="0" h="12004" w="12004">
                <a:moveTo>
                  <a:pt x="5671" y="725"/>
                </a:moveTo>
                <a:lnTo>
                  <a:pt x="5671" y="2395"/>
                </a:lnTo>
                <a:cubicBezTo>
                  <a:pt x="5671" y="2616"/>
                  <a:pt x="5843" y="2760"/>
                  <a:pt x="6021" y="2760"/>
                </a:cubicBezTo>
                <a:cubicBezTo>
                  <a:pt x="6097" y="2760"/>
                  <a:pt x="6173" y="2734"/>
                  <a:pt x="6239" y="2678"/>
                </a:cubicBezTo>
                <a:cubicBezTo>
                  <a:pt x="6365" y="2552"/>
                  <a:pt x="6554" y="2489"/>
                  <a:pt x="6711" y="2489"/>
                </a:cubicBezTo>
                <a:cubicBezTo>
                  <a:pt x="7121" y="2489"/>
                  <a:pt x="7436" y="2804"/>
                  <a:pt x="7436" y="3182"/>
                </a:cubicBezTo>
                <a:cubicBezTo>
                  <a:pt x="7436" y="3592"/>
                  <a:pt x="7121" y="3907"/>
                  <a:pt x="6711" y="3907"/>
                </a:cubicBezTo>
                <a:cubicBezTo>
                  <a:pt x="6554" y="3907"/>
                  <a:pt x="6365" y="3812"/>
                  <a:pt x="6239" y="3686"/>
                </a:cubicBezTo>
                <a:cubicBezTo>
                  <a:pt x="6173" y="3630"/>
                  <a:pt x="6097" y="3605"/>
                  <a:pt x="6021" y="3605"/>
                </a:cubicBezTo>
                <a:cubicBezTo>
                  <a:pt x="5843" y="3605"/>
                  <a:pt x="5671" y="3748"/>
                  <a:pt x="5671" y="3970"/>
                </a:cubicBezTo>
                <a:lnTo>
                  <a:pt x="5671" y="5640"/>
                </a:lnTo>
                <a:lnTo>
                  <a:pt x="4569" y="5640"/>
                </a:lnTo>
                <a:cubicBezTo>
                  <a:pt x="4600" y="5514"/>
                  <a:pt x="4600" y="5388"/>
                  <a:pt x="4600" y="5262"/>
                </a:cubicBezTo>
                <a:cubicBezTo>
                  <a:pt x="4600" y="4474"/>
                  <a:pt x="3970" y="3875"/>
                  <a:pt x="3183" y="3875"/>
                </a:cubicBezTo>
                <a:cubicBezTo>
                  <a:pt x="2395" y="3875"/>
                  <a:pt x="1765" y="4474"/>
                  <a:pt x="1765" y="5262"/>
                </a:cubicBezTo>
                <a:cubicBezTo>
                  <a:pt x="1765" y="5388"/>
                  <a:pt x="1765" y="5514"/>
                  <a:pt x="1796" y="5640"/>
                </a:cubicBezTo>
                <a:lnTo>
                  <a:pt x="694" y="5640"/>
                </a:lnTo>
                <a:lnTo>
                  <a:pt x="694" y="1071"/>
                </a:lnTo>
                <a:cubicBezTo>
                  <a:pt x="694" y="882"/>
                  <a:pt x="851" y="725"/>
                  <a:pt x="1040" y="725"/>
                </a:cubicBezTo>
                <a:close/>
                <a:moveTo>
                  <a:pt x="10964" y="725"/>
                </a:moveTo>
                <a:cubicBezTo>
                  <a:pt x="11122" y="725"/>
                  <a:pt x="11311" y="882"/>
                  <a:pt x="11311" y="1071"/>
                </a:cubicBezTo>
                <a:lnTo>
                  <a:pt x="11311" y="5671"/>
                </a:lnTo>
                <a:lnTo>
                  <a:pt x="9610" y="5671"/>
                </a:lnTo>
                <a:cubicBezTo>
                  <a:pt x="9295" y="5671"/>
                  <a:pt x="9169" y="6018"/>
                  <a:pt x="9326" y="6270"/>
                </a:cubicBezTo>
                <a:cubicBezTo>
                  <a:pt x="9452" y="6396"/>
                  <a:pt x="9515" y="6585"/>
                  <a:pt x="9515" y="6742"/>
                </a:cubicBezTo>
                <a:cubicBezTo>
                  <a:pt x="9515" y="7120"/>
                  <a:pt x="9200" y="7435"/>
                  <a:pt x="8822" y="7435"/>
                </a:cubicBezTo>
                <a:cubicBezTo>
                  <a:pt x="8412" y="7435"/>
                  <a:pt x="8097" y="7120"/>
                  <a:pt x="8097" y="6742"/>
                </a:cubicBezTo>
                <a:cubicBezTo>
                  <a:pt x="8097" y="6585"/>
                  <a:pt x="8192" y="6364"/>
                  <a:pt x="8286" y="6270"/>
                </a:cubicBezTo>
                <a:cubicBezTo>
                  <a:pt x="8507" y="6018"/>
                  <a:pt x="8349" y="5671"/>
                  <a:pt x="8034" y="5671"/>
                </a:cubicBezTo>
                <a:lnTo>
                  <a:pt x="6365" y="5671"/>
                </a:lnTo>
                <a:lnTo>
                  <a:pt x="6365" y="4568"/>
                </a:lnTo>
                <a:cubicBezTo>
                  <a:pt x="6491" y="4600"/>
                  <a:pt x="6617" y="4600"/>
                  <a:pt x="6711" y="4600"/>
                </a:cubicBezTo>
                <a:cubicBezTo>
                  <a:pt x="7499" y="4600"/>
                  <a:pt x="8160" y="3970"/>
                  <a:pt x="8160" y="3182"/>
                </a:cubicBezTo>
                <a:cubicBezTo>
                  <a:pt x="8160" y="2395"/>
                  <a:pt x="7499" y="1764"/>
                  <a:pt x="6711" y="1764"/>
                </a:cubicBezTo>
                <a:cubicBezTo>
                  <a:pt x="6617" y="1764"/>
                  <a:pt x="6491" y="1764"/>
                  <a:pt x="6365" y="1796"/>
                </a:cubicBezTo>
                <a:lnTo>
                  <a:pt x="6365" y="725"/>
                </a:lnTo>
                <a:close/>
                <a:moveTo>
                  <a:pt x="3183" y="4568"/>
                </a:moveTo>
                <a:cubicBezTo>
                  <a:pt x="3561" y="4568"/>
                  <a:pt x="3876" y="4883"/>
                  <a:pt x="3876" y="5293"/>
                </a:cubicBezTo>
                <a:cubicBezTo>
                  <a:pt x="3876" y="5451"/>
                  <a:pt x="3813" y="5640"/>
                  <a:pt x="3687" y="5766"/>
                </a:cubicBezTo>
                <a:cubicBezTo>
                  <a:pt x="3498" y="5986"/>
                  <a:pt x="3655" y="6333"/>
                  <a:pt x="3970" y="6333"/>
                </a:cubicBezTo>
                <a:lnTo>
                  <a:pt x="5608" y="6333"/>
                </a:lnTo>
                <a:lnTo>
                  <a:pt x="5608" y="7435"/>
                </a:lnTo>
                <a:cubicBezTo>
                  <a:pt x="5514" y="7404"/>
                  <a:pt x="5388" y="7404"/>
                  <a:pt x="5262" y="7404"/>
                </a:cubicBezTo>
                <a:cubicBezTo>
                  <a:pt x="4474" y="7404"/>
                  <a:pt x="3844" y="8034"/>
                  <a:pt x="3844" y="8822"/>
                </a:cubicBezTo>
                <a:cubicBezTo>
                  <a:pt x="3844" y="9609"/>
                  <a:pt x="4474" y="10239"/>
                  <a:pt x="5262" y="10239"/>
                </a:cubicBezTo>
                <a:cubicBezTo>
                  <a:pt x="5388" y="10239"/>
                  <a:pt x="5514" y="10239"/>
                  <a:pt x="5608" y="10208"/>
                </a:cubicBezTo>
                <a:lnTo>
                  <a:pt x="5608" y="11310"/>
                </a:lnTo>
                <a:lnTo>
                  <a:pt x="1009" y="11310"/>
                </a:lnTo>
                <a:cubicBezTo>
                  <a:pt x="851" y="11310"/>
                  <a:pt x="694" y="11153"/>
                  <a:pt x="694" y="10964"/>
                </a:cubicBezTo>
                <a:lnTo>
                  <a:pt x="694" y="6333"/>
                </a:lnTo>
                <a:lnTo>
                  <a:pt x="2395" y="6333"/>
                </a:lnTo>
                <a:cubicBezTo>
                  <a:pt x="2710" y="6333"/>
                  <a:pt x="2868" y="5986"/>
                  <a:pt x="2679" y="5766"/>
                </a:cubicBezTo>
                <a:cubicBezTo>
                  <a:pt x="2552" y="5640"/>
                  <a:pt x="2458" y="5482"/>
                  <a:pt x="2458" y="5293"/>
                </a:cubicBezTo>
                <a:cubicBezTo>
                  <a:pt x="2458" y="4883"/>
                  <a:pt x="2773" y="4568"/>
                  <a:pt x="3183" y="4568"/>
                </a:cubicBezTo>
                <a:close/>
                <a:moveTo>
                  <a:pt x="11311" y="6333"/>
                </a:moveTo>
                <a:lnTo>
                  <a:pt x="11311" y="10964"/>
                </a:lnTo>
                <a:cubicBezTo>
                  <a:pt x="11311" y="11153"/>
                  <a:pt x="11153" y="11310"/>
                  <a:pt x="10933" y="11310"/>
                </a:cubicBezTo>
                <a:lnTo>
                  <a:pt x="6333" y="11310"/>
                </a:lnTo>
                <a:lnTo>
                  <a:pt x="6333" y="9609"/>
                </a:lnTo>
                <a:cubicBezTo>
                  <a:pt x="6333" y="9388"/>
                  <a:pt x="6162" y="9244"/>
                  <a:pt x="5972" y="9244"/>
                </a:cubicBezTo>
                <a:cubicBezTo>
                  <a:pt x="5892" y="9244"/>
                  <a:pt x="5809" y="9270"/>
                  <a:pt x="5735" y="9326"/>
                </a:cubicBezTo>
                <a:cubicBezTo>
                  <a:pt x="5640" y="9452"/>
                  <a:pt x="5482" y="9546"/>
                  <a:pt x="5262" y="9546"/>
                </a:cubicBezTo>
                <a:cubicBezTo>
                  <a:pt x="4884" y="9546"/>
                  <a:pt x="4569" y="9231"/>
                  <a:pt x="4569" y="8822"/>
                </a:cubicBezTo>
                <a:cubicBezTo>
                  <a:pt x="4569" y="8443"/>
                  <a:pt x="4884" y="8097"/>
                  <a:pt x="5262" y="8097"/>
                </a:cubicBezTo>
                <a:cubicBezTo>
                  <a:pt x="5419" y="8097"/>
                  <a:pt x="5640" y="8191"/>
                  <a:pt x="5735" y="8317"/>
                </a:cubicBezTo>
                <a:cubicBezTo>
                  <a:pt x="5809" y="8374"/>
                  <a:pt x="5892" y="8399"/>
                  <a:pt x="5972" y="8399"/>
                </a:cubicBezTo>
                <a:cubicBezTo>
                  <a:pt x="6162" y="8399"/>
                  <a:pt x="6333" y="8255"/>
                  <a:pt x="6333" y="8034"/>
                </a:cubicBezTo>
                <a:lnTo>
                  <a:pt x="6333" y="6333"/>
                </a:lnTo>
                <a:lnTo>
                  <a:pt x="7436" y="6333"/>
                </a:lnTo>
                <a:cubicBezTo>
                  <a:pt x="7404" y="6459"/>
                  <a:pt x="7404" y="6585"/>
                  <a:pt x="7404" y="6711"/>
                </a:cubicBezTo>
                <a:cubicBezTo>
                  <a:pt x="7404" y="7498"/>
                  <a:pt x="8034" y="8097"/>
                  <a:pt x="8822" y="8097"/>
                </a:cubicBezTo>
                <a:cubicBezTo>
                  <a:pt x="9610" y="8097"/>
                  <a:pt x="10240" y="7498"/>
                  <a:pt x="10240" y="6711"/>
                </a:cubicBezTo>
                <a:cubicBezTo>
                  <a:pt x="10240" y="6585"/>
                  <a:pt x="10240" y="6459"/>
                  <a:pt x="10208" y="6333"/>
                </a:cubicBezTo>
                <a:close/>
                <a:moveTo>
                  <a:pt x="1040" y="0"/>
                </a:moveTo>
                <a:cubicBezTo>
                  <a:pt x="473" y="0"/>
                  <a:pt x="1" y="473"/>
                  <a:pt x="1" y="1071"/>
                </a:cubicBezTo>
                <a:lnTo>
                  <a:pt x="1" y="10964"/>
                </a:lnTo>
                <a:cubicBezTo>
                  <a:pt x="1" y="11531"/>
                  <a:pt x="473" y="12004"/>
                  <a:pt x="1040" y="12004"/>
                </a:cubicBezTo>
                <a:lnTo>
                  <a:pt x="10933" y="12004"/>
                </a:lnTo>
                <a:cubicBezTo>
                  <a:pt x="11531" y="12004"/>
                  <a:pt x="12004" y="11531"/>
                  <a:pt x="12004" y="10964"/>
                </a:cubicBezTo>
                <a:lnTo>
                  <a:pt x="12004" y="1071"/>
                </a:lnTo>
                <a:cubicBezTo>
                  <a:pt x="11972" y="473"/>
                  <a:pt x="11500" y="0"/>
                  <a:pt x="109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697" name="Google Shape;11697;p138"/>
          <p:cNvGrpSpPr/>
          <p:nvPr/>
        </p:nvGrpSpPr>
        <p:grpSpPr>
          <a:xfrm>
            <a:off x="2625923" y="1758885"/>
            <a:ext cx="358199" cy="358229"/>
            <a:chOff x="-49048250" y="2316775"/>
            <a:chExt cx="300100" cy="300125"/>
          </a:xfrm>
        </p:grpSpPr>
        <p:sp>
          <p:nvSpPr>
            <p:cNvPr id="11698" name="Google Shape;11698;p138"/>
            <p:cNvSpPr/>
            <p:nvPr/>
          </p:nvSpPr>
          <p:spPr>
            <a:xfrm>
              <a:off x="-49048250" y="2316775"/>
              <a:ext cx="300100" cy="300125"/>
            </a:xfrm>
            <a:custGeom>
              <a:rect b="b" l="l" r="r" t="t"/>
              <a:pathLst>
                <a:path extrusionOk="0" h="12005" w="12004">
                  <a:moveTo>
                    <a:pt x="10933" y="663"/>
                  </a:moveTo>
                  <a:cubicBezTo>
                    <a:pt x="11122" y="694"/>
                    <a:pt x="11311" y="852"/>
                    <a:pt x="11311" y="1009"/>
                  </a:cubicBezTo>
                  <a:lnTo>
                    <a:pt x="11311" y="1734"/>
                  </a:lnTo>
                  <a:lnTo>
                    <a:pt x="10366" y="1734"/>
                  </a:lnTo>
                  <a:lnTo>
                    <a:pt x="9106" y="663"/>
                  </a:lnTo>
                  <a:close/>
                  <a:moveTo>
                    <a:pt x="5136" y="694"/>
                  </a:moveTo>
                  <a:lnTo>
                    <a:pt x="6396" y="1765"/>
                  </a:lnTo>
                  <a:lnTo>
                    <a:pt x="4726" y="1765"/>
                  </a:lnTo>
                  <a:lnTo>
                    <a:pt x="3466" y="694"/>
                  </a:lnTo>
                  <a:close/>
                  <a:moveTo>
                    <a:pt x="7971" y="694"/>
                  </a:moveTo>
                  <a:lnTo>
                    <a:pt x="9232" y="1765"/>
                  </a:lnTo>
                  <a:lnTo>
                    <a:pt x="7562" y="1765"/>
                  </a:lnTo>
                  <a:lnTo>
                    <a:pt x="6302" y="694"/>
                  </a:lnTo>
                  <a:close/>
                  <a:moveTo>
                    <a:pt x="2363" y="663"/>
                  </a:moveTo>
                  <a:lnTo>
                    <a:pt x="4033" y="2080"/>
                  </a:lnTo>
                  <a:lnTo>
                    <a:pt x="2363" y="3498"/>
                  </a:lnTo>
                  <a:lnTo>
                    <a:pt x="694" y="3498"/>
                  </a:lnTo>
                  <a:lnTo>
                    <a:pt x="694" y="1009"/>
                  </a:lnTo>
                  <a:cubicBezTo>
                    <a:pt x="694" y="820"/>
                    <a:pt x="851" y="663"/>
                    <a:pt x="1040" y="663"/>
                  </a:cubicBezTo>
                  <a:close/>
                  <a:moveTo>
                    <a:pt x="6396" y="2427"/>
                  </a:moveTo>
                  <a:lnTo>
                    <a:pt x="5136" y="3498"/>
                  </a:lnTo>
                  <a:lnTo>
                    <a:pt x="3466" y="3498"/>
                  </a:lnTo>
                  <a:lnTo>
                    <a:pt x="4726" y="2427"/>
                  </a:lnTo>
                  <a:close/>
                  <a:moveTo>
                    <a:pt x="9200" y="2427"/>
                  </a:moveTo>
                  <a:lnTo>
                    <a:pt x="7940" y="3498"/>
                  </a:lnTo>
                  <a:lnTo>
                    <a:pt x="6239" y="3498"/>
                  </a:lnTo>
                  <a:lnTo>
                    <a:pt x="7499" y="2427"/>
                  </a:lnTo>
                  <a:close/>
                  <a:moveTo>
                    <a:pt x="11248" y="2427"/>
                  </a:moveTo>
                  <a:lnTo>
                    <a:pt x="11248" y="3498"/>
                  </a:lnTo>
                  <a:lnTo>
                    <a:pt x="9043" y="3498"/>
                  </a:lnTo>
                  <a:lnTo>
                    <a:pt x="10303" y="2427"/>
                  </a:lnTo>
                  <a:close/>
                  <a:moveTo>
                    <a:pt x="11311" y="4160"/>
                  </a:moveTo>
                  <a:lnTo>
                    <a:pt x="11311" y="10902"/>
                  </a:lnTo>
                  <a:cubicBezTo>
                    <a:pt x="11311" y="11091"/>
                    <a:pt x="11153" y="11248"/>
                    <a:pt x="10933" y="11248"/>
                  </a:cubicBezTo>
                  <a:lnTo>
                    <a:pt x="1072" y="11248"/>
                  </a:lnTo>
                  <a:cubicBezTo>
                    <a:pt x="851" y="11248"/>
                    <a:pt x="694" y="11091"/>
                    <a:pt x="694" y="10902"/>
                  </a:cubicBezTo>
                  <a:lnTo>
                    <a:pt x="694" y="4160"/>
                  </a:lnTo>
                  <a:close/>
                  <a:moveTo>
                    <a:pt x="1040" y="1"/>
                  </a:moveTo>
                  <a:cubicBezTo>
                    <a:pt x="473" y="1"/>
                    <a:pt x="1" y="474"/>
                    <a:pt x="1" y="1041"/>
                  </a:cubicBezTo>
                  <a:lnTo>
                    <a:pt x="1" y="10933"/>
                  </a:lnTo>
                  <a:cubicBezTo>
                    <a:pt x="1" y="11532"/>
                    <a:pt x="473" y="12004"/>
                    <a:pt x="1040" y="12004"/>
                  </a:cubicBezTo>
                  <a:lnTo>
                    <a:pt x="10933" y="12004"/>
                  </a:lnTo>
                  <a:cubicBezTo>
                    <a:pt x="11531" y="12004"/>
                    <a:pt x="12004" y="11532"/>
                    <a:pt x="12004" y="10933"/>
                  </a:cubicBezTo>
                  <a:lnTo>
                    <a:pt x="12004" y="3845"/>
                  </a:lnTo>
                  <a:lnTo>
                    <a:pt x="12004" y="1041"/>
                  </a:lnTo>
                  <a:cubicBezTo>
                    <a:pt x="11972" y="474"/>
                    <a:pt x="11500" y="1"/>
                    <a:pt x="1093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9" name="Google Shape;11699;p138"/>
            <p:cNvSpPr/>
            <p:nvPr/>
          </p:nvSpPr>
          <p:spPr>
            <a:xfrm>
              <a:off x="-49004150" y="2360100"/>
              <a:ext cx="17350" cy="17350"/>
            </a:xfrm>
            <a:custGeom>
              <a:rect b="b" l="l" r="r" t="t"/>
              <a:pathLst>
                <a:path extrusionOk="0" h="694" w="694">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0" name="Google Shape;11700;p138"/>
            <p:cNvSpPr/>
            <p:nvPr/>
          </p:nvSpPr>
          <p:spPr>
            <a:xfrm>
              <a:off x="-48925375" y="2465650"/>
              <a:ext cx="71700" cy="86650"/>
            </a:xfrm>
            <a:custGeom>
              <a:rect b="b" l="l" r="r" t="t"/>
              <a:pathLst>
                <a:path extrusionOk="0" h="3466" w="2868">
                  <a:moveTo>
                    <a:pt x="693" y="1040"/>
                  </a:moveTo>
                  <a:lnTo>
                    <a:pt x="1859" y="1796"/>
                  </a:lnTo>
                  <a:lnTo>
                    <a:pt x="693" y="2552"/>
                  </a:lnTo>
                  <a:lnTo>
                    <a:pt x="693" y="1040"/>
                  </a:lnTo>
                  <a:close/>
                  <a:moveTo>
                    <a:pt x="343" y="1"/>
                  </a:moveTo>
                  <a:cubicBezTo>
                    <a:pt x="167" y="1"/>
                    <a:pt x="0" y="141"/>
                    <a:pt x="0" y="347"/>
                  </a:cubicBezTo>
                  <a:lnTo>
                    <a:pt x="0" y="3151"/>
                  </a:lnTo>
                  <a:cubicBezTo>
                    <a:pt x="0" y="3333"/>
                    <a:pt x="165" y="3466"/>
                    <a:pt x="340" y="3466"/>
                  </a:cubicBezTo>
                  <a:cubicBezTo>
                    <a:pt x="407" y="3466"/>
                    <a:pt x="475" y="3446"/>
                    <a:pt x="536" y="3403"/>
                  </a:cubicBezTo>
                  <a:lnTo>
                    <a:pt x="2678" y="1985"/>
                  </a:lnTo>
                  <a:cubicBezTo>
                    <a:pt x="2867" y="1922"/>
                    <a:pt x="2867" y="1639"/>
                    <a:pt x="2678" y="1481"/>
                  </a:cubicBezTo>
                  <a:lnTo>
                    <a:pt x="536" y="63"/>
                  </a:lnTo>
                  <a:cubicBezTo>
                    <a:pt x="476" y="20"/>
                    <a:pt x="409" y="1"/>
                    <a:pt x="34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1" name="Google Shape;11701;p138"/>
            <p:cNvSpPr/>
            <p:nvPr/>
          </p:nvSpPr>
          <p:spPr>
            <a:xfrm>
              <a:off x="-48977350" y="2431000"/>
              <a:ext cx="157525" cy="157550"/>
            </a:xfrm>
            <a:custGeom>
              <a:rect b="b" l="l" r="r" t="t"/>
              <a:pathLst>
                <a:path extrusionOk="0" h="6302" w="6301">
                  <a:moveTo>
                    <a:pt x="3151" y="756"/>
                  </a:moveTo>
                  <a:cubicBezTo>
                    <a:pt x="4474" y="756"/>
                    <a:pt x="5576" y="1859"/>
                    <a:pt x="5576" y="3182"/>
                  </a:cubicBezTo>
                  <a:cubicBezTo>
                    <a:pt x="5608" y="4537"/>
                    <a:pt x="4537" y="5640"/>
                    <a:pt x="3151" y="5640"/>
                  </a:cubicBezTo>
                  <a:cubicBezTo>
                    <a:pt x="1796" y="5640"/>
                    <a:pt x="693" y="4537"/>
                    <a:pt x="693" y="3182"/>
                  </a:cubicBezTo>
                  <a:cubicBezTo>
                    <a:pt x="693" y="1859"/>
                    <a:pt x="1796" y="756"/>
                    <a:pt x="3151" y="756"/>
                  </a:cubicBezTo>
                  <a:close/>
                  <a:moveTo>
                    <a:pt x="3151" y="0"/>
                  </a:moveTo>
                  <a:cubicBezTo>
                    <a:pt x="1418" y="0"/>
                    <a:pt x="0" y="1418"/>
                    <a:pt x="0" y="3151"/>
                  </a:cubicBezTo>
                  <a:cubicBezTo>
                    <a:pt x="0" y="4883"/>
                    <a:pt x="1418" y="6301"/>
                    <a:pt x="3151" y="6301"/>
                  </a:cubicBezTo>
                  <a:cubicBezTo>
                    <a:pt x="4883" y="6301"/>
                    <a:pt x="6301" y="4883"/>
                    <a:pt x="6301" y="3151"/>
                  </a:cubicBezTo>
                  <a:cubicBezTo>
                    <a:pt x="6301" y="1418"/>
                    <a:pt x="4915" y="0"/>
                    <a:pt x="315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702" name="Google Shape;11702;p138"/>
          <p:cNvSpPr/>
          <p:nvPr/>
        </p:nvSpPr>
        <p:spPr>
          <a:xfrm>
            <a:off x="2627309" y="2206525"/>
            <a:ext cx="361004" cy="357871"/>
          </a:xfrm>
          <a:custGeom>
            <a:rect b="b" l="l" r="r" t="t"/>
            <a:pathLst>
              <a:path extrusionOk="0" h="11993" w="12098">
                <a:moveTo>
                  <a:pt x="9042" y="4337"/>
                </a:moveTo>
                <a:lnTo>
                  <a:pt x="10208" y="4935"/>
                </a:lnTo>
                <a:lnTo>
                  <a:pt x="8695" y="4935"/>
                </a:lnTo>
                <a:lnTo>
                  <a:pt x="9042" y="4337"/>
                </a:lnTo>
                <a:close/>
                <a:moveTo>
                  <a:pt x="5167" y="1753"/>
                </a:moveTo>
                <a:lnTo>
                  <a:pt x="7593" y="5534"/>
                </a:lnTo>
                <a:lnTo>
                  <a:pt x="7026" y="6574"/>
                </a:lnTo>
                <a:lnTo>
                  <a:pt x="5356" y="4022"/>
                </a:lnTo>
                <a:lnTo>
                  <a:pt x="5167" y="1753"/>
                </a:lnTo>
                <a:close/>
                <a:moveTo>
                  <a:pt x="9105" y="5629"/>
                </a:moveTo>
                <a:lnTo>
                  <a:pt x="8664" y="9189"/>
                </a:lnTo>
                <a:lnTo>
                  <a:pt x="7435" y="7298"/>
                </a:lnTo>
                <a:cubicBezTo>
                  <a:pt x="7593" y="7015"/>
                  <a:pt x="8223" y="5849"/>
                  <a:pt x="8349" y="5629"/>
                </a:cubicBezTo>
                <a:close/>
                <a:moveTo>
                  <a:pt x="3088" y="1753"/>
                </a:moveTo>
                <a:lnTo>
                  <a:pt x="8034" y="9504"/>
                </a:lnTo>
                <a:lnTo>
                  <a:pt x="3623" y="7834"/>
                </a:lnTo>
                <a:lnTo>
                  <a:pt x="3088" y="1753"/>
                </a:lnTo>
                <a:close/>
                <a:moveTo>
                  <a:pt x="1355" y="9378"/>
                </a:moveTo>
                <a:lnTo>
                  <a:pt x="4096" y="10134"/>
                </a:lnTo>
                <a:lnTo>
                  <a:pt x="4757" y="11268"/>
                </a:lnTo>
                <a:lnTo>
                  <a:pt x="2773" y="11268"/>
                </a:lnTo>
                <a:lnTo>
                  <a:pt x="1355" y="9378"/>
                </a:lnTo>
                <a:close/>
                <a:moveTo>
                  <a:pt x="4064" y="8748"/>
                </a:moveTo>
                <a:lnTo>
                  <a:pt x="8380" y="10354"/>
                </a:lnTo>
                <a:lnTo>
                  <a:pt x="7971" y="11268"/>
                </a:lnTo>
                <a:lnTo>
                  <a:pt x="5545" y="11268"/>
                </a:lnTo>
                <a:cubicBezTo>
                  <a:pt x="5387" y="10984"/>
                  <a:pt x="4253" y="9063"/>
                  <a:pt x="4064" y="8748"/>
                </a:cubicBezTo>
                <a:close/>
                <a:moveTo>
                  <a:pt x="2485" y="1"/>
                </a:moveTo>
                <a:cubicBezTo>
                  <a:pt x="2453" y="1"/>
                  <a:pt x="2422" y="7"/>
                  <a:pt x="2394" y="21"/>
                </a:cubicBezTo>
                <a:cubicBezTo>
                  <a:pt x="2237" y="52"/>
                  <a:pt x="2174" y="210"/>
                  <a:pt x="2174" y="367"/>
                </a:cubicBezTo>
                <a:cubicBezTo>
                  <a:pt x="2930" y="8527"/>
                  <a:pt x="2836" y="8117"/>
                  <a:pt x="2930" y="8243"/>
                </a:cubicBezTo>
                <a:lnTo>
                  <a:pt x="3497" y="9252"/>
                </a:lnTo>
                <a:lnTo>
                  <a:pt x="473" y="8432"/>
                </a:lnTo>
                <a:cubicBezTo>
                  <a:pt x="437" y="8425"/>
                  <a:pt x="402" y="8422"/>
                  <a:pt x="368" y="8422"/>
                </a:cubicBezTo>
                <a:cubicBezTo>
                  <a:pt x="249" y="8422"/>
                  <a:pt x="143" y="8468"/>
                  <a:pt x="95" y="8590"/>
                </a:cubicBezTo>
                <a:cubicBezTo>
                  <a:pt x="0" y="8716"/>
                  <a:pt x="0" y="8874"/>
                  <a:pt x="95" y="9000"/>
                </a:cubicBezTo>
                <a:lnTo>
                  <a:pt x="2205" y="11835"/>
                </a:lnTo>
                <a:cubicBezTo>
                  <a:pt x="2300" y="11898"/>
                  <a:pt x="2363" y="11993"/>
                  <a:pt x="2489" y="11993"/>
                </a:cubicBezTo>
                <a:lnTo>
                  <a:pt x="8128" y="11993"/>
                </a:lnTo>
                <a:cubicBezTo>
                  <a:pt x="8223" y="11993"/>
                  <a:pt x="8380" y="11898"/>
                  <a:pt x="8443" y="11772"/>
                </a:cubicBezTo>
                <a:lnTo>
                  <a:pt x="9137" y="10354"/>
                </a:lnTo>
                <a:cubicBezTo>
                  <a:pt x="9137" y="10323"/>
                  <a:pt x="9168" y="10291"/>
                  <a:pt x="9168" y="10260"/>
                </a:cubicBezTo>
                <a:lnTo>
                  <a:pt x="9735" y="5629"/>
                </a:lnTo>
                <a:lnTo>
                  <a:pt x="11657" y="5629"/>
                </a:lnTo>
                <a:cubicBezTo>
                  <a:pt x="11814" y="5629"/>
                  <a:pt x="11972" y="5534"/>
                  <a:pt x="12003" y="5377"/>
                </a:cubicBezTo>
                <a:cubicBezTo>
                  <a:pt x="12098" y="5219"/>
                  <a:pt x="12003" y="4998"/>
                  <a:pt x="11846" y="4967"/>
                </a:cubicBezTo>
                <a:lnTo>
                  <a:pt x="9042" y="3549"/>
                </a:lnTo>
                <a:cubicBezTo>
                  <a:pt x="9001" y="3533"/>
                  <a:pt x="8954" y="3525"/>
                  <a:pt x="8906" y="3525"/>
                </a:cubicBezTo>
                <a:cubicBezTo>
                  <a:pt x="8767" y="3525"/>
                  <a:pt x="8616" y="3590"/>
                  <a:pt x="8569" y="3707"/>
                </a:cubicBezTo>
                <a:lnTo>
                  <a:pt x="7908" y="4841"/>
                </a:lnTo>
                <a:lnTo>
                  <a:pt x="4915" y="178"/>
                </a:lnTo>
                <a:cubicBezTo>
                  <a:pt x="4866" y="80"/>
                  <a:pt x="4740" y="1"/>
                  <a:pt x="4627" y="1"/>
                </a:cubicBezTo>
                <a:cubicBezTo>
                  <a:pt x="4595" y="1"/>
                  <a:pt x="4564" y="7"/>
                  <a:pt x="4537" y="21"/>
                </a:cubicBezTo>
                <a:cubicBezTo>
                  <a:pt x="4411" y="52"/>
                  <a:pt x="4285" y="210"/>
                  <a:pt x="4285" y="367"/>
                </a:cubicBezTo>
                <a:lnTo>
                  <a:pt x="4505" y="2762"/>
                </a:lnTo>
                <a:lnTo>
                  <a:pt x="2804" y="178"/>
                </a:lnTo>
                <a:cubicBezTo>
                  <a:pt x="2730" y="80"/>
                  <a:pt x="2599" y="1"/>
                  <a:pt x="248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703" name="Google Shape;11703;p138"/>
          <p:cNvGrpSpPr/>
          <p:nvPr/>
        </p:nvGrpSpPr>
        <p:grpSpPr>
          <a:xfrm>
            <a:off x="1290494" y="2699684"/>
            <a:ext cx="360109" cy="358199"/>
            <a:chOff x="-47160325" y="1974175"/>
            <a:chExt cx="301700" cy="300100"/>
          </a:xfrm>
        </p:grpSpPr>
        <p:sp>
          <p:nvSpPr>
            <p:cNvPr id="11704" name="Google Shape;11704;p138"/>
            <p:cNvSpPr/>
            <p:nvPr/>
          </p:nvSpPr>
          <p:spPr>
            <a:xfrm>
              <a:off x="-47160325" y="1974175"/>
              <a:ext cx="301700" cy="300100"/>
            </a:xfrm>
            <a:custGeom>
              <a:rect b="b" l="l" r="r" t="t"/>
              <a:pathLst>
                <a:path extrusionOk="0" h="12004" w="12068">
                  <a:moveTo>
                    <a:pt x="8539" y="1166"/>
                  </a:moveTo>
                  <a:lnTo>
                    <a:pt x="9452" y="2080"/>
                  </a:lnTo>
                  <a:lnTo>
                    <a:pt x="8539" y="2080"/>
                  </a:lnTo>
                  <a:lnTo>
                    <a:pt x="8539" y="1166"/>
                  </a:lnTo>
                  <a:close/>
                  <a:moveTo>
                    <a:pt x="7846" y="693"/>
                  </a:moveTo>
                  <a:lnTo>
                    <a:pt x="7846" y="2489"/>
                  </a:lnTo>
                  <a:cubicBezTo>
                    <a:pt x="7846" y="2678"/>
                    <a:pt x="8003" y="2836"/>
                    <a:pt x="8192" y="2836"/>
                  </a:cubicBezTo>
                  <a:lnTo>
                    <a:pt x="9957" y="2836"/>
                  </a:lnTo>
                  <a:lnTo>
                    <a:pt x="9957" y="4254"/>
                  </a:lnTo>
                  <a:lnTo>
                    <a:pt x="4916" y="4254"/>
                  </a:lnTo>
                  <a:lnTo>
                    <a:pt x="4538" y="3434"/>
                  </a:lnTo>
                  <a:cubicBezTo>
                    <a:pt x="4349" y="3056"/>
                    <a:pt x="3971" y="2836"/>
                    <a:pt x="3593" y="2836"/>
                  </a:cubicBezTo>
                  <a:lnTo>
                    <a:pt x="2206" y="2836"/>
                  </a:lnTo>
                  <a:lnTo>
                    <a:pt x="2206" y="693"/>
                  </a:lnTo>
                  <a:close/>
                  <a:moveTo>
                    <a:pt x="3561" y="3529"/>
                  </a:moveTo>
                  <a:cubicBezTo>
                    <a:pt x="3656" y="3529"/>
                    <a:pt x="3782" y="3623"/>
                    <a:pt x="3876" y="3718"/>
                  </a:cubicBezTo>
                  <a:lnTo>
                    <a:pt x="4380" y="4758"/>
                  </a:lnTo>
                  <a:cubicBezTo>
                    <a:pt x="4443" y="4884"/>
                    <a:pt x="4569" y="4947"/>
                    <a:pt x="4695" y="4947"/>
                  </a:cubicBezTo>
                  <a:lnTo>
                    <a:pt x="11028" y="4947"/>
                  </a:lnTo>
                  <a:cubicBezTo>
                    <a:pt x="11248" y="4947"/>
                    <a:pt x="11406" y="5104"/>
                    <a:pt x="11406" y="5293"/>
                  </a:cubicBezTo>
                  <a:lnTo>
                    <a:pt x="11406" y="10933"/>
                  </a:lnTo>
                  <a:lnTo>
                    <a:pt x="11343" y="10933"/>
                  </a:lnTo>
                  <a:cubicBezTo>
                    <a:pt x="11343" y="11153"/>
                    <a:pt x="11185" y="11311"/>
                    <a:pt x="10996" y="11311"/>
                  </a:cubicBezTo>
                  <a:lnTo>
                    <a:pt x="1104" y="11311"/>
                  </a:lnTo>
                  <a:cubicBezTo>
                    <a:pt x="915" y="11311"/>
                    <a:pt x="757" y="11153"/>
                    <a:pt x="757" y="10933"/>
                  </a:cubicBezTo>
                  <a:lnTo>
                    <a:pt x="757" y="3875"/>
                  </a:lnTo>
                  <a:cubicBezTo>
                    <a:pt x="757" y="3686"/>
                    <a:pt x="915" y="3529"/>
                    <a:pt x="1104" y="3529"/>
                  </a:cubicBezTo>
                  <a:close/>
                  <a:moveTo>
                    <a:pt x="1797" y="0"/>
                  </a:moveTo>
                  <a:cubicBezTo>
                    <a:pt x="1576" y="0"/>
                    <a:pt x="1419" y="158"/>
                    <a:pt x="1419" y="347"/>
                  </a:cubicBezTo>
                  <a:lnTo>
                    <a:pt x="1419" y="2836"/>
                  </a:lnTo>
                  <a:lnTo>
                    <a:pt x="1072" y="2836"/>
                  </a:lnTo>
                  <a:cubicBezTo>
                    <a:pt x="474" y="2836"/>
                    <a:pt x="1" y="3308"/>
                    <a:pt x="1" y="3907"/>
                  </a:cubicBezTo>
                  <a:lnTo>
                    <a:pt x="1" y="10933"/>
                  </a:lnTo>
                  <a:cubicBezTo>
                    <a:pt x="1" y="11531"/>
                    <a:pt x="474" y="12004"/>
                    <a:pt x="1072" y="12004"/>
                  </a:cubicBezTo>
                  <a:lnTo>
                    <a:pt x="10965" y="12004"/>
                  </a:lnTo>
                  <a:cubicBezTo>
                    <a:pt x="11563" y="12004"/>
                    <a:pt x="12036" y="11531"/>
                    <a:pt x="12036" y="10933"/>
                  </a:cubicBezTo>
                  <a:lnTo>
                    <a:pt x="12036" y="5325"/>
                  </a:lnTo>
                  <a:cubicBezTo>
                    <a:pt x="12067" y="4726"/>
                    <a:pt x="11595" y="4254"/>
                    <a:pt x="10996" y="4254"/>
                  </a:cubicBezTo>
                  <a:lnTo>
                    <a:pt x="10650" y="4254"/>
                  </a:lnTo>
                  <a:lnTo>
                    <a:pt x="10650" y="2489"/>
                  </a:lnTo>
                  <a:cubicBezTo>
                    <a:pt x="10650" y="2395"/>
                    <a:pt x="10618" y="2269"/>
                    <a:pt x="10524" y="2237"/>
                  </a:cubicBezTo>
                  <a:lnTo>
                    <a:pt x="8413" y="126"/>
                  </a:lnTo>
                  <a:cubicBezTo>
                    <a:pt x="8318" y="32"/>
                    <a:pt x="8255" y="0"/>
                    <a:pt x="816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5" name="Google Shape;11705;p138"/>
            <p:cNvSpPr/>
            <p:nvPr/>
          </p:nvSpPr>
          <p:spPr>
            <a:xfrm>
              <a:off x="-47070525" y="2115150"/>
              <a:ext cx="123675" cy="123675"/>
            </a:xfrm>
            <a:custGeom>
              <a:rect b="b" l="l" r="r" t="t"/>
              <a:pathLst>
                <a:path extrusionOk="0" h="4947" w="4947">
                  <a:moveTo>
                    <a:pt x="1796" y="694"/>
                  </a:moveTo>
                  <a:cubicBezTo>
                    <a:pt x="2269" y="694"/>
                    <a:pt x="2678" y="977"/>
                    <a:pt x="2804" y="1418"/>
                  </a:cubicBezTo>
                  <a:lnTo>
                    <a:pt x="1796" y="1418"/>
                  </a:lnTo>
                  <a:cubicBezTo>
                    <a:pt x="1607" y="1418"/>
                    <a:pt x="1450" y="1576"/>
                    <a:pt x="1450" y="1765"/>
                  </a:cubicBezTo>
                  <a:lnTo>
                    <a:pt x="1450" y="2742"/>
                  </a:lnTo>
                  <a:cubicBezTo>
                    <a:pt x="1009" y="2584"/>
                    <a:pt x="757" y="2175"/>
                    <a:pt x="757" y="1765"/>
                  </a:cubicBezTo>
                  <a:cubicBezTo>
                    <a:pt x="757" y="1166"/>
                    <a:pt x="1229" y="694"/>
                    <a:pt x="1796" y="694"/>
                  </a:cubicBezTo>
                  <a:close/>
                  <a:moveTo>
                    <a:pt x="2804" y="2112"/>
                  </a:moveTo>
                  <a:cubicBezTo>
                    <a:pt x="2678" y="2427"/>
                    <a:pt x="2426" y="2679"/>
                    <a:pt x="2174" y="2742"/>
                  </a:cubicBezTo>
                  <a:lnTo>
                    <a:pt x="2174" y="2112"/>
                  </a:lnTo>
                  <a:close/>
                  <a:moveTo>
                    <a:pt x="4254" y="2080"/>
                  </a:moveTo>
                  <a:lnTo>
                    <a:pt x="4254" y="4191"/>
                  </a:lnTo>
                  <a:lnTo>
                    <a:pt x="2143" y="4191"/>
                  </a:lnTo>
                  <a:lnTo>
                    <a:pt x="2143" y="3466"/>
                  </a:lnTo>
                  <a:cubicBezTo>
                    <a:pt x="2804" y="3309"/>
                    <a:pt x="3340" y="2773"/>
                    <a:pt x="3498" y="2080"/>
                  </a:cubicBezTo>
                  <a:close/>
                  <a:moveTo>
                    <a:pt x="1765" y="1"/>
                  </a:moveTo>
                  <a:cubicBezTo>
                    <a:pt x="788" y="1"/>
                    <a:pt x="1" y="788"/>
                    <a:pt x="1" y="1765"/>
                  </a:cubicBezTo>
                  <a:cubicBezTo>
                    <a:pt x="1" y="2616"/>
                    <a:pt x="599" y="3340"/>
                    <a:pt x="1418" y="3498"/>
                  </a:cubicBezTo>
                  <a:lnTo>
                    <a:pt x="1418" y="4600"/>
                  </a:lnTo>
                  <a:cubicBezTo>
                    <a:pt x="1418" y="4789"/>
                    <a:pt x="1576" y="4947"/>
                    <a:pt x="1765" y="4947"/>
                  </a:cubicBezTo>
                  <a:lnTo>
                    <a:pt x="4569" y="4947"/>
                  </a:lnTo>
                  <a:cubicBezTo>
                    <a:pt x="4758" y="4947"/>
                    <a:pt x="4915" y="4789"/>
                    <a:pt x="4915" y="4600"/>
                  </a:cubicBezTo>
                  <a:lnTo>
                    <a:pt x="4915" y="1797"/>
                  </a:lnTo>
                  <a:cubicBezTo>
                    <a:pt x="4947" y="1576"/>
                    <a:pt x="4789" y="1387"/>
                    <a:pt x="4600" y="1387"/>
                  </a:cubicBezTo>
                  <a:lnTo>
                    <a:pt x="3498" y="1387"/>
                  </a:lnTo>
                  <a:cubicBezTo>
                    <a:pt x="3340" y="599"/>
                    <a:pt x="2647" y="1"/>
                    <a:pt x="17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06" name="Google Shape;11706;p138"/>
          <p:cNvGrpSpPr/>
          <p:nvPr/>
        </p:nvGrpSpPr>
        <p:grpSpPr>
          <a:xfrm>
            <a:off x="1290971" y="3146218"/>
            <a:ext cx="359154" cy="359124"/>
            <a:chOff x="-47159525" y="2342000"/>
            <a:chExt cx="300900" cy="300875"/>
          </a:xfrm>
        </p:grpSpPr>
        <p:sp>
          <p:nvSpPr>
            <p:cNvPr id="11707" name="Google Shape;11707;p138"/>
            <p:cNvSpPr/>
            <p:nvPr/>
          </p:nvSpPr>
          <p:spPr>
            <a:xfrm>
              <a:off x="-47122500" y="2376650"/>
              <a:ext cx="123675" cy="125250"/>
            </a:xfrm>
            <a:custGeom>
              <a:rect b="b" l="l" r="r" t="t"/>
              <a:pathLst>
                <a:path extrusionOk="0" h="5010" w="4947">
                  <a:moveTo>
                    <a:pt x="1765" y="756"/>
                  </a:moveTo>
                  <a:cubicBezTo>
                    <a:pt x="2237" y="756"/>
                    <a:pt x="2615" y="1008"/>
                    <a:pt x="2741" y="1450"/>
                  </a:cubicBezTo>
                  <a:lnTo>
                    <a:pt x="1765" y="1450"/>
                  </a:lnTo>
                  <a:cubicBezTo>
                    <a:pt x="1575" y="1450"/>
                    <a:pt x="1418" y="1607"/>
                    <a:pt x="1418" y="1828"/>
                  </a:cubicBezTo>
                  <a:lnTo>
                    <a:pt x="1418" y="2804"/>
                  </a:lnTo>
                  <a:cubicBezTo>
                    <a:pt x="1008" y="2647"/>
                    <a:pt x="693" y="2237"/>
                    <a:pt x="693" y="1828"/>
                  </a:cubicBezTo>
                  <a:cubicBezTo>
                    <a:pt x="693" y="1229"/>
                    <a:pt x="1166" y="756"/>
                    <a:pt x="1765" y="756"/>
                  </a:cubicBezTo>
                  <a:close/>
                  <a:moveTo>
                    <a:pt x="2741" y="2174"/>
                  </a:moveTo>
                  <a:cubicBezTo>
                    <a:pt x="2615" y="2458"/>
                    <a:pt x="2395" y="2678"/>
                    <a:pt x="2111" y="2804"/>
                  </a:cubicBezTo>
                  <a:lnTo>
                    <a:pt x="2111" y="2174"/>
                  </a:lnTo>
                  <a:close/>
                  <a:moveTo>
                    <a:pt x="4253" y="2143"/>
                  </a:moveTo>
                  <a:lnTo>
                    <a:pt x="4253" y="4285"/>
                  </a:lnTo>
                  <a:lnTo>
                    <a:pt x="2111" y="4285"/>
                  </a:lnTo>
                  <a:lnTo>
                    <a:pt x="2111" y="3497"/>
                  </a:lnTo>
                  <a:cubicBezTo>
                    <a:pt x="2804" y="3340"/>
                    <a:pt x="3340" y="2836"/>
                    <a:pt x="3497" y="2143"/>
                  </a:cubicBezTo>
                  <a:close/>
                  <a:moveTo>
                    <a:pt x="1765" y="0"/>
                  </a:moveTo>
                  <a:cubicBezTo>
                    <a:pt x="788" y="0"/>
                    <a:pt x="0" y="788"/>
                    <a:pt x="0" y="1765"/>
                  </a:cubicBezTo>
                  <a:cubicBezTo>
                    <a:pt x="0" y="2647"/>
                    <a:pt x="567" y="3340"/>
                    <a:pt x="1418" y="3497"/>
                  </a:cubicBezTo>
                  <a:lnTo>
                    <a:pt x="1418" y="4663"/>
                  </a:lnTo>
                  <a:cubicBezTo>
                    <a:pt x="1418" y="4852"/>
                    <a:pt x="1575" y="5010"/>
                    <a:pt x="1765" y="5010"/>
                  </a:cubicBezTo>
                  <a:lnTo>
                    <a:pt x="4600" y="5010"/>
                  </a:lnTo>
                  <a:cubicBezTo>
                    <a:pt x="4789" y="5010"/>
                    <a:pt x="4947" y="4852"/>
                    <a:pt x="4947" y="4663"/>
                  </a:cubicBezTo>
                  <a:lnTo>
                    <a:pt x="4947" y="1765"/>
                  </a:lnTo>
                  <a:cubicBezTo>
                    <a:pt x="4947" y="1576"/>
                    <a:pt x="4789" y="1418"/>
                    <a:pt x="4600" y="1418"/>
                  </a:cubicBezTo>
                  <a:lnTo>
                    <a:pt x="3497" y="1418"/>
                  </a:lnTo>
                  <a:cubicBezTo>
                    <a:pt x="3340" y="630"/>
                    <a:pt x="2615" y="0"/>
                    <a:pt x="17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8" name="Google Shape;11708;p138"/>
            <p:cNvSpPr/>
            <p:nvPr/>
          </p:nvSpPr>
          <p:spPr>
            <a:xfrm>
              <a:off x="-47159525" y="2342000"/>
              <a:ext cx="300900" cy="300875"/>
            </a:xfrm>
            <a:custGeom>
              <a:rect b="b" l="l" r="r" t="t"/>
              <a:pathLst>
                <a:path extrusionOk="0" h="12035" w="12036">
                  <a:moveTo>
                    <a:pt x="7089" y="1229"/>
                  </a:moveTo>
                  <a:lnTo>
                    <a:pt x="8003" y="2142"/>
                  </a:lnTo>
                  <a:lnTo>
                    <a:pt x="7089" y="2142"/>
                  </a:lnTo>
                  <a:lnTo>
                    <a:pt x="7089" y="1229"/>
                  </a:lnTo>
                  <a:close/>
                  <a:moveTo>
                    <a:pt x="8538" y="6396"/>
                  </a:moveTo>
                  <a:lnTo>
                    <a:pt x="8538" y="6711"/>
                  </a:lnTo>
                  <a:cubicBezTo>
                    <a:pt x="8538" y="6900"/>
                    <a:pt x="8664" y="7057"/>
                    <a:pt x="8885" y="7057"/>
                  </a:cubicBezTo>
                  <a:cubicBezTo>
                    <a:pt x="9074" y="7057"/>
                    <a:pt x="9231" y="6900"/>
                    <a:pt x="9231" y="6711"/>
                  </a:cubicBezTo>
                  <a:lnTo>
                    <a:pt x="9231" y="6427"/>
                  </a:lnTo>
                  <a:cubicBezTo>
                    <a:pt x="10303" y="6585"/>
                    <a:pt x="11153" y="7467"/>
                    <a:pt x="11311" y="8506"/>
                  </a:cubicBezTo>
                  <a:lnTo>
                    <a:pt x="10996" y="8506"/>
                  </a:lnTo>
                  <a:cubicBezTo>
                    <a:pt x="10807" y="8506"/>
                    <a:pt x="10649" y="8664"/>
                    <a:pt x="10649" y="8884"/>
                  </a:cubicBezTo>
                  <a:cubicBezTo>
                    <a:pt x="10649" y="9073"/>
                    <a:pt x="10807" y="9231"/>
                    <a:pt x="10996" y="9231"/>
                  </a:cubicBezTo>
                  <a:lnTo>
                    <a:pt x="11311" y="9231"/>
                  </a:lnTo>
                  <a:cubicBezTo>
                    <a:pt x="11153" y="10302"/>
                    <a:pt x="10303" y="11121"/>
                    <a:pt x="9231" y="11279"/>
                  </a:cubicBezTo>
                  <a:lnTo>
                    <a:pt x="9231" y="10964"/>
                  </a:lnTo>
                  <a:cubicBezTo>
                    <a:pt x="9231" y="10775"/>
                    <a:pt x="9074" y="10617"/>
                    <a:pt x="8885" y="10617"/>
                  </a:cubicBezTo>
                  <a:cubicBezTo>
                    <a:pt x="8664" y="10617"/>
                    <a:pt x="8538" y="10775"/>
                    <a:pt x="8538" y="10964"/>
                  </a:cubicBezTo>
                  <a:lnTo>
                    <a:pt x="8538" y="11279"/>
                  </a:lnTo>
                  <a:cubicBezTo>
                    <a:pt x="7467" y="11121"/>
                    <a:pt x="6585" y="10239"/>
                    <a:pt x="6428" y="9200"/>
                  </a:cubicBezTo>
                  <a:lnTo>
                    <a:pt x="6743" y="9200"/>
                  </a:lnTo>
                  <a:cubicBezTo>
                    <a:pt x="6963" y="9200"/>
                    <a:pt x="7089" y="9042"/>
                    <a:pt x="7089" y="8821"/>
                  </a:cubicBezTo>
                  <a:cubicBezTo>
                    <a:pt x="7089" y="8632"/>
                    <a:pt x="6963" y="8475"/>
                    <a:pt x="6743" y="8475"/>
                  </a:cubicBezTo>
                  <a:lnTo>
                    <a:pt x="6428" y="8475"/>
                  </a:lnTo>
                  <a:cubicBezTo>
                    <a:pt x="6585" y="7404"/>
                    <a:pt x="7467" y="6553"/>
                    <a:pt x="8538" y="6396"/>
                  </a:cubicBezTo>
                  <a:close/>
                  <a:moveTo>
                    <a:pt x="6428" y="725"/>
                  </a:moveTo>
                  <a:lnTo>
                    <a:pt x="6428" y="2489"/>
                  </a:lnTo>
                  <a:cubicBezTo>
                    <a:pt x="6428" y="2678"/>
                    <a:pt x="6585" y="2836"/>
                    <a:pt x="6774" y="2836"/>
                  </a:cubicBezTo>
                  <a:lnTo>
                    <a:pt x="8570" y="2836"/>
                  </a:lnTo>
                  <a:lnTo>
                    <a:pt x="8570" y="5734"/>
                  </a:lnTo>
                  <a:cubicBezTo>
                    <a:pt x="6995" y="5892"/>
                    <a:pt x="5766" y="7246"/>
                    <a:pt x="5766" y="8884"/>
                  </a:cubicBezTo>
                  <a:cubicBezTo>
                    <a:pt x="5766" y="9861"/>
                    <a:pt x="6238" y="10775"/>
                    <a:pt x="6932" y="11310"/>
                  </a:cubicBezTo>
                  <a:lnTo>
                    <a:pt x="757" y="11310"/>
                  </a:lnTo>
                  <a:lnTo>
                    <a:pt x="757" y="725"/>
                  </a:lnTo>
                  <a:close/>
                  <a:moveTo>
                    <a:pt x="379" y="0"/>
                  </a:moveTo>
                  <a:cubicBezTo>
                    <a:pt x="158" y="0"/>
                    <a:pt x="0" y="158"/>
                    <a:pt x="0" y="378"/>
                  </a:cubicBezTo>
                  <a:lnTo>
                    <a:pt x="0" y="11657"/>
                  </a:lnTo>
                  <a:cubicBezTo>
                    <a:pt x="0" y="11877"/>
                    <a:pt x="158" y="12035"/>
                    <a:pt x="379" y="12035"/>
                  </a:cubicBezTo>
                  <a:lnTo>
                    <a:pt x="8822" y="12035"/>
                  </a:lnTo>
                  <a:cubicBezTo>
                    <a:pt x="10555" y="12035"/>
                    <a:pt x="11972" y="10617"/>
                    <a:pt x="11972" y="8884"/>
                  </a:cubicBezTo>
                  <a:cubicBezTo>
                    <a:pt x="12035" y="7215"/>
                    <a:pt x="10807" y="5892"/>
                    <a:pt x="9231" y="5734"/>
                  </a:cubicBezTo>
                  <a:lnTo>
                    <a:pt x="9231" y="2489"/>
                  </a:lnTo>
                  <a:cubicBezTo>
                    <a:pt x="9231" y="2426"/>
                    <a:pt x="9200" y="2300"/>
                    <a:pt x="9105" y="2268"/>
                  </a:cubicBezTo>
                  <a:lnTo>
                    <a:pt x="6995" y="126"/>
                  </a:lnTo>
                  <a:cubicBezTo>
                    <a:pt x="6900" y="63"/>
                    <a:pt x="6837" y="0"/>
                    <a:pt x="67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9" name="Google Shape;11709;p138"/>
            <p:cNvSpPr/>
            <p:nvPr/>
          </p:nvSpPr>
          <p:spPr>
            <a:xfrm>
              <a:off x="-46946075" y="2537325"/>
              <a:ext cx="35450" cy="35475"/>
            </a:xfrm>
            <a:custGeom>
              <a:rect b="b" l="l" r="r" t="t"/>
              <a:pathLst>
                <a:path extrusionOk="0" h="1419" w="1418">
                  <a:moveTo>
                    <a:pt x="347" y="0"/>
                  </a:moveTo>
                  <a:cubicBezTo>
                    <a:pt x="158" y="0"/>
                    <a:pt x="0" y="158"/>
                    <a:pt x="0" y="347"/>
                  </a:cubicBezTo>
                  <a:lnTo>
                    <a:pt x="0" y="1071"/>
                  </a:lnTo>
                  <a:cubicBezTo>
                    <a:pt x="0" y="1260"/>
                    <a:pt x="158" y="1418"/>
                    <a:pt x="347" y="1418"/>
                  </a:cubicBezTo>
                  <a:lnTo>
                    <a:pt x="1040" y="1418"/>
                  </a:lnTo>
                  <a:cubicBezTo>
                    <a:pt x="1261" y="1418"/>
                    <a:pt x="1418" y="1260"/>
                    <a:pt x="1418" y="1071"/>
                  </a:cubicBezTo>
                  <a:cubicBezTo>
                    <a:pt x="1387" y="851"/>
                    <a:pt x="1261" y="693"/>
                    <a:pt x="1040" y="693"/>
                  </a:cubicBezTo>
                  <a:lnTo>
                    <a:pt x="693" y="693"/>
                  </a:lnTo>
                  <a:lnTo>
                    <a:pt x="693" y="347"/>
                  </a:ln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0" name="Google Shape;11710;p138"/>
            <p:cNvSpPr/>
            <p:nvPr/>
          </p:nvSpPr>
          <p:spPr>
            <a:xfrm>
              <a:off x="-47122500" y="2537325"/>
              <a:ext cx="87450" cy="17350"/>
            </a:xfrm>
            <a:custGeom>
              <a:rect b="b" l="l" r="r" t="t"/>
              <a:pathLst>
                <a:path extrusionOk="0" h="694" w="3498">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1" name="Google Shape;11711;p138"/>
            <p:cNvSpPr/>
            <p:nvPr/>
          </p:nvSpPr>
          <p:spPr>
            <a:xfrm>
              <a:off x="-47122500" y="2572775"/>
              <a:ext cx="87450" cy="17350"/>
            </a:xfrm>
            <a:custGeom>
              <a:rect b="b" l="l" r="r" t="t"/>
              <a:pathLst>
                <a:path extrusionOk="0" h="694" w="3498">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12" name="Google Shape;11712;p138"/>
          <p:cNvGrpSpPr/>
          <p:nvPr/>
        </p:nvGrpSpPr>
        <p:grpSpPr>
          <a:xfrm>
            <a:off x="1291448" y="3603054"/>
            <a:ext cx="358199" cy="359154"/>
            <a:chOff x="-47157950" y="2712175"/>
            <a:chExt cx="300100" cy="300900"/>
          </a:xfrm>
        </p:grpSpPr>
        <p:sp>
          <p:nvSpPr>
            <p:cNvPr id="11713" name="Google Shape;11713;p138"/>
            <p:cNvSpPr/>
            <p:nvPr/>
          </p:nvSpPr>
          <p:spPr>
            <a:xfrm>
              <a:off x="-47157950" y="2712175"/>
              <a:ext cx="300100" cy="300900"/>
            </a:xfrm>
            <a:custGeom>
              <a:rect b="b" l="l" r="r" t="t"/>
              <a:pathLst>
                <a:path extrusionOk="0" h="12036" w="12004">
                  <a:moveTo>
                    <a:pt x="7026" y="1166"/>
                  </a:moveTo>
                  <a:lnTo>
                    <a:pt x="7940" y="2048"/>
                  </a:lnTo>
                  <a:lnTo>
                    <a:pt x="7026" y="2048"/>
                  </a:lnTo>
                  <a:lnTo>
                    <a:pt x="7026" y="1166"/>
                  </a:lnTo>
                  <a:close/>
                  <a:moveTo>
                    <a:pt x="6333" y="693"/>
                  </a:moveTo>
                  <a:lnTo>
                    <a:pt x="6333" y="2458"/>
                  </a:lnTo>
                  <a:cubicBezTo>
                    <a:pt x="6333" y="2647"/>
                    <a:pt x="6491" y="2804"/>
                    <a:pt x="6680" y="2804"/>
                  </a:cubicBezTo>
                  <a:lnTo>
                    <a:pt x="8444" y="2804"/>
                  </a:lnTo>
                  <a:lnTo>
                    <a:pt x="8444" y="4222"/>
                  </a:lnTo>
                  <a:lnTo>
                    <a:pt x="3529" y="4222"/>
                  </a:lnTo>
                  <a:lnTo>
                    <a:pt x="3529" y="693"/>
                  </a:lnTo>
                  <a:close/>
                  <a:moveTo>
                    <a:pt x="10933" y="4222"/>
                  </a:moveTo>
                  <a:cubicBezTo>
                    <a:pt x="11122" y="4222"/>
                    <a:pt x="11279" y="4380"/>
                    <a:pt x="11279" y="4569"/>
                  </a:cubicBezTo>
                  <a:lnTo>
                    <a:pt x="11279" y="8097"/>
                  </a:lnTo>
                  <a:lnTo>
                    <a:pt x="11248" y="8097"/>
                  </a:lnTo>
                  <a:cubicBezTo>
                    <a:pt x="11248" y="8286"/>
                    <a:pt x="11090" y="8444"/>
                    <a:pt x="10901" y="8444"/>
                  </a:cubicBezTo>
                  <a:lnTo>
                    <a:pt x="9137" y="8444"/>
                  </a:lnTo>
                  <a:lnTo>
                    <a:pt x="9137" y="7719"/>
                  </a:lnTo>
                  <a:lnTo>
                    <a:pt x="9483" y="7719"/>
                  </a:lnTo>
                  <a:cubicBezTo>
                    <a:pt x="9673" y="7719"/>
                    <a:pt x="9830" y="7562"/>
                    <a:pt x="9830" y="7372"/>
                  </a:cubicBezTo>
                  <a:cubicBezTo>
                    <a:pt x="9830" y="7183"/>
                    <a:pt x="9673" y="7026"/>
                    <a:pt x="9483" y="7026"/>
                  </a:cubicBezTo>
                  <a:lnTo>
                    <a:pt x="2458" y="7026"/>
                  </a:lnTo>
                  <a:cubicBezTo>
                    <a:pt x="2269" y="7026"/>
                    <a:pt x="2111" y="7183"/>
                    <a:pt x="2111" y="7372"/>
                  </a:cubicBezTo>
                  <a:cubicBezTo>
                    <a:pt x="2111" y="7562"/>
                    <a:pt x="2269" y="7719"/>
                    <a:pt x="2458" y="7719"/>
                  </a:cubicBezTo>
                  <a:lnTo>
                    <a:pt x="2836" y="7719"/>
                  </a:lnTo>
                  <a:lnTo>
                    <a:pt x="2836" y="8444"/>
                  </a:lnTo>
                  <a:lnTo>
                    <a:pt x="1040" y="8444"/>
                  </a:lnTo>
                  <a:cubicBezTo>
                    <a:pt x="851" y="8444"/>
                    <a:pt x="694" y="8286"/>
                    <a:pt x="694" y="8097"/>
                  </a:cubicBezTo>
                  <a:lnTo>
                    <a:pt x="694" y="4569"/>
                  </a:lnTo>
                  <a:cubicBezTo>
                    <a:pt x="694" y="4380"/>
                    <a:pt x="851" y="4222"/>
                    <a:pt x="1040" y="4222"/>
                  </a:cubicBezTo>
                  <a:lnTo>
                    <a:pt x="2836" y="4222"/>
                  </a:lnTo>
                  <a:lnTo>
                    <a:pt x="2836" y="4569"/>
                  </a:lnTo>
                  <a:cubicBezTo>
                    <a:pt x="2836" y="4789"/>
                    <a:pt x="2993" y="4947"/>
                    <a:pt x="3183" y="4947"/>
                  </a:cubicBezTo>
                  <a:lnTo>
                    <a:pt x="8822" y="4947"/>
                  </a:lnTo>
                  <a:cubicBezTo>
                    <a:pt x="9011" y="4947"/>
                    <a:pt x="9168" y="4789"/>
                    <a:pt x="9168" y="4569"/>
                  </a:cubicBezTo>
                  <a:lnTo>
                    <a:pt x="9168" y="4222"/>
                  </a:lnTo>
                  <a:close/>
                  <a:moveTo>
                    <a:pt x="8412" y="7719"/>
                  </a:moveTo>
                  <a:lnTo>
                    <a:pt x="8412" y="11279"/>
                  </a:lnTo>
                  <a:lnTo>
                    <a:pt x="3498" y="11279"/>
                  </a:lnTo>
                  <a:lnTo>
                    <a:pt x="3498" y="7719"/>
                  </a:lnTo>
                  <a:close/>
                  <a:moveTo>
                    <a:pt x="3183" y="0"/>
                  </a:moveTo>
                  <a:cubicBezTo>
                    <a:pt x="2993" y="0"/>
                    <a:pt x="2836" y="158"/>
                    <a:pt x="2836" y="378"/>
                  </a:cubicBezTo>
                  <a:lnTo>
                    <a:pt x="2836" y="3560"/>
                  </a:lnTo>
                  <a:lnTo>
                    <a:pt x="1072" y="3560"/>
                  </a:lnTo>
                  <a:cubicBezTo>
                    <a:pt x="473" y="3560"/>
                    <a:pt x="1" y="4033"/>
                    <a:pt x="1" y="4600"/>
                  </a:cubicBezTo>
                  <a:lnTo>
                    <a:pt x="1" y="8129"/>
                  </a:lnTo>
                  <a:cubicBezTo>
                    <a:pt x="1" y="8696"/>
                    <a:pt x="473" y="9168"/>
                    <a:pt x="1072" y="9168"/>
                  </a:cubicBezTo>
                  <a:lnTo>
                    <a:pt x="2836" y="9168"/>
                  </a:lnTo>
                  <a:lnTo>
                    <a:pt x="2836" y="11657"/>
                  </a:lnTo>
                  <a:cubicBezTo>
                    <a:pt x="2836" y="11846"/>
                    <a:pt x="2993" y="12035"/>
                    <a:pt x="3183" y="12035"/>
                  </a:cubicBezTo>
                  <a:lnTo>
                    <a:pt x="8822" y="12035"/>
                  </a:lnTo>
                  <a:cubicBezTo>
                    <a:pt x="9011" y="12035"/>
                    <a:pt x="9168" y="11846"/>
                    <a:pt x="9168" y="11657"/>
                  </a:cubicBezTo>
                  <a:lnTo>
                    <a:pt x="9168" y="9168"/>
                  </a:lnTo>
                  <a:lnTo>
                    <a:pt x="10933" y="9168"/>
                  </a:lnTo>
                  <a:cubicBezTo>
                    <a:pt x="11531" y="9168"/>
                    <a:pt x="12004" y="8696"/>
                    <a:pt x="12004" y="8129"/>
                  </a:cubicBezTo>
                  <a:lnTo>
                    <a:pt x="12004" y="4600"/>
                  </a:lnTo>
                  <a:cubicBezTo>
                    <a:pt x="11972" y="4001"/>
                    <a:pt x="11500" y="3529"/>
                    <a:pt x="10901" y="3529"/>
                  </a:cubicBezTo>
                  <a:lnTo>
                    <a:pt x="9137" y="3529"/>
                  </a:lnTo>
                  <a:lnTo>
                    <a:pt x="9137" y="2458"/>
                  </a:lnTo>
                  <a:cubicBezTo>
                    <a:pt x="9137" y="2363"/>
                    <a:pt x="9074" y="2269"/>
                    <a:pt x="9011" y="2206"/>
                  </a:cubicBezTo>
                  <a:lnTo>
                    <a:pt x="6932" y="126"/>
                  </a:lnTo>
                  <a:cubicBezTo>
                    <a:pt x="6837" y="63"/>
                    <a:pt x="6774" y="0"/>
                    <a:pt x="668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4" name="Google Shape;11714;p138"/>
            <p:cNvSpPr/>
            <p:nvPr/>
          </p:nvSpPr>
          <p:spPr>
            <a:xfrm>
              <a:off x="-47087075" y="2852375"/>
              <a:ext cx="17350" cy="17350"/>
            </a:xfrm>
            <a:custGeom>
              <a:rect b="b" l="l" r="r" t="t"/>
              <a:pathLst>
                <a:path extrusionOk="0" h="694" w="694">
                  <a:moveTo>
                    <a:pt x="348" y="0"/>
                  </a:moveTo>
                  <a:cubicBezTo>
                    <a:pt x="158" y="0"/>
                    <a:pt x="1" y="158"/>
                    <a:pt x="1" y="347"/>
                  </a:cubicBezTo>
                  <a:cubicBezTo>
                    <a:pt x="1" y="536"/>
                    <a:pt x="158" y="693"/>
                    <a:pt x="348" y="693"/>
                  </a:cubicBezTo>
                  <a:cubicBezTo>
                    <a:pt x="537" y="693"/>
                    <a:pt x="694" y="536"/>
                    <a:pt x="694" y="347"/>
                  </a:cubicBezTo>
                  <a:cubicBezTo>
                    <a:pt x="694" y="158"/>
                    <a:pt x="537" y="0"/>
                    <a:pt x="34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5" name="Google Shape;11715;p138"/>
            <p:cNvSpPr/>
            <p:nvPr/>
          </p:nvSpPr>
          <p:spPr>
            <a:xfrm>
              <a:off x="-47052400" y="2852375"/>
              <a:ext cx="17350" cy="17350"/>
            </a:xfrm>
            <a:custGeom>
              <a:rect b="b" l="l" r="r" t="t"/>
              <a:pathLst>
                <a:path extrusionOk="0" h="694" w="694">
                  <a:moveTo>
                    <a:pt x="347" y="0"/>
                  </a:moveTo>
                  <a:cubicBezTo>
                    <a:pt x="126" y="0"/>
                    <a:pt x="0" y="158"/>
                    <a:pt x="0" y="347"/>
                  </a:cubicBezTo>
                  <a:cubicBezTo>
                    <a:pt x="0" y="536"/>
                    <a:pt x="126" y="693"/>
                    <a:pt x="347" y="693"/>
                  </a:cubicBezTo>
                  <a:cubicBezTo>
                    <a:pt x="536" y="693"/>
                    <a:pt x="693" y="536"/>
                    <a:pt x="693" y="347"/>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6" name="Google Shape;11716;p138"/>
            <p:cNvSpPr/>
            <p:nvPr/>
          </p:nvSpPr>
          <p:spPr>
            <a:xfrm>
              <a:off x="-47051625" y="2957900"/>
              <a:ext cx="87450" cy="17350"/>
            </a:xfrm>
            <a:custGeom>
              <a:rect b="b" l="l" r="r" t="t"/>
              <a:pathLst>
                <a:path extrusionOk="0" h="694" w="3498">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7" name="Google Shape;11717;p138"/>
            <p:cNvSpPr/>
            <p:nvPr/>
          </p:nvSpPr>
          <p:spPr>
            <a:xfrm>
              <a:off x="-47051625" y="2923250"/>
              <a:ext cx="87450" cy="17350"/>
            </a:xfrm>
            <a:custGeom>
              <a:rect b="b" l="l" r="r" t="t"/>
              <a:pathLst>
                <a:path extrusionOk="0" h="694" w="3498">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8" name="Google Shape;11718;p138"/>
            <p:cNvSpPr/>
            <p:nvPr/>
          </p:nvSpPr>
          <p:spPr>
            <a:xfrm>
              <a:off x="-47017750" y="2852375"/>
              <a:ext cx="35450" cy="17350"/>
            </a:xfrm>
            <a:custGeom>
              <a:rect b="b" l="l" r="r" t="t"/>
              <a:pathLst>
                <a:path extrusionOk="0" h="694" w="1418">
                  <a:moveTo>
                    <a:pt x="378" y="0"/>
                  </a:moveTo>
                  <a:cubicBezTo>
                    <a:pt x="158" y="0"/>
                    <a:pt x="0" y="158"/>
                    <a:pt x="0" y="347"/>
                  </a:cubicBezTo>
                  <a:cubicBezTo>
                    <a:pt x="0" y="536"/>
                    <a:pt x="158" y="693"/>
                    <a:pt x="378"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9" name="Google Shape;11719;p138"/>
            <p:cNvSpPr/>
            <p:nvPr/>
          </p:nvSpPr>
          <p:spPr>
            <a:xfrm>
              <a:off x="-46964975" y="2852375"/>
              <a:ext cx="35450" cy="17350"/>
            </a:xfrm>
            <a:custGeom>
              <a:rect b="b" l="l" r="r" t="t"/>
              <a:pathLst>
                <a:path extrusionOk="0" h="694" w="1418">
                  <a:moveTo>
                    <a:pt x="347" y="0"/>
                  </a:moveTo>
                  <a:cubicBezTo>
                    <a:pt x="158" y="0"/>
                    <a:pt x="0" y="158"/>
                    <a:pt x="0" y="347"/>
                  </a:cubicBezTo>
                  <a:cubicBezTo>
                    <a:pt x="0" y="536"/>
                    <a:pt x="158" y="693"/>
                    <a:pt x="347" y="693"/>
                  </a:cubicBezTo>
                  <a:lnTo>
                    <a:pt x="1040" y="693"/>
                  </a:lnTo>
                  <a:cubicBezTo>
                    <a:pt x="1260" y="693"/>
                    <a:pt x="1418" y="536"/>
                    <a:pt x="1418" y="347"/>
                  </a:cubicBezTo>
                  <a:cubicBezTo>
                    <a:pt x="1418" y="158"/>
                    <a:pt x="1260" y="0"/>
                    <a:pt x="104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720" name="Google Shape;11720;p138"/>
          <p:cNvSpPr/>
          <p:nvPr/>
        </p:nvSpPr>
        <p:spPr>
          <a:xfrm>
            <a:off x="3538211" y="2689200"/>
            <a:ext cx="314961" cy="357274"/>
          </a:xfrm>
          <a:custGeom>
            <a:rect b="b" l="l" r="r" t="t"/>
            <a:pathLst>
              <a:path extrusionOk="0" h="11973" w="10555">
                <a:moveTo>
                  <a:pt x="3151" y="2836"/>
                </a:moveTo>
                <a:cubicBezTo>
                  <a:pt x="3340" y="2836"/>
                  <a:pt x="3498" y="2994"/>
                  <a:pt x="3498" y="3183"/>
                </a:cubicBezTo>
                <a:lnTo>
                  <a:pt x="3498" y="3529"/>
                </a:lnTo>
                <a:lnTo>
                  <a:pt x="2805" y="3529"/>
                </a:lnTo>
                <a:lnTo>
                  <a:pt x="2805" y="3183"/>
                </a:lnTo>
                <a:cubicBezTo>
                  <a:pt x="2805" y="2994"/>
                  <a:pt x="2962" y="2836"/>
                  <a:pt x="3151" y="2836"/>
                </a:cubicBezTo>
                <a:close/>
                <a:moveTo>
                  <a:pt x="9862" y="4191"/>
                </a:moveTo>
                <a:lnTo>
                  <a:pt x="9862" y="5262"/>
                </a:lnTo>
                <a:cubicBezTo>
                  <a:pt x="9862" y="5451"/>
                  <a:pt x="9704" y="5609"/>
                  <a:pt x="9484" y="5609"/>
                </a:cubicBezTo>
                <a:cubicBezTo>
                  <a:pt x="9295" y="5609"/>
                  <a:pt x="9137" y="5451"/>
                  <a:pt x="9137" y="5262"/>
                </a:cubicBezTo>
                <a:lnTo>
                  <a:pt x="9137" y="4191"/>
                </a:lnTo>
                <a:close/>
                <a:moveTo>
                  <a:pt x="3151" y="5609"/>
                </a:moveTo>
                <a:cubicBezTo>
                  <a:pt x="3340" y="5609"/>
                  <a:pt x="3498" y="5766"/>
                  <a:pt x="3498" y="5987"/>
                </a:cubicBezTo>
                <a:cubicBezTo>
                  <a:pt x="3498" y="6176"/>
                  <a:pt x="3340" y="6333"/>
                  <a:pt x="3151" y="6333"/>
                </a:cubicBezTo>
                <a:cubicBezTo>
                  <a:pt x="2962" y="6333"/>
                  <a:pt x="2805" y="6176"/>
                  <a:pt x="2805" y="5987"/>
                </a:cubicBezTo>
                <a:cubicBezTo>
                  <a:pt x="2805" y="5766"/>
                  <a:pt x="2962" y="5609"/>
                  <a:pt x="3151" y="5609"/>
                </a:cubicBezTo>
                <a:close/>
                <a:moveTo>
                  <a:pt x="3592" y="4254"/>
                </a:moveTo>
                <a:cubicBezTo>
                  <a:pt x="4695" y="4443"/>
                  <a:pt x="5640" y="5451"/>
                  <a:pt x="5640" y="6680"/>
                </a:cubicBezTo>
                <a:lnTo>
                  <a:pt x="5640" y="8822"/>
                </a:lnTo>
                <a:cubicBezTo>
                  <a:pt x="5640" y="10145"/>
                  <a:pt x="4538" y="11248"/>
                  <a:pt x="3183" y="11248"/>
                </a:cubicBezTo>
                <a:cubicBezTo>
                  <a:pt x="1860" y="11248"/>
                  <a:pt x="757" y="10145"/>
                  <a:pt x="757" y="8822"/>
                </a:cubicBezTo>
                <a:lnTo>
                  <a:pt x="757" y="6680"/>
                </a:lnTo>
                <a:cubicBezTo>
                  <a:pt x="757" y="5451"/>
                  <a:pt x="1671" y="4443"/>
                  <a:pt x="2868" y="4254"/>
                </a:cubicBezTo>
                <a:lnTo>
                  <a:pt x="2868" y="4979"/>
                </a:lnTo>
                <a:cubicBezTo>
                  <a:pt x="2490" y="5136"/>
                  <a:pt x="2175" y="5546"/>
                  <a:pt x="2175" y="5987"/>
                </a:cubicBezTo>
                <a:cubicBezTo>
                  <a:pt x="2175" y="6396"/>
                  <a:pt x="2458" y="6837"/>
                  <a:pt x="2868" y="6963"/>
                </a:cubicBezTo>
                <a:lnTo>
                  <a:pt x="2868" y="7341"/>
                </a:lnTo>
                <a:cubicBezTo>
                  <a:pt x="2868" y="7562"/>
                  <a:pt x="3025" y="7719"/>
                  <a:pt x="3246" y="7719"/>
                </a:cubicBezTo>
                <a:cubicBezTo>
                  <a:pt x="3435" y="7719"/>
                  <a:pt x="3592" y="7562"/>
                  <a:pt x="3592" y="7341"/>
                </a:cubicBezTo>
                <a:lnTo>
                  <a:pt x="3592" y="6963"/>
                </a:lnTo>
                <a:cubicBezTo>
                  <a:pt x="3970" y="6806"/>
                  <a:pt x="4286" y="6396"/>
                  <a:pt x="4286" y="5987"/>
                </a:cubicBezTo>
                <a:cubicBezTo>
                  <a:pt x="4286" y="5546"/>
                  <a:pt x="4033" y="5105"/>
                  <a:pt x="3592" y="4979"/>
                </a:cubicBezTo>
                <a:lnTo>
                  <a:pt x="3592" y="4254"/>
                </a:lnTo>
                <a:close/>
                <a:moveTo>
                  <a:pt x="5294" y="1"/>
                </a:moveTo>
                <a:cubicBezTo>
                  <a:pt x="4033" y="1"/>
                  <a:pt x="2994" y="946"/>
                  <a:pt x="2836" y="2143"/>
                </a:cubicBezTo>
                <a:cubicBezTo>
                  <a:pt x="2427" y="2301"/>
                  <a:pt x="2143" y="2710"/>
                  <a:pt x="2143" y="3151"/>
                </a:cubicBezTo>
                <a:lnTo>
                  <a:pt x="2143" y="3687"/>
                </a:lnTo>
                <a:cubicBezTo>
                  <a:pt x="914" y="4128"/>
                  <a:pt x="1" y="5294"/>
                  <a:pt x="1" y="6680"/>
                </a:cubicBezTo>
                <a:lnTo>
                  <a:pt x="1" y="8822"/>
                </a:lnTo>
                <a:cubicBezTo>
                  <a:pt x="1" y="10555"/>
                  <a:pt x="1419" y="11973"/>
                  <a:pt x="3151" y="11973"/>
                </a:cubicBezTo>
                <a:cubicBezTo>
                  <a:pt x="4884" y="11973"/>
                  <a:pt x="6302" y="10555"/>
                  <a:pt x="6302" y="8822"/>
                </a:cubicBezTo>
                <a:lnTo>
                  <a:pt x="6302" y="6680"/>
                </a:lnTo>
                <a:cubicBezTo>
                  <a:pt x="6302" y="5294"/>
                  <a:pt x="5451" y="4128"/>
                  <a:pt x="4191" y="3687"/>
                </a:cubicBezTo>
                <a:lnTo>
                  <a:pt x="4191" y="3151"/>
                </a:lnTo>
                <a:cubicBezTo>
                  <a:pt x="4191" y="2710"/>
                  <a:pt x="3907" y="2301"/>
                  <a:pt x="3529" y="2143"/>
                </a:cubicBezTo>
                <a:cubicBezTo>
                  <a:pt x="3624" y="1293"/>
                  <a:pt x="4380" y="662"/>
                  <a:pt x="5262" y="662"/>
                </a:cubicBezTo>
                <a:cubicBezTo>
                  <a:pt x="6239" y="662"/>
                  <a:pt x="7026" y="1450"/>
                  <a:pt x="7026" y="2427"/>
                </a:cubicBezTo>
                <a:lnTo>
                  <a:pt x="7026" y="8413"/>
                </a:lnTo>
                <a:cubicBezTo>
                  <a:pt x="7026" y="9200"/>
                  <a:pt x="7657" y="9830"/>
                  <a:pt x="8444" y="9830"/>
                </a:cubicBezTo>
                <a:cubicBezTo>
                  <a:pt x="9232" y="9830"/>
                  <a:pt x="9862" y="9200"/>
                  <a:pt x="9862" y="8413"/>
                </a:cubicBezTo>
                <a:lnTo>
                  <a:pt x="9862" y="6239"/>
                </a:lnTo>
                <a:cubicBezTo>
                  <a:pt x="10240" y="6081"/>
                  <a:pt x="10555" y="5703"/>
                  <a:pt x="10555" y="5262"/>
                </a:cubicBezTo>
                <a:lnTo>
                  <a:pt x="10555" y="3844"/>
                </a:lnTo>
                <a:cubicBezTo>
                  <a:pt x="10555" y="3687"/>
                  <a:pt x="10397" y="3529"/>
                  <a:pt x="10208" y="3529"/>
                </a:cubicBezTo>
                <a:lnTo>
                  <a:pt x="9862" y="3529"/>
                </a:lnTo>
                <a:lnTo>
                  <a:pt x="9862" y="2458"/>
                </a:lnTo>
                <a:cubicBezTo>
                  <a:pt x="9862" y="2269"/>
                  <a:pt x="9704" y="2112"/>
                  <a:pt x="9515" y="2112"/>
                </a:cubicBezTo>
                <a:cubicBezTo>
                  <a:pt x="9295" y="2112"/>
                  <a:pt x="9137" y="2269"/>
                  <a:pt x="9137" y="2458"/>
                </a:cubicBezTo>
                <a:lnTo>
                  <a:pt x="9137" y="3529"/>
                </a:lnTo>
                <a:lnTo>
                  <a:pt x="8791" y="3529"/>
                </a:lnTo>
                <a:cubicBezTo>
                  <a:pt x="8602" y="3529"/>
                  <a:pt x="8444" y="3687"/>
                  <a:pt x="8444" y="3876"/>
                </a:cubicBezTo>
                <a:lnTo>
                  <a:pt x="8444" y="5294"/>
                </a:lnTo>
                <a:cubicBezTo>
                  <a:pt x="8444" y="5766"/>
                  <a:pt x="8728" y="6176"/>
                  <a:pt x="9137" y="6302"/>
                </a:cubicBezTo>
                <a:lnTo>
                  <a:pt x="9137" y="8444"/>
                </a:lnTo>
                <a:cubicBezTo>
                  <a:pt x="9137" y="8854"/>
                  <a:pt x="8822" y="9169"/>
                  <a:pt x="8444" y="9169"/>
                </a:cubicBezTo>
                <a:cubicBezTo>
                  <a:pt x="8035" y="9169"/>
                  <a:pt x="7720" y="8854"/>
                  <a:pt x="7720" y="8444"/>
                </a:cubicBezTo>
                <a:lnTo>
                  <a:pt x="7720" y="2458"/>
                </a:lnTo>
                <a:cubicBezTo>
                  <a:pt x="7720" y="1103"/>
                  <a:pt x="6617" y="1"/>
                  <a:pt x="529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721" name="Google Shape;11721;p138"/>
          <p:cNvGrpSpPr/>
          <p:nvPr/>
        </p:nvGrpSpPr>
        <p:grpSpPr>
          <a:xfrm>
            <a:off x="3535175" y="3135863"/>
            <a:ext cx="315886" cy="358199"/>
            <a:chOff x="-45278675" y="2333325"/>
            <a:chExt cx="264650" cy="300100"/>
          </a:xfrm>
        </p:grpSpPr>
        <p:sp>
          <p:nvSpPr>
            <p:cNvPr id="11722" name="Google Shape;11722;p138"/>
            <p:cNvSpPr/>
            <p:nvPr/>
          </p:nvSpPr>
          <p:spPr>
            <a:xfrm>
              <a:off x="-45243225" y="2475100"/>
              <a:ext cx="52775" cy="87450"/>
            </a:xfrm>
            <a:custGeom>
              <a:rect b="b" l="l" r="r" t="t"/>
              <a:pathLst>
                <a:path extrusionOk="0" h="3498" w="2111">
                  <a:moveTo>
                    <a:pt x="1071" y="725"/>
                  </a:moveTo>
                  <a:cubicBezTo>
                    <a:pt x="1260" y="725"/>
                    <a:pt x="1418" y="883"/>
                    <a:pt x="1418" y="1072"/>
                  </a:cubicBezTo>
                  <a:cubicBezTo>
                    <a:pt x="1418" y="1261"/>
                    <a:pt x="1260" y="1418"/>
                    <a:pt x="1071" y="1418"/>
                  </a:cubicBezTo>
                  <a:lnTo>
                    <a:pt x="725" y="1418"/>
                  </a:lnTo>
                  <a:lnTo>
                    <a:pt x="725" y="725"/>
                  </a:lnTo>
                  <a:close/>
                  <a:moveTo>
                    <a:pt x="347" y="0"/>
                  </a:moveTo>
                  <a:cubicBezTo>
                    <a:pt x="158" y="0"/>
                    <a:pt x="0" y="158"/>
                    <a:pt x="0" y="347"/>
                  </a:cubicBezTo>
                  <a:lnTo>
                    <a:pt x="0" y="3151"/>
                  </a:lnTo>
                  <a:cubicBezTo>
                    <a:pt x="0" y="3340"/>
                    <a:pt x="158" y="3497"/>
                    <a:pt x="347" y="3497"/>
                  </a:cubicBezTo>
                  <a:cubicBezTo>
                    <a:pt x="536" y="3497"/>
                    <a:pt x="693" y="3340"/>
                    <a:pt x="693" y="3151"/>
                  </a:cubicBezTo>
                  <a:lnTo>
                    <a:pt x="693" y="2080"/>
                  </a:lnTo>
                  <a:lnTo>
                    <a:pt x="1071" y="2080"/>
                  </a:lnTo>
                  <a:cubicBezTo>
                    <a:pt x="1638" y="2080"/>
                    <a:pt x="2111" y="1607"/>
                    <a:pt x="2111" y="1040"/>
                  </a:cubicBezTo>
                  <a:cubicBezTo>
                    <a:pt x="2111" y="473"/>
                    <a:pt x="1670" y="0"/>
                    <a:pt x="10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3" name="Google Shape;11723;p138"/>
            <p:cNvSpPr/>
            <p:nvPr/>
          </p:nvSpPr>
          <p:spPr>
            <a:xfrm>
              <a:off x="-45172350" y="2475100"/>
              <a:ext cx="52800" cy="89025"/>
            </a:xfrm>
            <a:custGeom>
              <a:rect b="b" l="l" r="r" t="t"/>
              <a:pathLst>
                <a:path extrusionOk="0" h="3561" w="2112">
                  <a:moveTo>
                    <a:pt x="1072" y="0"/>
                  </a:moveTo>
                  <a:cubicBezTo>
                    <a:pt x="473" y="0"/>
                    <a:pt x="1" y="473"/>
                    <a:pt x="1" y="1072"/>
                  </a:cubicBezTo>
                  <a:cubicBezTo>
                    <a:pt x="1" y="1670"/>
                    <a:pt x="473" y="2143"/>
                    <a:pt x="1072" y="2143"/>
                  </a:cubicBezTo>
                  <a:cubicBezTo>
                    <a:pt x="1261" y="2143"/>
                    <a:pt x="1418" y="2300"/>
                    <a:pt x="1418" y="2489"/>
                  </a:cubicBezTo>
                  <a:cubicBezTo>
                    <a:pt x="1418" y="2678"/>
                    <a:pt x="1261" y="2836"/>
                    <a:pt x="1072" y="2836"/>
                  </a:cubicBezTo>
                  <a:cubicBezTo>
                    <a:pt x="851" y="2836"/>
                    <a:pt x="694" y="2678"/>
                    <a:pt x="694" y="2489"/>
                  </a:cubicBezTo>
                  <a:cubicBezTo>
                    <a:pt x="694" y="2300"/>
                    <a:pt x="536" y="2143"/>
                    <a:pt x="347" y="2143"/>
                  </a:cubicBezTo>
                  <a:cubicBezTo>
                    <a:pt x="158" y="2143"/>
                    <a:pt x="1" y="2300"/>
                    <a:pt x="1" y="2489"/>
                  </a:cubicBezTo>
                  <a:cubicBezTo>
                    <a:pt x="1" y="3088"/>
                    <a:pt x="473" y="3560"/>
                    <a:pt x="1072" y="3560"/>
                  </a:cubicBezTo>
                  <a:cubicBezTo>
                    <a:pt x="1639" y="3560"/>
                    <a:pt x="2111" y="3088"/>
                    <a:pt x="2111" y="2489"/>
                  </a:cubicBezTo>
                  <a:cubicBezTo>
                    <a:pt x="2111" y="1891"/>
                    <a:pt x="1639" y="1418"/>
                    <a:pt x="1072" y="1418"/>
                  </a:cubicBezTo>
                  <a:cubicBezTo>
                    <a:pt x="851" y="1418"/>
                    <a:pt x="725" y="1261"/>
                    <a:pt x="725" y="1072"/>
                  </a:cubicBezTo>
                  <a:cubicBezTo>
                    <a:pt x="725" y="883"/>
                    <a:pt x="851" y="725"/>
                    <a:pt x="1072" y="725"/>
                  </a:cubicBezTo>
                  <a:cubicBezTo>
                    <a:pt x="1261" y="725"/>
                    <a:pt x="1418" y="883"/>
                    <a:pt x="1418" y="1072"/>
                  </a:cubicBezTo>
                  <a:cubicBezTo>
                    <a:pt x="1418" y="1261"/>
                    <a:pt x="1576" y="1418"/>
                    <a:pt x="1765" y="1418"/>
                  </a:cubicBezTo>
                  <a:cubicBezTo>
                    <a:pt x="1954" y="1418"/>
                    <a:pt x="2111" y="1261"/>
                    <a:pt x="2111" y="1072"/>
                  </a:cubicBezTo>
                  <a:cubicBezTo>
                    <a:pt x="2111" y="473"/>
                    <a:pt x="1639"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4" name="Google Shape;11724;p138"/>
            <p:cNvSpPr/>
            <p:nvPr/>
          </p:nvSpPr>
          <p:spPr>
            <a:xfrm>
              <a:off x="-45102250" y="2475100"/>
              <a:ext cx="52800" cy="87450"/>
            </a:xfrm>
            <a:custGeom>
              <a:rect b="b" l="l" r="r" t="t"/>
              <a:pathLst>
                <a:path extrusionOk="0" h="3498" w="2112">
                  <a:moveTo>
                    <a:pt x="1072" y="725"/>
                  </a:moveTo>
                  <a:cubicBezTo>
                    <a:pt x="1261" y="725"/>
                    <a:pt x="1418" y="883"/>
                    <a:pt x="1418" y="1072"/>
                  </a:cubicBezTo>
                  <a:lnTo>
                    <a:pt x="1418" y="2458"/>
                  </a:lnTo>
                  <a:cubicBezTo>
                    <a:pt x="1418" y="2647"/>
                    <a:pt x="1261" y="2804"/>
                    <a:pt x="1072" y="2804"/>
                  </a:cubicBezTo>
                  <a:lnTo>
                    <a:pt x="694" y="2804"/>
                  </a:lnTo>
                  <a:lnTo>
                    <a:pt x="694" y="725"/>
                  </a:lnTo>
                  <a:close/>
                  <a:moveTo>
                    <a:pt x="347" y="0"/>
                  </a:moveTo>
                  <a:cubicBezTo>
                    <a:pt x="158" y="0"/>
                    <a:pt x="0" y="158"/>
                    <a:pt x="0" y="347"/>
                  </a:cubicBezTo>
                  <a:lnTo>
                    <a:pt x="0" y="3151"/>
                  </a:lnTo>
                  <a:cubicBezTo>
                    <a:pt x="0" y="3340"/>
                    <a:pt x="158" y="3497"/>
                    <a:pt x="347" y="3497"/>
                  </a:cubicBezTo>
                  <a:lnTo>
                    <a:pt x="1040" y="3497"/>
                  </a:lnTo>
                  <a:cubicBezTo>
                    <a:pt x="1639" y="3497"/>
                    <a:pt x="2111" y="3025"/>
                    <a:pt x="2111" y="2458"/>
                  </a:cubicBezTo>
                  <a:lnTo>
                    <a:pt x="2111" y="1040"/>
                  </a:lnTo>
                  <a:cubicBezTo>
                    <a:pt x="2111" y="473"/>
                    <a:pt x="1639" y="0"/>
                    <a:pt x="104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5" name="Google Shape;11725;p138"/>
            <p:cNvSpPr/>
            <p:nvPr/>
          </p:nvSpPr>
          <p:spPr>
            <a:xfrm>
              <a:off x="-45278675" y="2333325"/>
              <a:ext cx="264650" cy="300100"/>
            </a:xfrm>
            <a:custGeom>
              <a:rect b="b" l="l" r="r" t="t"/>
              <a:pathLst>
                <a:path extrusionOk="0" h="12004" w="10586">
                  <a:moveTo>
                    <a:pt x="7751" y="1229"/>
                  </a:moveTo>
                  <a:lnTo>
                    <a:pt x="8664" y="2143"/>
                  </a:lnTo>
                  <a:lnTo>
                    <a:pt x="7751" y="2143"/>
                  </a:lnTo>
                  <a:lnTo>
                    <a:pt x="7751" y="1229"/>
                  </a:lnTo>
                  <a:close/>
                  <a:moveTo>
                    <a:pt x="7089" y="725"/>
                  </a:moveTo>
                  <a:lnTo>
                    <a:pt x="7089" y="2489"/>
                  </a:lnTo>
                  <a:cubicBezTo>
                    <a:pt x="7089" y="2678"/>
                    <a:pt x="7246" y="2836"/>
                    <a:pt x="7436" y="2836"/>
                  </a:cubicBezTo>
                  <a:lnTo>
                    <a:pt x="9200" y="2836"/>
                  </a:lnTo>
                  <a:lnTo>
                    <a:pt x="9200" y="4254"/>
                  </a:lnTo>
                  <a:lnTo>
                    <a:pt x="1481" y="4254"/>
                  </a:lnTo>
                  <a:lnTo>
                    <a:pt x="1481" y="725"/>
                  </a:lnTo>
                  <a:close/>
                  <a:moveTo>
                    <a:pt x="9893" y="4978"/>
                  </a:moveTo>
                  <a:lnTo>
                    <a:pt x="9893" y="9893"/>
                  </a:lnTo>
                  <a:lnTo>
                    <a:pt x="756" y="9893"/>
                  </a:lnTo>
                  <a:lnTo>
                    <a:pt x="756" y="4978"/>
                  </a:lnTo>
                  <a:close/>
                  <a:moveTo>
                    <a:pt x="9168" y="10586"/>
                  </a:moveTo>
                  <a:lnTo>
                    <a:pt x="9168" y="11311"/>
                  </a:lnTo>
                  <a:lnTo>
                    <a:pt x="1450" y="11311"/>
                  </a:lnTo>
                  <a:lnTo>
                    <a:pt x="1450" y="10586"/>
                  </a:lnTo>
                  <a:close/>
                  <a:moveTo>
                    <a:pt x="1072" y="1"/>
                  </a:moveTo>
                  <a:cubicBezTo>
                    <a:pt x="851" y="1"/>
                    <a:pt x="725" y="158"/>
                    <a:pt x="725" y="347"/>
                  </a:cubicBezTo>
                  <a:lnTo>
                    <a:pt x="725" y="4254"/>
                  </a:lnTo>
                  <a:lnTo>
                    <a:pt x="347" y="4254"/>
                  </a:lnTo>
                  <a:cubicBezTo>
                    <a:pt x="158" y="4254"/>
                    <a:pt x="0" y="4411"/>
                    <a:pt x="0" y="4600"/>
                  </a:cubicBezTo>
                  <a:lnTo>
                    <a:pt x="0" y="10240"/>
                  </a:lnTo>
                  <a:cubicBezTo>
                    <a:pt x="0" y="10429"/>
                    <a:pt x="158" y="10586"/>
                    <a:pt x="347" y="10586"/>
                  </a:cubicBezTo>
                  <a:lnTo>
                    <a:pt x="725" y="10586"/>
                  </a:lnTo>
                  <a:lnTo>
                    <a:pt x="725" y="11657"/>
                  </a:lnTo>
                  <a:cubicBezTo>
                    <a:pt x="725" y="11846"/>
                    <a:pt x="851" y="12004"/>
                    <a:pt x="1072" y="12004"/>
                  </a:cubicBezTo>
                  <a:lnTo>
                    <a:pt x="9483" y="12004"/>
                  </a:lnTo>
                  <a:cubicBezTo>
                    <a:pt x="9672" y="12004"/>
                    <a:pt x="9830" y="11846"/>
                    <a:pt x="9830" y="11657"/>
                  </a:cubicBezTo>
                  <a:lnTo>
                    <a:pt x="9830" y="10586"/>
                  </a:lnTo>
                  <a:lnTo>
                    <a:pt x="10208" y="10586"/>
                  </a:lnTo>
                  <a:cubicBezTo>
                    <a:pt x="10397" y="10586"/>
                    <a:pt x="10555" y="10429"/>
                    <a:pt x="10555" y="10240"/>
                  </a:cubicBezTo>
                  <a:lnTo>
                    <a:pt x="10555" y="4600"/>
                  </a:lnTo>
                  <a:cubicBezTo>
                    <a:pt x="10586" y="4411"/>
                    <a:pt x="10428" y="4254"/>
                    <a:pt x="10239" y="4254"/>
                  </a:cubicBezTo>
                  <a:lnTo>
                    <a:pt x="9893" y="4254"/>
                  </a:lnTo>
                  <a:lnTo>
                    <a:pt x="9893" y="2489"/>
                  </a:lnTo>
                  <a:cubicBezTo>
                    <a:pt x="9893" y="2395"/>
                    <a:pt x="9830" y="2300"/>
                    <a:pt x="9767" y="2237"/>
                  </a:cubicBezTo>
                  <a:lnTo>
                    <a:pt x="7656" y="127"/>
                  </a:lnTo>
                  <a:cubicBezTo>
                    <a:pt x="7562" y="32"/>
                    <a:pt x="7499" y="1"/>
                    <a:pt x="740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26" name="Google Shape;11726;p138"/>
          <p:cNvGrpSpPr/>
          <p:nvPr/>
        </p:nvGrpSpPr>
        <p:grpSpPr>
          <a:xfrm>
            <a:off x="3545500" y="3590820"/>
            <a:ext cx="295237" cy="358229"/>
            <a:chOff x="-45270025" y="2701925"/>
            <a:chExt cx="247350" cy="300125"/>
          </a:xfrm>
        </p:grpSpPr>
        <p:sp>
          <p:nvSpPr>
            <p:cNvPr id="11727" name="Google Shape;11727;p138"/>
            <p:cNvSpPr/>
            <p:nvPr/>
          </p:nvSpPr>
          <p:spPr>
            <a:xfrm>
              <a:off x="-45128250" y="2843700"/>
              <a:ext cx="18150" cy="17350"/>
            </a:xfrm>
            <a:custGeom>
              <a:rect b="b" l="l" r="r" t="t"/>
              <a:pathLst>
                <a:path extrusionOk="0" h="694" w="726">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8" name="Google Shape;11728;p138"/>
            <p:cNvSpPr/>
            <p:nvPr/>
          </p:nvSpPr>
          <p:spPr>
            <a:xfrm>
              <a:off x="-45270025" y="2701925"/>
              <a:ext cx="247350" cy="300125"/>
            </a:xfrm>
            <a:custGeom>
              <a:rect b="b" l="l" r="r" t="t"/>
              <a:pathLst>
                <a:path extrusionOk="0" h="12005" w="9894">
                  <a:moveTo>
                    <a:pt x="7751" y="1261"/>
                  </a:moveTo>
                  <a:lnTo>
                    <a:pt x="8665" y="2143"/>
                  </a:lnTo>
                  <a:lnTo>
                    <a:pt x="7751" y="2143"/>
                  </a:lnTo>
                  <a:lnTo>
                    <a:pt x="7751" y="1261"/>
                  </a:lnTo>
                  <a:close/>
                  <a:moveTo>
                    <a:pt x="7090" y="4979"/>
                  </a:moveTo>
                  <a:lnTo>
                    <a:pt x="7090" y="9925"/>
                  </a:lnTo>
                  <a:lnTo>
                    <a:pt x="757" y="9925"/>
                  </a:lnTo>
                  <a:lnTo>
                    <a:pt x="757" y="4979"/>
                  </a:lnTo>
                  <a:close/>
                  <a:moveTo>
                    <a:pt x="7090" y="725"/>
                  </a:moveTo>
                  <a:lnTo>
                    <a:pt x="7090" y="2521"/>
                  </a:lnTo>
                  <a:cubicBezTo>
                    <a:pt x="7090" y="2710"/>
                    <a:pt x="7247" y="2868"/>
                    <a:pt x="7436" y="2868"/>
                  </a:cubicBezTo>
                  <a:lnTo>
                    <a:pt x="9232" y="2868"/>
                  </a:lnTo>
                  <a:lnTo>
                    <a:pt x="9232" y="11343"/>
                  </a:lnTo>
                  <a:lnTo>
                    <a:pt x="1450" y="11343"/>
                  </a:lnTo>
                  <a:lnTo>
                    <a:pt x="1450" y="10618"/>
                  </a:lnTo>
                  <a:lnTo>
                    <a:pt x="7436" y="10618"/>
                  </a:lnTo>
                  <a:cubicBezTo>
                    <a:pt x="7657" y="10618"/>
                    <a:pt x="7814" y="10460"/>
                    <a:pt x="7814" y="10271"/>
                  </a:cubicBezTo>
                  <a:lnTo>
                    <a:pt x="7814" y="4632"/>
                  </a:lnTo>
                  <a:cubicBezTo>
                    <a:pt x="7814" y="4443"/>
                    <a:pt x="7657" y="4285"/>
                    <a:pt x="7436" y="4285"/>
                  </a:cubicBezTo>
                  <a:lnTo>
                    <a:pt x="1450" y="4285"/>
                  </a:lnTo>
                  <a:lnTo>
                    <a:pt x="1450" y="725"/>
                  </a:lnTo>
                  <a:close/>
                  <a:moveTo>
                    <a:pt x="1072" y="1"/>
                  </a:moveTo>
                  <a:cubicBezTo>
                    <a:pt x="883" y="1"/>
                    <a:pt x="726" y="158"/>
                    <a:pt x="726" y="347"/>
                  </a:cubicBezTo>
                  <a:lnTo>
                    <a:pt x="726" y="4254"/>
                  </a:lnTo>
                  <a:lnTo>
                    <a:pt x="379" y="4254"/>
                  </a:lnTo>
                  <a:cubicBezTo>
                    <a:pt x="158" y="4254"/>
                    <a:pt x="1" y="4411"/>
                    <a:pt x="1" y="4601"/>
                  </a:cubicBezTo>
                  <a:lnTo>
                    <a:pt x="1" y="10240"/>
                  </a:lnTo>
                  <a:cubicBezTo>
                    <a:pt x="1" y="10429"/>
                    <a:pt x="158" y="10586"/>
                    <a:pt x="379" y="10586"/>
                  </a:cubicBezTo>
                  <a:lnTo>
                    <a:pt x="726" y="10586"/>
                  </a:lnTo>
                  <a:lnTo>
                    <a:pt x="726" y="11658"/>
                  </a:lnTo>
                  <a:cubicBezTo>
                    <a:pt x="726" y="11847"/>
                    <a:pt x="883" y="12004"/>
                    <a:pt x="1072" y="12004"/>
                  </a:cubicBezTo>
                  <a:lnTo>
                    <a:pt x="9484" y="12004"/>
                  </a:lnTo>
                  <a:cubicBezTo>
                    <a:pt x="9704" y="12004"/>
                    <a:pt x="9862" y="11847"/>
                    <a:pt x="9862" y="11658"/>
                  </a:cubicBezTo>
                  <a:lnTo>
                    <a:pt x="9893" y="2458"/>
                  </a:lnTo>
                  <a:cubicBezTo>
                    <a:pt x="9893" y="2395"/>
                    <a:pt x="9862" y="2269"/>
                    <a:pt x="9767" y="2238"/>
                  </a:cubicBezTo>
                  <a:lnTo>
                    <a:pt x="7657" y="95"/>
                  </a:lnTo>
                  <a:cubicBezTo>
                    <a:pt x="7562" y="32"/>
                    <a:pt x="7499" y="1"/>
                    <a:pt x="740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9" name="Google Shape;11729;p138"/>
            <p:cNvSpPr/>
            <p:nvPr/>
          </p:nvSpPr>
          <p:spPr>
            <a:xfrm>
              <a:off x="-45235350" y="2844500"/>
              <a:ext cx="89800" cy="87450"/>
            </a:xfrm>
            <a:custGeom>
              <a:rect b="b" l="l" r="r" t="t"/>
              <a:pathLst>
                <a:path extrusionOk="0" h="3498" w="3592">
                  <a:moveTo>
                    <a:pt x="1796" y="1103"/>
                  </a:moveTo>
                  <a:lnTo>
                    <a:pt x="2268" y="2079"/>
                  </a:lnTo>
                  <a:lnTo>
                    <a:pt x="1292" y="2079"/>
                  </a:lnTo>
                  <a:lnTo>
                    <a:pt x="1796" y="1103"/>
                  </a:lnTo>
                  <a:close/>
                  <a:moveTo>
                    <a:pt x="1764" y="0"/>
                  </a:moveTo>
                  <a:cubicBezTo>
                    <a:pt x="1638" y="0"/>
                    <a:pt x="1544" y="63"/>
                    <a:pt x="1449" y="189"/>
                  </a:cubicBezTo>
                  <a:lnTo>
                    <a:pt x="32" y="2993"/>
                  </a:lnTo>
                  <a:cubicBezTo>
                    <a:pt x="0" y="3151"/>
                    <a:pt x="63" y="3340"/>
                    <a:pt x="284" y="3466"/>
                  </a:cubicBezTo>
                  <a:cubicBezTo>
                    <a:pt x="324" y="3482"/>
                    <a:pt x="369" y="3490"/>
                    <a:pt x="415" y="3490"/>
                  </a:cubicBezTo>
                  <a:cubicBezTo>
                    <a:pt x="547" y="3490"/>
                    <a:pt x="686" y="3425"/>
                    <a:pt x="756" y="3308"/>
                  </a:cubicBezTo>
                  <a:lnTo>
                    <a:pt x="977" y="2804"/>
                  </a:lnTo>
                  <a:lnTo>
                    <a:pt x="2647" y="2804"/>
                  </a:lnTo>
                  <a:lnTo>
                    <a:pt x="2867" y="3308"/>
                  </a:lnTo>
                  <a:cubicBezTo>
                    <a:pt x="2962" y="3434"/>
                    <a:pt x="3056" y="3497"/>
                    <a:pt x="3182" y="3497"/>
                  </a:cubicBezTo>
                  <a:cubicBezTo>
                    <a:pt x="3245" y="3497"/>
                    <a:pt x="3308" y="3497"/>
                    <a:pt x="3340" y="3466"/>
                  </a:cubicBezTo>
                  <a:cubicBezTo>
                    <a:pt x="3497" y="3371"/>
                    <a:pt x="3592" y="3151"/>
                    <a:pt x="3497" y="2993"/>
                  </a:cubicBezTo>
                  <a:lnTo>
                    <a:pt x="2079" y="189"/>
                  </a:lnTo>
                  <a:cubicBezTo>
                    <a:pt x="2016" y="63"/>
                    <a:pt x="1890" y="0"/>
                    <a:pt x="176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0" name="Google Shape;11730;p138"/>
            <p:cNvSpPr/>
            <p:nvPr/>
          </p:nvSpPr>
          <p:spPr>
            <a:xfrm>
              <a:off x="-45128250" y="2879150"/>
              <a:ext cx="18150" cy="52800"/>
            </a:xfrm>
            <a:custGeom>
              <a:rect b="b" l="l" r="r" t="t"/>
              <a:pathLst>
                <a:path extrusionOk="0" h="2112" w="726">
                  <a:moveTo>
                    <a:pt x="347" y="0"/>
                  </a:moveTo>
                  <a:cubicBezTo>
                    <a:pt x="158" y="0"/>
                    <a:pt x="1" y="158"/>
                    <a:pt x="1" y="347"/>
                  </a:cubicBezTo>
                  <a:lnTo>
                    <a:pt x="1" y="1765"/>
                  </a:lnTo>
                  <a:cubicBezTo>
                    <a:pt x="1" y="1954"/>
                    <a:pt x="158" y="2111"/>
                    <a:pt x="347" y="2111"/>
                  </a:cubicBezTo>
                  <a:cubicBezTo>
                    <a:pt x="568" y="2111"/>
                    <a:pt x="725" y="1954"/>
                    <a:pt x="725" y="1765"/>
                  </a:cubicBezTo>
                  <a:lnTo>
                    <a:pt x="725" y="347"/>
                  </a:lnTo>
                  <a:cubicBezTo>
                    <a:pt x="725" y="158"/>
                    <a:pt x="568"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731" name="Google Shape;11731;p138"/>
          <p:cNvSpPr/>
          <p:nvPr/>
        </p:nvSpPr>
        <p:spPr>
          <a:xfrm>
            <a:off x="2628699" y="4061314"/>
            <a:ext cx="358199" cy="358199"/>
          </a:xfrm>
          <a:custGeom>
            <a:rect b="b" l="l" r="r" t="t"/>
            <a:pathLst>
              <a:path extrusionOk="0" h="12004" w="12004">
                <a:moveTo>
                  <a:pt x="2867" y="725"/>
                </a:moveTo>
                <a:lnTo>
                  <a:pt x="2867" y="1449"/>
                </a:lnTo>
                <a:lnTo>
                  <a:pt x="2174" y="1449"/>
                </a:lnTo>
                <a:lnTo>
                  <a:pt x="2174" y="725"/>
                </a:lnTo>
                <a:close/>
                <a:moveTo>
                  <a:pt x="7971" y="3592"/>
                </a:moveTo>
                <a:lnTo>
                  <a:pt x="3560" y="8002"/>
                </a:lnTo>
                <a:lnTo>
                  <a:pt x="3560" y="3592"/>
                </a:lnTo>
                <a:close/>
                <a:moveTo>
                  <a:pt x="8506" y="4064"/>
                </a:moveTo>
                <a:lnTo>
                  <a:pt x="8506" y="8475"/>
                </a:lnTo>
                <a:lnTo>
                  <a:pt x="4096" y="8475"/>
                </a:lnTo>
                <a:lnTo>
                  <a:pt x="8506" y="4064"/>
                </a:lnTo>
                <a:close/>
                <a:moveTo>
                  <a:pt x="2867" y="3529"/>
                </a:moveTo>
                <a:lnTo>
                  <a:pt x="2867" y="8821"/>
                </a:lnTo>
                <a:cubicBezTo>
                  <a:pt x="2867" y="9011"/>
                  <a:pt x="3025" y="9168"/>
                  <a:pt x="3214" y="9168"/>
                </a:cubicBezTo>
                <a:lnTo>
                  <a:pt x="8506" y="9168"/>
                </a:lnTo>
                <a:lnTo>
                  <a:pt x="8506" y="9893"/>
                </a:lnTo>
                <a:lnTo>
                  <a:pt x="2174" y="9893"/>
                </a:lnTo>
                <a:lnTo>
                  <a:pt x="2174" y="3529"/>
                </a:lnTo>
                <a:close/>
                <a:moveTo>
                  <a:pt x="11342" y="9168"/>
                </a:moveTo>
                <a:lnTo>
                  <a:pt x="11342" y="9893"/>
                </a:lnTo>
                <a:lnTo>
                  <a:pt x="10617" y="9893"/>
                </a:lnTo>
                <a:lnTo>
                  <a:pt x="10617" y="9168"/>
                </a:lnTo>
                <a:close/>
                <a:moveTo>
                  <a:pt x="9830" y="2111"/>
                </a:moveTo>
                <a:lnTo>
                  <a:pt x="9830" y="11310"/>
                </a:lnTo>
                <a:lnTo>
                  <a:pt x="9168" y="11310"/>
                </a:lnTo>
                <a:lnTo>
                  <a:pt x="9168" y="3182"/>
                </a:lnTo>
                <a:lnTo>
                  <a:pt x="9168" y="3151"/>
                </a:lnTo>
                <a:cubicBezTo>
                  <a:pt x="9168" y="2993"/>
                  <a:pt x="9010" y="2836"/>
                  <a:pt x="8821" y="2836"/>
                </a:cubicBezTo>
                <a:lnTo>
                  <a:pt x="693" y="2836"/>
                </a:lnTo>
                <a:lnTo>
                  <a:pt x="693" y="2111"/>
                </a:lnTo>
                <a:close/>
                <a:moveTo>
                  <a:pt x="1764" y="0"/>
                </a:moveTo>
                <a:cubicBezTo>
                  <a:pt x="1575" y="0"/>
                  <a:pt x="1418" y="158"/>
                  <a:pt x="1418" y="347"/>
                </a:cubicBezTo>
                <a:lnTo>
                  <a:pt x="1418" y="1418"/>
                </a:lnTo>
                <a:lnTo>
                  <a:pt x="347" y="1418"/>
                </a:lnTo>
                <a:cubicBezTo>
                  <a:pt x="158" y="1418"/>
                  <a:pt x="0" y="1575"/>
                  <a:pt x="0" y="1764"/>
                </a:cubicBezTo>
                <a:lnTo>
                  <a:pt x="0" y="3182"/>
                </a:lnTo>
                <a:cubicBezTo>
                  <a:pt x="0" y="3371"/>
                  <a:pt x="158" y="3529"/>
                  <a:pt x="347" y="3529"/>
                </a:cubicBezTo>
                <a:lnTo>
                  <a:pt x="1418" y="3529"/>
                </a:lnTo>
                <a:lnTo>
                  <a:pt x="1418" y="10082"/>
                </a:lnTo>
                <a:lnTo>
                  <a:pt x="819" y="10680"/>
                </a:lnTo>
                <a:cubicBezTo>
                  <a:pt x="693" y="10775"/>
                  <a:pt x="693" y="11027"/>
                  <a:pt x="819" y="11184"/>
                </a:cubicBezTo>
                <a:cubicBezTo>
                  <a:pt x="882" y="11247"/>
                  <a:pt x="969" y="11279"/>
                  <a:pt x="1059" y="11279"/>
                </a:cubicBezTo>
                <a:cubicBezTo>
                  <a:pt x="1150" y="11279"/>
                  <a:pt x="1245" y="11247"/>
                  <a:pt x="1323" y="11184"/>
                </a:cubicBezTo>
                <a:lnTo>
                  <a:pt x="1922" y="10586"/>
                </a:lnTo>
                <a:lnTo>
                  <a:pt x="8475" y="10586"/>
                </a:lnTo>
                <a:lnTo>
                  <a:pt x="8475" y="11657"/>
                </a:lnTo>
                <a:cubicBezTo>
                  <a:pt x="8475" y="11846"/>
                  <a:pt x="8601" y="12003"/>
                  <a:pt x="8821" y="12003"/>
                </a:cubicBezTo>
                <a:lnTo>
                  <a:pt x="10239" y="12003"/>
                </a:lnTo>
                <a:cubicBezTo>
                  <a:pt x="10428" y="12003"/>
                  <a:pt x="10586" y="11846"/>
                  <a:pt x="10586" y="11657"/>
                </a:cubicBezTo>
                <a:lnTo>
                  <a:pt x="10586" y="10586"/>
                </a:lnTo>
                <a:lnTo>
                  <a:pt x="11657" y="10586"/>
                </a:lnTo>
                <a:cubicBezTo>
                  <a:pt x="11846" y="10586"/>
                  <a:pt x="12003" y="10428"/>
                  <a:pt x="12003" y="10239"/>
                </a:cubicBezTo>
                <a:lnTo>
                  <a:pt x="12003" y="8821"/>
                </a:lnTo>
                <a:cubicBezTo>
                  <a:pt x="12003" y="8632"/>
                  <a:pt x="11846" y="8475"/>
                  <a:pt x="11657" y="8475"/>
                </a:cubicBezTo>
                <a:lnTo>
                  <a:pt x="10586" y="8475"/>
                </a:lnTo>
                <a:lnTo>
                  <a:pt x="10586" y="1922"/>
                </a:lnTo>
                <a:lnTo>
                  <a:pt x="11184" y="1323"/>
                </a:lnTo>
                <a:cubicBezTo>
                  <a:pt x="11279" y="1229"/>
                  <a:pt x="11279" y="977"/>
                  <a:pt x="11184" y="819"/>
                </a:cubicBezTo>
                <a:cubicBezTo>
                  <a:pt x="11121" y="756"/>
                  <a:pt x="11035" y="725"/>
                  <a:pt x="10940" y="725"/>
                </a:cubicBezTo>
                <a:cubicBezTo>
                  <a:pt x="10846" y="725"/>
                  <a:pt x="10743" y="756"/>
                  <a:pt x="10649" y="819"/>
                </a:cubicBezTo>
                <a:lnTo>
                  <a:pt x="10082" y="1418"/>
                </a:lnTo>
                <a:lnTo>
                  <a:pt x="3529" y="1418"/>
                </a:lnTo>
                <a:lnTo>
                  <a:pt x="3529" y="347"/>
                </a:lnTo>
                <a:cubicBezTo>
                  <a:pt x="3529" y="158"/>
                  <a:pt x="3371" y="0"/>
                  <a:pt x="318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732" name="Google Shape;11732;p138"/>
          <p:cNvGrpSpPr/>
          <p:nvPr/>
        </p:nvGrpSpPr>
        <p:grpSpPr>
          <a:xfrm>
            <a:off x="2209567" y="1743737"/>
            <a:ext cx="307444" cy="366556"/>
            <a:chOff x="2209567" y="1972337"/>
            <a:chExt cx="307444" cy="366556"/>
          </a:xfrm>
        </p:grpSpPr>
        <p:sp>
          <p:nvSpPr>
            <p:cNvPr id="11733" name="Google Shape;11733;p138"/>
            <p:cNvSpPr/>
            <p:nvPr/>
          </p:nvSpPr>
          <p:spPr>
            <a:xfrm>
              <a:off x="2345143" y="1972337"/>
              <a:ext cx="20709" cy="62097"/>
            </a:xfrm>
            <a:custGeom>
              <a:rect b="b" l="l" r="r" t="t"/>
              <a:pathLst>
                <a:path extrusionOk="0" h="2081" w="694">
                  <a:moveTo>
                    <a:pt x="347" y="1"/>
                  </a:moveTo>
                  <a:cubicBezTo>
                    <a:pt x="158" y="1"/>
                    <a:pt x="1" y="158"/>
                    <a:pt x="1" y="348"/>
                  </a:cubicBezTo>
                  <a:lnTo>
                    <a:pt x="1" y="1765"/>
                  </a:lnTo>
                  <a:cubicBezTo>
                    <a:pt x="1" y="1923"/>
                    <a:pt x="158" y="2080"/>
                    <a:pt x="347" y="2080"/>
                  </a:cubicBezTo>
                  <a:cubicBezTo>
                    <a:pt x="536" y="2080"/>
                    <a:pt x="694" y="1923"/>
                    <a:pt x="694" y="1734"/>
                  </a:cubicBezTo>
                  <a:lnTo>
                    <a:pt x="694" y="348"/>
                  </a:ln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4" name="Google Shape;11734;p138"/>
            <p:cNvSpPr/>
            <p:nvPr/>
          </p:nvSpPr>
          <p:spPr>
            <a:xfrm>
              <a:off x="2265235" y="1998803"/>
              <a:ext cx="55502" cy="39389"/>
            </a:xfrm>
            <a:custGeom>
              <a:rect b="b" l="l" r="r" t="t"/>
              <a:pathLst>
                <a:path extrusionOk="0" h="1320" w="1860">
                  <a:moveTo>
                    <a:pt x="465" y="1"/>
                  </a:moveTo>
                  <a:cubicBezTo>
                    <a:pt x="344" y="1"/>
                    <a:pt x="222" y="78"/>
                    <a:pt x="158" y="185"/>
                  </a:cubicBezTo>
                  <a:cubicBezTo>
                    <a:pt x="1" y="311"/>
                    <a:pt x="64" y="563"/>
                    <a:pt x="253" y="658"/>
                  </a:cubicBezTo>
                  <a:lnTo>
                    <a:pt x="1229" y="1288"/>
                  </a:lnTo>
                  <a:cubicBezTo>
                    <a:pt x="1261" y="1319"/>
                    <a:pt x="1355" y="1319"/>
                    <a:pt x="1418" y="1319"/>
                  </a:cubicBezTo>
                  <a:cubicBezTo>
                    <a:pt x="1544" y="1319"/>
                    <a:pt x="1671" y="1288"/>
                    <a:pt x="1734" y="1162"/>
                  </a:cubicBezTo>
                  <a:cubicBezTo>
                    <a:pt x="1860" y="1004"/>
                    <a:pt x="1765" y="752"/>
                    <a:pt x="1607" y="689"/>
                  </a:cubicBezTo>
                  <a:lnTo>
                    <a:pt x="631" y="59"/>
                  </a:lnTo>
                  <a:cubicBezTo>
                    <a:pt x="580" y="18"/>
                    <a:pt x="523" y="1"/>
                    <a:pt x="4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5" name="Google Shape;11735;p138"/>
            <p:cNvSpPr/>
            <p:nvPr/>
          </p:nvSpPr>
          <p:spPr>
            <a:xfrm>
              <a:off x="2393093" y="2000594"/>
              <a:ext cx="51743" cy="38523"/>
            </a:xfrm>
            <a:custGeom>
              <a:rect b="b" l="l" r="r" t="t"/>
              <a:pathLst>
                <a:path extrusionOk="0" h="1291" w="1734">
                  <a:moveTo>
                    <a:pt x="1354" y="0"/>
                  </a:moveTo>
                  <a:cubicBezTo>
                    <a:pt x="1301" y="0"/>
                    <a:pt x="1247" y="11"/>
                    <a:pt x="1198" y="31"/>
                  </a:cubicBezTo>
                  <a:lnTo>
                    <a:pt x="221" y="661"/>
                  </a:lnTo>
                  <a:cubicBezTo>
                    <a:pt x="63" y="787"/>
                    <a:pt x="0" y="976"/>
                    <a:pt x="95" y="1133"/>
                  </a:cubicBezTo>
                  <a:cubicBezTo>
                    <a:pt x="126" y="1228"/>
                    <a:pt x="252" y="1291"/>
                    <a:pt x="347" y="1291"/>
                  </a:cubicBezTo>
                  <a:cubicBezTo>
                    <a:pt x="441" y="1291"/>
                    <a:pt x="473" y="1291"/>
                    <a:pt x="568" y="1259"/>
                  </a:cubicBezTo>
                  <a:lnTo>
                    <a:pt x="1544" y="629"/>
                  </a:lnTo>
                  <a:cubicBezTo>
                    <a:pt x="1702" y="503"/>
                    <a:pt x="1733" y="314"/>
                    <a:pt x="1670" y="157"/>
                  </a:cubicBezTo>
                  <a:cubicBezTo>
                    <a:pt x="1584" y="49"/>
                    <a:pt x="1469" y="0"/>
                    <a:pt x="135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736" name="Google Shape;11736;p138"/>
            <p:cNvGrpSpPr/>
            <p:nvPr/>
          </p:nvGrpSpPr>
          <p:grpSpPr>
            <a:xfrm>
              <a:off x="2209567" y="2078266"/>
              <a:ext cx="307444" cy="260626"/>
              <a:chOff x="1636184" y="2959225"/>
              <a:chExt cx="232666" cy="197250"/>
            </a:xfrm>
          </p:grpSpPr>
          <p:sp>
            <p:nvSpPr>
              <p:cNvPr id="11737" name="Google Shape;11737;p138"/>
              <p:cNvSpPr/>
              <p:nvPr/>
            </p:nvSpPr>
            <p:spPr>
              <a:xfrm>
                <a:off x="1649300" y="2959225"/>
                <a:ext cx="219550" cy="197250"/>
              </a:xfrm>
              <a:custGeom>
                <a:rect b="b" l="l" r="r" t="t"/>
                <a:pathLst>
                  <a:path extrusionOk="0" h="7890" w="8782">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8" name="Google Shape;11738;p138"/>
              <p:cNvSpPr/>
              <p:nvPr/>
            </p:nvSpPr>
            <p:spPr>
              <a:xfrm flipH="1">
                <a:off x="1636184" y="2959225"/>
                <a:ext cx="219550" cy="197250"/>
              </a:xfrm>
              <a:custGeom>
                <a:rect b="b" l="l" r="r" t="t"/>
                <a:pathLst>
                  <a:path extrusionOk="0" h="7890" w="8782">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9" name="Google Shape;11739;p138"/>
              <p:cNvSpPr/>
              <p:nvPr/>
            </p:nvSpPr>
            <p:spPr>
              <a:xfrm>
                <a:off x="1734750" y="3136775"/>
                <a:ext cx="36900" cy="19650"/>
              </a:xfrm>
              <a:custGeom>
                <a:rect b="b" l="l" r="r" t="t"/>
                <a:pathLst>
                  <a:path extrusionOk="0" h="786" w="1476">
                    <a:moveTo>
                      <a:pt x="0" y="786"/>
                    </a:moveTo>
                    <a:lnTo>
                      <a:pt x="1476" y="786"/>
                    </a:lnTo>
                    <a:lnTo>
                      <a:pt x="762" y="0"/>
                    </a:lnTo>
                    <a:close/>
                  </a:path>
                </a:pathLst>
              </a:custGeom>
              <a:solidFill>
                <a:srgbClr val="5F7D95"/>
              </a:solidFill>
              <a:ln>
                <a:noFill/>
              </a:ln>
            </p:spPr>
          </p:sp>
          <p:sp>
            <p:nvSpPr>
              <p:cNvPr id="11740" name="Google Shape;11740;p138"/>
              <p:cNvSpPr/>
              <p:nvPr/>
            </p:nvSpPr>
            <p:spPr>
              <a:xfrm>
                <a:off x="1684150" y="2963550"/>
                <a:ext cx="139900" cy="11300"/>
              </a:xfrm>
              <a:custGeom>
                <a:rect b="b" l="l" r="r" t="t"/>
                <a:pathLst>
                  <a:path extrusionOk="0" h="452" w="5596">
                    <a:moveTo>
                      <a:pt x="0" y="452"/>
                    </a:moveTo>
                    <a:lnTo>
                      <a:pt x="5596" y="452"/>
                    </a:lnTo>
                    <a:lnTo>
                      <a:pt x="5500" y="0"/>
                    </a:lnTo>
                    <a:lnTo>
                      <a:pt x="238" y="47"/>
                    </a:lnTo>
                    <a:close/>
                  </a:path>
                </a:pathLst>
              </a:custGeom>
              <a:solidFill>
                <a:srgbClr val="5F7D95"/>
              </a:solidFill>
              <a:ln>
                <a:noFill/>
              </a:ln>
            </p:spPr>
          </p:sp>
        </p:grpSp>
      </p:grpSp>
      <p:grpSp>
        <p:nvGrpSpPr>
          <p:cNvPr id="11741" name="Google Shape;11741;p138"/>
          <p:cNvGrpSpPr/>
          <p:nvPr/>
        </p:nvGrpSpPr>
        <p:grpSpPr>
          <a:xfrm>
            <a:off x="3577265" y="2235011"/>
            <a:ext cx="258542" cy="365154"/>
            <a:chOff x="-47300587" y="123275"/>
            <a:chExt cx="190975" cy="269725"/>
          </a:xfrm>
        </p:grpSpPr>
        <p:sp>
          <p:nvSpPr>
            <p:cNvPr id="11742" name="Google Shape;11742;p138"/>
            <p:cNvSpPr/>
            <p:nvPr/>
          </p:nvSpPr>
          <p:spPr>
            <a:xfrm>
              <a:off x="-47300587" y="123275"/>
              <a:ext cx="190975" cy="269725"/>
            </a:xfrm>
            <a:custGeom>
              <a:rect b="b" l="l" r="r" t="t"/>
              <a:pathLst>
                <a:path extrusionOk="0" h="10789" w="7639">
                  <a:moveTo>
                    <a:pt x="5130" y="1283"/>
                  </a:moveTo>
                  <a:cubicBezTo>
                    <a:pt x="5659" y="1283"/>
                    <a:pt x="6050" y="1701"/>
                    <a:pt x="6050" y="2231"/>
                  </a:cubicBezTo>
                  <a:lnTo>
                    <a:pt x="6050" y="6273"/>
                  </a:lnTo>
                  <a:lnTo>
                    <a:pt x="4182" y="6273"/>
                  </a:lnTo>
                  <a:lnTo>
                    <a:pt x="4182" y="5687"/>
                  </a:lnTo>
                  <a:lnTo>
                    <a:pt x="4489" y="5687"/>
                  </a:lnTo>
                  <a:cubicBezTo>
                    <a:pt x="4684" y="5687"/>
                    <a:pt x="4823" y="5548"/>
                    <a:pt x="4823" y="5381"/>
                  </a:cubicBezTo>
                  <a:cubicBezTo>
                    <a:pt x="4823" y="5213"/>
                    <a:pt x="4684" y="5074"/>
                    <a:pt x="4489" y="5074"/>
                  </a:cubicBezTo>
                  <a:lnTo>
                    <a:pt x="4182" y="5074"/>
                  </a:lnTo>
                  <a:lnTo>
                    <a:pt x="4182" y="4433"/>
                  </a:lnTo>
                  <a:lnTo>
                    <a:pt x="4489" y="4433"/>
                  </a:lnTo>
                  <a:cubicBezTo>
                    <a:pt x="4684" y="4433"/>
                    <a:pt x="4823" y="4294"/>
                    <a:pt x="4823" y="4126"/>
                  </a:cubicBezTo>
                  <a:cubicBezTo>
                    <a:pt x="4823" y="3931"/>
                    <a:pt x="4684" y="3792"/>
                    <a:pt x="4489" y="3792"/>
                  </a:cubicBezTo>
                  <a:lnTo>
                    <a:pt x="4182" y="3792"/>
                  </a:lnTo>
                  <a:lnTo>
                    <a:pt x="4182" y="3179"/>
                  </a:lnTo>
                  <a:lnTo>
                    <a:pt x="4489" y="3179"/>
                  </a:lnTo>
                  <a:cubicBezTo>
                    <a:pt x="4684" y="3179"/>
                    <a:pt x="4823" y="3039"/>
                    <a:pt x="4823" y="2872"/>
                  </a:cubicBezTo>
                  <a:cubicBezTo>
                    <a:pt x="4823" y="2677"/>
                    <a:pt x="4684" y="2537"/>
                    <a:pt x="4489" y="2537"/>
                  </a:cubicBezTo>
                  <a:lnTo>
                    <a:pt x="4182" y="2537"/>
                  </a:lnTo>
                  <a:lnTo>
                    <a:pt x="4182" y="2231"/>
                  </a:lnTo>
                  <a:cubicBezTo>
                    <a:pt x="4182" y="1701"/>
                    <a:pt x="4600" y="1283"/>
                    <a:pt x="5130" y="1283"/>
                  </a:cubicBezTo>
                  <a:close/>
                  <a:moveTo>
                    <a:pt x="2649" y="1952"/>
                  </a:moveTo>
                  <a:cubicBezTo>
                    <a:pt x="3178" y="1952"/>
                    <a:pt x="3597" y="2370"/>
                    <a:pt x="3597" y="2900"/>
                  </a:cubicBezTo>
                  <a:lnTo>
                    <a:pt x="3597" y="6328"/>
                  </a:lnTo>
                  <a:lnTo>
                    <a:pt x="1701" y="6328"/>
                  </a:lnTo>
                  <a:lnTo>
                    <a:pt x="1701" y="2900"/>
                  </a:lnTo>
                  <a:cubicBezTo>
                    <a:pt x="1701" y="2370"/>
                    <a:pt x="2119" y="1952"/>
                    <a:pt x="2649" y="1952"/>
                  </a:cubicBezTo>
                  <a:close/>
                  <a:moveTo>
                    <a:pt x="6969" y="6942"/>
                  </a:moveTo>
                  <a:lnTo>
                    <a:pt x="6969" y="7248"/>
                  </a:lnTo>
                  <a:lnTo>
                    <a:pt x="6997" y="7248"/>
                  </a:lnTo>
                  <a:cubicBezTo>
                    <a:pt x="6997" y="7443"/>
                    <a:pt x="6858" y="7583"/>
                    <a:pt x="6691" y="7583"/>
                  </a:cubicBezTo>
                  <a:lnTo>
                    <a:pt x="1088" y="7583"/>
                  </a:lnTo>
                  <a:cubicBezTo>
                    <a:pt x="920" y="7583"/>
                    <a:pt x="781" y="7443"/>
                    <a:pt x="781" y="7248"/>
                  </a:cubicBezTo>
                  <a:lnTo>
                    <a:pt x="781" y="6942"/>
                  </a:lnTo>
                  <a:close/>
                  <a:moveTo>
                    <a:pt x="6273" y="8168"/>
                  </a:moveTo>
                  <a:lnTo>
                    <a:pt x="5827" y="10092"/>
                  </a:lnTo>
                  <a:lnTo>
                    <a:pt x="1952" y="10092"/>
                  </a:lnTo>
                  <a:lnTo>
                    <a:pt x="1506" y="8168"/>
                  </a:lnTo>
                  <a:close/>
                  <a:moveTo>
                    <a:pt x="5102" y="1"/>
                  </a:moveTo>
                  <a:cubicBezTo>
                    <a:pt x="4907" y="1"/>
                    <a:pt x="4767" y="140"/>
                    <a:pt x="4767" y="307"/>
                  </a:cubicBezTo>
                  <a:lnTo>
                    <a:pt x="4767" y="670"/>
                  </a:lnTo>
                  <a:cubicBezTo>
                    <a:pt x="4572" y="698"/>
                    <a:pt x="4405" y="781"/>
                    <a:pt x="4210" y="921"/>
                  </a:cubicBezTo>
                  <a:lnTo>
                    <a:pt x="3987" y="670"/>
                  </a:lnTo>
                  <a:cubicBezTo>
                    <a:pt x="3931" y="614"/>
                    <a:pt x="3847" y="586"/>
                    <a:pt x="3760" y="586"/>
                  </a:cubicBezTo>
                  <a:cubicBezTo>
                    <a:pt x="3673" y="586"/>
                    <a:pt x="3583" y="614"/>
                    <a:pt x="3513" y="670"/>
                  </a:cubicBezTo>
                  <a:cubicBezTo>
                    <a:pt x="3429" y="781"/>
                    <a:pt x="3429" y="976"/>
                    <a:pt x="3513" y="1116"/>
                  </a:cubicBezTo>
                  <a:lnTo>
                    <a:pt x="3764" y="1367"/>
                  </a:lnTo>
                  <a:cubicBezTo>
                    <a:pt x="3708" y="1478"/>
                    <a:pt x="3652" y="1562"/>
                    <a:pt x="3597" y="1673"/>
                  </a:cubicBezTo>
                  <a:cubicBezTo>
                    <a:pt x="3374" y="1506"/>
                    <a:pt x="3123" y="1367"/>
                    <a:pt x="2872" y="1339"/>
                  </a:cubicBezTo>
                  <a:lnTo>
                    <a:pt x="2872" y="976"/>
                  </a:lnTo>
                  <a:cubicBezTo>
                    <a:pt x="2872" y="809"/>
                    <a:pt x="2732" y="670"/>
                    <a:pt x="2537" y="670"/>
                  </a:cubicBezTo>
                  <a:cubicBezTo>
                    <a:pt x="2370" y="670"/>
                    <a:pt x="2231" y="809"/>
                    <a:pt x="2231" y="976"/>
                  </a:cubicBezTo>
                  <a:lnTo>
                    <a:pt x="2231" y="1339"/>
                  </a:lnTo>
                  <a:cubicBezTo>
                    <a:pt x="2036" y="1367"/>
                    <a:pt x="1840" y="1450"/>
                    <a:pt x="1673" y="1562"/>
                  </a:cubicBezTo>
                  <a:lnTo>
                    <a:pt x="1422" y="1339"/>
                  </a:lnTo>
                  <a:cubicBezTo>
                    <a:pt x="1380" y="1283"/>
                    <a:pt x="1304" y="1255"/>
                    <a:pt x="1220" y="1255"/>
                  </a:cubicBezTo>
                  <a:cubicBezTo>
                    <a:pt x="1137" y="1255"/>
                    <a:pt x="1046" y="1283"/>
                    <a:pt x="976" y="1339"/>
                  </a:cubicBezTo>
                  <a:cubicBezTo>
                    <a:pt x="865" y="1450"/>
                    <a:pt x="865" y="1645"/>
                    <a:pt x="976" y="1785"/>
                  </a:cubicBezTo>
                  <a:lnTo>
                    <a:pt x="1227" y="2036"/>
                  </a:lnTo>
                  <a:cubicBezTo>
                    <a:pt x="1116" y="2203"/>
                    <a:pt x="1032" y="2370"/>
                    <a:pt x="976" y="2593"/>
                  </a:cubicBezTo>
                  <a:lnTo>
                    <a:pt x="642" y="2593"/>
                  </a:lnTo>
                  <a:cubicBezTo>
                    <a:pt x="447" y="2593"/>
                    <a:pt x="307" y="2733"/>
                    <a:pt x="307" y="2900"/>
                  </a:cubicBezTo>
                  <a:cubicBezTo>
                    <a:pt x="307" y="3067"/>
                    <a:pt x="447" y="3206"/>
                    <a:pt x="642" y="3206"/>
                  </a:cubicBezTo>
                  <a:lnTo>
                    <a:pt x="948" y="3206"/>
                  </a:lnTo>
                  <a:lnTo>
                    <a:pt x="948" y="3848"/>
                  </a:lnTo>
                  <a:lnTo>
                    <a:pt x="642" y="3848"/>
                  </a:lnTo>
                  <a:cubicBezTo>
                    <a:pt x="447" y="3848"/>
                    <a:pt x="307" y="3987"/>
                    <a:pt x="307" y="4154"/>
                  </a:cubicBezTo>
                  <a:cubicBezTo>
                    <a:pt x="307" y="4321"/>
                    <a:pt x="447" y="4461"/>
                    <a:pt x="642" y="4461"/>
                  </a:cubicBezTo>
                  <a:lnTo>
                    <a:pt x="948" y="4461"/>
                  </a:lnTo>
                  <a:lnTo>
                    <a:pt x="948" y="5102"/>
                  </a:lnTo>
                  <a:lnTo>
                    <a:pt x="642" y="5102"/>
                  </a:lnTo>
                  <a:cubicBezTo>
                    <a:pt x="447" y="5102"/>
                    <a:pt x="307" y="5241"/>
                    <a:pt x="307" y="5409"/>
                  </a:cubicBezTo>
                  <a:cubicBezTo>
                    <a:pt x="307" y="5576"/>
                    <a:pt x="447" y="5715"/>
                    <a:pt x="642" y="5715"/>
                  </a:cubicBezTo>
                  <a:lnTo>
                    <a:pt x="948" y="5715"/>
                  </a:lnTo>
                  <a:lnTo>
                    <a:pt x="948" y="6356"/>
                  </a:lnTo>
                  <a:lnTo>
                    <a:pt x="307" y="6356"/>
                  </a:lnTo>
                  <a:cubicBezTo>
                    <a:pt x="140" y="6356"/>
                    <a:pt x="1" y="6496"/>
                    <a:pt x="1" y="6663"/>
                  </a:cubicBezTo>
                  <a:lnTo>
                    <a:pt x="1" y="7304"/>
                  </a:lnTo>
                  <a:cubicBezTo>
                    <a:pt x="1" y="7722"/>
                    <a:pt x="279" y="8085"/>
                    <a:pt x="697" y="8196"/>
                  </a:cubicBezTo>
                  <a:lnTo>
                    <a:pt x="1255" y="10538"/>
                  </a:lnTo>
                  <a:cubicBezTo>
                    <a:pt x="1283" y="10677"/>
                    <a:pt x="1422" y="10789"/>
                    <a:pt x="1562" y="10789"/>
                  </a:cubicBezTo>
                  <a:lnTo>
                    <a:pt x="5910" y="10789"/>
                  </a:lnTo>
                  <a:cubicBezTo>
                    <a:pt x="6050" y="10789"/>
                    <a:pt x="6217" y="10677"/>
                    <a:pt x="6245" y="10538"/>
                  </a:cubicBezTo>
                  <a:lnTo>
                    <a:pt x="6802" y="8196"/>
                  </a:lnTo>
                  <a:cubicBezTo>
                    <a:pt x="7165" y="8085"/>
                    <a:pt x="7499" y="7722"/>
                    <a:pt x="7499" y="7304"/>
                  </a:cubicBezTo>
                  <a:lnTo>
                    <a:pt x="7499" y="6663"/>
                  </a:lnTo>
                  <a:cubicBezTo>
                    <a:pt x="7638" y="6468"/>
                    <a:pt x="7499" y="6328"/>
                    <a:pt x="7332" y="6328"/>
                  </a:cubicBezTo>
                  <a:lnTo>
                    <a:pt x="6691" y="6328"/>
                  </a:lnTo>
                  <a:lnTo>
                    <a:pt x="6691" y="5074"/>
                  </a:lnTo>
                  <a:lnTo>
                    <a:pt x="6997" y="5074"/>
                  </a:lnTo>
                  <a:cubicBezTo>
                    <a:pt x="7192" y="5074"/>
                    <a:pt x="7332" y="4935"/>
                    <a:pt x="7332" y="4740"/>
                  </a:cubicBezTo>
                  <a:cubicBezTo>
                    <a:pt x="7332" y="4572"/>
                    <a:pt x="7192" y="4433"/>
                    <a:pt x="6997" y="4433"/>
                  </a:cubicBezTo>
                  <a:lnTo>
                    <a:pt x="6691" y="4433"/>
                  </a:lnTo>
                  <a:lnTo>
                    <a:pt x="6691" y="3820"/>
                  </a:lnTo>
                  <a:lnTo>
                    <a:pt x="6997" y="3820"/>
                  </a:lnTo>
                  <a:cubicBezTo>
                    <a:pt x="7192" y="3820"/>
                    <a:pt x="7332" y="3680"/>
                    <a:pt x="7332" y="3485"/>
                  </a:cubicBezTo>
                  <a:cubicBezTo>
                    <a:pt x="7332" y="3318"/>
                    <a:pt x="7192" y="3179"/>
                    <a:pt x="6997" y="3179"/>
                  </a:cubicBezTo>
                  <a:lnTo>
                    <a:pt x="6691" y="3179"/>
                  </a:lnTo>
                  <a:lnTo>
                    <a:pt x="6691" y="2537"/>
                  </a:lnTo>
                  <a:lnTo>
                    <a:pt x="6997" y="2537"/>
                  </a:lnTo>
                  <a:cubicBezTo>
                    <a:pt x="7192" y="2537"/>
                    <a:pt x="7332" y="2398"/>
                    <a:pt x="7332" y="2231"/>
                  </a:cubicBezTo>
                  <a:cubicBezTo>
                    <a:pt x="7332" y="2064"/>
                    <a:pt x="7192" y="1924"/>
                    <a:pt x="6997" y="1924"/>
                  </a:cubicBezTo>
                  <a:lnTo>
                    <a:pt x="6663" y="1924"/>
                  </a:lnTo>
                  <a:cubicBezTo>
                    <a:pt x="6635" y="1701"/>
                    <a:pt x="6551" y="1534"/>
                    <a:pt x="6412" y="1367"/>
                  </a:cubicBezTo>
                  <a:lnTo>
                    <a:pt x="6663" y="1116"/>
                  </a:lnTo>
                  <a:cubicBezTo>
                    <a:pt x="6774" y="1004"/>
                    <a:pt x="6774" y="809"/>
                    <a:pt x="6663" y="670"/>
                  </a:cubicBezTo>
                  <a:cubicBezTo>
                    <a:pt x="6607" y="614"/>
                    <a:pt x="6530" y="586"/>
                    <a:pt x="6450" y="586"/>
                  </a:cubicBezTo>
                  <a:cubicBezTo>
                    <a:pt x="6370" y="586"/>
                    <a:pt x="6286" y="614"/>
                    <a:pt x="6217" y="670"/>
                  </a:cubicBezTo>
                  <a:lnTo>
                    <a:pt x="5966" y="921"/>
                  </a:lnTo>
                  <a:cubicBezTo>
                    <a:pt x="5799" y="809"/>
                    <a:pt x="5604" y="726"/>
                    <a:pt x="5408" y="670"/>
                  </a:cubicBezTo>
                  <a:lnTo>
                    <a:pt x="5408" y="307"/>
                  </a:lnTo>
                  <a:cubicBezTo>
                    <a:pt x="5408" y="140"/>
                    <a:pt x="5269" y="1"/>
                    <a:pt x="510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3" name="Google Shape;11743;p138"/>
            <p:cNvSpPr/>
            <p:nvPr/>
          </p:nvSpPr>
          <p:spPr>
            <a:xfrm>
              <a:off x="-47242037" y="188100"/>
              <a:ext cx="15350" cy="31375"/>
            </a:xfrm>
            <a:custGeom>
              <a:rect b="b" l="l" r="r" t="t"/>
              <a:pathLst>
                <a:path extrusionOk="0" h="1255" w="614">
                  <a:moveTo>
                    <a:pt x="307" y="0"/>
                  </a:moveTo>
                  <a:cubicBezTo>
                    <a:pt x="140" y="0"/>
                    <a:pt x="0" y="140"/>
                    <a:pt x="0" y="307"/>
                  </a:cubicBezTo>
                  <a:lnTo>
                    <a:pt x="0" y="948"/>
                  </a:lnTo>
                  <a:cubicBezTo>
                    <a:pt x="0" y="1115"/>
                    <a:pt x="140" y="1255"/>
                    <a:pt x="307" y="1255"/>
                  </a:cubicBezTo>
                  <a:cubicBezTo>
                    <a:pt x="474" y="1255"/>
                    <a:pt x="613" y="1115"/>
                    <a:pt x="613" y="948"/>
                  </a:cubicBezTo>
                  <a:lnTo>
                    <a:pt x="613" y="307"/>
                  </a:lnTo>
                  <a:cubicBezTo>
                    <a:pt x="613" y="140"/>
                    <a:pt x="474" y="0"/>
                    <a:pt x="30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4" name="Google Shape;11744;p138"/>
            <p:cNvSpPr/>
            <p:nvPr/>
          </p:nvSpPr>
          <p:spPr>
            <a:xfrm>
              <a:off x="-47242037" y="234775"/>
              <a:ext cx="15350" cy="31400"/>
            </a:xfrm>
            <a:custGeom>
              <a:rect b="b" l="l" r="r" t="t"/>
              <a:pathLst>
                <a:path extrusionOk="0" h="1256" w="614">
                  <a:moveTo>
                    <a:pt x="307" y="1"/>
                  </a:moveTo>
                  <a:cubicBezTo>
                    <a:pt x="140" y="1"/>
                    <a:pt x="0" y="140"/>
                    <a:pt x="0" y="335"/>
                  </a:cubicBezTo>
                  <a:lnTo>
                    <a:pt x="0" y="949"/>
                  </a:lnTo>
                  <a:cubicBezTo>
                    <a:pt x="0" y="1116"/>
                    <a:pt x="140" y="1255"/>
                    <a:pt x="307" y="1255"/>
                  </a:cubicBezTo>
                  <a:cubicBezTo>
                    <a:pt x="474" y="1255"/>
                    <a:pt x="613" y="1116"/>
                    <a:pt x="613" y="949"/>
                  </a:cubicBezTo>
                  <a:lnTo>
                    <a:pt x="613" y="335"/>
                  </a:lnTo>
                  <a:cubicBezTo>
                    <a:pt x="613" y="140"/>
                    <a:pt x="474" y="1"/>
                    <a:pt x="30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5" name="Google Shape;11745;p138"/>
            <p:cNvSpPr/>
            <p:nvPr/>
          </p:nvSpPr>
          <p:spPr>
            <a:xfrm>
              <a:off x="-47180012" y="172075"/>
              <a:ext cx="15350" cy="31375"/>
            </a:xfrm>
            <a:custGeom>
              <a:rect b="b" l="l" r="r" t="t"/>
              <a:pathLst>
                <a:path extrusionOk="0" h="1255" w="614">
                  <a:moveTo>
                    <a:pt x="307" y="0"/>
                  </a:moveTo>
                  <a:cubicBezTo>
                    <a:pt x="139" y="0"/>
                    <a:pt x="0" y="139"/>
                    <a:pt x="0" y="335"/>
                  </a:cubicBezTo>
                  <a:lnTo>
                    <a:pt x="0" y="948"/>
                  </a:lnTo>
                  <a:cubicBezTo>
                    <a:pt x="0" y="1115"/>
                    <a:pt x="139" y="1254"/>
                    <a:pt x="307" y="1254"/>
                  </a:cubicBezTo>
                  <a:cubicBezTo>
                    <a:pt x="474" y="1254"/>
                    <a:pt x="613" y="1115"/>
                    <a:pt x="613" y="948"/>
                  </a:cubicBezTo>
                  <a:lnTo>
                    <a:pt x="613" y="335"/>
                  </a:lnTo>
                  <a:cubicBezTo>
                    <a:pt x="613" y="139"/>
                    <a:pt x="474" y="0"/>
                    <a:pt x="30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6" name="Google Shape;11746;p138"/>
            <p:cNvSpPr/>
            <p:nvPr/>
          </p:nvSpPr>
          <p:spPr>
            <a:xfrm>
              <a:off x="-47180012" y="218050"/>
              <a:ext cx="15350" cy="32100"/>
            </a:xfrm>
            <a:custGeom>
              <a:rect b="b" l="l" r="r" t="t"/>
              <a:pathLst>
                <a:path extrusionOk="0" h="1284" w="614">
                  <a:moveTo>
                    <a:pt x="307" y="1"/>
                  </a:moveTo>
                  <a:cubicBezTo>
                    <a:pt x="139" y="1"/>
                    <a:pt x="0" y="140"/>
                    <a:pt x="0" y="335"/>
                  </a:cubicBezTo>
                  <a:lnTo>
                    <a:pt x="0" y="949"/>
                  </a:lnTo>
                  <a:cubicBezTo>
                    <a:pt x="0" y="1144"/>
                    <a:pt x="139" y="1283"/>
                    <a:pt x="307" y="1283"/>
                  </a:cubicBezTo>
                  <a:cubicBezTo>
                    <a:pt x="474" y="1283"/>
                    <a:pt x="613" y="1144"/>
                    <a:pt x="613" y="949"/>
                  </a:cubicBezTo>
                  <a:lnTo>
                    <a:pt x="613" y="335"/>
                  </a:lnTo>
                  <a:cubicBezTo>
                    <a:pt x="613" y="140"/>
                    <a:pt x="474" y="1"/>
                    <a:pt x="30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47" name="Google Shape;11747;p138"/>
          <p:cNvGrpSpPr/>
          <p:nvPr/>
        </p:nvGrpSpPr>
        <p:grpSpPr>
          <a:xfrm>
            <a:off x="4870788" y="1304201"/>
            <a:ext cx="342328" cy="339793"/>
            <a:chOff x="-13966675" y="1639700"/>
            <a:chExt cx="354450" cy="351825"/>
          </a:xfrm>
        </p:grpSpPr>
        <p:sp>
          <p:nvSpPr>
            <p:cNvPr id="11748" name="Google Shape;11748;p138"/>
            <p:cNvSpPr/>
            <p:nvPr/>
          </p:nvSpPr>
          <p:spPr>
            <a:xfrm>
              <a:off x="-13776875" y="1888525"/>
              <a:ext cx="104775" cy="37625"/>
            </a:xfrm>
            <a:custGeom>
              <a:rect b="b" l="l" r="r" t="t"/>
              <a:pathLst>
                <a:path extrusionOk="0" h="1505" w="4191">
                  <a:moveTo>
                    <a:pt x="442" y="0"/>
                  </a:moveTo>
                  <a:cubicBezTo>
                    <a:pt x="339" y="0"/>
                    <a:pt x="237" y="40"/>
                    <a:pt x="158" y="118"/>
                  </a:cubicBezTo>
                  <a:cubicBezTo>
                    <a:pt x="1" y="276"/>
                    <a:pt x="1" y="559"/>
                    <a:pt x="158" y="717"/>
                  </a:cubicBezTo>
                  <a:cubicBezTo>
                    <a:pt x="725" y="1253"/>
                    <a:pt x="1418" y="1505"/>
                    <a:pt x="2112" y="1505"/>
                  </a:cubicBezTo>
                  <a:cubicBezTo>
                    <a:pt x="2805" y="1505"/>
                    <a:pt x="3498" y="1221"/>
                    <a:pt x="4033" y="717"/>
                  </a:cubicBezTo>
                  <a:cubicBezTo>
                    <a:pt x="4191" y="559"/>
                    <a:pt x="4191" y="276"/>
                    <a:pt x="4033" y="118"/>
                  </a:cubicBezTo>
                  <a:cubicBezTo>
                    <a:pt x="3955" y="40"/>
                    <a:pt x="3844" y="0"/>
                    <a:pt x="3734" y="0"/>
                  </a:cubicBezTo>
                  <a:cubicBezTo>
                    <a:pt x="3624" y="0"/>
                    <a:pt x="3514" y="40"/>
                    <a:pt x="3435" y="118"/>
                  </a:cubicBezTo>
                  <a:cubicBezTo>
                    <a:pt x="3057" y="496"/>
                    <a:pt x="2568" y="685"/>
                    <a:pt x="2080" y="685"/>
                  </a:cubicBezTo>
                  <a:cubicBezTo>
                    <a:pt x="1592" y="685"/>
                    <a:pt x="1103" y="496"/>
                    <a:pt x="725" y="118"/>
                  </a:cubicBezTo>
                  <a:cubicBezTo>
                    <a:pt x="647" y="40"/>
                    <a:pt x="544" y="0"/>
                    <a:pt x="44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9" name="Google Shape;11749;p138"/>
            <p:cNvSpPr/>
            <p:nvPr/>
          </p:nvSpPr>
          <p:spPr>
            <a:xfrm>
              <a:off x="-13966675" y="1639700"/>
              <a:ext cx="354450" cy="351825"/>
            </a:xfrm>
            <a:custGeom>
              <a:rect b="b" l="l" r="r" t="t"/>
              <a:pathLst>
                <a:path extrusionOk="0" h="14073" w="14178">
                  <a:moveTo>
                    <a:pt x="8412" y="998"/>
                  </a:moveTo>
                  <a:lnTo>
                    <a:pt x="8412" y="4085"/>
                  </a:lnTo>
                  <a:cubicBezTo>
                    <a:pt x="7467" y="3959"/>
                    <a:pt x="6585" y="3739"/>
                    <a:pt x="5671" y="3361"/>
                  </a:cubicBezTo>
                  <a:cubicBezTo>
                    <a:pt x="5625" y="3349"/>
                    <a:pt x="5574" y="3342"/>
                    <a:pt x="5523" y="3342"/>
                  </a:cubicBezTo>
                  <a:cubicBezTo>
                    <a:pt x="5434" y="3342"/>
                    <a:pt x="5341" y="3364"/>
                    <a:pt x="5261" y="3424"/>
                  </a:cubicBezTo>
                  <a:cubicBezTo>
                    <a:pt x="5167" y="3487"/>
                    <a:pt x="5072" y="3613"/>
                    <a:pt x="5072" y="3770"/>
                  </a:cubicBezTo>
                  <a:lnTo>
                    <a:pt x="5072" y="6669"/>
                  </a:lnTo>
                  <a:cubicBezTo>
                    <a:pt x="4957" y="6656"/>
                    <a:pt x="4841" y="6650"/>
                    <a:pt x="4724" y="6650"/>
                  </a:cubicBezTo>
                  <a:cubicBezTo>
                    <a:pt x="3979" y="6650"/>
                    <a:pt x="3223" y="6912"/>
                    <a:pt x="2678" y="7456"/>
                  </a:cubicBezTo>
                  <a:cubicBezTo>
                    <a:pt x="2520" y="7614"/>
                    <a:pt x="2520" y="7898"/>
                    <a:pt x="2678" y="8055"/>
                  </a:cubicBezTo>
                  <a:cubicBezTo>
                    <a:pt x="2757" y="8134"/>
                    <a:pt x="2867" y="8173"/>
                    <a:pt x="2977" y="8173"/>
                  </a:cubicBezTo>
                  <a:cubicBezTo>
                    <a:pt x="3088" y="8173"/>
                    <a:pt x="3198" y="8134"/>
                    <a:pt x="3277" y="8055"/>
                  </a:cubicBezTo>
                  <a:cubicBezTo>
                    <a:pt x="3639" y="7692"/>
                    <a:pt x="4132" y="7497"/>
                    <a:pt x="4627" y="7497"/>
                  </a:cubicBezTo>
                  <a:cubicBezTo>
                    <a:pt x="4776" y="7497"/>
                    <a:pt x="4926" y="7514"/>
                    <a:pt x="5072" y="7551"/>
                  </a:cubicBezTo>
                  <a:lnTo>
                    <a:pt x="5072" y="8654"/>
                  </a:lnTo>
                  <a:cubicBezTo>
                    <a:pt x="5072" y="9032"/>
                    <a:pt x="5104" y="9441"/>
                    <a:pt x="5198" y="9788"/>
                  </a:cubicBezTo>
                  <a:cubicBezTo>
                    <a:pt x="5041" y="9819"/>
                    <a:pt x="4852" y="9914"/>
                    <a:pt x="4631" y="9945"/>
                  </a:cubicBezTo>
                  <a:cubicBezTo>
                    <a:pt x="2489" y="9473"/>
                    <a:pt x="914" y="7551"/>
                    <a:pt x="914" y="5346"/>
                  </a:cubicBezTo>
                  <a:lnTo>
                    <a:pt x="914" y="998"/>
                  </a:lnTo>
                  <a:lnTo>
                    <a:pt x="945" y="998"/>
                  </a:lnTo>
                  <a:cubicBezTo>
                    <a:pt x="2111" y="1408"/>
                    <a:pt x="3434" y="1628"/>
                    <a:pt x="4694" y="1628"/>
                  </a:cubicBezTo>
                  <a:cubicBezTo>
                    <a:pt x="5954" y="1628"/>
                    <a:pt x="7246" y="1439"/>
                    <a:pt x="8412" y="998"/>
                  </a:cubicBezTo>
                  <a:close/>
                  <a:moveTo>
                    <a:pt x="13421" y="4369"/>
                  </a:moveTo>
                  <a:lnTo>
                    <a:pt x="13421" y="8654"/>
                  </a:lnTo>
                  <a:cubicBezTo>
                    <a:pt x="13421" y="10890"/>
                    <a:pt x="11846" y="12812"/>
                    <a:pt x="9672" y="13285"/>
                  </a:cubicBezTo>
                  <a:cubicBezTo>
                    <a:pt x="7530" y="12812"/>
                    <a:pt x="5986" y="10859"/>
                    <a:pt x="5986" y="8654"/>
                  </a:cubicBezTo>
                  <a:lnTo>
                    <a:pt x="5986" y="4369"/>
                  </a:lnTo>
                  <a:cubicBezTo>
                    <a:pt x="7215" y="4779"/>
                    <a:pt x="8475" y="4999"/>
                    <a:pt x="9672" y="4999"/>
                  </a:cubicBezTo>
                  <a:cubicBezTo>
                    <a:pt x="10932" y="4936"/>
                    <a:pt x="12192" y="4747"/>
                    <a:pt x="13421" y="4369"/>
                  </a:cubicBezTo>
                  <a:close/>
                  <a:moveTo>
                    <a:pt x="430" y="1"/>
                  </a:moveTo>
                  <a:cubicBezTo>
                    <a:pt x="348" y="1"/>
                    <a:pt x="263" y="16"/>
                    <a:pt x="189" y="53"/>
                  </a:cubicBezTo>
                  <a:cubicBezTo>
                    <a:pt x="95" y="147"/>
                    <a:pt x="0" y="273"/>
                    <a:pt x="0" y="431"/>
                  </a:cubicBezTo>
                  <a:lnTo>
                    <a:pt x="0" y="5346"/>
                  </a:lnTo>
                  <a:cubicBezTo>
                    <a:pt x="126" y="7929"/>
                    <a:pt x="2016" y="10260"/>
                    <a:pt x="4600" y="10764"/>
                  </a:cubicBezTo>
                  <a:lnTo>
                    <a:pt x="4757" y="10764"/>
                  </a:lnTo>
                  <a:cubicBezTo>
                    <a:pt x="5009" y="10733"/>
                    <a:pt x="5230" y="10670"/>
                    <a:pt x="5482" y="10575"/>
                  </a:cubicBezTo>
                  <a:cubicBezTo>
                    <a:pt x="6144" y="12340"/>
                    <a:pt x="7687" y="13726"/>
                    <a:pt x="9578" y="14072"/>
                  </a:cubicBezTo>
                  <a:lnTo>
                    <a:pt x="9735" y="14072"/>
                  </a:lnTo>
                  <a:cubicBezTo>
                    <a:pt x="12318" y="13568"/>
                    <a:pt x="14177" y="11237"/>
                    <a:pt x="14177" y="8622"/>
                  </a:cubicBezTo>
                  <a:lnTo>
                    <a:pt x="14177" y="3770"/>
                  </a:lnTo>
                  <a:cubicBezTo>
                    <a:pt x="14177" y="3644"/>
                    <a:pt x="14114" y="3487"/>
                    <a:pt x="13988" y="3424"/>
                  </a:cubicBezTo>
                  <a:cubicBezTo>
                    <a:pt x="13908" y="3364"/>
                    <a:pt x="13816" y="3342"/>
                    <a:pt x="13727" y="3342"/>
                  </a:cubicBezTo>
                  <a:cubicBezTo>
                    <a:pt x="13675" y="3342"/>
                    <a:pt x="13625" y="3349"/>
                    <a:pt x="13579" y="3361"/>
                  </a:cubicBezTo>
                  <a:cubicBezTo>
                    <a:pt x="12318" y="3896"/>
                    <a:pt x="10995" y="4117"/>
                    <a:pt x="9609" y="4117"/>
                  </a:cubicBezTo>
                  <a:lnTo>
                    <a:pt x="9231" y="4117"/>
                  </a:lnTo>
                  <a:lnTo>
                    <a:pt x="9231" y="431"/>
                  </a:lnTo>
                  <a:cubicBezTo>
                    <a:pt x="9231" y="305"/>
                    <a:pt x="9136" y="147"/>
                    <a:pt x="9010" y="53"/>
                  </a:cubicBezTo>
                  <a:cubicBezTo>
                    <a:pt x="8955" y="16"/>
                    <a:pt x="8878" y="1"/>
                    <a:pt x="8799" y="1"/>
                  </a:cubicBezTo>
                  <a:cubicBezTo>
                    <a:pt x="8742" y="1"/>
                    <a:pt x="8685" y="8"/>
                    <a:pt x="8632" y="21"/>
                  </a:cubicBezTo>
                  <a:cubicBezTo>
                    <a:pt x="7372" y="525"/>
                    <a:pt x="5986" y="777"/>
                    <a:pt x="4600" y="777"/>
                  </a:cubicBezTo>
                  <a:cubicBezTo>
                    <a:pt x="3245" y="777"/>
                    <a:pt x="1859" y="494"/>
                    <a:pt x="599" y="21"/>
                  </a:cubicBezTo>
                  <a:cubicBezTo>
                    <a:pt x="546" y="8"/>
                    <a:pt x="489" y="1"/>
                    <a:pt x="4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0" name="Google Shape;11750;p138"/>
            <p:cNvSpPr/>
            <p:nvPr/>
          </p:nvSpPr>
          <p:spPr>
            <a:xfrm>
              <a:off x="-13923375" y="1723125"/>
              <a:ext cx="64625" cy="40925"/>
            </a:xfrm>
            <a:custGeom>
              <a:rect b="b" l="l" r="r" t="t"/>
              <a:pathLst>
                <a:path extrusionOk="0" h="1637" w="2585">
                  <a:moveTo>
                    <a:pt x="2113" y="1"/>
                  </a:moveTo>
                  <a:cubicBezTo>
                    <a:pt x="2061" y="1"/>
                    <a:pt x="2008" y="9"/>
                    <a:pt x="1954" y="24"/>
                  </a:cubicBezTo>
                  <a:lnTo>
                    <a:pt x="284" y="843"/>
                  </a:lnTo>
                  <a:cubicBezTo>
                    <a:pt x="64" y="969"/>
                    <a:pt x="1" y="1221"/>
                    <a:pt x="64" y="1410"/>
                  </a:cubicBezTo>
                  <a:cubicBezTo>
                    <a:pt x="156" y="1548"/>
                    <a:pt x="316" y="1636"/>
                    <a:pt x="469" y="1636"/>
                  </a:cubicBezTo>
                  <a:cubicBezTo>
                    <a:pt x="525" y="1636"/>
                    <a:pt x="580" y="1624"/>
                    <a:pt x="631" y="1599"/>
                  </a:cubicBezTo>
                  <a:lnTo>
                    <a:pt x="2332" y="780"/>
                  </a:lnTo>
                  <a:cubicBezTo>
                    <a:pt x="2521" y="654"/>
                    <a:pt x="2584" y="433"/>
                    <a:pt x="2521" y="244"/>
                  </a:cubicBezTo>
                  <a:cubicBezTo>
                    <a:pt x="2426" y="77"/>
                    <a:pt x="2276" y="1"/>
                    <a:pt x="211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1" name="Google Shape;11751;p138"/>
            <p:cNvSpPr/>
            <p:nvPr/>
          </p:nvSpPr>
          <p:spPr>
            <a:xfrm>
              <a:off x="-13798125" y="1805500"/>
              <a:ext cx="66175" cy="41575"/>
            </a:xfrm>
            <a:custGeom>
              <a:rect b="b" l="l" r="r" t="t"/>
              <a:pathLst>
                <a:path extrusionOk="0" h="1663" w="2647">
                  <a:moveTo>
                    <a:pt x="504" y="0"/>
                  </a:moveTo>
                  <a:cubicBezTo>
                    <a:pt x="350" y="0"/>
                    <a:pt x="188" y="94"/>
                    <a:pt x="95" y="257"/>
                  </a:cubicBezTo>
                  <a:cubicBezTo>
                    <a:pt x="0" y="446"/>
                    <a:pt x="95" y="667"/>
                    <a:pt x="315" y="793"/>
                  </a:cubicBezTo>
                  <a:lnTo>
                    <a:pt x="1953" y="1612"/>
                  </a:lnTo>
                  <a:cubicBezTo>
                    <a:pt x="2006" y="1647"/>
                    <a:pt x="2064" y="1663"/>
                    <a:pt x="2122" y="1663"/>
                  </a:cubicBezTo>
                  <a:cubicBezTo>
                    <a:pt x="2273" y="1663"/>
                    <a:pt x="2430" y="1559"/>
                    <a:pt x="2521" y="1423"/>
                  </a:cubicBezTo>
                  <a:cubicBezTo>
                    <a:pt x="2647" y="1234"/>
                    <a:pt x="2521" y="982"/>
                    <a:pt x="2300" y="887"/>
                  </a:cubicBezTo>
                  <a:lnTo>
                    <a:pt x="662" y="37"/>
                  </a:lnTo>
                  <a:cubicBezTo>
                    <a:pt x="612" y="12"/>
                    <a:pt x="559" y="0"/>
                    <a:pt x="50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2" name="Google Shape;11752;p138"/>
            <p:cNvSpPr/>
            <p:nvPr/>
          </p:nvSpPr>
          <p:spPr>
            <a:xfrm>
              <a:off x="-13714650" y="1805825"/>
              <a:ext cx="63825" cy="41250"/>
            </a:xfrm>
            <a:custGeom>
              <a:rect b="b" l="l" r="r" t="t"/>
              <a:pathLst>
                <a:path extrusionOk="0" h="1650" w="2553">
                  <a:moveTo>
                    <a:pt x="2068" y="1"/>
                  </a:moveTo>
                  <a:cubicBezTo>
                    <a:pt x="2018" y="1"/>
                    <a:pt x="1968" y="9"/>
                    <a:pt x="1922" y="24"/>
                  </a:cubicBezTo>
                  <a:lnTo>
                    <a:pt x="284" y="874"/>
                  </a:lnTo>
                  <a:cubicBezTo>
                    <a:pt x="64" y="969"/>
                    <a:pt x="1" y="1221"/>
                    <a:pt x="64" y="1410"/>
                  </a:cubicBezTo>
                  <a:cubicBezTo>
                    <a:pt x="132" y="1546"/>
                    <a:pt x="298" y="1650"/>
                    <a:pt x="456" y="1650"/>
                  </a:cubicBezTo>
                  <a:cubicBezTo>
                    <a:pt x="518" y="1650"/>
                    <a:pt x="578" y="1634"/>
                    <a:pt x="631" y="1599"/>
                  </a:cubicBezTo>
                  <a:lnTo>
                    <a:pt x="2269" y="780"/>
                  </a:lnTo>
                  <a:cubicBezTo>
                    <a:pt x="2490" y="654"/>
                    <a:pt x="2553" y="433"/>
                    <a:pt x="2490" y="244"/>
                  </a:cubicBezTo>
                  <a:cubicBezTo>
                    <a:pt x="2394" y="77"/>
                    <a:pt x="2226" y="1"/>
                    <a:pt x="206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753" name="Google Shape;11753;p138"/>
          <p:cNvSpPr/>
          <p:nvPr/>
        </p:nvSpPr>
        <p:spPr>
          <a:xfrm>
            <a:off x="4871549" y="1711132"/>
            <a:ext cx="340807" cy="341579"/>
          </a:xfrm>
          <a:custGeom>
            <a:rect b="b" l="l" r="r" t="t"/>
            <a:pathLst>
              <a:path extrusionOk="0" h="14147" w="14115">
                <a:moveTo>
                  <a:pt x="8349" y="883"/>
                </a:moveTo>
                <a:lnTo>
                  <a:pt x="8349" y="2080"/>
                </a:lnTo>
                <a:cubicBezTo>
                  <a:pt x="7971" y="2364"/>
                  <a:pt x="7498" y="2521"/>
                  <a:pt x="7089" y="2521"/>
                </a:cubicBezTo>
                <a:cubicBezTo>
                  <a:pt x="6616" y="2521"/>
                  <a:pt x="6175" y="2364"/>
                  <a:pt x="5828" y="2080"/>
                </a:cubicBezTo>
                <a:lnTo>
                  <a:pt x="5828" y="883"/>
                </a:lnTo>
                <a:close/>
                <a:moveTo>
                  <a:pt x="4946" y="820"/>
                </a:moveTo>
                <a:lnTo>
                  <a:pt x="4946" y="2931"/>
                </a:lnTo>
                <a:cubicBezTo>
                  <a:pt x="4946" y="4380"/>
                  <a:pt x="3844" y="5609"/>
                  <a:pt x="2457" y="5798"/>
                </a:cubicBezTo>
                <a:cubicBezTo>
                  <a:pt x="2993" y="5294"/>
                  <a:pt x="3308" y="4538"/>
                  <a:pt x="3308" y="3750"/>
                </a:cubicBezTo>
                <a:lnTo>
                  <a:pt x="3308" y="2080"/>
                </a:lnTo>
                <a:cubicBezTo>
                  <a:pt x="3308" y="1860"/>
                  <a:pt x="3088" y="1671"/>
                  <a:pt x="2899" y="1671"/>
                </a:cubicBezTo>
                <a:cubicBezTo>
                  <a:pt x="2678" y="1671"/>
                  <a:pt x="2457" y="1860"/>
                  <a:pt x="2457" y="2080"/>
                </a:cubicBezTo>
                <a:lnTo>
                  <a:pt x="2457" y="3750"/>
                </a:lnTo>
                <a:cubicBezTo>
                  <a:pt x="2457" y="4727"/>
                  <a:pt x="1764" y="5609"/>
                  <a:pt x="819" y="5766"/>
                </a:cubicBezTo>
                <a:lnTo>
                  <a:pt x="819" y="820"/>
                </a:lnTo>
                <a:close/>
                <a:moveTo>
                  <a:pt x="13295" y="820"/>
                </a:moveTo>
                <a:lnTo>
                  <a:pt x="13295" y="5766"/>
                </a:lnTo>
                <a:cubicBezTo>
                  <a:pt x="12350" y="5546"/>
                  <a:pt x="11657" y="4727"/>
                  <a:pt x="11657" y="3750"/>
                </a:cubicBezTo>
                <a:lnTo>
                  <a:pt x="11657" y="2080"/>
                </a:lnTo>
                <a:cubicBezTo>
                  <a:pt x="11657" y="1860"/>
                  <a:pt x="11436" y="1671"/>
                  <a:pt x="11247" y="1671"/>
                </a:cubicBezTo>
                <a:cubicBezTo>
                  <a:pt x="11027" y="1671"/>
                  <a:pt x="10806" y="1860"/>
                  <a:pt x="10806" y="2080"/>
                </a:cubicBezTo>
                <a:lnTo>
                  <a:pt x="10806" y="3750"/>
                </a:lnTo>
                <a:cubicBezTo>
                  <a:pt x="10806" y="4538"/>
                  <a:pt x="11121" y="5294"/>
                  <a:pt x="11657" y="5798"/>
                </a:cubicBezTo>
                <a:cubicBezTo>
                  <a:pt x="10239" y="5609"/>
                  <a:pt x="9168" y="4380"/>
                  <a:pt x="9168" y="2899"/>
                </a:cubicBezTo>
                <a:lnTo>
                  <a:pt x="9168" y="820"/>
                </a:lnTo>
                <a:close/>
                <a:moveTo>
                  <a:pt x="8286" y="3025"/>
                </a:moveTo>
                <a:cubicBezTo>
                  <a:pt x="8349" y="4538"/>
                  <a:pt x="9326" y="5829"/>
                  <a:pt x="10649" y="6396"/>
                </a:cubicBezTo>
                <a:lnTo>
                  <a:pt x="9704" y="8318"/>
                </a:lnTo>
                <a:lnTo>
                  <a:pt x="4411" y="8318"/>
                </a:lnTo>
                <a:lnTo>
                  <a:pt x="3466" y="6396"/>
                </a:lnTo>
                <a:cubicBezTo>
                  <a:pt x="4757" y="5829"/>
                  <a:pt x="5734" y="4569"/>
                  <a:pt x="5765" y="3025"/>
                </a:cubicBezTo>
                <a:cubicBezTo>
                  <a:pt x="6175" y="3246"/>
                  <a:pt x="6616" y="3309"/>
                  <a:pt x="7026" y="3309"/>
                </a:cubicBezTo>
                <a:cubicBezTo>
                  <a:pt x="7467" y="3309"/>
                  <a:pt x="7908" y="3183"/>
                  <a:pt x="8286" y="3025"/>
                </a:cubicBezTo>
                <a:close/>
                <a:moveTo>
                  <a:pt x="13295" y="6617"/>
                </a:moveTo>
                <a:lnTo>
                  <a:pt x="13295" y="10555"/>
                </a:lnTo>
                <a:cubicBezTo>
                  <a:pt x="13169" y="10681"/>
                  <a:pt x="13012" y="10744"/>
                  <a:pt x="12854" y="10744"/>
                </a:cubicBezTo>
                <a:cubicBezTo>
                  <a:pt x="12665" y="10744"/>
                  <a:pt x="12508" y="10681"/>
                  <a:pt x="12382" y="10492"/>
                </a:cubicBezTo>
                <a:cubicBezTo>
                  <a:pt x="12129" y="10083"/>
                  <a:pt x="11688" y="9862"/>
                  <a:pt x="11216" y="9862"/>
                </a:cubicBezTo>
                <a:cubicBezTo>
                  <a:pt x="10743" y="9862"/>
                  <a:pt x="10302" y="10083"/>
                  <a:pt x="10019" y="10492"/>
                </a:cubicBezTo>
                <a:cubicBezTo>
                  <a:pt x="9956" y="10650"/>
                  <a:pt x="9798" y="10713"/>
                  <a:pt x="9609" y="10713"/>
                </a:cubicBezTo>
                <a:lnTo>
                  <a:pt x="9389" y="10713"/>
                </a:lnTo>
                <a:lnTo>
                  <a:pt x="11499" y="6617"/>
                </a:lnTo>
                <a:close/>
                <a:moveTo>
                  <a:pt x="2615" y="6617"/>
                </a:moveTo>
                <a:lnTo>
                  <a:pt x="4663" y="10744"/>
                </a:lnTo>
                <a:lnTo>
                  <a:pt x="4474" y="10744"/>
                </a:lnTo>
                <a:cubicBezTo>
                  <a:pt x="4316" y="10713"/>
                  <a:pt x="4159" y="10618"/>
                  <a:pt x="4033" y="10524"/>
                </a:cubicBezTo>
                <a:cubicBezTo>
                  <a:pt x="3781" y="10114"/>
                  <a:pt x="3340" y="9893"/>
                  <a:pt x="2867" y="9893"/>
                </a:cubicBezTo>
                <a:cubicBezTo>
                  <a:pt x="2394" y="9893"/>
                  <a:pt x="1953" y="10114"/>
                  <a:pt x="1670" y="10524"/>
                </a:cubicBezTo>
                <a:cubicBezTo>
                  <a:pt x="1575" y="10681"/>
                  <a:pt x="1418" y="10776"/>
                  <a:pt x="1197" y="10776"/>
                </a:cubicBezTo>
                <a:cubicBezTo>
                  <a:pt x="1040" y="10776"/>
                  <a:pt x="882" y="10713"/>
                  <a:pt x="788" y="10587"/>
                </a:cubicBezTo>
                <a:lnTo>
                  <a:pt x="788" y="6617"/>
                </a:lnTo>
                <a:close/>
                <a:moveTo>
                  <a:pt x="9263" y="9169"/>
                </a:moveTo>
                <a:lnTo>
                  <a:pt x="8412" y="10776"/>
                </a:lnTo>
                <a:cubicBezTo>
                  <a:pt x="8349" y="10933"/>
                  <a:pt x="8380" y="11154"/>
                  <a:pt x="8506" y="11248"/>
                </a:cubicBezTo>
                <a:cubicBezTo>
                  <a:pt x="8790" y="11500"/>
                  <a:pt x="9105" y="11626"/>
                  <a:pt x="9452" y="11626"/>
                </a:cubicBezTo>
                <a:cubicBezTo>
                  <a:pt x="9924" y="11626"/>
                  <a:pt x="10365" y="11374"/>
                  <a:pt x="10617" y="10996"/>
                </a:cubicBezTo>
                <a:cubicBezTo>
                  <a:pt x="10743" y="10839"/>
                  <a:pt x="10901" y="10713"/>
                  <a:pt x="11090" y="10713"/>
                </a:cubicBezTo>
                <a:cubicBezTo>
                  <a:pt x="11310" y="10713"/>
                  <a:pt x="11468" y="10776"/>
                  <a:pt x="11562" y="10996"/>
                </a:cubicBezTo>
                <a:cubicBezTo>
                  <a:pt x="11846" y="11374"/>
                  <a:pt x="12287" y="11626"/>
                  <a:pt x="12760" y="11626"/>
                </a:cubicBezTo>
                <a:cubicBezTo>
                  <a:pt x="12917" y="11626"/>
                  <a:pt x="13075" y="11563"/>
                  <a:pt x="13201" y="11532"/>
                </a:cubicBezTo>
                <a:lnTo>
                  <a:pt x="13201" y="13296"/>
                </a:lnTo>
                <a:lnTo>
                  <a:pt x="819" y="13296"/>
                </a:lnTo>
                <a:lnTo>
                  <a:pt x="819" y="11532"/>
                </a:lnTo>
                <a:cubicBezTo>
                  <a:pt x="977" y="11563"/>
                  <a:pt x="1103" y="11626"/>
                  <a:pt x="1260" y="11626"/>
                </a:cubicBezTo>
                <a:cubicBezTo>
                  <a:pt x="1733" y="11626"/>
                  <a:pt x="2142" y="11374"/>
                  <a:pt x="2426" y="10996"/>
                </a:cubicBezTo>
                <a:cubicBezTo>
                  <a:pt x="2552" y="10839"/>
                  <a:pt x="2709" y="10713"/>
                  <a:pt x="2899" y="10713"/>
                </a:cubicBezTo>
                <a:cubicBezTo>
                  <a:pt x="3088" y="10713"/>
                  <a:pt x="3245" y="10776"/>
                  <a:pt x="3371" y="10996"/>
                </a:cubicBezTo>
                <a:cubicBezTo>
                  <a:pt x="3655" y="11374"/>
                  <a:pt x="4096" y="11626"/>
                  <a:pt x="4568" y="11626"/>
                </a:cubicBezTo>
                <a:cubicBezTo>
                  <a:pt x="4915" y="11626"/>
                  <a:pt x="5261" y="11500"/>
                  <a:pt x="5513" y="11248"/>
                </a:cubicBezTo>
                <a:cubicBezTo>
                  <a:pt x="5608" y="11154"/>
                  <a:pt x="5671" y="10933"/>
                  <a:pt x="5576" y="10776"/>
                </a:cubicBezTo>
                <a:lnTo>
                  <a:pt x="4757" y="9169"/>
                </a:lnTo>
                <a:close/>
                <a:moveTo>
                  <a:pt x="410" y="1"/>
                </a:moveTo>
                <a:cubicBezTo>
                  <a:pt x="189" y="1"/>
                  <a:pt x="0" y="190"/>
                  <a:pt x="0" y="442"/>
                </a:cubicBezTo>
                <a:lnTo>
                  <a:pt x="0" y="13706"/>
                </a:lnTo>
                <a:cubicBezTo>
                  <a:pt x="0" y="13958"/>
                  <a:pt x="189" y="14147"/>
                  <a:pt x="410" y="14147"/>
                </a:cubicBezTo>
                <a:lnTo>
                  <a:pt x="13705" y="14147"/>
                </a:lnTo>
                <a:cubicBezTo>
                  <a:pt x="13925" y="14147"/>
                  <a:pt x="14114" y="13958"/>
                  <a:pt x="14114" y="13706"/>
                </a:cubicBezTo>
                <a:lnTo>
                  <a:pt x="14114" y="442"/>
                </a:lnTo>
                <a:cubicBezTo>
                  <a:pt x="14114" y="190"/>
                  <a:pt x="13925" y="1"/>
                  <a:pt x="1370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4" name="Google Shape;11754;p138"/>
          <p:cNvSpPr/>
          <p:nvPr/>
        </p:nvSpPr>
        <p:spPr>
          <a:xfrm>
            <a:off x="4932020" y="2120859"/>
            <a:ext cx="219864" cy="339286"/>
          </a:xfrm>
          <a:custGeom>
            <a:rect b="b" l="l" r="r" t="t"/>
            <a:pathLst>
              <a:path extrusionOk="0" h="14052" w="9106">
                <a:moveTo>
                  <a:pt x="1230" y="4096"/>
                </a:moveTo>
                <a:cubicBezTo>
                  <a:pt x="1450" y="4096"/>
                  <a:pt x="1608" y="4285"/>
                  <a:pt x="1608" y="4474"/>
                </a:cubicBezTo>
                <a:cubicBezTo>
                  <a:pt x="1608" y="4726"/>
                  <a:pt x="1419" y="4915"/>
                  <a:pt x="1230" y="4915"/>
                </a:cubicBezTo>
                <a:cubicBezTo>
                  <a:pt x="978" y="4915"/>
                  <a:pt x="789" y="4726"/>
                  <a:pt x="789" y="4474"/>
                </a:cubicBezTo>
                <a:cubicBezTo>
                  <a:pt x="820" y="4285"/>
                  <a:pt x="978" y="4096"/>
                  <a:pt x="1230" y="4096"/>
                </a:cubicBezTo>
                <a:close/>
                <a:moveTo>
                  <a:pt x="7846" y="4096"/>
                </a:moveTo>
                <a:cubicBezTo>
                  <a:pt x="8066" y="4096"/>
                  <a:pt x="8255" y="4285"/>
                  <a:pt x="8255" y="4474"/>
                </a:cubicBezTo>
                <a:cubicBezTo>
                  <a:pt x="8255" y="4726"/>
                  <a:pt x="8066" y="4915"/>
                  <a:pt x="7846" y="4915"/>
                </a:cubicBezTo>
                <a:cubicBezTo>
                  <a:pt x="7594" y="4915"/>
                  <a:pt x="7436" y="4726"/>
                  <a:pt x="7436" y="4474"/>
                </a:cubicBezTo>
                <a:cubicBezTo>
                  <a:pt x="7436" y="4285"/>
                  <a:pt x="7594" y="4096"/>
                  <a:pt x="7846" y="4096"/>
                </a:cubicBezTo>
                <a:close/>
                <a:moveTo>
                  <a:pt x="4538" y="788"/>
                </a:moveTo>
                <a:cubicBezTo>
                  <a:pt x="5514" y="788"/>
                  <a:pt x="6365" y="1481"/>
                  <a:pt x="6523" y="2427"/>
                </a:cubicBezTo>
                <a:lnTo>
                  <a:pt x="5357" y="2427"/>
                </a:lnTo>
                <a:cubicBezTo>
                  <a:pt x="5105" y="2427"/>
                  <a:pt x="4916" y="2616"/>
                  <a:pt x="4916" y="2868"/>
                </a:cubicBezTo>
                <a:cubicBezTo>
                  <a:pt x="4916" y="3088"/>
                  <a:pt x="5105" y="3309"/>
                  <a:pt x="5357" y="3309"/>
                </a:cubicBezTo>
                <a:lnTo>
                  <a:pt x="6617" y="3309"/>
                </a:lnTo>
                <a:lnTo>
                  <a:pt x="6617" y="4128"/>
                </a:lnTo>
                <a:lnTo>
                  <a:pt x="5357" y="4128"/>
                </a:lnTo>
                <a:cubicBezTo>
                  <a:pt x="5105" y="4128"/>
                  <a:pt x="4916" y="4317"/>
                  <a:pt x="4916" y="4506"/>
                </a:cubicBezTo>
                <a:cubicBezTo>
                  <a:pt x="4916" y="4758"/>
                  <a:pt x="5105" y="4947"/>
                  <a:pt x="5357" y="4947"/>
                </a:cubicBezTo>
                <a:lnTo>
                  <a:pt x="6617" y="4947"/>
                </a:lnTo>
                <a:lnTo>
                  <a:pt x="6617" y="5766"/>
                </a:lnTo>
                <a:lnTo>
                  <a:pt x="5357" y="5766"/>
                </a:lnTo>
                <a:cubicBezTo>
                  <a:pt x="5105" y="5766"/>
                  <a:pt x="4916" y="5987"/>
                  <a:pt x="4916" y="6207"/>
                </a:cubicBezTo>
                <a:cubicBezTo>
                  <a:pt x="4916" y="6459"/>
                  <a:pt x="5105" y="6617"/>
                  <a:pt x="5357" y="6617"/>
                </a:cubicBezTo>
                <a:lnTo>
                  <a:pt x="6523" y="6617"/>
                </a:lnTo>
                <a:cubicBezTo>
                  <a:pt x="6333" y="7562"/>
                  <a:pt x="5514" y="8255"/>
                  <a:pt x="4538" y="8255"/>
                </a:cubicBezTo>
                <a:cubicBezTo>
                  <a:pt x="3530" y="8255"/>
                  <a:pt x="2679" y="7562"/>
                  <a:pt x="2521" y="6617"/>
                </a:cubicBezTo>
                <a:lnTo>
                  <a:pt x="3687" y="6617"/>
                </a:lnTo>
                <a:cubicBezTo>
                  <a:pt x="3939" y="6617"/>
                  <a:pt x="4128" y="6396"/>
                  <a:pt x="4128" y="6207"/>
                </a:cubicBezTo>
                <a:cubicBezTo>
                  <a:pt x="4128" y="5987"/>
                  <a:pt x="3939" y="5766"/>
                  <a:pt x="3687" y="5766"/>
                </a:cubicBezTo>
                <a:lnTo>
                  <a:pt x="2490" y="5766"/>
                </a:lnTo>
                <a:lnTo>
                  <a:pt x="2490" y="4947"/>
                </a:lnTo>
                <a:lnTo>
                  <a:pt x="3687" y="4947"/>
                </a:lnTo>
                <a:cubicBezTo>
                  <a:pt x="3939" y="4947"/>
                  <a:pt x="4128" y="4758"/>
                  <a:pt x="4128" y="4506"/>
                </a:cubicBezTo>
                <a:cubicBezTo>
                  <a:pt x="4128" y="4285"/>
                  <a:pt x="3939" y="4128"/>
                  <a:pt x="3687" y="4128"/>
                </a:cubicBezTo>
                <a:lnTo>
                  <a:pt x="2490" y="4128"/>
                </a:lnTo>
                <a:lnTo>
                  <a:pt x="2490" y="3277"/>
                </a:lnTo>
                <a:lnTo>
                  <a:pt x="3687" y="3277"/>
                </a:lnTo>
                <a:cubicBezTo>
                  <a:pt x="3939" y="3277"/>
                  <a:pt x="4128" y="3057"/>
                  <a:pt x="4128" y="2836"/>
                </a:cubicBezTo>
                <a:cubicBezTo>
                  <a:pt x="4128" y="2584"/>
                  <a:pt x="3939" y="2395"/>
                  <a:pt x="3687" y="2395"/>
                </a:cubicBezTo>
                <a:lnTo>
                  <a:pt x="2521" y="2395"/>
                </a:lnTo>
                <a:cubicBezTo>
                  <a:pt x="2710" y="1481"/>
                  <a:pt x="3530" y="788"/>
                  <a:pt x="4538" y="788"/>
                </a:cubicBezTo>
                <a:close/>
                <a:moveTo>
                  <a:pt x="8255" y="5671"/>
                </a:moveTo>
                <a:lnTo>
                  <a:pt x="8255" y="6144"/>
                </a:lnTo>
                <a:cubicBezTo>
                  <a:pt x="8255" y="8066"/>
                  <a:pt x="6806" y="9641"/>
                  <a:pt x="4947" y="9830"/>
                </a:cubicBezTo>
                <a:lnTo>
                  <a:pt x="4947" y="9011"/>
                </a:lnTo>
                <a:cubicBezTo>
                  <a:pt x="6365" y="8822"/>
                  <a:pt x="7436" y="7593"/>
                  <a:pt x="7436" y="6144"/>
                </a:cubicBezTo>
                <a:lnTo>
                  <a:pt x="7436" y="5671"/>
                </a:lnTo>
                <a:cubicBezTo>
                  <a:pt x="7562" y="5703"/>
                  <a:pt x="7720" y="5735"/>
                  <a:pt x="7846" y="5735"/>
                </a:cubicBezTo>
                <a:cubicBezTo>
                  <a:pt x="7940" y="5735"/>
                  <a:pt x="8098" y="5703"/>
                  <a:pt x="8255" y="5671"/>
                </a:cubicBezTo>
                <a:close/>
                <a:moveTo>
                  <a:pt x="1639" y="5703"/>
                </a:moveTo>
                <a:lnTo>
                  <a:pt x="1639" y="6176"/>
                </a:lnTo>
                <a:cubicBezTo>
                  <a:pt x="1639" y="7625"/>
                  <a:pt x="2710" y="8853"/>
                  <a:pt x="4128" y="9043"/>
                </a:cubicBezTo>
                <a:lnTo>
                  <a:pt x="4128" y="9893"/>
                </a:lnTo>
                <a:cubicBezTo>
                  <a:pt x="2238" y="9641"/>
                  <a:pt x="820" y="8066"/>
                  <a:pt x="820" y="6176"/>
                </a:cubicBezTo>
                <a:lnTo>
                  <a:pt x="820" y="5703"/>
                </a:lnTo>
                <a:cubicBezTo>
                  <a:pt x="946" y="5735"/>
                  <a:pt x="1104" y="5798"/>
                  <a:pt x="1261" y="5798"/>
                </a:cubicBezTo>
                <a:cubicBezTo>
                  <a:pt x="1419" y="5798"/>
                  <a:pt x="1545" y="5735"/>
                  <a:pt x="1639" y="5703"/>
                </a:cubicBezTo>
                <a:close/>
                <a:moveTo>
                  <a:pt x="4569" y="12414"/>
                </a:moveTo>
                <a:cubicBezTo>
                  <a:pt x="5073" y="12414"/>
                  <a:pt x="5546" y="12760"/>
                  <a:pt x="5703" y="13233"/>
                </a:cubicBezTo>
                <a:lnTo>
                  <a:pt x="3372" y="13233"/>
                </a:lnTo>
                <a:cubicBezTo>
                  <a:pt x="3530" y="12760"/>
                  <a:pt x="4002" y="12414"/>
                  <a:pt x="4569" y="12414"/>
                </a:cubicBezTo>
                <a:close/>
                <a:moveTo>
                  <a:pt x="4569" y="1"/>
                </a:moveTo>
                <a:cubicBezTo>
                  <a:pt x="2962" y="1"/>
                  <a:pt x="1639" y="1292"/>
                  <a:pt x="1639" y="2868"/>
                </a:cubicBezTo>
                <a:lnTo>
                  <a:pt x="1639" y="3340"/>
                </a:lnTo>
                <a:cubicBezTo>
                  <a:pt x="1545" y="3309"/>
                  <a:pt x="1387" y="3277"/>
                  <a:pt x="1261" y="3277"/>
                </a:cubicBezTo>
                <a:cubicBezTo>
                  <a:pt x="600" y="3277"/>
                  <a:pt x="1" y="3813"/>
                  <a:pt x="1" y="4474"/>
                </a:cubicBezTo>
                <a:lnTo>
                  <a:pt x="1" y="6144"/>
                </a:lnTo>
                <a:cubicBezTo>
                  <a:pt x="1" y="8507"/>
                  <a:pt x="1797" y="10460"/>
                  <a:pt x="4128" y="10681"/>
                </a:cubicBezTo>
                <a:lnTo>
                  <a:pt x="4128" y="11626"/>
                </a:lnTo>
                <a:cubicBezTo>
                  <a:pt x="3183" y="11815"/>
                  <a:pt x="2490" y="12634"/>
                  <a:pt x="2490" y="13611"/>
                </a:cubicBezTo>
                <a:cubicBezTo>
                  <a:pt x="2490" y="13863"/>
                  <a:pt x="2679" y="14052"/>
                  <a:pt x="2868" y="14052"/>
                </a:cubicBezTo>
                <a:lnTo>
                  <a:pt x="6176" y="14052"/>
                </a:lnTo>
                <a:cubicBezTo>
                  <a:pt x="6428" y="14052"/>
                  <a:pt x="6617" y="13863"/>
                  <a:pt x="6617" y="13611"/>
                </a:cubicBezTo>
                <a:cubicBezTo>
                  <a:pt x="6617" y="12634"/>
                  <a:pt x="5892" y="11783"/>
                  <a:pt x="4947" y="11626"/>
                </a:cubicBezTo>
                <a:lnTo>
                  <a:pt x="4947" y="10681"/>
                </a:lnTo>
                <a:cubicBezTo>
                  <a:pt x="7247" y="10460"/>
                  <a:pt x="9106" y="8538"/>
                  <a:pt x="9106" y="6176"/>
                </a:cubicBezTo>
                <a:lnTo>
                  <a:pt x="9106" y="4537"/>
                </a:lnTo>
                <a:cubicBezTo>
                  <a:pt x="9106" y="3844"/>
                  <a:pt x="8539" y="3309"/>
                  <a:pt x="7846" y="3309"/>
                </a:cubicBezTo>
                <a:cubicBezTo>
                  <a:pt x="7688" y="3309"/>
                  <a:pt x="7562" y="3340"/>
                  <a:pt x="7436" y="3372"/>
                </a:cubicBezTo>
                <a:lnTo>
                  <a:pt x="7436" y="2868"/>
                </a:lnTo>
                <a:cubicBezTo>
                  <a:pt x="7436" y="1261"/>
                  <a:pt x="6144" y="1"/>
                  <a:pt x="456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755" name="Google Shape;11755;p138"/>
          <p:cNvGrpSpPr/>
          <p:nvPr/>
        </p:nvGrpSpPr>
        <p:grpSpPr>
          <a:xfrm>
            <a:off x="6667277" y="1303887"/>
            <a:ext cx="340034" cy="340420"/>
            <a:chOff x="-12199250" y="1662675"/>
            <a:chExt cx="352075" cy="352475"/>
          </a:xfrm>
        </p:grpSpPr>
        <p:sp>
          <p:nvSpPr>
            <p:cNvPr id="11756" name="Google Shape;11756;p138"/>
            <p:cNvSpPr/>
            <p:nvPr/>
          </p:nvSpPr>
          <p:spPr>
            <a:xfrm>
              <a:off x="-12004725" y="1710325"/>
              <a:ext cx="116600" cy="76425"/>
            </a:xfrm>
            <a:custGeom>
              <a:rect b="b" l="l" r="r" t="t"/>
              <a:pathLst>
                <a:path extrusionOk="0" h="3057" w="4664">
                  <a:moveTo>
                    <a:pt x="2395" y="788"/>
                  </a:moveTo>
                  <a:cubicBezTo>
                    <a:pt x="2679" y="788"/>
                    <a:pt x="2962" y="819"/>
                    <a:pt x="3246" y="914"/>
                  </a:cubicBezTo>
                  <a:cubicBezTo>
                    <a:pt x="3435" y="945"/>
                    <a:pt x="3624" y="1008"/>
                    <a:pt x="3813" y="1008"/>
                  </a:cubicBezTo>
                  <a:cubicBezTo>
                    <a:pt x="3781" y="1702"/>
                    <a:pt x="3246" y="2206"/>
                    <a:pt x="2616" y="2206"/>
                  </a:cubicBezTo>
                  <a:lnTo>
                    <a:pt x="1986" y="2206"/>
                  </a:lnTo>
                  <a:cubicBezTo>
                    <a:pt x="1608" y="2206"/>
                    <a:pt x="1261" y="2017"/>
                    <a:pt x="1104" y="1702"/>
                  </a:cubicBezTo>
                  <a:lnTo>
                    <a:pt x="946" y="1386"/>
                  </a:lnTo>
                  <a:lnTo>
                    <a:pt x="1041" y="1292"/>
                  </a:lnTo>
                  <a:cubicBezTo>
                    <a:pt x="1450" y="851"/>
                    <a:pt x="2017" y="788"/>
                    <a:pt x="2395" y="788"/>
                  </a:cubicBezTo>
                  <a:close/>
                  <a:moveTo>
                    <a:pt x="2458" y="0"/>
                  </a:moveTo>
                  <a:cubicBezTo>
                    <a:pt x="2017" y="0"/>
                    <a:pt x="1167" y="63"/>
                    <a:pt x="473" y="756"/>
                  </a:cubicBezTo>
                  <a:lnTo>
                    <a:pt x="158" y="1071"/>
                  </a:lnTo>
                  <a:cubicBezTo>
                    <a:pt x="64" y="1166"/>
                    <a:pt x="1" y="1386"/>
                    <a:pt x="95" y="1544"/>
                  </a:cubicBezTo>
                  <a:lnTo>
                    <a:pt x="379" y="2080"/>
                  </a:lnTo>
                  <a:cubicBezTo>
                    <a:pt x="631" y="2678"/>
                    <a:pt x="1261" y="3056"/>
                    <a:pt x="1954" y="3056"/>
                  </a:cubicBezTo>
                  <a:lnTo>
                    <a:pt x="2553" y="3056"/>
                  </a:lnTo>
                  <a:cubicBezTo>
                    <a:pt x="3718" y="3056"/>
                    <a:pt x="4664" y="2111"/>
                    <a:pt x="4664" y="977"/>
                  </a:cubicBezTo>
                  <a:lnTo>
                    <a:pt x="4664" y="662"/>
                  </a:lnTo>
                  <a:cubicBezTo>
                    <a:pt x="4664" y="441"/>
                    <a:pt x="4506" y="284"/>
                    <a:pt x="4254" y="284"/>
                  </a:cubicBezTo>
                  <a:cubicBezTo>
                    <a:pt x="3971" y="284"/>
                    <a:pt x="3718" y="221"/>
                    <a:pt x="3466" y="158"/>
                  </a:cubicBezTo>
                  <a:cubicBezTo>
                    <a:pt x="3120" y="32"/>
                    <a:pt x="2773" y="0"/>
                    <a:pt x="245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7" name="Google Shape;11757;p138"/>
            <p:cNvSpPr/>
            <p:nvPr/>
          </p:nvSpPr>
          <p:spPr>
            <a:xfrm>
              <a:off x="-12158300" y="1709525"/>
              <a:ext cx="116600" cy="77225"/>
            </a:xfrm>
            <a:custGeom>
              <a:rect b="b" l="l" r="r" t="t"/>
              <a:pathLst>
                <a:path extrusionOk="0" h="3089" w="4664">
                  <a:moveTo>
                    <a:pt x="2237" y="820"/>
                  </a:moveTo>
                  <a:cubicBezTo>
                    <a:pt x="2647" y="820"/>
                    <a:pt x="3182" y="883"/>
                    <a:pt x="3592" y="1324"/>
                  </a:cubicBezTo>
                  <a:lnTo>
                    <a:pt x="3718" y="1450"/>
                  </a:lnTo>
                  <a:lnTo>
                    <a:pt x="3560" y="1765"/>
                  </a:lnTo>
                  <a:cubicBezTo>
                    <a:pt x="3403" y="2080"/>
                    <a:pt x="3088" y="2269"/>
                    <a:pt x="2710" y="2269"/>
                  </a:cubicBezTo>
                  <a:lnTo>
                    <a:pt x="2048" y="2269"/>
                  </a:lnTo>
                  <a:cubicBezTo>
                    <a:pt x="1387" y="2269"/>
                    <a:pt x="820" y="1765"/>
                    <a:pt x="820" y="1072"/>
                  </a:cubicBezTo>
                  <a:cubicBezTo>
                    <a:pt x="1040" y="1040"/>
                    <a:pt x="1229" y="977"/>
                    <a:pt x="1418" y="946"/>
                  </a:cubicBezTo>
                  <a:cubicBezTo>
                    <a:pt x="1702" y="851"/>
                    <a:pt x="1985" y="820"/>
                    <a:pt x="2237" y="820"/>
                  </a:cubicBezTo>
                  <a:close/>
                  <a:moveTo>
                    <a:pt x="2237" y="1"/>
                  </a:moveTo>
                  <a:cubicBezTo>
                    <a:pt x="1891" y="1"/>
                    <a:pt x="1513" y="32"/>
                    <a:pt x="1198" y="158"/>
                  </a:cubicBezTo>
                  <a:cubicBezTo>
                    <a:pt x="914" y="221"/>
                    <a:pt x="662" y="253"/>
                    <a:pt x="410" y="253"/>
                  </a:cubicBezTo>
                  <a:cubicBezTo>
                    <a:pt x="158" y="253"/>
                    <a:pt x="0" y="473"/>
                    <a:pt x="0" y="662"/>
                  </a:cubicBezTo>
                  <a:lnTo>
                    <a:pt x="0" y="1009"/>
                  </a:lnTo>
                  <a:cubicBezTo>
                    <a:pt x="0" y="2143"/>
                    <a:pt x="914" y="3088"/>
                    <a:pt x="2048" y="3088"/>
                  </a:cubicBezTo>
                  <a:lnTo>
                    <a:pt x="2710" y="3088"/>
                  </a:lnTo>
                  <a:cubicBezTo>
                    <a:pt x="3403" y="3088"/>
                    <a:pt x="3970" y="2742"/>
                    <a:pt x="4285" y="2112"/>
                  </a:cubicBezTo>
                  <a:lnTo>
                    <a:pt x="4569" y="1513"/>
                  </a:lnTo>
                  <a:cubicBezTo>
                    <a:pt x="4663" y="1355"/>
                    <a:pt x="4600" y="1166"/>
                    <a:pt x="4506" y="1040"/>
                  </a:cubicBezTo>
                  <a:lnTo>
                    <a:pt x="4191" y="725"/>
                  </a:lnTo>
                  <a:cubicBezTo>
                    <a:pt x="3560" y="95"/>
                    <a:pt x="2804" y="1"/>
                    <a:pt x="223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8" name="Google Shape;11758;p138"/>
            <p:cNvSpPr/>
            <p:nvPr/>
          </p:nvSpPr>
          <p:spPr>
            <a:xfrm>
              <a:off x="-12199250" y="1662675"/>
              <a:ext cx="352075" cy="352475"/>
            </a:xfrm>
            <a:custGeom>
              <a:rect b="b" l="l" r="r" t="t"/>
              <a:pathLst>
                <a:path extrusionOk="0" h="14099" w="14083">
                  <a:moveTo>
                    <a:pt x="3916" y="1048"/>
                  </a:moveTo>
                  <a:cubicBezTo>
                    <a:pt x="4902" y="1048"/>
                    <a:pt x="5796" y="1401"/>
                    <a:pt x="6459" y="2064"/>
                  </a:cubicBezTo>
                  <a:lnTo>
                    <a:pt x="6774" y="2379"/>
                  </a:lnTo>
                  <a:cubicBezTo>
                    <a:pt x="6837" y="2442"/>
                    <a:pt x="6963" y="2505"/>
                    <a:pt x="7026" y="2505"/>
                  </a:cubicBezTo>
                  <a:cubicBezTo>
                    <a:pt x="7152" y="2505"/>
                    <a:pt x="7246" y="2442"/>
                    <a:pt x="7309" y="2379"/>
                  </a:cubicBezTo>
                  <a:lnTo>
                    <a:pt x="7624" y="2064"/>
                  </a:lnTo>
                  <a:cubicBezTo>
                    <a:pt x="8288" y="1400"/>
                    <a:pt x="9186" y="1062"/>
                    <a:pt x="10163" y="1062"/>
                  </a:cubicBezTo>
                  <a:cubicBezTo>
                    <a:pt x="10577" y="1062"/>
                    <a:pt x="11005" y="1123"/>
                    <a:pt x="11436" y="1245"/>
                  </a:cubicBezTo>
                  <a:cubicBezTo>
                    <a:pt x="11656" y="1302"/>
                    <a:pt x="11880" y="1331"/>
                    <a:pt x="12105" y="1331"/>
                  </a:cubicBezTo>
                  <a:cubicBezTo>
                    <a:pt x="12493" y="1331"/>
                    <a:pt x="12885" y="1247"/>
                    <a:pt x="13264" y="1087"/>
                  </a:cubicBezTo>
                  <a:lnTo>
                    <a:pt x="13264" y="2883"/>
                  </a:lnTo>
                  <a:cubicBezTo>
                    <a:pt x="13264" y="4490"/>
                    <a:pt x="11972" y="5750"/>
                    <a:pt x="10397" y="5750"/>
                  </a:cubicBezTo>
                  <a:lnTo>
                    <a:pt x="9767" y="5750"/>
                  </a:lnTo>
                  <a:cubicBezTo>
                    <a:pt x="8759" y="5750"/>
                    <a:pt x="7876" y="5214"/>
                    <a:pt x="7435" y="4332"/>
                  </a:cubicBezTo>
                  <a:cubicBezTo>
                    <a:pt x="7341" y="4175"/>
                    <a:pt x="7246" y="4112"/>
                    <a:pt x="7089" y="4112"/>
                  </a:cubicBezTo>
                  <a:cubicBezTo>
                    <a:pt x="6931" y="4112"/>
                    <a:pt x="6774" y="4175"/>
                    <a:pt x="6711" y="4332"/>
                  </a:cubicBezTo>
                  <a:cubicBezTo>
                    <a:pt x="6301" y="5214"/>
                    <a:pt x="5388" y="5750"/>
                    <a:pt x="4411" y="5750"/>
                  </a:cubicBezTo>
                  <a:lnTo>
                    <a:pt x="3718" y="5750"/>
                  </a:lnTo>
                  <a:cubicBezTo>
                    <a:pt x="2111" y="5750"/>
                    <a:pt x="851" y="4458"/>
                    <a:pt x="851" y="2883"/>
                  </a:cubicBezTo>
                  <a:lnTo>
                    <a:pt x="851" y="1102"/>
                  </a:lnTo>
                  <a:lnTo>
                    <a:pt x="851" y="1102"/>
                  </a:lnTo>
                  <a:cubicBezTo>
                    <a:pt x="1182" y="1252"/>
                    <a:pt x="1548" y="1331"/>
                    <a:pt x="1926" y="1331"/>
                  </a:cubicBezTo>
                  <a:cubicBezTo>
                    <a:pt x="2153" y="1331"/>
                    <a:pt x="2384" y="1302"/>
                    <a:pt x="2615" y="1245"/>
                  </a:cubicBezTo>
                  <a:cubicBezTo>
                    <a:pt x="3058" y="1113"/>
                    <a:pt x="3495" y="1048"/>
                    <a:pt x="3916" y="1048"/>
                  </a:cubicBezTo>
                  <a:close/>
                  <a:moveTo>
                    <a:pt x="819" y="5214"/>
                  </a:moveTo>
                  <a:cubicBezTo>
                    <a:pt x="1071" y="5529"/>
                    <a:pt x="1323" y="5750"/>
                    <a:pt x="1638" y="6002"/>
                  </a:cubicBezTo>
                  <a:lnTo>
                    <a:pt x="1638" y="6065"/>
                  </a:lnTo>
                  <a:lnTo>
                    <a:pt x="1638" y="10791"/>
                  </a:lnTo>
                  <a:lnTo>
                    <a:pt x="819" y="10791"/>
                  </a:lnTo>
                  <a:lnTo>
                    <a:pt x="819" y="5214"/>
                  </a:lnTo>
                  <a:close/>
                  <a:moveTo>
                    <a:pt x="1607" y="11641"/>
                  </a:moveTo>
                  <a:lnTo>
                    <a:pt x="1607" y="12838"/>
                  </a:lnTo>
                  <a:cubicBezTo>
                    <a:pt x="1638" y="13090"/>
                    <a:pt x="1449" y="13279"/>
                    <a:pt x="1197" y="13279"/>
                  </a:cubicBezTo>
                  <a:cubicBezTo>
                    <a:pt x="977" y="13279"/>
                    <a:pt x="788" y="13090"/>
                    <a:pt x="788" y="12838"/>
                  </a:cubicBezTo>
                  <a:lnTo>
                    <a:pt x="788" y="11641"/>
                  </a:lnTo>
                  <a:close/>
                  <a:moveTo>
                    <a:pt x="13689" y="0"/>
                  </a:moveTo>
                  <a:cubicBezTo>
                    <a:pt x="13618" y="0"/>
                    <a:pt x="13547" y="16"/>
                    <a:pt x="13484" y="47"/>
                  </a:cubicBezTo>
                  <a:lnTo>
                    <a:pt x="12949" y="331"/>
                  </a:lnTo>
                  <a:cubicBezTo>
                    <a:pt x="12686" y="452"/>
                    <a:pt x="12424" y="509"/>
                    <a:pt x="12153" y="509"/>
                  </a:cubicBezTo>
                  <a:cubicBezTo>
                    <a:pt x="12001" y="509"/>
                    <a:pt x="11847" y="491"/>
                    <a:pt x="11689" y="457"/>
                  </a:cubicBezTo>
                  <a:cubicBezTo>
                    <a:pt x="11200" y="307"/>
                    <a:pt x="10699" y="235"/>
                    <a:pt x="10208" y="235"/>
                  </a:cubicBezTo>
                  <a:cubicBezTo>
                    <a:pt x="9876" y="235"/>
                    <a:pt x="9549" y="268"/>
                    <a:pt x="9231" y="331"/>
                  </a:cubicBezTo>
                  <a:cubicBezTo>
                    <a:pt x="8412" y="489"/>
                    <a:pt x="7656" y="867"/>
                    <a:pt x="7026" y="1497"/>
                  </a:cubicBezTo>
                  <a:cubicBezTo>
                    <a:pt x="6396" y="867"/>
                    <a:pt x="5671" y="489"/>
                    <a:pt x="4820" y="331"/>
                  </a:cubicBezTo>
                  <a:cubicBezTo>
                    <a:pt x="4503" y="268"/>
                    <a:pt x="4180" y="235"/>
                    <a:pt x="3855" y="235"/>
                  </a:cubicBezTo>
                  <a:cubicBezTo>
                    <a:pt x="3372" y="235"/>
                    <a:pt x="2883" y="307"/>
                    <a:pt x="2395" y="457"/>
                  </a:cubicBezTo>
                  <a:cubicBezTo>
                    <a:pt x="2236" y="491"/>
                    <a:pt x="2078" y="509"/>
                    <a:pt x="1923" y="509"/>
                  </a:cubicBezTo>
                  <a:cubicBezTo>
                    <a:pt x="1645" y="509"/>
                    <a:pt x="1377" y="452"/>
                    <a:pt x="1134" y="331"/>
                  </a:cubicBezTo>
                  <a:lnTo>
                    <a:pt x="567" y="47"/>
                  </a:lnTo>
                  <a:cubicBezTo>
                    <a:pt x="527" y="21"/>
                    <a:pt x="476" y="11"/>
                    <a:pt x="421" y="11"/>
                  </a:cubicBezTo>
                  <a:cubicBezTo>
                    <a:pt x="345" y="11"/>
                    <a:pt x="262" y="29"/>
                    <a:pt x="189" y="47"/>
                  </a:cubicBezTo>
                  <a:cubicBezTo>
                    <a:pt x="63" y="142"/>
                    <a:pt x="0" y="237"/>
                    <a:pt x="0" y="394"/>
                  </a:cubicBezTo>
                  <a:lnTo>
                    <a:pt x="0" y="12838"/>
                  </a:lnTo>
                  <a:cubicBezTo>
                    <a:pt x="0" y="13563"/>
                    <a:pt x="536" y="14099"/>
                    <a:pt x="1197" y="14099"/>
                  </a:cubicBezTo>
                  <a:cubicBezTo>
                    <a:pt x="1890" y="14099"/>
                    <a:pt x="2458" y="13563"/>
                    <a:pt x="2458" y="12838"/>
                  </a:cubicBezTo>
                  <a:lnTo>
                    <a:pt x="2458" y="6380"/>
                  </a:lnTo>
                  <a:cubicBezTo>
                    <a:pt x="2867" y="6506"/>
                    <a:pt x="3245" y="6600"/>
                    <a:pt x="3686" y="6600"/>
                  </a:cubicBezTo>
                  <a:lnTo>
                    <a:pt x="4348" y="6600"/>
                  </a:lnTo>
                  <a:cubicBezTo>
                    <a:pt x="4978" y="6600"/>
                    <a:pt x="5608" y="6443"/>
                    <a:pt x="6144" y="6065"/>
                  </a:cubicBezTo>
                  <a:cubicBezTo>
                    <a:pt x="6490" y="5876"/>
                    <a:pt x="6774" y="5592"/>
                    <a:pt x="7026" y="5277"/>
                  </a:cubicBezTo>
                  <a:cubicBezTo>
                    <a:pt x="7656" y="6065"/>
                    <a:pt x="8696" y="6600"/>
                    <a:pt x="9767" y="6600"/>
                  </a:cubicBezTo>
                  <a:lnTo>
                    <a:pt x="10397" y="6600"/>
                  </a:lnTo>
                  <a:cubicBezTo>
                    <a:pt x="12445" y="6600"/>
                    <a:pt x="14083" y="4931"/>
                    <a:pt x="14083" y="2883"/>
                  </a:cubicBezTo>
                  <a:lnTo>
                    <a:pt x="14083" y="394"/>
                  </a:lnTo>
                  <a:cubicBezTo>
                    <a:pt x="14083" y="237"/>
                    <a:pt x="14020" y="142"/>
                    <a:pt x="13894" y="47"/>
                  </a:cubicBezTo>
                  <a:cubicBezTo>
                    <a:pt x="13831" y="16"/>
                    <a:pt x="13760" y="0"/>
                    <a:pt x="1368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59" name="Google Shape;11759;p138"/>
          <p:cNvGrpSpPr/>
          <p:nvPr/>
        </p:nvGrpSpPr>
        <p:grpSpPr>
          <a:xfrm>
            <a:off x="6666130" y="1710754"/>
            <a:ext cx="342328" cy="342328"/>
            <a:chOff x="-12199250" y="2096250"/>
            <a:chExt cx="354450" cy="354450"/>
          </a:xfrm>
        </p:grpSpPr>
        <p:sp>
          <p:nvSpPr>
            <p:cNvPr id="11760" name="Google Shape;11760;p138"/>
            <p:cNvSpPr/>
            <p:nvPr/>
          </p:nvSpPr>
          <p:spPr>
            <a:xfrm>
              <a:off x="-12199250" y="2096250"/>
              <a:ext cx="354450" cy="354450"/>
            </a:xfrm>
            <a:custGeom>
              <a:rect b="b" l="l" r="r" t="t"/>
              <a:pathLst>
                <a:path extrusionOk="0" h="14178" w="14178">
                  <a:moveTo>
                    <a:pt x="8507" y="851"/>
                  </a:moveTo>
                  <a:lnTo>
                    <a:pt x="9609" y="2553"/>
                  </a:lnTo>
                  <a:lnTo>
                    <a:pt x="4505" y="2553"/>
                  </a:lnTo>
                  <a:lnTo>
                    <a:pt x="5608" y="851"/>
                  </a:lnTo>
                  <a:close/>
                  <a:moveTo>
                    <a:pt x="4442" y="3340"/>
                  </a:moveTo>
                  <a:cubicBezTo>
                    <a:pt x="4001" y="3655"/>
                    <a:pt x="3655" y="4002"/>
                    <a:pt x="3340" y="4443"/>
                  </a:cubicBezTo>
                  <a:lnTo>
                    <a:pt x="3340" y="3718"/>
                  </a:lnTo>
                  <a:cubicBezTo>
                    <a:pt x="3308" y="3529"/>
                    <a:pt x="3497" y="3340"/>
                    <a:pt x="3718" y="3340"/>
                  </a:cubicBezTo>
                  <a:close/>
                  <a:moveTo>
                    <a:pt x="10334" y="3340"/>
                  </a:moveTo>
                  <a:cubicBezTo>
                    <a:pt x="10586" y="3340"/>
                    <a:pt x="10775" y="3529"/>
                    <a:pt x="10775" y="3781"/>
                  </a:cubicBezTo>
                  <a:lnTo>
                    <a:pt x="10775" y="4443"/>
                  </a:lnTo>
                  <a:lnTo>
                    <a:pt x="10743" y="4443"/>
                  </a:lnTo>
                  <a:cubicBezTo>
                    <a:pt x="10428" y="4002"/>
                    <a:pt x="10082" y="3655"/>
                    <a:pt x="9641" y="3340"/>
                  </a:cubicBezTo>
                  <a:close/>
                  <a:moveTo>
                    <a:pt x="2521" y="4506"/>
                  </a:moveTo>
                  <a:lnTo>
                    <a:pt x="2521" y="9610"/>
                  </a:lnTo>
                  <a:lnTo>
                    <a:pt x="819" y="8507"/>
                  </a:lnTo>
                  <a:lnTo>
                    <a:pt x="819" y="5640"/>
                  </a:lnTo>
                  <a:lnTo>
                    <a:pt x="2521" y="4506"/>
                  </a:lnTo>
                  <a:close/>
                  <a:moveTo>
                    <a:pt x="11562" y="4537"/>
                  </a:moveTo>
                  <a:lnTo>
                    <a:pt x="13264" y="5640"/>
                  </a:lnTo>
                  <a:lnTo>
                    <a:pt x="13264" y="8507"/>
                  </a:lnTo>
                  <a:lnTo>
                    <a:pt x="11562" y="9610"/>
                  </a:lnTo>
                  <a:lnTo>
                    <a:pt x="11562" y="4537"/>
                  </a:lnTo>
                  <a:close/>
                  <a:moveTo>
                    <a:pt x="3308" y="9673"/>
                  </a:moveTo>
                  <a:cubicBezTo>
                    <a:pt x="3623" y="10114"/>
                    <a:pt x="3970" y="10460"/>
                    <a:pt x="4411" y="10775"/>
                  </a:cubicBezTo>
                  <a:lnTo>
                    <a:pt x="3686" y="10775"/>
                  </a:lnTo>
                  <a:cubicBezTo>
                    <a:pt x="3466" y="10775"/>
                    <a:pt x="3245" y="10586"/>
                    <a:pt x="3245" y="10366"/>
                  </a:cubicBezTo>
                  <a:lnTo>
                    <a:pt x="3245" y="9673"/>
                  </a:lnTo>
                  <a:close/>
                  <a:moveTo>
                    <a:pt x="7026" y="3340"/>
                  </a:moveTo>
                  <a:cubicBezTo>
                    <a:pt x="9074" y="3340"/>
                    <a:pt x="10743" y="4978"/>
                    <a:pt x="10743" y="7089"/>
                  </a:cubicBezTo>
                  <a:cubicBezTo>
                    <a:pt x="10743" y="9137"/>
                    <a:pt x="9074" y="10775"/>
                    <a:pt x="7026" y="10775"/>
                  </a:cubicBezTo>
                  <a:cubicBezTo>
                    <a:pt x="5009" y="10775"/>
                    <a:pt x="3308" y="9137"/>
                    <a:pt x="3308" y="7089"/>
                  </a:cubicBezTo>
                  <a:cubicBezTo>
                    <a:pt x="3308" y="5041"/>
                    <a:pt x="4946" y="3340"/>
                    <a:pt x="7026" y="3340"/>
                  </a:cubicBezTo>
                  <a:close/>
                  <a:moveTo>
                    <a:pt x="10743" y="9673"/>
                  </a:moveTo>
                  <a:lnTo>
                    <a:pt x="10743" y="10397"/>
                  </a:lnTo>
                  <a:cubicBezTo>
                    <a:pt x="10743" y="10618"/>
                    <a:pt x="10586" y="10775"/>
                    <a:pt x="10334" y="10775"/>
                  </a:cubicBezTo>
                  <a:lnTo>
                    <a:pt x="9641" y="10775"/>
                  </a:lnTo>
                  <a:cubicBezTo>
                    <a:pt x="10082" y="10460"/>
                    <a:pt x="10428" y="10114"/>
                    <a:pt x="10743" y="9673"/>
                  </a:cubicBezTo>
                  <a:close/>
                  <a:moveTo>
                    <a:pt x="9578" y="11594"/>
                  </a:moveTo>
                  <a:lnTo>
                    <a:pt x="8443" y="13296"/>
                  </a:lnTo>
                  <a:lnTo>
                    <a:pt x="5577" y="13296"/>
                  </a:lnTo>
                  <a:lnTo>
                    <a:pt x="4474" y="11594"/>
                  </a:lnTo>
                  <a:close/>
                  <a:moveTo>
                    <a:pt x="5419" y="1"/>
                  </a:moveTo>
                  <a:cubicBezTo>
                    <a:pt x="5261" y="1"/>
                    <a:pt x="5167" y="64"/>
                    <a:pt x="5072" y="190"/>
                  </a:cubicBezTo>
                  <a:lnTo>
                    <a:pt x="3529" y="2553"/>
                  </a:lnTo>
                  <a:cubicBezTo>
                    <a:pt x="3025" y="2616"/>
                    <a:pt x="2678" y="3025"/>
                    <a:pt x="2552" y="3529"/>
                  </a:cubicBezTo>
                  <a:lnTo>
                    <a:pt x="189" y="5073"/>
                  </a:lnTo>
                  <a:cubicBezTo>
                    <a:pt x="63" y="5136"/>
                    <a:pt x="0" y="5262"/>
                    <a:pt x="0" y="5419"/>
                  </a:cubicBezTo>
                  <a:lnTo>
                    <a:pt x="0" y="8727"/>
                  </a:lnTo>
                  <a:cubicBezTo>
                    <a:pt x="0" y="8853"/>
                    <a:pt x="63" y="9011"/>
                    <a:pt x="189" y="9105"/>
                  </a:cubicBezTo>
                  <a:lnTo>
                    <a:pt x="2552" y="10618"/>
                  </a:lnTo>
                  <a:cubicBezTo>
                    <a:pt x="2647" y="11153"/>
                    <a:pt x="3025" y="11500"/>
                    <a:pt x="3529" y="11626"/>
                  </a:cubicBezTo>
                  <a:lnTo>
                    <a:pt x="5072" y="13989"/>
                  </a:lnTo>
                  <a:cubicBezTo>
                    <a:pt x="5167" y="14083"/>
                    <a:pt x="5261" y="14178"/>
                    <a:pt x="5419" y="14178"/>
                  </a:cubicBezTo>
                  <a:lnTo>
                    <a:pt x="8727" y="14178"/>
                  </a:lnTo>
                  <a:cubicBezTo>
                    <a:pt x="8885" y="14178"/>
                    <a:pt x="9011" y="14083"/>
                    <a:pt x="9105" y="13989"/>
                  </a:cubicBezTo>
                  <a:lnTo>
                    <a:pt x="10617" y="11626"/>
                  </a:lnTo>
                  <a:cubicBezTo>
                    <a:pt x="11153" y="11531"/>
                    <a:pt x="11499" y="11153"/>
                    <a:pt x="11626" y="10618"/>
                  </a:cubicBezTo>
                  <a:lnTo>
                    <a:pt x="13988" y="9105"/>
                  </a:lnTo>
                  <a:cubicBezTo>
                    <a:pt x="14083" y="9011"/>
                    <a:pt x="14177" y="8885"/>
                    <a:pt x="14177" y="8727"/>
                  </a:cubicBezTo>
                  <a:lnTo>
                    <a:pt x="14177" y="5419"/>
                  </a:lnTo>
                  <a:cubicBezTo>
                    <a:pt x="14177" y="5262"/>
                    <a:pt x="14083" y="5167"/>
                    <a:pt x="13988" y="5073"/>
                  </a:cubicBezTo>
                  <a:lnTo>
                    <a:pt x="11626" y="3529"/>
                  </a:lnTo>
                  <a:cubicBezTo>
                    <a:pt x="11531" y="3025"/>
                    <a:pt x="11153" y="2679"/>
                    <a:pt x="10617" y="2553"/>
                  </a:cubicBezTo>
                  <a:lnTo>
                    <a:pt x="9105" y="190"/>
                  </a:lnTo>
                  <a:cubicBezTo>
                    <a:pt x="9011" y="64"/>
                    <a:pt x="8885" y="1"/>
                    <a:pt x="872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1" name="Google Shape;11761;p138"/>
            <p:cNvSpPr/>
            <p:nvPr/>
          </p:nvSpPr>
          <p:spPr>
            <a:xfrm>
              <a:off x="-12096075" y="2200225"/>
              <a:ext cx="144950" cy="144950"/>
            </a:xfrm>
            <a:custGeom>
              <a:rect b="b" l="l" r="r" t="t"/>
              <a:pathLst>
                <a:path extrusionOk="0" h="5798" w="5798">
                  <a:moveTo>
                    <a:pt x="2899" y="851"/>
                  </a:moveTo>
                  <a:cubicBezTo>
                    <a:pt x="4064" y="851"/>
                    <a:pt x="5010" y="1796"/>
                    <a:pt x="5010" y="2930"/>
                  </a:cubicBezTo>
                  <a:cubicBezTo>
                    <a:pt x="5010" y="4064"/>
                    <a:pt x="4064" y="5010"/>
                    <a:pt x="2899" y="5010"/>
                  </a:cubicBezTo>
                  <a:cubicBezTo>
                    <a:pt x="1765" y="5010"/>
                    <a:pt x="819" y="4064"/>
                    <a:pt x="819" y="2930"/>
                  </a:cubicBezTo>
                  <a:cubicBezTo>
                    <a:pt x="819" y="1796"/>
                    <a:pt x="1765" y="851"/>
                    <a:pt x="2899" y="851"/>
                  </a:cubicBezTo>
                  <a:close/>
                  <a:moveTo>
                    <a:pt x="2899" y="0"/>
                  </a:moveTo>
                  <a:cubicBezTo>
                    <a:pt x="1292" y="0"/>
                    <a:pt x="0" y="1323"/>
                    <a:pt x="0" y="2930"/>
                  </a:cubicBezTo>
                  <a:cubicBezTo>
                    <a:pt x="0" y="4505"/>
                    <a:pt x="1292" y="5797"/>
                    <a:pt x="2899" y="5797"/>
                  </a:cubicBezTo>
                  <a:cubicBezTo>
                    <a:pt x="4537" y="5797"/>
                    <a:pt x="5797" y="4505"/>
                    <a:pt x="5797" y="2930"/>
                  </a:cubicBezTo>
                  <a:cubicBezTo>
                    <a:pt x="5797" y="1323"/>
                    <a:pt x="4474" y="0"/>
                    <a:pt x="289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62" name="Google Shape;11762;p138"/>
          <p:cNvGrpSpPr/>
          <p:nvPr/>
        </p:nvGrpSpPr>
        <p:grpSpPr>
          <a:xfrm>
            <a:off x="6667277" y="2119708"/>
            <a:ext cx="340034" cy="341579"/>
            <a:chOff x="-12199250" y="2530225"/>
            <a:chExt cx="352075" cy="353675"/>
          </a:xfrm>
        </p:grpSpPr>
        <p:sp>
          <p:nvSpPr>
            <p:cNvPr id="11763" name="Google Shape;11763;p138"/>
            <p:cNvSpPr/>
            <p:nvPr/>
          </p:nvSpPr>
          <p:spPr>
            <a:xfrm>
              <a:off x="-12055900" y="2530225"/>
              <a:ext cx="63025" cy="62250"/>
            </a:xfrm>
            <a:custGeom>
              <a:rect b="b" l="l" r="r" t="t"/>
              <a:pathLst>
                <a:path extrusionOk="0" h="2490" w="2521">
                  <a:moveTo>
                    <a:pt x="1292" y="883"/>
                  </a:moveTo>
                  <a:cubicBezTo>
                    <a:pt x="1512" y="883"/>
                    <a:pt x="1733" y="1072"/>
                    <a:pt x="1733" y="1292"/>
                  </a:cubicBezTo>
                  <a:cubicBezTo>
                    <a:pt x="1701" y="1513"/>
                    <a:pt x="1544" y="1702"/>
                    <a:pt x="1292" y="1702"/>
                  </a:cubicBezTo>
                  <a:cubicBezTo>
                    <a:pt x="1071" y="1702"/>
                    <a:pt x="914" y="1513"/>
                    <a:pt x="914" y="1292"/>
                  </a:cubicBezTo>
                  <a:cubicBezTo>
                    <a:pt x="914" y="1072"/>
                    <a:pt x="1103" y="883"/>
                    <a:pt x="1292" y="883"/>
                  </a:cubicBezTo>
                  <a:close/>
                  <a:moveTo>
                    <a:pt x="1260" y="1"/>
                  </a:moveTo>
                  <a:cubicBezTo>
                    <a:pt x="567" y="1"/>
                    <a:pt x="0" y="568"/>
                    <a:pt x="0" y="1261"/>
                  </a:cubicBezTo>
                  <a:cubicBezTo>
                    <a:pt x="0" y="1923"/>
                    <a:pt x="567" y="2490"/>
                    <a:pt x="1260" y="2490"/>
                  </a:cubicBezTo>
                  <a:cubicBezTo>
                    <a:pt x="1985" y="2490"/>
                    <a:pt x="2520" y="1923"/>
                    <a:pt x="2520" y="1261"/>
                  </a:cubicBezTo>
                  <a:cubicBezTo>
                    <a:pt x="2520" y="599"/>
                    <a:pt x="1985" y="1"/>
                    <a:pt x="126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4" name="Google Shape;11764;p138"/>
            <p:cNvSpPr/>
            <p:nvPr/>
          </p:nvSpPr>
          <p:spPr>
            <a:xfrm>
              <a:off x="-12116550" y="2592450"/>
              <a:ext cx="185900" cy="291450"/>
            </a:xfrm>
            <a:custGeom>
              <a:rect b="b" l="l" r="r" t="t"/>
              <a:pathLst>
                <a:path extrusionOk="0" h="11658" w="7436">
                  <a:moveTo>
                    <a:pt x="5135" y="851"/>
                  </a:moveTo>
                  <a:cubicBezTo>
                    <a:pt x="5388" y="1324"/>
                    <a:pt x="5419" y="1891"/>
                    <a:pt x="5230" y="2395"/>
                  </a:cubicBezTo>
                  <a:lnTo>
                    <a:pt x="3938" y="1765"/>
                  </a:lnTo>
                  <a:cubicBezTo>
                    <a:pt x="3875" y="1749"/>
                    <a:pt x="3812" y="1741"/>
                    <a:pt x="3749" y="1741"/>
                  </a:cubicBezTo>
                  <a:cubicBezTo>
                    <a:pt x="3686" y="1741"/>
                    <a:pt x="3623" y="1749"/>
                    <a:pt x="3560" y="1765"/>
                  </a:cubicBezTo>
                  <a:lnTo>
                    <a:pt x="2269" y="2395"/>
                  </a:lnTo>
                  <a:cubicBezTo>
                    <a:pt x="2048" y="1891"/>
                    <a:pt x="2080" y="1324"/>
                    <a:pt x="2300" y="851"/>
                  </a:cubicBezTo>
                  <a:close/>
                  <a:moveTo>
                    <a:pt x="4159" y="2742"/>
                  </a:moveTo>
                  <a:lnTo>
                    <a:pt x="4946" y="3151"/>
                  </a:lnTo>
                  <a:lnTo>
                    <a:pt x="4253" y="7530"/>
                  </a:lnTo>
                  <a:lnTo>
                    <a:pt x="3308" y="7530"/>
                  </a:lnTo>
                  <a:lnTo>
                    <a:pt x="2552" y="3151"/>
                  </a:lnTo>
                  <a:lnTo>
                    <a:pt x="3340" y="2742"/>
                  </a:lnTo>
                  <a:lnTo>
                    <a:pt x="3340" y="4569"/>
                  </a:lnTo>
                  <a:cubicBezTo>
                    <a:pt x="3340" y="4789"/>
                    <a:pt x="3529" y="5010"/>
                    <a:pt x="3718" y="5010"/>
                  </a:cubicBezTo>
                  <a:cubicBezTo>
                    <a:pt x="3970" y="5010"/>
                    <a:pt x="4159" y="4789"/>
                    <a:pt x="4159" y="4569"/>
                  </a:cubicBezTo>
                  <a:lnTo>
                    <a:pt x="4159" y="2742"/>
                  </a:lnTo>
                  <a:close/>
                  <a:moveTo>
                    <a:pt x="5388" y="8318"/>
                  </a:moveTo>
                  <a:cubicBezTo>
                    <a:pt x="5608" y="8318"/>
                    <a:pt x="5766" y="8507"/>
                    <a:pt x="5766" y="8727"/>
                  </a:cubicBezTo>
                  <a:lnTo>
                    <a:pt x="5766" y="9169"/>
                  </a:lnTo>
                  <a:lnTo>
                    <a:pt x="1638" y="9169"/>
                  </a:lnTo>
                  <a:lnTo>
                    <a:pt x="1638" y="8727"/>
                  </a:lnTo>
                  <a:cubicBezTo>
                    <a:pt x="1638" y="8507"/>
                    <a:pt x="1827" y="8318"/>
                    <a:pt x="2080" y="8318"/>
                  </a:cubicBezTo>
                  <a:close/>
                  <a:moveTo>
                    <a:pt x="6207" y="9956"/>
                  </a:moveTo>
                  <a:cubicBezTo>
                    <a:pt x="6459" y="9956"/>
                    <a:pt x="6616" y="10145"/>
                    <a:pt x="6616" y="10397"/>
                  </a:cubicBezTo>
                  <a:lnTo>
                    <a:pt x="6616" y="10838"/>
                  </a:lnTo>
                  <a:lnTo>
                    <a:pt x="819" y="10838"/>
                  </a:lnTo>
                  <a:lnTo>
                    <a:pt x="819" y="10397"/>
                  </a:lnTo>
                  <a:cubicBezTo>
                    <a:pt x="819" y="10145"/>
                    <a:pt x="1008" y="9956"/>
                    <a:pt x="1260" y="9956"/>
                  </a:cubicBezTo>
                  <a:close/>
                  <a:moveTo>
                    <a:pt x="2080" y="1"/>
                  </a:moveTo>
                  <a:cubicBezTo>
                    <a:pt x="1922" y="1"/>
                    <a:pt x="1796" y="64"/>
                    <a:pt x="1733" y="190"/>
                  </a:cubicBezTo>
                  <a:cubicBezTo>
                    <a:pt x="1134" y="1040"/>
                    <a:pt x="1134" y="2143"/>
                    <a:pt x="1670" y="3057"/>
                  </a:cubicBezTo>
                  <a:lnTo>
                    <a:pt x="2426" y="7530"/>
                  </a:lnTo>
                  <a:lnTo>
                    <a:pt x="2080" y="7530"/>
                  </a:lnTo>
                  <a:cubicBezTo>
                    <a:pt x="1418" y="7530"/>
                    <a:pt x="819" y="8066"/>
                    <a:pt x="819" y="8759"/>
                  </a:cubicBezTo>
                  <a:lnTo>
                    <a:pt x="819" y="9232"/>
                  </a:lnTo>
                  <a:cubicBezTo>
                    <a:pt x="347" y="9389"/>
                    <a:pt x="0" y="9862"/>
                    <a:pt x="0" y="10429"/>
                  </a:cubicBezTo>
                  <a:lnTo>
                    <a:pt x="0" y="11248"/>
                  </a:lnTo>
                  <a:cubicBezTo>
                    <a:pt x="0" y="11500"/>
                    <a:pt x="189" y="11657"/>
                    <a:pt x="378" y="11657"/>
                  </a:cubicBezTo>
                  <a:lnTo>
                    <a:pt x="6994" y="11657"/>
                  </a:lnTo>
                  <a:cubicBezTo>
                    <a:pt x="7246" y="11657"/>
                    <a:pt x="7435" y="11437"/>
                    <a:pt x="7435" y="11248"/>
                  </a:cubicBezTo>
                  <a:lnTo>
                    <a:pt x="7435" y="10429"/>
                  </a:lnTo>
                  <a:cubicBezTo>
                    <a:pt x="7435" y="9862"/>
                    <a:pt x="7089" y="9452"/>
                    <a:pt x="6616" y="9232"/>
                  </a:cubicBezTo>
                  <a:lnTo>
                    <a:pt x="6616" y="8759"/>
                  </a:lnTo>
                  <a:cubicBezTo>
                    <a:pt x="6616" y="8066"/>
                    <a:pt x="6049" y="7530"/>
                    <a:pt x="5388" y="7530"/>
                  </a:cubicBezTo>
                  <a:lnTo>
                    <a:pt x="5041" y="7530"/>
                  </a:lnTo>
                  <a:lnTo>
                    <a:pt x="5766" y="3057"/>
                  </a:lnTo>
                  <a:cubicBezTo>
                    <a:pt x="6333" y="2206"/>
                    <a:pt x="6301" y="1072"/>
                    <a:pt x="5734" y="190"/>
                  </a:cubicBezTo>
                  <a:cubicBezTo>
                    <a:pt x="5671" y="64"/>
                    <a:pt x="5545" y="1"/>
                    <a:pt x="538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5" name="Google Shape;11765;p138"/>
            <p:cNvSpPr/>
            <p:nvPr/>
          </p:nvSpPr>
          <p:spPr>
            <a:xfrm>
              <a:off x="-11950375" y="2633400"/>
              <a:ext cx="103200" cy="102425"/>
            </a:xfrm>
            <a:custGeom>
              <a:rect b="b" l="l" r="r" t="t"/>
              <a:pathLst>
                <a:path extrusionOk="0" h="4097" w="4128">
                  <a:moveTo>
                    <a:pt x="2017" y="1324"/>
                  </a:moveTo>
                  <a:lnTo>
                    <a:pt x="2206" y="1671"/>
                  </a:lnTo>
                  <a:cubicBezTo>
                    <a:pt x="2238" y="1734"/>
                    <a:pt x="2332" y="1828"/>
                    <a:pt x="2395" y="1860"/>
                  </a:cubicBezTo>
                  <a:lnTo>
                    <a:pt x="2742" y="2049"/>
                  </a:lnTo>
                  <a:lnTo>
                    <a:pt x="2395" y="2269"/>
                  </a:lnTo>
                  <a:cubicBezTo>
                    <a:pt x="2332" y="2301"/>
                    <a:pt x="2238" y="2364"/>
                    <a:pt x="2206" y="2458"/>
                  </a:cubicBezTo>
                  <a:lnTo>
                    <a:pt x="2017" y="2805"/>
                  </a:lnTo>
                  <a:lnTo>
                    <a:pt x="1797" y="2458"/>
                  </a:lnTo>
                  <a:cubicBezTo>
                    <a:pt x="1765" y="2364"/>
                    <a:pt x="1702" y="2301"/>
                    <a:pt x="1607" y="2269"/>
                  </a:cubicBezTo>
                  <a:lnTo>
                    <a:pt x="1261" y="2049"/>
                  </a:lnTo>
                  <a:lnTo>
                    <a:pt x="1607" y="1860"/>
                  </a:lnTo>
                  <a:cubicBezTo>
                    <a:pt x="1702" y="1828"/>
                    <a:pt x="1765" y="1734"/>
                    <a:pt x="1797" y="1671"/>
                  </a:cubicBezTo>
                  <a:lnTo>
                    <a:pt x="2017" y="1324"/>
                  </a:lnTo>
                  <a:close/>
                  <a:moveTo>
                    <a:pt x="2049" y="1"/>
                  </a:moveTo>
                  <a:cubicBezTo>
                    <a:pt x="1891" y="1"/>
                    <a:pt x="1734" y="95"/>
                    <a:pt x="1702" y="253"/>
                  </a:cubicBezTo>
                  <a:lnTo>
                    <a:pt x="1229" y="1230"/>
                  </a:lnTo>
                  <a:lnTo>
                    <a:pt x="221" y="1702"/>
                  </a:lnTo>
                  <a:cubicBezTo>
                    <a:pt x="64" y="1797"/>
                    <a:pt x="1" y="1891"/>
                    <a:pt x="1" y="2049"/>
                  </a:cubicBezTo>
                  <a:cubicBezTo>
                    <a:pt x="1" y="2206"/>
                    <a:pt x="64" y="2364"/>
                    <a:pt x="221" y="2427"/>
                  </a:cubicBezTo>
                  <a:lnTo>
                    <a:pt x="1229" y="2899"/>
                  </a:lnTo>
                  <a:lnTo>
                    <a:pt x="1702" y="3876"/>
                  </a:lnTo>
                  <a:cubicBezTo>
                    <a:pt x="1765" y="4034"/>
                    <a:pt x="1891" y="4097"/>
                    <a:pt x="2049" y="4097"/>
                  </a:cubicBezTo>
                  <a:cubicBezTo>
                    <a:pt x="2206" y="4097"/>
                    <a:pt x="2364" y="4034"/>
                    <a:pt x="2395" y="3876"/>
                  </a:cubicBezTo>
                  <a:lnTo>
                    <a:pt x="2868" y="2899"/>
                  </a:lnTo>
                  <a:lnTo>
                    <a:pt x="3907" y="2427"/>
                  </a:lnTo>
                  <a:cubicBezTo>
                    <a:pt x="4065" y="2332"/>
                    <a:pt x="4128" y="2206"/>
                    <a:pt x="4128" y="2049"/>
                  </a:cubicBezTo>
                  <a:cubicBezTo>
                    <a:pt x="4128" y="1891"/>
                    <a:pt x="4065" y="1734"/>
                    <a:pt x="3907" y="1702"/>
                  </a:cubicBezTo>
                  <a:lnTo>
                    <a:pt x="2868" y="1230"/>
                  </a:lnTo>
                  <a:lnTo>
                    <a:pt x="2395" y="253"/>
                  </a:lnTo>
                  <a:cubicBezTo>
                    <a:pt x="2332" y="95"/>
                    <a:pt x="2206" y="1"/>
                    <a:pt x="204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6" name="Google Shape;11766;p138"/>
            <p:cNvSpPr/>
            <p:nvPr/>
          </p:nvSpPr>
          <p:spPr>
            <a:xfrm>
              <a:off x="-12199250" y="2633400"/>
              <a:ext cx="103200" cy="102425"/>
            </a:xfrm>
            <a:custGeom>
              <a:rect b="b" l="l" r="r" t="t"/>
              <a:pathLst>
                <a:path extrusionOk="0" h="4097" w="4128">
                  <a:moveTo>
                    <a:pt x="2048" y="1324"/>
                  </a:moveTo>
                  <a:lnTo>
                    <a:pt x="2237" y="1671"/>
                  </a:lnTo>
                  <a:cubicBezTo>
                    <a:pt x="2269" y="1734"/>
                    <a:pt x="2363" y="1828"/>
                    <a:pt x="2426" y="1860"/>
                  </a:cubicBezTo>
                  <a:lnTo>
                    <a:pt x="2804" y="2049"/>
                  </a:lnTo>
                  <a:lnTo>
                    <a:pt x="2426" y="2269"/>
                  </a:lnTo>
                  <a:cubicBezTo>
                    <a:pt x="2363" y="2301"/>
                    <a:pt x="2269" y="2364"/>
                    <a:pt x="2237" y="2458"/>
                  </a:cubicBezTo>
                  <a:lnTo>
                    <a:pt x="2048" y="2805"/>
                  </a:lnTo>
                  <a:lnTo>
                    <a:pt x="1859" y="2458"/>
                  </a:lnTo>
                  <a:cubicBezTo>
                    <a:pt x="1796" y="2364"/>
                    <a:pt x="1733" y="2301"/>
                    <a:pt x="1638" y="2269"/>
                  </a:cubicBezTo>
                  <a:lnTo>
                    <a:pt x="1292" y="2049"/>
                  </a:lnTo>
                  <a:lnTo>
                    <a:pt x="1638" y="1860"/>
                  </a:lnTo>
                  <a:cubicBezTo>
                    <a:pt x="1733" y="1828"/>
                    <a:pt x="1796" y="1734"/>
                    <a:pt x="1859" y="1671"/>
                  </a:cubicBezTo>
                  <a:lnTo>
                    <a:pt x="2048" y="1324"/>
                  </a:lnTo>
                  <a:close/>
                  <a:moveTo>
                    <a:pt x="2079" y="1"/>
                  </a:moveTo>
                  <a:cubicBezTo>
                    <a:pt x="1922" y="1"/>
                    <a:pt x="1764" y="95"/>
                    <a:pt x="1733" y="253"/>
                  </a:cubicBezTo>
                  <a:lnTo>
                    <a:pt x="1260" y="1230"/>
                  </a:lnTo>
                  <a:lnTo>
                    <a:pt x="221" y="1702"/>
                  </a:lnTo>
                  <a:cubicBezTo>
                    <a:pt x="63" y="1797"/>
                    <a:pt x="0" y="1891"/>
                    <a:pt x="0" y="2049"/>
                  </a:cubicBezTo>
                  <a:cubicBezTo>
                    <a:pt x="0" y="2206"/>
                    <a:pt x="63" y="2364"/>
                    <a:pt x="221" y="2427"/>
                  </a:cubicBezTo>
                  <a:lnTo>
                    <a:pt x="1260" y="2899"/>
                  </a:lnTo>
                  <a:lnTo>
                    <a:pt x="1733" y="3876"/>
                  </a:lnTo>
                  <a:cubicBezTo>
                    <a:pt x="1796" y="4034"/>
                    <a:pt x="1922" y="4097"/>
                    <a:pt x="2079" y="4097"/>
                  </a:cubicBezTo>
                  <a:cubicBezTo>
                    <a:pt x="2237" y="4097"/>
                    <a:pt x="2395" y="4034"/>
                    <a:pt x="2426" y="3876"/>
                  </a:cubicBezTo>
                  <a:lnTo>
                    <a:pt x="2899" y="2899"/>
                  </a:lnTo>
                  <a:lnTo>
                    <a:pt x="3907" y="2427"/>
                  </a:lnTo>
                  <a:cubicBezTo>
                    <a:pt x="4033" y="2364"/>
                    <a:pt x="4127" y="2206"/>
                    <a:pt x="4127" y="2049"/>
                  </a:cubicBezTo>
                  <a:cubicBezTo>
                    <a:pt x="4127" y="1891"/>
                    <a:pt x="4033" y="1734"/>
                    <a:pt x="3907" y="1702"/>
                  </a:cubicBezTo>
                  <a:lnTo>
                    <a:pt x="2899" y="1230"/>
                  </a:lnTo>
                  <a:lnTo>
                    <a:pt x="2426" y="253"/>
                  </a:lnTo>
                  <a:cubicBezTo>
                    <a:pt x="2363" y="95"/>
                    <a:pt x="2237" y="1"/>
                    <a:pt x="20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767" name="Google Shape;11767;p138"/>
          <p:cNvSpPr/>
          <p:nvPr/>
        </p:nvSpPr>
        <p:spPr>
          <a:xfrm>
            <a:off x="4871163" y="2550438"/>
            <a:ext cx="341579" cy="341772"/>
          </a:xfrm>
          <a:custGeom>
            <a:rect b="b" l="l" r="r" t="t"/>
            <a:pathLst>
              <a:path extrusionOk="0" h="14155" w="14147">
                <a:moveTo>
                  <a:pt x="7058" y="891"/>
                </a:moveTo>
                <a:lnTo>
                  <a:pt x="11311" y="3285"/>
                </a:lnTo>
                <a:lnTo>
                  <a:pt x="2805" y="3285"/>
                </a:lnTo>
                <a:lnTo>
                  <a:pt x="7058" y="891"/>
                </a:lnTo>
                <a:close/>
                <a:moveTo>
                  <a:pt x="12886" y="4136"/>
                </a:moveTo>
                <a:cubicBezTo>
                  <a:pt x="13107" y="4136"/>
                  <a:pt x="13264" y="4325"/>
                  <a:pt x="13264" y="4545"/>
                </a:cubicBezTo>
                <a:lnTo>
                  <a:pt x="13264" y="4986"/>
                </a:lnTo>
                <a:lnTo>
                  <a:pt x="851" y="4986"/>
                </a:lnTo>
                <a:lnTo>
                  <a:pt x="851" y="4545"/>
                </a:lnTo>
                <a:cubicBezTo>
                  <a:pt x="851" y="4325"/>
                  <a:pt x="1040" y="4136"/>
                  <a:pt x="1261" y="4136"/>
                </a:cubicBezTo>
                <a:close/>
                <a:moveTo>
                  <a:pt x="3309" y="5806"/>
                </a:moveTo>
                <a:lnTo>
                  <a:pt x="3309" y="9996"/>
                </a:lnTo>
                <a:lnTo>
                  <a:pt x="2490" y="9996"/>
                </a:lnTo>
                <a:lnTo>
                  <a:pt x="2490" y="5806"/>
                </a:lnTo>
                <a:close/>
                <a:moveTo>
                  <a:pt x="5798" y="5806"/>
                </a:moveTo>
                <a:lnTo>
                  <a:pt x="5798" y="9996"/>
                </a:lnTo>
                <a:lnTo>
                  <a:pt x="4128" y="9996"/>
                </a:lnTo>
                <a:lnTo>
                  <a:pt x="4128" y="5806"/>
                </a:lnTo>
                <a:close/>
                <a:moveTo>
                  <a:pt x="7499" y="5806"/>
                </a:moveTo>
                <a:lnTo>
                  <a:pt x="7499" y="9996"/>
                </a:lnTo>
                <a:lnTo>
                  <a:pt x="6617" y="9996"/>
                </a:lnTo>
                <a:lnTo>
                  <a:pt x="6617" y="5806"/>
                </a:lnTo>
                <a:close/>
                <a:moveTo>
                  <a:pt x="9956" y="5806"/>
                </a:moveTo>
                <a:lnTo>
                  <a:pt x="9956" y="9996"/>
                </a:lnTo>
                <a:lnTo>
                  <a:pt x="8286" y="9996"/>
                </a:lnTo>
                <a:lnTo>
                  <a:pt x="8286" y="5806"/>
                </a:lnTo>
                <a:close/>
                <a:moveTo>
                  <a:pt x="11626" y="5806"/>
                </a:moveTo>
                <a:lnTo>
                  <a:pt x="11626" y="9996"/>
                </a:lnTo>
                <a:lnTo>
                  <a:pt x="10807" y="9996"/>
                </a:lnTo>
                <a:lnTo>
                  <a:pt x="10807" y="5806"/>
                </a:lnTo>
                <a:close/>
                <a:moveTo>
                  <a:pt x="12004" y="10815"/>
                </a:moveTo>
                <a:cubicBezTo>
                  <a:pt x="12256" y="10815"/>
                  <a:pt x="12445" y="11004"/>
                  <a:pt x="12445" y="11256"/>
                </a:cubicBezTo>
                <a:lnTo>
                  <a:pt x="12445" y="11634"/>
                </a:lnTo>
                <a:lnTo>
                  <a:pt x="1670" y="11634"/>
                </a:lnTo>
                <a:lnTo>
                  <a:pt x="1670" y="11256"/>
                </a:lnTo>
                <a:cubicBezTo>
                  <a:pt x="1670" y="11004"/>
                  <a:pt x="1859" y="10815"/>
                  <a:pt x="2048" y="10815"/>
                </a:cubicBezTo>
                <a:close/>
                <a:moveTo>
                  <a:pt x="12886" y="12422"/>
                </a:moveTo>
                <a:cubicBezTo>
                  <a:pt x="13107" y="12422"/>
                  <a:pt x="13264" y="12642"/>
                  <a:pt x="13264" y="12863"/>
                </a:cubicBezTo>
                <a:lnTo>
                  <a:pt x="13264" y="13304"/>
                </a:lnTo>
                <a:lnTo>
                  <a:pt x="851" y="13304"/>
                </a:lnTo>
                <a:lnTo>
                  <a:pt x="851" y="12863"/>
                </a:lnTo>
                <a:cubicBezTo>
                  <a:pt x="851" y="12642"/>
                  <a:pt x="1040" y="12422"/>
                  <a:pt x="1261" y="12422"/>
                </a:cubicBezTo>
                <a:close/>
                <a:moveTo>
                  <a:pt x="7058" y="1"/>
                </a:moveTo>
                <a:cubicBezTo>
                  <a:pt x="6987" y="1"/>
                  <a:pt x="6916" y="24"/>
                  <a:pt x="6869" y="72"/>
                </a:cubicBezTo>
                <a:lnTo>
                  <a:pt x="1103" y="3348"/>
                </a:lnTo>
                <a:cubicBezTo>
                  <a:pt x="473" y="3411"/>
                  <a:pt x="1" y="3915"/>
                  <a:pt x="1" y="4545"/>
                </a:cubicBezTo>
                <a:lnTo>
                  <a:pt x="1" y="5365"/>
                </a:lnTo>
                <a:cubicBezTo>
                  <a:pt x="1" y="5617"/>
                  <a:pt x="221" y="5806"/>
                  <a:pt x="442" y="5806"/>
                </a:cubicBezTo>
                <a:lnTo>
                  <a:pt x="1702" y="5806"/>
                </a:lnTo>
                <a:lnTo>
                  <a:pt x="1702" y="10059"/>
                </a:lnTo>
                <a:cubicBezTo>
                  <a:pt x="1229" y="10216"/>
                  <a:pt x="883" y="10689"/>
                  <a:pt x="883" y="11256"/>
                </a:cubicBezTo>
                <a:lnTo>
                  <a:pt x="883" y="11729"/>
                </a:lnTo>
                <a:cubicBezTo>
                  <a:pt x="410" y="11886"/>
                  <a:pt x="64" y="12359"/>
                  <a:pt x="64" y="12894"/>
                </a:cubicBezTo>
                <a:lnTo>
                  <a:pt x="64" y="13713"/>
                </a:lnTo>
                <a:cubicBezTo>
                  <a:pt x="64" y="13965"/>
                  <a:pt x="253" y="14154"/>
                  <a:pt x="473" y="14154"/>
                </a:cubicBezTo>
                <a:lnTo>
                  <a:pt x="13768" y="14154"/>
                </a:lnTo>
                <a:cubicBezTo>
                  <a:pt x="13989" y="14154"/>
                  <a:pt x="14146" y="13965"/>
                  <a:pt x="14146" y="13713"/>
                </a:cubicBezTo>
                <a:lnTo>
                  <a:pt x="14146" y="12894"/>
                </a:lnTo>
                <a:cubicBezTo>
                  <a:pt x="14146" y="12359"/>
                  <a:pt x="13800" y="11918"/>
                  <a:pt x="13327" y="11729"/>
                </a:cubicBezTo>
                <a:lnTo>
                  <a:pt x="13327" y="11256"/>
                </a:lnTo>
                <a:cubicBezTo>
                  <a:pt x="13327" y="10689"/>
                  <a:pt x="12981" y="10248"/>
                  <a:pt x="12508" y="10059"/>
                </a:cubicBezTo>
                <a:lnTo>
                  <a:pt x="12508" y="5806"/>
                </a:lnTo>
                <a:lnTo>
                  <a:pt x="13768" y="5806"/>
                </a:lnTo>
                <a:cubicBezTo>
                  <a:pt x="13989" y="5806"/>
                  <a:pt x="14146" y="5617"/>
                  <a:pt x="14146" y="5396"/>
                </a:cubicBezTo>
                <a:lnTo>
                  <a:pt x="14146" y="4545"/>
                </a:lnTo>
                <a:cubicBezTo>
                  <a:pt x="14115" y="3915"/>
                  <a:pt x="13642" y="3380"/>
                  <a:pt x="13012" y="3348"/>
                </a:cubicBezTo>
                <a:lnTo>
                  <a:pt x="7247" y="72"/>
                </a:lnTo>
                <a:cubicBezTo>
                  <a:pt x="7200" y="24"/>
                  <a:pt x="7129" y="1"/>
                  <a:pt x="705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768" name="Google Shape;11768;p138"/>
          <p:cNvGrpSpPr/>
          <p:nvPr/>
        </p:nvGrpSpPr>
        <p:grpSpPr>
          <a:xfrm>
            <a:off x="4870788" y="2959488"/>
            <a:ext cx="342328" cy="339310"/>
            <a:chOff x="-10462550" y="2057650"/>
            <a:chExt cx="354450" cy="351325"/>
          </a:xfrm>
        </p:grpSpPr>
        <p:sp>
          <p:nvSpPr>
            <p:cNvPr id="11769" name="Google Shape;11769;p138"/>
            <p:cNvSpPr/>
            <p:nvPr/>
          </p:nvSpPr>
          <p:spPr>
            <a:xfrm>
              <a:off x="-10462550" y="2057650"/>
              <a:ext cx="354450" cy="351325"/>
            </a:xfrm>
            <a:custGeom>
              <a:rect b="b" l="l" r="r" t="t"/>
              <a:pathLst>
                <a:path extrusionOk="0" h="14053" w="14178">
                  <a:moveTo>
                    <a:pt x="7121" y="788"/>
                  </a:moveTo>
                  <a:cubicBezTo>
                    <a:pt x="7341" y="788"/>
                    <a:pt x="7499" y="978"/>
                    <a:pt x="7499" y="1198"/>
                  </a:cubicBezTo>
                  <a:cubicBezTo>
                    <a:pt x="7499" y="1419"/>
                    <a:pt x="7310" y="1608"/>
                    <a:pt x="7121" y="1608"/>
                  </a:cubicBezTo>
                  <a:cubicBezTo>
                    <a:pt x="6932" y="1608"/>
                    <a:pt x="6680" y="1419"/>
                    <a:pt x="6680" y="1198"/>
                  </a:cubicBezTo>
                  <a:cubicBezTo>
                    <a:pt x="6711" y="946"/>
                    <a:pt x="6869" y="788"/>
                    <a:pt x="7121" y="788"/>
                  </a:cubicBezTo>
                  <a:close/>
                  <a:moveTo>
                    <a:pt x="7467" y="2364"/>
                  </a:moveTo>
                  <a:lnTo>
                    <a:pt x="8790" y="4065"/>
                  </a:lnTo>
                  <a:lnTo>
                    <a:pt x="5451" y="4065"/>
                  </a:lnTo>
                  <a:lnTo>
                    <a:pt x="6774" y="2364"/>
                  </a:lnTo>
                  <a:cubicBezTo>
                    <a:pt x="6869" y="2395"/>
                    <a:pt x="6995" y="2395"/>
                    <a:pt x="7121" y="2395"/>
                  </a:cubicBezTo>
                  <a:cubicBezTo>
                    <a:pt x="7247" y="2395"/>
                    <a:pt x="7341" y="2364"/>
                    <a:pt x="7467" y="2364"/>
                  </a:cubicBezTo>
                  <a:close/>
                  <a:moveTo>
                    <a:pt x="12508" y="4065"/>
                  </a:moveTo>
                  <a:cubicBezTo>
                    <a:pt x="12981" y="4065"/>
                    <a:pt x="13327" y="4412"/>
                    <a:pt x="13327" y="4884"/>
                  </a:cubicBezTo>
                  <a:cubicBezTo>
                    <a:pt x="13327" y="5231"/>
                    <a:pt x="13107" y="5546"/>
                    <a:pt x="12792" y="5672"/>
                  </a:cubicBezTo>
                  <a:cubicBezTo>
                    <a:pt x="12634" y="5703"/>
                    <a:pt x="12508" y="5861"/>
                    <a:pt x="12508" y="6081"/>
                  </a:cubicBezTo>
                  <a:lnTo>
                    <a:pt x="12508" y="11217"/>
                  </a:lnTo>
                  <a:cubicBezTo>
                    <a:pt x="12508" y="11437"/>
                    <a:pt x="12634" y="11563"/>
                    <a:pt x="12792" y="11626"/>
                  </a:cubicBezTo>
                  <a:cubicBezTo>
                    <a:pt x="13107" y="11752"/>
                    <a:pt x="13327" y="12067"/>
                    <a:pt x="13327" y="12414"/>
                  </a:cubicBezTo>
                  <a:cubicBezTo>
                    <a:pt x="13327" y="12886"/>
                    <a:pt x="12981" y="13233"/>
                    <a:pt x="12508" y="13233"/>
                  </a:cubicBezTo>
                  <a:cubicBezTo>
                    <a:pt x="12162" y="13233"/>
                    <a:pt x="11846" y="13012"/>
                    <a:pt x="11720" y="12697"/>
                  </a:cubicBezTo>
                  <a:cubicBezTo>
                    <a:pt x="11689" y="12540"/>
                    <a:pt x="11531" y="12414"/>
                    <a:pt x="11342" y="12414"/>
                  </a:cubicBezTo>
                  <a:lnTo>
                    <a:pt x="2868" y="12414"/>
                  </a:lnTo>
                  <a:cubicBezTo>
                    <a:pt x="2710" y="12414"/>
                    <a:pt x="2553" y="12540"/>
                    <a:pt x="2490" y="12697"/>
                  </a:cubicBezTo>
                  <a:cubicBezTo>
                    <a:pt x="2363" y="13012"/>
                    <a:pt x="2048" y="13233"/>
                    <a:pt x="1702" y="13233"/>
                  </a:cubicBezTo>
                  <a:cubicBezTo>
                    <a:pt x="1198" y="13233"/>
                    <a:pt x="851" y="12886"/>
                    <a:pt x="851" y="12414"/>
                  </a:cubicBezTo>
                  <a:cubicBezTo>
                    <a:pt x="851" y="12067"/>
                    <a:pt x="1103" y="11752"/>
                    <a:pt x="1418" y="11626"/>
                  </a:cubicBezTo>
                  <a:cubicBezTo>
                    <a:pt x="1576" y="11595"/>
                    <a:pt x="1702" y="11437"/>
                    <a:pt x="1702" y="11217"/>
                  </a:cubicBezTo>
                  <a:lnTo>
                    <a:pt x="1702" y="6081"/>
                  </a:lnTo>
                  <a:cubicBezTo>
                    <a:pt x="1702" y="5924"/>
                    <a:pt x="1576" y="5766"/>
                    <a:pt x="1418" y="5672"/>
                  </a:cubicBezTo>
                  <a:cubicBezTo>
                    <a:pt x="1103" y="5546"/>
                    <a:pt x="851" y="5231"/>
                    <a:pt x="851" y="4884"/>
                  </a:cubicBezTo>
                  <a:cubicBezTo>
                    <a:pt x="851" y="4412"/>
                    <a:pt x="1229" y="4065"/>
                    <a:pt x="1702" y="4065"/>
                  </a:cubicBezTo>
                  <a:cubicBezTo>
                    <a:pt x="2048" y="4065"/>
                    <a:pt x="2363" y="4286"/>
                    <a:pt x="2490" y="4601"/>
                  </a:cubicBezTo>
                  <a:cubicBezTo>
                    <a:pt x="2521" y="4758"/>
                    <a:pt x="2679" y="4884"/>
                    <a:pt x="2868" y="4884"/>
                  </a:cubicBezTo>
                  <a:lnTo>
                    <a:pt x="11342" y="4884"/>
                  </a:lnTo>
                  <a:cubicBezTo>
                    <a:pt x="11500" y="4884"/>
                    <a:pt x="11657" y="4758"/>
                    <a:pt x="11720" y="4601"/>
                  </a:cubicBezTo>
                  <a:cubicBezTo>
                    <a:pt x="11846" y="4286"/>
                    <a:pt x="12162" y="4065"/>
                    <a:pt x="12508" y="4065"/>
                  </a:cubicBezTo>
                  <a:close/>
                  <a:moveTo>
                    <a:pt x="7089" y="1"/>
                  </a:moveTo>
                  <a:cubicBezTo>
                    <a:pt x="6365" y="1"/>
                    <a:pt x="5829" y="568"/>
                    <a:pt x="5829" y="1230"/>
                  </a:cubicBezTo>
                  <a:cubicBezTo>
                    <a:pt x="5829" y="1450"/>
                    <a:pt x="5892" y="1702"/>
                    <a:pt x="6018" y="1891"/>
                  </a:cubicBezTo>
                  <a:lnTo>
                    <a:pt x="4348" y="4097"/>
                  </a:lnTo>
                  <a:lnTo>
                    <a:pt x="3057" y="4097"/>
                  </a:lnTo>
                  <a:cubicBezTo>
                    <a:pt x="2773" y="3592"/>
                    <a:pt x="2237" y="3277"/>
                    <a:pt x="1639" y="3277"/>
                  </a:cubicBezTo>
                  <a:cubicBezTo>
                    <a:pt x="725" y="3277"/>
                    <a:pt x="1" y="4033"/>
                    <a:pt x="1" y="4916"/>
                  </a:cubicBezTo>
                  <a:cubicBezTo>
                    <a:pt x="1" y="5514"/>
                    <a:pt x="316" y="6081"/>
                    <a:pt x="820" y="6333"/>
                  </a:cubicBezTo>
                  <a:lnTo>
                    <a:pt x="820" y="10996"/>
                  </a:lnTo>
                  <a:cubicBezTo>
                    <a:pt x="316" y="11280"/>
                    <a:pt x="1" y="11815"/>
                    <a:pt x="1" y="12414"/>
                  </a:cubicBezTo>
                  <a:cubicBezTo>
                    <a:pt x="1" y="13327"/>
                    <a:pt x="725" y="14052"/>
                    <a:pt x="1639" y="14052"/>
                  </a:cubicBezTo>
                  <a:cubicBezTo>
                    <a:pt x="2237" y="14052"/>
                    <a:pt x="2773" y="13737"/>
                    <a:pt x="3057" y="13233"/>
                  </a:cubicBezTo>
                  <a:lnTo>
                    <a:pt x="11027" y="13233"/>
                  </a:lnTo>
                  <a:cubicBezTo>
                    <a:pt x="11279" y="13737"/>
                    <a:pt x="11846" y="14052"/>
                    <a:pt x="12445" y="14052"/>
                  </a:cubicBezTo>
                  <a:cubicBezTo>
                    <a:pt x="13327" y="14052"/>
                    <a:pt x="14083" y="13327"/>
                    <a:pt x="14083" y="12414"/>
                  </a:cubicBezTo>
                  <a:cubicBezTo>
                    <a:pt x="14083" y="11815"/>
                    <a:pt x="13768" y="11280"/>
                    <a:pt x="13264" y="10996"/>
                  </a:cubicBezTo>
                  <a:lnTo>
                    <a:pt x="13264" y="6333"/>
                  </a:lnTo>
                  <a:cubicBezTo>
                    <a:pt x="13863" y="6050"/>
                    <a:pt x="14178" y="5514"/>
                    <a:pt x="14178" y="4916"/>
                  </a:cubicBezTo>
                  <a:cubicBezTo>
                    <a:pt x="14178" y="4033"/>
                    <a:pt x="13422" y="3277"/>
                    <a:pt x="12508" y="3277"/>
                  </a:cubicBezTo>
                  <a:cubicBezTo>
                    <a:pt x="11909" y="3277"/>
                    <a:pt x="11374" y="3592"/>
                    <a:pt x="11090" y="4097"/>
                  </a:cubicBezTo>
                  <a:lnTo>
                    <a:pt x="9799" y="4097"/>
                  </a:lnTo>
                  <a:lnTo>
                    <a:pt x="8129" y="1891"/>
                  </a:lnTo>
                  <a:cubicBezTo>
                    <a:pt x="8255" y="1702"/>
                    <a:pt x="8349" y="1450"/>
                    <a:pt x="8349" y="1230"/>
                  </a:cubicBezTo>
                  <a:cubicBezTo>
                    <a:pt x="8349" y="568"/>
                    <a:pt x="7782" y="1"/>
                    <a:pt x="708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0" name="Google Shape;11770;p138"/>
            <p:cNvSpPr/>
            <p:nvPr/>
          </p:nvSpPr>
          <p:spPr>
            <a:xfrm>
              <a:off x="-10397950" y="2201800"/>
              <a:ext cx="228425" cy="146525"/>
            </a:xfrm>
            <a:custGeom>
              <a:rect b="b" l="l" r="r" t="t"/>
              <a:pathLst>
                <a:path extrusionOk="0" h="5861" w="9137">
                  <a:moveTo>
                    <a:pt x="8286" y="819"/>
                  </a:moveTo>
                  <a:lnTo>
                    <a:pt x="8286" y="4978"/>
                  </a:lnTo>
                  <a:lnTo>
                    <a:pt x="788" y="4978"/>
                  </a:lnTo>
                  <a:lnTo>
                    <a:pt x="788" y="819"/>
                  </a:lnTo>
                  <a:close/>
                  <a:moveTo>
                    <a:pt x="410" y="0"/>
                  </a:moveTo>
                  <a:cubicBezTo>
                    <a:pt x="158" y="0"/>
                    <a:pt x="0" y="189"/>
                    <a:pt x="0" y="410"/>
                  </a:cubicBezTo>
                  <a:lnTo>
                    <a:pt x="0" y="5419"/>
                  </a:lnTo>
                  <a:cubicBezTo>
                    <a:pt x="0" y="5640"/>
                    <a:pt x="189" y="5860"/>
                    <a:pt x="410" y="5860"/>
                  </a:cubicBezTo>
                  <a:lnTo>
                    <a:pt x="8695" y="5860"/>
                  </a:lnTo>
                  <a:cubicBezTo>
                    <a:pt x="8947" y="5860"/>
                    <a:pt x="9136" y="5640"/>
                    <a:pt x="9136" y="5419"/>
                  </a:cubicBezTo>
                  <a:lnTo>
                    <a:pt x="9136" y="410"/>
                  </a:lnTo>
                  <a:cubicBezTo>
                    <a:pt x="9105" y="158"/>
                    <a:pt x="8947" y="0"/>
                    <a:pt x="869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771" name="Google Shape;11771;p138"/>
          <p:cNvSpPr/>
          <p:nvPr/>
        </p:nvSpPr>
        <p:spPr>
          <a:xfrm>
            <a:off x="7591624" y="2576962"/>
            <a:ext cx="313426" cy="341579"/>
          </a:xfrm>
          <a:custGeom>
            <a:rect b="b" l="l" r="r" t="t"/>
            <a:pathLst>
              <a:path extrusionOk="0" h="14147" w="12981">
                <a:moveTo>
                  <a:pt x="10712" y="820"/>
                </a:moveTo>
                <a:cubicBezTo>
                  <a:pt x="11279" y="820"/>
                  <a:pt x="11752" y="1166"/>
                  <a:pt x="11909" y="1733"/>
                </a:cubicBezTo>
                <a:cubicBezTo>
                  <a:pt x="12067" y="2615"/>
                  <a:pt x="11531" y="3655"/>
                  <a:pt x="10680" y="3655"/>
                </a:cubicBezTo>
                <a:cubicBezTo>
                  <a:pt x="9924" y="3655"/>
                  <a:pt x="9420" y="2867"/>
                  <a:pt x="9798" y="2521"/>
                </a:cubicBezTo>
                <a:cubicBezTo>
                  <a:pt x="9865" y="2476"/>
                  <a:pt x="9963" y="2432"/>
                  <a:pt x="10071" y="2432"/>
                </a:cubicBezTo>
                <a:cubicBezTo>
                  <a:pt x="10116" y="2432"/>
                  <a:pt x="10162" y="2439"/>
                  <a:pt x="10208" y="2458"/>
                </a:cubicBezTo>
                <a:cubicBezTo>
                  <a:pt x="10271" y="2489"/>
                  <a:pt x="10302" y="2521"/>
                  <a:pt x="10365" y="2615"/>
                </a:cubicBezTo>
                <a:cubicBezTo>
                  <a:pt x="10394" y="2813"/>
                  <a:pt x="10600" y="2935"/>
                  <a:pt x="10801" y="2935"/>
                </a:cubicBezTo>
                <a:cubicBezTo>
                  <a:pt x="10824" y="2935"/>
                  <a:pt x="10847" y="2934"/>
                  <a:pt x="10869" y="2930"/>
                </a:cubicBezTo>
                <a:cubicBezTo>
                  <a:pt x="11090" y="2867"/>
                  <a:pt x="11216" y="2647"/>
                  <a:pt x="11184" y="2395"/>
                </a:cubicBezTo>
                <a:cubicBezTo>
                  <a:pt x="11090" y="2048"/>
                  <a:pt x="10838" y="1733"/>
                  <a:pt x="10491" y="1670"/>
                </a:cubicBezTo>
                <a:cubicBezTo>
                  <a:pt x="10382" y="1637"/>
                  <a:pt x="10265" y="1621"/>
                  <a:pt x="10148" y="1621"/>
                </a:cubicBezTo>
                <a:cubicBezTo>
                  <a:pt x="9828" y="1621"/>
                  <a:pt x="9502" y="1738"/>
                  <a:pt x="9294" y="1922"/>
                </a:cubicBezTo>
                <a:lnTo>
                  <a:pt x="9168" y="2048"/>
                </a:lnTo>
                <a:lnTo>
                  <a:pt x="3907" y="2048"/>
                </a:lnTo>
                <a:lnTo>
                  <a:pt x="3781" y="1922"/>
                </a:lnTo>
                <a:cubicBezTo>
                  <a:pt x="3556" y="1723"/>
                  <a:pt x="3242" y="1617"/>
                  <a:pt x="2934" y="1617"/>
                </a:cubicBezTo>
                <a:cubicBezTo>
                  <a:pt x="2463" y="1617"/>
                  <a:pt x="2005" y="1862"/>
                  <a:pt x="1891" y="2395"/>
                </a:cubicBezTo>
                <a:cubicBezTo>
                  <a:pt x="1859" y="2647"/>
                  <a:pt x="1985" y="2836"/>
                  <a:pt x="2206" y="2930"/>
                </a:cubicBezTo>
                <a:cubicBezTo>
                  <a:pt x="2228" y="2934"/>
                  <a:pt x="2250" y="2935"/>
                  <a:pt x="2272" y="2935"/>
                </a:cubicBezTo>
                <a:cubicBezTo>
                  <a:pt x="2469" y="2935"/>
                  <a:pt x="2653" y="2810"/>
                  <a:pt x="2710" y="2584"/>
                </a:cubicBezTo>
                <a:cubicBezTo>
                  <a:pt x="2741" y="2521"/>
                  <a:pt x="2804" y="2489"/>
                  <a:pt x="2867" y="2426"/>
                </a:cubicBezTo>
                <a:cubicBezTo>
                  <a:pt x="2899" y="2419"/>
                  <a:pt x="2934" y="2415"/>
                  <a:pt x="2971" y="2415"/>
                </a:cubicBezTo>
                <a:cubicBezTo>
                  <a:pt x="3082" y="2415"/>
                  <a:pt x="3206" y="2450"/>
                  <a:pt x="3277" y="2521"/>
                </a:cubicBezTo>
                <a:cubicBezTo>
                  <a:pt x="3623" y="2867"/>
                  <a:pt x="3119" y="3655"/>
                  <a:pt x="2395" y="3655"/>
                </a:cubicBezTo>
                <a:cubicBezTo>
                  <a:pt x="1544" y="3655"/>
                  <a:pt x="1040" y="2584"/>
                  <a:pt x="1292" y="1733"/>
                </a:cubicBezTo>
                <a:cubicBezTo>
                  <a:pt x="1512" y="1135"/>
                  <a:pt x="1922" y="820"/>
                  <a:pt x="2489" y="820"/>
                </a:cubicBezTo>
                <a:close/>
                <a:moveTo>
                  <a:pt x="8822" y="2867"/>
                </a:moveTo>
                <a:cubicBezTo>
                  <a:pt x="8822" y="3183"/>
                  <a:pt x="8948" y="3466"/>
                  <a:pt x="9137" y="3718"/>
                </a:cubicBezTo>
                <a:lnTo>
                  <a:pt x="3749" y="3718"/>
                </a:lnTo>
                <a:cubicBezTo>
                  <a:pt x="3938" y="3466"/>
                  <a:pt x="4064" y="3183"/>
                  <a:pt x="4064" y="2867"/>
                </a:cubicBezTo>
                <a:close/>
                <a:moveTo>
                  <a:pt x="10176" y="4537"/>
                </a:moveTo>
                <a:lnTo>
                  <a:pt x="10176" y="4978"/>
                </a:lnTo>
                <a:lnTo>
                  <a:pt x="10208" y="4978"/>
                </a:lnTo>
                <a:cubicBezTo>
                  <a:pt x="10208" y="5199"/>
                  <a:pt x="9987" y="5388"/>
                  <a:pt x="9767" y="5388"/>
                </a:cubicBezTo>
                <a:lnTo>
                  <a:pt x="3151" y="5388"/>
                </a:lnTo>
                <a:cubicBezTo>
                  <a:pt x="2930" y="5388"/>
                  <a:pt x="2710" y="5199"/>
                  <a:pt x="2710" y="4978"/>
                </a:cubicBezTo>
                <a:lnTo>
                  <a:pt x="2710" y="4537"/>
                </a:lnTo>
                <a:close/>
                <a:moveTo>
                  <a:pt x="9357" y="6175"/>
                </a:moveTo>
                <a:lnTo>
                  <a:pt x="9357" y="11626"/>
                </a:lnTo>
                <a:lnTo>
                  <a:pt x="8538" y="11626"/>
                </a:lnTo>
                <a:lnTo>
                  <a:pt x="8538" y="7436"/>
                </a:lnTo>
                <a:cubicBezTo>
                  <a:pt x="8538" y="7215"/>
                  <a:pt x="8349" y="7026"/>
                  <a:pt x="8128" y="7026"/>
                </a:cubicBezTo>
                <a:cubicBezTo>
                  <a:pt x="7876" y="7026"/>
                  <a:pt x="7687" y="7215"/>
                  <a:pt x="7687" y="7436"/>
                </a:cubicBezTo>
                <a:lnTo>
                  <a:pt x="7687" y="11626"/>
                </a:lnTo>
                <a:lnTo>
                  <a:pt x="6868" y="11626"/>
                </a:lnTo>
                <a:lnTo>
                  <a:pt x="6868" y="7436"/>
                </a:lnTo>
                <a:cubicBezTo>
                  <a:pt x="6868" y="7215"/>
                  <a:pt x="6648" y="7026"/>
                  <a:pt x="6459" y="7026"/>
                </a:cubicBezTo>
                <a:cubicBezTo>
                  <a:pt x="6238" y="7026"/>
                  <a:pt x="6018" y="7215"/>
                  <a:pt x="6018" y="7436"/>
                </a:cubicBezTo>
                <a:lnTo>
                  <a:pt x="6018" y="11626"/>
                </a:lnTo>
                <a:lnTo>
                  <a:pt x="5199" y="11626"/>
                </a:lnTo>
                <a:lnTo>
                  <a:pt x="5199" y="7436"/>
                </a:lnTo>
                <a:cubicBezTo>
                  <a:pt x="5199" y="7215"/>
                  <a:pt x="5010" y="7026"/>
                  <a:pt x="4757" y="7026"/>
                </a:cubicBezTo>
                <a:cubicBezTo>
                  <a:pt x="4537" y="7026"/>
                  <a:pt x="4379" y="7215"/>
                  <a:pt x="4379" y="7436"/>
                </a:cubicBezTo>
                <a:lnTo>
                  <a:pt x="4379" y="11626"/>
                </a:lnTo>
                <a:lnTo>
                  <a:pt x="3560" y="11626"/>
                </a:lnTo>
                <a:lnTo>
                  <a:pt x="3560" y="6175"/>
                </a:lnTo>
                <a:close/>
                <a:moveTo>
                  <a:pt x="9798" y="12413"/>
                </a:moveTo>
                <a:cubicBezTo>
                  <a:pt x="10050" y="12413"/>
                  <a:pt x="10239" y="12602"/>
                  <a:pt x="10239" y="12854"/>
                </a:cubicBezTo>
                <a:lnTo>
                  <a:pt x="10239" y="13264"/>
                </a:lnTo>
                <a:lnTo>
                  <a:pt x="2741" y="13264"/>
                </a:lnTo>
                <a:lnTo>
                  <a:pt x="2741" y="12854"/>
                </a:lnTo>
                <a:cubicBezTo>
                  <a:pt x="2741" y="12602"/>
                  <a:pt x="2962" y="12413"/>
                  <a:pt x="3182" y="12413"/>
                </a:cubicBezTo>
                <a:close/>
                <a:moveTo>
                  <a:pt x="2363" y="1"/>
                </a:moveTo>
                <a:cubicBezTo>
                  <a:pt x="1418" y="1"/>
                  <a:pt x="662" y="599"/>
                  <a:pt x="378" y="1513"/>
                </a:cubicBezTo>
                <a:cubicBezTo>
                  <a:pt x="0" y="2804"/>
                  <a:pt x="693" y="4254"/>
                  <a:pt x="1954" y="4443"/>
                </a:cubicBezTo>
                <a:lnTo>
                  <a:pt x="1954" y="4915"/>
                </a:lnTo>
                <a:cubicBezTo>
                  <a:pt x="1954" y="5482"/>
                  <a:pt x="2332" y="5923"/>
                  <a:pt x="2804" y="6112"/>
                </a:cubicBezTo>
                <a:lnTo>
                  <a:pt x="2804" y="11689"/>
                </a:lnTo>
                <a:cubicBezTo>
                  <a:pt x="2332" y="11846"/>
                  <a:pt x="1954" y="12319"/>
                  <a:pt x="1954" y="12886"/>
                </a:cubicBezTo>
                <a:lnTo>
                  <a:pt x="1954" y="13705"/>
                </a:lnTo>
                <a:cubicBezTo>
                  <a:pt x="1954" y="13957"/>
                  <a:pt x="2174" y="14146"/>
                  <a:pt x="2395" y="14146"/>
                </a:cubicBezTo>
                <a:lnTo>
                  <a:pt x="10680" y="14146"/>
                </a:lnTo>
                <a:cubicBezTo>
                  <a:pt x="10901" y="14146"/>
                  <a:pt x="11058" y="13957"/>
                  <a:pt x="11058" y="13705"/>
                </a:cubicBezTo>
                <a:lnTo>
                  <a:pt x="11058" y="12886"/>
                </a:lnTo>
                <a:cubicBezTo>
                  <a:pt x="11058" y="12319"/>
                  <a:pt x="10712" y="11909"/>
                  <a:pt x="10239" y="11689"/>
                </a:cubicBezTo>
                <a:lnTo>
                  <a:pt x="10239" y="6112"/>
                </a:lnTo>
                <a:cubicBezTo>
                  <a:pt x="10712" y="5955"/>
                  <a:pt x="11058" y="5482"/>
                  <a:pt x="11058" y="4915"/>
                </a:cubicBezTo>
                <a:lnTo>
                  <a:pt x="11058" y="4411"/>
                </a:lnTo>
                <a:cubicBezTo>
                  <a:pt x="12319" y="4191"/>
                  <a:pt x="12980" y="2710"/>
                  <a:pt x="12602" y="1450"/>
                </a:cubicBezTo>
                <a:cubicBezTo>
                  <a:pt x="12287" y="568"/>
                  <a:pt x="11500" y="1"/>
                  <a:pt x="105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772" name="Google Shape;11772;p138"/>
          <p:cNvGrpSpPr/>
          <p:nvPr/>
        </p:nvGrpSpPr>
        <p:grpSpPr>
          <a:xfrm>
            <a:off x="6649772" y="2551051"/>
            <a:ext cx="375044" cy="340541"/>
            <a:chOff x="-8692750" y="1622100"/>
            <a:chExt cx="388325" cy="352600"/>
          </a:xfrm>
        </p:grpSpPr>
        <p:sp>
          <p:nvSpPr>
            <p:cNvPr id="11773" name="Google Shape;11773;p138"/>
            <p:cNvSpPr/>
            <p:nvPr/>
          </p:nvSpPr>
          <p:spPr>
            <a:xfrm>
              <a:off x="-8692750" y="1622100"/>
              <a:ext cx="388325" cy="352600"/>
            </a:xfrm>
            <a:custGeom>
              <a:rect b="b" l="l" r="r" t="t"/>
              <a:pathLst>
                <a:path extrusionOk="0" h="14104" w="15533">
                  <a:moveTo>
                    <a:pt x="10365" y="1387"/>
                  </a:moveTo>
                  <a:cubicBezTo>
                    <a:pt x="11027" y="1702"/>
                    <a:pt x="11626" y="2112"/>
                    <a:pt x="12130" y="2616"/>
                  </a:cubicBezTo>
                  <a:cubicBezTo>
                    <a:pt x="12697" y="3183"/>
                    <a:pt x="13106" y="3750"/>
                    <a:pt x="13390" y="4443"/>
                  </a:cubicBezTo>
                  <a:lnTo>
                    <a:pt x="10208" y="5577"/>
                  </a:lnTo>
                  <a:cubicBezTo>
                    <a:pt x="10082" y="5388"/>
                    <a:pt x="9924" y="5168"/>
                    <a:pt x="9767" y="5010"/>
                  </a:cubicBezTo>
                  <a:cubicBezTo>
                    <a:pt x="9609" y="4852"/>
                    <a:pt x="9420" y="4695"/>
                    <a:pt x="9231" y="4600"/>
                  </a:cubicBezTo>
                  <a:lnTo>
                    <a:pt x="10365" y="1387"/>
                  </a:lnTo>
                  <a:close/>
                  <a:moveTo>
                    <a:pt x="7802" y="828"/>
                  </a:moveTo>
                  <a:cubicBezTo>
                    <a:pt x="8424" y="828"/>
                    <a:pt x="9044" y="919"/>
                    <a:pt x="9641" y="1103"/>
                  </a:cubicBezTo>
                  <a:lnTo>
                    <a:pt x="8507" y="4285"/>
                  </a:lnTo>
                  <a:cubicBezTo>
                    <a:pt x="8268" y="4222"/>
                    <a:pt x="8022" y="4190"/>
                    <a:pt x="7776" y="4190"/>
                  </a:cubicBezTo>
                  <a:cubicBezTo>
                    <a:pt x="7044" y="4190"/>
                    <a:pt x="6308" y="4468"/>
                    <a:pt x="5766" y="5010"/>
                  </a:cubicBezTo>
                  <a:cubicBezTo>
                    <a:pt x="4978" y="5798"/>
                    <a:pt x="4726" y="6869"/>
                    <a:pt x="5010" y="7845"/>
                  </a:cubicBezTo>
                  <a:lnTo>
                    <a:pt x="1859" y="9011"/>
                  </a:lnTo>
                  <a:cubicBezTo>
                    <a:pt x="1134" y="6900"/>
                    <a:pt x="1576" y="4380"/>
                    <a:pt x="3340" y="2647"/>
                  </a:cubicBezTo>
                  <a:cubicBezTo>
                    <a:pt x="4567" y="1442"/>
                    <a:pt x="6189" y="828"/>
                    <a:pt x="7802" y="828"/>
                  </a:cubicBezTo>
                  <a:close/>
                  <a:moveTo>
                    <a:pt x="7766" y="5018"/>
                  </a:moveTo>
                  <a:cubicBezTo>
                    <a:pt x="8302" y="5018"/>
                    <a:pt x="8837" y="5215"/>
                    <a:pt x="9231" y="5609"/>
                  </a:cubicBezTo>
                  <a:cubicBezTo>
                    <a:pt x="10019" y="6396"/>
                    <a:pt x="10019" y="7751"/>
                    <a:pt x="9231" y="8539"/>
                  </a:cubicBezTo>
                  <a:cubicBezTo>
                    <a:pt x="8806" y="8948"/>
                    <a:pt x="8270" y="9153"/>
                    <a:pt x="7743" y="9153"/>
                  </a:cubicBezTo>
                  <a:cubicBezTo>
                    <a:pt x="7215" y="9153"/>
                    <a:pt x="6695" y="8948"/>
                    <a:pt x="6301" y="8539"/>
                  </a:cubicBezTo>
                  <a:cubicBezTo>
                    <a:pt x="5514" y="7751"/>
                    <a:pt x="5514" y="6396"/>
                    <a:pt x="6301" y="5609"/>
                  </a:cubicBezTo>
                  <a:cubicBezTo>
                    <a:pt x="6695" y="5215"/>
                    <a:pt x="7231" y="5018"/>
                    <a:pt x="7766" y="5018"/>
                  </a:cubicBezTo>
                  <a:close/>
                  <a:moveTo>
                    <a:pt x="5293" y="8633"/>
                  </a:moveTo>
                  <a:cubicBezTo>
                    <a:pt x="5388" y="8791"/>
                    <a:pt x="5514" y="9011"/>
                    <a:pt x="5671" y="9106"/>
                  </a:cubicBezTo>
                  <a:cubicBezTo>
                    <a:pt x="5829" y="9263"/>
                    <a:pt x="5986" y="9389"/>
                    <a:pt x="6144" y="9515"/>
                  </a:cubicBezTo>
                  <a:lnTo>
                    <a:pt x="5010" y="12697"/>
                  </a:lnTo>
                  <a:cubicBezTo>
                    <a:pt x="4379" y="12382"/>
                    <a:pt x="3812" y="12004"/>
                    <a:pt x="3308" y="11468"/>
                  </a:cubicBezTo>
                  <a:cubicBezTo>
                    <a:pt x="2836" y="10964"/>
                    <a:pt x="2458" y="10366"/>
                    <a:pt x="2143" y="9799"/>
                  </a:cubicBezTo>
                  <a:lnTo>
                    <a:pt x="5293" y="8633"/>
                  </a:lnTo>
                  <a:close/>
                  <a:moveTo>
                    <a:pt x="13705" y="5168"/>
                  </a:moveTo>
                  <a:cubicBezTo>
                    <a:pt x="14335" y="7310"/>
                    <a:pt x="13862" y="9736"/>
                    <a:pt x="12161" y="11437"/>
                  </a:cubicBezTo>
                  <a:cubicBezTo>
                    <a:pt x="10928" y="12670"/>
                    <a:pt x="9328" y="13281"/>
                    <a:pt x="7736" y="13281"/>
                  </a:cubicBezTo>
                  <a:cubicBezTo>
                    <a:pt x="7090" y="13281"/>
                    <a:pt x="6446" y="13181"/>
                    <a:pt x="5829" y="12981"/>
                  </a:cubicBezTo>
                  <a:lnTo>
                    <a:pt x="6963" y="9830"/>
                  </a:lnTo>
                  <a:cubicBezTo>
                    <a:pt x="7230" y="9905"/>
                    <a:pt x="7503" y="9943"/>
                    <a:pt x="7775" y="9943"/>
                  </a:cubicBezTo>
                  <a:cubicBezTo>
                    <a:pt x="8528" y="9943"/>
                    <a:pt x="9265" y="9653"/>
                    <a:pt x="9798" y="9074"/>
                  </a:cubicBezTo>
                  <a:cubicBezTo>
                    <a:pt x="10554" y="8318"/>
                    <a:pt x="10806" y="7278"/>
                    <a:pt x="10554" y="6333"/>
                  </a:cubicBezTo>
                  <a:lnTo>
                    <a:pt x="13705" y="5168"/>
                  </a:lnTo>
                  <a:close/>
                  <a:moveTo>
                    <a:pt x="7766" y="1"/>
                  </a:moveTo>
                  <a:cubicBezTo>
                    <a:pt x="5955" y="1"/>
                    <a:pt x="4143" y="694"/>
                    <a:pt x="2773" y="2080"/>
                  </a:cubicBezTo>
                  <a:cubicBezTo>
                    <a:pt x="0" y="4821"/>
                    <a:pt x="0" y="9263"/>
                    <a:pt x="2773" y="12036"/>
                  </a:cubicBezTo>
                  <a:cubicBezTo>
                    <a:pt x="4155" y="13418"/>
                    <a:pt x="5960" y="14103"/>
                    <a:pt x="7763" y="14103"/>
                  </a:cubicBezTo>
                  <a:cubicBezTo>
                    <a:pt x="9575" y="14103"/>
                    <a:pt x="11385" y="13410"/>
                    <a:pt x="12760" y="12036"/>
                  </a:cubicBezTo>
                  <a:cubicBezTo>
                    <a:pt x="15532" y="9263"/>
                    <a:pt x="15532" y="4821"/>
                    <a:pt x="12760" y="2080"/>
                  </a:cubicBezTo>
                  <a:cubicBezTo>
                    <a:pt x="11389" y="694"/>
                    <a:pt x="9578" y="1"/>
                    <a:pt x="776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4" name="Google Shape;11774;p138"/>
            <p:cNvSpPr/>
            <p:nvPr/>
          </p:nvSpPr>
          <p:spPr>
            <a:xfrm>
              <a:off x="-8532875" y="1767625"/>
              <a:ext cx="67775" cy="61850"/>
            </a:xfrm>
            <a:custGeom>
              <a:rect b="b" l="l" r="r" t="t"/>
              <a:pathLst>
                <a:path extrusionOk="0" h="2474" w="2711">
                  <a:moveTo>
                    <a:pt x="1340" y="804"/>
                  </a:moveTo>
                  <a:cubicBezTo>
                    <a:pt x="1450" y="804"/>
                    <a:pt x="1560" y="843"/>
                    <a:pt x="1639" y="922"/>
                  </a:cubicBezTo>
                  <a:cubicBezTo>
                    <a:pt x="1797" y="1079"/>
                    <a:pt x="1797" y="1363"/>
                    <a:pt x="1639" y="1520"/>
                  </a:cubicBezTo>
                  <a:cubicBezTo>
                    <a:pt x="1560" y="1599"/>
                    <a:pt x="1450" y="1638"/>
                    <a:pt x="1340" y="1638"/>
                  </a:cubicBezTo>
                  <a:cubicBezTo>
                    <a:pt x="1229" y="1638"/>
                    <a:pt x="1119" y="1599"/>
                    <a:pt x="1040" y="1520"/>
                  </a:cubicBezTo>
                  <a:cubicBezTo>
                    <a:pt x="883" y="1363"/>
                    <a:pt x="883" y="1142"/>
                    <a:pt x="1040" y="922"/>
                  </a:cubicBezTo>
                  <a:cubicBezTo>
                    <a:pt x="1119" y="843"/>
                    <a:pt x="1229" y="804"/>
                    <a:pt x="1340" y="804"/>
                  </a:cubicBezTo>
                  <a:close/>
                  <a:moveTo>
                    <a:pt x="1367" y="0"/>
                  </a:moveTo>
                  <a:cubicBezTo>
                    <a:pt x="1048" y="0"/>
                    <a:pt x="725" y="118"/>
                    <a:pt x="473" y="355"/>
                  </a:cubicBezTo>
                  <a:cubicBezTo>
                    <a:pt x="1" y="827"/>
                    <a:pt x="1" y="1615"/>
                    <a:pt x="473" y="2119"/>
                  </a:cubicBezTo>
                  <a:cubicBezTo>
                    <a:pt x="725" y="2355"/>
                    <a:pt x="1048" y="2473"/>
                    <a:pt x="1367" y="2473"/>
                  </a:cubicBezTo>
                  <a:cubicBezTo>
                    <a:pt x="1686" y="2473"/>
                    <a:pt x="2001" y="2355"/>
                    <a:pt x="2238" y="2119"/>
                  </a:cubicBezTo>
                  <a:cubicBezTo>
                    <a:pt x="2710" y="1646"/>
                    <a:pt x="2710" y="859"/>
                    <a:pt x="2238" y="355"/>
                  </a:cubicBezTo>
                  <a:cubicBezTo>
                    <a:pt x="2001" y="118"/>
                    <a:pt x="1686" y="0"/>
                    <a:pt x="136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75" name="Google Shape;11775;p138"/>
          <p:cNvGrpSpPr/>
          <p:nvPr/>
        </p:nvGrpSpPr>
        <p:grpSpPr>
          <a:xfrm>
            <a:off x="5304253" y="1303307"/>
            <a:ext cx="341555" cy="341579"/>
            <a:chOff x="-13529550" y="1639425"/>
            <a:chExt cx="353650" cy="353675"/>
          </a:xfrm>
        </p:grpSpPr>
        <p:sp>
          <p:nvSpPr>
            <p:cNvPr id="11776" name="Google Shape;11776;p138"/>
            <p:cNvSpPr/>
            <p:nvPr/>
          </p:nvSpPr>
          <p:spPr>
            <a:xfrm>
              <a:off x="-13529550" y="1910125"/>
              <a:ext cx="353650" cy="82975"/>
            </a:xfrm>
            <a:custGeom>
              <a:rect b="b" l="l" r="r" t="t"/>
              <a:pathLst>
                <a:path extrusionOk="0" h="3319" w="14146">
                  <a:moveTo>
                    <a:pt x="3434" y="893"/>
                  </a:moveTo>
                  <a:lnTo>
                    <a:pt x="3434" y="893"/>
                  </a:lnTo>
                  <a:cubicBezTo>
                    <a:pt x="3340" y="1145"/>
                    <a:pt x="3308" y="1428"/>
                    <a:pt x="3308" y="1649"/>
                  </a:cubicBezTo>
                  <a:cubicBezTo>
                    <a:pt x="3308" y="1932"/>
                    <a:pt x="3340" y="2153"/>
                    <a:pt x="3434" y="2405"/>
                  </a:cubicBezTo>
                  <a:cubicBezTo>
                    <a:pt x="2899" y="2373"/>
                    <a:pt x="2426" y="2279"/>
                    <a:pt x="2017" y="2153"/>
                  </a:cubicBezTo>
                  <a:cubicBezTo>
                    <a:pt x="1229" y="1964"/>
                    <a:pt x="914" y="1743"/>
                    <a:pt x="819" y="1649"/>
                  </a:cubicBezTo>
                  <a:cubicBezTo>
                    <a:pt x="914" y="1586"/>
                    <a:pt x="1166" y="1334"/>
                    <a:pt x="2017" y="1145"/>
                  </a:cubicBezTo>
                  <a:cubicBezTo>
                    <a:pt x="2426" y="1019"/>
                    <a:pt x="2899" y="956"/>
                    <a:pt x="3434" y="893"/>
                  </a:cubicBezTo>
                  <a:close/>
                  <a:moveTo>
                    <a:pt x="6018" y="861"/>
                  </a:moveTo>
                  <a:cubicBezTo>
                    <a:pt x="7908" y="987"/>
                    <a:pt x="8948" y="1428"/>
                    <a:pt x="9137" y="1649"/>
                  </a:cubicBezTo>
                  <a:cubicBezTo>
                    <a:pt x="9042" y="1743"/>
                    <a:pt x="8790" y="1964"/>
                    <a:pt x="7940" y="2153"/>
                  </a:cubicBezTo>
                  <a:cubicBezTo>
                    <a:pt x="7404" y="2279"/>
                    <a:pt x="6742" y="2405"/>
                    <a:pt x="6018" y="2436"/>
                  </a:cubicBezTo>
                  <a:cubicBezTo>
                    <a:pt x="5892" y="2216"/>
                    <a:pt x="5829" y="1932"/>
                    <a:pt x="5829" y="1649"/>
                  </a:cubicBezTo>
                  <a:cubicBezTo>
                    <a:pt x="5829" y="1365"/>
                    <a:pt x="5892" y="1113"/>
                    <a:pt x="6018" y="861"/>
                  </a:cubicBezTo>
                  <a:close/>
                  <a:moveTo>
                    <a:pt x="5104" y="798"/>
                  </a:moveTo>
                  <a:cubicBezTo>
                    <a:pt x="5041" y="1050"/>
                    <a:pt x="4947" y="1334"/>
                    <a:pt x="4947" y="1617"/>
                  </a:cubicBezTo>
                  <a:cubicBezTo>
                    <a:pt x="4947" y="1901"/>
                    <a:pt x="5010" y="2153"/>
                    <a:pt x="5104" y="2436"/>
                  </a:cubicBezTo>
                  <a:cubicBezTo>
                    <a:pt x="4994" y="2452"/>
                    <a:pt x="4876" y="2460"/>
                    <a:pt x="4754" y="2460"/>
                  </a:cubicBezTo>
                  <a:cubicBezTo>
                    <a:pt x="4632" y="2460"/>
                    <a:pt x="4506" y="2452"/>
                    <a:pt x="4379" y="2436"/>
                  </a:cubicBezTo>
                  <a:cubicBezTo>
                    <a:pt x="4222" y="2216"/>
                    <a:pt x="4159" y="1932"/>
                    <a:pt x="4159" y="1617"/>
                  </a:cubicBezTo>
                  <a:cubicBezTo>
                    <a:pt x="4159" y="1334"/>
                    <a:pt x="4253" y="1050"/>
                    <a:pt x="4379" y="798"/>
                  </a:cubicBezTo>
                  <a:close/>
                  <a:moveTo>
                    <a:pt x="10801" y="817"/>
                  </a:moveTo>
                  <a:cubicBezTo>
                    <a:pt x="10917" y="817"/>
                    <a:pt x="11036" y="841"/>
                    <a:pt x="11153" y="893"/>
                  </a:cubicBezTo>
                  <a:lnTo>
                    <a:pt x="12728" y="1649"/>
                  </a:lnTo>
                  <a:lnTo>
                    <a:pt x="11153" y="2405"/>
                  </a:lnTo>
                  <a:cubicBezTo>
                    <a:pt x="11032" y="2465"/>
                    <a:pt x="10908" y="2493"/>
                    <a:pt x="10788" y="2493"/>
                  </a:cubicBezTo>
                  <a:cubicBezTo>
                    <a:pt x="10346" y="2493"/>
                    <a:pt x="9956" y="2120"/>
                    <a:pt x="9956" y="1649"/>
                  </a:cubicBezTo>
                  <a:cubicBezTo>
                    <a:pt x="9956" y="1173"/>
                    <a:pt x="10354" y="817"/>
                    <a:pt x="10801" y="817"/>
                  </a:cubicBezTo>
                  <a:close/>
                  <a:moveTo>
                    <a:pt x="10785" y="0"/>
                  </a:moveTo>
                  <a:cubicBezTo>
                    <a:pt x="10221" y="0"/>
                    <a:pt x="9666" y="291"/>
                    <a:pt x="9357" y="798"/>
                  </a:cubicBezTo>
                  <a:cubicBezTo>
                    <a:pt x="8349" y="168"/>
                    <a:pt x="6207" y="10"/>
                    <a:pt x="5010" y="10"/>
                  </a:cubicBezTo>
                  <a:cubicBezTo>
                    <a:pt x="3592" y="10"/>
                    <a:pt x="0" y="231"/>
                    <a:pt x="0" y="1649"/>
                  </a:cubicBezTo>
                  <a:cubicBezTo>
                    <a:pt x="0" y="3066"/>
                    <a:pt x="3529" y="3318"/>
                    <a:pt x="5010" y="3318"/>
                  </a:cubicBezTo>
                  <a:cubicBezTo>
                    <a:pt x="6207" y="3318"/>
                    <a:pt x="8349" y="3161"/>
                    <a:pt x="9357" y="2531"/>
                  </a:cubicBezTo>
                  <a:cubicBezTo>
                    <a:pt x="9667" y="3039"/>
                    <a:pt x="10224" y="3315"/>
                    <a:pt x="10790" y="3315"/>
                  </a:cubicBezTo>
                  <a:cubicBezTo>
                    <a:pt x="11031" y="3315"/>
                    <a:pt x="11274" y="3265"/>
                    <a:pt x="11500" y="3161"/>
                  </a:cubicBezTo>
                  <a:lnTo>
                    <a:pt x="13894" y="2058"/>
                  </a:lnTo>
                  <a:cubicBezTo>
                    <a:pt x="14052" y="1964"/>
                    <a:pt x="14146" y="1838"/>
                    <a:pt x="14146" y="1649"/>
                  </a:cubicBezTo>
                  <a:cubicBezTo>
                    <a:pt x="14146" y="1491"/>
                    <a:pt x="14020" y="1334"/>
                    <a:pt x="13894" y="1271"/>
                  </a:cubicBezTo>
                  <a:lnTo>
                    <a:pt x="11500" y="168"/>
                  </a:lnTo>
                  <a:cubicBezTo>
                    <a:pt x="11272" y="54"/>
                    <a:pt x="11028" y="0"/>
                    <a:pt x="1078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7" name="Google Shape;11777;p138"/>
            <p:cNvSpPr/>
            <p:nvPr/>
          </p:nvSpPr>
          <p:spPr>
            <a:xfrm>
              <a:off x="-13383850" y="1681175"/>
              <a:ext cx="40975" cy="41775"/>
            </a:xfrm>
            <a:custGeom>
              <a:rect b="b" l="l" r="r" t="t"/>
              <a:pathLst>
                <a:path extrusionOk="0" h="1671" w="1639">
                  <a:moveTo>
                    <a:pt x="820" y="1"/>
                  </a:moveTo>
                  <a:cubicBezTo>
                    <a:pt x="379" y="1"/>
                    <a:pt x="1" y="379"/>
                    <a:pt x="1" y="851"/>
                  </a:cubicBezTo>
                  <a:cubicBezTo>
                    <a:pt x="1" y="1292"/>
                    <a:pt x="379" y="1670"/>
                    <a:pt x="820" y="1670"/>
                  </a:cubicBezTo>
                  <a:cubicBezTo>
                    <a:pt x="1292" y="1670"/>
                    <a:pt x="1639" y="1292"/>
                    <a:pt x="1639" y="851"/>
                  </a:cubicBezTo>
                  <a:cubicBezTo>
                    <a:pt x="1639" y="379"/>
                    <a:pt x="1292" y="1"/>
                    <a:pt x="82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8" name="Google Shape;11778;p138"/>
            <p:cNvSpPr/>
            <p:nvPr/>
          </p:nvSpPr>
          <p:spPr>
            <a:xfrm>
              <a:off x="-13446075" y="1692200"/>
              <a:ext cx="41775" cy="41775"/>
            </a:xfrm>
            <a:custGeom>
              <a:rect b="b" l="l" r="r" t="t"/>
              <a:pathLst>
                <a:path extrusionOk="0" h="1671" w="1671">
                  <a:moveTo>
                    <a:pt x="820" y="1"/>
                  </a:moveTo>
                  <a:cubicBezTo>
                    <a:pt x="379" y="1"/>
                    <a:pt x="1" y="379"/>
                    <a:pt x="1" y="851"/>
                  </a:cubicBezTo>
                  <a:cubicBezTo>
                    <a:pt x="1" y="1292"/>
                    <a:pt x="379" y="1670"/>
                    <a:pt x="820" y="1670"/>
                  </a:cubicBezTo>
                  <a:cubicBezTo>
                    <a:pt x="1293" y="1670"/>
                    <a:pt x="1671" y="1292"/>
                    <a:pt x="1671" y="851"/>
                  </a:cubicBezTo>
                  <a:cubicBezTo>
                    <a:pt x="1671" y="379"/>
                    <a:pt x="1293" y="1"/>
                    <a:pt x="82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9" name="Google Shape;11779;p138"/>
            <p:cNvSpPr/>
            <p:nvPr/>
          </p:nvSpPr>
          <p:spPr>
            <a:xfrm>
              <a:off x="-13446075" y="1796175"/>
              <a:ext cx="41775" cy="40975"/>
            </a:xfrm>
            <a:custGeom>
              <a:rect b="b" l="l" r="r" t="t"/>
              <a:pathLst>
                <a:path extrusionOk="0" h="1639" w="1671">
                  <a:moveTo>
                    <a:pt x="820" y="0"/>
                  </a:moveTo>
                  <a:cubicBezTo>
                    <a:pt x="379" y="0"/>
                    <a:pt x="1" y="347"/>
                    <a:pt x="1" y="819"/>
                  </a:cubicBezTo>
                  <a:cubicBezTo>
                    <a:pt x="1" y="1260"/>
                    <a:pt x="379" y="1639"/>
                    <a:pt x="820" y="1639"/>
                  </a:cubicBezTo>
                  <a:cubicBezTo>
                    <a:pt x="1293" y="1639"/>
                    <a:pt x="1671" y="1260"/>
                    <a:pt x="1671" y="819"/>
                  </a:cubicBezTo>
                  <a:cubicBezTo>
                    <a:pt x="1671" y="347"/>
                    <a:pt x="1293" y="0"/>
                    <a:pt x="82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0" name="Google Shape;11780;p138"/>
            <p:cNvSpPr/>
            <p:nvPr/>
          </p:nvSpPr>
          <p:spPr>
            <a:xfrm>
              <a:off x="-13487025" y="1743400"/>
              <a:ext cx="40975" cy="41775"/>
            </a:xfrm>
            <a:custGeom>
              <a:rect b="b" l="l" r="r" t="t"/>
              <a:pathLst>
                <a:path extrusionOk="0" h="1671" w="1639">
                  <a:moveTo>
                    <a:pt x="820" y="0"/>
                  </a:moveTo>
                  <a:cubicBezTo>
                    <a:pt x="379" y="0"/>
                    <a:pt x="1" y="379"/>
                    <a:pt x="1" y="851"/>
                  </a:cubicBezTo>
                  <a:cubicBezTo>
                    <a:pt x="1" y="1292"/>
                    <a:pt x="379" y="1670"/>
                    <a:pt x="820" y="1670"/>
                  </a:cubicBezTo>
                  <a:cubicBezTo>
                    <a:pt x="1261" y="1670"/>
                    <a:pt x="1639" y="1292"/>
                    <a:pt x="1639" y="851"/>
                  </a:cubicBezTo>
                  <a:cubicBezTo>
                    <a:pt x="1639" y="379"/>
                    <a:pt x="1261" y="0"/>
                    <a:pt x="82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1" name="Google Shape;11781;p138"/>
            <p:cNvSpPr/>
            <p:nvPr/>
          </p:nvSpPr>
          <p:spPr>
            <a:xfrm>
              <a:off x="-13383850" y="1805625"/>
              <a:ext cx="40975" cy="41775"/>
            </a:xfrm>
            <a:custGeom>
              <a:rect b="b" l="l" r="r" t="t"/>
              <a:pathLst>
                <a:path extrusionOk="0" h="1671" w="1639">
                  <a:moveTo>
                    <a:pt x="820" y="0"/>
                  </a:moveTo>
                  <a:cubicBezTo>
                    <a:pt x="379" y="0"/>
                    <a:pt x="1" y="378"/>
                    <a:pt x="1" y="819"/>
                  </a:cubicBezTo>
                  <a:cubicBezTo>
                    <a:pt x="1" y="1292"/>
                    <a:pt x="379" y="1670"/>
                    <a:pt x="820" y="1670"/>
                  </a:cubicBezTo>
                  <a:cubicBezTo>
                    <a:pt x="1292" y="1670"/>
                    <a:pt x="1639" y="1292"/>
                    <a:pt x="1639" y="819"/>
                  </a:cubicBezTo>
                  <a:cubicBezTo>
                    <a:pt x="1639" y="378"/>
                    <a:pt x="1292" y="0"/>
                    <a:pt x="82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2" name="Google Shape;11782;p138"/>
            <p:cNvSpPr/>
            <p:nvPr/>
          </p:nvSpPr>
          <p:spPr>
            <a:xfrm>
              <a:off x="-13529550" y="1639425"/>
              <a:ext cx="352075" cy="248925"/>
            </a:xfrm>
            <a:custGeom>
              <a:rect b="b" l="l" r="r" t="t"/>
              <a:pathLst>
                <a:path extrusionOk="0" h="9957" w="14083">
                  <a:moveTo>
                    <a:pt x="7057" y="820"/>
                  </a:moveTo>
                  <a:cubicBezTo>
                    <a:pt x="10554" y="820"/>
                    <a:pt x="13264" y="2805"/>
                    <a:pt x="13264" y="5010"/>
                  </a:cubicBezTo>
                  <a:cubicBezTo>
                    <a:pt x="13264" y="7215"/>
                    <a:pt x="10554" y="9137"/>
                    <a:pt x="7057" y="9137"/>
                  </a:cubicBezTo>
                  <a:cubicBezTo>
                    <a:pt x="3529" y="9137"/>
                    <a:pt x="819" y="7215"/>
                    <a:pt x="819" y="5010"/>
                  </a:cubicBezTo>
                  <a:cubicBezTo>
                    <a:pt x="819" y="2742"/>
                    <a:pt x="3623" y="820"/>
                    <a:pt x="7057" y="820"/>
                  </a:cubicBezTo>
                  <a:close/>
                  <a:moveTo>
                    <a:pt x="7057" y="1"/>
                  </a:moveTo>
                  <a:cubicBezTo>
                    <a:pt x="3151" y="1"/>
                    <a:pt x="0" y="2238"/>
                    <a:pt x="0" y="5010"/>
                  </a:cubicBezTo>
                  <a:cubicBezTo>
                    <a:pt x="0" y="7846"/>
                    <a:pt x="3277" y="9956"/>
                    <a:pt x="7057" y="9956"/>
                  </a:cubicBezTo>
                  <a:cubicBezTo>
                    <a:pt x="10870" y="9956"/>
                    <a:pt x="14083" y="7783"/>
                    <a:pt x="14083" y="5010"/>
                  </a:cubicBezTo>
                  <a:cubicBezTo>
                    <a:pt x="14083" y="2238"/>
                    <a:pt x="10933" y="1"/>
                    <a:pt x="705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3" name="Google Shape;11783;p138"/>
            <p:cNvSpPr/>
            <p:nvPr/>
          </p:nvSpPr>
          <p:spPr>
            <a:xfrm>
              <a:off x="-13323200" y="1722925"/>
              <a:ext cx="104775" cy="82725"/>
            </a:xfrm>
            <a:custGeom>
              <a:rect b="b" l="l" r="r" t="t"/>
              <a:pathLst>
                <a:path extrusionOk="0" h="3309" w="4191">
                  <a:moveTo>
                    <a:pt x="2111" y="819"/>
                  </a:moveTo>
                  <a:cubicBezTo>
                    <a:pt x="2773" y="819"/>
                    <a:pt x="3372" y="1229"/>
                    <a:pt x="3372" y="1670"/>
                  </a:cubicBezTo>
                  <a:cubicBezTo>
                    <a:pt x="3372" y="2080"/>
                    <a:pt x="2805" y="2489"/>
                    <a:pt x="2111" y="2489"/>
                  </a:cubicBezTo>
                  <a:cubicBezTo>
                    <a:pt x="1418" y="2489"/>
                    <a:pt x="851" y="2080"/>
                    <a:pt x="851" y="1670"/>
                  </a:cubicBezTo>
                  <a:cubicBezTo>
                    <a:pt x="883" y="1229"/>
                    <a:pt x="1418" y="819"/>
                    <a:pt x="2111" y="819"/>
                  </a:cubicBezTo>
                  <a:close/>
                  <a:moveTo>
                    <a:pt x="2111" y="0"/>
                  </a:moveTo>
                  <a:cubicBezTo>
                    <a:pt x="914" y="0"/>
                    <a:pt x="1" y="756"/>
                    <a:pt x="1" y="1670"/>
                  </a:cubicBezTo>
                  <a:cubicBezTo>
                    <a:pt x="64" y="2552"/>
                    <a:pt x="946" y="3308"/>
                    <a:pt x="2111" y="3308"/>
                  </a:cubicBezTo>
                  <a:cubicBezTo>
                    <a:pt x="3277" y="3308"/>
                    <a:pt x="4191" y="2552"/>
                    <a:pt x="4191" y="1670"/>
                  </a:cubicBezTo>
                  <a:cubicBezTo>
                    <a:pt x="4191" y="756"/>
                    <a:pt x="3277" y="0"/>
                    <a:pt x="211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84" name="Google Shape;11784;p138"/>
          <p:cNvGrpSpPr/>
          <p:nvPr/>
        </p:nvGrpSpPr>
        <p:grpSpPr>
          <a:xfrm>
            <a:off x="5303106" y="1711889"/>
            <a:ext cx="343849" cy="340058"/>
            <a:chOff x="-13531925" y="2075775"/>
            <a:chExt cx="356025" cy="352100"/>
          </a:xfrm>
        </p:grpSpPr>
        <p:sp>
          <p:nvSpPr>
            <p:cNvPr id="11785" name="Google Shape;11785;p138"/>
            <p:cNvSpPr/>
            <p:nvPr/>
          </p:nvSpPr>
          <p:spPr>
            <a:xfrm>
              <a:off x="-13531925" y="2075775"/>
              <a:ext cx="356025" cy="352100"/>
            </a:xfrm>
            <a:custGeom>
              <a:rect b="b" l="l" r="r" t="t"/>
              <a:pathLst>
                <a:path extrusionOk="0" h="14084" w="14241">
                  <a:moveTo>
                    <a:pt x="9610" y="725"/>
                  </a:moveTo>
                  <a:cubicBezTo>
                    <a:pt x="9862" y="725"/>
                    <a:pt x="10019" y="946"/>
                    <a:pt x="10019" y="1166"/>
                  </a:cubicBezTo>
                  <a:lnTo>
                    <a:pt x="10019" y="2017"/>
                  </a:lnTo>
                  <a:lnTo>
                    <a:pt x="10019" y="2111"/>
                  </a:lnTo>
                  <a:lnTo>
                    <a:pt x="9830" y="2395"/>
                  </a:lnTo>
                  <a:cubicBezTo>
                    <a:pt x="9736" y="2426"/>
                    <a:pt x="9704" y="2426"/>
                    <a:pt x="9610" y="2426"/>
                  </a:cubicBezTo>
                  <a:lnTo>
                    <a:pt x="4632" y="2426"/>
                  </a:lnTo>
                  <a:cubicBezTo>
                    <a:pt x="4538" y="2426"/>
                    <a:pt x="4474" y="2395"/>
                    <a:pt x="4411" y="2395"/>
                  </a:cubicBezTo>
                  <a:lnTo>
                    <a:pt x="4222" y="2111"/>
                  </a:lnTo>
                  <a:lnTo>
                    <a:pt x="4222" y="2017"/>
                  </a:lnTo>
                  <a:lnTo>
                    <a:pt x="4222" y="1166"/>
                  </a:lnTo>
                  <a:cubicBezTo>
                    <a:pt x="4222" y="946"/>
                    <a:pt x="4411" y="725"/>
                    <a:pt x="4632" y="725"/>
                  </a:cubicBezTo>
                  <a:close/>
                  <a:moveTo>
                    <a:pt x="9232" y="3308"/>
                  </a:moveTo>
                  <a:lnTo>
                    <a:pt x="8633" y="4128"/>
                  </a:lnTo>
                  <a:lnTo>
                    <a:pt x="5735" y="4128"/>
                  </a:lnTo>
                  <a:lnTo>
                    <a:pt x="5105" y="3308"/>
                  </a:lnTo>
                  <a:close/>
                  <a:moveTo>
                    <a:pt x="2175" y="4915"/>
                  </a:moveTo>
                  <a:cubicBezTo>
                    <a:pt x="2427" y="4915"/>
                    <a:pt x="2584" y="5104"/>
                    <a:pt x="2584" y="5325"/>
                  </a:cubicBezTo>
                  <a:lnTo>
                    <a:pt x="2584" y="5766"/>
                  </a:lnTo>
                  <a:lnTo>
                    <a:pt x="1734" y="5766"/>
                  </a:lnTo>
                  <a:lnTo>
                    <a:pt x="1734" y="5325"/>
                  </a:lnTo>
                  <a:cubicBezTo>
                    <a:pt x="1734" y="5104"/>
                    <a:pt x="1954" y="4915"/>
                    <a:pt x="2175" y="4915"/>
                  </a:cubicBezTo>
                  <a:close/>
                  <a:moveTo>
                    <a:pt x="12193" y="4915"/>
                  </a:moveTo>
                  <a:cubicBezTo>
                    <a:pt x="12414" y="4915"/>
                    <a:pt x="12603" y="5104"/>
                    <a:pt x="12603" y="5325"/>
                  </a:cubicBezTo>
                  <a:lnTo>
                    <a:pt x="12603" y="5766"/>
                  </a:lnTo>
                  <a:lnTo>
                    <a:pt x="11784" y="5766"/>
                  </a:lnTo>
                  <a:lnTo>
                    <a:pt x="11784" y="5325"/>
                  </a:lnTo>
                  <a:lnTo>
                    <a:pt x="11752" y="5325"/>
                  </a:lnTo>
                  <a:cubicBezTo>
                    <a:pt x="11752" y="5104"/>
                    <a:pt x="11941" y="4915"/>
                    <a:pt x="12193" y="4915"/>
                  </a:cubicBezTo>
                  <a:close/>
                  <a:moveTo>
                    <a:pt x="8570" y="4947"/>
                  </a:moveTo>
                  <a:lnTo>
                    <a:pt x="9263" y="6364"/>
                  </a:lnTo>
                  <a:cubicBezTo>
                    <a:pt x="9358" y="6522"/>
                    <a:pt x="9452" y="6616"/>
                    <a:pt x="9641" y="6616"/>
                  </a:cubicBezTo>
                  <a:lnTo>
                    <a:pt x="12981" y="6616"/>
                  </a:lnTo>
                  <a:cubicBezTo>
                    <a:pt x="13201" y="6616"/>
                    <a:pt x="13390" y="6806"/>
                    <a:pt x="13390" y="7026"/>
                  </a:cubicBezTo>
                  <a:lnTo>
                    <a:pt x="13390" y="7467"/>
                  </a:lnTo>
                  <a:lnTo>
                    <a:pt x="9200" y="7467"/>
                  </a:lnTo>
                  <a:cubicBezTo>
                    <a:pt x="8665" y="6963"/>
                    <a:pt x="7972" y="6648"/>
                    <a:pt x="7184" y="6648"/>
                  </a:cubicBezTo>
                  <a:cubicBezTo>
                    <a:pt x="6396" y="6648"/>
                    <a:pt x="5703" y="6963"/>
                    <a:pt x="5136" y="7467"/>
                  </a:cubicBezTo>
                  <a:lnTo>
                    <a:pt x="977" y="7467"/>
                  </a:lnTo>
                  <a:lnTo>
                    <a:pt x="977" y="7026"/>
                  </a:lnTo>
                  <a:cubicBezTo>
                    <a:pt x="914" y="6774"/>
                    <a:pt x="1103" y="6616"/>
                    <a:pt x="1356" y="6616"/>
                  </a:cubicBezTo>
                  <a:lnTo>
                    <a:pt x="4664" y="6616"/>
                  </a:lnTo>
                  <a:cubicBezTo>
                    <a:pt x="4821" y="6616"/>
                    <a:pt x="4979" y="6522"/>
                    <a:pt x="5010" y="6364"/>
                  </a:cubicBezTo>
                  <a:lnTo>
                    <a:pt x="5735" y="4947"/>
                  </a:lnTo>
                  <a:close/>
                  <a:moveTo>
                    <a:pt x="4506" y="8255"/>
                  </a:moveTo>
                  <a:cubicBezTo>
                    <a:pt x="4317" y="8664"/>
                    <a:pt x="4222" y="9042"/>
                    <a:pt x="4222" y="9515"/>
                  </a:cubicBezTo>
                  <a:cubicBezTo>
                    <a:pt x="4222" y="9956"/>
                    <a:pt x="4348" y="10366"/>
                    <a:pt x="4506" y="10744"/>
                  </a:cubicBezTo>
                  <a:lnTo>
                    <a:pt x="914" y="10744"/>
                  </a:lnTo>
                  <a:lnTo>
                    <a:pt x="914" y="8255"/>
                  </a:lnTo>
                  <a:close/>
                  <a:moveTo>
                    <a:pt x="13390" y="8286"/>
                  </a:moveTo>
                  <a:lnTo>
                    <a:pt x="13390" y="10744"/>
                  </a:lnTo>
                  <a:lnTo>
                    <a:pt x="9767" y="10744"/>
                  </a:lnTo>
                  <a:cubicBezTo>
                    <a:pt x="9988" y="10334"/>
                    <a:pt x="10051" y="9956"/>
                    <a:pt x="10051" y="9515"/>
                  </a:cubicBezTo>
                  <a:cubicBezTo>
                    <a:pt x="10051" y="9074"/>
                    <a:pt x="9925" y="8664"/>
                    <a:pt x="9767" y="8286"/>
                  </a:cubicBezTo>
                  <a:close/>
                  <a:moveTo>
                    <a:pt x="7152" y="7373"/>
                  </a:moveTo>
                  <a:cubicBezTo>
                    <a:pt x="8287" y="7373"/>
                    <a:pt x="9232" y="8318"/>
                    <a:pt x="9232" y="9483"/>
                  </a:cubicBezTo>
                  <a:cubicBezTo>
                    <a:pt x="9232" y="10618"/>
                    <a:pt x="8287" y="11563"/>
                    <a:pt x="7152" y="11563"/>
                  </a:cubicBezTo>
                  <a:cubicBezTo>
                    <a:pt x="5987" y="11563"/>
                    <a:pt x="5042" y="10618"/>
                    <a:pt x="5042" y="9483"/>
                  </a:cubicBezTo>
                  <a:cubicBezTo>
                    <a:pt x="5042" y="8318"/>
                    <a:pt x="5987" y="7373"/>
                    <a:pt x="7152" y="7373"/>
                  </a:cubicBezTo>
                  <a:close/>
                  <a:moveTo>
                    <a:pt x="13390" y="11563"/>
                  </a:moveTo>
                  <a:lnTo>
                    <a:pt x="13390" y="12791"/>
                  </a:lnTo>
                  <a:cubicBezTo>
                    <a:pt x="13390" y="13012"/>
                    <a:pt x="13201" y="13201"/>
                    <a:pt x="12981" y="13201"/>
                  </a:cubicBezTo>
                  <a:lnTo>
                    <a:pt x="1356" y="13201"/>
                  </a:lnTo>
                  <a:cubicBezTo>
                    <a:pt x="1103" y="13201"/>
                    <a:pt x="946" y="13012"/>
                    <a:pt x="946" y="12791"/>
                  </a:cubicBezTo>
                  <a:lnTo>
                    <a:pt x="946" y="11563"/>
                  </a:lnTo>
                  <a:lnTo>
                    <a:pt x="5136" y="11563"/>
                  </a:lnTo>
                  <a:cubicBezTo>
                    <a:pt x="5640" y="12067"/>
                    <a:pt x="6396" y="12382"/>
                    <a:pt x="7184" y="12382"/>
                  </a:cubicBezTo>
                  <a:cubicBezTo>
                    <a:pt x="7972" y="12382"/>
                    <a:pt x="8665" y="12067"/>
                    <a:pt x="9200" y="11563"/>
                  </a:cubicBezTo>
                  <a:close/>
                  <a:moveTo>
                    <a:pt x="4569" y="0"/>
                  </a:moveTo>
                  <a:cubicBezTo>
                    <a:pt x="3907" y="0"/>
                    <a:pt x="3309" y="536"/>
                    <a:pt x="3309" y="1261"/>
                  </a:cubicBezTo>
                  <a:lnTo>
                    <a:pt x="3309" y="2111"/>
                  </a:lnTo>
                  <a:cubicBezTo>
                    <a:pt x="3309" y="2458"/>
                    <a:pt x="3466" y="2836"/>
                    <a:pt x="3750" y="3056"/>
                  </a:cubicBezTo>
                  <a:lnTo>
                    <a:pt x="4884" y="4632"/>
                  </a:lnTo>
                  <a:lnTo>
                    <a:pt x="4317" y="5829"/>
                  </a:lnTo>
                  <a:lnTo>
                    <a:pt x="3309" y="5829"/>
                  </a:lnTo>
                  <a:lnTo>
                    <a:pt x="3309" y="5388"/>
                  </a:lnTo>
                  <a:cubicBezTo>
                    <a:pt x="3309" y="4726"/>
                    <a:pt x="2773" y="4159"/>
                    <a:pt x="2112" y="4159"/>
                  </a:cubicBezTo>
                  <a:cubicBezTo>
                    <a:pt x="1419" y="4159"/>
                    <a:pt x="851" y="4726"/>
                    <a:pt x="851" y="5388"/>
                  </a:cubicBezTo>
                  <a:lnTo>
                    <a:pt x="851" y="5860"/>
                  </a:lnTo>
                  <a:cubicBezTo>
                    <a:pt x="379" y="6018"/>
                    <a:pt x="1" y="6490"/>
                    <a:pt x="1" y="7026"/>
                  </a:cubicBezTo>
                  <a:lnTo>
                    <a:pt x="1" y="12823"/>
                  </a:lnTo>
                  <a:cubicBezTo>
                    <a:pt x="1" y="13485"/>
                    <a:pt x="568" y="14083"/>
                    <a:pt x="1229" y="14083"/>
                  </a:cubicBezTo>
                  <a:lnTo>
                    <a:pt x="12855" y="14083"/>
                  </a:lnTo>
                  <a:cubicBezTo>
                    <a:pt x="13516" y="14083"/>
                    <a:pt x="14115" y="13516"/>
                    <a:pt x="14115" y="12823"/>
                  </a:cubicBezTo>
                  <a:lnTo>
                    <a:pt x="14115" y="7026"/>
                  </a:lnTo>
                  <a:cubicBezTo>
                    <a:pt x="14241" y="6490"/>
                    <a:pt x="13863" y="6018"/>
                    <a:pt x="13390" y="5860"/>
                  </a:cubicBezTo>
                  <a:lnTo>
                    <a:pt x="13390" y="5388"/>
                  </a:lnTo>
                  <a:cubicBezTo>
                    <a:pt x="13390" y="4726"/>
                    <a:pt x="12855" y="4159"/>
                    <a:pt x="12130" y="4159"/>
                  </a:cubicBezTo>
                  <a:cubicBezTo>
                    <a:pt x="11469" y="4159"/>
                    <a:pt x="10870" y="4726"/>
                    <a:pt x="10870" y="5388"/>
                  </a:cubicBezTo>
                  <a:lnTo>
                    <a:pt x="10870" y="5829"/>
                  </a:lnTo>
                  <a:lnTo>
                    <a:pt x="9862" y="5829"/>
                  </a:lnTo>
                  <a:lnTo>
                    <a:pt x="9263" y="4632"/>
                  </a:lnTo>
                  <a:lnTo>
                    <a:pt x="10429" y="3056"/>
                  </a:lnTo>
                  <a:cubicBezTo>
                    <a:pt x="10681" y="2836"/>
                    <a:pt x="10838" y="2521"/>
                    <a:pt x="10838" y="2111"/>
                  </a:cubicBezTo>
                  <a:lnTo>
                    <a:pt x="10838" y="1261"/>
                  </a:lnTo>
                  <a:cubicBezTo>
                    <a:pt x="10838" y="568"/>
                    <a:pt x="10303" y="0"/>
                    <a:pt x="957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6" name="Google Shape;11786;p138"/>
            <p:cNvSpPr/>
            <p:nvPr/>
          </p:nvSpPr>
          <p:spPr>
            <a:xfrm>
              <a:off x="-13384625" y="2282125"/>
              <a:ext cx="63025" cy="60675"/>
            </a:xfrm>
            <a:custGeom>
              <a:rect b="b" l="l" r="r" t="t"/>
              <a:pathLst>
                <a:path extrusionOk="0" h="2427" w="2521">
                  <a:moveTo>
                    <a:pt x="1260" y="788"/>
                  </a:moveTo>
                  <a:cubicBezTo>
                    <a:pt x="1449" y="788"/>
                    <a:pt x="1670" y="977"/>
                    <a:pt x="1670" y="1229"/>
                  </a:cubicBezTo>
                  <a:cubicBezTo>
                    <a:pt x="1670" y="1450"/>
                    <a:pt x="1481" y="1639"/>
                    <a:pt x="1260" y="1639"/>
                  </a:cubicBezTo>
                  <a:cubicBezTo>
                    <a:pt x="1008" y="1639"/>
                    <a:pt x="851" y="1450"/>
                    <a:pt x="851" y="1229"/>
                  </a:cubicBezTo>
                  <a:cubicBezTo>
                    <a:pt x="851" y="977"/>
                    <a:pt x="1040" y="788"/>
                    <a:pt x="1260" y="788"/>
                  </a:cubicBezTo>
                  <a:close/>
                  <a:moveTo>
                    <a:pt x="1260" y="1"/>
                  </a:moveTo>
                  <a:cubicBezTo>
                    <a:pt x="536" y="1"/>
                    <a:pt x="0" y="568"/>
                    <a:pt x="0" y="1229"/>
                  </a:cubicBezTo>
                  <a:cubicBezTo>
                    <a:pt x="0" y="1891"/>
                    <a:pt x="536" y="2427"/>
                    <a:pt x="1260" y="2427"/>
                  </a:cubicBezTo>
                  <a:cubicBezTo>
                    <a:pt x="1954" y="2427"/>
                    <a:pt x="2521" y="1923"/>
                    <a:pt x="2521" y="1229"/>
                  </a:cubicBezTo>
                  <a:cubicBezTo>
                    <a:pt x="2521" y="568"/>
                    <a:pt x="1954" y="1"/>
                    <a:pt x="126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87" name="Google Shape;11787;p138"/>
          <p:cNvGrpSpPr/>
          <p:nvPr/>
        </p:nvGrpSpPr>
        <p:grpSpPr>
          <a:xfrm>
            <a:off x="5304627" y="2120094"/>
            <a:ext cx="340807" cy="340807"/>
            <a:chOff x="-13528775" y="2507400"/>
            <a:chExt cx="352875" cy="352875"/>
          </a:xfrm>
        </p:grpSpPr>
        <p:sp>
          <p:nvSpPr>
            <p:cNvPr id="11788" name="Google Shape;11788;p138"/>
            <p:cNvSpPr/>
            <p:nvPr/>
          </p:nvSpPr>
          <p:spPr>
            <a:xfrm>
              <a:off x="-13528775" y="2507400"/>
              <a:ext cx="352875" cy="352875"/>
            </a:xfrm>
            <a:custGeom>
              <a:rect b="b" l="l" r="r" t="t"/>
              <a:pathLst>
                <a:path extrusionOk="0" h="14115" w="14115">
                  <a:moveTo>
                    <a:pt x="6018" y="851"/>
                  </a:moveTo>
                  <a:lnTo>
                    <a:pt x="7121" y="2489"/>
                  </a:lnTo>
                  <a:lnTo>
                    <a:pt x="5640" y="2489"/>
                  </a:lnTo>
                  <a:lnTo>
                    <a:pt x="4538" y="851"/>
                  </a:lnTo>
                  <a:close/>
                  <a:moveTo>
                    <a:pt x="8507" y="851"/>
                  </a:moveTo>
                  <a:lnTo>
                    <a:pt x="9610" y="2489"/>
                  </a:lnTo>
                  <a:lnTo>
                    <a:pt x="8129" y="2489"/>
                  </a:lnTo>
                  <a:lnTo>
                    <a:pt x="7026" y="851"/>
                  </a:lnTo>
                  <a:close/>
                  <a:moveTo>
                    <a:pt x="10996" y="851"/>
                  </a:moveTo>
                  <a:lnTo>
                    <a:pt x="12099" y="2489"/>
                  </a:lnTo>
                  <a:lnTo>
                    <a:pt x="10586" y="2489"/>
                  </a:lnTo>
                  <a:lnTo>
                    <a:pt x="9484" y="851"/>
                  </a:lnTo>
                  <a:close/>
                  <a:moveTo>
                    <a:pt x="12855" y="851"/>
                  </a:moveTo>
                  <a:cubicBezTo>
                    <a:pt x="13075" y="851"/>
                    <a:pt x="13264" y="1040"/>
                    <a:pt x="13264" y="1260"/>
                  </a:cubicBezTo>
                  <a:lnTo>
                    <a:pt x="13264" y="2489"/>
                  </a:lnTo>
                  <a:lnTo>
                    <a:pt x="13075" y="2489"/>
                  </a:lnTo>
                  <a:lnTo>
                    <a:pt x="11973" y="851"/>
                  </a:lnTo>
                  <a:close/>
                  <a:moveTo>
                    <a:pt x="7121" y="3308"/>
                  </a:moveTo>
                  <a:lnTo>
                    <a:pt x="6018" y="4978"/>
                  </a:lnTo>
                  <a:lnTo>
                    <a:pt x="4538" y="4978"/>
                  </a:lnTo>
                  <a:lnTo>
                    <a:pt x="5640" y="3308"/>
                  </a:lnTo>
                  <a:close/>
                  <a:moveTo>
                    <a:pt x="9610" y="3308"/>
                  </a:moveTo>
                  <a:lnTo>
                    <a:pt x="8507" y="4978"/>
                  </a:lnTo>
                  <a:lnTo>
                    <a:pt x="7026" y="4978"/>
                  </a:lnTo>
                  <a:lnTo>
                    <a:pt x="8129" y="3308"/>
                  </a:lnTo>
                  <a:close/>
                  <a:moveTo>
                    <a:pt x="12099" y="3308"/>
                  </a:moveTo>
                  <a:lnTo>
                    <a:pt x="10996" y="4978"/>
                  </a:lnTo>
                  <a:lnTo>
                    <a:pt x="9484" y="4978"/>
                  </a:lnTo>
                  <a:lnTo>
                    <a:pt x="10586" y="3308"/>
                  </a:lnTo>
                  <a:close/>
                  <a:moveTo>
                    <a:pt x="13264" y="3308"/>
                  </a:moveTo>
                  <a:lnTo>
                    <a:pt x="13264" y="4978"/>
                  </a:lnTo>
                  <a:lnTo>
                    <a:pt x="11973" y="4978"/>
                  </a:lnTo>
                  <a:lnTo>
                    <a:pt x="13075" y="3308"/>
                  </a:lnTo>
                  <a:close/>
                  <a:moveTo>
                    <a:pt x="3561" y="851"/>
                  </a:moveTo>
                  <a:lnTo>
                    <a:pt x="4916" y="2930"/>
                  </a:lnTo>
                  <a:lnTo>
                    <a:pt x="3561" y="5009"/>
                  </a:lnTo>
                  <a:lnTo>
                    <a:pt x="820" y="5009"/>
                  </a:lnTo>
                  <a:lnTo>
                    <a:pt x="820" y="1323"/>
                  </a:lnTo>
                  <a:cubicBezTo>
                    <a:pt x="788" y="1040"/>
                    <a:pt x="977" y="851"/>
                    <a:pt x="1230" y="851"/>
                  </a:cubicBezTo>
                  <a:close/>
                  <a:moveTo>
                    <a:pt x="13264" y="5797"/>
                  </a:moveTo>
                  <a:lnTo>
                    <a:pt x="13264" y="12886"/>
                  </a:lnTo>
                  <a:cubicBezTo>
                    <a:pt x="13264" y="13138"/>
                    <a:pt x="13075" y="13327"/>
                    <a:pt x="12855" y="13327"/>
                  </a:cubicBezTo>
                  <a:lnTo>
                    <a:pt x="1230" y="13327"/>
                  </a:lnTo>
                  <a:cubicBezTo>
                    <a:pt x="1009" y="13327"/>
                    <a:pt x="851" y="13138"/>
                    <a:pt x="851" y="12886"/>
                  </a:cubicBezTo>
                  <a:lnTo>
                    <a:pt x="851" y="5797"/>
                  </a:lnTo>
                  <a:close/>
                  <a:moveTo>
                    <a:pt x="1230" y="0"/>
                  </a:moveTo>
                  <a:cubicBezTo>
                    <a:pt x="568" y="0"/>
                    <a:pt x="1" y="567"/>
                    <a:pt x="1" y="1260"/>
                  </a:cubicBezTo>
                  <a:lnTo>
                    <a:pt x="1" y="12886"/>
                  </a:lnTo>
                  <a:cubicBezTo>
                    <a:pt x="1" y="13547"/>
                    <a:pt x="568" y="14114"/>
                    <a:pt x="1230" y="14114"/>
                  </a:cubicBezTo>
                  <a:lnTo>
                    <a:pt x="12855" y="14114"/>
                  </a:lnTo>
                  <a:cubicBezTo>
                    <a:pt x="13516" y="14114"/>
                    <a:pt x="14115" y="13547"/>
                    <a:pt x="14115" y="12886"/>
                  </a:cubicBezTo>
                  <a:lnTo>
                    <a:pt x="14115" y="1260"/>
                  </a:lnTo>
                  <a:cubicBezTo>
                    <a:pt x="14115" y="599"/>
                    <a:pt x="13548" y="0"/>
                    <a:pt x="1285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9" name="Google Shape;11789;p138"/>
            <p:cNvSpPr/>
            <p:nvPr/>
          </p:nvSpPr>
          <p:spPr>
            <a:xfrm>
              <a:off x="-13403525" y="2673750"/>
              <a:ext cx="123675" cy="145750"/>
            </a:xfrm>
            <a:custGeom>
              <a:rect b="b" l="l" r="r" t="t"/>
              <a:pathLst>
                <a:path extrusionOk="0" h="5830" w="4947">
                  <a:moveTo>
                    <a:pt x="819" y="1159"/>
                  </a:moveTo>
                  <a:lnTo>
                    <a:pt x="3749" y="2924"/>
                  </a:lnTo>
                  <a:lnTo>
                    <a:pt x="819" y="4688"/>
                  </a:lnTo>
                  <a:lnTo>
                    <a:pt x="819" y="1159"/>
                  </a:lnTo>
                  <a:close/>
                  <a:moveTo>
                    <a:pt x="415" y="0"/>
                  </a:moveTo>
                  <a:cubicBezTo>
                    <a:pt x="197" y="0"/>
                    <a:pt x="0" y="166"/>
                    <a:pt x="0" y="403"/>
                  </a:cubicBezTo>
                  <a:lnTo>
                    <a:pt x="0" y="5412"/>
                  </a:lnTo>
                  <a:cubicBezTo>
                    <a:pt x="0" y="5570"/>
                    <a:pt x="63" y="5696"/>
                    <a:pt x="189" y="5759"/>
                  </a:cubicBezTo>
                  <a:cubicBezTo>
                    <a:pt x="252" y="5806"/>
                    <a:pt x="323" y="5830"/>
                    <a:pt x="398" y="5830"/>
                  </a:cubicBezTo>
                  <a:cubicBezTo>
                    <a:pt x="473" y="5830"/>
                    <a:pt x="551" y="5806"/>
                    <a:pt x="630" y="5759"/>
                  </a:cubicBezTo>
                  <a:lnTo>
                    <a:pt x="4757" y="3239"/>
                  </a:lnTo>
                  <a:cubicBezTo>
                    <a:pt x="4883" y="3176"/>
                    <a:pt x="4946" y="3050"/>
                    <a:pt x="4946" y="2892"/>
                  </a:cubicBezTo>
                  <a:cubicBezTo>
                    <a:pt x="4946" y="2735"/>
                    <a:pt x="4883" y="2640"/>
                    <a:pt x="4757" y="2577"/>
                  </a:cubicBezTo>
                  <a:lnTo>
                    <a:pt x="630" y="57"/>
                  </a:lnTo>
                  <a:cubicBezTo>
                    <a:pt x="560" y="18"/>
                    <a:pt x="487" y="0"/>
                    <a:pt x="41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0" name="Google Shape;11790;p138"/>
            <p:cNvSpPr/>
            <p:nvPr/>
          </p:nvSpPr>
          <p:spPr>
            <a:xfrm>
              <a:off x="-13486225" y="2559375"/>
              <a:ext cx="40975" cy="41775"/>
            </a:xfrm>
            <a:custGeom>
              <a:rect b="b" l="l" r="r" t="t"/>
              <a:pathLst>
                <a:path extrusionOk="0" h="1671" w="1639">
                  <a:moveTo>
                    <a:pt x="819" y="0"/>
                  </a:moveTo>
                  <a:cubicBezTo>
                    <a:pt x="378" y="0"/>
                    <a:pt x="0" y="378"/>
                    <a:pt x="0" y="851"/>
                  </a:cubicBezTo>
                  <a:cubicBezTo>
                    <a:pt x="0" y="1292"/>
                    <a:pt x="378" y="1670"/>
                    <a:pt x="819" y="1670"/>
                  </a:cubicBezTo>
                  <a:cubicBezTo>
                    <a:pt x="1292" y="1670"/>
                    <a:pt x="1638" y="1292"/>
                    <a:pt x="1638" y="851"/>
                  </a:cubicBezTo>
                  <a:cubicBezTo>
                    <a:pt x="1638" y="378"/>
                    <a:pt x="1292" y="0"/>
                    <a:pt x="8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791" name="Google Shape;11791;p138"/>
          <p:cNvSpPr/>
          <p:nvPr/>
        </p:nvSpPr>
        <p:spPr>
          <a:xfrm>
            <a:off x="7123388" y="1334505"/>
            <a:ext cx="341579" cy="279189"/>
          </a:xfrm>
          <a:custGeom>
            <a:rect b="b" l="l" r="r" t="t"/>
            <a:pathLst>
              <a:path extrusionOk="0" h="11563" w="14147">
                <a:moveTo>
                  <a:pt x="6680" y="819"/>
                </a:moveTo>
                <a:lnTo>
                  <a:pt x="6680" y="5009"/>
                </a:lnTo>
                <a:lnTo>
                  <a:pt x="6648" y="5009"/>
                </a:lnTo>
                <a:cubicBezTo>
                  <a:pt x="6302" y="5041"/>
                  <a:pt x="5924" y="5167"/>
                  <a:pt x="5609" y="5356"/>
                </a:cubicBezTo>
                <a:lnTo>
                  <a:pt x="3624" y="1859"/>
                </a:lnTo>
                <a:cubicBezTo>
                  <a:pt x="4506" y="1260"/>
                  <a:pt x="5546" y="882"/>
                  <a:pt x="6680" y="819"/>
                </a:cubicBezTo>
                <a:close/>
                <a:moveTo>
                  <a:pt x="7531" y="819"/>
                </a:moveTo>
                <a:cubicBezTo>
                  <a:pt x="8633" y="914"/>
                  <a:pt x="9673" y="1260"/>
                  <a:pt x="10587" y="1859"/>
                </a:cubicBezTo>
                <a:lnTo>
                  <a:pt x="8539" y="5356"/>
                </a:lnTo>
                <a:cubicBezTo>
                  <a:pt x="8224" y="5167"/>
                  <a:pt x="7877" y="5041"/>
                  <a:pt x="7531" y="5009"/>
                </a:cubicBezTo>
                <a:lnTo>
                  <a:pt x="7531" y="819"/>
                </a:lnTo>
                <a:close/>
                <a:moveTo>
                  <a:pt x="2931" y="2332"/>
                </a:moveTo>
                <a:lnTo>
                  <a:pt x="5010" y="5829"/>
                </a:lnTo>
                <a:cubicBezTo>
                  <a:pt x="4632" y="6175"/>
                  <a:pt x="4412" y="6648"/>
                  <a:pt x="4286" y="7152"/>
                </a:cubicBezTo>
                <a:lnTo>
                  <a:pt x="915" y="5892"/>
                </a:lnTo>
                <a:cubicBezTo>
                  <a:pt x="1135" y="4474"/>
                  <a:pt x="1891" y="3214"/>
                  <a:pt x="2931" y="2332"/>
                </a:cubicBezTo>
                <a:close/>
                <a:moveTo>
                  <a:pt x="11248" y="2300"/>
                </a:moveTo>
                <a:cubicBezTo>
                  <a:pt x="12319" y="3214"/>
                  <a:pt x="13075" y="4474"/>
                  <a:pt x="13296" y="5892"/>
                </a:cubicBezTo>
                <a:lnTo>
                  <a:pt x="9925" y="7152"/>
                </a:lnTo>
                <a:cubicBezTo>
                  <a:pt x="9799" y="6648"/>
                  <a:pt x="9547" y="6207"/>
                  <a:pt x="9200" y="5829"/>
                </a:cubicBezTo>
                <a:lnTo>
                  <a:pt x="11248" y="2300"/>
                </a:lnTo>
                <a:close/>
                <a:moveTo>
                  <a:pt x="7090" y="5797"/>
                </a:moveTo>
                <a:cubicBezTo>
                  <a:pt x="8098" y="5797"/>
                  <a:pt x="8948" y="6522"/>
                  <a:pt x="9137" y="7467"/>
                </a:cubicBezTo>
                <a:lnTo>
                  <a:pt x="7090" y="8223"/>
                </a:lnTo>
                <a:lnTo>
                  <a:pt x="5042" y="7467"/>
                </a:lnTo>
                <a:cubicBezTo>
                  <a:pt x="5199" y="6522"/>
                  <a:pt x="6050" y="5797"/>
                  <a:pt x="7090" y="5797"/>
                </a:cubicBezTo>
                <a:close/>
                <a:moveTo>
                  <a:pt x="7090" y="9294"/>
                </a:moveTo>
                <a:lnTo>
                  <a:pt x="8161" y="10428"/>
                </a:lnTo>
                <a:cubicBezTo>
                  <a:pt x="7830" y="10633"/>
                  <a:pt x="7452" y="10735"/>
                  <a:pt x="7078" y="10735"/>
                </a:cubicBezTo>
                <a:cubicBezTo>
                  <a:pt x="6704" y="10735"/>
                  <a:pt x="6333" y="10633"/>
                  <a:pt x="6018" y="10428"/>
                </a:cubicBezTo>
                <a:lnTo>
                  <a:pt x="7090" y="9294"/>
                </a:lnTo>
                <a:close/>
                <a:moveTo>
                  <a:pt x="7090" y="0"/>
                </a:moveTo>
                <a:cubicBezTo>
                  <a:pt x="3498" y="0"/>
                  <a:pt x="473" y="2678"/>
                  <a:pt x="32" y="6144"/>
                </a:cubicBezTo>
                <a:cubicBezTo>
                  <a:pt x="1" y="6333"/>
                  <a:pt x="95" y="6490"/>
                  <a:pt x="316" y="6585"/>
                </a:cubicBezTo>
                <a:lnTo>
                  <a:pt x="6365" y="8853"/>
                </a:lnTo>
                <a:lnTo>
                  <a:pt x="5168" y="10208"/>
                </a:lnTo>
                <a:cubicBezTo>
                  <a:pt x="5010" y="10365"/>
                  <a:pt x="5010" y="10617"/>
                  <a:pt x="5168" y="10775"/>
                </a:cubicBezTo>
                <a:cubicBezTo>
                  <a:pt x="5672" y="11310"/>
                  <a:pt x="6365" y="11562"/>
                  <a:pt x="7090" y="11562"/>
                </a:cubicBezTo>
                <a:cubicBezTo>
                  <a:pt x="7846" y="11562"/>
                  <a:pt x="8507" y="11310"/>
                  <a:pt x="9011" y="10775"/>
                </a:cubicBezTo>
                <a:cubicBezTo>
                  <a:pt x="9169" y="10617"/>
                  <a:pt x="9169" y="10397"/>
                  <a:pt x="9011" y="10208"/>
                </a:cubicBezTo>
                <a:lnTo>
                  <a:pt x="7783" y="8853"/>
                </a:lnTo>
                <a:lnTo>
                  <a:pt x="13863" y="6585"/>
                </a:lnTo>
                <a:cubicBezTo>
                  <a:pt x="14052" y="6490"/>
                  <a:pt x="14147" y="6333"/>
                  <a:pt x="14147" y="6144"/>
                </a:cubicBezTo>
                <a:cubicBezTo>
                  <a:pt x="13706" y="2678"/>
                  <a:pt x="10650" y="0"/>
                  <a:pt x="709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2" name="Google Shape;11792;p138"/>
          <p:cNvSpPr/>
          <p:nvPr/>
        </p:nvSpPr>
        <p:spPr>
          <a:xfrm>
            <a:off x="7123014" y="1711602"/>
            <a:ext cx="342328" cy="340638"/>
          </a:xfrm>
          <a:custGeom>
            <a:rect b="b" l="l" r="r" t="t"/>
            <a:pathLst>
              <a:path extrusionOk="0" h="14108" w="14178">
                <a:moveTo>
                  <a:pt x="8727" y="5034"/>
                </a:moveTo>
                <a:cubicBezTo>
                  <a:pt x="8948" y="5065"/>
                  <a:pt x="9137" y="5254"/>
                  <a:pt x="9137" y="5443"/>
                </a:cubicBezTo>
                <a:cubicBezTo>
                  <a:pt x="9137" y="5695"/>
                  <a:pt x="8948" y="5885"/>
                  <a:pt x="8727" y="5885"/>
                </a:cubicBezTo>
                <a:cubicBezTo>
                  <a:pt x="8507" y="5885"/>
                  <a:pt x="8318" y="5695"/>
                  <a:pt x="8318" y="5443"/>
                </a:cubicBezTo>
                <a:cubicBezTo>
                  <a:pt x="8318" y="5223"/>
                  <a:pt x="8507" y="5034"/>
                  <a:pt x="8727" y="5034"/>
                </a:cubicBezTo>
                <a:close/>
                <a:moveTo>
                  <a:pt x="5388" y="5065"/>
                </a:moveTo>
                <a:cubicBezTo>
                  <a:pt x="5640" y="5065"/>
                  <a:pt x="5829" y="5254"/>
                  <a:pt x="5829" y="5506"/>
                </a:cubicBezTo>
                <a:cubicBezTo>
                  <a:pt x="5829" y="5727"/>
                  <a:pt x="5640" y="5916"/>
                  <a:pt x="5388" y="5916"/>
                </a:cubicBezTo>
                <a:cubicBezTo>
                  <a:pt x="5167" y="5916"/>
                  <a:pt x="5010" y="5727"/>
                  <a:pt x="5010" y="5506"/>
                </a:cubicBezTo>
                <a:cubicBezTo>
                  <a:pt x="4978" y="5254"/>
                  <a:pt x="5167" y="5065"/>
                  <a:pt x="5388" y="5065"/>
                </a:cubicBezTo>
                <a:close/>
                <a:moveTo>
                  <a:pt x="7089" y="3459"/>
                </a:moveTo>
                <a:cubicBezTo>
                  <a:pt x="8160" y="3459"/>
                  <a:pt x="9137" y="3522"/>
                  <a:pt x="10050" y="3711"/>
                </a:cubicBezTo>
                <a:lnTo>
                  <a:pt x="9357" y="4435"/>
                </a:lnTo>
                <a:cubicBezTo>
                  <a:pt x="9168" y="4341"/>
                  <a:pt x="8979" y="4278"/>
                  <a:pt x="8790" y="4278"/>
                </a:cubicBezTo>
                <a:cubicBezTo>
                  <a:pt x="8097" y="4278"/>
                  <a:pt x="7530" y="4813"/>
                  <a:pt x="7530" y="5506"/>
                </a:cubicBezTo>
                <a:cubicBezTo>
                  <a:pt x="7530" y="6168"/>
                  <a:pt x="8066" y="6704"/>
                  <a:pt x="8790" y="6704"/>
                </a:cubicBezTo>
                <a:cubicBezTo>
                  <a:pt x="9452" y="6704"/>
                  <a:pt x="9987" y="6168"/>
                  <a:pt x="9987" y="5506"/>
                </a:cubicBezTo>
                <a:cubicBezTo>
                  <a:pt x="9987" y="5317"/>
                  <a:pt x="9956" y="5160"/>
                  <a:pt x="9924" y="5034"/>
                </a:cubicBezTo>
                <a:lnTo>
                  <a:pt x="10996" y="3931"/>
                </a:lnTo>
                <a:cubicBezTo>
                  <a:pt x="11216" y="3994"/>
                  <a:pt x="11405" y="4026"/>
                  <a:pt x="11626" y="4120"/>
                </a:cubicBezTo>
                <a:cubicBezTo>
                  <a:pt x="12665" y="4498"/>
                  <a:pt x="13295" y="5034"/>
                  <a:pt x="13295" y="5506"/>
                </a:cubicBezTo>
                <a:cubicBezTo>
                  <a:pt x="13295" y="6452"/>
                  <a:pt x="10775" y="7586"/>
                  <a:pt x="7089" y="7586"/>
                </a:cubicBezTo>
                <a:cubicBezTo>
                  <a:pt x="3497" y="7586"/>
                  <a:pt x="851" y="6483"/>
                  <a:pt x="851" y="5506"/>
                </a:cubicBezTo>
                <a:cubicBezTo>
                  <a:pt x="820" y="5034"/>
                  <a:pt x="1450" y="4498"/>
                  <a:pt x="2521" y="4120"/>
                </a:cubicBezTo>
                <a:cubicBezTo>
                  <a:pt x="2710" y="4026"/>
                  <a:pt x="2962" y="3963"/>
                  <a:pt x="3182" y="3931"/>
                </a:cubicBezTo>
                <a:lnTo>
                  <a:pt x="4285" y="5034"/>
                </a:lnTo>
                <a:cubicBezTo>
                  <a:pt x="4254" y="5191"/>
                  <a:pt x="4222" y="5349"/>
                  <a:pt x="4222" y="5506"/>
                </a:cubicBezTo>
                <a:cubicBezTo>
                  <a:pt x="4222" y="6168"/>
                  <a:pt x="4758" y="6704"/>
                  <a:pt x="5419" y="6704"/>
                </a:cubicBezTo>
                <a:cubicBezTo>
                  <a:pt x="6112" y="6704"/>
                  <a:pt x="6679" y="6168"/>
                  <a:pt x="6679" y="5506"/>
                </a:cubicBezTo>
                <a:cubicBezTo>
                  <a:pt x="6679" y="4813"/>
                  <a:pt x="6144" y="4278"/>
                  <a:pt x="5419" y="4278"/>
                </a:cubicBezTo>
                <a:cubicBezTo>
                  <a:pt x="5199" y="4278"/>
                  <a:pt x="5010" y="4309"/>
                  <a:pt x="4852" y="4435"/>
                </a:cubicBezTo>
                <a:lnTo>
                  <a:pt x="4128" y="3711"/>
                </a:lnTo>
                <a:cubicBezTo>
                  <a:pt x="5041" y="3553"/>
                  <a:pt x="6018" y="3459"/>
                  <a:pt x="7089" y="3459"/>
                </a:cubicBezTo>
                <a:close/>
                <a:moveTo>
                  <a:pt x="820" y="6861"/>
                </a:moveTo>
                <a:cubicBezTo>
                  <a:pt x="1135" y="7113"/>
                  <a:pt x="1576" y="7334"/>
                  <a:pt x="2048" y="7523"/>
                </a:cubicBezTo>
                <a:lnTo>
                  <a:pt x="820" y="9193"/>
                </a:lnTo>
                <a:lnTo>
                  <a:pt x="820" y="6861"/>
                </a:lnTo>
                <a:close/>
                <a:moveTo>
                  <a:pt x="13264" y="6861"/>
                </a:moveTo>
                <a:lnTo>
                  <a:pt x="13264" y="9193"/>
                </a:lnTo>
                <a:lnTo>
                  <a:pt x="12067" y="7554"/>
                </a:lnTo>
                <a:cubicBezTo>
                  <a:pt x="12571" y="7334"/>
                  <a:pt x="12949" y="7113"/>
                  <a:pt x="13264" y="6861"/>
                </a:cubicBezTo>
                <a:close/>
                <a:moveTo>
                  <a:pt x="3655" y="8027"/>
                </a:moveTo>
                <a:lnTo>
                  <a:pt x="3655" y="8027"/>
                </a:lnTo>
                <a:cubicBezTo>
                  <a:pt x="4474" y="8216"/>
                  <a:pt x="5388" y="8279"/>
                  <a:pt x="6333" y="8342"/>
                </a:cubicBezTo>
                <a:lnTo>
                  <a:pt x="4695" y="11083"/>
                </a:lnTo>
                <a:lnTo>
                  <a:pt x="3655" y="8027"/>
                </a:lnTo>
                <a:close/>
                <a:moveTo>
                  <a:pt x="10492" y="8058"/>
                </a:moveTo>
                <a:lnTo>
                  <a:pt x="9452" y="11114"/>
                </a:lnTo>
                <a:lnTo>
                  <a:pt x="7751" y="8373"/>
                </a:lnTo>
                <a:cubicBezTo>
                  <a:pt x="8696" y="8342"/>
                  <a:pt x="9641" y="8216"/>
                  <a:pt x="10492" y="8058"/>
                </a:cubicBezTo>
                <a:close/>
                <a:moveTo>
                  <a:pt x="2741" y="7964"/>
                </a:moveTo>
                <a:lnTo>
                  <a:pt x="3844" y="11272"/>
                </a:lnTo>
                <a:cubicBezTo>
                  <a:pt x="2836" y="11020"/>
                  <a:pt x="1891" y="10610"/>
                  <a:pt x="1135" y="10138"/>
                </a:cubicBezTo>
                <a:lnTo>
                  <a:pt x="2741" y="7964"/>
                </a:lnTo>
                <a:close/>
                <a:moveTo>
                  <a:pt x="11342" y="8027"/>
                </a:moveTo>
                <a:lnTo>
                  <a:pt x="12917" y="10138"/>
                </a:lnTo>
                <a:cubicBezTo>
                  <a:pt x="12161" y="10610"/>
                  <a:pt x="11248" y="11020"/>
                  <a:pt x="10240" y="11272"/>
                </a:cubicBezTo>
                <a:lnTo>
                  <a:pt x="11342" y="8027"/>
                </a:lnTo>
                <a:close/>
                <a:moveTo>
                  <a:pt x="7058" y="8751"/>
                </a:moveTo>
                <a:lnTo>
                  <a:pt x="8727" y="11555"/>
                </a:lnTo>
                <a:cubicBezTo>
                  <a:pt x="8192" y="11618"/>
                  <a:pt x="7593" y="11681"/>
                  <a:pt x="7058" y="11681"/>
                </a:cubicBezTo>
                <a:cubicBezTo>
                  <a:pt x="6459" y="11681"/>
                  <a:pt x="5892" y="11650"/>
                  <a:pt x="5356" y="11555"/>
                </a:cubicBezTo>
                <a:lnTo>
                  <a:pt x="7058" y="8751"/>
                </a:lnTo>
                <a:close/>
                <a:moveTo>
                  <a:pt x="13264" y="10894"/>
                </a:moveTo>
                <a:lnTo>
                  <a:pt x="13264" y="11240"/>
                </a:lnTo>
                <a:cubicBezTo>
                  <a:pt x="13264" y="12185"/>
                  <a:pt x="10744" y="13320"/>
                  <a:pt x="7058" y="13320"/>
                </a:cubicBezTo>
                <a:cubicBezTo>
                  <a:pt x="3340" y="13320"/>
                  <a:pt x="820" y="12185"/>
                  <a:pt x="820" y="11240"/>
                </a:cubicBezTo>
                <a:lnTo>
                  <a:pt x="820" y="10894"/>
                </a:lnTo>
                <a:cubicBezTo>
                  <a:pt x="2615" y="11996"/>
                  <a:pt x="4915" y="12501"/>
                  <a:pt x="7058" y="12501"/>
                </a:cubicBezTo>
                <a:cubicBezTo>
                  <a:pt x="9168" y="12501"/>
                  <a:pt x="11500" y="12028"/>
                  <a:pt x="13264" y="10894"/>
                </a:cubicBezTo>
                <a:close/>
                <a:moveTo>
                  <a:pt x="457" y="1"/>
                </a:moveTo>
                <a:cubicBezTo>
                  <a:pt x="347" y="1"/>
                  <a:pt x="237" y="40"/>
                  <a:pt x="158" y="119"/>
                </a:cubicBezTo>
                <a:cubicBezTo>
                  <a:pt x="0" y="277"/>
                  <a:pt x="0" y="560"/>
                  <a:pt x="158" y="718"/>
                </a:cubicBezTo>
                <a:lnTo>
                  <a:pt x="2552" y="3207"/>
                </a:lnTo>
                <a:cubicBezTo>
                  <a:pt x="2426" y="3238"/>
                  <a:pt x="2363" y="3270"/>
                  <a:pt x="2237" y="3333"/>
                </a:cubicBezTo>
                <a:cubicBezTo>
                  <a:pt x="820" y="3868"/>
                  <a:pt x="32" y="4624"/>
                  <a:pt x="32" y="5443"/>
                </a:cubicBezTo>
                <a:lnTo>
                  <a:pt x="32" y="11240"/>
                </a:lnTo>
                <a:cubicBezTo>
                  <a:pt x="32" y="12091"/>
                  <a:pt x="820" y="12847"/>
                  <a:pt x="2237" y="13383"/>
                </a:cubicBezTo>
                <a:cubicBezTo>
                  <a:pt x="3529" y="13824"/>
                  <a:pt x="5262" y="14107"/>
                  <a:pt x="7089" y="14107"/>
                </a:cubicBezTo>
                <a:cubicBezTo>
                  <a:pt x="10744" y="14107"/>
                  <a:pt x="14146" y="13005"/>
                  <a:pt x="14146" y="11240"/>
                </a:cubicBezTo>
                <a:lnTo>
                  <a:pt x="14146" y="5443"/>
                </a:lnTo>
                <a:cubicBezTo>
                  <a:pt x="14083" y="4624"/>
                  <a:pt x="13295" y="3868"/>
                  <a:pt x="11878" y="3333"/>
                </a:cubicBezTo>
                <a:cubicBezTo>
                  <a:pt x="11815" y="3301"/>
                  <a:pt x="11689" y="3238"/>
                  <a:pt x="11626" y="3207"/>
                </a:cubicBezTo>
                <a:lnTo>
                  <a:pt x="14020" y="718"/>
                </a:lnTo>
                <a:cubicBezTo>
                  <a:pt x="14178" y="560"/>
                  <a:pt x="14178" y="277"/>
                  <a:pt x="14020" y="119"/>
                </a:cubicBezTo>
                <a:cubicBezTo>
                  <a:pt x="13941" y="40"/>
                  <a:pt x="13831" y="1"/>
                  <a:pt x="13721" y="1"/>
                </a:cubicBezTo>
                <a:cubicBezTo>
                  <a:pt x="13611" y="1"/>
                  <a:pt x="13500" y="40"/>
                  <a:pt x="13422" y="119"/>
                </a:cubicBezTo>
                <a:lnTo>
                  <a:pt x="10712" y="2923"/>
                </a:lnTo>
                <a:cubicBezTo>
                  <a:pt x="9609" y="2640"/>
                  <a:pt x="8381" y="2545"/>
                  <a:pt x="7089" y="2545"/>
                </a:cubicBezTo>
                <a:cubicBezTo>
                  <a:pt x="5797" y="2545"/>
                  <a:pt x="4537" y="2640"/>
                  <a:pt x="3466" y="2923"/>
                </a:cubicBezTo>
                <a:lnTo>
                  <a:pt x="757" y="119"/>
                </a:lnTo>
                <a:cubicBezTo>
                  <a:pt x="678" y="40"/>
                  <a:pt x="567" y="1"/>
                  <a:pt x="45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793" name="Google Shape;11793;p138"/>
          <p:cNvGrpSpPr/>
          <p:nvPr/>
        </p:nvGrpSpPr>
        <p:grpSpPr>
          <a:xfrm>
            <a:off x="7140133" y="2119708"/>
            <a:ext cx="308090" cy="341579"/>
            <a:chOff x="-11747150" y="2530225"/>
            <a:chExt cx="319000" cy="353675"/>
          </a:xfrm>
        </p:grpSpPr>
        <p:sp>
          <p:nvSpPr>
            <p:cNvPr id="11794" name="Google Shape;11794;p138"/>
            <p:cNvSpPr/>
            <p:nvPr/>
          </p:nvSpPr>
          <p:spPr>
            <a:xfrm>
              <a:off x="-11747150" y="2530225"/>
              <a:ext cx="319000" cy="353675"/>
            </a:xfrm>
            <a:custGeom>
              <a:rect b="b" l="l" r="r" t="t"/>
              <a:pathLst>
                <a:path extrusionOk="0" h="14147" w="12760">
                  <a:moveTo>
                    <a:pt x="7183" y="883"/>
                  </a:moveTo>
                  <a:cubicBezTo>
                    <a:pt x="7845" y="883"/>
                    <a:pt x="8443" y="1450"/>
                    <a:pt x="8412" y="2206"/>
                  </a:cubicBezTo>
                  <a:cubicBezTo>
                    <a:pt x="8412" y="2444"/>
                    <a:pt x="8612" y="2638"/>
                    <a:pt x="8825" y="2638"/>
                  </a:cubicBezTo>
                  <a:cubicBezTo>
                    <a:pt x="8866" y="2638"/>
                    <a:pt x="8907" y="2631"/>
                    <a:pt x="8947" y="2616"/>
                  </a:cubicBezTo>
                  <a:cubicBezTo>
                    <a:pt x="9048" y="2581"/>
                    <a:pt x="9148" y="2564"/>
                    <a:pt x="9243" y="2564"/>
                  </a:cubicBezTo>
                  <a:cubicBezTo>
                    <a:pt x="9829" y="2564"/>
                    <a:pt x="10258" y="3180"/>
                    <a:pt x="9987" y="3750"/>
                  </a:cubicBezTo>
                  <a:cubicBezTo>
                    <a:pt x="9893" y="3907"/>
                    <a:pt x="9956" y="4096"/>
                    <a:pt x="10050" y="4222"/>
                  </a:cubicBezTo>
                  <a:cubicBezTo>
                    <a:pt x="10126" y="4299"/>
                    <a:pt x="10226" y="4340"/>
                    <a:pt x="10327" y="4340"/>
                  </a:cubicBezTo>
                  <a:cubicBezTo>
                    <a:pt x="10394" y="4340"/>
                    <a:pt x="10461" y="4323"/>
                    <a:pt x="10523" y="4285"/>
                  </a:cubicBezTo>
                  <a:cubicBezTo>
                    <a:pt x="10637" y="4237"/>
                    <a:pt x="10751" y="4216"/>
                    <a:pt x="10861" y="4216"/>
                  </a:cubicBezTo>
                  <a:cubicBezTo>
                    <a:pt x="11328" y="4216"/>
                    <a:pt x="11720" y="4608"/>
                    <a:pt x="11720" y="5042"/>
                  </a:cubicBezTo>
                  <a:lnTo>
                    <a:pt x="977" y="5042"/>
                  </a:lnTo>
                  <a:cubicBezTo>
                    <a:pt x="928" y="4575"/>
                    <a:pt x="1300" y="4185"/>
                    <a:pt x="1750" y="4185"/>
                  </a:cubicBezTo>
                  <a:cubicBezTo>
                    <a:pt x="1877" y="4185"/>
                    <a:pt x="2010" y="4216"/>
                    <a:pt x="2142" y="4285"/>
                  </a:cubicBezTo>
                  <a:cubicBezTo>
                    <a:pt x="2204" y="4323"/>
                    <a:pt x="2272" y="4340"/>
                    <a:pt x="2338" y="4340"/>
                  </a:cubicBezTo>
                  <a:cubicBezTo>
                    <a:pt x="2439" y="4340"/>
                    <a:pt x="2539" y="4299"/>
                    <a:pt x="2615" y="4222"/>
                  </a:cubicBezTo>
                  <a:cubicBezTo>
                    <a:pt x="2741" y="4096"/>
                    <a:pt x="2772" y="3907"/>
                    <a:pt x="2709" y="3750"/>
                  </a:cubicBezTo>
                  <a:cubicBezTo>
                    <a:pt x="2438" y="3180"/>
                    <a:pt x="2867" y="2564"/>
                    <a:pt x="3434" y="2564"/>
                  </a:cubicBezTo>
                  <a:cubicBezTo>
                    <a:pt x="3526" y="2564"/>
                    <a:pt x="3621" y="2581"/>
                    <a:pt x="3718" y="2616"/>
                  </a:cubicBezTo>
                  <a:cubicBezTo>
                    <a:pt x="3764" y="2627"/>
                    <a:pt x="3814" y="2634"/>
                    <a:pt x="3866" y="2634"/>
                  </a:cubicBezTo>
                  <a:cubicBezTo>
                    <a:pt x="3955" y="2634"/>
                    <a:pt x="4047" y="2613"/>
                    <a:pt x="4127" y="2553"/>
                  </a:cubicBezTo>
                  <a:cubicBezTo>
                    <a:pt x="4222" y="2490"/>
                    <a:pt x="4285" y="2364"/>
                    <a:pt x="4285" y="2206"/>
                  </a:cubicBezTo>
                  <a:cubicBezTo>
                    <a:pt x="4253" y="1450"/>
                    <a:pt x="4820" y="883"/>
                    <a:pt x="5482" y="883"/>
                  </a:cubicBezTo>
                  <a:cubicBezTo>
                    <a:pt x="5702" y="883"/>
                    <a:pt x="5923" y="914"/>
                    <a:pt x="6112" y="1040"/>
                  </a:cubicBezTo>
                  <a:cubicBezTo>
                    <a:pt x="6175" y="1072"/>
                    <a:pt x="6246" y="1088"/>
                    <a:pt x="6321" y="1088"/>
                  </a:cubicBezTo>
                  <a:cubicBezTo>
                    <a:pt x="6396" y="1088"/>
                    <a:pt x="6474" y="1072"/>
                    <a:pt x="6553" y="1040"/>
                  </a:cubicBezTo>
                  <a:cubicBezTo>
                    <a:pt x="6742" y="914"/>
                    <a:pt x="6963" y="883"/>
                    <a:pt x="7183" y="883"/>
                  </a:cubicBezTo>
                  <a:close/>
                  <a:moveTo>
                    <a:pt x="5891" y="5861"/>
                  </a:moveTo>
                  <a:lnTo>
                    <a:pt x="5891" y="7530"/>
                  </a:lnTo>
                  <a:cubicBezTo>
                    <a:pt x="5230" y="7562"/>
                    <a:pt x="4600" y="7688"/>
                    <a:pt x="4064" y="7908"/>
                  </a:cubicBezTo>
                  <a:lnTo>
                    <a:pt x="3875" y="5861"/>
                  </a:lnTo>
                  <a:close/>
                  <a:moveTo>
                    <a:pt x="8758" y="5861"/>
                  </a:moveTo>
                  <a:lnTo>
                    <a:pt x="8569" y="7908"/>
                  </a:lnTo>
                  <a:cubicBezTo>
                    <a:pt x="8065" y="7719"/>
                    <a:pt x="7435" y="7562"/>
                    <a:pt x="6774" y="7530"/>
                  </a:cubicBezTo>
                  <a:lnTo>
                    <a:pt x="6774" y="5861"/>
                  </a:lnTo>
                  <a:close/>
                  <a:moveTo>
                    <a:pt x="6333" y="8350"/>
                  </a:moveTo>
                  <a:cubicBezTo>
                    <a:pt x="7971" y="8350"/>
                    <a:pt x="9199" y="9011"/>
                    <a:pt x="9199" y="9610"/>
                  </a:cubicBezTo>
                  <a:cubicBezTo>
                    <a:pt x="9199" y="10177"/>
                    <a:pt x="7971" y="10838"/>
                    <a:pt x="6333" y="10838"/>
                  </a:cubicBezTo>
                  <a:cubicBezTo>
                    <a:pt x="4663" y="10838"/>
                    <a:pt x="3466" y="10177"/>
                    <a:pt x="3466" y="9610"/>
                  </a:cubicBezTo>
                  <a:cubicBezTo>
                    <a:pt x="3466" y="9011"/>
                    <a:pt x="4663" y="8350"/>
                    <a:pt x="6333" y="8350"/>
                  </a:cubicBezTo>
                  <a:close/>
                  <a:moveTo>
                    <a:pt x="3056" y="5861"/>
                  </a:moveTo>
                  <a:lnTo>
                    <a:pt x="3277" y="8350"/>
                  </a:lnTo>
                  <a:cubicBezTo>
                    <a:pt x="2804" y="8696"/>
                    <a:pt x="2583" y="9137"/>
                    <a:pt x="2583" y="9578"/>
                  </a:cubicBezTo>
                  <a:cubicBezTo>
                    <a:pt x="2583" y="10114"/>
                    <a:pt x="2930" y="10586"/>
                    <a:pt x="3560" y="10996"/>
                  </a:cubicBezTo>
                  <a:lnTo>
                    <a:pt x="3812" y="13327"/>
                  </a:lnTo>
                  <a:lnTo>
                    <a:pt x="2867" y="13327"/>
                  </a:lnTo>
                  <a:cubicBezTo>
                    <a:pt x="2678" y="13327"/>
                    <a:pt x="2489" y="13170"/>
                    <a:pt x="2457" y="13012"/>
                  </a:cubicBezTo>
                  <a:lnTo>
                    <a:pt x="1040" y="5861"/>
                  </a:lnTo>
                  <a:close/>
                  <a:moveTo>
                    <a:pt x="4442" y="11374"/>
                  </a:moveTo>
                  <a:lnTo>
                    <a:pt x="4442" y="11374"/>
                  </a:lnTo>
                  <a:cubicBezTo>
                    <a:pt x="4852" y="11532"/>
                    <a:pt x="5387" y="11626"/>
                    <a:pt x="5891" y="11658"/>
                  </a:cubicBezTo>
                  <a:lnTo>
                    <a:pt x="5891" y="13296"/>
                  </a:lnTo>
                  <a:lnTo>
                    <a:pt x="4631" y="13296"/>
                  </a:lnTo>
                  <a:lnTo>
                    <a:pt x="4631" y="13327"/>
                  </a:lnTo>
                  <a:lnTo>
                    <a:pt x="4442" y="11374"/>
                  </a:lnTo>
                  <a:close/>
                  <a:moveTo>
                    <a:pt x="8191" y="11374"/>
                  </a:moveTo>
                  <a:lnTo>
                    <a:pt x="7971" y="13327"/>
                  </a:lnTo>
                  <a:lnTo>
                    <a:pt x="6711" y="13327"/>
                  </a:lnTo>
                  <a:lnTo>
                    <a:pt x="6711" y="11658"/>
                  </a:lnTo>
                  <a:cubicBezTo>
                    <a:pt x="7215" y="11626"/>
                    <a:pt x="7750" y="11532"/>
                    <a:pt x="8191" y="11374"/>
                  </a:cubicBezTo>
                  <a:close/>
                  <a:moveTo>
                    <a:pt x="11594" y="5861"/>
                  </a:moveTo>
                  <a:lnTo>
                    <a:pt x="10176" y="13012"/>
                  </a:lnTo>
                  <a:cubicBezTo>
                    <a:pt x="10145" y="13201"/>
                    <a:pt x="9987" y="13327"/>
                    <a:pt x="9798" y="13327"/>
                  </a:cubicBezTo>
                  <a:lnTo>
                    <a:pt x="8853" y="13327"/>
                  </a:lnTo>
                  <a:lnTo>
                    <a:pt x="9073" y="10996"/>
                  </a:lnTo>
                  <a:cubicBezTo>
                    <a:pt x="9704" y="10586"/>
                    <a:pt x="10050" y="10114"/>
                    <a:pt x="10050" y="9578"/>
                  </a:cubicBezTo>
                  <a:cubicBezTo>
                    <a:pt x="10050" y="9106"/>
                    <a:pt x="9830" y="8665"/>
                    <a:pt x="9357" y="8350"/>
                  </a:cubicBezTo>
                  <a:lnTo>
                    <a:pt x="9578" y="5861"/>
                  </a:lnTo>
                  <a:close/>
                  <a:moveTo>
                    <a:pt x="5513" y="1"/>
                  </a:moveTo>
                  <a:cubicBezTo>
                    <a:pt x="4474" y="1"/>
                    <a:pt x="3655" y="757"/>
                    <a:pt x="3497" y="1702"/>
                  </a:cubicBezTo>
                  <a:lnTo>
                    <a:pt x="3466" y="1702"/>
                  </a:lnTo>
                  <a:cubicBezTo>
                    <a:pt x="2552" y="1702"/>
                    <a:pt x="1796" y="2458"/>
                    <a:pt x="1796" y="3340"/>
                  </a:cubicBezTo>
                  <a:cubicBezTo>
                    <a:pt x="882" y="3340"/>
                    <a:pt x="158" y="4128"/>
                    <a:pt x="158" y="5042"/>
                  </a:cubicBezTo>
                  <a:cubicBezTo>
                    <a:pt x="158" y="5672"/>
                    <a:pt x="0" y="4600"/>
                    <a:pt x="1670" y="13170"/>
                  </a:cubicBezTo>
                  <a:cubicBezTo>
                    <a:pt x="1796" y="13737"/>
                    <a:pt x="2300" y="14146"/>
                    <a:pt x="2898" y="14146"/>
                  </a:cubicBezTo>
                  <a:lnTo>
                    <a:pt x="9830" y="14146"/>
                  </a:lnTo>
                  <a:cubicBezTo>
                    <a:pt x="10428" y="14146"/>
                    <a:pt x="10932" y="13705"/>
                    <a:pt x="11058" y="13170"/>
                  </a:cubicBezTo>
                  <a:cubicBezTo>
                    <a:pt x="12760" y="4600"/>
                    <a:pt x="12602" y="5672"/>
                    <a:pt x="12602" y="5042"/>
                  </a:cubicBezTo>
                  <a:cubicBezTo>
                    <a:pt x="12507" y="4600"/>
                    <a:pt x="12350" y="4191"/>
                    <a:pt x="12035" y="3876"/>
                  </a:cubicBezTo>
                  <a:cubicBezTo>
                    <a:pt x="11720" y="3561"/>
                    <a:pt x="11279" y="3340"/>
                    <a:pt x="10838" y="3340"/>
                  </a:cubicBezTo>
                  <a:cubicBezTo>
                    <a:pt x="10838" y="2432"/>
                    <a:pt x="10110" y="1698"/>
                    <a:pt x="9271" y="1698"/>
                  </a:cubicBezTo>
                  <a:cubicBezTo>
                    <a:pt x="9237" y="1698"/>
                    <a:pt x="9202" y="1700"/>
                    <a:pt x="9168" y="1702"/>
                  </a:cubicBezTo>
                  <a:cubicBezTo>
                    <a:pt x="8979" y="757"/>
                    <a:pt x="8128" y="1"/>
                    <a:pt x="7152" y="1"/>
                  </a:cubicBezTo>
                  <a:cubicBezTo>
                    <a:pt x="6868" y="1"/>
                    <a:pt x="6616" y="64"/>
                    <a:pt x="6333" y="190"/>
                  </a:cubicBezTo>
                  <a:cubicBezTo>
                    <a:pt x="6049" y="64"/>
                    <a:pt x="5765" y="1"/>
                    <a:pt x="551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5" name="Google Shape;11795;p138"/>
            <p:cNvSpPr/>
            <p:nvPr/>
          </p:nvSpPr>
          <p:spPr>
            <a:xfrm>
              <a:off x="-11640825" y="2592450"/>
              <a:ext cx="104775" cy="42550"/>
            </a:xfrm>
            <a:custGeom>
              <a:rect b="b" l="l" r="r" t="t"/>
              <a:pathLst>
                <a:path extrusionOk="0" h="1702" w="4191">
                  <a:moveTo>
                    <a:pt x="1292" y="1"/>
                  </a:moveTo>
                  <a:cubicBezTo>
                    <a:pt x="599" y="1"/>
                    <a:pt x="32" y="536"/>
                    <a:pt x="32" y="1261"/>
                  </a:cubicBezTo>
                  <a:cubicBezTo>
                    <a:pt x="0" y="1544"/>
                    <a:pt x="189" y="1702"/>
                    <a:pt x="410" y="1702"/>
                  </a:cubicBezTo>
                  <a:cubicBezTo>
                    <a:pt x="662" y="1702"/>
                    <a:pt x="851" y="1481"/>
                    <a:pt x="851" y="1261"/>
                  </a:cubicBezTo>
                  <a:cubicBezTo>
                    <a:pt x="851" y="1009"/>
                    <a:pt x="1040" y="820"/>
                    <a:pt x="1292" y="820"/>
                  </a:cubicBezTo>
                  <a:cubicBezTo>
                    <a:pt x="1512" y="820"/>
                    <a:pt x="1670" y="1009"/>
                    <a:pt x="1670" y="1261"/>
                  </a:cubicBezTo>
                  <a:cubicBezTo>
                    <a:pt x="1670" y="1481"/>
                    <a:pt x="1859" y="1702"/>
                    <a:pt x="2111" y="1702"/>
                  </a:cubicBezTo>
                  <a:cubicBezTo>
                    <a:pt x="2332" y="1702"/>
                    <a:pt x="2489" y="1481"/>
                    <a:pt x="2489" y="1261"/>
                  </a:cubicBezTo>
                  <a:cubicBezTo>
                    <a:pt x="2489" y="1009"/>
                    <a:pt x="2710" y="820"/>
                    <a:pt x="2930" y="820"/>
                  </a:cubicBezTo>
                  <a:cubicBezTo>
                    <a:pt x="3182" y="820"/>
                    <a:pt x="3371" y="1009"/>
                    <a:pt x="3371" y="1261"/>
                  </a:cubicBezTo>
                  <a:cubicBezTo>
                    <a:pt x="3371" y="1481"/>
                    <a:pt x="3560" y="1702"/>
                    <a:pt x="3749" y="1702"/>
                  </a:cubicBezTo>
                  <a:cubicBezTo>
                    <a:pt x="3970" y="1702"/>
                    <a:pt x="4190" y="1481"/>
                    <a:pt x="4190" y="1261"/>
                  </a:cubicBezTo>
                  <a:cubicBezTo>
                    <a:pt x="4190" y="599"/>
                    <a:pt x="3655" y="1"/>
                    <a:pt x="2930" y="1"/>
                  </a:cubicBezTo>
                  <a:cubicBezTo>
                    <a:pt x="2615" y="1"/>
                    <a:pt x="2332" y="127"/>
                    <a:pt x="2111" y="316"/>
                  </a:cubicBezTo>
                  <a:cubicBezTo>
                    <a:pt x="1859" y="127"/>
                    <a:pt x="1607" y="1"/>
                    <a:pt x="129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96" name="Google Shape;11796;p138"/>
          <p:cNvGrpSpPr/>
          <p:nvPr/>
        </p:nvGrpSpPr>
        <p:grpSpPr>
          <a:xfrm>
            <a:off x="5304627" y="2550919"/>
            <a:ext cx="340807" cy="340807"/>
            <a:chOff x="-10027775" y="1622900"/>
            <a:chExt cx="352875" cy="352875"/>
          </a:xfrm>
        </p:grpSpPr>
        <p:sp>
          <p:nvSpPr>
            <p:cNvPr id="11797" name="Google Shape;11797;p138"/>
            <p:cNvSpPr/>
            <p:nvPr/>
          </p:nvSpPr>
          <p:spPr>
            <a:xfrm>
              <a:off x="-10027775" y="1622900"/>
              <a:ext cx="352875" cy="352875"/>
            </a:xfrm>
            <a:custGeom>
              <a:rect b="b" l="l" r="r" t="t"/>
              <a:pathLst>
                <a:path extrusionOk="0" h="14115" w="14115">
                  <a:moveTo>
                    <a:pt x="12067" y="819"/>
                  </a:moveTo>
                  <a:cubicBezTo>
                    <a:pt x="12287" y="819"/>
                    <a:pt x="12476" y="1008"/>
                    <a:pt x="12476" y="1197"/>
                  </a:cubicBezTo>
                  <a:cubicBezTo>
                    <a:pt x="12476" y="1449"/>
                    <a:pt x="12287" y="1638"/>
                    <a:pt x="12067" y="1638"/>
                  </a:cubicBezTo>
                  <a:lnTo>
                    <a:pt x="2080" y="1638"/>
                  </a:lnTo>
                  <a:cubicBezTo>
                    <a:pt x="1859" y="1638"/>
                    <a:pt x="1702" y="1449"/>
                    <a:pt x="1702" y="1197"/>
                  </a:cubicBezTo>
                  <a:cubicBezTo>
                    <a:pt x="1702" y="977"/>
                    <a:pt x="1891" y="819"/>
                    <a:pt x="2080" y="819"/>
                  </a:cubicBezTo>
                  <a:close/>
                  <a:moveTo>
                    <a:pt x="11657" y="2458"/>
                  </a:moveTo>
                  <a:lnTo>
                    <a:pt x="11657" y="4285"/>
                  </a:lnTo>
                  <a:lnTo>
                    <a:pt x="10239" y="4978"/>
                  </a:lnTo>
                  <a:cubicBezTo>
                    <a:pt x="10082" y="5072"/>
                    <a:pt x="10019" y="5199"/>
                    <a:pt x="10019" y="5356"/>
                  </a:cubicBezTo>
                  <a:cubicBezTo>
                    <a:pt x="10019" y="5514"/>
                    <a:pt x="10082" y="5671"/>
                    <a:pt x="10239" y="5703"/>
                  </a:cubicBezTo>
                  <a:lnTo>
                    <a:pt x="11657" y="6396"/>
                  </a:lnTo>
                  <a:lnTo>
                    <a:pt x="11657" y="11562"/>
                  </a:lnTo>
                  <a:lnTo>
                    <a:pt x="2521" y="11562"/>
                  </a:lnTo>
                  <a:lnTo>
                    <a:pt x="2521" y="9704"/>
                  </a:lnTo>
                  <a:lnTo>
                    <a:pt x="3938" y="9011"/>
                  </a:lnTo>
                  <a:cubicBezTo>
                    <a:pt x="4096" y="8916"/>
                    <a:pt x="4191" y="8822"/>
                    <a:pt x="4191" y="8664"/>
                  </a:cubicBezTo>
                  <a:cubicBezTo>
                    <a:pt x="4191" y="8475"/>
                    <a:pt x="4096" y="8349"/>
                    <a:pt x="3938" y="8286"/>
                  </a:cubicBezTo>
                  <a:lnTo>
                    <a:pt x="2521" y="7593"/>
                  </a:lnTo>
                  <a:lnTo>
                    <a:pt x="2521" y="2458"/>
                  </a:lnTo>
                  <a:close/>
                  <a:moveTo>
                    <a:pt x="12098" y="12382"/>
                  </a:moveTo>
                  <a:cubicBezTo>
                    <a:pt x="12319" y="12382"/>
                    <a:pt x="12539" y="12602"/>
                    <a:pt x="12539" y="12823"/>
                  </a:cubicBezTo>
                  <a:cubicBezTo>
                    <a:pt x="12476" y="13075"/>
                    <a:pt x="12287" y="13264"/>
                    <a:pt x="12098" y="13264"/>
                  </a:cubicBezTo>
                  <a:lnTo>
                    <a:pt x="2143" y="13264"/>
                  </a:lnTo>
                  <a:cubicBezTo>
                    <a:pt x="1891" y="13264"/>
                    <a:pt x="1733" y="13075"/>
                    <a:pt x="1733" y="12823"/>
                  </a:cubicBezTo>
                  <a:cubicBezTo>
                    <a:pt x="1733" y="12602"/>
                    <a:pt x="1922" y="12382"/>
                    <a:pt x="2143" y="12382"/>
                  </a:cubicBezTo>
                  <a:close/>
                  <a:moveTo>
                    <a:pt x="2080" y="0"/>
                  </a:moveTo>
                  <a:cubicBezTo>
                    <a:pt x="1544" y="0"/>
                    <a:pt x="1103" y="347"/>
                    <a:pt x="914" y="819"/>
                  </a:cubicBezTo>
                  <a:lnTo>
                    <a:pt x="441" y="819"/>
                  </a:lnTo>
                  <a:cubicBezTo>
                    <a:pt x="189" y="819"/>
                    <a:pt x="0" y="1008"/>
                    <a:pt x="0" y="1197"/>
                  </a:cubicBezTo>
                  <a:cubicBezTo>
                    <a:pt x="0" y="1418"/>
                    <a:pt x="189" y="1638"/>
                    <a:pt x="441" y="1638"/>
                  </a:cubicBezTo>
                  <a:lnTo>
                    <a:pt x="914" y="1638"/>
                  </a:lnTo>
                  <a:cubicBezTo>
                    <a:pt x="1040" y="1985"/>
                    <a:pt x="1292" y="2269"/>
                    <a:pt x="1670" y="2395"/>
                  </a:cubicBezTo>
                  <a:lnTo>
                    <a:pt x="1670" y="7876"/>
                  </a:lnTo>
                  <a:cubicBezTo>
                    <a:pt x="1670" y="8034"/>
                    <a:pt x="1733" y="8191"/>
                    <a:pt x="1891" y="8223"/>
                  </a:cubicBezTo>
                  <a:lnTo>
                    <a:pt x="2804" y="8696"/>
                  </a:lnTo>
                  <a:lnTo>
                    <a:pt x="1891" y="9168"/>
                  </a:lnTo>
                  <a:cubicBezTo>
                    <a:pt x="1733" y="9231"/>
                    <a:pt x="1670" y="9357"/>
                    <a:pt x="1670" y="9515"/>
                  </a:cubicBezTo>
                  <a:lnTo>
                    <a:pt x="1670" y="11689"/>
                  </a:lnTo>
                  <a:cubicBezTo>
                    <a:pt x="1292" y="11815"/>
                    <a:pt x="1040" y="12067"/>
                    <a:pt x="914" y="12445"/>
                  </a:cubicBezTo>
                  <a:lnTo>
                    <a:pt x="441" y="12445"/>
                  </a:lnTo>
                  <a:cubicBezTo>
                    <a:pt x="189" y="12445"/>
                    <a:pt x="0" y="12634"/>
                    <a:pt x="0" y="12854"/>
                  </a:cubicBezTo>
                  <a:cubicBezTo>
                    <a:pt x="0" y="13106"/>
                    <a:pt x="189" y="13295"/>
                    <a:pt x="441" y="13295"/>
                  </a:cubicBezTo>
                  <a:lnTo>
                    <a:pt x="914" y="13295"/>
                  </a:lnTo>
                  <a:cubicBezTo>
                    <a:pt x="1072" y="13768"/>
                    <a:pt x="1544" y="14114"/>
                    <a:pt x="2080" y="14114"/>
                  </a:cubicBezTo>
                  <a:lnTo>
                    <a:pt x="12067" y="14114"/>
                  </a:lnTo>
                  <a:cubicBezTo>
                    <a:pt x="12602" y="14114"/>
                    <a:pt x="13043" y="13768"/>
                    <a:pt x="13232" y="13295"/>
                  </a:cubicBezTo>
                  <a:lnTo>
                    <a:pt x="13705" y="13295"/>
                  </a:lnTo>
                  <a:cubicBezTo>
                    <a:pt x="13957" y="13295"/>
                    <a:pt x="14115" y="13106"/>
                    <a:pt x="14115" y="12854"/>
                  </a:cubicBezTo>
                  <a:cubicBezTo>
                    <a:pt x="14115" y="12634"/>
                    <a:pt x="13894" y="12445"/>
                    <a:pt x="13705" y="12445"/>
                  </a:cubicBezTo>
                  <a:lnTo>
                    <a:pt x="13232" y="12445"/>
                  </a:lnTo>
                  <a:cubicBezTo>
                    <a:pt x="13106" y="12067"/>
                    <a:pt x="12854" y="11815"/>
                    <a:pt x="12476" y="11689"/>
                  </a:cubicBezTo>
                  <a:lnTo>
                    <a:pt x="12476" y="6207"/>
                  </a:lnTo>
                  <a:cubicBezTo>
                    <a:pt x="12476" y="6049"/>
                    <a:pt x="12413" y="5892"/>
                    <a:pt x="12256" y="5860"/>
                  </a:cubicBezTo>
                  <a:lnTo>
                    <a:pt x="11342" y="5388"/>
                  </a:lnTo>
                  <a:lnTo>
                    <a:pt x="12256" y="4915"/>
                  </a:lnTo>
                  <a:cubicBezTo>
                    <a:pt x="12413" y="4883"/>
                    <a:pt x="12476" y="4726"/>
                    <a:pt x="12476" y="4568"/>
                  </a:cubicBezTo>
                  <a:lnTo>
                    <a:pt x="12476" y="2395"/>
                  </a:lnTo>
                  <a:cubicBezTo>
                    <a:pt x="12854" y="2269"/>
                    <a:pt x="13106" y="1985"/>
                    <a:pt x="13232" y="1638"/>
                  </a:cubicBezTo>
                  <a:lnTo>
                    <a:pt x="13705" y="1638"/>
                  </a:lnTo>
                  <a:cubicBezTo>
                    <a:pt x="13957" y="1638"/>
                    <a:pt x="14115" y="1449"/>
                    <a:pt x="14115" y="1197"/>
                  </a:cubicBezTo>
                  <a:cubicBezTo>
                    <a:pt x="14115" y="977"/>
                    <a:pt x="13894" y="819"/>
                    <a:pt x="13705" y="819"/>
                  </a:cubicBezTo>
                  <a:lnTo>
                    <a:pt x="13232" y="819"/>
                  </a:lnTo>
                  <a:cubicBezTo>
                    <a:pt x="13075" y="347"/>
                    <a:pt x="12602" y="0"/>
                    <a:pt x="1206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8" name="Google Shape;11798;p138"/>
            <p:cNvSpPr/>
            <p:nvPr/>
          </p:nvSpPr>
          <p:spPr>
            <a:xfrm>
              <a:off x="-9923800" y="1705600"/>
              <a:ext cx="145725" cy="20500"/>
            </a:xfrm>
            <a:custGeom>
              <a:rect b="b" l="l" r="r" t="t"/>
              <a:pathLst>
                <a:path extrusionOk="0" h="820" w="5829">
                  <a:moveTo>
                    <a:pt x="410" y="0"/>
                  </a:moveTo>
                  <a:cubicBezTo>
                    <a:pt x="189" y="0"/>
                    <a:pt x="0" y="189"/>
                    <a:pt x="0" y="410"/>
                  </a:cubicBezTo>
                  <a:cubicBezTo>
                    <a:pt x="32" y="630"/>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9" name="Google Shape;11799;p138"/>
            <p:cNvSpPr/>
            <p:nvPr/>
          </p:nvSpPr>
          <p:spPr>
            <a:xfrm>
              <a:off x="-9902550" y="1746550"/>
              <a:ext cx="83525" cy="20500"/>
            </a:xfrm>
            <a:custGeom>
              <a:rect b="b" l="l" r="r" t="t"/>
              <a:pathLst>
                <a:path extrusionOk="0" h="820" w="3341">
                  <a:moveTo>
                    <a:pt x="379" y="0"/>
                  </a:moveTo>
                  <a:cubicBezTo>
                    <a:pt x="158" y="0"/>
                    <a:pt x="1" y="190"/>
                    <a:pt x="1" y="410"/>
                  </a:cubicBezTo>
                  <a:cubicBezTo>
                    <a:pt x="1" y="631"/>
                    <a:pt x="190" y="820"/>
                    <a:pt x="379" y="820"/>
                  </a:cubicBezTo>
                  <a:lnTo>
                    <a:pt x="2899" y="820"/>
                  </a:lnTo>
                  <a:cubicBezTo>
                    <a:pt x="3151" y="820"/>
                    <a:pt x="3340" y="631"/>
                    <a:pt x="3340" y="410"/>
                  </a:cubicBezTo>
                  <a:cubicBezTo>
                    <a:pt x="3340" y="158"/>
                    <a:pt x="3151" y="0"/>
                    <a:pt x="289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0" name="Google Shape;11800;p138"/>
            <p:cNvSpPr/>
            <p:nvPr/>
          </p:nvSpPr>
          <p:spPr>
            <a:xfrm>
              <a:off x="-9923800" y="1788300"/>
              <a:ext cx="145725" cy="20500"/>
            </a:xfrm>
            <a:custGeom>
              <a:rect b="b" l="l" r="r" t="t"/>
              <a:pathLst>
                <a:path extrusionOk="0" h="820" w="5829">
                  <a:moveTo>
                    <a:pt x="410" y="0"/>
                  </a:moveTo>
                  <a:cubicBezTo>
                    <a:pt x="189" y="0"/>
                    <a:pt x="0" y="189"/>
                    <a:pt x="0" y="410"/>
                  </a:cubicBezTo>
                  <a:cubicBezTo>
                    <a:pt x="32" y="662"/>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1" name="Google Shape;11801;p138"/>
            <p:cNvSpPr/>
            <p:nvPr/>
          </p:nvSpPr>
          <p:spPr>
            <a:xfrm>
              <a:off x="-9901750" y="1828450"/>
              <a:ext cx="83500" cy="21300"/>
            </a:xfrm>
            <a:custGeom>
              <a:rect b="b" l="l" r="r" t="t"/>
              <a:pathLst>
                <a:path extrusionOk="0" h="852" w="3340">
                  <a:moveTo>
                    <a:pt x="410" y="1"/>
                  </a:moveTo>
                  <a:cubicBezTo>
                    <a:pt x="158" y="1"/>
                    <a:pt x="0" y="190"/>
                    <a:pt x="0" y="442"/>
                  </a:cubicBezTo>
                  <a:cubicBezTo>
                    <a:pt x="0" y="663"/>
                    <a:pt x="189" y="852"/>
                    <a:pt x="410" y="852"/>
                  </a:cubicBezTo>
                  <a:lnTo>
                    <a:pt x="2930" y="852"/>
                  </a:lnTo>
                  <a:cubicBezTo>
                    <a:pt x="3151" y="852"/>
                    <a:pt x="3340" y="663"/>
                    <a:pt x="3340" y="442"/>
                  </a:cubicBezTo>
                  <a:cubicBezTo>
                    <a:pt x="3340" y="190"/>
                    <a:pt x="3151" y="1"/>
                    <a:pt x="29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2" name="Google Shape;11802;p138"/>
            <p:cNvSpPr/>
            <p:nvPr/>
          </p:nvSpPr>
          <p:spPr>
            <a:xfrm>
              <a:off x="-9923025" y="1871000"/>
              <a:ext cx="145725" cy="20500"/>
            </a:xfrm>
            <a:custGeom>
              <a:rect b="b" l="l" r="r" t="t"/>
              <a:pathLst>
                <a:path extrusionOk="0" h="820" w="5829">
                  <a:moveTo>
                    <a:pt x="410" y="0"/>
                  </a:moveTo>
                  <a:cubicBezTo>
                    <a:pt x="190" y="0"/>
                    <a:pt x="1" y="189"/>
                    <a:pt x="1" y="378"/>
                  </a:cubicBezTo>
                  <a:cubicBezTo>
                    <a:pt x="1" y="630"/>
                    <a:pt x="190" y="819"/>
                    <a:pt x="410" y="819"/>
                  </a:cubicBezTo>
                  <a:lnTo>
                    <a:pt x="5419" y="819"/>
                  </a:lnTo>
                  <a:cubicBezTo>
                    <a:pt x="5671" y="819"/>
                    <a:pt x="5829" y="630"/>
                    <a:pt x="5829" y="378"/>
                  </a:cubicBezTo>
                  <a:cubicBezTo>
                    <a:pt x="5829" y="189"/>
                    <a:pt x="5671" y="0"/>
                    <a:pt x="54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803" name="Google Shape;11803;p138"/>
          <p:cNvSpPr/>
          <p:nvPr/>
        </p:nvSpPr>
        <p:spPr>
          <a:xfrm>
            <a:off x="5311472" y="2958272"/>
            <a:ext cx="327116" cy="341748"/>
          </a:xfrm>
          <a:custGeom>
            <a:rect b="b" l="l" r="r" t="t"/>
            <a:pathLst>
              <a:path extrusionOk="0" h="14154" w="13548">
                <a:moveTo>
                  <a:pt x="6774" y="914"/>
                </a:moveTo>
                <a:cubicBezTo>
                  <a:pt x="7215" y="914"/>
                  <a:pt x="7593" y="1324"/>
                  <a:pt x="7593" y="1797"/>
                </a:cubicBezTo>
                <a:cubicBezTo>
                  <a:pt x="7593" y="2238"/>
                  <a:pt x="7247" y="2616"/>
                  <a:pt x="6774" y="2616"/>
                </a:cubicBezTo>
                <a:cubicBezTo>
                  <a:pt x="6301" y="2616"/>
                  <a:pt x="5955" y="2238"/>
                  <a:pt x="5955" y="1797"/>
                </a:cubicBezTo>
                <a:cubicBezTo>
                  <a:pt x="5955" y="1324"/>
                  <a:pt x="6333" y="914"/>
                  <a:pt x="6774" y="914"/>
                </a:cubicBezTo>
                <a:close/>
                <a:moveTo>
                  <a:pt x="1400" y="2610"/>
                </a:moveTo>
                <a:cubicBezTo>
                  <a:pt x="1427" y="2610"/>
                  <a:pt x="1454" y="2612"/>
                  <a:pt x="1481" y="2616"/>
                </a:cubicBezTo>
                <a:lnTo>
                  <a:pt x="4222" y="3151"/>
                </a:lnTo>
                <a:lnTo>
                  <a:pt x="3151" y="3781"/>
                </a:lnTo>
                <a:cubicBezTo>
                  <a:pt x="3119" y="3750"/>
                  <a:pt x="3245" y="3781"/>
                  <a:pt x="1324" y="3403"/>
                </a:cubicBezTo>
                <a:cubicBezTo>
                  <a:pt x="1072" y="3372"/>
                  <a:pt x="946" y="3120"/>
                  <a:pt x="1009" y="2931"/>
                </a:cubicBezTo>
                <a:cubicBezTo>
                  <a:pt x="1036" y="2710"/>
                  <a:pt x="1209" y="2610"/>
                  <a:pt x="1400" y="2610"/>
                </a:cubicBezTo>
                <a:close/>
                <a:moveTo>
                  <a:pt x="5502" y="3443"/>
                </a:moveTo>
                <a:cubicBezTo>
                  <a:pt x="5553" y="3443"/>
                  <a:pt x="5608" y="3451"/>
                  <a:pt x="5671" y="3466"/>
                </a:cubicBezTo>
                <a:cubicBezTo>
                  <a:pt x="5860" y="3561"/>
                  <a:pt x="5923" y="3624"/>
                  <a:pt x="5955" y="3907"/>
                </a:cubicBezTo>
                <a:cubicBezTo>
                  <a:pt x="5986" y="4254"/>
                  <a:pt x="5923" y="5766"/>
                  <a:pt x="7089" y="7278"/>
                </a:cubicBezTo>
                <a:cubicBezTo>
                  <a:pt x="7175" y="7385"/>
                  <a:pt x="7304" y="7449"/>
                  <a:pt x="7427" y="7449"/>
                </a:cubicBezTo>
                <a:cubicBezTo>
                  <a:pt x="7486" y="7449"/>
                  <a:pt x="7543" y="7435"/>
                  <a:pt x="7593" y="7404"/>
                </a:cubicBezTo>
                <a:lnTo>
                  <a:pt x="11972" y="5168"/>
                </a:lnTo>
                <a:cubicBezTo>
                  <a:pt x="12030" y="5129"/>
                  <a:pt x="12094" y="5111"/>
                  <a:pt x="12158" y="5111"/>
                </a:cubicBezTo>
                <a:cubicBezTo>
                  <a:pt x="12304" y="5111"/>
                  <a:pt x="12452" y="5204"/>
                  <a:pt x="12539" y="5357"/>
                </a:cubicBezTo>
                <a:cubicBezTo>
                  <a:pt x="12634" y="5577"/>
                  <a:pt x="12571" y="5798"/>
                  <a:pt x="12319" y="5924"/>
                </a:cubicBezTo>
                <a:lnTo>
                  <a:pt x="7499" y="8444"/>
                </a:lnTo>
                <a:cubicBezTo>
                  <a:pt x="7404" y="8476"/>
                  <a:pt x="7562" y="8350"/>
                  <a:pt x="5388" y="10366"/>
                </a:cubicBezTo>
                <a:cubicBezTo>
                  <a:pt x="5293" y="10492"/>
                  <a:pt x="5230" y="10712"/>
                  <a:pt x="5325" y="10870"/>
                </a:cubicBezTo>
                <a:lnTo>
                  <a:pt x="6396" y="12823"/>
                </a:lnTo>
                <a:cubicBezTo>
                  <a:pt x="6490" y="13012"/>
                  <a:pt x="6427" y="13233"/>
                  <a:pt x="6238" y="13359"/>
                </a:cubicBezTo>
                <a:cubicBezTo>
                  <a:pt x="6169" y="13398"/>
                  <a:pt x="6100" y="13416"/>
                  <a:pt x="6034" y="13416"/>
                </a:cubicBezTo>
                <a:cubicBezTo>
                  <a:pt x="5889" y="13416"/>
                  <a:pt x="5758" y="13331"/>
                  <a:pt x="5671" y="13201"/>
                </a:cubicBezTo>
                <a:lnTo>
                  <a:pt x="4285" y="10681"/>
                </a:lnTo>
                <a:cubicBezTo>
                  <a:pt x="4222" y="10523"/>
                  <a:pt x="4222" y="10334"/>
                  <a:pt x="4380" y="10177"/>
                </a:cubicBezTo>
                <a:lnTo>
                  <a:pt x="6333" y="8318"/>
                </a:lnTo>
                <a:cubicBezTo>
                  <a:pt x="6490" y="8161"/>
                  <a:pt x="6490" y="7940"/>
                  <a:pt x="6396" y="7783"/>
                </a:cubicBezTo>
                <a:cubicBezTo>
                  <a:pt x="5797" y="6995"/>
                  <a:pt x="5388" y="6050"/>
                  <a:pt x="5199" y="5042"/>
                </a:cubicBezTo>
                <a:cubicBezTo>
                  <a:pt x="5176" y="4859"/>
                  <a:pt x="4988" y="4727"/>
                  <a:pt x="4791" y="4727"/>
                </a:cubicBezTo>
                <a:cubicBezTo>
                  <a:pt x="4715" y="4727"/>
                  <a:pt x="4638" y="4746"/>
                  <a:pt x="4569" y="4790"/>
                </a:cubicBezTo>
                <a:cubicBezTo>
                  <a:pt x="4128" y="5042"/>
                  <a:pt x="4600" y="4727"/>
                  <a:pt x="1544" y="6743"/>
                </a:cubicBezTo>
                <a:cubicBezTo>
                  <a:pt x="1493" y="6768"/>
                  <a:pt x="1438" y="6780"/>
                  <a:pt x="1382" y="6780"/>
                </a:cubicBezTo>
                <a:cubicBezTo>
                  <a:pt x="1229" y="6780"/>
                  <a:pt x="1069" y="6692"/>
                  <a:pt x="977" y="6554"/>
                </a:cubicBezTo>
                <a:cubicBezTo>
                  <a:pt x="946" y="6270"/>
                  <a:pt x="1040" y="6050"/>
                  <a:pt x="1229" y="5955"/>
                </a:cubicBezTo>
                <a:cubicBezTo>
                  <a:pt x="1261" y="5955"/>
                  <a:pt x="5356" y="3466"/>
                  <a:pt x="5356" y="3466"/>
                </a:cubicBezTo>
                <a:cubicBezTo>
                  <a:pt x="5403" y="3451"/>
                  <a:pt x="5451" y="3443"/>
                  <a:pt x="5502" y="3443"/>
                </a:cubicBezTo>
                <a:close/>
                <a:moveTo>
                  <a:pt x="6774" y="1"/>
                </a:moveTo>
                <a:cubicBezTo>
                  <a:pt x="5892" y="1"/>
                  <a:pt x="5136" y="788"/>
                  <a:pt x="5136" y="1702"/>
                </a:cubicBezTo>
                <a:cubicBezTo>
                  <a:pt x="5136" y="1986"/>
                  <a:pt x="5199" y="2206"/>
                  <a:pt x="5325" y="2458"/>
                </a:cubicBezTo>
                <a:lnTo>
                  <a:pt x="1670" y="1702"/>
                </a:lnTo>
                <a:cubicBezTo>
                  <a:pt x="1594" y="1688"/>
                  <a:pt x="1517" y="1681"/>
                  <a:pt x="1441" y="1681"/>
                </a:cubicBezTo>
                <a:cubicBezTo>
                  <a:pt x="857" y="1681"/>
                  <a:pt x="305" y="2093"/>
                  <a:pt x="221" y="2679"/>
                </a:cubicBezTo>
                <a:cubicBezTo>
                  <a:pt x="95" y="3372"/>
                  <a:pt x="536" y="4033"/>
                  <a:pt x="1198" y="4159"/>
                </a:cubicBezTo>
                <a:lnTo>
                  <a:pt x="2174" y="4349"/>
                </a:lnTo>
                <a:lnTo>
                  <a:pt x="883" y="5136"/>
                </a:lnTo>
                <a:cubicBezTo>
                  <a:pt x="252" y="5514"/>
                  <a:pt x="0" y="6239"/>
                  <a:pt x="284" y="6869"/>
                </a:cubicBezTo>
                <a:cubicBezTo>
                  <a:pt x="512" y="7326"/>
                  <a:pt x="974" y="7536"/>
                  <a:pt x="1397" y="7536"/>
                </a:cubicBezTo>
                <a:cubicBezTo>
                  <a:pt x="1616" y="7536"/>
                  <a:pt x="1824" y="7480"/>
                  <a:pt x="1985" y="7373"/>
                </a:cubicBezTo>
                <a:lnTo>
                  <a:pt x="4506" y="5735"/>
                </a:lnTo>
                <a:cubicBezTo>
                  <a:pt x="4695" y="6522"/>
                  <a:pt x="5041" y="7215"/>
                  <a:pt x="5482" y="7877"/>
                </a:cubicBezTo>
                <a:lnTo>
                  <a:pt x="3781" y="9515"/>
                </a:lnTo>
                <a:cubicBezTo>
                  <a:pt x="3403" y="9893"/>
                  <a:pt x="3277" y="10523"/>
                  <a:pt x="3560" y="10996"/>
                </a:cubicBezTo>
                <a:lnTo>
                  <a:pt x="4947" y="13516"/>
                </a:lnTo>
                <a:cubicBezTo>
                  <a:pt x="5181" y="13922"/>
                  <a:pt x="5604" y="14154"/>
                  <a:pt x="6028" y="14154"/>
                </a:cubicBezTo>
                <a:cubicBezTo>
                  <a:pt x="6230" y="14154"/>
                  <a:pt x="6433" y="14101"/>
                  <a:pt x="6616" y="13989"/>
                </a:cubicBezTo>
                <a:cubicBezTo>
                  <a:pt x="7215" y="13642"/>
                  <a:pt x="7467" y="12886"/>
                  <a:pt x="7089" y="12288"/>
                </a:cubicBezTo>
                <a:lnTo>
                  <a:pt x="6207" y="10649"/>
                </a:lnTo>
                <a:lnTo>
                  <a:pt x="7877" y="9043"/>
                </a:lnTo>
                <a:lnTo>
                  <a:pt x="12697" y="6554"/>
                </a:lnTo>
                <a:cubicBezTo>
                  <a:pt x="13295" y="6239"/>
                  <a:pt x="13548" y="5483"/>
                  <a:pt x="13232" y="4884"/>
                </a:cubicBezTo>
                <a:cubicBezTo>
                  <a:pt x="13014" y="4446"/>
                  <a:pt x="12597" y="4206"/>
                  <a:pt x="12162" y="4206"/>
                </a:cubicBezTo>
                <a:cubicBezTo>
                  <a:pt x="11971" y="4206"/>
                  <a:pt x="11777" y="4252"/>
                  <a:pt x="11594" y="4349"/>
                </a:cubicBezTo>
                <a:lnTo>
                  <a:pt x="7530" y="6428"/>
                </a:lnTo>
                <a:cubicBezTo>
                  <a:pt x="6679" y="5136"/>
                  <a:pt x="6837" y="3907"/>
                  <a:pt x="6774" y="3750"/>
                </a:cubicBezTo>
                <a:cubicBezTo>
                  <a:pt x="6774" y="3687"/>
                  <a:pt x="6774" y="3529"/>
                  <a:pt x="6711" y="3372"/>
                </a:cubicBezTo>
                <a:lnTo>
                  <a:pt x="6774" y="3372"/>
                </a:lnTo>
                <a:cubicBezTo>
                  <a:pt x="7688" y="3372"/>
                  <a:pt x="8444" y="2616"/>
                  <a:pt x="8444" y="1702"/>
                </a:cubicBezTo>
                <a:cubicBezTo>
                  <a:pt x="8444" y="788"/>
                  <a:pt x="7688" y="1"/>
                  <a:pt x="677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804" name="Google Shape;11804;p138"/>
          <p:cNvGrpSpPr/>
          <p:nvPr/>
        </p:nvGrpSpPr>
        <p:grpSpPr>
          <a:xfrm>
            <a:off x="8031595" y="2576583"/>
            <a:ext cx="322553" cy="342328"/>
            <a:chOff x="-10019125" y="2490075"/>
            <a:chExt cx="333975" cy="354450"/>
          </a:xfrm>
        </p:grpSpPr>
        <p:sp>
          <p:nvSpPr>
            <p:cNvPr id="11805" name="Google Shape;11805;p138"/>
            <p:cNvSpPr/>
            <p:nvPr/>
          </p:nvSpPr>
          <p:spPr>
            <a:xfrm>
              <a:off x="-10019125" y="2490850"/>
              <a:ext cx="333975" cy="353675"/>
            </a:xfrm>
            <a:custGeom>
              <a:rect b="b" l="l" r="r" t="t"/>
              <a:pathLst>
                <a:path extrusionOk="0" h="14147" w="13359">
                  <a:moveTo>
                    <a:pt x="7184" y="1670"/>
                  </a:moveTo>
                  <a:cubicBezTo>
                    <a:pt x="7405" y="1670"/>
                    <a:pt x="7625" y="1859"/>
                    <a:pt x="7625" y="2048"/>
                  </a:cubicBezTo>
                  <a:lnTo>
                    <a:pt x="7625" y="4191"/>
                  </a:lnTo>
                  <a:cubicBezTo>
                    <a:pt x="7499" y="4128"/>
                    <a:pt x="7342" y="4096"/>
                    <a:pt x="7184" y="4096"/>
                  </a:cubicBezTo>
                  <a:cubicBezTo>
                    <a:pt x="7027" y="4096"/>
                    <a:pt x="6900" y="4128"/>
                    <a:pt x="6743" y="4191"/>
                  </a:cubicBezTo>
                  <a:lnTo>
                    <a:pt x="6743" y="2048"/>
                  </a:lnTo>
                  <a:cubicBezTo>
                    <a:pt x="6743" y="1828"/>
                    <a:pt x="6932" y="1670"/>
                    <a:pt x="7184" y="1670"/>
                  </a:cubicBezTo>
                  <a:close/>
                  <a:moveTo>
                    <a:pt x="8791" y="788"/>
                  </a:moveTo>
                  <a:cubicBezTo>
                    <a:pt x="8980" y="788"/>
                    <a:pt x="9200" y="977"/>
                    <a:pt x="9200" y="1229"/>
                  </a:cubicBezTo>
                  <a:lnTo>
                    <a:pt x="9200" y="5356"/>
                  </a:lnTo>
                  <a:cubicBezTo>
                    <a:pt x="9200" y="5608"/>
                    <a:pt x="9389" y="5797"/>
                    <a:pt x="9610" y="5797"/>
                  </a:cubicBezTo>
                  <a:cubicBezTo>
                    <a:pt x="9862" y="5797"/>
                    <a:pt x="10019" y="5608"/>
                    <a:pt x="10019" y="5356"/>
                  </a:cubicBezTo>
                  <a:lnTo>
                    <a:pt x="10019" y="2048"/>
                  </a:lnTo>
                  <a:cubicBezTo>
                    <a:pt x="10019" y="1828"/>
                    <a:pt x="10209" y="1670"/>
                    <a:pt x="10398" y="1670"/>
                  </a:cubicBezTo>
                  <a:cubicBezTo>
                    <a:pt x="10618" y="1670"/>
                    <a:pt x="10807" y="1859"/>
                    <a:pt x="10807" y="2048"/>
                  </a:cubicBezTo>
                  <a:lnTo>
                    <a:pt x="10807" y="5356"/>
                  </a:lnTo>
                  <a:cubicBezTo>
                    <a:pt x="10807" y="5608"/>
                    <a:pt x="10996" y="5797"/>
                    <a:pt x="11185" y="5797"/>
                  </a:cubicBezTo>
                  <a:cubicBezTo>
                    <a:pt x="11406" y="5797"/>
                    <a:pt x="11626" y="5608"/>
                    <a:pt x="11626" y="5356"/>
                  </a:cubicBezTo>
                  <a:lnTo>
                    <a:pt x="11626" y="4537"/>
                  </a:lnTo>
                  <a:cubicBezTo>
                    <a:pt x="11626" y="4285"/>
                    <a:pt x="11815" y="4096"/>
                    <a:pt x="12036" y="4096"/>
                  </a:cubicBezTo>
                  <a:cubicBezTo>
                    <a:pt x="12256" y="4096"/>
                    <a:pt x="12414" y="4285"/>
                    <a:pt x="12414" y="4537"/>
                  </a:cubicBezTo>
                  <a:lnTo>
                    <a:pt x="12414" y="8696"/>
                  </a:lnTo>
                  <a:cubicBezTo>
                    <a:pt x="12414" y="9389"/>
                    <a:pt x="11878" y="9925"/>
                    <a:pt x="11154" y="9925"/>
                  </a:cubicBezTo>
                  <a:lnTo>
                    <a:pt x="9925" y="9925"/>
                  </a:lnTo>
                  <a:lnTo>
                    <a:pt x="9925" y="7845"/>
                  </a:lnTo>
                  <a:cubicBezTo>
                    <a:pt x="9925" y="7184"/>
                    <a:pt x="9389" y="6617"/>
                    <a:pt x="8665" y="6617"/>
                  </a:cubicBezTo>
                  <a:cubicBezTo>
                    <a:pt x="8507" y="6617"/>
                    <a:pt x="8413" y="6648"/>
                    <a:pt x="8287" y="6711"/>
                  </a:cubicBezTo>
                  <a:cubicBezTo>
                    <a:pt x="8413" y="6585"/>
                    <a:pt x="8413" y="1891"/>
                    <a:pt x="8413" y="1229"/>
                  </a:cubicBezTo>
                  <a:cubicBezTo>
                    <a:pt x="8413" y="977"/>
                    <a:pt x="8602" y="788"/>
                    <a:pt x="8791" y="788"/>
                  </a:cubicBezTo>
                  <a:close/>
                  <a:moveTo>
                    <a:pt x="5483" y="4096"/>
                  </a:moveTo>
                  <a:cubicBezTo>
                    <a:pt x="5735" y="4096"/>
                    <a:pt x="5892" y="4254"/>
                    <a:pt x="5924" y="4506"/>
                  </a:cubicBezTo>
                  <a:lnTo>
                    <a:pt x="5924" y="8696"/>
                  </a:lnTo>
                  <a:cubicBezTo>
                    <a:pt x="5924" y="8948"/>
                    <a:pt x="6113" y="9105"/>
                    <a:pt x="6302" y="9105"/>
                  </a:cubicBezTo>
                  <a:cubicBezTo>
                    <a:pt x="6554" y="9105"/>
                    <a:pt x="6743" y="8885"/>
                    <a:pt x="6743" y="8696"/>
                  </a:cubicBezTo>
                  <a:lnTo>
                    <a:pt x="6743" y="5356"/>
                  </a:lnTo>
                  <a:cubicBezTo>
                    <a:pt x="6743" y="5136"/>
                    <a:pt x="6932" y="4915"/>
                    <a:pt x="7153" y="4915"/>
                  </a:cubicBezTo>
                  <a:cubicBezTo>
                    <a:pt x="7342" y="4915"/>
                    <a:pt x="7562" y="5136"/>
                    <a:pt x="7562" y="5356"/>
                  </a:cubicBezTo>
                  <a:lnTo>
                    <a:pt x="7562" y="8696"/>
                  </a:lnTo>
                  <a:cubicBezTo>
                    <a:pt x="7562" y="8948"/>
                    <a:pt x="7783" y="9105"/>
                    <a:pt x="7972" y="9105"/>
                  </a:cubicBezTo>
                  <a:cubicBezTo>
                    <a:pt x="8161" y="9105"/>
                    <a:pt x="8350" y="8885"/>
                    <a:pt x="8350" y="8696"/>
                  </a:cubicBezTo>
                  <a:lnTo>
                    <a:pt x="8350" y="7877"/>
                  </a:lnTo>
                  <a:cubicBezTo>
                    <a:pt x="8350" y="7656"/>
                    <a:pt x="8570" y="7436"/>
                    <a:pt x="8759" y="7436"/>
                  </a:cubicBezTo>
                  <a:cubicBezTo>
                    <a:pt x="8948" y="7436"/>
                    <a:pt x="9137" y="7656"/>
                    <a:pt x="9137" y="7877"/>
                  </a:cubicBezTo>
                  <a:lnTo>
                    <a:pt x="9137" y="12035"/>
                  </a:lnTo>
                  <a:cubicBezTo>
                    <a:pt x="9137" y="12728"/>
                    <a:pt x="8602" y="13264"/>
                    <a:pt x="7940" y="13264"/>
                  </a:cubicBezTo>
                  <a:lnTo>
                    <a:pt x="3403" y="13264"/>
                  </a:lnTo>
                  <a:cubicBezTo>
                    <a:pt x="2994" y="13264"/>
                    <a:pt x="2647" y="13075"/>
                    <a:pt x="2427" y="12791"/>
                  </a:cubicBezTo>
                  <a:cubicBezTo>
                    <a:pt x="915" y="10523"/>
                    <a:pt x="1009" y="10649"/>
                    <a:pt x="1009" y="10586"/>
                  </a:cubicBezTo>
                  <a:cubicBezTo>
                    <a:pt x="915" y="10429"/>
                    <a:pt x="915" y="10208"/>
                    <a:pt x="1104" y="10051"/>
                  </a:cubicBezTo>
                  <a:cubicBezTo>
                    <a:pt x="1189" y="9980"/>
                    <a:pt x="1280" y="9947"/>
                    <a:pt x="1370" y="9947"/>
                  </a:cubicBezTo>
                  <a:cubicBezTo>
                    <a:pt x="1479" y="9947"/>
                    <a:pt x="1584" y="9995"/>
                    <a:pt x="1671" y="10082"/>
                  </a:cubicBezTo>
                  <a:lnTo>
                    <a:pt x="2742" y="11153"/>
                  </a:lnTo>
                  <a:cubicBezTo>
                    <a:pt x="2818" y="11230"/>
                    <a:pt x="2918" y="11271"/>
                    <a:pt x="3005" y="11271"/>
                  </a:cubicBezTo>
                  <a:cubicBezTo>
                    <a:pt x="3062" y="11271"/>
                    <a:pt x="3114" y="11254"/>
                    <a:pt x="3151" y="11216"/>
                  </a:cubicBezTo>
                  <a:cubicBezTo>
                    <a:pt x="3340" y="11153"/>
                    <a:pt x="3403" y="11027"/>
                    <a:pt x="3403" y="10838"/>
                  </a:cubicBezTo>
                  <a:lnTo>
                    <a:pt x="3403" y="5356"/>
                  </a:lnTo>
                  <a:cubicBezTo>
                    <a:pt x="3403" y="5136"/>
                    <a:pt x="3592" y="4915"/>
                    <a:pt x="3845" y="4915"/>
                  </a:cubicBezTo>
                  <a:cubicBezTo>
                    <a:pt x="4065" y="4915"/>
                    <a:pt x="4223" y="5136"/>
                    <a:pt x="4223" y="5356"/>
                  </a:cubicBezTo>
                  <a:lnTo>
                    <a:pt x="4223" y="8696"/>
                  </a:lnTo>
                  <a:cubicBezTo>
                    <a:pt x="4223" y="8948"/>
                    <a:pt x="4412" y="9105"/>
                    <a:pt x="4664" y="9105"/>
                  </a:cubicBezTo>
                  <a:cubicBezTo>
                    <a:pt x="4884" y="9105"/>
                    <a:pt x="5105" y="8885"/>
                    <a:pt x="5105" y="8696"/>
                  </a:cubicBezTo>
                  <a:lnTo>
                    <a:pt x="5105" y="4537"/>
                  </a:lnTo>
                  <a:cubicBezTo>
                    <a:pt x="5105" y="4285"/>
                    <a:pt x="5294" y="4096"/>
                    <a:pt x="5483" y="4096"/>
                  </a:cubicBezTo>
                  <a:close/>
                  <a:moveTo>
                    <a:pt x="8822" y="1"/>
                  </a:moveTo>
                  <a:cubicBezTo>
                    <a:pt x="8255" y="1"/>
                    <a:pt x="7783" y="410"/>
                    <a:pt x="7657" y="914"/>
                  </a:cubicBezTo>
                  <a:cubicBezTo>
                    <a:pt x="7499" y="883"/>
                    <a:pt x="7342" y="820"/>
                    <a:pt x="7184" y="820"/>
                  </a:cubicBezTo>
                  <a:cubicBezTo>
                    <a:pt x="6522" y="820"/>
                    <a:pt x="5955" y="1387"/>
                    <a:pt x="5955" y="2048"/>
                  </a:cubicBezTo>
                  <a:lnTo>
                    <a:pt x="5955" y="3340"/>
                  </a:lnTo>
                  <a:cubicBezTo>
                    <a:pt x="5829" y="3309"/>
                    <a:pt x="5672" y="3277"/>
                    <a:pt x="5514" y="3277"/>
                  </a:cubicBezTo>
                  <a:cubicBezTo>
                    <a:pt x="4947" y="3277"/>
                    <a:pt x="4475" y="3655"/>
                    <a:pt x="4349" y="4191"/>
                  </a:cubicBezTo>
                  <a:cubicBezTo>
                    <a:pt x="4191" y="4128"/>
                    <a:pt x="4034" y="4096"/>
                    <a:pt x="3876" y="4096"/>
                  </a:cubicBezTo>
                  <a:cubicBezTo>
                    <a:pt x="3214" y="4096"/>
                    <a:pt x="2616" y="4663"/>
                    <a:pt x="2616" y="5356"/>
                  </a:cubicBezTo>
                  <a:lnTo>
                    <a:pt x="2616" y="9862"/>
                  </a:lnTo>
                  <a:lnTo>
                    <a:pt x="2269" y="9483"/>
                  </a:lnTo>
                  <a:cubicBezTo>
                    <a:pt x="2025" y="9239"/>
                    <a:pt x="1712" y="9121"/>
                    <a:pt x="1398" y="9121"/>
                  </a:cubicBezTo>
                  <a:cubicBezTo>
                    <a:pt x="1105" y="9121"/>
                    <a:pt x="811" y="9223"/>
                    <a:pt x="568" y="9420"/>
                  </a:cubicBezTo>
                  <a:cubicBezTo>
                    <a:pt x="95" y="9862"/>
                    <a:pt x="1" y="10555"/>
                    <a:pt x="379" y="11059"/>
                  </a:cubicBezTo>
                  <a:lnTo>
                    <a:pt x="1797" y="13264"/>
                  </a:lnTo>
                  <a:cubicBezTo>
                    <a:pt x="2175" y="13831"/>
                    <a:pt x="2805" y="14146"/>
                    <a:pt x="3435" y="14146"/>
                  </a:cubicBezTo>
                  <a:lnTo>
                    <a:pt x="7972" y="14146"/>
                  </a:lnTo>
                  <a:cubicBezTo>
                    <a:pt x="9106" y="14146"/>
                    <a:pt x="10051" y="13201"/>
                    <a:pt x="10051" y="12035"/>
                  </a:cubicBezTo>
                  <a:lnTo>
                    <a:pt x="10051" y="10807"/>
                  </a:lnTo>
                  <a:lnTo>
                    <a:pt x="11280" y="10807"/>
                  </a:lnTo>
                  <a:cubicBezTo>
                    <a:pt x="12414" y="10807"/>
                    <a:pt x="13359" y="9862"/>
                    <a:pt x="13359" y="8696"/>
                  </a:cubicBezTo>
                  <a:lnTo>
                    <a:pt x="13359" y="4537"/>
                  </a:lnTo>
                  <a:cubicBezTo>
                    <a:pt x="13359" y="3876"/>
                    <a:pt x="12823" y="3309"/>
                    <a:pt x="12130" y="3309"/>
                  </a:cubicBezTo>
                  <a:cubicBezTo>
                    <a:pt x="11973" y="3309"/>
                    <a:pt x="11878" y="3340"/>
                    <a:pt x="11752" y="3372"/>
                  </a:cubicBezTo>
                  <a:lnTo>
                    <a:pt x="11752" y="2048"/>
                  </a:lnTo>
                  <a:cubicBezTo>
                    <a:pt x="11752" y="1387"/>
                    <a:pt x="11185" y="820"/>
                    <a:pt x="10492" y="820"/>
                  </a:cubicBezTo>
                  <a:cubicBezTo>
                    <a:pt x="10335" y="820"/>
                    <a:pt x="10177" y="883"/>
                    <a:pt x="10019" y="914"/>
                  </a:cubicBezTo>
                  <a:cubicBezTo>
                    <a:pt x="9862" y="410"/>
                    <a:pt x="9389" y="1"/>
                    <a:pt x="882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6" name="Google Shape;11806;p138"/>
            <p:cNvSpPr/>
            <p:nvPr/>
          </p:nvSpPr>
          <p:spPr>
            <a:xfrm>
              <a:off x="-10016750" y="2491050"/>
              <a:ext cx="63825" cy="61850"/>
            </a:xfrm>
            <a:custGeom>
              <a:rect b="b" l="l" r="r" t="t"/>
              <a:pathLst>
                <a:path extrusionOk="0" h="2474" w="2553">
                  <a:moveTo>
                    <a:pt x="457" y="0"/>
                  </a:moveTo>
                  <a:cubicBezTo>
                    <a:pt x="347" y="0"/>
                    <a:pt x="237" y="40"/>
                    <a:pt x="158" y="119"/>
                  </a:cubicBezTo>
                  <a:cubicBezTo>
                    <a:pt x="0" y="276"/>
                    <a:pt x="0" y="560"/>
                    <a:pt x="158" y="717"/>
                  </a:cubicBezTo>
                  <a:lnTo>
                    <a:pt x="1796" y="2355"/>
                  </a:lnTo>
                  <a:cubicBezTo>
                    <a:pt x="1891" y="2434"/>
                    <a:pt x="2001" y="2474"/>
                    <a:pt x="2107" y="2474"/>
                  </a:cubicBezTo>
                  <a:cubicBezTo>
                    <a:pt x="2214" y="2474"/>
                    <a:pt x="2316" y="2434"/>
                    <a:pt x="2395" y="2355"/>
                  </a:cubicBezTo>
                  <a:cubicBezTo>
                    <a:pt x="2552" y="2198"/>
                    <a:pt x="2552" y="1914"/>
                    <a:pt x="2395" y="1757"/>
                  </a:cubicBezTo>
                  <a:lnTo>
                    <a:pt x="757" y="119"/>
                  </a:lnTo>
                  <a:cubicBezTo>
                    <a:pt x="678" y="40"/>
                    <a:pt x="568" y="0"/>
                    <a:pt x="45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7" name="Google Shape;11807;p138"/>
            <p:cNvSpPr/>
            <p:nvPr/>
          </p:nvSpPr>
          <p:spPr>
            <a:xfrm>
              <a:off x="-9933275" y="2490075"/>
              <a:ext cx="20525" cy="63025"/>
            </a:xfrm>
            <a:custGeom>
              <a:rect b="b" l="l" r="r" t="t"/>
              <a:pathLst>
                <a:path extrusionOk="0" h="2521" w="821">
                  <a:moveTo>
                    <a:pt x="442" y="0"/>
                  </a:moveTo>
                  <a:cubicBezTo>
                    <a:pt x="221" y="0"/>
                    <a:pt x="1" y="189"/>
                    <a:pt x="1" y="441"/>
                  </a:cubicBezTo>
                  <a:lnTo>
                    <a:pt x="1" y="2079"/>
                  </a:lnTo>
                  <a:cubicBezTo>
                    <a:pt x="1" y="2331"/>
                    <a:pt x="221" y="2520"/>
                    <a:pt x="442" y="2520"/>
                  </a:cubicBezTo>
                  <a:cubicBezTo>
                    <a:pt x="631" y="2520"/>
                    <a:pt x="820" y="2331"/>
                    <a:pt x="820" y="2079"/>
                  </a:cubicBezTo>
                  <a:lnTo>
                    <a:pt x="820" y="441"/>
                  </a:lnTo>
                  <a:cubicBezTo>
                    <a:pt x="820" y="189"/>
                    <a:pt x="631" y="0"/>
                    <a:pt x="44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8" name="Google Shape;11808;p138"/>
            <p:cNvSpPr/>
            <p:nvPr/>
          </p:nvSpPr>
          <p:spPr>
            <a:xfrm>
              <a:off x="-10015975" y="2573550"/>
              <a:ext cx="63050" cy="20500"/>
            </a:xfrm>
            <a:custGeom>
              <a:rect b="b" l="l" r="r" t="t"/>
              <a:pathLst>
                <a:path extrusionOk="0" h="820" w="2522">
                  <a:moveTo>
                    <a:pt x="442" y="1"/>
                  </a:moveTo>
                  <a:cubicBezTo>
                    <a:pt x="190" y="1"/>
                    <a:pt x="1" y="190"/>
                    <a:pt x="1" y="442"/>
                  </a:cubicBezTo>
                  <a:cubicBezTo>
                    <a:pt x="1" y="631"/>
                    <a:pt x="190" y="820"/>
                    <a:pt x="442" y="820"/>
                  </a:cubicBezTo>
                  <a:lnTo>
                    <a:pt x="2080" y="820"/>
                  </a:lnTo>
                  <a:cubicBezTo>
                    <a:pt x="2332" y="820"/>
                    <a:pt x="2521" y="631"/>
                    <a:pt x="2521" y="442"/>
                  </a:cubicBezTo>
                  <a:cubicBezTo>
                    <a:pt x="2521" y="190"/>
                    <a:pt x="2332" y="1"/>
                    <a:pt x="208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09" name="Google Shape;11809;p138"/>
          <p:cNvGrpSpPr/>
          <p:nvPr/>
        </p:nvGrpSpPr>
        <p:grpSpPr>
          <a:xfrm>
            <a:off x="6661180" y="2957593"/>
            <a:ext cx="352227" cy="343100"/>
            <a:chOff x="-8684100" y="2032450"/>
            <a:chExt cx="364700" cy="355250"/>
          </a:xfrm>
        </p:grpSpPr>
        <p:sp>
          <p:nvSpPr>
            <p:cNvPr id="11810" name="Google Shape;11810;p138"/>
            <p:cNvSpPr/>
            <p:nvPr/>
          </p:nvSpPr>
          <p:spPr>
            <a:xfrm>
              <a:off x="-8684100" y="2032450"/>
              <a:ext cx="364700" cy="355250"/>
            </a:xfrm>
            <a:custGeom>
              <a:rect b="b" l="l" r="r" t="t"/>
              <a:pathLst>
                <a:path extrusionOk="0" h="14210" w="14588">
                  <a:moveTo>
                    <a:pt x="13611" y="820"/>
                  </a:moveTo>
                  <a:lnTo>
                    <a:pt x="13611" y="1891"/>
                  </a:lnTo>
                  <a:lnTo>
                    <a:pt x="13642" y="1891"/>
                  </a:lnTo>
                  <a:lnTo>
                    <a:pt x="12130" y="2994"/>
                  </a:lnTo>
                  <a:lnTo>
                    <a:pt x="11469" y="2301"/>
                  </a:lnTo>
                  <a:lnTo>
                    <a:pt x="12571" y="820"/>
                  </a:lnTo>
                  <a:close/>
                  <a:moveTo>
                    <a:pt x="3561" y="2238"/>
                  </a:moveTo>
                  <a:lnTo>
                    <a:pt x="5294" y="3970"/>
                  </a:lnTo>
                  <a:cubicBezTo>
                    <a:pt x="5168" y="4033"/>
                    <a:pt x="5105" y="4128"/>
                    <a:pt x="4979" y="4254"/>
                  </a:cubicBezTo>
                  <a:lnTo>
                    <a:pt x="4695" y="4506"/>
                  </a:lnTo>
                  <a:lnTo>
                    <a:pt x="3844" y="3655"/>
                  </a:lnTo>
                  <a:cubicBezTo>
                    <a:pt x="3435" y="3246"/>
                    <a:pt x="3372" y="2710"/>
                    <a:pt x="3561" y="2238"/>
                  </a:cubicBezTo>
                  <a:close/>
                  <a:moveTo>
                    <a:pt x="10965" y="2899"/>
                  </a:moveTo>
                  <a:lnTo>
                    <a:pt x="11563" y="3498"/>
                  </a:lnTo>
                  <a:lnTo>
                    <a:pt x="8192" y="6837"/>
                  </a:lnTo>
                  <a:lnTo>
                    <a:pt x="7625" y="6239"/>
                  </a:lnTo>
                  <a:lnTo>
                    <a:pt x="10965" y="2899"/>
                  </a:lnTo>
                  <a:close/>
                  <a:moveTo>
                    <a:pt x="10492" y="9200"/>
                  </a:moveTo>
                  <a:lnTo>
                    <a:pt x="12225" y="10901"/>
                  </a:lnTo>
                  <a:cubicBezTo>
                    <a:pt x="12048" y="10984"/>
                    <a:pt x="11859" y="11027"/>
                    <a:pt x="11671" y="11027"/>
                  </a:cubicBezTo>
                  <a:cubicBezTo>
                    <a:pt x="11355" y="11027"/>
                    <a:pt x="11044" y="10906"/>
                    <a:pt x="10807" y="10649"/>
                  </a:cubicBezTo>
                  <a:lnTo>
                    <a:pt x="9925" y="9799"/>
                  </a:lnTo>
                  <a:lnTo>
                    <a:pt x="10208" y="9515"/>
                  </a:lnTo>
                  <a:cubicBezTo>
                    <a:pt x="10334" y="9389"/>
                    <a:pt x="10397" y="9326"/>
                    <a:pt x="10492" y="9200"/>
                  </a:cubicBezTo>
                  <a:close/>
                  <a:moveTo>
                    <a:pt x="2962" y="11059"/>
                  </a:moveTo>
                  <a:lnTo>
                    <a:pt x="3403" y="11500"/>
                  </a:lnTo>
                  <a:lnTo>
                    <a:pt x="2143" y="12319"/>
                  </a:lnTo>
                  <a:lnTo>
                    <a:pt x="2962" y="11059"/>
                  </a:lnTo>
                  <a:close/>
                  <a:moveTo>
                    <a:pt x="6996" y="4146"/>
                  </a:moveTo>
                  <a:cubicBezTo>
                    <a:pt x="7395" y="4146"/>
                    <a:pt x="7791" y="4258"/>
                    <a:pt x="8129" y="4474"/>
                  </a:cubicBezTo>
                  <a:lnTo>
                    <a:pt x="6711" y="5892"/>
                  </a:lnTo>
                  <a:cubicBezTo>
                    <a:pt x="6554" y="6050"/>
                    <a:pt x="6554" y="6333"/>
                    <a:pt x="6711" y="6491"/>
                  </a:cubicBezTo>
                  <a:lnTo>
                    <a:pt x="7877" y="7656"/>
                  </a:lnTo>
                  <a:cubicBezTo>
                    <a:pt x="7956" y="7735"/>
                    <a:pt x="8066" y="7775"/>
                    <a:pt x="8176" y="7775"/>
                  </a:cubicBezTo>
                  <a:cubicBezTo>
                    <a:pt x="8287" y="7775"/>
                    <a:pt x="8397" y="7735"/>
                    <a:pt x="8476" y="7656"/>
                  </a:cubicBezTo>
                  <a:lnTo>
                    <a:pt x="9893" y="6239"/>
                  </a:lnTo>
                  <a:cubicBezTo>
                    <a:pt x="10145" y="6648"/>
                    <a:pt x="10240" y="7026"/>
                    <a:pt x="10240" y="7436"/>
                  </a:cubicBezTo>
                  <a:cubicBezTo>
                    <a:pt x="10240" y="7971"/>
                    <a:pt x="10051" y="8476"/>
                    <a:pt x="9673" y="8885"/>
                  </a:cubicBezTo>
                  <a:lnTo>
                    <a:pt x="9232" y="9326"/>
                  </a:lnTo>
                  <a:cubicBezTo>
                    <a:pt x="9086" y="9286"/>
                    <a:pt x="8937" y="9266"/>
                    <a:pt x="8788" y="9266"/>
                  </a:cubicBezTo>
                  <a:cubicBezTo>
                    <a:pt x="8356" y="9266"/>
                    <a:pt x="7929" y="9431"/>
                    <a:pt x="7625" y="9736"/>
                  </a:cubicBezTo>
                  <a:cubicBezTo>
                    <a:pt x="7310" y="10051"/>
                    <a:pt x="7152" y="10492"/>
                    <a:pt x="7089" y="10933"/>
                  </a:cubicBezTo>
                  <a:cubicBezTo>
                    <a:pt x="7089" y="11405"/>
                    <a:pt x="7247" y="11784"/>
                    <a:pt x="7562" y="12099"/>
                  </a:cubicBezTo>
                  <a:lnTo>
                    <a:pt x="7310" y="12382"/>
                  </a:lnTo>
                  <a:cubicBezTo>
                    <a:pt x="6743" y="12949"/>
                    <a:pt x="6050" y="13264"/>
                    <a:pt x="5262" y="13264"/>
                  </a:cubicBezTo>
                  <a:cubicBezTo>
                    <a:pt x="4538" y="13264"/>
                    <a:pt x="3844" y="12981"/>
                    <a:pt x="3309" y="12508"/>
                  </a:cubicBezTo>
                  <a:lnTo>
                    <a:pt x="4317" y="11878"/>
                  </a:lnTo>
                  <a:cubicBezTo>
                    <a:pt x="4412" y="11784"/>
                    <a:pt x="4475" y="11689"/>
                    <a:pt x="4506" y="11563"/>
                  </a:cubicBezTo>
                  <a:cubicBezTo>
                    <a:pt x="4506" y="11437"/>
                    <a:pt x="4475" y="11311"/>
                    <a:pt x="4380" y="11216"/>
                  </a:cubicBezTo>
                  <a:lnTo>
                    <a:pt x="3214" y="10019"/>
                  </a:lnTo>
                  <a:cubicBezTo>
                    <a:pt x="3120" y="9956"/>
                    <a:pt x="2994" y="9893"/>
                    <a:pt x="2836" y="9893"/>
                  </a:cubicBezTo>
                  <a:cubicBezTo>
                    <a:pt x="2742" y="9893"/>
                    <a:pt x="2616" y="9988"/>
                    <a:pt x="2521" y="10114"/>
                  </a:cubicBezTo>
                  <a:lnTo>
                    <a:pt x="1891" y="11090"/>
                  </a:lnTo>
                  <a:cubicBezTo>
                    <a:pt x="883" y="9956"/>
                    <a:pt x="914" y="8223"/>
                    <a:pt x="2017" y="7121"/>
                  </a:cubicBezTo>
                  <a:lnTo>
                    <a:pt x="2301" y="6837"/>
                  </a:lnTo>
                  <a:cubicBezTo>
                    <a:pt x="2616" y="7152"/>
                    <a:pt x="3057" y="7310"/>
                    <a:pt x="3466" y="7310"/>
                  </a:cubicBezTo>
                  <a:cubicBezTo>
                    <a:pt x="3907" y="7310"/>
                    <a:pt x="4348" y="7121"/>
                    <a:pt x="4664" y="6806"/>
                  </a:cubicBezTo>
                  <a:cubicBezTo>
                    <a:pt x="5105" y="6365"/>
                    <a:pt x="5262" y="5766"/>
                    <a:pt x="5105" y="5168"/>
                  </a:cubicBezTo>
                  <a:lnTo>
                    <a:pt x="5514" y="4758"/>
                  </a:lnTo>
                  <a:cubicBezTo>
                    <a:pt x="5928" y="4344"/>
                    <a:pt x="6465" y="4146"/>
                    <a:pt x="6996" y="4146"/>
                  </a:cubicBezTo>
                  <a:close/>
                  <a:moveTo>
                    <a:pt x="12382" y="1"/>
                  </a:moveTo>
                  <a:cubicBezTo>
                    <a:pt x="12256" y="1"/>
                    <a:pt x="12130" y="64"/>
                    <a:pt x="12067" y="158"/>
                  </a:cubicBezTo>
                  <a:lnTo>
                    <a:pt x="10649" y="2080"/>
                  </a:lnTo>
                  <a:lnTo>
                    <a:pt x="8759" y="3970"/>
                  </a:lnTo>
                  <a:cubicBezTo>
                    <a:pt x="8249" y="3583"/>
                    <a:pt x="7634" y="3393"/>
                    <a:pt x="7024" y="3393"/>
                  </a:cubicBezTo>
                  <a:cubicBezTo>
                    <a:pt x="6692" y="3393"/>
                    <a:pt x="6361" y="3450"/>
                    <a:pt x="6050" y="3561"/>
                  </a:cubicBezTo>
                  <a:lnTo>
                    <a:pt x="2616" y="158"/>
                  </a:lnTo>
                  <a:cubicBezTo>
                    <a:pt x="2537" y="79"/>
                    <a:pt x="2427" y="40"/>
                    <a:pt x="2316" y="40"/>
                  </a:cubicBezTo>
                  <a:cubicBezTo>
                    <a:pt x="2206" y="40"/>
                    <a:pt x="2096" y="79"/>
                    <a:pt x="2017" y="158"/>
                  </a:cubicBezTo>
                  <a:cubicBezTo>
                    <a:pt x="1860" y="316"/>
                    <a:pt x="1860" y="568"/>
                    <a:pt x="2017" y="725"/>
                  </a:cubicBezTo>
                  <a:lnTo>
                    <a:pt x="2931" y="1639"/>
                  </a:lnTo>
                  <a:cubicBezTo>
                    <a:pt x="2427" y="2427"/>
                    <a:pt x="2490" y="3529"/>
                    <a:pt x="3214" y="4254"/>
                  </a:cubicBezTo>
                  <a:lnTo>
                    <a:pt x="4222" y="5262"/>
                  </a:lnTo>
                  <a:cubicBezTo>
                    <a:pt x="4222" y="5294"/>
                    <a:pt x="4222" y="5325"/>
                    <a:pt x="4254" y="5388"/>
                  </a:cubicBezTo>
                  <a:cubicBezTo>
                    <a:pt x="4412" y="5703"/>
                    <a:pt x="4348" y="6081"/>
                    <a:pt x="4096" y="6333"/>
                  </a:cubicBezTo>
                  <a:cubicBezTo>
                    <a:pt x="3948" y="6499"/>
                    <a:pt x="3721" y="6586"/>
                    <a:pt x="3493" y="6586"/>
                  </a:cubicBezTo>
                  <a:cubicBezTo>
                    <a:pt x="3287" y="6586"/>
                    <a:pt x="3080" y="6514"/>
                    <a:pt x="2931" y="6365"/>
                  </a:cubicBezTo>
                  <a:lnTo>
                    <a:pt x="2647" y="6081"/>
                  </a:lnTo>
                  <a:cubicBezTo>
                    <a:pt x="2568" y="6002"/>
                    <a:pt x="2458" y="5963"/>
                    <a:pt x="2348" y="5963"/>
                  </a:cubicBezTo>
                  <a:cubicBezTo>
                    <a:pt x="2238" y="5963"/>
                    <a:pt x="2127" y="6002"/>
                    <a:pt x="2049" y="6081"/>
                  </a:cubicBezTo>
                  <a:lnTo>
                    <a:pt x="1482" y="6680"/>
                  </a:lnTo>
                  <a:cubicBezTo>
                    <a:pt x="1" y="8129"/>
                    <a:pt x="1" y="10492"/>
                    <a:pt x="1482" y="11973"/>
                  </a:cubicBezTo>
                  <a:lnTo>
                    <a:pt x="442" y="13579"/>
                  </a:lnTo>
                  <a:cubicBezTo>
                    <a:pt x="316" y="13737"/>
                    <a:pt x="379" y="13957"/>
                    <a:pt x="473" y="14083"/>
                  </a:cubicBezTo>
                  <a:cubicBezTo>
                    <a:pt x="562" y="14154"/>
                    <a:pt x="670" y="14195"/>
                    <a:pt x="776" y="14195"/>
                  </a:cubicBezTo>
                  <a:cubicBezTo>
                    <a:pt x="859" y="14195"/>
                    <a:pt x="940" y="14170"/>
                    <a:pt x="1009" y="14115"/>
                  </a:cubicBezTo>
                  <a:lnTo>
                    <a:pt x="2616" y="13107"/>
                  </a:lnTo>
                  <a:cubicBezTo>
                    <a:pt x="3309" y="13800"/>
                    <a:pt x="4254" y="14209"/>
                    <a:pt x="5262" y="14209"/>
                  </a:cubicBezTo>
                  <a:cubicBezTo>
                    <a:pt x="6239" y="14209"/>
                    <a:pt x="7184" y="13800"/>
                    <a:pt x="7877" y="13107"/>
                  </a:cubicBezTo>
                  <a:lnTo>
                    <a:pt x="8476" y="12508"/>
                  </a:lnTo>
                  <a:cubicBezTo>
                    <a:pt x="8633" y="12351"/>
                    <a:pt x="8633" y="12067"/>
                    <a:pt x="8476" y="11910"/>
                  </a:cubicBezTo>
                  <a:lnTo>
                    <a:pt x="8192" y="11657"/>
                  </a:lnTo>
                  <a:cubicBezTo>
                    <a:pt x="7877" y="11342"/>
                    <a:pt x="7877" y="10775"/>
                    <a:pt x="8255" y="10460"/>
                  </a:cubicBezTo>
                  <a:cubicBezTo>
                    <a:pt x="8400" y="10315"/>
                    <a:pt x="8627" y="10225"/>
                    <a:pt x="8856" y="10225"/>
                  </a:cubicBezTo>
                  <a:cubicBezTo>
                    <a:pt x="8974" y="10225"/>
                    <a:pt x="9093" y="10249"/>
                    <a:pt x="9200" y="10303"/>
                  </a:cubicBezTo>
                  <a:cubicBezTo>
                    <a:pt x="9232" y="10303"/>
                    <a:pt x="9263" y="10334"/>
                    <a:pt x="9295" y="10334"/>
                  </a:cubicBezTo>
                  <a:lnTo>
                    <a:pt x="10334" y="11374"/>
                  </a:lnTo>
                  <a:cubicBezTo>
                    <a:pt x="10736" y="11775"/>
                    <a:pt x="11274" y="11976"/>
                    <a:pt x="11809" y="11976"/>
                  </a:cubicBezTo>
                  <a:cubicBezTo>
                    <a:pt x="12199" y="11976"/>
                    <a:pt x="12586" y="11870"/>
                    <a:pt x="12918" y="11657"/>
                  </a:cubicBezTo>
                  <a:lnTo>
                    <a:pt x="13831" y="12540"/>
                  </a:lnTo>
                  <a:cubicBezTo>
                    <a:pt x="13910" y="12618"/>
                    <a:pt x="14021" y="12658"/>
                    <a:pt x="14131" y="12658"/>
                  </a:cubicBezTo>
                  <a:cubicBezTo>
                    <a:pt x="14241" y="12658"/>
                    <a:pt x="14351" y="12618"/>
                    <a:pt x="14430" y="12540"/>
                  </a:cubicBezTo>
                  <a:cubicBezTo>
                    <a:pt x="14588" y="12382"/>
                    <a:pt x="14588" y="12130"/>
                    <a:pt x="14430" y="11973"/>
                  </a:cubicBezTo>
                  <a:lnTo>
                    <a:pt x="10996" y="8539"/>
                  </a:lnTo>
                  <a:cubicBezTo>
                    <a:pt x="11122" y="8223"/>
                    <a:pt x="11154" y="7908"/>
                    <a:pt x="11154" y="7562"/>
                  </a:cubicBezTo>
                  <a:cubicBezTo>
                    <a:pt x="11154" y="6932"/>
                    <a:pt x="10965" y="6333"/>
                    <a:pt x="10555" y="5829"/>
                  </a:cubicBezTo>
                  <a:lnTo>
                    <a:pt x="12445" y="3939"/>
                  </a:lnTo>
                  <a:lnTo>
                    <a:pt x="14399" y="2521"/>
                  </a:lnTo>
                  <a:cubicBezTo>
                    <a:pt x="14493" y="2427"/>
                    <a:pt x="14556" y="2301"/>
                    <a:pt x="14556" y="2206"/>
                  </a:cubicBezTo>
                  <a:lnTo>
                    <a:pt x="14556" y="536"/>
                  </a:lnTo>
                  <a:cubicBezTo>
                    <a:pt x="14462" y="190"/>
                    <a:pt x="14273" y="1"/>
                    <a:pt x="1402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1" name="Google Shape;11811;p138"/>
            <p:cNvSpPr/>
            <p:nvPr/>
          </p:nvSpPr>
          <p:spPr>
            <a:xfrm>
              <a:off x="-8637625" y="2231725"/>
              <a:ext cx="81950" cy="32525"/>
            </a:xfrm>
            <a:custGeom>
              <a:rect b="b" l="l" r="r" t="t"/>
              <a:pathLst>
                <a:path extrusionOk="0" h="1301" w="3278">
                  <a:moveTo>
                    <a:pt x="2226" y="0"/>
                  </a:moveTo>
                  <a:cubicBezTo>
                    <a:pt x="1907" y="0"/>
                    <a:pt x="1592" y="126"/>
                    <a:pt x="1355" y="378"/>
                  </a:cubicBezTo>
                  <a:cubicBezTo>
                    <a:pt x="1277" y="457"/>
                    <a:pt x="1166" y="497"/>
                    <a:pt x="1056" y="497"/>
                  </a:cubicBezTo>
                  <a:cubicBezTo>
                    <a:pt x="946" y="497"/>
                    <a:pt x="835" y="457"/>
                    <a:pt x="757" y="378"/>
                  </a:cubicBezTo>
                  <a:cubicBezTo>
                    <a:pt x="678" y="300"/>
                    <a:pt x="568" y="260"/>
                    <a:pt x="457" y="260"/>
                  </a:cubicBezTo>
                  <a:cubicBezTo>
                    <a:pt x="347" y="260"/>
                    <a:pt x="237" y="300"/>
                    <a:pt x="158" y="378"/>
                  </a:cubicBezTo>
                  <a:cubicBezTo>
                    <a:pt x="1" y="536"/>
                    <a:pt x="1" y="788"/>
                    <a:pt x="158" y="946"/>
                  </a:cubicBezTo>
                  <a:cubicBezTo>
                    <a:pt x="394" y="1182"/>
                    <a:pt x="709" y="1300"/>
                    <a:pt x="1028" y="1300"/>
                  </a:cubicBezTo>
                  <a:cubicBezTo>
                    <a:pt x="1347" y="1300"/>
                    <a:pt x="1670" y="1182"/>
                    <a:pt x="1922" y="946"/>
                  </a:cubicBezTo>
                  <a:cubicBezTo>
                    <a:pt x="2001" y="867"/>
                    <a:pt x="2111" y="827"/>
                    <a:pt x="2222" y="827"/>
                  </a:cubicBezTo>
                  <a:cubicBezTo>
                    <a:pt x="2332" y="827"/>
                    <a:pt x="2442" y="867"/>
                    <a:pt x="2521" y="946"/>
                  </a:cubicBezTo>
                  <a:cubicBezTo>
                    <a:pt x="2600" y="1024"/>
                    <a:pt x="2710" y="1064"/>
                    <a:pt x="2820" y="1064"/>
                  </a:cubicBezTo>
                  <a:cubicBezTo>
                    <a:pt x="2931" y="1064"/>
                    <a:pt x="3041" y="1024"/>
                    <a:pt x="3120" y="946"/>
                  </a:cubicBezTo>
                  <a:cubicBezTo>
                    <a:pt x="3277" y="788"/>
                    <a:pt x="3277" y="536"/>
                    <a:pt x="3120" y="378"/>
                  </a:cubicBezTo>
                  <a:cubicBezTo>
                    <a:pt x="2868" y="126"/>
                    <a:pt x="2545" y="0"/>
                    <a:pt x="222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2" name="Google Shape;11812;p138"/>
            <p:cNvSpPr/>
            <p:nvPr/>
          </p:nvSpPr>
          <p:spPr>
            <a:xfrm>
              <a:off x="-8558075" y="2267375"/>
              <a:ext cx="38625" cy="79950"/>
            </a:xfrm>
            <a:custGeom>
              <a:rect b="b" l="l" r="r" t="t"/>
              <a:pathLst>
                <a:path extrusionOk="0" h="3198" w="1545">
                  <a:moveTo>
                    <a:pt x="772" y="0"/>
                  </a:moveTo>
                  <a:cubicBezTo>
                    <a:pt x="662" y="0"/>
                    <a:pt x="552" y="39"/>
                    <a:pt x="473" y="118"/>
                  </a:cubicBezTo>
                  <a:cubicBezTo>
                    <a:pt x="316" y="276"/>
                    <a:pt x="316" y="559"/>
                    <a:pt x="473" y="717"/>
                  </a:cubicBezTo>
                  <a:cubicBezTo>
                    <a:pt x="631" y="874"/>
                    <a:pt x="631" y="1158"/>
                    <a:pt x="473" y="1315"/>
                  </a:cubicBezTo>
                  <a:cubicBezTo>
                    <a:pt x="1" y="1788"/>
                    <a:pt x="1" y="2576"/>
                    <a:pt x="473" y="3080"/>
                  </a:cubicBezTo>
                  <a:cubicBezTo>
                    <a:pt x="552" y="3158"/>
                    <a:pt x="662" y="3198"/>
                    <a:pt x="772" y="3198"/>
                  </a:cubicBezTo>
                  <a:cubicBezTo>
                    <a:pt x="883" y="3198"/>
                    <a:pt x="993" y="3158"/>
                    <a:pt x="1072" y="3080"/>
                  </a:cubicBezTo>
                  <a:cubicBezTo>
                    <a:pt x="1229" y="2922"/>
                    <a:pt x="1229" y="2639"/>
                    <a:pt x="1072" y="2481"/>
                  </a:cubicBezTo>
                  <a:cubicBezTo>
                    <a:pt x="914" y="2324"/>
                    <a:pt x="914" y="2040"/>
                    <a:pt x="1072" y="1882"/>
                  </a:cubicBezTo>
                  <a:cubicBezTo>
                    <a:pt x="1544" y="1378"/>
                    <a:pt x="1544" y="591"/>
                    <a:pt x="1072" y="118"/>
                  </a:cubicBezTo>
                  <a:cubicBezTo>
                    <a:pt x="993" y="39"/>
                    <a:pt x="883" y="0"/>
                    <a:pt x="7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813" name="Google Shape;11813;p138"/>
          <p:cNvSpPr/>
          <p:nvPr/>
        </p:nvSpPr>
        <p:spPr>
          <a:xfrm>
            <a:off x="5773709" y="1303696"/>
            <a:ext cx="300509" cy="340807"/>
          </a:xfrm>
          <a:custGeom>
            <a:rect b="b" l="l" r="r" t="t"/>
            <a:pathLst>
              <a:path extrusionOk="0" h="14115" w="12446">
                <a:moveTo>
                  <a:pt x="10744" y="788"/>
                </a:moveTo>
                <a:cubicBezTo>
                  <a:pt x="11216" y="788"/>
                  <a:pt x="11563" y="1135"/>
                  <a:pt x="11563" y="1607"/>
                </a:cubicBezTo>
                <a:cubicBezTo>
                  <a:pt x="11563" y="2080"/>
                  <a:pt x="11216" y="2458"/>
                  <a:pt x="10744" y="2458"/>
                </a:cubicBezTo>
                <a:cubicBezTo>
                  <a:pt x="10492" y="2458"/>
                  <a:pt x="10303" y="2647"/>
                  <a:pt x="10303" y="2867"/>
                </a:cubicBezTo>
                <a:cubicBezTo>
                  <a:pt x="10303" y="3119"/>
                  <a:pt x="10492" y="3308"/>
                  <a:pt x="10744" y="3308"/>
                </a:cubicBezTo>
                <a:lnTo>
                  <a:pt x="10744" y="4884"/>
                </a:lnTo>
                <a:cubicBezTo>
                  <a:pt x="10744" y="4947"/>
                  <a:pt x="10775" y="5041"/>
                  <a:pt x="10807" y="5073"/>
                </a:cubicBezTo>
                <a:cubicBezTo>
                  <a:pt x="11342" y="5892"/>
                  <a:pt x="11563" y="6900"/>
                  <a:pt x="11563" y="7877"/>
                </a:cubicBezTo>
                <a:cubicBezTo>
                  <a:pt x="11563" y="8822"/>
                  <a:pt x="11342" y="9735"/>
                  <a:pt x="10870" y="10523"/>
                </a:cubicBezTo>
                <a:lnTo>
                  <a:pt x="10145" y="10050"/>
                </a:lnTo>
                <a:cubicBezTo>
                  <a:pt x="10523" y="9357"/>
                  <a:pt x="10712" y="8633"/>
                  <a:pt x="10712" y="7845"/>
                </a:cubicBezTo>
                <a:cubicBezTo>
                  <a:pt x="10712" y="6931"/>
                  <a:pt x="10429" y="6018"/>
                  <a:pt x="9956" y="5262"/>
                </a:cubicBezTo>
                <a:cubicBezTo>
                  <a:pt x="9925" y="5199"/>
                  <a:pt x="9893" y="5104"/>
                  <a:pt x="9893" y="5041"/>
                </a:cubicBezTo>
                <a:lnTo>
                  <a:pt x="9893" y="1576"/>
                </a:lnTo>
                <a:cubicBezTo>
                  <a:pt x="9925" y="1198"/>
                  <a:pt x="10271" y="788"/>
                  <a:pt x="10744" y="788"/>
                </a:cubicBezTo>
                <a:close/>
                <a:moveTo>
                  <a:pt x="1639" y="788"/>
                </a:moveTo>
                <a:cubicBezTo>
                  <a:pt x="2111" y="788"/>
                  <a:pt x="2458" y="1135"/>
                  <a:pt x="2458" y="1607"/>
                </a:cubicBezTo>
                <a:lnTo>
                  <a:pt x="2458" y="5073"/>
                </a:lnTo>
                <a:cubicBezTo>
                  <a:pt x="2458" y="5167"/>
                  <a:pt x="2427" y="5230"/>
                  <a:pt x="2395" y="5325"/>
                </a:cubicBezTo>
                <a:cubicBezTo>
                  <a:pt x="1922" y="6081"/>
                  <a:pt x="1639" y="6963"/>
                  <a:pt x="1639" y="7877"/>
                </a:cubicBezTo>
                <a:cubicBezTo>
                  <a:pt x="1639" y="8664"/>
                  <a:pt x="1828" y="9420"/>
                  <a:pt x="2206" y="10082"/>
                </a:cubicBezTo>
                <a:lnTo>
                  <a:pt x="1481" y="10554"/>
                </a:lnTo>
                <a:cubicBezTo>
                  <a:pt x="1040" y="9767"/>
                  <a:pt x="788" y="8853"/>
                  <a:pt x="788" y="7908"/>
                </a:cubicBezTo>
                <a:cubicBezTo>
                  <a:pt x="788" y="6931"/>
                  <a:pt x="1040" y="5955"/>
                  <a:pt x="1513" y="5136"/>
                </a:cubicBezTo>
                <a:cubicBezTo>
                  <a:pt x="1576" y="5041"/>
                  <a:pt x="1607" y="4978"/>
                  <a:pt x="1607" y="4915"/>
                </a:cubicBezTo>
                <a:lnTo>
                  <a:pt x="1607" y="3340"/>
                </a:lnTo>
                <a:cubicBezTo>
                  <a:pt x="1891" y="3277"/>
                  <a:pt x="2048" y="3119"/>
                  <a:pt x="2048" y="2867"/>
                </a:cubicBezTo>
                <a:cubicBezTo>
                  <a:pt x="2048" y="2647"/>
                  <a:pt x="1828" y="2458"/>
                  <a:pt x="1639" y="2458"/>
                </a:cubicBezTo>
                <a:cubicBezTo>
                  <a:pt x="1166" y="2458"/>
                  <a:pt x="820" y="2080"/>
                  <a:pt x="820" y="1607"/>
                </a:cubicBezTo>
                <a:cubicBezTo>
                  <a:pt x="820" y="1135"/>
                  <a:pt x="1166" y="788"/>
                  <a:pt x="1639" y="788"/>
                </a:cubicBezTo>
                <a:close/>
                <a:moveTo>
                  <a:pt x="4128" y="3277"/>
                </a:moveTo>
                <a:lnTo>
                  <a:pt x="4128" y="10964"/>
                </a:lnTo>
                <a:cubicBezTo>
                  <a:pt x="3151" y="10271"/>
                  <a:pt x="2458" y="9137"/>
                  <a:pt x="2458" y="7845"/>
                </a:cubicBezTo>
                <a:cubicBezTo>
                  <a:pt x="2458" y="7089"/>
                  <a:pt x="2710" y="6333"/>
                  <a:pt x="3088" y="5766"/>
                </a:cubicBezTo>
                <a:cubicBezTo>
                  <a:pt x="3214" y="5545"/>
                  <a:pt x="3309" y="5325"/>
                  <a:pt x="3309" y="5073"/>
                </a:cubicBezTo>
                <a:lnTo>
                  <a:pt x="3309" y="3277"/>
                </a:lnTo>
                <a:close/>
                <a:moveTo>
                  <a:pt x="9074" y="3277"/>
                </a:moveTo>
                <a:lnTo>
                  <a:pt x="9074" y="5073"/>
                </a:lnTo>
                <a:cubicBezTo>
                  <a:pt x="9074" y="5325"/>
                  <a:pt x="9169" y="5545"/>
                  <a:pt x="9295" y="5797"/>
                </a:cubicBezTo>
                <a:cubicBezTo>
                  <a:pt x="9673" y="6396"/>
                  <a:pt x="9925" y="7120"/>
                  <a:pt x="9925" y="7877"/>
                </a:cubicBezTo>
                <a:cubicBezTo>
                  <a:pt x="9925" y="9168"/>
                  <a:pt x="9232" y="10334"/>
                  <a:pt x="8255" y="10996"/>
                </a:cubicBezTo>
                <a:lnTo>
                  <a:pt x="8255" y="3277"/>
                </a:lnTo>
                <a:close/>
                <a:moveTo>
                  <a:pt x="5766" y="3277"/>
                </a:moveTo>
                <a:lnTo>
                  <a:pt x="5766" y="11594"/>
                </a:lnTo>
                <a:cubicBezTo>
                  <a:pt x="5514" y="11531"/>
                  <a:pt x="5230" y="11500"/>
                  <a:pt x="4947" y="11374"/>
                </a:cubicBezTo>
                <a:lnTo>
                  <a:pt x="4947" y="3277"/>
                </a:lnTo>
                <a:close/>
                <a:moveTo>
                  <a:pt x="7436" y="3277"/>
                </a:moveTo>
                <a:lnTo>
                  <a:pt x="7436" y="11374"/>
                </a:lnTo>
                <a:cubicBezTo>
                  <a:pt x="7152" y="11500"/>
                  <a:pt x="6869" y="11531"/>
                  <a:pt x="6617" y="11594"/>
                </a:cubicBezTo>
                <a:lnTo>
                  <a:pt x="6617" y="3277"/>
                </a:lnTo>
                <a:close/>
                <a:moveTo>
                  <a:pt x="9767" y="10743"/>
                </a:moveTo>
                <a:lnTo>
                  <a:pt x="10460" y="11216"/>
                </a:lnTo>
                <a:cubicBezTo>
                  <a:pt x="9452" y="12445"/>
                  <a:pt x="7908" y="13264"/>
                  <a:pt x="6176" y="13264"/>
                </a:cubicBezTo>
                <a:cubicBezTo>
                  <a:pt x="4474" y="13264"/>
                  <a:pt x="2931" y="12445"/>
                  <a:pt x="1954" y="11216"/>
                </a:cubicBezTo>
                <a:lnTo>
                  <a:pt x="2679" y="10743"/>
                </a:lnTo>
                <a:cubicBezTo>
                  <a:pt x="3529" y="11815"/>
                  <a:pt x="4789" y="12445"/>
                  <a:pt x="6207" y="12445"/>
                </a:cubicBezTo>
                <a:cubicBezTo>
                  <a:pt x="7625" y="12445"/>
                  <a:pt x="8885" y="11783"/>
                  <a:pt x="9767" y="10743"/>
                </a:cubicBezTo>
                <a:close/>
                <a:moveTo>
                  <a:pt x="1670" y="0"/>
                </a:moveTo>
                <a:cubicBezTo>
                  <a:pt x="788" y="0"/>
                  <a:pt x="32" y="756"/>
                  <a:pt x="32" y="1670"/>
                </a:cubicBezTo>
                <a:cubicBezTo>
                  <a:pt x="32" y="2300"/>
                  <a:pt x="347" y="2804"/>
                  <a:pt x="851" y="3088"/>
                </a:cubicBezTo>
                <a:lnTo>
                  <a:pt x="851" y="4758"/>
                </a:lnTo>
                <a:cubicBezTo>
                  <a:pt x="253" y="5671"/>
                  <a:pt x="1" y="6742"/>
                  <a:pt x="1" y="7877"/>
                </a:cubicBezTo>
                <a:cubicBezTo>
                  <a:pt x="1" y="11279"/>
                  <a:pt x="2742" y="14114"/>
                  <a:pt x="6207" y="14114"/>
                </a:cubicBezTo>
                <a:cubicBezTo>
                  <a:pt x="9673" y="14114"/>
                  <a:pt x="12445" y="11279"/>
                  <a:pt x="12445" y="7877"/>
                </a:cubicBezTo>
                <a:cubicBezTo>
                  <a:pt x="12445" y="6774"/>
                  <a:pt x="12162" y="5703"/>
                  <a:pt x="11594" y="4758"/>
                </a:cubicBezTo>
                <a:lnTo>
                  <a:pt x="11594" y="3088"/>
                </a:lnTo>
                <a:cubicBezTo>
                  <a:pt x="12130" y="2804"/>
                  <a:pt x="12445" y="2237"/>
                  <a:pt x="12445" y="1670"/>
                </a:cubicBezTo>
                <a:cubicBezTo>
                  <a:pt x="12445" y="756"/>
                  <a:pt x="11689" y="0"/>
                  <a:pt x="10775" y="0"/>
                </a:cubicBezTo>
                <a:cubicBezTo>
                  <a:pt x="9862" y="0"/>
                  <a:pt x="9137" y="756"/>
                  <a:pt x="9137" y="1670"/>
                </a:cubicBezTo>
                <a:lnTo>
                  <a:pt x="9137" y="2489"/>
                </a:lnTo>
                <a:lnTo>
                  <a:pt x="3340" y="2489"/>
                </a:lnTo>
                <a:lnTo>
                  <a:pt x="3340" y="1670"/>
                </a:lnTo>
                <a:cubicBezTo>
                  <a:pt x="3340" y="756"/>
                  <a:pt x="2584" y="0"/>
                  <a:pt x="167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814" name="Google Shape;11814;p138"/>
          <p:cNvGrpSpPr/>
          <p:nvPr/>
        </p:nvGrpSpPr>
        <p:grpSpPr>
          <a:xfrm>
            <a:off x="5752039" y="1711056"/>
            <a:ext cx="343849" cy="341724"/>
            <a:chOff x="-13095575" y="2073400"/>
            <a:chExt cx="356025" cy="353825"/>
          </a:xfrm>
        </p:grpSpPr>
        <p:sp>
          <p:nvSpPr>
            <p:cNvPr id="11815" name="Google Shape;11815;p138"/>
            <p:cNvSpPr/>
            <p:nvPr/>
          </p:nvSpPr>
          <p:spPr>
            <a:xfrm>
              <a:off x="-13095575" y="2073400"/>
              <a:ext cx="356025" cy="353825"/>
            </a:xfrm>
            <a:custGeom>
              <a:rect b="b" l="l" r="r" t="t"/>
              <a:pathLst>
                <a:path extrusionOk="0" h="14153" w="14241">
                  <a:moveTo>
                    <a:pt x="12886" y="820"/>
                  </a:moveTo>
                  <a:cubicBezTo>
                    <a:pt x="13107" y="820"/>
                    <a:pt x="13327" y="1041"/>
                    <a:pt x="13327" y="1261"/>
                  </a:cubicBezTo>
                  <a:lnTo>
                    <a:pt x="13327" y="9578"/>
                  </a:lnTo>
                  <a:cubicBezTo>
                    <a:pt x="13327" y="9799"/>
                    <a:pt x="13107" y="9988"/>
                    <a:pt x="12886" y="9988"/>
                  </a:cubicBezTo>
                  <a:lnTo>
                    <a:pt x="1261" y="9988"/>
                  </a:lnTo>
                  <a:cubicBezTo>
                    <a:pt x="1040" y="9988"/>
                    <a:pt x="851" y="9799"/>
                    <a:pt x="851" y="9578"/>
                  </a:cubicBezTo>
                  <a:lnTo>
                    <a:pt x="851" y="1261"/>
                  </a:lnTo>
                  <a:cubicBezTo>
                    <a:pt x="851" y="1041"/>
                    <a:pt x="1040" y="820"/>
                    <a:pt x="1261" y="820"/>
                  </a:cubicBezTo>
                  <a:close/>
                  <a:moveTo>
                    <a:pt x="1261" y="1"/>
                  </a:moveTo>
                  <a:cubicBezTo>
                    <a:pt x="599" y="1"/>
                    <a:pt x="1" y="568"/>
                    <a:pt x="1" y="1261"/>
                  </a:cubicBezTo>
                  <a:lnTo>
                    <a:pt x="1" y="9578"/>
                  </a:lnTo>
                  <a:cubicBezTo>
                    <a:pt x="1" y="10240"/>
                    <a:pt x="568" y="10839"/>
                    <a:pt x="1261" y="10839"/>
                  </a:cubicBezTo>
                  <a:lnTo>
                    <a:pt x="6270" y="10839"/>
                  </a:lnTo>
                  <a:lnTo>
                    <a:pt x="4285" y="13485"/>
                  </a:lnTo>
                  <a:cubicBezTo>
                    <a:pt x="4191" y="13674"/>
                    <a:pt x="4191" y="13895"/>
                    <a:pt x="4380" y="14052"/>
                  </a:cubicBezTo>
                  <a:cubicBezTo>
                    <a:pt x="4465" y="14109"/>
                    <a:pt x="4562" y="14140"/>
                    <a:pt x="4659" y="14140"/>
                  </a:cubicBezTo>
                  <a:cubicBezTo>
                    <a:pt x="4776" y="14140"/>
                    <a:pt x="4892" y="14093"/>
                    <a:pt x="4978" y="13989"/>
                  </a:cubicBezTo>
                  <a:lnTo>
                    <a:pt x="6711" y="11658"/>
                  </a:lnTo>
                  <a:lnTo>
                    <a:pt x="6711" y="12918"/>
                  </a:lnTo>
                  <a:cubicBezTo>
                    <a:pt x="6711" y="13138"/>
                    <a:pt x="6900" y="13359"/>
                    <a:pt x="7089" y="13359"/>
                  </a:cubicBezTo>
                  <a:cubicBezTo>
                    <a:pt x="7310" y="13359"/>
                    <a:pt x="7530" y="13138"/>
                    <a:pt x="7530" y="12918"/>
                  </a:cubicBezTo>
                  <a:lnTo>
                    <a:pt x="7530" y="11658"/>
                  </a:lnTo>
                  <a:lnTo>
                    <a:pt x="9263" y="13989"/>
                  </a:lnTo>
                  <a:cubicBezTo>
                    <a:pt x="9335" y="14096"/>
                    <a:pt x="9457" y="14153"/>
                    <a:pt x="9584" y="14153"/>
                  </a:cubicBezTo>
                  <a:cubicBezTo>
                    <a:pt x="9681" y="14153"/>
                    <a:pt x="9780" y="14120"/>
                    <a:pt x="9862" y="14052"/>
                  </a:cubicBezTo>
                  <a:cubicBezTo>
                    <a:pt x="10051" y="13926"/>
                    <a:pt x="10082" y="13674"/>
                    <a:pt x="9925" y="13485"/>
                  </a:cubicBezTo>
                  <a:lnTo>
                    <a:pt x="7971" y="10839"/>
                  </a:lnTo>
                  <a:lnTo>
                    <a:pt x="12981" y="10839"/>
                  </a:lnTo>
                  <a:cubicBezTo>
                    <a:pt x="13642" y="10839"/>
                    <a:pt x="14241" y="10272"/>
                    <a:pt x="14241" y="9578"/>
                  </a:cubicBezTo>
                  <a:lnTo>
                    <a:pt x="14241" y="1261"/>
                  </a:lnTo>
                  <a:cubicBezTo>
                    <a:pt x="14146" y="600"/>
                    <a:pt x="13579" y="1"/>
                    <a:pt x="128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6" name="Google Shape;11816;p138"/>
            <p:cNvSpPr/>
            <p:nvPr/>
          </p:nvSpPr>
          <p:spPr>
            <a:xfrm>
              <a:off x="-13055400" y="2115150"/>
              <a:ext cx="271750" cy="187475"/>
            </a:xfrm>
            <a:custGeom>
              <a:rect b="b" l="l" r="r" t="t"/>
              <a:pathLst>
                <a:path extrusionOk="0" h="7499" w="10870">
                  <a:moveTo>
                    <a:pt x="3781" y="820"/>
                  </a:moveTo>
                  <a:cubicBezTo>
                    <a:pt x="4474" y="820"/>
                    <a:pt x="5041" y="1355"/>
                    <a:pt x="5041" y="2017"/>
                  </a:cubicBezTo>
                  <a:lnTo>
                    <a:pt x="5041" y="6648"/>
                  </a:lnTo>
                  <a:lnTo>
                    <a:pt x="882" y="6648"/>
                  </a:lnTo>
                  <a:lnTo>
                    <a:pt x="882" y="820"/>
                  </a:lnTo>
                  <a:close/>
                  <a:moveTo>
                    <a:pt x="10050" y="851"/>
                  </a:moveTo>
                  <a:lnTo>
                    <a:pt x="10050" y="6680"/>
                  </a:lnTo>
                  <a:lnTo>
                    <a:pt x="5892" y="6680"/>
                  </a:lnTo>
                  <a:lnTo>
                    <a:pt x="5892" y="2080"/>
                  </a:lnTo>
                  <a:cubicBezTo>
                    <a:pt x="5892" y="1418"/>
                    <a:pt x="6427" y="851"/>
                    <a:pt x="7152" y="851"/>
                  </a:cubicBezTo>
                  <a:close/>
                  <a:moveTo>
                    <a:pt x="441" y="1"/>
                  </a:moveTo>
                  <a:cubicBezTo>
                    <a:pt x="221" y="1"/>
                    <a:pt x="0" y="190"/>
                    <a:pt x="0" y="410"/>
                  </a:cubicBezTo>
                  <a:lnTo>
                    <a:pt x="0" y="7089"/>
                  </a:lnTo>
                  <a:cubicBezTo>
                    <a:pt x="0" y="7310"/>
                    <a:pt x="221" y="7499"/>
                    <a:pt x="441" y="7499"/>
                  </a:cubicBezTo>
                  <a:lnTo>
                    <a:pt x="10397" y="7499"/>
                  </a:lnTo>
                  <a:cubicBezTo>
                    <a:pt x="10649" y="7499"/>
                    <a:pt x="10838" y="7310"/>
                    <a:pt x="10838" y="7089"/>
                  </a:cubicBezTo>
                  <a:lnTo>
                    <a:pt x="10838" y="410"/>
                  </a:lnTo>
                  <a:cubicBezTo>
                    <a:pt x="10869" y="190"/>
                    <a:pt x="10680" y="1"/>
                    <a:pt x="10460" y="1"/>
                  </a:cubicBezTo>
                  <a:lnTo>
                    <a:pt x="7089" y="1"/>
                  </a:lnTo>
                  <a:cubicBezTo>
                    <a:pt x="6427" y="1"/>
                    <a:pt x="5829" y="316"/>
                    <a:pt x="5451" y="820"/>
                  </a:cubicBezTo>
                  <a:cubicBezTo>
                    <a:pt x="5041" y="284"/>
                    <a:pt x="4474" y="1"/>
                    <a:pt x="378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7" name="Google Shape;11817;p138"/>
            <p:cNvSpPr/>
            <p:nvPr/>
          </p:nvSpPr>
          <p:spPr>
            <a:xfrm>
              <a:off x="-12887650" y="2156100"/>
              <a:ext cx="63050" cy="22100"/>
            </a:xfrm>
            <a:custGeom>
              <a:rect b="b" l="l" r="r" t="t"/>
              <a:pathLst>
                <a:path extrusionOk="0" h="884" w="2522">
                  <a:moveTo>
                    <a:pt x="442" y="1"/>
                  </a:moveTo>
                  <a:cubicBezTo>
                    <a:pt x="190" y="1"/>
                    <a:pt x="1" y="190"/>
                    <a:pt x="1" y="442"/>
                  </a:cubicBezTo>
                  <a:cubicBezTo>
                    <a:pt x="1" y="663"/>
                    <a:pt x="190" y="883"/>
                    <a:pt x="442" y="883"/>
                  </a:cubicBezTo>
                  <a:lnTo>
                    <a:pt x="2112" y="883"/>
                  </a:lnTo>
                  <a:cubicBezTo>
                    <a:pt x="2364" y="883"/>
                    <a:pt x="2521" y="663"/>
                    <a:pt x="2521" y="442"/>
                  </a:cubicBezTo>
                  <a:cubicBezTo>
                    <a:pt x="2521" y="190"/>
                    <a:pt x="2332" y="1"/>
                    <a:pt x="211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8" name="Google Shape;11818;p138"/>
            <p:cNvSpPr/>
            <p:nvPr/>
          </p:nvSpPr>
          <p:spPr>
            <a:xfrm>
              <a:off x="-12888425" y="2198650"/>
              <a:ext cx="63025" cy="21275"/>
            </a:xfrm>
            <a:custGeom>
              <a:rect b="b" l="l" r="r" t="t"/>
              <a:pathLst>
                <a:path extrusionOk="0" h="851" w="2521">
                  <a:moveTo>
                    <a:pt x="410" y="0"/>
                  </a:moveTo>
                  <a:cubicBezTo>
                    <a:pt x="189" y="0"/>
                    <a:pt x="0" y="189"/>
                    <a:pt x="0" y="410"/>
                  </a:cubicBezTo>
                  <a:cubicBezTo>
                    <a:pt x="0" y="662"/>
                    <a:pt x="189" y="851"/>
                    <a:pt x="410" y="851"/>
                  </a:cubicBezTo>
                  <a:lnTo>
                    <a:pt x="2111" y="851"/>
                  </a:lnTo>
                  <a:cubicBezTo>
                    <a:pt x="2363" y="851"/>
                    <a:pt x="2521" y="662"/>
                    <a:pt x="2521" y="410"/>
                  </a:cubicBezTo>
                  <a:cubicBezTo>
                    <a:pt x="2521" y="189"/>
                    <a:pt x="2363" y="0"/>
                    <a:pt x="211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9" name="Google Shape;11819;p138"/>
            <p:cNvSpPr/>
            <p:nvPr/>
          </p:nvSpPr>
          <p:spPr>
            <a:xfrm>
              <a:off x="-12888425" y="2239600"/>
              <a:ext cx="63025" cy="22075"/>
            </a:xfrm>
            <a:custGeom>
              <a:rect b="b" l="l" r="r" t="t"/>
              <a:pathLst>
                <a:path extrusionOk="0" h="883" w="2521">
                  <a:moveTo>
                    <a:pt x="410" y="0"/>
                  </a:moveTo>
                  <a:cubicBezTo>
                    <a:pt x="189" y="0"/>
                    <a:pt x="0" y="221"/>
                    <a:pt x="0" y="442"/>
                  </a:cubicBezTo>
                  <a:cubicBezTo>
                    <a:pt x="0" y="694"/>
                    <a:pt x="189" y="883"/>
                    <a:pt x="410" y="883"/>
                  </a:cubicBezTo>
                  <a:lnTo>
                    <a:pt x="2111" y="883"/>
                  </a:lnTo>
                  <a:cubicBezTo>
                    <a:pt x="2363" y="883"/>
                    <a:pt x="2521" y="694"/>
                    <a:pt x="2521" y="442"/>
                  </a:cubicBezTo>
                  <a:cubicBezTo>
                    <a:pt x="2521" y="221"/>
                    <a:pt x="2363" y="0"/>
                    <a:pt x="211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0" name="Google Shape;11820;p138"/>
            <p:cNvSpPr/>
            <p:nvPr/>
          </p:nvSpPr>
          <p:spPr>
            <a:xfrm>
              <a:off x="-13012875" y="2156100"/>
              <a:ext cx="63025" cy="22100"/>
            </a:xfrm>
            <a:custGeom>
              <a:rect b="b" l="l" r="r" t="t"/>
              <a:pathLst>
                <a:path extrusionOk="0" h="884" w="2521">
                  <a:moveTo>
                    <a:pt x="410" y="1"/>
                  </a:moveTo>
                  <a:cubicBezTo>
                    <a:pt x="158" y="1"/>
                    <a:pt x="1" y="190"/>
                    <a:pt x="1" y="442"/>
                  </a:cubicBezTo>
                  <a:cubicBezTo>
                    <a:pt x="1" y="663"/>
                    <a:pt x="190" y="883"/>
                    <a:pt x="410" y="883"/>
                  </a:cubicBezTo>
                  <a:lnTo>
                    <a:pt x="2080" y="883"/>
                  </a:lnTo>
                  <a:cubicBezTo>
                    <a:pt x="2332" y="883"/>
                    <a:pt x="2521" y="663"/>
                    <a:pt x="2521" y="442"/>
                  </a:cubicBezTo>
                  <a:cubicBezTo>
                    <a:pt x="2521" y="190"/>
                    <a:pt x="2332" y="1"/>
                    <a:pt x="208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1" name="Google Shape;11821;p138"/>
            <p:cNvSpPr/>
            <p:nvPr/>
          </p:nvSpPr>
          <p:spPr>
            <a:xfrm>
              <a:off x="-13012875" y="2198650"/>
              <a:ext cx="63025" cy="21275"/>
            </a:xfrm>
            <a:custGeom>
              <a:rect b="b" l="l" r="r" t="t"/>
              <a:pathLst>
                <a:path extrusionOk="0" h="851" w="2521">
                  <a:moveTo>
                    <a:pt x="410" y="0"/>
                  </a:moveTo>
                  <a:cubicBezTo>
                    <a:pt x="158" y="0"/>
                    <a:pt x="1" y="189"/>
                    <a:pt x="1" y="410"/>
                  </a:cubicBezTo>
                  <a:cubicBezTo>
                    <a:pt x="1" y="662"/>
                    <a:pt x="190" y="851"/>
                    <a:pt x="410" y="851"/>
                  </a:cubicBezTo>
                  <a:lnTo>
                    <a:pt x="2080" y="851"/>
                  </a:lnTo>
                  <a:cubicBezTo>
                    <a:pt x="2332" y="851"/>
                    <a:pt x="2521" y="662"/>
                    <a:pt x="2521" y="410"/>
                  </a:cubicBezTo>
                  <a:cubicBezTo>
                    <a:pt x="2521" y="189"/>
                    <a:pt x="2332" y="0"/>
                    <a:pt x="208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2" name="Google Shape;11822;p138"/>
            <p:cNvSpPr/>
            <p:nvPr/>
          </p:nvSpPr>
          <p:spPr>
            <a:xfrm>
              <a:off x="-13012875" y="2239600"/>
              <a:ext cx="63025" cy="22075"/>
            </a:xfrm>
            <a:custGeom>
              <a:rect b="b" l="l" r="r" t="t"/>
              <a:pathLst>
                <a:path extrusionOk="0" h="883" w="2521">
                  <a:moveTo>
                    <a:pt x="410" y="0"/>
                  </a:moveTo>
                  <a:cubicBezTo>
                    <a:pt x="158" y="0"/>
                    <a:pt x="1" y="221"/>
                    <a:pt x="1" y="442"/>
                  </a:cubicBezTo>
                  <a:cubicBezTo>
                    <a:pt x="1" y="694"/>
                    <a:pt x="190" y="883"/>
                    <a:pt x="410" y="883"/>
                  </a:cubicBezTo>
                  <a:lnTo>
                    <a:pt x="2080" y="883"/>
                  </a:lnTo>
                  <a:cubicBezTo>
                    <a:pt x="2332" y="883"/>
                    <a:pt x="2521" y="694"/>
                    <a:pt x="2521" y="442"/>
                  </a:cubicBezTo>
                  <a:cubicBezTo>
                    <a:pt x="2521" y="221"/>
                    <a:pt x="2332" y="0"/>
                    <a:pt x="208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823" name="Google Shape;11823;p138"/>
          <p:cNvSpPr/>
          <p:nvPr/>
        </p:nvSpPr>
        <p:spPr>
          <a:xfrm>
            <a:off x="5753174" y="2120098"/>
            <a:ext cx="341579" cy="340807"/>
          </a:xfrm>
          <a:custGeom>
            <a:rect b="b" l="l" r="r" t="t"/>
            <a:pathLst>
              <a:path extrusionOk="0" h="14115" w="14147">
                <a:moveTo>
                  <a:pt x="7058" y="851"/>
                </a:moveTo>
                <a:cubicBezTo>
                  <a:pt x="9294" y="851"/>
                  <a:pt x="10649" y="1386"/>
                  <a:pt x="10744" y="1670"/>
                </a:cubicBezTo>
                <a:cubicBezTo>
                  <a:pt x="10649" y="1922"/>
                  <a:pt x="9294" y="2489"/>
                  <a:pt x="7058" y="2489"/>
                </a:cubicBezTo>
                <a:cubicBezTo>
                  <a:pt x="4821" y="2489"/>
                  <a:pt x="3466" y="1922"/>
                  <a:pt x="3340" y="1670"/>
                </a:cubicBezTo>
                <a:cubicBezTo>
                  <a:pt x="3466" y="1386"/>
                  <a:pt x="4821" y="851"/>
                  <a:pt x="7058" y="851"/>
                </a:cubicBezTo>
                <a:close/>
                <a:moveTo>
                  <a:pt x="10681" y="2741"/>
                </a:moveTo>
                <a:lnTo>
                  <a:pt x="10114" y="8727"/>
                </a:lnTo>
                <a:cubicBezTo>
                  <a:pt x="9515" y="9042"/>
                  <a:pt x="8381" y="9200"/>
                  <a:pt x="7058" y="9200"/>
                </a:cubicBezTo>
                <a:cubicBezTo>
                  <a:pt x="5703" y="9200"/>
                  <a:pt x="4663" y="9010"/>
                  <a:pt x="4002" y="8727"/>
                </a:cubicBezTo>
                <a:lnTo>
                  <a:pt x="3435" y="2741"/>
                </a:lnTo>
                <a:lnTo>
                  <a:pt x="3435" y="2741"/>
                </a:lnTo>
                <a:cubicBezTo>
                  <a:pt x="4411" y="3214"/>
                  <a:pt x="5955" y="3308"/>
                  <a:pt x="7058" y="3308"/>
                </a:cubicBezTo>
                <a:cubicBezTo>
                  <a:pt x="8160" y="3308"/>
                  <a:pt x="9704" y="3151"/>
                  <a:pt x="10681" y="2741"/>
                </a:cubicBezTo>
                <a:close/>
                <a:moveTo>
                  <a:pt x="10051" y="9609"/>
                </a:moveTo>
                <a:lnTo>
                  <a:pt x="9956" y="10334"/>
                </a:lnTo>
                <a:cubicBezTo>
                  <a:pt x="9893" y="10397"/>
                  <a:pt x="9641" y="10523"/>
                  <a:pt x="9105" y="10649"/>
                </a:cubicBezTo>
                <a:cubicBezTo>
                  <a:pt x="8538" y="10775"/>
                  <a:pt x="7814" y="10838"/>
                  <a:pt x="7089" y="10838"/>
                </a:cubicBezTo>
                <a:cubicBezTo>
                  <a:pt x="6333" y="10838"/>
                  <a:pt x="5640" y="10775"/>
                  <a:pt x="5073" y="10649"/>
                </a:cubicBezTo>
                <a:cubicBezTo>
                  <a:pt x="4537" y="10523"/>
                  <a:pt x="4285" y="10397"/>
                  <a:pt x="4222" y="10334"/>
                </a:cubicBezTo>
                <a:lnTo>
                  <a:pt x="4128" y="9609"/>
                </a:lnTo>
                <a:lnTo>
                  <a:pt x="4128" y="9609"/>
                </a:lnTo>
                <a:cubicBezTo>
                  <a:pt x="5041" y="9924"/>
                  <a:pt x="6239" y="9987"/>
                  <a:pt x="7089" y="9987"/>
                </a:cubicBezTo>
                <a:cubicBezTo>
                  <a:pt x="7971" y="9987"/>
                  <a:pt x="9137" y="9893"/>
                  <a:pt x="10051" y="9609"/>
                </a:cubicBezTo>
                <a:close/>
                <a:moveTo>
                  <a:pt x="10964" y="9609"/>
                </a:moveTo>
                <a:cubicBezTo>
                  <a:pt x="12666" y="10082"/>
                  <a:pt x="13390" y="10712"/>
                  <a:pt x="13390" y="11247"/>
                </a:cubicBezTo>
                <a:cubicBezTo>
                  <a:pt x="13327" y="11720"/>
                  <a:pt x="12697" y="12224"/>
                  <a:pt x="11626" y="12602"/>
                </a:cubicBezTo>
                <a:cubicBezTo>
                  <a:pt x="10397" y="13043"/>
                  <a:pt x="8790" y="13327"/>
                  <a:pt x="7089" y="13327"/>
                </a:cubicBezTo>
                <a:cubicBezTo>
                  <a:pt x="5388" y="13327"/>
                  <a:pt x="3750" y="13075"/>
                  <a:pt x="2552" y="12602"/>
                </a:cubicBezTo>
                <a:cubicBezTo>
                  <a:pt x="1513" y="12224"/>
                  <a:pt x="883" y="11720"/>
                  <a:pt x="883" y="11247"/>
                </a:cubicBezTo>
                <a:cubicBezTo>
                  <a:pt x="883" y="10775"/>
                  <a:pt x="1639" y="10082"/>
                  <a:pt x="3309" y="9609"/>
                </a:cubicBezTo>
                <a:lnTo>
                  <a:pt x="3403" y="10397"/>
                </a:lnTo>
                <a:cubicBezTo>
                  <a:pt x="3435" y="11027"/>
                  <a:pt x="4380" y="11279"/>
                  <a:pt x="4695" y="11342"/>
                </a:cubicBezTo>
                <a:cubicBezTo>
                  <a:pt x="5356" y="11499"/>
                  <a:pt x="6239" y="11594"/>
                  <a:pt x="7152" y="11594"/>
                </a:cubicBezTo>
                <a:cubicBezTo>
                  <a:pt x="8034" y="11594"/>
                  <a:pt x="8916" y="11499"/>
                  <a:pt x="9578" y="11342"/>
                </a:cubicBezTo>
                <a:cubicBezTo>
                  <a:pt x="9893" y="11279"/>
                  <a:pt x="10838" y="11027"/>
                  <a:pt x="10870" y="10397"/>
                </a:cubicBezTo>
                <a:lnTo>
                  <a:pt x="10964" y="9609"/>
                </a:lnTo>
                <a:close/>
                <a:moveTo>
                  <a:pt x="7058" y="0"/>
                </a:moveTo>
                <a:cubicBezTo>
                  <a:pt x="5671" y="0"/>
                  <a:pt x="2521" y="284"/>
                  <a:pt x="2521" y="1670"/>
                </a:cubicBezTo>
                <a:cubicBezTo>
                  <a:pt x="2521" y="1733"/>
                  <a:pt x="2489" y="1197"/>
                  <a:pt x="3214" y="8790"/>
                </a:cubicBezTo>
                <a:cubicBezTo>
                  <a:pt x="1198" y="9294"/>
                  <a:pt x="1" y="10208"/>
                  <a:pt x="1" y="11247"/>
                </a:cubicBezTo>
                <a:cubicBezTo>
                  <a:pt x="1" y="12098"/>
                  <a:pt x="788" y="12854"/>
                  <a:pt x="2206" y="13358"/>
                </a:cubicBezTo>
                <a:cubicBezTo>
                  <a:pt x="3498" y="13831"/>
                  <a:pt x="5262" y="14114"/>
                  <a:pt x="7058" y="14114"/>
                </a:cubicBezTo>
                <a:cubicBezTo>
                  <a:pt x="8853" y="14114"/>
                  <a:pt x="10586" y="13831"/>
                  <a:pt x="11909" y="13358"/>
                </a:cubicBezTo>
                <a:cubicBezTo>
                  <a:pt x="13327" y="12823"/>
                  <a:pt x="14115" y="12066"/>
                  <a:pt x="14115" y="11247"/>
                </a:cubicBezTo>
                <a:cubicBezTo>
                  <a:pt x="14146" y="10208"/>
                  <a:pt x="12949" y="9357"/>
                  <a:pt x="10964" y="8790"/>
                </a:cubicBezTo>
                <a:cubicBezTo>
                  <a:pt x="11657" y="1197"/>
                  <a:pt x="11626" y="1733"/>
                  <a:pt x="11626" y="1670"/>
                </a:cubicBezTo>
                <a:cubicBezTo>
                  <a:pt x="11626" y="1481"/>
                  <a:pt x="11531" y="1166"/>
                  <a:pt x="11122" y="851"/>
                </a:cubicBezTo>
                <a:cubicBezTo>
                  <a:pt x="10177" y="158"/>
                  <a:pt x="8192" y="0"/>
                  <a:pt x="705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824" name="Google Shape;11824;p138"/>
          <p:cNvGrpSpPr/>
          <p:nvPr/>
        </p:nvGrpSpPr>
        <p:grpSpPr>
          <a:xfrm>
            <a:off x="7576787" y="1302885"/>
            <a:ext cx="343100" cy="342424"/>
            <a:chOff x="-11332875" y="1660700"/>
            <a:chExt cx="355250" cy="354550"/>
          </a:xfrm>
        </p:grpSpPr>
        <p:sp>
          <p:nvSpPr>
            <p:cNvPr id="11825" name="Google Shape;11825;p138"/>
            <p:cNvSpPr/>
            <p:nvPr/>
          </p:nvSpPr>
          <p:spPr>
            <a:xfrm>
              <a:off x="-11332875" y="1660700"/>
              <a:ext cx="355250" cy="354550"/>
            </a:xfrm>
            <a:custGeom>
              <a:rect b="b" l="l" r="r" t="t"/>
              <a:pathLst>
                <a:path extrusionOk="0" h="14182" w="14210">
                  <a:moveTo>
                    <a:pt x="7089" y="914"/>
                  </a:moveTo>
                  <a:cubicBezTo>
                    <a:pt x="7278" y="914"/>
                    <a:pt x="7436" y="1072"/>
                    <a:pt x="7467" y="1229"/>
                  </a:cubicBezTo>
                  <a:cubicBezTo>
                    <a:pt x="7538" y="1417"/>
                    <a:pt x="7713" y="1517"/>
                    <a:pt x="7889" y="1517"/>
                  </a:cubicBezTo>
                  <a:cubicBezTo>
                    <a:pt x="7949" y="1517"/>
                    <a:pt x="8010" y="1505"/>
                    <a:pt x="8066" y="1481"/>
                  </a:cubicBezTo>
                  <a:cubicBezTo>
                    <a:pt x="8124" y="1437"/>
                    <a:pt x="8203" y="1414"/>
                    <a:pt x="8284" y="1414"/>
                  </a:cubicBezTo>
                  <a:cubicBezTo>
                    <a:pt x="8376" y="1414"/>
                    <a:pt x="8471" y="1445"/>
                    <a:pt x="8538" y="1513"/>
                  </a:cubicBezTo>
                  <a:cubicBezTo>
                    <a:pt x="8696" y="1670"/>
                    <a:pt x="8664" y="1859"/>
                    <a:pt x="8570" y="1985"/>
                  </a:cubicBezTo>
                  <a:cubicBezTo>
                    <a:pt x="8444" y="2206"/>
                    <a:pt x="8570" y="2489"/>
                    <a:pt x="8822" y="2584"/>
                  </a:cubicBezTo>
                  <a:cubicBezTo>
                    <a:pt x="8980" y="2615"/>
                    <a:pt x="9137" y="2773"/>
                    <a:pt x="9137" y="2962"/>
                  </a:cubicBezTo>
                  <a:cubicBezTo>
                    <a:pt x="9137" y="3151"/>
                    <a:pt x="8980" y="3308"/>
                    <a:pt x="8822" y="3371"/>
                  </a:cubicBezTo>
                  <a:cubicBezTo>
                    <a:pt x="8570" y="3434"/>
                    <a:pt x="8444" y="3718"/>
                    <a:pt x="8570" y="3939"/>
                  </a:cubicBezTo>
                  <a:cubicBezTo>
                    <a:pt x="8664" y="4065"/>
                    <a:pt x="8664" y="4317"/>
                    <a:pt x="8538" y="4411"/>
                  </a:cubicBezTo>
                  <a:cubicBezTo>
                    <a:pt x="8454" y="4496"/>
                    <a:pt x="8360" y="4526"/>
                    <a:pt x="8272" y="4526"/>
                  </a:cubicBezTo>
                  <a:cubicBezTo>
                    <a:pt x="8196" y="4526"/>
                    <a:pt x="8124" y="4503"/>
                    <a:pt x="8066" y="4474"/>
                  </a:cubicBezTo>
                  <a:cubicBezTo>
                    <a:pt x="8006" y="4440"/>
                    <a:pt x="7941" y="4424"/>
                    <a:pt x="7876" y="4424"/>
                  </a:cubicBezTo>
                  <a:cubicBezTo>
                    <a:pt x="7704" y="4424"/>
                    <a:pt x="7536" y="4534"/>
                    <a:pt x="7467" y="4695"/>
                  </a:cubicBezTo>
                  <a:cubicBezTo>
                    <a:pt x="7436" y="4852"/>
                    <a:pt x="7278" y="5010"/>
                    <a:pt x="7089" y="5010"/>
                  </a:cubicBezTo>
                  <a:cubicBezTo>
                    <a:pt x="6869" y="5010"/>
                    <a:pt x="6711" y="4852"/>
                    <a:pt x="6680" y="4695"/>
                  </a:cubicBezTo>
                  <a:cubicBezTo>
                    <a:pt x="6634" y="4534"/>
                    <a:pt x="6472" y="4424"/>
                    <a:pt x="6290" y="4424"/>
                  </a:cubicBezTo>
                  <a:cubicBezTo>
                    <a:pt x="6221" y="4424"/>
                    <a:pt x="6150" y="4440"/>
                    <a:pt x="6081" y="4474"/>
                  </a:cubicBezTo>
                  <a:cubicBezTo>
                    <a:pt x="6042" y="4500"/>
                    <a:pt x="5976" y="4516"/>
                    <a:pt x="5903" y="4516"/>
                  </a:cubicBezTo>
                  <a:cubicBezTo>
                    <a:pt x="5799" y="4516"/>
                    <a:pt x="5682" y="4485"/>
                    <a:pt x="5609" y="4411"/>
                  </a:cubicBezTo>
                  <a:cubicBezTo>
                    <a:pt x="5451" y="4254"/>
                    <a:pt x="5514" y="4065"/>
                    <a:pt x="5577" y="3939"/>
                  </a:cubicBezTo>
                  <a:cubicBezTo>
                    <a:pt x="5703" y="3718"/>
                    <a:pt x="5577" y="3434"/>
                    <a:pt x="5356" y="3371"/>
                  </a:cubicBezTo>
                  <a:cubicBezTo>
                    <a:pt x="5199" y="3308"/>
                    <a:pt x="5041" y="3151"/>
                    <a:pt x="5041" y="2962"/>
                  </a:cubicBezTo>
                  <a:cubicBezTo>
                    <a:pt x="5041" y="2773"/>
                    <a:pt x="5199" y="2615"/>
                    <a:pt x="5356" y="2584"/>
                  </a:cubicBezTo>
                  <a:cubicBezTo>
                    <a:pt x="5609" y="2489"/>
                    <a:pt x="5735" y="2206"/>
                    <a:pt x="5577" y="1985"/>
                  </a:cubicBezTo>
                  <a:cubicBezTo>
                    <a:pt x="5514" y="1859"/>
                    <a:pt x="5514" y="1639"/>
                    <a:pt x="5609" y="1513"/>
                  </a:cubicBezTo>
                  <a:cubicBezTo>
                    <a:pt x="5703" y="1434"/>
                    <a:pt x="5798" y="1402"/>
                    <a:pt x="5880" y="1402"/>
                  </a:cubicBezTo>
                  <a:cubicBezTo>
                    <a:pt x="5963" y="1402"/>
                    <a:pt x="6034" y="1434"/>
                    <a:pt x="6081" y="1481"/>
                  </a:cubicBezTo>
                  <a:cubicBezTo>
                    <a:pt x="6145" y="1505"/>
                    <a:pt x="6212" y="1517"/>
                    <a:pt x="6276" y="1517"/>
                  </a:cubicBezTo>
                  <a:cubicBezTo>
                    <a:pt x="6464" y="1517"/>
                    <a:pt x="6633" y="1417"/>
                    <a:pt x="6680" y="1229"/>
                  </a:cubicBezTo>
                  <a:cubicBezTo>
                    <a:pt x="6711" y="1072"/>
                    <a:pt x="6869" y="914"/>
                    <a:pt x="7089" y="914"/>
                  </a:cubicBezTo>
                  <a:close/>
                  <a:moveTo>
                    <a:pt x="11374" y="1702"/>
                  </a:moveTo>
                  <a:cubicBezTo>
                    <a:pt x="11563" y="1702"/>
                    <a:pt x="11720" y="1859"/>
                    <a:pt x="11783" y="2017"/>
                  </a:cubicBezTo>
                  <a:cubicBezTo>
                    <a:pt x="11830" y="2204"/>
                    <a:pt x="12000" y="2305"/>
                    <a:pt x="12174" y="2305"/>
                  </a:cubicBezTo>
                  <a:cubicBezTo>
                    <a:pt x="12234" y="2305"/>
                    <a:pt x="12294" y="2293"/>
                    <a:pt x="12351" y="2269"/>
                  </a:cubicBezTo>
                  <a:cubicBezTo>
                    <a:pt x="12424" y="2225"/>
                    <a:pt x="12517" y="2201"/>
                    <a:pt x="12609" y="2201"/>
                  </a:cubicBezTo>
                  <a:cubicBezTo>
                    <a:pt x="12715" y="2201"/>
                    <a:pt x="12819" y="2233"/>
                    <a:pt x="12886" y="2300"/>
                  </a:cubicBezTo>
                  <a:cubicBezTo>
                    <a:pt x="13044" y="2458"/>
                    <a:pt x="12981" y="2647"/>
                    <a:pt x="12918" y="2773"/>
                  </a:cubicBezTo>
                  <a:cubicBezTo>
                    <a:pt x="12792" y="2993"/>
                    <a:pt x="12918" y="3277"/>
                    <a:pt x="13138" y="3371"/>
                  </a:cubicBezTo>
                  <a:cubicBezTo>
                    <a:pt x="13296" y="3403"/>
                    <a:pt x="13453" y="3560"/>
                    <a:pt x="13453" y="3750"/>
                  </a:cubicBezTo>
                  <a:cubicBezTo>
                    <a:pt x="13327" y="4002"/>
                    <a:pt x="13170" y="4159"/>
                    <a:pt x="13075" y="4191"/>
                  </a:cubicBezTo>
                  <a:cubicBezTo>
                    <a:pt x="12823" y="4254"/>
                    <a:pt x="12697" y="4537"/>
                    <a:pt x="12823" y="4789"/>
                  </a:cubicBezTo>
                  <a:cubicBezTo>
                    <a:pt x="12918" y="4884"/>
                    <a:pt x="12918" y="5136"/>
                    <a:pt x="12792" y="5262"/>
                  </a:cubicBezTo>
                  <a:cubicBezTo>
                    <a:pt x="12716" y="5318"/>
                    <a:pt x="12606" y="5364"/>
                    <a:pt x="12497" y="5364"/>
                  </a:cubicBezTo>
                  <a:cubicBezTo>
                    <a:pt x="12424" y="5364"/>
                    <a:pt x="12351" y="5344"/>
                    <a:pt x="12288" y="5293"/>
                  </a:cubicBezTo>
                  <a:cubicBezTo>
                    <a:pt x="12219" y="5259"/>
                    <a:pt x="12150" y="5243"/>
                    <a:pt x="12084" y="5243"/>
                  </a:cubicBezTo>
                  <a:cubicBezTo>
                    <a:pt x="11910" y="5243"/>
                    <a:pt x="11758" y="5354"/>
                    <a:pt x="11689" y="5514"/>
                  </a:cubicBezTo>
                  <a:cubicBezTo>
                    <a:pt x="11657" y="5671"/>
                    <a:pt x="11500" y="5829"/>
                    <a:pt x="11311" y="5829"/>
                  </a:cubicBezTo>
                  <a:cubicBezTo>
                    <a:pt x="11090" y="5829"/>
                    <a:pt x="10933" y="5671"/>
                    <a:pt x="10901" y="5514"/>
                  </a:cubicBezTo>
                  <a:cubicBezTo>
                    <a:pt x="10856" y="5354"/>
                    <a:pt x="10693" y="5243"/>
                    <a:pt x="10511" y="5243"/>
                  </a:cubicBezTo>
                  <a:cubicBezTo>
                    <a:pt x="10443" y="5243"/>
                    <a:pt x="10372" y="5259"/>
                    <a:pt x="10303" y="5293"/>
                  </a:cubicBezTo>
                  <a:cubicBezTo>
                    <a:pt x="10260" y="5322"/>
                    <a:pt x="10186" y="5337"/>
                    <a:pt x="10106" y="5337"/>
                  </a:cubicBezTo>
                  <a:cubicBezTo>
                    <a:pt x="10007" y="5337"/>
                    <a:pt x="9900" y="5314"/>
                    <a:pt x="9830" y="5262"/>
                  </a:cubicBezTo>
                  <a:cubicBezTo>
                    <a:pt x="9673" y="5104"/>
                    <a:pt x="9736" y="4884"/>
                    <a:pt x="9799" y="4789"/>
                  </a:cubicBezTo>
                  <a:cubicBezTo>
                    <a:pt x="9925" y="4569"/>
                    <a:pt x="9830" y="4317"/>
                    <a:pt x="9610" y="4191"/>
                  </a:cubicBezTo>
                  <a:lnTo>
                    <a:pt x="9610" y="3939"/>
                  </a:lnTo>
                  <a:cubicBezTo>
                    <a:pt x="9925" y="3718"/>
                    <a:pt x="10114" y="3371"/>
                    <a:pt x="10114" y="2962"/>
                  </a:cubicBezTo>
                  <a:cubicBezTo>
                    <a:pt x="10114" y="2741"/>
                    <a:pt x="10051" y="2489"/>
                    <a:pt x="9925" y="2300"/>
                  </a:cubicBezTo>
                  <a:cubicBezTo>
                    <a:pt x="10009" y="2233"/>
                    <a:pt x="10094" y="2201"/>
                    <a:pt x="10178" y="2201"/>
                  </a:cubicBezTo>
                  <a:cubicBezTo>
                    <a:pt x="10251" y="2201"/>
                    <a:pt x="10324" y="2225"/>
                    <a:pt x="10397" y="2269"/>
                  </a:cubicBezTo>
                  <a:cubicBezTo>
                    <a:pt x="10454" y="2293"/>
                    <a:pt x="10514" y="2305"/>
                    <a:pt x="10574" y="2305"/>
                  </a:cubicBezTo>
                  <a:cubicBezTo>
                    <a:pt x="10750" y="2305"/>
                    <a:pt x="10925" y="2204"/>
                    <a:pt x="10996" y="2017"/>
                  </a:cubicBezTo>
                  <a:cubicBezTo>
                    <a:pt x="11027" y="1859"/>
                    <a:pt x="11185" y="1702"/>
                    <a:pt x="11374" y="1702"/>
                  </a:cubicBezTo>
                  <a:close/>
                  <a:moveTo>
                    <a:pt x="2994" y="1796"/>
                  </a:moveTo>
                  <a:cubicBezTo>
                    <a:pt x="3183" y="1796"/>
                    <a:pt x="3340" y="1954"/>
                    <a:pt x="3372" y="2111"/>
                  </a:cubicBezTo>
                  <a:cubicBezTo>
                    <a:pt x="3440" y="2272"/>
                    <a:pt x="3592" y="2382"/>
                    <a:pt x="3767" y="2382"/>
                  </a:cubicBezTo>
                  <a:cubicBezTo>
                    <a:pt x="3832" y="2382"/>
                    <a:pt x="3901" y="2366"/>
                    <a:pt x="3970" y="2332"/>
                  </a:cubicBezTo>
                  <a:cubicBezTo>
                    <a:pt x="4027" y="2303"/>
                    <a:pt x="4096" y="2288"/>
                    <a:pt x="4170" y="2288"/>
                  </a:cubicBezTo>
                  <a:cubicBezTo>
                    <a:pt x="4260" y="2288"/>
                    <a:pt x="4356" y="2311"/>
                    <a:pt x="4443" y="2363"/>
                  </a:cubicBezTo>
                  <a:cubicBezTo>
                    <a:pt x="4317" y="2584"/>
                    <a:pt x="4254" y="2804"/>
                    <a:pt x="4254" y="3056"/>
                  </a:cubicBezTo>
                  <a:cubicBezTo>
                    <a:pt x="4254" y="3434"/>
                    <a:pt x="4443" y="3781"/>
                    <a:pt x="4758" y="4033"/>
                  </a:cubicBezTo>
                  <a:lnTo>
                    <a:pt x="4758" y="4254"/>
                  </a:lnTo>
                  <a:cubicBezTo>
                    <a:pt x="4506" y="4348"/>
                    <a:pt x="4443" y="4632"/>
                    <a:pt x="4569" y="4852"/>
                  </a:cubicBezTo>
                  <a:cubicBezTo>
                    <a:pt x="4632" y="4978"/>
                    <a:pt x="4632" y="5199"/>
                    <a:pt x="4506" y="5325"/>
                  </a:cubicBezTo>
                  <a:cubicBezTo>
                    <a:pt x="4427" y="5404"/>
                    <a:pt x="4340" y="5435"/>
                    <a:pt x="4258" y="5435"/>
                  </a:cubicBezTo>
                  <a:cubicBezTo>
                    <a:pt x="4175" y="5435"/>
                    <a:pt x="4096" y="5404"/>
                    <a:pt x="4033" y="5356"/>
                  </a:cubicBezTo>
                  <a:cubicBezTo>
                    <a:pt x="3977" y="5332"/>
                    <a:pt x="3916" y="5320"/>
                    <a:pt x="3857" y="5320"/>
                  </a:cubicBezTo>
                  <a:cubicBezTo>
                    <a:pt x="3682" y="5320"/>
                    <a:pt x="3513" y="5421"/>
                    <a:pt x="3466" y="5608"/>
                  </a:cubicBezTo>
                  <a:cubicBezTo>
                    <a:pt x="3435" y="5766"/>
                    <a:pt x="3246" y="5923"/>
                    <a:pt x="3057" y="5923"/>
                  </a:cubicBezTo>
                  <a:cubicBezTo>
                    <a:pt x="2868" y="5923"/>
                    <a:pt x="2710" y="5766"/>
                    <a:pt x="2679" y="5608"/>
                  </a:cubicBezTo>
                  <a:cubicBezTo>
                    <a:pt x="2562" y="5399"/>
                    <a:pt x="2378" y="5276"/>
                    <a:pt x="2188" y="5276"/>
                  </a:cubicBezTo>
                  <a:cubicBezTo>
                    <a:pt x="2120" y="5276"/>
                    <a:pt x="2052" y="5292"/>
                    <a:pt x="1985" y="5325"/>
                  </a:cubicBezTo>
                  <a:cubicBezTo>
                    <a:pt x="1912" y="5369"/>
                    <a:pt x="1826" y="5392"/>
                    <a:pt x="1741" y="5392"/>
                  </a:cubicBezTo>
                  <a:cubicBezTo>
                    <a:pt x="1644" y="5392"/>
                    <a:pt x="1549" y="5361"/>
                    <a:pt x="1481" y="5293"/>
                  </a:cubicBezTo>
                  <a:cubicBezTo>
                    <a:pt x="1324" y="5136"/>
                    <a:pt x="1355" y="4947"/>
                    <a:pt x="1450" y="4821"/>
                  </a:cubicBezTo>
                  <a:cubicBezTo>
                    <a:pt x="1576" y="4569"/>
                    <a:pt x="1450" y="4317"/>
                    <a:pt x="1229" y="4222"/>
                  </a:cubicBezTo>
                  <a:cubicBezTo>
                    <a:pt x="1072" y="4191"/>
                    <a:pt x="914" y="4033"/>
                    <a:pt x="914" y="3844"/>
                  </a:cubicBezTo>
                  <a:cubicBezTo>
                    <a:pt x="914" y="3624"/>
                    <a:pt x="1072" y="3466"/>
                    <a:pt x="1229" y="3434"/>
                  </a:cubicBezTo>
                  <a:cubicBezTo>
                    <a:pt x="1450" y="3371"/>
                    <a:pt x="1576" y="3088"/>
                    <a:pt x="1450" y="2836"/>
                  </a:cubicBezTo>
                  <a:cubicBezTo>
                    <a:pt x="1355" y="2741"/>
                    <a:pt x="1355" y="2489"/>
                    <a:pt x="1481" y="2363"/>
                  </a:cubicBezTo>
                  <a:cubicBezTo>
                    <a:pt x="1557" y="2307"/>
                    <a:pt x="1678" y="2261"/>
                    <a:pt x="1790" y="2261"/>
                  </a:cubicBezTo>
                  <a:cubicBezTo>
                    <a:pt x="1864" y="2261"/>
                    <a:pt x="1935" y="2281"/>
                    <a:pt x="1985" y="2332"/>
                  </a:cubicBezTo>
                  <a:cubicBezTo>
                    <a:pt x="2054" y="2366"/>
                    <a:pt x="2126" y="2382"/>
                    <a:pt x="2194" y="2382"/>
                  </a:cubicBezTo>
                  <a:cubicBezTo>
                    <a:pt x="2376" y="2382"/>
                    <a:pt x="2538" y="2272"/>
                    <a:pt x="2584" y="2111"/>
                  </a:cubicBezTo>
                  <a:cubicBezTo>
                    <a:pt x="2616" y="1954"/>
                    <a:pt x="2773" y="1796"/>
                    <a:pt x="2994" y="1796"/>
                  </a:cubicBezTo>
                  <a:close/>
                  <a:moveTo>
                    <a:pt x="8885" y="5199"/>
                  </a:moveTo>
                  <a:cubicBezTo>
                    <a:pt x="8917" y="5325"/>
                    <a:pt x="8980" y="5451"/>
                    <a:pt x="9011" y="5514"/>
                  </a:cubicBezTo>
                  <a:lnTo>
                    <a:pt x="7656" y="9200"/>
                  </a:lnTo>
                  <a:lnTo>
                    <a:pt x="5703" y="9200"/>
                  </a:lnTo>
                  <a:lnTo>
                    <a:pt x="3687" y="6427"/>
                  </a:lnTo>
                  <a:cubicBezTo>
                    <a:pt x="3813" y="6364"/>
                    <a:pt x="3939" y="6238"/>
                    <a:pt x="4002" y="6112"/>
                  </a:cubicBezTo>
                  <a:cubicBezTo>
                    <a:pt x="4091" y="6133"/>
                    <a:pt x="4179" y="6143"/>
                    <a:pt x="4264" y="6143"/>
                  </a:cubicBezTo>
                  <a:cubicBezTo>
                    <a:pt x="4571" y="6143"/>
                    <a:pt x="4851" y="6012"/>
                    <a:pt x="5073" y="5766"/>
                  </a:cubicBezTo>
                  <a:cubicBezTo>
                    <a:pt x="5199" y="5671"/>
                    <a:pt x="5293" y="5451"/>
                    <a:pt x="5356" y="5199"/>
                  </a:cubicBezTo>
                  <a:cubicBezTo>
                    <a:pt x="5525" y="5295"/>
                    <a:pt x="5730" y="5336"/>
                    <a:pt x="5944" y="5336"/>
                  </a:cubicBezTo>
                  <a:cubicBezTo>
                    <a:pt x="6010" y="5336"/>
                    <a:pt x="6077" y="5332"/>
                    <a:pt x="6144" y="5325"/>
                  </a:cubicBezTo>
                  <a:cubicBezTo>
                    <a:pt x="6365" y="5640"/>
                    <a:pt x="6711" y="5829"/>
                    <a:pt x="7121" y="5829"/>
                  </a:cubicBezTo>
                  <a:cubicBezTo>
                    <a:pt x="7499" y="5829"/>
                    <a:pt x="7877" y="5640"/>
                    <a:pt x="8097" y="5325"/>
                  </a:cubicBezTo>
                  <a:cubicBezTo>
                    <a:pt x="8164" y="5332"/>
                    <a:pt x="8231" y="5336"/>
                    <a:pt x="8297" y="5336"/>
                  </a:cubicBezTo>
                  <a:cubicBezTo>
                    <a:pt x="8511" y="5336"/>
                    <a:pt x="8717" y="5295"/>
                    <a:pt x="8885" y="5199"/>
                  </a:cubicBezTo>
                  <a:close/>
                  <a:moveTo>
                    <a:pt x="9673" y="6112"/>
                  </a:moveTo>
                  <a:cubicBezTo>
                    <a:pt x="9777" y="6164"/>
                    <a:pt x="9890" y="6188"/>
                    <a:pt x="10003" y="6188"/>
                  </a:cubicBezTo>
                  <a:cubicBezTo>
                    <a:pt x="10095" y="6188"/>
                    <a:pt x="10186" y="6172"/>
                    <a:pt x="10271" y="6144"/>
                  </a:cubicBezTo>
                  <a:cubicBezTo>
                    <a:pt x="10334" y="6270"/>
                    <a:pt x="10460" y="6396"/>
                    <a:pt x="10586" y="6459"/>
                  </a:cubicBezTo>
                  <a:lnTo>
                    <a:pt x="8570" y="9231"/>
                  </a:lnTo>
                  <a:lnTo>
                    <a:pt x="9673" y="6112"/>
                  </a:lnTo>
                  <a:close/>
                  <a:moveTo>
                    <a:pt x="8349" y="10050"/>
                  </a:moveTo>
                  <a:lnTo>
                    <a:pt x="8349" y="10870"/>
                  </a:lnTo>
                  <a:lnTo>
                    <a:pt x="5861" y="10870"/>
                  </a:lnTo>
                  <a:lnTo>
                    <a:pt x="5861" y="10050"/>
                  </a:lnTo>
                  <a:close/>
                  <a:moveTo>
                    <a:pt x="8538" y="11720"/>
                  </a:moveTo>
                  <a:lnTo>
                    <a:pt x="9295" y="12823"/>
                  </a:lnTo>
                  <a:cubicBezTo>
                    <a:pt x="9116" y="12781"/>
                    <a:pt x="8938" y="12760"/>
                    <a:pt x="8761" y="12760"/>
                  </a:cubicBezTo>
                  <a:cubicBezTo>
                    <a:pt x="8409" y="12760"/>
                    <a:pt x="8066" y="12844"/>
                    <a:pt x="7751" y="13012"/>
                  </a:cubicBezTo>
                  <a:cubicBezTo>
                    <a:pt x="7562" y="13106"/>
                    <a:pt x="7341" y="13154"/>
                    <a:pt x="7117" y="13154"/>
                  </a:cubicBezTo>
                  <a:cubicBezTo>
                    <a:pt x="6892" y="13154"/>
                    <a:pt x="6664" y="13106"/>
                    <a:pt x="6459" y="13012"/>
                  </a:cubicBezTo>
                  <a:cubicBezTo>
                    <a:pt x="6144" y="12854"/>
                    <a:pt x="5798" y="12760"/>
                    <a:pt x="5419" y="12760"/>
                  </a:cubicBezTo>
                  <a:cubicBezTo>
                    <a:pt x="5262" y="12760"/>
                    <a:pt x="5073" y="12760"/>
                    <a:pt x="4915" y="12823"/>
                  </a:cubicBezTo>
                  <a:lnTo>
                    <a:pt x="5672" y="11720"/>
                  </a:lnTo>
                  <a:close/>
                  <a:moveTo>
                    <a:pt x="7089" y="0"/>
                  </a:moveTo>
                  <a:cubicBezTo>
                    <a:pt x="6680" y="0"/>
                    <a:pt x="6333" y="189"/>
                    <a:pt x="6081" y="505"/>
                  </a:cubicBezTo>
                  <a:cubicBezTo>
                    <a:pt x="6018" y="494"/>
                    <a:pt x="5954" y="489"/>
                    <a:pt x="5890" y="489"/>
                  </a:cubicBezTo>
                  <a:cubicBezTo>
                    <a:pt x="5571" y="489"/>
                    <a:pt x="5251" y="620"/>
                    <a:pt x="5041" y="883"/>
                  </a:cubicBezTo>
                  <a:cubicBezTo>
                    <a:pt x="4884" y="1040"/>
                    <a:pt x="4758" y="1261"/>
                    <a:pt x="4726" y="1513"/>
                  </a:cubicBezTo>
                  <a:cubicBezTo>
                    <a:pt x="4534" y="1416"/>
                    <a:pt x="4341" y="1375"/>
                    <a:pt x="4135" y="1375"/>
                  </a:cubicBezTo>
                  <a:cubicBezTo>
                    <a:pt x="4071" y="1375"/>
                    <a:pt x="4006" y="1379"/>
                    <a:pt x="3939" y="1387"/>
                  </a:cubicBezTo>
                  <a:cubicBezTo>
                    <a:pt x="3687" y="1072"/>
                    <a:pt x="3340" y="883"/>
                    <a:pt x="2931" y="883"/>
                  </a:cubicBezTo>
                  <a:cubicBezTo>
                    <a:pt x="2553" y="883"/>
                    <a:pt x="2206" y="1072"/>
                    <a:pt x="1954" y="1387"/>
                  </a:cubicBezTo>
                  <a:cubicBezTo>
                    <a:pt x="1872" y="1366"/>
                    <a:pt x="1788" y="1356"/>
                    <a:pt x="1704" y="1356"/>
                  </a:cubicBezTo>
                  <a:cubicBezTo>
                    <a:pt x="1402" y="1356"/>
                    <a:pt x="1098" y="1487"/>
                    <a:pt x="851" y="1733"/>
                  </a:cubicBezTo>
                  <a:cubicBezTo>
                    <a:pt x="568" y="2017"/>
                    <a:pt x="473" y="2426"/>
                    <a:pt x="505" y="2804"/>
                  </a:cubicBezTo>
                  <a:cubicBezTo>
                    <a:pt x="190" y="3025"/>
                    <a:pt x="1" y="3403"/>
                    <a:pt x="1" y="3781"/>
                  </a:cubicBezTo>
                  <a:cubicBezTo>
                    <a:pt x="1" y="4191"/>
                    <a:pt x="190" y="4537"/>
                    <a:pt x="505" y="4789"/>
                  </a:cubicBezTo>
                  <a:cubicBezTo>
                    <a:pt x="410" y="5167"/>
                    <a:pt x="536" y="5577"/>
                    <a:pt x="851" y="5829"/>
                  </a:cubicBezTo>
                  <a:cubicBezTo>
                    <a:pt x="1106" y="6084"/>
                    <a:pt x="1489" y="6212"/>
                    <a:pt x="1839" y="6212"/>
                  </a:cubicBezTo>
                  <a:cubicBezTo>
                    <a:pt x="1878" y="6212"/>
                    <a:pt x="1916" y="6210"/>
                    <a:pt x="1954" y="6207"/>
                  </a:cubicBezTo>
                  <a:cubicBezTo>
                    <a:pt x="2143" y="6427"/>
                    <a:pt x="2427" y="6616"/>
                    <a:pt x="2710" y="6679"/>
                  </a:cubicBezTo>
                  <a:lnTo>
                    <a:pt x="5010" y="9767"/>
                  </a:lnTo>
                  <a:lnTo>
                    <a:pt x="5010" y="11153"/>
                  </a:lnTo>
                  <a:lnTo>
                    <a:pt x="3435" y="13516"/>
                  </a:lnTo>
                  <a:cubicBezTo>
                    <a:pt x="3309" y="13674"/>
                    <a:pt x="3340" y="13863"/>
                    <a:pt x="3466" y="14020"/>
                  </a:cubicBezTo>
                  <a:cubicBezTo>
                    <a:pt x="3526" y="14120"/>
                    <a:pt x="3636" y="14182"/>
                    <a:pt x="3757" y="14182"/>
                  </a:cubicBezTo>
                  <a:cubicBezTo>
                    <a:pt x="3827" y="14182"/>
                    <a:pt x="3901" y="14161"/>
                    <a:pt x="3970" y="14115"/>
                  </a:cubicBezTo>
                  <a:lnTo>
                    <a:pt x="4789" y="13674"/>
                  </a:lnTo>
                  <a:cubicBezTo>
                    <a:pt x="4994" y="13579"/>
                    <a:pt x="5215" y="13532"/>
                    <a:pt x="5435" y="13532"/>
                  </a:cubicBezTo>
                  <a:cubicBezTo>
                    <a:pt x="5656" y="13532"/>
                    <a:pt x="5876" y="13579"/>
                    <a:pt x="6081" y="13674"/>
                  </a:cubicBezTo>
                  <a:cubicBezTo>
                    <a:pt x="6396" y="13831"/>
                    <a:pt x="6743" y="13910"/>
                    <a:pt x="7089" y="13910"/>
                  </a:cubicBezTo>
                  <a:cubicBezTo>
                    <a:pt x="7436" y="13910"/>
                    <a:pt x="7782" y="13831"/>
                    <a:pt x="8097" y="13674"/>
                  </a:cubicBezTo>
                  <a:cubicBezTo>
                    <a:pt x="8302" y="13579"/>
                    <a:pt x="8523" y="13532"/>
                    <a:pt x="8743" y="13532"/>
                  </a:cubicBezTo>
                  <a:cubicBezTo>
                    <a:pt x="8964" y="13532"/>
                    <a:pt x="9184" y="13579"/>
                    <a:pt x="9389" y="13674"/>
                  </a:cubicBezTo>
                  <a:lnTo>
                    <a:pt x="10240" y="14115"/>
                  </a:lnTo>
                  <a:cubicBezTo>
                    <a:pt x="10292" y="14136"/>
                    <a:pt x="10348" y="14146"/>
                    <a:pt x="10405" y="14146"/>
                  </a:cubicBezTo>
                  <a:cubicBezTo>
                    <a:pt x="10520" y="14146"/>
                    <a:pt x="10639" y="14104"/>
                    <a:pt x="10744" y="14020"/>
                  </a:cubicBezTo>
                  <a:cubicBezTo>
                    <a:pt x="10870" y="13863"/>
                    <a:pt x="10901" y="13674"/>
                    <a:pt x="10775" y="13516"/>
                  </a:cubicBezTo>
                  <a:lnTo>
                    <a:pt x="9200" y="11153"/>
                  </a:lnTo>
                  <a:lnTo>
                    <a:pt x="9200" y="9767"/>
                  </a:lnTo>
                  <a:lnTo>
                    <a:pt x="11500" y="6679"/>
                  </a:lnTo>
                  <a:cubicBezTo>
                    <a:pt x="11815" y="6616"/>
                    <a:pt x="12067" y="6427"/>
                    <a:pt x="12225" y="6207"/>
                  </a:cubicBezTo>
                  <a:cubicBezTo>
                    <a:pt x="12293" y="6217"/>
                    <a:pt x="12360" y="6223"/>
                    <a:pt x="12427" y="6223"/>
                  </a:cubicBezTo>
                  <a:cubicBezTo>
                    <a:pt x="12758" y="6223"/>
                    <a:pt x="13065" y="6091"/>
                    <a:pt x="13327" y="5829"/>
                  </a:cubicBezTo>
                  <a:cubicBezTo>
                    <a:pt x="13611" y="5577"/>
                    <a:pt x="13737" y="5167"/>
                    <a:pt x="13705" y="4789"/>
                  </a:cubicBezTo>
                  <a:cubicBezTo>
                    <a:pt x="14020" y="4537"/>
                    <a:pt x="14209" y="4191"/>
                    <a:pt x="14209" y="3781"/>
                  </a:cubicBezTo>
                  <a:cubicBezTo>
                    <a:pt x="14178" y="3403"/>
                    <a:pt x="13957" y="3056"/>
                    <a:pt x="13674" y="2804"/>
                  </a:cubicBezTo>
                  <a:cubicBezTo>
                    <a:pt x="13737" y="2426"/>
                    <a:pt x="13611" y="2017"/>
                    <a:pt x="13296" y="1733"/>
                  </a:cubicBezTo>
                  <a:cubicBezTo>
                    <a:pt x="13047" y="1484"/>
                    <a:pt x="12700" y="1381"/>
                    <a:pt x="12342" y="1381"/>
                  </a:cubicBezTo>
                  <a:cubicBezTo>
                    <a:pt x="12292" y="1381"/>
                    <a:pt x="12243" y="1383"/>
                    <a:pt x="12193" y="1387"/>
                  </a:cubicBezTo>
                  <a:cubicBezTo>
                    <a:pt x="11973" y="1072"/>
                    <a:pt x="11594" y="883"/>
                    <a:pt x="11216" y="883"/>
                  </a:cubicBezTo>
                  <a:cubicBezTo>
                    <a:pt x="10807" y="883"/>
                    <a:pt x="10460" y="1072"/>
                    <a:pt x="10240" y="1387"/>
                  </a:cubicBezTo>
                  <a:cubicBezTo>
                    <a:pt x="10173" y="1379"/>
                    <a:pt x="10106" y="1375"/>
                    <a:pt x="10040" y="1375"/>
                  </a:cubicBezTo>
                  <a:cubicBezTo>
                    <a:pt x="9826" y="1375"/>
                    <a:pt x="9621" y="1416"/>
                    <a:pt x="9452" y="1513"/>
                  </a:cubicBezTo>
                  <a:cubicBezTo>
                    <a:pt x="9421" y="1261"/>
                    <a:pt x="9295" y="1072"/>
                    <a:pt x="9137" y="883"/>
                  </a:cubicBezTo>
                  <a:cubicBezTo>
                    <a:pt x="8882" y="627"/>
                    <a:pt x="8525" y="500"/>
                    <a:pt x="8180" y="500"/>
                  </a:cubicBezTo>
                  <a:cubicBezTo>
                    <a:pt x="8142" y="500"/>
                    <a:pt x="8104" y="501"/>
                    <a:pt x="8066" y="505"/>
                  </a:cubicBezTo>
                  <a:cubicBezTo>
                    <a:pt x="7845" y="189"/>
                    <a:pt x="7467" y="0"/>
                    <a:pt x="708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6" name="Google Shape;11826;p138"/>
            <p:cNvSpPr/>
            <p:nvPr/>
          </p:nvSpPr>
          <p:spPr>
            <a:xfrm>
              <a:off x="-11072175" y="1734725"/>
              <a:ext cx="41775" cy="41000"/>
            </a:xfrm>
            <a:custGeom>
              <a:rect b="b" l="l" r="r" t="t"/>
              <a:pathLst>
                <a:path extrusionOk="0" h="1640" w="1671">
                  <a:moveTo>
                    <a:pt x="820" y="1"/>
                  </a:moveTo>
                  <a:cubicBezTo>
                    <a:pt x="379" y="1"/>
                    <a:pt x="1" y="379"/>
                    <a:pt x="1" y="820"/>
                  </a:cubicBezTo>
                  <a:cubicBezTo>
                    <a:pt x="1" y="1293"/>
                    <a:pt x="379" y="1639"/>
                    <a:pt x="820" y="1639"/>
                  </a:cubicBezTo>
                  <a:cubicBezTo>
                    <a:pt x="1292" y="1639"/>
                    <a:pt x="1671" y="1293"/>
                    <a:pt x="1671" y="820"/>
                  </a:cubicBezTo>
                  <a:cubicBezTo>
                    <a:pt x="1671" y="379"/>
                    <a:pt x="1292" y="1"/>
                    <a:pt x="82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7" name="Google Shape;11827;p138"/>
            <p:cNvSpPr/>
            <p:nvPr/>
          </p:nvSpPr>
          <p:spPr>
            <a:xfrm>
              <a:off x="-11278525" y="1734725"/>
              <a:ext cx="40975" cy="41000"/>
            </a:xfrm>
            <a:custGeom>
              <a:rect b="b" l="l" r="r" t="t"/>
              <a:pathLst>
                <a:path extrusionOk="0" h="1640" w="1639">
                  <a:moveTo>
                    <a:pt x="820" y="1"/>
                  </a:moveTo>
                  <a:cubicBezTo>
                    <a:pt x="347" y="1"/>
                    <a:pt x="0" y="379"/>
                    <a:pt x="0" y="820"/>
                  </a:cubicBezTo>
                  <a:cubicBezTo>
                    <a:pt x="0" y="1293"/>
                    <a:pt x="347"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8" name="Google Shape;11828;p138"/>
            <p:cNvSpPr/>
            <p:nvPr/>
          </p:nvSpPr>
          <p:spPr>
            <a:xfrm>
              <a:off x="-11175350" y="1714250"/>
              <a:ext cx="40975" cy="41000"/>
            </a:xfrm>
            <a:custGeom>
              <a:rect b="b" l="l" r="r" t="t"/>
              <a:pathLst>
                <a:path extrusionOk="0" h="1640" w="1639">
                  <a:moveTo>
                    <a:pt x="820" y="1"/>
                  </a:moveTo>
                  <a:cubicBezTo>
                    <a:pt x="379" y="1"/>
                    <a:pt x="1" y="379"/>
                    <a:pt x="1" y="820"/>
                  </a:cubicBezTo>
                  <a:cubicBezTo>
                    <a:pt x="1" y="1261"/>
                    <a:pt x="379" y="1639"/>
                    <a:pt x="820" y="1639"/>
                  </a:cubicBezTo>
                  <a:cubicBezTo>
                    <a:pt x="1261" y="1639"/>
                    <a:pt x="1639" y="1261"/>
                    <a:pt x="1639" y="820"/>
                  </a:cubicBezTo>
                  <a:cubicBezTo>
                    <a:pt x="1639" y="379"/>
                    <a:pt x="1261" y="1"/>
                    <a:pt x="82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829" name="Google Shape;11829;p138"/>
          <p:cNvSpPr/>
          <p:nvPr/>
        </p:nvSpPr>
        <p:spPr>
          <a:xfrm>
            <a:off x="7575652" y="1712279"/>
            <a:ext cx="345370" cy="339286"/>
          </a:xfrm>
          <a:custGeom>
            <a:rect b="b" l="l" r="r" t="t"/>
            <a:pathLst>
              <a:path extrusionOk="0" h="14052" w="14304">
                <a:moveTo>
                  <a:pt x="12886" y="2489"/>
                </a:moveTo>
                <a:cubicBezTo>
                  <a:pt x="13106" y="2521"/>
                  <a:pt x="13295" y="2710"/>
                  <a:pt x="13295" y="2899"/>
                </a:cubicBezTo>
                <a:lnTo>
                  <a:pt x="13295" y="3875"/>
                </a:lnTo>
                <a:cubicBezTo>
                  <a:pt x="12933" y="3592"/>
                  <a:pt x="12500" y="3450"/>
                  <a:pt x="12067" y="3450"/>
                </a:cubicBezTo>
                <a:cubicBezTo>
                  <a:pt x="11633" y="3450"/>
                  <a:pt x="11200" y="3592"/>
                  <a:pt x="10838" y="3875"/>
                </a:cubicBezTo>
                <a:lnTo>
                  <a:pt x="10838" y="2899"/>
                </a:lnTo>
                <a:cubicBezTo>
                  <a:pt x="10838" y="2678"/>
                  <a:pt x="11027" y="2489"/>
                  <a:pt x="11216" y="2489"/>
                </a:cubicBezTo>
                <a:close/>
                <a:moveTo>
                  <a:pt x="2899" y="2521"/>
                </a:moveTo>
                <a:cubicBezTo>
                  <a:pt x="3151" y="2521"/>
                  <a:pt x="3308" y="2710"/>
                  <a:pt x="3308" y="2962"/>
                </a:cubicBezTo>
                <a:lnTo>
                  <a:pt x="3308" y="3907"/>
                </a:lnTo>
                <a:cubicBezTo>
                  <a:pt x="2962" y="3623"/>
                  <a:pt x="2521" y="3497"/>
                  <a:pt x="2048" y="3497"/>
                </a:cubicBezTo>
                <a:cubicBezTo>
                  <a:pt x="1575" y="3497"/>
                  <a:pt x="1166" y="3655"/>
                  <a:pt x="819" y="3907"/>
                </a:cubicBezTo>
                <a:lnTo>
                  <a:pt x="819" y="2962"/>
                </a:lnTo>
                <a:cubicBezTo>
                  <a:pt x="851" y="2710"/>
                  <a:pt x="1040" y="2521"/>
                  <a:pt x="1260" y="2521"/>
                </a:cubicBezTo>
                <a:close/>
                <a:moveTo>
                  <a:pt x="2079" y="4285"/>
                </a:moveTo>
                <a:cubicBezTo>
                  <a:pt x="2395" y="4285"/>
                  <a:pt x="2710" y="4411"/>
                  <a:pt x="2962" y="4663"/>
                </a:cubicBezTo>
                <a:lnTo>
                  <a:pt x="4411" y="6112"/>
                </a:lnTo>
                <a:cubicBezTo>
                  <a:pt x="4285" y="6301"/>
                  <a:pt x="2836" y="7719"/>
                  <a:pt x="2678" y="7876"/>
                </a:cubicBezTo>
                <a:lnTo>
                  <a:pt x="1229" y="6427"/>
                </a:lnTo>
                <a:cubicBezTo>
                  <a:pt x="756" y="5955"/>
                  <a:pt x="756" y="5167"/>
                  <a:pt x="1229" y="4663"/>
                </a:cubicBezTo>
                <a:cubicBezTo>
                  <a:pt x="1449" y="4411"/>
                  <a:pt x="1764" y="4285"/>
                  <a:pt x="2079" y="4285"/>
                </a:cubicBezTo>
                <a:close/>
                <a:moveTo>
                  <a:pt x="12055" y="4308"/>
                </a:moveTo>
                <a:cubicBezTo>
                  <a:pt x="12374" y="4308"/>
                  <a:pt x="12697" y="4427"/>
                  <a:pt x="12949" y="4663"/>
                </a:cubicBezTo>
                <a:cubicBezTo>
                  <a:pt x="13421" y="5167"/>
                  <a:pt x="13421" y="5955"/>
                  <a:pt x="12949" y="6427"/>
                </a:cubicBezTo>
                <a:lnTo>
                  <a:pt x="11499" y="7876"/>
                </a:lnTo>
                <a:lnTo>
                  <a:pt x="9735" y="6112"/>
                </a:lnTo>
                <a:lnTo>
                  <a:pt x="11184" y="4663"/>
                </a:lnTo>
                <a:cubicBezTo>
                  <a:pt x="11421" y="4427"/>
                  <a:pt x="11736" y="4308"/>
                  <a:pt x="12055" y="4308"/>
                </a:cubicBezTo>
                <a:close/>
                <a:moveTo>
                  <a:pt x="11657" y="819"/>
                </a:moveTo>
                <a:lnTo>
                  <a:pt x="11657" y="1701"/>
                </a:lnTo>
                <a:lnTo>
                  <a:pt x="11216" y="1701"/>
                </a:lnTo>
                <a:cubicBezTo>
                  <a:pt x="10554" y="1701"/>
                  <a:pt x="10019" y="2237"/>
                  <a:pt x="10019" y="2899"/>
                </a:cubicBezTo>
                <a:lnTo>
                  <a:pt x="10019" y="4663"/>
                </a:lnTo>
                <a:lnTo>
                  <a:pt x="8853" y="5797"/>
                </a:lnTo>
                <a:cubicBezTo>
                  <a:pt x="8696" y="5955"/>
                  <a:pt x="8696" y="6238"/>
                  <a:pt x="8853" y="6396"/>
                </a:cubicBezTo>
                <a:lnTo>
                  <a:pt x="9231" y="6742"/>
                </a:lnTo>
                <a:lnTo>
                  <a:pt x="7089" y="8443"/>
                </a:lnTo>
                <a:lnTo>
                  <a:pt x="4978" y="6742"/>
                </a:lnTo>
                <a:lnTo>
                  <a:pt x="5324" y="6396"/>
                </a:lnTo>
                <a:cubicBezTo>
                  <a:pt x="5482" y="6238"/>
                  <a:pt x="5482" y="5955"/>
                  <a:pt x="5324" y="5797"/>
                </a:cubicBezTo>
                <a:lnTo>
                  <a:pt x="4190" y="4663"/>
                </a:lnTo>
                <a:lnTo>
                  <a:pt x="4190" y="2899"/>
                </a:lnTo>
                <a:cubicBezTo>
                  <a:pt x="4190" y="2237"/>
                  <a:pt x="3623" y="1701"/>
                  <a:pt x="2962" y="1701"/>
                </a:cubicBezTo>
                <a:lnTo>
                  <a:pt x="2521" y="1701"/>
                </a:lnTo>
                <a:lnTo>
                  <a:pt x="2521" y="819"/>
                </a:lnTo>
                <a:close/>
                <a:moveTo>
                  <a:pt x="9767" y="7341"/>
                </a:moveTo>
                <a:lnTo>
                  <a:pt x="10176" y="7719"/>
                </a:lnTo>
                <a:lnTo>
                  <a:pt x="8506" y="9609"/>
                </a:lnTo>
                <a:lnTo>
                  <a:pt x="7719" y="8979"/>
                </a:lnTo>
                <a:lnTo>
                  <a:pt x="9767" y="7341"/>
                </a:lnTo>
                <a:close/>
                <a:moveTo>
                  <a:pt x="5545" y="10743"/>
                </a:moveTo>
                <a:lnTo>
                  <a:pt x="6553" y="11846"/>
                </a:lnTo>
                <a:lnTo>
                  <a:pt x="5230" y="13264"/>
                </a:lnTo>
                <a:lnTo>
                  <a:pt x="2426" y="13264"/>
                </a:lnTo>
                <a:lnTo>
                  <a:pt x="5545" y="10743"/>
                </a:lnTo>
                <a:close/>
                <a:moveTo>
                  <a:pt x="4379" y="7372"/>
                </a:moveTo>
                <a:lnTo>
                  <a:pt x="11751" y="13327"/>
                </a:lnTo>
                <a:lnTo>
                  <a:pt x="8948" y="13327"/>
                </a:lnTo>
                <a:lnTo>
                  <a:pt x="8948" y="13264"/>
                </a:lnTo>
                <a:lnTo>
                  <a:pt x="3970" y="7750"/>
                </a:lnTo>
                <a:lnTo>
                  <a:pt x="4379" y="7372"/>
                </a:lnTo>
                <a:close/>
                <a:moveTo>
                  <a:pt x="473" y="0"/>
                </a:moveTo>
                <a:cubicBezTo>
                  <a:pt x="252" y="0"/>
                  <a:pt x="32" y="189"/>
                  <a:pt x="32" y="441"/>
                </a:cubicBezTo>
                <a:cubicBezTo>
                  <a:pt x="32" y="662"/>
                  <a:pt x="252" y="819"/>
                  <a:pt x="473" y="819"/>
                </a:cubicBezTo>
                <a:lnTo>
                  <a:pt x="1733" y="819"/>
                </a:lnTo>
                <a:lnTo>
                  <a:pt x="1733" y="1701"/>
                </a:lnTo>
                <a:lnTo>
                  <a:pt x="1292" y="1701"/>
                </a:lnTo>
                <a:cubicBezTo>
                  <a:pt x="630" y="1701"/>
                  <a:pt x="32" y="2237"/>
                  <a:pt x="32" y="2899"/>
                </a:cubicBezTo>
                <a:lnTo>
                  <a:pt x="32" y="5387"/>
                </a:lnTo>
                <a:lnTo>
                  <a:pt x="32" y="5450"/>
                </a:lnTo>
                <a:cubicBezTo>
                  <a:pt x="0" y="5986"/>
                  <a:pt x="252" y="6553"/>
                  <a:pt x="630" y="6963"/>
                </a:cubicBezTo>
                <a:lnTo>
                  <a:pt x="2395" y="8758"/>
                </a:lnTo>
                <a:cubicBezTo>
                  <a:pt x="2473" y="8837"/>
                  <a:pt x="2584" y="8877"/>
                  <a:pt x="2694" y="8877"/>
                </a:cubicBezTo>
                <a:cubicBezTo>
                  <a:pt x="2804" y="8877"/>
                  <a:pt x="2914" y="8837"/>
                  <a:pt x="2993" y="8758"/>
                </a:cubicBezTo>
                <a:lnTo>
                  <a:pt x="3434" y="8317"/>
                </a:lnTo>
                <a:lnTo>
                  <a:pt x="5041" y="10082"/>
                </a:lnTo>
                <a:lnTo>
                  <a:pt x="1008" y="13327"/>
                </a:lnTo>
                <a:cubicBezTo>
                  <a:pt x="914" y="13421"/>
                  <a:pt x="819" y="13579"/>
                  <a:pt x="914" y="13768"/>
                </a:cubicBezTo>
                <a:cubicBezTo>
                  <a:pt x="945" y="13925"/>
                  <a:pt x="1103" y="14051"/>
                  <a:pt x="1292" y="14051"/>
                </a:cubicBezTo>
                <a:lnTo>
                  <a:pt x="5419" y="14051"/>
                </a:lnTo>
                <a:cubicBezTo>
                  <a:pt x="5545" y="14051"/>
                  <a:pt x="5671" y="14020"/>
                  <a:pt x="5734" y="13925"/>
                </a:cubicBezTo>
                <a:lnTo>
                  <a:pt x="7120" y="12413"/>
                </a:lnTo>
                <a:lnTo>
                  <a:pt x="8506" y="13925"/>
                </a:lnTo>
                <a:cubicBezTo>
                  <a:pt x="8569" y="14020"/>
                  <a:pt x="8696" y="14051"/>
                  <a:pt x="8822" y="14051"/>
                </a:cubicBezTo>
                <a:lnTo>
                  <a:pt x="12949" y="14051"/>
                </a:lnTo>
                <a:cubicBezTo>
                  <a:pt x="13106" y="14051"/>
                  <a:pt x="13264" y="13925"/>
                  <a:pt x="13358" y="13768"/>
                </a:cubicBezTo>
                <a:cubicBezTo>
                  <a:pt x="13390" y="13610"/>
                  <a:pt x="13358" y="13421"/>
                  <a:pt x="13232" y="13327"/>
                </a:cubicBezTo>
                <a:lnTo>
                  <a:pt x="9263" y="10082"/>
                </a:lnTo>
                <a:lnTo>
                  <a:pt x="10869" y="8286"/>
                </a:lnTo>
                <a:lnTo>
                  <a:pt x="11310" y="8695"/>
                </a:lnTo>
                <a:cubicBezTo>
                  <a:pt x="11389" y="8774"/>
                  <a:pt x="11492" y="8814"/>
                  <a:pt x="11594" y="8814"/>
                </a:cubicBezTo>
                <a:cubicBezTo>
                  <a:pt x="11696" y="8814"/>
                  <a:pt x="11799" y="8774"/>
                  <a:pt x="11878" y="8695"/>
                </a:cubicBezTo>
                <a:lnTo>
                  <a:pt x="13673" y="6931"/>
                </a:lnTo>
                <a:cubicBezTo>
                  <a:pt x="14083" y="6490"/>
                  <a:pt x="14303" y="5955"/>
                  <a:pt x="14240" y="5387"/>
                </a:cubicBezTo>
                <a:lnTo>
                  <a:pt x="14240" y="5356"/>
                </a:lnTo>
                <a:lnTo>
                  <a:pt x="14240" y="2867"/>
                </a:lnTo>
                <a:cubicBezTo>
                  <a:pt x="14240" y="2205"/>
                  <a:pt x="13705" y="1670"/>
                  <a:pt x="12980" y="1670"/>
                </a:cubicBezTo>
                <a:lnTo>
                  <a:pt x="12571" y="1670"/>
                </a:lnTo>
                <a:lnTo>
                  <a:pt x="12571" y="788"/>
                </a:lnTo>
                <a:lnTo>
                  <a:pt x="13736" y="788"/>
                </a:lnTo>
                <a:lnTo>
                  <a:pt x="13736" y="819"/>
                </a:lnTo>
                <a:cubicBezTo>
                  <a:pt x="13988" y="819"/>
                  <a:pt x="14177" y="630"/>
                  <a:pt x="14177" y="441"/>
                </a:cubicBezTo>
                <a:cubicBezTo>
                  <a:pt x="14177" y="189"/>
                  <a:pt x="13988" y="0"/>
                  <a:pt x="1373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0" name="Google Shape;11830;p138"/>
          <p:cNvSpPr/>
          <p:nvPr/>
        </p:nvSpPr>
        <p:spPr>
          <a:xfrm>
            <a:off x="7576413" y="2141008"/>
            <a:ext cx="343849" cy="298988"/>
          </a:xfrm>
          <a:custGeom>
            <a:rect b="b" l="l" r="r" t="t"/>
            <a:pathLst>
              <a:path extrusionOk="0" h="12383" w="14241">
                <a:moveTo>
                  <a:pt x="9610" y="4128"/>
                </a:moveTo>
                <a:cubicBezTo>
                  <a:pt x="10271" y="4128"/>
                  <a:pt x="10870" y="4664"/>
                  <a:pt x="10870" y="5388"/>
                </a:cubicBezTo>
                <a:cubicBezTo>
                  <a:pt x="10870" y="6050"/>
                  <a:pt x="10303" y="6617"/>
                  <a:pt x="9610" y="6617"/>
                </a:cubicBezTo>
                <a:lnTo>
                  <a:pt x="8444" y="6617"/>
                </a:lnTo>
                <a:cubicBezTo>
                  <a:pt x="8412" y="6207"/>
                  <a:pt x="8381" y="5829"/>
                  <a:pt x="8381" y="5388"/>
                </a:cubicBezTo>
                <a:cubicBezTo>
                  <a:pt x="8381" y="4947"/>
                  <a:pt x="8412" y="4569"/>
                  <a:pt x="8444" y="4128"/>
                </a:cubicBezTo>
                <a:close/>
                <a:moveTo>
                  <a:pt x="3183" y="3309"/>
                </a:moveTo>
                <a:cubicBezTo>
                  <a:pt x="2773" y="3876"/>
                  <a:pt x="2553" y="4632"/>
                  <a:pt x="2553" y="5388"/>
                </a:cubicBezTo>
                <a:cubicBezTo>
                  <a:pt x="2553" y="6144"/>
                  <a:pt x="2773" y="6837"/>
                  <a:pt x="3183" y="7468"/>
                </a:cubicBezTo>
                <a:lnTo>
                  <a:pt x="2994" y="7468"/>
                </a:lnTo>
                <a:cubicBezTo>
                  <a:pt x="1765" y="7436"/>
                  <a:pt x="820" y="6459"/>
                  <a:pt x="883" y="5262"/>
                </a:cubicBezTo>
                <a:cubicBezTo>
                  <a:pt x="946" y="4191"/>
                  <a:pt x="1954" y="3309"/>
                  <a:pt x="3088" y="3309"/>
                </a:cubicBezTo>
                <a:close/>
                <a:moveTo>
                  <a:pt x="8129" y="2175"/>
                </a:moveTo>
                <a:lnTo>
                  <a:pt x="8129" y="2175"/>
                </a:lnTo>
                <a:cubicBezTo>
                  <a:pt x="7751" y="3088"/>
                  <a:pt x="7562" y="4160"/>
                  <a:pt x="7562" y="5294"/>
                </a:cubicBezTo>
                <a:cubicBezTo>
                  <a:pt x="7562" y="6428"/>
                  <a:pt x="7751" y="7499"/>
                  <a:pt x="8129" y="8413"/>
                </a:cubicBezTo>
                <a:lnTo>
                  <a:pt x="7908" y="8255"/>
                </a:lnTo>
                <a:cubicBezTo>
                  <a:pt x="6995" y="7783"/>
                  <a:pt x="5861" y="7436"/>
                  <a:pt x="4600" y="7436"/>
                </a:cubicBezTo>
                <a:lnTo>
                  <a:pt x="4254" y="7436"/>
                </a:lnTo>
                <a:cubicBezTo>
                  <a:pt x="3687" y="6869"/>
                  <a:pt x="3372" y="6144"/>
                  <a:pt x="3372" y="5357"/>
                </a:cubicBezTo>
                <a:cubicBezTo>
                  <a:pt x="3372" y="4569"/>
                  <a:pt x="3687" y="3813"/>
                  <a:pt x="4254" y="3246"/>
                </a:cubicBezTo>
                <a:lnTo>
                  <a:pt x="4632" y="3246"/>
                </a:lnTo>
                <a:cubicBezTo>
                  <a:pt x="5798" y="3246"/>
                  <a:pt x="6963" y="2931"/>
                  <a:pt x="7908" y="2332"/>
                </a:cubicBezTo>
                <a:lnTo>
                  <a:pt x="8129" y="2175"/>
                </a:lnTo>
                <a:close/>
                <a:moveTo>
                  <a:pt x="5041" y="8287"/>
                </a:moveTo>
                <a:cubicBezTo>
                  <a:pt x="5293" y="8287"/>
                  <a:pt x="5577" y="8350"/>
                  <a:pt x="5861" y="8413"/>
                </a:cubicBezTo>
                <a:lnTo>
                  <a:pt x="5861" y="8696"/>
                </a:lnTo>
                <a:cubicBezTo>
                  <a:pt x="5861" y="8917"/>
                  <a:pt x="5672" y="9137"/>
                  <a:pt x="5419" y="9137"/>
                </a:cubicBezTo>
                <a:lnTo>
                  <a:pt x="5041" y="9137"/>
                </a:lnTo>
                <a:lnTo>
                  <a:pt x="5041" y="8287"/>
                </a:lnTo>
                <a:close/>
                <a:moveTo>
                  <a:pt x="10870" y="757"/>
                </a:moveTo>
                <a:cubicBezTo>
                  <a:pt x="12193" y="757"/>
                  <a:pt x="13327" y="2868"/>
                  <a:pt x="13327" y="5325"/>
                </a:cubicBezTo>
                <a:cubicBezTo>
                  <a:pt x="13327" y="7814"/>
                  <a:pt x="12193" y="9925"/>
                  <a:pt x="10870" y="9925"/>
                </a:cubicBezTo>
                <a:cubicBezTo>
                  <a:pt x="10712" y="9925"/>
                  <a:pt x="10492" y="9862"/>
                  <a:pt x="10334" y="9799"/>
                </a:cubicBezTo>
                <a:lnTo>
                  <a:pt x="9862" y="9515"/>
                </a:lnTo>
                <a:cubicBezTo>
                  <a:pt x="9358" y="9074"/>
                  <a:pt x="8917" y="8350"/>
                  <a:pt x="8664" y="7436"/>
                </a:cubicBezTo>
                <a:lnTo>
                  <a:pt x="9610" y="7436"/>
                </a:lnTo>
                <a:cubicBezTo>
                  <a:pt x="10744" y="7436"/>
                  <a:pt x="11689" y="6491"/>
                  <a:pt x="11689" y="5325"/>
                </a:cubicBezTo>
                <a:cubicBezTo>
                  <a:pt x="11689" y="4191"/>
                  <a:pt x="10744" y="3246"/>
                  <a:pt x="9610" y="3246"/>
                </a:cubicBezTo>
                <a:lnTo>
                  <a:pt x="8664" y="3246"/>
                </a:lnTo>
                <a:cubicBezTo>
                  <a:pt x="8948" y="2332"/>
                  <a:pt x="9326" y="1608"/>
                  <a:pt x="9862" y="1167"/>
                </a:cubicBezTo>
                <a:lnTo>
                  <a:pt x="10334" y="883"/>
                </a:lnTo>
                <a:cubicBezTo>
                  <a:pt x="10523" y="820"/>
                  <a:pt x="10712" y="757"/>
                  <a:pt x="10870" y="757"/>
                </a:cubicBezTo>
                <a:close/>
                <a:moveTo>
                  <a:pt x="4222" y="8255"/>
                </a:moveTo>
                <a:lnTo>
                  <a:pt x="4222" y="11185"/>
                </a:lnTo>
                <a:cubicBezTo>
                  <a:pt x="4222" y="11406"/>
                  <a:pt x="4002" y="11595"/>
                  <a:pt x="3813" y="11595"/>
                </a:cubicBezTo>
                <a:cubicBezTo>
                  <a:pt x="3624" y="11595"/>
                  <a:pt x="3372" y="11406"/>
                  <a:pt x="3372" y="11185"/>
                </a:cubicBezTo>
                <a:lnTo>
                  <a:pt x="3372" y="8255"/>
                </a:lnTo>
                <a:close/>
                <a:moveTo>
                  <a:pt x="10870" y="1"/>
                </a:moveTo>
                <a:cubicBezTo>
                  <a:pt x="10303" y="1"/>
                  <a:pt x="9830" y="190"/>
                  <a:pt x="9389" y="536"/>
                </a:cubicBezTo>
                <a:lnTo>
                  <a:pt x="7467" y="1671"/>
                </a:lnTo>
                <a:cubicBezTo>
                  <a:pt x="6648" y="2206"/>
                  <a:pt x="5609" y="2458"/>
                  <a:pt x="4632" y="2458"/>
                </a:cubicBezTo>
                <a:lnTo>
                  <a:pt x="3088" y="2458"/>
                </a:lnTo>
                <a:cubicBezTo>
                  <a:pt x="1513" y="2458"/>
                  <a:pt x="158" y="3655"/>
                  <a:pt x="64" y="5231"/>
                </a:cubicBezTo>
                <a:cubicBezTo>
                  <a:pt x="1" y="6806"/>
                  <a:pt x="1135" y="8066"/>
                  <a:pt x="2553" y="8255"/>
                </a:cubicBezTo>
                <a:lnTo>
                  <a:pt x="2553" y="11185"/>
                </a:lnTo>
                <a:cubicBezTo>
                  <a:pt x="2553" y="11847"/>
                  <a:pt x="3088" y="12382"/>
                  <a:pt x="3813" y="12382"/>
                </a:cubicBezTo>
                <a:cubicBezTo>
                  <a:pt x="4474" y="12382"/>
                  <a:pt x="5073" y="11847"/>
                  <a:pt x="5073" y="11185"/>
                </a:cubicBezTo>
                <a:lnTo>
                  <a:pt x="5073" y="9925"/>
                </a:lnTo>
                <a:lnTo>
                  <a:pt x="5451" y="9925"/>
                </a:lnTo>
                <a:cubicBezTo>
                  <a:pt x="6144" y="9925"/>
                  <a:pt x="6711" y="9358"/>
                  <a:pt x="6711" y="8696"/>
                </a:cubicBezTo>
                <a:lnTo>
                  <a:pt x="6711" y="8665"/>
                </a:lnTo>
                <a:cubicBezTo>
                  <a:pt x="6995" y="8759"/>
                  <a:pt x="7278" y="8885"/>
                  <a:pt x="7562" y="9043"/>
                </a:cubicBezTo>
                <a:lnTo>
                  <a:pt x="9484" y="10177"/>
                </a:lnTo>
                <a:cubicBezTo>
                  <a:pt x="9925" y="10555"/>
                  <a:pt x="10397" y="10744"/>
                  <a:pt x="10933" y="10744"/>
                </a:cubicBezTo>
                <a:cubicBezTo>
                  <a:pt x="11878" y="10744"/>
                  <a:pt x="12697" y="10145"/>
                  <a:pt x="13327" y="9074"/>
                </a:cubicBezTo>
                <a:cubicBezTo>
                  <a:pt x="13926" y="8098"/>
                  <a:pt x="14241" y="6774"/>
                  <a:pt x="14241" y="5388"/>
                </a:cubicBezTo>
                <a:cubicBezTo>
                  <a:pt x="14178" y="2458"/>
                  <a:pt x="12792" y="1"/>
                  <a:pt x="1087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831" name="Google Shape;11831;p138"/>
          <p:cNvGrpSpPr/>
          <p:nvPr/>
        </p:nvGrpSpPr>
        <p:grpSpPr>
          <a:xfrm>
            <a:off x="5774096" y="2549397"/>
            <a:ext cx="299736" cy="343849"/>
            <a:chOff x="-9570950" y="1622100"/>
            <a:chExt cx="310350" cy="356025"/>
          </a:xfrm>
        </p:grpSpPr>
        <p:sp>
          <p:nvSpPr>
            <p:cNvPr id="11832" name="Google Shape;11832;p138"/>
            <p:cNvSpPr/>
            <p:nvPr/>
          </p:nvSpPr>
          <p:spPr>
            <a:xfrm>
              <a:off x="-9570950" y="1622100"/>
              <a:ext cx="310350" cy="356025"/>
            </a:xfrm>
            <a:custGeom>
              <a:rect b="b" l="l" r="r" t="t"/>
              <a:pathLst>
                <a:path extrusionOk="0" h="14241" w="12414">
                  <a:moveTo>
                    <a:pt x="7026" y="851"/>
                  </a:moveTo>
                  <a:cubicBezTo>
                    <a:pt x="7246" y="851"/>
                    <a:pt x="7404" y="1040"/>
                    <a:pt x="7404" y="1229"/>
                  </a:cubicBezTo>
                  <a:lnTo>
                    <a:pt x="7404" y="1670"/>
                  </a:lnTo>
                  <a:lnTo>
                    <a:pt x="4915" y="1670"/>
                  </a:lnTo>
                  <a:lnTo>
                    <a:pt x="4915" y="1229"/>
                  </a:lnTo>
                  <a:lnTo>
                    <a:pt x="4978" y="1229"/>
                  </a:lnTo>
                  <a:cubicBezTo>
                    <a:pt x="4978" y="1009"/>
                    <a:pt x="5167" y="851"/>
                    <a:pt x="5356" y="851"/>
                  </a:cubicBezTo>
                  <a:close/>
                  <a:moveTo>
                    <a:pt x="9987" y="2490"/>
                  </a:moveTo>
                  <a:lnTo>
                    <a:pt x="9987" y="7688"/>
                  </a:lnTo>
                  <a:lnTo>
                    <a:pt x="9924" y="7688"/>
                  </a:lnTo>
                  <a:lnTo>
                    <a:pt x="8160" y="5924"/>
                  </a:lnTo>
                  <a:cubicBezTo>
                    <a:pt x="8081" y="5845"/>
                    <a:pt x="7971" y="5805"/>
                    <a:pt x="7861" y="5805"/>
                  </a:cubicBezTo>
                  <a:cubicBezTo>
                    <a:pt x="7750" y="5805"/>
                    <a:pt x="7640" y="5845"/>
                    <a:pt x="7561" y="5924"/>
                  </a:cubicBezTo>
                  <a:lnTo>
                    <a:pt x="6396" y="7121"/>
                  </a:lnTo>
                  <a:lnTo>
                    <a:pt x="4883" y="5136"/>
                  </a:lnTo>
                  <a:cubicBezTo>
                    <a:pt x="4820" y="5010"/>
                    <a:pt x="4694" y="4978"/>
                    <a:pt x="4568" y="4978"/>
                  </a:cubicBezTo>
                  <a:cubicBezTo>
                    <a:pt x="4474" y="4978"/>
                    <a:pt x="4348" y="5073"/>
                    <a:pt x="4253" y="5136"/>
                  </a:cubicBezTo>
                  <a:lnTo>
                    <a:pt x="2521" y="7467"/>
                  </a:lnTo>
                  <a:lnTo>
                    <a:pt x="2521" y="2490"/>
                  </a:lnTo>
                  <a:close/>
                  <a:moveTo>
                    <a:pt x="4537" y="6081"/>
                  </a:moveTo>
                  <a:lnTo>
                    <a:pt x="6175" y="8286"/>
                  </a:lnTo>
                  <a:lnTo>
                    <a:pt x="2867" y="8286"/>
                  </a:lnTo>
                  <a:lnTo>
                    <a:pt x="4537" y="6081"/>
                  </a:lnTo>
                  <a:close/>
                  <a:moveTo>
                    <a:pt x="7845" y="6806"/>
                  </a:moveTo>
                  <a:lnTo>
                    <a:pt x="9326" y="8286"/>
                  </a:lnTo>
                  <a:lnTo>
                    <a:pt x="7215" y="8286"/>
                  </a:lnTo>
                  <a:lnTo>
                    <a:pt x="6868" y="7782"/>
                  </a:lnTo>
                  <a:lnTo>
                    <a:pt x="7845" y="6806"/>
                  </a:lnTo>
                  <a:close/>
                  <a:moveTo>
                    <a:pt x="1670" y="2458"/>
                  </a:moveTo>
                  <a:lnTo>
                    <a:pt x="1670" y="8696"/>
                  </a:lnTo>
                  <a:cubicBezTo>
                    <a:pt x="1670" y="8917"/>
                    <a:pt x="1859" y="9106"/>
                    <a:pt x="2080" y="9106"/>
                  </a:cubicBezTo>
                  <a:lnTo>
                    <a:pt x="10365" y="9106"/>
                  </a:lnTo>
                  <a:cubicBezTo>
                    <a:pt x="10586" y="9106"/>
                    <a:pt x="10806" y="8917"/>
                    <a:pt x="10743" y="8696"/>
                  </a:cubicBezTo>
                  <a:lnTo>
                    <a:pt x="10743" y="2490"/>
                  </a:lnTo>
                  <a:lnTo>
                    <a:pt x="11153" y="2490"/>
                  </a:lnTo>
                  <a:cubicBezTo>
                    <a:pt x="11374" y="2490"/>
                    <a:pt x="11594" y="2647"/>
                    <a:pt x="11594" y="2899"/>
                  </a:cubicBezTo>
                  <a:lnTo>
                    <a:pt x="11594" y="9515"/>
                  </a:lnTo>
                  <a:cubicBezTo>
                    <a:pt x="11594" y="9736"/>
                    <a:pt x="11374" y="9956"/>
                    <a:pt x="11184" y="9956"/>
                  </a:cubicBezTo>
                  <a:lnTo>
                    <a:pt x="1260" y="9956"/>
                  </a:lnTo>
                  <a:cubicBezTo>
                    <a:pt x="1040" y="9956"/>
                    <a:pt x="882" y="9736"/>
                    <a:pt x="882" y="9515"/>
                  </a:cubicBezTo>
                  <a:lnTo>
                    <a:pt x="882" y="2899"/>
                  </a:lnTo>
                  <a:cubicBezTo>
                    <a:pt x="882" y="2647"/>
                    <a:pt x="1071" y="2458"/>
                    <a:pt x="1260" y="2458"/>
                  </a:cubicBezTo>
                  <a:close/>
                  <a:moveTo>
                    <a:pt x="8286" y="10775"/>
                  </a:moveTo>
                  <a:lnTo>
                    <a:pt x="8286" y="11626"/>
                  </a:lnTo>
                  <a:lnTo>
                    <a:pt x="4127" y="11626"/>
                  </a:lnTo>
                  <a:lnTo>
                    <a:pt x="4127" y="10775"/>
                  </a:lnTo>
                  <a:close/>
                  <a:moveTo>
                    <a:pt x="3340" y="10775"/>
                  </a:moveTo>
                  <a:lnTo>
                    <a:pt x="3340" y="12886"/>
                  </a:lnTo>
                  <a:lnTo>
                    <a:pt x="3308" y="12886"/>
                  </a:lnTo>
                  <a:cubicBezTo>
                    <a:pt x="3308" y="13138"/>
                    <a:pt x="3119" y="13327"/>
                    <a:pt x="2930" y="13327"/>
                  </a:cubicBezTo>
                  <a:cubicBezTo>
                    <a:pt x="2710" y="13327"/>
                    <a:pt x="2521" y="13138"/>
                    <a:pt x="2521" y="12886"/>
                  </a:cubicBezTo>
                  <a:lnTo>
                    <a:pt x="2521" y="10775"/>
                  </a:lnTo>
                  <a:close/>
                  <a:moveTo>
                    <a:pt x="9956" y="10775"/>
                  </a:moveTo>
                  <a:lnTo>
                    <a:pt x="9956" y="12886"/>
                  </a:lnTo>
                  <a:lnTo>
                    <a:pt x="9924" y="12886"/>
                  </a:lnTo>
                  <a:cubicBezTo>
                    <a:pt x="9924" y="13138"/>
                    <a:pt x="9735" y="13327"/>
                    <a:pt x="9546" y="13327"/>
                  </a:cubicBezTo>
                  <a:cubicBezTo>
                    <a:pt x="9326" y="13327"/>
                    <a:pt x="9137" y="13138"/>
                    <a:pt x="9137" y="12886"/>
                  </a:cubicBezTo>
                  <a:lnTo>
                    <a:pt x="9137" y="10775"/>
                  </a:lnTo>
                  <a:close/>
                  <a:moveTo>
                    <a:pt x="5356" y="1"/>
                  </a:moveTo>
                  <a:cubicBezTo>
                    <a:pt x="4694" y="1"/>
                    <a:pt x="4127" y="568"/>
                    <a:pt x="4127" y="1292"/>
                  </a:cubicBezTo>
                  <a:lnTo>
                    <a:pt x="4127" y="1702"/>
                  </a:lnTo>
                  <a:lnTo>
                    <a:pt x="1229" y="1702"/>
                  </a:lnTo>
                  <a:cubicBezTo>
                    <a:pt x="567" y="1702"/>
                    <a:pt x="0" y="2269"/>
                    <a:pt x="0" y="2962"/>
                  </a:cubicBezTo>
                  <a:lnTo>
                    <a:pt x="0" y="9578"/>
                  </a:lnTo>
                  <a:cubicBezTo>
                    <a:pt x="0" y="10271"/>
                    <a:pt x="567" y="10838"/>
                    <a:pt x="1229" y="10838"/>
                  </a:cubicBezTo>
                  <a:lnTo>
                    <a:pt x="1607" y="10838"/>
                  </a:lnTo>
                  <a:lnTo>
                    <a:pt x="1607" y="12981"/>
                  </a:lnTo>
                  <a:cubicBezTo>
                    <a:pt x="1607" y="13642"/>
                    <a:pt x="2174" y="14241"/>
                    <a:pt x="2867" y="14241"/>
                  </a:cubicBezTo>
                  <a:cubicBezTo>
                    <a:pt x="3592" y="14241"/>
                    <a:pt x="4127" y="13674"/>
                    <a:pt x="4127" y="12981"/>
                  </a:cubicBezTo>
                  <a:lnTo>
                    <a:pt x="4127" y="12540"/>
                  </a:lnTo>
                  <a:lnTo>
                    <a:pt x="8286" y="12540"/>
                  </a:lnTo>
                  <a:lnTo>
                    <a:pt x="8286" y="12981"/>
                  </a:lnTo>
                  <a:cubicBezTo>
                    <a:pt x="8286" y="13642"/>
                    <a:pt x="8822" y="14241"/>
                    <a:pt x="9483" y="14241"/>
                  </a:cubicBezTo>
                  <a:cubicBezTo>
                    <a:pt x="10176" y="14241"/>
                    <a:pt x="10775" y="13674"/>
                    <a:pt x="10775" y="12981"/>
                  </a:cubicBezTo>
                  <a:lnTo>
                    <a:pt x="10775" y="10838"/>
                  </a:lnTo>
                  <a:lnTo>
                    <a:pt x="11153" y="10838"/>
                  </a:lnTo>
                  <a:cubicBezTo>
                    <a:pt x="11815" y="10838"/>
                    <a:pt x="12413" y="10303"/>
                    <a:pt x="12413" y="9578"/>
                  </a:cubicBezTo>
                  <a:lnTo>
                    <a:pt x="12413" y="2899"/>
                  </a:lnTo>
                  <a:cubicBezTo>
                    <a:pt x="12413" y="2238"/>
                    <a:pt x="11878" y="1639"/>
                    <a:pt x="11153" y="1639"/>
                  </a:cubicBezTo>
                  <a:lnTo>
                    <a:pt x="8286" y="1639"/>
                  </a:lnTo>
                  <a:lnTo>
                    <a:pt x="8286" y="1198"/>
                  </a:lnTo>
                  <a:cubicBezTo>
                    <a:pt x="8286" y="568"/>
                    <a:pt x="7687" y="1"/>
                    <a:pt x="702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3" name="Google Shape;11833;p138"/>
            <p:cNvSpPr/>
            <p:nvPr/>
          </p:nvSpPr>
          <p:spPr>
            <a:xfrm>
              <a:off x="-9426025" y="1695350"/>
              <a:ext cx="63025" cy="62250"/>
            </a:xfrm>
            <a:custGeom>
              <a:rect b="b" l="l" r="r" t="t"/>
              <a:pathLst>
                <a:path extrusionOk="0" h="2490" w="2521">
                  <a:moveTo>
                    <a:pt x="1260" y="820"/>
                  </a:moveTo>
                  <a:cubicBezTo>
                    <a:pt x="1449" y="820"/>
                    <a:pt x="1638" y="977"/>
                    <a:pt x="1638" y="1229"/>
                  </a:cubicBezTo>
                  <a:cubicBezTo>
                    <a:pt x="1638" y="1450"/>
                    <a:pt x="1449" y="1639"/>
                    <a:pt x="1260" y="1639"/>
                  </a:cubicBezTo>
                  <a:cubicBezTo>
                    <a:pt x="1071" y="1639"/>
                    <a:pt x="851" y="1450"/>
                    <a:pt x="851" y="1229"/>
                  </a:cubicBezTo>
                  <a:cubicBezTo>
                    <a:pt x="851" y="977"/>
                    <a:pt x="1071" y="820"/>
                    <a:pt x="1260" y="820"/>
                  </a:cubicBezTo>
                  <a:close/>
                  <a:moveTo>
                    <a:pt x="1260" y="1"/>
                  </a:moveTo>
                  <a:cubicBezTo>
                    <a:pt x="536" y="1"/>
                    <a:pt x="0" y="505"/>
                    <a:pt x="0" y="1229"/>
                  </a:cubicBezTo>
                  <a:cubicBezTo>
                    <a:pt x="0" y="1891"/>
                    <a:pt x="536" y="2490"/>
                    <a:pt x="1260" y="2490"/>
                  </a:cubicBezTo>
                  <a:cubicBezTo>
                    <a:pt x="1985" y="2490"/>
                    <a:pt x="2521" y="1922"/>
                    <a:pt x="2521" y="1229"/>
                  </a:cubicBezTo>
                  <a:cubicBezTo>
                    <a:pt x="2521" y="505"/>
                    <a:pt x="1985" y="1"/>
                    <a:pt x="126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34" name="Google Shape;11834;p138"/>
          <p:cNvGrpSpPr/>
          <p:nvPr/>
        </p:nvGrpSpPr>
        <p:grpSpPr>
          <a:xfrm>
            <a:off x="5752800" y="2958353"/>
            <a:ext cx="342328" cy="341579"/>
            <a:chOff x="-9594575" y="2056875"/>
            <a:chExt cx="354450" cy="353675"/>
          </a:xfrm>
        </p:grpSpPr>
        <p:sp>
          <p:nvSpPr>
            <p:cNvPr id="11835" name="Google Shape;11835;p138"/>
            <p:cNvSpPr/>
            <p:nvPr/>
          </p:nvSpPr>
          <p:spPr>
            <a:xfrm>
              <a:off x="-9594575" y="2056875"/>
              <a:ext cx="354450" cy="353675"/>
            </a:xfrm>
            <a:custGeom>
              <a:rect b="b" l="l" r="r" t="t"/>
              <a:pathLst>
                <a:path extrusionOk="0" h="14147" w="14178">
                  <a:moveTo>
                    <a:pt x="3781" y="819"/>
                  </a:moveTo>
                  <a:cubicBezTo>
                    <a:pt x="4442" y="819"/>
                    <a:pt x="5041" y="1387"/>
                    <a:pt x="5041" y="2080"/>
                  </a:cubicBezTo>
                  <a:cubicBezTo>
                    <a:pt x="4694" y="1796"/>
                    <a:pt x="4253" y="1639"/>
                    <a:pt x="3812" y="1639"/>
                  </a:cubicBezTo>
                  <a:cubicBezTo>
                    <a:pt x="3340" y="1639"/>
                    <a:pt x="2930" y="1796"/>
                    <a:pt x="2552" y="2048"/>
                  </a:cubicBezTo>
                  <a:cubicBezTo>
                    <a:pt x="2552" y="1387"/>
                    <a:pt x="3119" y="819"/>
                    <a:pt x="3781" y="819"/>
                  </a:cubicBezTo>
                  <a:close/>
                  <a:moveTo>
                    <a:pt x="10491" y="819"/>
                  </a:moveTo>
                  <a:cubicBezTo>
                    <a:pt x="11153" y="819"/>
                    <a:pt x="11688" y="1387"/>
                    <a:pt x="11751" y="2048"/>
                  </a:cubicBezTo>
                  <a:cubicBezTo>
                    <a:pt x="11373" y="1765"/>
                    <a:pt x="10964" y="1639"/>
                    <a:pt x="10491" y="1639"/>
                  </a:cubicBezTo>
                  <a:cubicBezTo>
                    <a:pt x="10019" y="1639"/>
                    <a:pt x="9578" y="1796"/>
                    <a:pt x="9263" y="2080"/>
                  </a:cubicBezTo>
                  <a:cubicBezTo>
                    <a:pt x="9231" y="1387"/>
                    <a:pt x="9767" y="819"/>
                    <a:pt x="10491" y="819"/>
                  </a:cubicBezTo>
                  <a:close/>
                  <a:moveTo>
                    <a:pt x="6742" y="5797"/>
                  </a:moveTo>
                  <a:lnTo>
                    <a:pt x="6742" y="7467"/>
                  </a:lnTo>
                  <a:lnTo>
                    <a:pt x="5860" y="7467"/>
                  </a:lnTo>
                  <a:lnTo>
                    <a:pt x="5860" y="5797"/>
                  </a:lnTo>
                  <a:close/>
                  <a:moveTo>
                    <a:pt x="8380" y="5766"/>
                  </a:moveTo>
                  <a:lnTo>
                    <a:pt x="8380" y="7467"/>
                  </a:lnTo>
                  <a:lnTo>
                    <a:pt x="7530" y="7467"/>
                  </a:lnTo>
                  <a:lnTo>
                    <a:pt x="7530" y="5766"/>
                  </a:lnTo>
                  <a:close/>
                  <a:moveTo>
                    <a:pt x="8380" y="8318"/>
                  </a:moveTo>
                  <a:lnTo>
                    <a:pt x="8380" y="9137"/>
                  </a:lnTo>
                  <a:lnTo>
                    <a:pt x="5860" y="9137"/>
                  </a:lnTo>
                  <a:lnTo>
                    <a:pt x="5860" y="8318"/>
                  </a:lnTo>
                  <a:close/>
                  <a:moveTo>
                    <a:pt x="3781" y="2489"/>
                  </a:moveTo>
                  <a:cubicBezTo>
                    <a:pt x="4442" y="2489"/>
                    <a:pt x="5041" y="3025"/>
                    <a:pt x="5041" y="3686"/>
                  </a:cubicBezTo>
                  <a:lnTo>
                    <a:pt x="5041" y="9168"/>
                  </a:lnTo>
                  <a:cubicBezTo>
                    <a:pt x="4537" y="8633"/>
                    <a:pt x="3781" y="8318"/>
                    <a:pt x="2962" y="8318"/>
                  </a:cubicBezTo>
                  <a:cubicBezTo>
                    <a:pt x="2363" y="8318"/>
                    <a:pt x="1859" y="8475"/>
                    <a:pt x="1386" y="8790"/>
                  </a:cubicBezTo>
                  <a:lnTo>
                    <a:pt x="2552" y="3497"/>
                  </a:lnTo>
                  <a:cubicBezTo>
                    <a:pt x="2678" y="2899"/>
                    <a:pt x="3182" y="2489"/>
                    <a:pt x="3781" y="2489"/>
                  </a:cubicBezTo>
                  <a:close/>
                  <a:moveTo>
                    <a:pt x="10491" y="2489"/>
                  </a:moveTo>
                  <a:cubicBezTo>
                    <a:pt x="11090" y="2489"/>
                    <a:pt x="11594" y="2899"/>
                    <a:pt x="11720" y="3497"/>
                  </a:cubicBezTo>
                  <a:lnTo>
                    <a:pt x="12886" y="8790"/>
                  </a:lnTo>
                  <a:cubicBezTo>
                    <a:pt x="12413" y="8444"/>
                    <a:pt x="11909" y="8318"/>
                    <a:pt x="11310" y="8318"/>
                  </a:cubicBezTo>
                  <a:cubicBezTo>
                    <a:pt x="10491" y="8318"/>
                    <a:pt x="9767" y="8633"/>
                    <a:pt x="9231" y="9168"/>
                  </a:cubicBezTo>
                  <a:lnTo>
                    <a:pt x="9231" y="3686"/>
                  </a:lnTo>
                  <a:cubicBezTo>
                    <a:pt x="9231" y="3025"/>
                    <a:pt x="9767" y="2489"/>
                    <a:pt x="10491" y="2489"/>
                  </a:cubicBezTo>
                  <a:close/>
                  <a:moveTo>
                    <a:pt x="2962" y="9074"/>
                  </a:moveTo>
                  <a:cubicBezTo>
                    <a:pt x="4096" y="9074"/>
                    <a:pt x="5041" y="10019"/>
                    <a:pt x="5041" y="11185"/>
                  </a:cubicBezTo>
                  <a:cubicBezTo>
                    <a:pt x="5041" y="12350"/>
                    <a:pt x="4096" y="13264"/>
                    <a:pt x="2962" y="13264"/>
                  </a:cubicBezTo>
                  <a:cubicBezTo>
                    <a:pt x="1827" y="13264"/>
                    <a:pt x="882" y="12319"/>
                    <a:pt x="882" y="11185"/>
                  </a:cubicBezTo>
                  <a:cubicBezTo>
                    <a:pt x="882" y="10019"/>
                    <a:pt x="1764" y="9074"/>
                    <a:pt x="2962" y="9074"/>
                  </a:cubicBezTo>
                  <a:close/>
                  <a:moveTo>
                    <a:pt x="11310" y="9074"/>
                  </a:moveTo>
                  <a:cubicBezTo>
                    <a:pt x="12445" y="9074"/>
                    <a:pt x="13390" y="9987"/>
                    <a:pt x="13390" y="11185"/>
                  </a:cubicBezTo>
                  <a:cubicBezTo>
                    <a:pt x="13358" y="12350"/>
                    <a:pt x="12445" y="13264"/>
                    <a:pt x="11310" y="13264"/>
                  </a:cubicBezTo>
                  <a:cubicBezTo>
                    <a:pt x="10176" y="13264"/>
                    <a:pt x="9231" y="12319"/>
                    <a:pt x="9231" y="11185"/>
                  </a:cubicBezTo>
                  <a:cubicBezTo>
                    <a:pt x="9231" y="10019"/>
                    <a:pt x="10176" y="9074"/>
                    <a:pt x="11310" y="9074"/>
                  </a:cubicBezTo>
                  <a:close/>
                  <a:moveTo>
                    <a:pt x="3749" y="0"/>
                  </a:moveTo>
                  <a:cubicBezTo>
                    <a:pt x="2615" y="0"/>
                    <a:pt x="1670" y="946"/>
                    <a:pt x="1670" y="2080"/>
                  </a:cubicBezTo>
                  <a:cubicBezTo>
                    <a:pt x="1670" y="2363"/>
                    <a:pt x="1733" y="2647"/>
                    <a:pt x="1827" y="2899"/>
                  </a:cubicBezTo>
                  <a:cubicBezTo>
                    <a:pt x="1733" y="3056"/>
                    <a:pt x="1701" y="3182"/>
                    <a:pt x="1701" y="3340"/>
                  </a:cubicBezTo>
                  <a:lnTo>
                    <a:pt x="63" y="10680"/>
                  </a:lnTo>
                  <a:cubicBezTo>
                    <a:pt x="0" y="10870"/>
                    <a:pt x="0" y="11027"/>
                    <a:pt x="0" y="11216"/>
                  </a:cubicBezTo>
                  <a:cubicBezTo>
                    <a:pt x="0" y="12823"/>
                    <a:pt x="1323" y="14146"/>
                    <a:pt x="2930" y="14146"/>
                  </a:cubicBezTo>
                  <a:cubicBezTo>
                    <a:pt x="4537" y="14146"/>
                    <a:pt x="5797" y="12823"/>
                    <a:pt x="5797" y="11216"/>
                  </a:cubicBezTo>
                  <a:lnTo>
                    <a:pt x="5797" y="9956"/>
                  </a:lnTo>
                  <a:lnTo>
                    <a:pt x="8317" y="9956"/>
                  </a:lnTo>
                  <a:lnTo>
                    <a:pt x="8317" y="11185"/>
                  </a:lnTo>
                  <a:cubicBezTo>
                    <a:pt x="8317" y="12791"/>
                    <a:pt x="9609" y="14083"/>
                    <a:pt x="11184" y="14083"/>
                  </a:cubicBezTo>
                  <a:cubicBezTo>
                    <a:pt x="12760" y="14083"/>
                    <a:pt x="14114" y="12791"/>
                    <a:pt x="14114" y="11185"/>
                  </a:cubicBezTo>
                  <a:cubicBezTo>
                    <a:pt x="14177" y="11027"/>
                    <a:pt x="14177" y="10870"/>
                    <a:pt x="14146" y="10680"/>
                  </a:cubicBezTo>
                  <a:cubicBezTo>
                    <a:pt x="14146" y="10680"/>
                    <a:pt x="12539" y="3466"/>
                    <a:pt x="12476" y="3340"/>
                  </a:cubicBezTo>
                  <a:cubicBezTo>
                    <a:pt x="12445" y="3182"/>
                    <a:pt x="12413" y="3025"/>
                    <a:pt x="12382" y="2899"/>
                  </a:cubicBezTo>
                  <a:cubicBezTo>
                    <a:pt x="12476" y="2647"/>
                    <a:pt x="12539" y="2363"/>
                    <a:pt x="12539" y="2080"/>
                  </a:cubicBezTo>
                  <a:cubicBezTo>
                    <a:pt x="12539" y="946"/>
                    <a:pt x="11594" y="0"/>
                    <a:pt x="10428" y="0"/>
                  </a:cubicBezTo>
                  <a:cubicBezTo>
                    <a:pt x="9294" y="0"/>
                    <a:pt x="8349" y="946"/>
                    <a:pt x="8349" y="2080"/>
                  </a:cubicBezTo>
                  <a:cubicBezTo>
                    <a:pt x="8349" y="2363"/>
                    <a:pt x="8443" y="2647"/>
                    <a:pt x="8506" y="2899"/>
                  </a:cubicBezTo>
                  <a:cubicBezTo>
                    <a:pt x="8412" y="3151"/>
                    <a:pt x="8349" y="3466"/>
                    <a:pt x="8349" y="3749"/>
                  </a:cubicBezTo>
                  <a:lnTo>
                    <a:pt x="8349" y="5010"/>
                  </a:lnTo>
                  <a:lnTo>
                    <a:pt x="5828" y="5010"/>
                  </a:lnTo>
                  <a:lnTo>
                    <a:pt x="5828" y="3749"/>
                  </a:lnTo>
                  <a:cubicBezTo>
                    <a:pt x="5828" y="3466"/>
                    <a:pt x="5765" y="3151"/>
                    <a:pt x="5671" y="2899"/>
                  </a:cubicBezTo>
                  <a:cubicBezTo>
                    <a:pt x="5797" y="2647"/>
                    <a:pt x="5828" y="2363"/>
                    <a:pt x="5828" y="2080"/>
                  </a:cubicBezTo>
                  <a:cubicBezTo>
                    <a:pt x="5828" y="946"/>
                    <a:pt x="4883" y="0"/>
                    <a:pt x="374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6" name="Google Shape;11836;p138"/>
            <p:cNvSpPr/>
            <p:nvPr/>
          </p:nvSpPr>
          <p:spPr>
            <a:xfrm>
              <a:off x="-9342550" y="2305750"/>
              <a:ext cx="62250" cy="62250"/>
            </a:xfrm>
            <a:custGeom>
              <a:rect b="b" l="l" r="r" t="t"/>
              <a:pathLst>
                <a:path extrusionOk="0" h="2490" w="2490">
                  <a:moveTo>
                    <a:pt x="1229" y="820"/>
                  </a:moveTo>
                  <a:cubicBezTo>
                    <a:pt x="1450" y="820"/>
                    <a:pt x="1670" y="1041"/>
                    <a:pt x="1670" y="1230"/>
                  </a:cubicBezTo>
                  <a:cubicBezTo>
                    <a:pt x="1607" y="1450"/>
                    <a:pt x="1418" y="1639"/>
                    <a:pt x="1229" y="1639"/>
                  </a:cubicBezTo>
                  <a:cubicBezTo>
                    <a:pt x="977" y="1639"/>
                    <a:pt x="820" y="1450"/>
                    <a:pt x="820" y="1230"/>
                  </a:cubicBezTo>
                  <a:cubicBezTo>
                    <a:pt x="820" y="978"/>
                    <a:pt x="1040" y="820"/>
                    <a:pt x="1229" y="820"/>
                  </a:cubicBezTo>
                  <a:close/>
                  <a:moveTo>
                    <a:pt x="1229" y="1"/>
                  </a:moveTo>
                  <a:cubicBezTo>
                    <a:pt x="568" y="1"/>
                    <a:pt x="1" y="568"/>
                    <a:pt x="1" y="1230"/>
                  </a:cubicBezTo>
                  <a:cubicBezTo>
                    <a:pt x="1" y="1891"/>
                    <a:pt x="568" y="2490"/>
                    <a:pt x="1229" y="2490"/>
                  </a:cubicBezTo>
                  <a:cubicBezTo>
                    <a:pt x="1891" y="2490"/>
                    <a:pt x="2490" y="1923"/>
                    <a:pt x="2490" y="1230"/>
                  </a:cubicBezTo>
                  <a:cubicBezTo>
                    <a:pt x="2458" y="568"/>
                    <a:pt x="1891" y="1"/>
                    <a:pt x="122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7" name="Google Shape;11837;p138"/>
            <p:cNvSpPr/>
            <p:nvPr/>
          </p:nvSpPr>
          <p:spPr>
            <a:xfrm>
              <a:off x="-9552050" y="2305750"/>
              <a:ext cx="63025" cy="62250"/>
            </a:xfrm>
            <a:custGeom>
              <a:rect b="b" l="l" r="r" t="t"/>
              <a:pathLst>
                <a:path extrusionOk="0" h="2490" w="2521">
                  <a:moveTo>
                    <a:pt x="1261" y="820"/>
                  </a:moveTo>
                  <a:cubicBezTo>
                    <a:pt x="1481" y="820"/>
                    <a:pt x="1639" y="1041"/>
                    <a:pt x="1639" y="1230"/>
                  </a:cubicBezTo>
                  <a:cubicBezTo>
                    <a:pt x="1702" y="1450"/>
                    <a:pt x="1481" y="1639"/>
                    <a:pt x="1261" y="1639"/>
                  </a:cubicBezTo>
                  <a:cubicBezTo>
                    <a:pt x="1009" y="1639"/>
                    <a:pt x="819" y="1450"/>
                    <a:pt x="819" y="1230"/>
                  </a:cubicBezTo>
                  <a:cubicBezTo>
                    <a:pt x="819" y="978"/>
                    <a:pt x="1009" y="820"/>
                    <a:pt x="1261" y="820"/>
                  </a:cubicBezTo>
                  <a:close/>
                  <a:moveTo>
                    <a:pt x="1261" y="1"/>
                  </a:moveTo>
                  <a:cubicBezTo>
                    <a:pt x="599" y="1"/>
                    <a:pt x="0" y="568"/>
                    <a:pt x="0" y="1230"/>
                  </a:cubicBezTo>
                  <a:cubicBezTo>
                    <a:pt x="0" y="1891"/>
                    <a:pt x="536" y="2490"/>
                    <a:pt x="1261" y="2490"/>
                  </a:cubicBezTo>
                  <a:cubicBezTo>
                    <a:pt x="1922" y="2490"/>
                    <a:pt x="2489" y="1923"/>
                    <a:pt x="2489" y="1230"/>
                  </a:cubicBezTo>
                  <a:cubicBezTo>
                    <a:pt x="2521" y="568"/>
                    <a:pt x="1954" y="1"/>
                    <a:pt x="126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838" name="Google Shape;11838;p138"/>
          <p:cNvSpPr/>
          <p:nvPr/>
        </p:nvSpPr>
        <p:spPr>
          <a:xfrm>
            <a:off x="7123002" y="2988791"/>
            <a:ext cx="342352" cy="280710"/>
          </a:xfrm>
          <a:custGeom>
            <a:rect b="b" l="l" r="r" t="t"/>
            <a:pathLst>
              <a:path extrusionOk="0" h="11626" w="14179">
                <a:moveTo>
                  <a:pt x="1009" y="4159"/>
                </a:moveTo>
                <a:lnTo>
                  <a:pt x="1009" y="4159"/>
                </a:lnTo>
                <a:cubicBezTo>
                  <a:pt x="1671" y="4317"/>
                  <a:pt x="2301" y="4695"/>
                  <a:pt x="2742" y="5230"/>
                </a:cubicBezTo>
                <a:lnTo>
                  <a:pt x="3214" y="6616"/>
                </a:lnTo>
                <a:lnTo>
                  <a:pt x="1608" y="6616"/>
                </a:lnTo>
                <a:lnTo>
                  <a:pt x="1009" y="4159"/>
                </a:lnTo>
                <a:close/>
                <a:moveTo>
                  <a:pt x="2710" y="2521"/>
                </a:moveTo>
                <a:lnTo>
                  <a:pt x="2710" y="2521"/>
                </a:lnTo>
                <a:cubicBezTo>
                  <a:pt x="3782" y="2678"/>
                  <a:pt x="4758" y="3182"/>
                  <a:pt x="5514" y="3970"/>
                </a:cubicBezTo>
                <a:lnTo>
                  <a:pt x="6491" y="6616"/>
                </a:lnTo>
                <a:lnTo>
                  <a:pt x="4097" y="6616"/>
                </a:lnTo>
                <a:cubicBezTo>
                  <a:pt x="4002" y="6396"/>
                  <a:pt x="2773" y="2678"/>
                  <a:pt x="2710" y="2521"/>
                </a:cubicBezTo>
                <a:close/>
                <a:moveTo>
                  <a:pt x="5199" y="851"/>
                </a:moveTo>
                <a:cubicBezTo>
                  <a:pt x="8224" y="1135"/>
                  <a:pt x="10618" y="3592"/>
                  <a:pt x="10807" y="6616"/>
                </a:cubicBezTo>
                <a:lnTo>
                  <a:pt x="7342" y="6616"/>
                </a:lnTo>
                <a:lnTo>
                  <a:pt x="5199" y="851"/>
                </a:lnTo>
                <a:close/>
                <a:moveTo>
                  <a:pt x="13170" y="4159"/>
                </a:moveTo>
                <a:lnTo>
                  <a:pt x="12603" y="6616"/>
                </a:lnTo>
                <a:lnTo>
                  <a:pt x="11658" y="6616"/>
                </a:lnTo>
                <a:cubicBezTo>
                  <a:pt x="11595" y="6144"/>
                  <a:pt x="11532" y="5703"/>
                  <a:pt x="11437" y="5262"/>
                </a:cubicBezTo>
                <a:cubicBezTo>
                  <a:pt x="11847" y="4695"/>
                  <a:pt x="12477" y="4317"/>
                  <a:pt x="13170" y="4159"/>
                </a:cubicBezTo>
                <a:close/>
                <a:moveTo>
                  <a:pt x="12477" y="7436"/>
                </a:moveTo>
                <a:lnTo>
                  <a:pt x="12477" y="9105"/>
                </a:lnTo>
                <a:lnTo>
                  <a:pt x="9957" y="9105"/>
                </a:lnTo>
                <a:lnTo>
                  <a:pt x="9957" y="8664"/>
                </a:lnTo>
                <a:cubicBezTo>
                  <a:pt x="9957" y="8475"/>
                  <a:pt x="9799" y="8255"/>
                  <a:pt x="9547" y="8255"/>
                </a:cubicBezTo>
                <a:cubicBezTo>
                  <a:pt x="9326" y="8255"/>
                  <a:pt x="9169" y="8475"/>
                  <a:pt x="9169" y="8664"/>
                </a:cubicBezTo>
                <a:lnTo>
                  <a:pt x="9169" y="9105"/>
                </a:lnTo>
                <a:lnTo>
                  <a:pt x="7499" y="9105"/>
                </a:lnTo>
                <a:lnTo>
                  <a:pt x="7499" y="8664"/>
                </a:lnTo>
                <a:cubicBezTo>
                  <a:pt x="7499" y="8412"/>
                  <a:pt x="7310" y="8255"/>
                  <a:pt x="7121" y="8255"/>
                </a:cubicBezTo>
                <a:cubicBezTo>
                  <a:pt x="6869" y="8255"/>
                  <a:pt x="6680" y="8475"/>
                  <a:pt x="6680" y="8664"/>
                </a:cubicBezTo>
                <a:lnTo>
                  <a:pt x="6680" y="9105"/>
                </a:lnTo>
                <a:lnTo>
                  <a:pt x="5042" y="9105"/>
                </a:lnTo>
                <a:lnTo>
                  <a:pt x="5042" y="8664"/>
                </a:lnTo>
                <a:cubicBezTo>
                  <a:pt x="5042" y="8412"/>
                  <a:pt x="4821" y="8255"/>
                  <a:pt x="4601" y="8255"/>
                </a:cubicBezTo>
                <a:cubicBezTo>
                  <a:pt x="4349" y="8255"/>
                  <a:pt x="4191" y="8475"/>
                  <a:pt x="4191" y="8664"/>
                </a:cubicBezTo>
                <a:lnTo>
                  <a:pt x="4191" y="9105"/>
                </a:lnTo>
                <a:lnTo>
                  <a:pt x="1671" y="9105"/>
                </a:lnTo>
                <a:lnTo>
                  <a:pt x="1671" y="7436"/>
                </a:lnTo>
                <a:close/>
                <a:moveTo>
                  <a:pt x="12855" y="9924"/>
                </a:moveTo>
                <a:cubicBezTo>
                  <a:pt x="13107" y="9924"/>
                  <a:pt x="13265" y="10113"/>
                  <a:pt x="13265" y="10365"/>
                </a:cubicBezTo>
                <a:lnTo>
                  <a:pt x="13265" y="10744"/>
                </a:lnTo>
                <a:lnTo>
                  <a:pt x="852" y="10744"/>
                </a:lnTo>
                <a:lnTo>
                  <a:pt x="852" y="10365"/>
                </a:lnTo>
                <a:cubicBezTo>
                  <a:pt x="852" y="10113"/>
                  <a:pt x="1041" y="9924"/>
                  <a:pt x="1261" y="9924"/>
                </a:cubicBezTo>
                <a:close/>
                <a:moveTo>
                  <a:pt x="4601" y="0"/>
                </a:moveTo>
                <a:cubicBezTo>
                  <a:pt x="4475" y="0"/>
                  <a:pt x="4317" y="63"/>
                  <a:pt x="4254" y="189"/>
                </a:cubicBezTo>
                <a:cubicBezTo>
                  <a:pt x="4160" y="315"/>
                  <a:pt x="4160" y="410"/>
                  <a:pt x="4191" y="568"/>
                </a:cubicBezTo>
                <a:lnTo>
                  <a:pt x="4916" y="2458"/>
                </a:lnTo>
                <a:cubicBezTo>
                  <a:pt x="4097" y="1954"/>
                  <a:pt x="3088" y="1670"/>
                  <a:pt x="2112" y="1670"/>
                </a:cubicBezTo>
                <a:cubicBezTo>
                  <a:pt x="1986" y="1670"/>
                  <a:pt x="1828" y="1765"/>
                  <a:pt x="1765" y="1828"/>
                </a:cubicBezTo>
                <a:cubicBezTo>
                  <a:pt x="1671" y="1954"/>
                  <a:pt x="1639" y="2080"/>
                  <a:pt x="1734" y="2206"/>
                </a:cubicBezTo>
                <a:lnTo>
                  <a:pt x="2238" y="3781"/>
                </a:lnTo>
                <a:cubicBezTo>
                  <a:pt x="1671" y="3466"/>
                  <a:pt x="1041" y="3308"/>
                  <a:pt x="411" y="3308"/>
                </a:cubicBezTo>
                <a:cubicBezTo>
                  <a:pt x="316" y="3308"/>
                  <a:pt x="190" y="3340"/>
                  <a:pt x="95" y="3466"/>
                </a:cubicBezTo>
                <a:cubicBezTo>
                  <a:pt x="32" y="3592"/>
                  <a:pt x="1" y="3686"/>
                  <a:pt x="32" y="3813"/>
                </a:cubicBezTo>
                <a:lnTo>
                  <a:pt x="852" y="7089"/>
                </a:lnTo>
                <a:lnTo>
                  <a:pt x="852" y="9168"/>
                </a:lnTo>
                <a:cubicBezTo>
                  <a:pt x="379" y="9326"/>
                  <a:pt x="32" y="9798"/>
                  <a:pt x="32" y="10365"/>
                </a:cubicBezTo>
                <a:lnTo>
                  <a:pt x="32" y="11185"/>
                </a:lnTo>
                <a:cubicBezTo>
                  <a:pt x="32" y="11405"/>
                  <a:pt x="221" y="11626"/>
                  <a:pt x="411" y="11626"/>
                </a:cubicBezTo>
                <a:lnTo>
                  <a:pt x="13706" y="11626"/>
                </a:lnTo>
                <a:cubicBezTo>
                  <a:pt x="13926" y="11626"/>
                  <a:pt x="14084" y="11405"/>
                  <a:pt x="14084" y="11185"/>
                </a:cubicBezTo>
                <a:lnTo>
                  <a:pt x="14084" y="10365"/>
                </a:lnTo>
                <a:cubicBezTo>
                  <a:pt x="14115" y="9798"/>
                  <a:pt x="13769" y="9326"/>
                  <a:pt x="13296" y="9168"/>
                </a:cubicBezTo>
                <a:lnTo>
                  <a:pt x="13296" y="7089"/>
                </a:lnTo>
                <a:lnTo>
                  <a:pt x="14115" y="3813"/>
                </a:lnTo>
                <a:cubicBezTo>
                  <a:pt x="14178" y="3686"/>
                  <a:pt x="14115" y="3592"/>
                  <a:pt x="14052" y="3466"/>
                </a:cubicBezTo>
                <a:cubicBezTo>
                  <a:pt x="13958" y="3340"/>
                  <a:pt x="13863" y="3308"/>
                  <a:pt x="13737" y="3308"/>
                </a:cubicBezTo>
                <a:cubicBezTo>
                  <a:pt x="12760" y="3308"/>
                  <a:pt x="11847" y="3686"/>
                  <a:pt x="11122" y="4348"/>
                </a:cubicBezTo>
                <a:cubicBezTo>
                  <a:pt x="10083" y="1796"/>
                  <a:pt x="7562" y="0"/>
                  <a:pt x="460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839" name="Google Shape;11839;p138"/>
          <p:cNvGrpSpPr/>
          <p:nvPr/>
        </p:nvGrpSpPr>
        <p:grpSpPr>
          <a:xfrm>
            <a:off x="6208482" y="1303693"/>
            <a:ext cx="342328" cy="340807"/>
            <a:chOff x="-12661600" y="1640225"/>
            <a:chExt cx="354450" cy="352875"/>
          </a:xfrm>
        </p:grpSpPr>
        <p:sp>
          <p:nvSpPr>
            <p:cNvPr id="11840" name="Google Shape;11840;p138"/>
            <p:cNvSpPr/>
            <p:nvPr/>
          </p:nvSpPr>
          <p:spPr>
            <a:xfrm>
              <a:off x="-12661600" y="1764675"/>
              <a:ext cx="188275" cy="228425"/>
            </a:xfrm>
            <a:custGeom>
              <a:rect b="b" l="l" r="r" t="t"/>
              <a:pathLst>
                <a:path extrusionOk="0" h="9137" w="7531">
                  <a:moveTo>
                    <a:pt x="5451" y="819"/>
                  </a:moveTo>
                  <a:cubicBezTo>
                    <a:pt x="5672" y="819"/>
                    <a:pt x="5829" y="1008"/>
                    <a:pt x="5829" y="1229"/>
                  </a:cubicBezTo>
                  <a:cubicBezTo>
                    <a:pt x="5829" y="1481"/>
                    <a:pt x="5640" y="1670"/>
                    <a:pt x="5451" y="1670"/>
                  </a:cubicBezTo>
                  <a:lnTo>
                    <a:pt x="2112" y="1670"/>
                  </a:lnTo>
                  <a:cubicBezTo>
                    <a:pt x="1860" y="1670"/>
                    <a:pt x="1671" y="1481"/>
                    <a:pt x="1671" y="1229"/>
                  </a:cubicBezTo>
                  <a:cubicBezTo>
                    <a:pt x="1671" y="1008"/>
                    <a:pt x="1860" y="819"/>
                    <a:pt x="2112" y="819"/>
                  </a:cubicBezTo>
                  <a:close/>
                  <a:moveTo>
                    <a:pt x="5010" y="2457"/>
                  </a:moveTo>
                  <a:lnTo>
                    <a:pt x="5010" y="3308"/>
                  </a:lnTo>
                  <a:lnTo>
                    <a:pt x="2490" y="3308"/>
                  </a:lnTo>
                  <a:lnTo>
                    <a:pt x="2490" y="2457"/>
                  </a:lnTo>
                  <a:close/>
                  <a:moveTo>
                    <a:pt x="5325" y="4159"/>
                  </a:moveTo>
                  <a:lnTo>
                    <a:pt x="6428" y="4726"/>
                  </a:lnTo>
                  <a:cubicBezTo>
                    <a:pt x="6585" y="4789"/>
                    <a:pt x="6680" y="4915"/>
                    <a:pt x="6680" y="5072"/>
                  </a:cubicBezTo>
                  <a:lnTo>
                    <a:pt x="6680" y="7876"/>
                  </a:lnTo>
                  <a:cubicBezTo>
                    <a:pt x="6680" y="8097"/>
                    <a:pt x="6459" y="8286"/>
                    <a:pt x="6239" y="8286"/>
                  </a:cubicBezTo>
                  <a:lnTo>
                    <a:pt x="1229" y="8286"/>
                  </a:lnTo>
                  <a:cubicBezTo>
                    <a:pt x="1009" y="8286"/>
                    <a:pt x="788" y="8097"/>
                    <a:pt x="788" y="7876"/>
                  </a:cubicBezTo>
                  <a:lnTo>
                    <a:pt x="788" y="5072"/>
                  </a:lnTo>
                  <a:lnTo>
                    <a:pt x="851" y="5072"/>
                  </a:lnTo>
                  <a:cubicBezTo>
                    <a:pt x="851" y="4915"/>
                    <a:pt x="914" y="4757"/>
                    <a:pt x="1072" y="4726"/>
                  </a:cubicBezTo>
                  <a:lnTo>
                    <a:pt x="2175" y="4159"/>
                  </a:lnTo>
                  <a:close/>
                  <a:moveTo>
                    <a:pt x="2112" y="0"/>
                  </a:moveTo>
                  <a:cubicBezTo>
                    <a:pt x="1418" y="0"/>
                    <a:pt x="851" y="536"/>
                    <a:pt x="851" y="1260"/>
                  </a:cubicBezTo>
                  <a:cubicBezTo>
                    <a:pt x="851" y="1796"/>
                    <a:pt x="1198" y="2237"/>
                    <a:pt x="1671" y="2426"/>
                  </a:cubicBezTo>
                  <a:lnTo>
                    <a:pt x="1671" y="3497"/>
                  </a:lnTo>
                  <a:lnTo>
                    <a:pt x="694" y="3970"/>
                  </a:lnTo>
                  <a:cubicBezTo>
                    <a:pt x="253" y="4159"/>
                    <a:pt x="1" y="4600"/>
                    <a:pt x="1" y="5072"/>
                  </a:cubicBezTo>
                  <a:lnTo>
                    <a:pt x="1" y="7876"/>
                  </a:lnTo>
                  <a:cubicBezTo>
                    <a:pt x="1" y="8538"/>
                    <a:pt x="568" y="9136"/>
                    <a:pt x="1261" y="9136"/>
                  </a:cubicBezTo>
                  <a:lnTo>
                    <a:pt x="6270" y="9136"/>
                  </a:lnTo>
                  <a:cubicBezTo>
                    <a:pt x="6963" y="9136"/>
                    <a:pt x="7530" y="8538"/>
                    <a:pt x="7530" y="7876"/>
                  </a:cubicBezTo>
                  <a:lnTo>
                    <a:pt x="7530" y="5072"/>
                  </a:lnTo>
                  <a:cubicBezTo>
                    <a:pt x="7530" y="4600"/>
                    <a:pt x="7247" y="4159"/>
                    <a:pt x="6869" y="3970"/>
                  </a:cubicBezTo>
                  <a:lnTo>
                    <a:pt x="5892" y="3497"/>
                  </a:lnTo>
                  <a:lnTo>
                    <a:pt x="5892" y="2426"/>
                  </a:lnTo>
                  <a:cubicBezTo>
                    <a:pt x="6365" y="2268"/>
                    <a:pt x="6711" y="1796"/>
                    <a:pt x="6711" y="1260"/>
                  </a:cubicBezTo>
                  <a:cubicBezTo>
                    <a:pt x="6711" y="567"/>
                    <a:pt x="6144" y="0"/>
                    <a:pt x="545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1" name="Google Shape;11841;p138"/>
            <p:cNvSpPr/>
            <p:nvPr/>
          </p:nvSpPr>
          <p:spPr>
            <a:xfrm>
              <a:off x="-12451300" y="1640225"/>
              <a:ext cx="144150" cy="350500"/>
            </a:xfrm>
            <a:custGeom>
              <a:rect b="b" l="l" r="r" t="t"/>
              <a:pathLst>
                <a:path extrusionOk="0" h="14020" w="5766">
                  <a:moveTo>
                    <a:pt x="2836" y="788"/>
                  </a:moveTo>
                  <a:cubicBezTo>
                    <a:pt x="3970" y="788"/>
                    <a:pt x="4915" y="1733"/>
                    <a:pt x="4915" y="2867"/>
                  </a:cubicBezTo>
                  <a:lnTo>
                    <a:pt x="4915" y="4285"/>
                  </a:lnTo>
                  <a:lnTo>
                    <a:pt x="3246" y="5388"/>
                  </a:lnTo>
                  <a:lnTo>
                    <a:pt x="3246" y="4569"/>
                  </a:lnTo>
                  <a:lnTo>
                    <a:pt x="3246" y="2048"/>
                  </a:lnTo>
                  <a:cubicBezTo>
                    <a:pt x="3246" y="1828"/>
                    <a:pt x="3057" y="1607"/>
                    <a:pt x="2836" y="1607"/>
                  </a:cubicBezTo>
                  <a:cubicBezTo>
                    <a:pt x="2584" y="1607"/>
                    <a:pt x="2426" y="1828"/>
                    <a:pt x="2426" y="2048"/>
                  </a:cubicBezTo>
                  <a:lnTo>
                    <a:pt x="2426" y="3781"/>
                  </a:lnTo>
                  <a:lnTo>
                    <a:pt x="788" y="2678"/>
                  </a:lnTo>
                  <a:cubicBezTo>
                    <a:pt x="914" y="1607"/>
                    <a:pt x="1765" y="788"/>
                    <a:pt x="2836" y="788"/>
                  </a:cubicBezTo>
                  <a:close/>
                  <a:moveTo>
                    <a:pt x="788" y="3655"/>
                  </a:moveTo>
                  <a:lnTo>
                    <a:pt x="2426" y="4758"/>
                  </a:lnTo>
                  <a:lnTo>
                    <a:pt x="2426" y="7089"/>
                  </a:lnTo>
                  <a:lnTo>
                    <a:pt x="788" y="5986"/>
                  </a:lnTo>
                  <a:lnTo>
                    <a:pt x="788" y="3655"/>
                  </a:lnTo>
                  <a:close/>
                  <a:moveTo>
                    <a:pt x="4915" y="5325"/>
                  </a:moveTo>
                  <a:lnTo>
                    <a:pt x="4915" y="7656"/>
                  </a:lnTo>
                  <a:lnTo>
                    <a:pt x="3277" y="8759"/>
                  </a:lnTo>
                  <a:lnTo>
                    <a:pt x="3277" y="6427"/>
                  </a:lnTo>
                  <a:lnTo>
                    <a:pt x="4915" y="5325"/>
                  </a:lnTo>
                  <a:close/>
                  <a:moveTo>
                    <a:pt x="788" y="7026"/>
                  </a:moveTo>
                  <a:lnTo>
                    <a:pt x="2426" y="8129"/>
                  </a:lnTo>
                  <a:lnTo>
                    <a:pt x="2426" y="11027"/>
                  </a:lnTo>
                  <a:lnTo>
                    <a:pt x="1355" y="9956"/>
                  </a:lnTo>
                  <a:cubicBezTo>
                    <a:pt x="977" y="9578"/>
                    <a:pt x="788" y="9074"/>
                    <a:pt x="788" y="8507"/>
                  </a:cubicBezTo>
                  <a:lnTo>
                    <a:pt x="788" y="7026"/>
                  </a:lnTo>
                  <a:close/>
                  <a:moveTo>
                    <a:pt x="4884" y="8664"/>
                  </a:moveTo>
                  <a:cubicBezTo>
                    <a:pt x="4884" y="9137"/>
                    <a:pt x="4632" y="9609"/>
                    <a:pt x="4285" y="9956"/>
                  </a:cubicBezTo>
                  <a:lnTo>
                    <a:pt x="3214" y="11027"/>
                  </a:lnTo>
                  <a:lnTo>
                    <a:pt x="3214" y="9767"/>
                  </a:lnTo>
                  <a:lnTo>
                    <a:pt x="4884" y="8664"/>
                  </a:lnTo>
                  <a:close/>
                  <a:moveTo>
                    <a:pt x="2868" y="0"/>
                  </a:moveTo>
                  <a:cubicBezTo>
                    <a:pt x="1292" y="0"/>
                    <a:pt x="1" y="1292"/>
                    <a:pt x="1" y="2930"/>
                  </a:cubicBezTo>
                  <a:lnTo>
                    <a:pt x="1" y="2962"/>
                  </a:lnTo>
                  <a:lnTo>
                    <a:pt x="1" y="8475"/>
                  </a:lnTo>
                  <a:cubicBezTo>
                    <a:pt x="1" y="9263"/>
                    <a:pt x="316" y="9956"/>
                    <a:pt x="851" y="10523"/>
                  </a:cubicBezTo>
                  <a:lnTo>
                    <a:pt x="2489" y="12130"/>
                  </a:lnTo>
                  <a:lnTo>
                    <a:pt x="2489" y="13642"/>
                  </a:lnTo>
                  <a:cubicBezTo>
                    <a:pt x="2489" y="13862"/>
                    <a:pt x="2679" y="14020"/>
                    <a:pt x="2868" y="14020"/>
                  </a:cubicBezTo>
                  <a:cubicBezTo>
                    <a:pt x="3057" y="14020"/>
                    <a:pt x="3309" y="13831"/>
                    <a:pt x="3309" y="13642"/>
                  </a:cubicBezTo>
                  <a:lnTo>
                    <a:pt x="3309" y="12130"/>
                  </a:lnTo>
                  <a:lnTo>
                    <a:pt x="4915" y="10523"/>
                  </a:lnTo>
                  <a:cubicBezTo>
                    <a:pt x="5451" y="9956"/>
                    <a:pt x="5766" y="9263"/>
                    <a:pt x="5766" y="8475"/>
                  </a:cubicBezTo>
                  <a:cubicBezTo>
                    <a:pt x="5734" y="8223"/>
                    <a:pt x="5734" y="3119"/>
                    <a:pt x="5734" y="2930"/>
                  </a:cubicBezTo>
                  <a:cubicBezTo>
                    <a:pt x="5734" y="1292"/>
                    <a:pt x="4443" y="0"/>
                    <a:pt x="286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2" name="Google Shape;11842;p138"/>
            <p:cNvSpPr/>
            <p:nvPr/>
          </p:nvSpPr>
          <p:spPr>
            <a:xfrm>
              <a:off x="-12619850" y="1887525"/>
              <a:ext cx="104000" cy="63050"/>
            </a:xfrm>
            <a:custGeom>
              <a:rect b="b" l="l" r="r" t="t"/>
              <a:pathLst>
                <a:path extrusionOk="0" h="2522" w="4160">
                  <a:moveTo>
                    <a:pt x="3340" y="851"/>
                  </a:moveTo>
                  <a:lnTo>
                    <a:pt x="3340" y="1702"/>
                  </a:lnTo>
                  <a:lnTo>
                    <a:pt x="820" y="1702"/>
                  </a:lnTo>
                  <a:lnTo>
                    <a:pt x="820" y="851"/>
                  </a:lnTo>
                  <a:close/>
                  <a:moveTo>
                    <a:pt x="442" y="1"/>
                  </a:moveTo>
                  <a:cubicBezTo>
                    <a:pt x="190" y="1"/>
                    <a:pt x="1" y="190"/>
                    <a:pt x="1" y="442"/>
                  </a:cubicBezTo>
                  <a:lnTo>
                    <a:pt x="1" y="2080"/>
                  </a:lnTo>
                  <a:cubicBezTo>
                    <a:pt x="1" y="2332"/>
                    <a:pt x="190" y="2521"/>
                    <a:pt x="442" y="2521"/>
                  </a:cubicBezTo>
                  <a:lnTo>
                    <a:pt x="3781" y="2521"/>
                  </a:lnTo>
                  <a:cubicBezTo>
                    <a:pt x="4002" y="2521"/>
                    <a:pt x="4159" y="2332"/>
                    <a:pt x="4159" y="2080"/>
                  </a:cubicBezTo>
                  <a:lnTo>
                    <a:pt x="4159" y="442"/>
                  </a:lnTo>
                  <a:cubicBezTo>
                    <a:pt x="4159" y="190"/>
                    <a:pt x="3970" y="1"/>
                    <a:pt x="378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43" name="Google Shape;11843;p138"/>
          <p:cNvGrpSpPr/>
          <p:nvPr/>
        </p:nvGrpSpPr>
        <p:grpSpPr>
          <a:xfrm>
            <a:off x="6208857" y="1732231"/>
            <a:ext cx="341579" cy="299374"/>
            <a:chOff x="-12660025" y="2096250"/>
            <a:chExt cx="353675" cy="309975"/>
          </a:xfrm>
        </p:grpSpPr>
        <p:sp>
          <p:nvSpPr>
            <p:cNvPr id="11844" name="Google Shape;11844;p138"/>
            <p:cNvSpPr/>
            <p:nvPr/>
          </p:nvSpPr>
          <p:spPr>
            <a:xfrm>
              <a:off x="-12619850" y="2136425"/>
              <a:ext cx="63025" cy="62250"/>
            </a:xfrm>
            <a:custGeom>
              <a:rect b="b" l="l" r="r" t="t"/>
              <a:pathLst>
                <a:path extrusionOk="0" h="2490" w="2521">
                  <a:moveTo>
                    <a:pt x="1261" y="819"/>
                  </a:moveTo>
                  <a:cubicBezTo>
                    <a:pt x="1481" y="819"/>
                    <a:pt x="1702" y="1040"/>
                    <a:pt x="1702" y="1261"/>
                  </a:cubicBezTo>
                  <a:cubicBezTo>
                    <a:pt x="1702" y="1513"/>
                    <a:pt x="1481" y="1702"/>
                    <a:pt x="1261" y="1702"/>
                  </a:cubicBezTo>
                  <a:cubicBezTo>
                    <a:pt x="1040" y="1702"/>
                    <a:pt x="851" y="1513"/>
                    <a:pt x="851" y="1261"/>
                  </a:cubicBezTo>
                  <a:cubicBezTo>
                    <a:pt x="820" y="1040"/>
                    <a:pt x="1009" y="819"/>
                    <a:pt x="1261" y="819"/>
                  </a:cubicBezTo>
                  <a:close/>
                  <a:moveTo>
                    <a:pt x="1261" y="0"/>
                  </a:moveTo>
                  <a:cubicBezTo>
                    <a:pt x="568" y="0"/>
                    <a:pt x="1" y="567"/>
                    <a:pt x="1" y="1229"/>
                  </a:cubicBezTo>
                  <a:cubicBezTo>
                    <a:pt x="1" y="1922"/>
                    <a:pt x="568" y="2489"/>
                    <a:pt x="1261" y="2489"/>
                  </a:cubicBezTo>
                  <a:cubicBezTo>
                    <a:pt x="1922" y="2489"/>
                    <a:pt x="2521" y="1922"/>
                    <a:pt x="2521" y="1229"/>
                  </a:cubicBezTo>
                  <a:cubicBezTo>
                    <a:pt x="2521" y="567"/>
                    <a:pt x="1954" y="0"/>
                    <a:pt x="126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5" name="Google Shape;11845;p138"/>
            <p:cNvSpPr/>
            <p:nvPr/>
          </p:nvSpPr>
          <p:spPr>
            <a:xfrm>
              <a:off x="-12496200" y="2136425"/>
              <a:ext cx="63050" cy="62250"/>
            </a:xfrm>
            <a:custGeom>
              <a:rect b="b" l="l" r="r" t="t"/>
              <a:pathLst>
                <a:path extrusionOk="0" h="2490" w="2522">
                  <a:moveTo>
                    <a:pt x="1261" y="819"/>
                  </a:moveTo>
                  <a:cubicBezTo>
                    <a:pt x="1513" y="819"/>
                    <a:pt x="1702" y="1040"/>
                    <a:pt x="1702" y="1261"/>
                  </a:cubicBezTo>
                  <a:cubicBezTo>
                    <a:pt x="1702" y="1513"/>
                    <a:pt x="1513" y="1702"/>
                    <a:pt x="1261" y="1702"/>
                  </a:cubicBezTo>
                  <a:cubicBezTo>
                    <a:pt x="1040" y="1702"/>
                    <a:pt x="883" y="1513"/>
                    <a:pt x="883" y="1261"/>
                  </a:cubicBezTo>
                  <a:cubicBezTo>
                    <a:pt x="851" y="1040"/>
                    <a:pt x="1040" y="819"/>
                    <a:pt x="1261" y="819"/>
                  </a:cubicBezTo>
                  <a:close/>
                  <a:moveTo>
                    <a:pt x="1261" y="0"/>
                  </a:moveTo>
                  <a:cubicBezTo>
                    <a:pt x="568" y="0"/>
                    <a:pt x="64" y="567"/>
                    <a:pt x="64" y="1229"/>
                  </a:cubicBezTo>
                  <a:cubicBezTo>
                    <a:pt x="1" y="1922"/>
                    <a:pt x="568" y="2489"/>
                    <a:pt x="1261" y="2489"/>
                  </a:cubicBezTo>
                  <a:cubicBezTo>
                    <a:pt x="1954" y="2489"/>
                    <a:pt x="2521" y="1922"/>
                    <a:pt x="2521" y="1229"/>
                  </a:cubicBezTo>
                  <a:cubicBezTo>
                    <a:pt x="2521" y="567"/>
                    <a:pt x="1986" y="0"/>
                    <a:pt x="126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6" name="Google Shape;11846;p138"/>
            <p:cNvSpPr/>
            <p:nvPr/>
          </p:nvSpPr>
          <p:spPr>
            <a:xfrm>
              <a:off x="-12453650" y="2261650"/>
              <a:ext cx="19700" cy="19725"/>
            </a:xfrm>
            <a:custGeom>
              <a:rect b="b" l="l" r="r" t="t"/>
              <a:pathLst>
                <a:path extrusionOk="0" h="789" w="788">
                  <a:moveTo>
                    <a:pt x="410" y="1"/>
                  </a:moveTo>
                  <a:cubicBezTo>
                    <a:pt x="189" y="1"/>
                    <a:pt x="0" y="158"/>
                    <a:pt x="0" y="379"/>
                  </a:cubicBezTo>
                  <a:cubicBezTo>
                    <a:pt x="0" y="599"/>
                    <a:pt x="189" y="788"/>
                    <a:pt x="410" y="788"/>
                  </a:cubicBezTo>
                  <a:cubicBezTo>
                    <a:pt x="630" y="788"/>
                    <a:pt x="788" y="599"/>
                    <a:pt x="788" y="379"/>
                  </a:cubicBezTo>
                  <a:cubicBezTo>
                    <a:pt x="788" y="158"/>
                    <a:pt x="630" y="1"/>
                    <a:pt x="41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7" name="Google Shape;11847;p138"/>
            <p:cNvSpPr/>
            <p:nvPr/>
          </p:nvSpPr>
          <p:spPr>
            <a:xfrm>
              <a:off x="-12494625" y="2261650"/>
              <a:ext cx="19725" cy="19725"/>
            </a:xfrm>
            <a:custGeom>
              <a:rect b="b" l="l" r="r" t="t"/>
              <a:pathLst>
                <a:path extrusionOk="0" h="789" w="789">
                  <a:moveTo>
                    <a:pt x="379" y="1"/>
                  </a:moveTo>
                  <a:cubicBezTo>
                    <a:pt x="158" y="1"/>
                    <a:pt x="1" y="158"/>
                    <a:pt x="1" y="379"/>
                  </a:cubicBezTo>
                  <a:cubicBezTo>
                    <a:pt x="1"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8" name="Google Shape;11848;p138"/>
            <p:cNvSpPr/>
            <p:nvPr/>
          </p:nvSpPr>
          <p:spPr>
            <a:xfrm>
              <a:off x="-12619850" y="2301825"/>
              <a:ext cx="103200" cy="60675"/>
            </a:xfrm>
            <a:custGeom>
              <a:rect b="b" l="l" r="r" t="t"/>
              <a:pathLst>
                <a:path extrusionOk="0" h="2427" w="4128">
                  <a:moveTo>
                    <a:pt x="3309" y="819"/>
                  </a:moveTo>
                  <a:lnTo>
                    <a:pt x="3309" y="1670"/>
                  </a:lnTo>
                  <a:lnTo>
                    <a:pt x="820" y="1670"/>
                  </a:lnTo>
                  <a:lnTo>
                    <a:pt x="820" y="819"/>
                  </a:lnTo>
                  <a:close/>
                  <a:moveTo>
                    <a:pt x="442" y="0"/>
                  </a:moveTo>
                  <a:cubicBezTo>
                    <a:pt x="190" y="0"/>
                    <a:pt x="1" y="189"/>
                    <a:pt x="1" y="410"/>
                  </a:cubicBezTo>
                  <a:lnTo>
                    <a:pt x="1" y="2048"/>
                  </a:lnTo>
                  <a:cubicBezTo>
                    <a:pt x="1" y="2269"/>
                    <a:pt x="190" y="2426"/>
                    <a:pt x="442" y="2426"/>
                  </a:cubicBezTo>
                  <a:lnTo>
                    <a:pt x="3750" y="2426"/>
                  </a:lnTo>
                  <a:cubicBezTo>
                    <a:pt x="3970" y="2426"/>
                    <a:pt x="4128" y="2237"/>
                    <a:pt x="4128" y="2048"/>
                  </a:cubicBezTo>
                  <a:lnTo>
                    <a:pt x="4128" y="410"/>
                  </a:lnTo>
                  <a:cubicBezTo>
                    <a:pt x="4128" y="189"/>
                    <a:pt x="3970" y="0"/>
                    <a:pt x="375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9" name="Google Shape;11849;p138"/>
            <p:cNvSpPr/>
            <p:nvPr/>
          </p:nvSpPr>
          <p:spPr>
            <a:xfrm>
              <a:off x="-12660025" y="2096250"/>
              <a:ext cx="353675" cy="309975"/>
            </a:xfrm>
            <a:custGeom>
              <a:rect b="b" l="l" r="r" t="t"/>
              <a:pathLst>
                <a:path extrusionOk="0" h="12399" w="14147">
                  <a:moveTo>
                    <a:pt x="5357" y="4317"/>
                  </a:moveTo>
                  <a:cubicBezTo>
                    <a:pt x="5451" y="4569"/>
                    <a:pt x="5609" y="4758"/>
                    <a:pt x="5766" y="4915"/>
                  </a:cubicBezTo>
                  <a:lnTo>
                    <a:pt x="4884" y="4915"/>
                  </a:lnTo>
                  <a:cubicBezTo>
                    <a:pt x="5042" y="4758"/>
                    <a:pt x="5199" y="4569"/>
                    <a:pt x="5357" y="4317"/>
                  </a:cubicBezTo>
                  <a:close/>
                  <a:moveTo>
                    <a:pt x="2868" y="788"/>
                  </a:moveTo>
                  <a:cubicBezTo>
                    <a:pt x="4002" y="788"/>
                    <a:pt x="4947" y="1733"/>
                    <a:pt x="4947" y="2868"/>
                  </a:cubicBezTo>
                  <a:cubicBezTo>
                    <a:pt x="4947" y="4002"/>
                    <a:pt x="4002" y="4947"/>
                    <a:pt x="2868" y="4947"/>
                  </a:cubicBezTo>
                  <a:cubicBezTo>
                    <a:pt x="1734" y="4915"/>
                    <a:pt x="788" y="4002"/>
                    <a:pt x="788" y="2868"/>
                  </a:cubicBezTo>
                  <a:cubicBezTo>
                    <a:pt x="788" y="1733"/>
                    <a:pt x="1734" y="788"/>
                    <a:pt x="2868" y="788"/>
                  </a:cubicBezTo>
                  <a:close/>
                  <a:moveTo>
                    <a:pt x="7814" y="788"/>
                  </a:moveTo>
                  <a:cubicBezTo>
                    <a:pt x="8980" y="788"/>
                    <a:pt x="9925" y="1733"/>
                    <a:pt x="9925" y="2868"/>
                  </a:cubicBezTo>
                  <a:cubicBezTo>
                    <a:pt x="9925" y="4002"/>
                    <a:pt x="8980" y="4947"/>
                    <a:pt x="7814" y="4947"/>
                  </a:cubicBezTo>
                  <a:cubicBezTo>
                    <a:pt x="6680" y="4947"/>
                    <a:pt x="5735" y="4002"/>
                    <a:pt x="5735" y="2868"/>
                  </a:cubicBezTo>
                  <a:cubicBezTo>
                    <a:pt x="5735" y="1733"/>
                    <a:pt x="6680" y="788"/>
                    <a:pt x="7814" y="788"/>
                  </a:cubicBezTo>
                  <a:close/>
                  <a:moveTo>
                    <a:pt x="13264" y="5987"/>
                  </a:moveTo>
                  <a:lnTo>
                    <a:pt x="13264" y="11311"/>
                  </a:lnTo>
                  <a:lnTo>
                    <a:pt x="10744" y="10051"/>
                  </a:lnTo>
                  <a:lnTo>
                    <a:pt x="10744" y="7247"/>
                  </a:lnTo>
                  <a:lnTo>
                    <a:pt x="13264" y="5987"/>
                  </a:lnTo>
                  <a:close/>
                  <a:moveTo>
                    <a:pt x="9484" y="5734"/>
                  </a:moveTo>
                  <a:cubicBezTo>
                    <a:pt x="9704" y="5734"/>
                    <a:pt x="9862" y="5955"/>
                    <a:pt x="9862" y="6176"/>
                  </a:cubicBezTo>
                  <a:lnTo>
                    <a:pt x="9862" y="11153"/>
                  </a:lnTo>
                  <a:cubicBezTo>
                    <a:pt x="9862" y="11374"/>
                    <a:pt x="9673" y="11563"/>
                    <a:pt x="9484" y="11563"/>
                  </a:cubicBezTo>
                  <a:lnTo>
                    <a:pt x="1198" y="11563"/>
                  </a:lnTo>
                  <a:cubicBezTo>
                    <a:pt x="977" y="11563"/>
                    <a:pt x="788" y="11374"/>
                    <a:pt x="788" y="11153"/>
                  </a:cubicBezTo>
                  <a:lnTo>
                    <a:pt x="788" y="6176"/>
                  </a:lnTo>
                  <a:cubicBezTo>
                    <a:pt x="788" y="5955"/>
                    <a:pt x="977" y="5734"/>
                    <a:pt x="1198" y="5734"/>
                  </a:cubicBezTo>
                  <a:close/>
                  <a:moveTo>
                    <a:pt x="2868" y="1"/>
                  </a:moveTo>
                  <a:cubicBezTo>
                    <a:pt x="1261" y="1"/>
                    <a:pt x="1" y="1292"/>
                    <a:pt x="1" y="2868"/>
                  </a:cubicBezTo>
                  <a:cubicBezTo>
                    <a:pt x="1" y="3687"/>
                    <a:pt x="347" y="4443"/>
                    <a:pt x="883" y="5010"/>
                  </a:cubicBezTo>
                  <a:cubicBezTo>
                    <a:pt x="379" y="5167"/>
                    <a:pt x="1" y="5640"/>
                    <a:pt x="1" y="6176"/>
                  </a:cubicBezTo>
                  <a:lnTo>
                    <a:pt x="1" y="11153"/>
                  </a:lnTo>
                  <a:cubicBezTo>
                    <a:pt x="1" y="11815"/>
                    <a:pt x="536" y="12382"/>
                    <a:pt x="1261" y="12382"/>
                  </a:cubicBezTo>
                  <a:lnTo>
                    <a:pt x="9515" y="12382"/>
                  </a:lnTo>
                  <a:cubicBezTo>
                    <a:pt x="10208" y="12382"/>
                    <a:pt x="10775" y="11846"/>
                    <a:pt x="10775" y="11153"/>
                  </a:cubicBezTo>
                  <a:lnTo>
                    <a:pt x="10775" y="10996"/>
                  </a:lnTo>
                  <a:lnTo>
                    <a:pt x="13548" y="12350"/>
                  </a:lnTo>
                  <a:cubicBezTo>
                    <a:pt x="13594" y="12385"/>
                    <a:pt x="13645" y="12399"/>
                    <a:pt x="13695" y="12399"/>
                  </a:cubicBezTo>
                  <a:cubicBezTo>
                    <a:pt x="13781" y="12399"/>
                    <a:pt x="13866" y="12359"/>
                    <a:pt x="13926" y="12319"/>
                  </a:cubicBezTo>
                  <a:cubicBezTo>
                    <a:pt x="14052" y="12256"/>
                    <a:pt x="14146" y="12130"/>
                    <a:pt x="14146" y="11972"/>
                  </a:cubicBezTo>
                  <a:lnTo>
                    <a:pt x="14146" y="5356"/>
                  </a:lnTo>
                  <a:cubicBezTo>
                    <a:pt x="14083" y="5199"/>
                    <a:pt x="14020" y="5073"/>
                    <a:pt x="13894" y="5010"/>
                  </a:cubicBezTo>
                  <a:cubicBezTo>
                    <a:pt x="13815" y="4950"/>
                    <a:pt x="13722" y="4928"/>
                    <a:pt x="13633" y="4928"/>
                  </a:cubicBezTo>
                  <a:cubicBezTo>
                    <a:pt x="13581" y="4928"/>
                    <a:pt x="13531" y="4935"/>
                    <a:pt x="13485" y="4947"/>
                  </a:cubicBezTo>
                  <a:lnTo>
                    <a:pt x="10744" y="6333"/>
                  </a:lnTo>
                  <a:lnTo>
                    <a:pt x="10744" y="6176"/>
                  </a:lnTo>
                  <a:cubicBezTo>
                    <a:pt x="10744" y="5577"/>
                    <a:pt x="10334" y="5104"/>
                    <a:pt x="9830" y="5010"/>
                  </a:cubicBezTo>
                  <a:cubicBezTo>
                    <a:pt x="10397" y="4474"/>
                    <a:pt x="10744" y="3750"/>
                    <a:pt x="10744" y="2868"/>
                  </a:cubicBezTo>
                  <a:cubicBezTo>
                    <a:pt x="10744" y="1261"/>
                    <a:pt x="9452" y="1"/>
                    <a:pt x="7814" y="1"/>
                  </a:cubicBezTo>
                  <a:cubicBezTo>
                    <a:pt x="6774" y="1"/>
                    <a:pt x="5861" y="536"/>
                    <a:pt x="5357" y="1418"/>
                  </a:cubicBezTo>
                  <a:cubicBezTo>
                    <a:pt x="4821" y="599"/>
                    <a:pt x="3939" y="1"/>
                    <a:pt x="286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50" name="Google Shape;11850;p138"/>
          <p:cNvGrpSpPr/>
          <p:nvPr/>
        </p:nvGrpSpPr>
        <p:grpSpPr>
          <a:xfrm>
            <a:off x="6207335" y="2119527"/>
            <a:ext cx="344622" cy="341941"/>
            <a:chOff x="-12663175" y="2506800"/>
            <a:chExt cx="356825" cy="354050"/>
          </a:xfrm>
        </p:grpSpPr>
        <p:sp>
          <p:nvSpPr>
            <p:cNvPr id="11851" name="Google Shape;11851;p138"/>
            <p:cNvSpPr/>
            <p:nvPr/>
          </p:nvSpPr>
          <p:spPr>
            <a:xfrm>
              <a:off x="-12663175" y="2506800"/>
              <a:ext cx="356825" cy="354050"/>
            </a:xfrm>
            <a:custGeom>
              <a:rect b="b" l="l" r="r" t="t"/>
              <a:pathLst>
                <a:path extrusionOk="0" h="14162" w="14273">
                  <a:moveTo>
                    <a:pt x="9074" y="969"/>
                  </a:moveTo>
                  <a:lnTo>
                    <a:pt x="9169" y="1095"/>
                  </a:lnTo>
                  <a:cubicBezTo>
                    <a:pt x="8980" y="1536"/>
                    <a:pt x="9011" y="2135"/>
                    <a:pt x="9421" y="2513"/>
                  </a:cubicBezTo>
                  <a:cubicBezTo>
                    <a:pt x="9658" y="2770"/>
                    <a:pt x="9969" y="2890"/>
                    <a:pt x="10284" y="2890"/>
                  </a:cubicBezTo>
                  <a:cubicBezTo>
                    <a:pt x="10472" y="2890"/>
                    <a:pt x="10662" y="2847"/>
                    <a:pt x="10838" y="2765"/>
                  </a:cubicBezTo>
                  <a:lnTo>
                    <a:pt x="11500" y="3427"/>
                  </a:lnTo>
                  <a:cubicBezTo>
                    <a:pt x="11280" y="3899"/>
                    <a:pt x="11343" y="4435"/>
                    <a:pt x="11752" y="4844"/>
                  </a:cubicBezTo>
                  <a:cubicBezTo>
                    <a:pt x="11988" y="5080"/>
                    <a:pt x="12297" y="5206"/>
                    <a:pt x="12603" y="5206"/>
                  </a:cubicBezTo>
                  <a:cubicBezTo>
                    <a:pt x="12788" y="5206"/>
                    <a:pt x="12972" y="5160"/>
                    <a:pt x="13138" y="5065"/>
                  </a:cubicBezTo>
                  <a:lnTo>
                    <a:pt x="13264" y="5191"/>
                  </a:lnTo>
                  <a:cubicBezTo>
                    <a:pt x="13107" y="5537"/>
                    <a:pt x="13107" y="5947"/>
                    <a:pt x="13264" y="6262"/>
                  </a:cubicBezTo>
                  <a:lnTo>
                    <a:pt x="12445" y="7081"/>
                  </a:lnTo>
                  <a:lnTo>
                    <a:pt x="12162" y="6798"/>
                  </a:lnTo>
                  <a:cubicBezTo>
                    <a:pt x="12083" y="6719"/>
                    <a:pt x="11981" y="6680"/>
                    <a:pt x="11874" y="6680"/>
                  </a:cubicBezTo>
                  <a:cubicBezTo>
                    <a:pt x="11768" y="6680"/>
                    <a:pt x="11658" y="6719"/>
                    <a:pt x="11563" y="6798"/>
                  </a:cubicBezTo>
                  <a:cubicBezTo>
                    <a:pt x="11406" y="6955"/>
                    <a:pt x="11406" y="7239"/>
                    <a:pt x="11563" y="7396"/>
                  </a:cubicBezTo>
                  <a:lnTo>
                    <a:pt x="11847" y="7680"/>
                  </a:lnTo>
                  <a:lnTo>
                    <a:pt x="6333" y="13193"/>
                  </a:lnTo>
                  <a:cubicBezTo>
                    <a:pt x="6160" y="13114"/>
                    <a:pt x="5971" y="13075"/>
                    <a:pt x="5786" y="13075"/>
                  </a:cubicBezTo>
                  <a:cubicBezTo>
                    <a:pt x="5601" y="13075"/>
                    <a:pt x="5420" y="13114"/>
                    <a:pt x="5262" y="13193"/>
                  </a:cubicBezTo>
                  <a:lnTo>
                    <a:pt x="5168" y="13067"/>
                  </a:lnTo>
                  <a:cubicBezTo>
                    <a:pt x="5357" y="12626"/>
                    <a:pt x="5325" y="12059"/>
                    <a:pt x="4916" y="11649"/>
                  </a:cubicBezTo>
                  <a:cubicBezTo>
                    <a:pt x="4680" y="11414"/>
                    <a:pt x="4371" y="11288"/>
                    <a:pt x="4057" y="11288"/>
                  </a:cubicBezTo>
                  <a:cubicBezTo>
                    <a:pt x="3867" y="11288"/>
                    <a:pt x="3676" y="11334"/>
                    <a:pt x="3498" y="11429"/>
                  </a:cubicBezTo>
                  <a:lnTo>
                    <a:pt x="2836" y="10736"/>
                  </a:lnTo>
                  <a:cubicBezTo>
                    <a:pt x="3088" y="10263"/>
                    <a:pt x="2994" y="9728"/>
                    <a:pt x="2616" y="9318"/>
                  </a:cubicBezTo>
                  <a:cubicBezTo>
                    <a:pt x="2360" y="9082"/>
                    <a:pt x="2056" y="8957"/>
                    <a:pt x="1748" y="8957"/>
                  </a:cubicBezTo>
                  <a:cubicBezTo>
                    <a:pt x="1563" y="8957"/>
                    <a:pt x="1376" y="9003"/>
                    <a:pt x="1198" y="9098"/>
                  </a:cubicBezTo>
                  <a:lnTo>
                    <a:pt x="1072" y="8971"/>
                  </a:lnTo>
                  <a:cubicBezTo>
                    <a:pt x="1229" y="8625"/>
                    <a:pt x="1229" y="8215"/>
                    <a:pt x="1072" y="7900"/>
                  </a:cubicBezTo>
                  <a:lnTo>
                    <a:pt x="6585" y="2387"/>
                  </a:lnTo>
                  <a:lnTo>
                    <a:pt x="6869" y="2671"/>
                  </a:lnTo>
                  <a:cubicBezTo>
                    <a:pt x="6948" y="2749"/>
                    <a:pt x="7050" y="2789"/>
                    <a:pt x="7152" y="2789"/>
                  </a:cubicBezTo>
                  <a:cubicBezTo>
                    <a:pt x="7255" y="2789"/>
                    <a:pt x="7357" y="2749"/>
                    <a:pt x="7436" y="2671"/>
                  </a:cubicBezTo>
                  <a:cubicBezTo>
                    <a:pt x="7593" y="2513"/>
                    <a:pt x="7593" y="2229"/>
                    <a:pt x="7436" y="2072"/>
                  </a:cubicBezTo>
                  <a:lnTo>
                    <a:pt x="7184" y="1820"/>
                  </a:lnTo>
                  <a:lnTo>
                    <a:pt x="8003" y="969"/>
                  </a:lnTo>
                  <a:cubicBezTo>
                    <a:pt x="8176" y="1048"/>
                    <a:pt x="8365" y="1087"/>
                    <a:pt x="8550" y="1087"/>
                  </a:cubicBezTo>
                  <a:cubicBezTo>
                    <a:pt x="8735" y="1087"/>
                    <a:pt x="8917" y="1048"/>
                    <a:pt x="9074" y="969"/>
                  </a:cubicBezTo>
                  <a:close/>
                  <a:moveTo>
                    <a:pt x="7893" y="0"/>
                  </a:moveTo>
                  <a:cubicBezTo>
                    <a:pt x="7782" y="0"/>
                    <a:pt x="7672" y="40"/>
                    <a:pt x="7593" y="119"/>
                  </a:cubicBezTo>
                  <a:lnTo>
                    <a:pt x="158" y="7554"/>
                  </a:lnTo>
                  <a:cubicBezTo>
                    <a:pt x="1" y="7711"/>
                    <a:pt x="1" y="7995"/>
                    <a:pt x="158" y="8152"/>
                  </a:cubicBezTo>
                  <a:cubicBezTo>
                    <a:pt x="316" y="8310"/>
                    <a:pt x="316" y="8593"/>
                    <a:pt x="158" y="8751"/>
                  </a:cubicBezTo>
                  <a:cubicBezTo>
                    <a:pt x="1" y="8908"/>
                    <a:pt x="1" y="9161"/>
                    <a:pt x="158" y="9318"/>
                  </a:cubicBezTo>
                  <a:lnTo>
                    <a:pt x="757" y="9917"/>
                  </a:lnTo>
                  <a:cubicBezTo>
                    <a:pt x="836" y="9995"/>
                    <a:pt x="938" y="10035"/>
                    <a:pt x="1040" y="10035"/>
                  </a:cubicBezTo>
                  <a:cubicBezTo>
                    <a:pt x="1143" y="10035"/>
                    <a:pt x="1245" y="9995"/>
                    <a:pt x="1324" y="9917"/>
                  </a:cubicBezTo>
                  <a:cubicBezTo>
                    <a:pt x="1418" y="9838"/>
                    <a:pt x="1529" y="9798"/>
                    <a:pt x="1635" y="9798"/>
                  </a:cubicBezTo>
                  <a:cubicBezTo>
                    <a:pt x="1741" y="9798"/>
                    <a:pt x="1844" y="9838"/>
                    <a:pt x="1923" y="9917"/>
                  </a:cubicBezTo>
                  <a:cubicBezTo>
                    <a:pt x="2080" y="10074"/>
                    <a:pt x="2080" y="10358"/>
                    <a:pt x="1923" y="10515"/>
                  </a:cubicBezTo>
                  <a:cubicBezTo>
                    <a:pt x="1765" y="10673"/>
                    <a:pt x="1765" y="10956"/>
                    <a:pt x="1923" y="11114"/>
                  </a:cubicBezTo>
                  <a:lnTo>
                    <a:pt x="3120" y="12279"/>
                  </a:lnTo>
                  <a:cubicBezTo>
                    <a:pt x="3199" y="12358"/>
                    <a:pt x="3301" y="12398"/>
                    <a:pt x="3403" y="12398"/>
                  </a:cubicBezTo>
                  <a:cubicBezTo>
                    <a:pt x="3506" y="12398"/>
                    <a:pt x="3608" y="12358"/>
                    <a:pt x="3687" y="12279"/>
                  </a:cubicBezTo>
                  <a:cubicBezTo>
                    <a:pt x="3781" y="12201"/>
                    <a:pt x="3892" y="12161"/>
                    <a:pt x="3998" y="12161"/>
                  </a:cubicBezTo>
                  <a:cubicBezTo>
                    <a:pt x="4104" y="12161"/>
                    <a:pt x="4207" y="12201"/>
                    <a:pt x="4285" y="12279"/>
                  </a:cubicBezTo>
                  <a:cubicBezTo>
                    <a:pt x="4443" y="12437"/>
                    <a:pt x="4443" y="12721"/>
                    <a:pt x="4285" y="12878"/>
                  </a:cubicBezTo>
                  <a:cubicBezTo>
                    <a:pt x="4128" y="13036"/>
                    <a:pt x="4128" y="13319"/>
                    <a:pt x="4285" y="13477"/>
                  </a:cubicBezTo>
                  <a:lnTo>
                    <a:pt x="4884" y="14044"/>
                  </a:lnTo>
                  <a:cubicBezTo>
                    <a:pt x="4963" y="14123"/>
                    <a:pt x="5073" y="14162"/>
                    <a:pt x="5183" y="14162"/>
                  </a:cubicBezTo>
                  <a:cubicBezTo>
                    <a:pt x="5294" y="14162"/>
                    <a:pt x="5404" y="14123"/>
                    <a:pt x="5483" y="14044"/>
                  </a:cubicBezTo>
                  <a:cubicBezTo>
                    <a:pt x="5561" y="13965"/>
                    <a:pt x="5664" y="13926"/>
                    <a:pt x="5766" y="13926"/>
                  </a:cubicBezTo>
                  <a:cubicBezTo>
                    <a:pt x="5869" y="13926"/>
                    <a:pt x="5971" y="13965"/>
                    <a:pt x="6050" y="14044"/>
                  </a:cubicBezTo>
                  <a:cubicBezTo>
                    <a:pt x="6144" y="14123"/>
                    <a:pt x="6254" y="14162"/>
                    <a:pt x="6361" y="14162"/>
                  </a:cubicBezTo>
                  <a:cubicBezTo>
                    <a:pt x="6467" y="14162"/>
                    <a:pt x="6570" y="14123"/>
                    <a:pt x="6648" y="14044"/>
                  </a:cubicBezTo>
                  <a:lnTo>
                    <a:pt x="14115" y="6609"/>
                  </a:lnTo>
                  <a:cubicBezTo>
                    <a:pt x="14272" y="6451"/>
                    <a:pt x="14272" y="6168"/>
                    <a:pt x="14115" y="6010"/>
                  </a:cubicBezTo>
                  <a:cubicBezTo>
                    <a:pt x="13926" y="5853"/>
                    <a:pt x="13926" y="5600"/>
                    <a:pt x="14115" y="5443"/>
                  </a:cubicBezTo>
                  <a:cubicBezTo>
                    <a:pt x="14241" y="5285"/>
                    <a:pt x="14241" y="5002"/>
                    <a:pt x="14115" y="4844"/>
                  </a:cubicBezTo>
                  <a:lnTo>
                    <a:pt x="13516" y="4246"/>
                  </a:lnTo>
                  <a:cubicBezTo>
                    <a:pt x="13438" y="4167"/>
                    <a:pt x="13327" y="4128"/>
                    <a:pt x="13217" y="4128"/>
                  </a:cubicBezTo>
                  <a:cubicBezTo>
                    <a:pt x="13107" y="4128"/>
                    <a:pt x="12997" y="4167"/>
                    <a:pt x="12918" y="4246"/>
                  </a:cubicBezTo>
                  <a:cubicBezTo>
                    <a:pt x="12839" y="4325"/>
                    <a:pt x="12729" y="4364"/>
                    <a:pt x="12618" y="4364"/>
                  </a:cubicBezTo>
                  <a:cubicBezTo>
                    <a:pt x="12508" y="4364"/>
                    <a:pt x="12398" y="4325"/>
                    <a:pt x="12319" y="4246"/>
                  </a:cubicBezTo>
                  <a:cubicBezTo>
                    <a:pt x="12162" y="4088"/>
                    <a:pt x="12162" y="3805"/>
                    <a:pt x="12319" y="3647"/>
                  </a:cubicBezTo>
                  <a:cubicBezTo>
                    <a:pt x="12477" y="3490"/>
                    <a:pt x="12477" y="3238"/>
                    <a:pt x="12319" y="3080"/>
                  </a:cubicBezTo>
                  <a:lnTo>
                    <a:pt x="11154" y="1883"/>
                  </a:lnTo>
                  <a:cubicBezTo>
                    <a:pt x="11075" y="1804"/>
                    <a:pt x="10964" y="1765"/>
                    <a:pt x="10854" y="1765"/>
                  </a:cubicBezTo>
                  <a:cubicBezTo>
                    <a:pt x="10744" y="1765"/>
                    <a:pt x="10634" y="1804"/>
                    <a:pt x="10555" y="1883"/>
                  </a:cubicBezTo>
                  <a:cubicBezTo>
                    <a:pt x="10476" y="1962"/>
                    <a:pt x="10366" y="2001"/>
                    <a:pt x="10256" y="2001"/>
                  </a:cubicBezTo>
                  <a:cubicBezTo>
                    <a:pt x="10145" y="2001"/>
                    <a:pt x="10035" y="1962"/>
                    <a:pt x="9956" y="1883"/>
                  </a:cubicBezTo>
                  <a:cubicBezTo>
                    <a:pt x="9799" y="1725"/>
                    <a:pt x="9799" y="1442"/>
                    <a:pt x="9956" y="1284"/>
                  </a:cubicBezTo>
                  <a:cubicBezTo>
                    <a:pt x="10114" y="1127"/>
                    <a:pt x="10114" y="875"/>
                    <a:pt x="9956" y="717"/>
                  </a:cubicBezTo>
                  <a:lnTo>
                    <a:pt x="9389" y="119"/>
                  </a:lnTo>
                  <a:cubicBezTo>
                    <a:pt x="9295" y="40"/>
                    <a:pt x="9184" y="0"/>
                    <a:pt x="9078" y="0"/>
                  </a:cubicBezTo>
                  <a:cubicBezTo>
                    <a:pt x="8972" y="0"/>
                    <a:pt x="8869" y="40"/>
                    <a:pt x="8791" y="119"/>
                  </a:cubicBezTo>
                  <a:cubicBezTo>
                    <a:pt x="8712" y="197"/>
                    <a:pt x="8602" y="237"/>
                    <a:pt x="8491" y="237"/>
                  </a:cubicBezTo>
                  <a:cubicBezTo>
                    <a:pt x="8381" y="237"/>
                    <a:pt x="8271" y="197"/>
                    <a:pt x="8192" y="119"/>
                  </a:cubicBezTo>
                  <a:cubicBezTo>
                    <a:pt x="8113" y="40"/>
                    <a:pt x="8003" y="0"/>
                    <a:pt x="789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2" name="Google Shape;11852;p138"/>
            <p:cNvSpPr/>
            <p:nvPr/>
          </p:nvSpPr>
          <p:spPr>
            <a:xfrm>
              <a:off x="-12466275" y="2586350"/>
              <a:ext cx="37850" cy="35850"/>
            </a:xfrm>
            <a:custGeom>
              <a:rect b="b" l="l" r="r" t="t"/>
              <a:pathLst>
                <a:path extrusionOk="0" h="1434" w="1514">
                  <a:moveTo>
                    <a:pt x="458" y="0"/>
                  </a:moveTo>
                  <a:cubicBezTo>
                    <a:pt x="348" y="0"/>
                    <a:pt x="237" y="40"/>
                    <a:pt x="159" y="119"/>
                  </a:cubicBezTo>
                  <a:cubicBezTo>
                    <a:pt x="1" y="276"/>
                    <a:pt x="1" y="560"/>
                    <a:pt x="159" y="717"/>
                  </a:cubicBezTo>
                  <a:lnTo>
                    <a:pt x="757" y="1316"/>
                  </a:lnTo>
                  <a:cubicBezTo>
                    <a:pt x="836" y="1395"/>
                    <a:pt x="938" y="1434"/>
                    <a:pt x="1041" y="1434"/>
                  </a:cubicBezTo>
                  <a:cubicBezTo>
                    <a:pt x="1143" y="1434"/>
                    <a:pt x="1245" y="1395"/>
                    <a:pt x="1324" y="1316"/>
                  </a:cubicBezTo>
                  <a:cubicBezTo>
                    <a:pt x="1513" y="1158"/>
                    <a:pt x="1513" y="875"/>
                    <a:pt x="1324" y="717"/>
                  </a:cubicBezTo>
                  <a:lnTo>
                    <a:pt x="757" y="119"/>
                  </a:lnTo>
                  <a:cubicBezTo>
                    <a:pt x="678" y="40"/>
                    <a:pt x="568" y="0"/>
                    <a:pt x="45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3" name="Google Shape;11853;p138"/>
            <p:cNvSpPr/>
            <p:nvPr/>
          </p:nvSpPr>
          <p:spPr>
            <a:xfrm>
              <a:off x="-12422950" y="2630450"/>
              <a:ext cx="37825" cy="35875"/>
            </a:xfrm>
            <a:custGeom>
              <a:rect b="b" l="l" r="r" t="t"/>
              <a:pathLst>
                <a:path extrusionOk="0" h="1435" w="1513">
                  <a:moveTo>
                    <a:pt x="458" y="1"/>
                  </a:moveTo>
                  <a:cubicBezTo>
                    <a:pt x="347" y="1"/>
                    <a:pt x="237" y="40"/>
                    <a:pt x="158" y="119"/>
                  </a:cubicBezTo>
                  <a:cubicBezTo>
                    <a:pt x="1" y="276"/>
                    <a:pt x="1" y="560"/>
                    <a:pt x="158" y="717"/>
                  </a:cubicBezTo>
                  <a:lnTo>
                    <a:pt x="757" y="1316"/>
                  </a:lnTo>
                  <a:cubicBezTo>
                    <a:pt x="836" y="1395"/>
                    <a:pt x="938" y="1434"/>
                    <a:pt x="1044" y="1434"/>
                  </a:cubicBezTo>
                  <a:cubicBezTo>
                    <a:pt x="1151" y="1434"/>
                    <a:pt x="1261" y="1395"/>
                    <a:pt x="1355" y="1316"/>
                  </a:cubicBezTo>
                  <a:cubicBezTo>
                    <a:pt x="1513" y="1159"/>
                    <a:pt x="1513" y="875"/>
                    <a:pt x="1355" y="717"/>
                  </a:cubicBezTo>
                  <a:lnTo>
                    <a:pt x="757" y="119"/>
                  </a:lnTo>
                  <a:cubicBezTo>
                    <a:pt x="678" y="40"/>
                    <a:pt x="568" y="1"/>
                    <a:pt x="45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4" name="Google Shape;11854;p138"/>
            <p:cNvSpPr/>
            <p:nvPr/>
          </p:nvSpPr>
          <p:spPr>
            <a:xfrm>
              <a:off x="-12591500" y="2644250"/>
              <a:ext cx="192200" cy="142975"/>
            </a:xfrm>
            <a:custGeom>
              <a:rect b="b" l="l" r="r" t="t"/>
              <a:pathLst>
                <a:path extrusionOk="0" h="5719" w="7688">
                  <a:moveTo>
                    <a:pt x="1371" y="1780"/>
                  </a:moveTo>
                  <a:cubicBezTo>
                    <a:pt x="1481" y="1780"/>
                    <a:pt x="1592" y="1819"/>
                    <a:pt x="1670" y="1898"/>
                  </a:cubicBezTo>
                  <a:cubicBezTo>
                    <a:pt x="1828" y="2056"/>
                    <a:pt x="1828" y="2339"/>
                    <a:pt x="1670" y="2497"/>
                  </a:cubicBezTo>
                  <a:cubicBezTo>
                    <a:pt x="1592" y="2576"/>
                    <a:pt x="1481" y="2615"/>
                    <a:pt x="1371" y="2615"/>
                  </a:cubicBezTo>
                  <a:cubicBezTo>
                    <a:pt x="1261" y="2615"/>
                    <a:pt x="1151" y="2576"/>
                    <a:pt x="1072" y="2497"/>
                  </a:cubicBezTo>
                  <a:cubicBezTo>
                    <a:pt x="914" y="2339"/>
                    <a:pt x="914" y="2056"/>
                    <a:pt x="1072" y="1898"/>
                  </a:cubicBezTo>
                  <a:cubicBezTo>
                    <a:pt x="1151" y="1819"/>
                    <a:pt x="1261" y="1780"/>
                    <a:pt x="1371" y="1780"/>
                  </a:cubicBezTo>
                  <a:close/>
                  <a:moveTo>
                    <a:pt x="4317" y="985"/>
                  </a:moveTo>
                  <a:lnTo>
                    <a:pt x="6522" y="2308"/>
                  </a:lnTo>
                  <a:lnTo>
                    <a:pt x="5955" y="2843"/>
                  </a:lnTo>
                  <a:lnTo>
                    <a:pt x="3750" y="1552"/>
                  </a:lnTo>
                  <a:lnTo>
                    <a:pt x="4317" y="985"/>
                  </a:lnTo>
                  <a:close/>
                  <a:moveTo>
                    <a:pt x="3687" y="4111"/>
                  </a:moveTo>
                  <a:cubicBezTo>
                    <a:pt x="3789" y="4111"/>
                    <a:pt x="3892" y="4151"/>
                    <a:pt x="3970" y="4230"/>
                  </a:cubicBezTo>
                  <a:cubicBezTo>
                    <a:pt x="4159" y="4387"/>
                    <a:pt x="4159" y="4671"/>
                    <a:pt x="3970" y="4828"/>
                  </a:cubicBezTo>
                  <a:cubicBezTo>
                    <a:pt x="3892" y="4907"/>
                    <a:pt x="3789" y="4946"/>
                    <a:pt x="3687" y="4946"/>
                  </a:cubicBezTo>
                  <a:cubicBezTo>
                    <a:pt x="3584" y="4946"/>
                    <a:pt x="3482" y="4907"/>
                    <a:pt x="3403" y="4828"/>
                  </a:cubicBezTo>
                  <a:cubicBezTo>
                    <a:pt x="3246" y="4671"/>
                    <a:pt x="3246" y="4387"/>
                    <a:pt x="3403" y="4230"/>
                  </a:cubicBezTo>
                  <a:cubicBezTo>
                    <a:pt x="3482" y="4151"/>
                    <a:pt x="3584" y="4111"/>
                    <a:pt x="3687" y="4111"/>
                  </a:cubicBezTo>
                  <a:close/>
                  <a:moveTo>
                    <a:pt x="4302" y="0"/>
                  </a:moveTo>
                  <a:cubicBezTo>
                    <a:pt x="4187" y="0"/>
                    <a:pt x="4067" y="37"/>
                    <a:pt x="3970" y="134"/>
                  </a:cubicBezTo>
                  <a:lnTo>
                    <a:pt x="2490" y="1615"/>
                  </a:lnTo>
                  <a:lnTo>
                    <a:pt x="2269" y="1268"/>
                  </a:lnTo>
                  <a:cubicBezTo>
                    <a:pt x="2033" y="1032"/>
                    <a:pt x="1718" y="914"/>
                    <a:pt x="1395" y="914"/>
                  </a:cubicBezTo>
                  <a:cubicBezTo>
                    <a:pt x="1072" y="914"/>
                    <a:pt x="741" y="1032"/>
                    <a:pt x="473" y="1268"/>
                  </a:cubicBezTo>
                  <a:cubicBezTo>
                    <a:pt x="1" y="1741"/>
                    <a:pt x="1" y="2528"/>
                    <a:pt x="473" y="3032"/>
                  </a:cubicBezTo>
                  <a:cubicBezTo>
                    <a:pt x="710" y="3269"/>
                    <a:pt x="1025" y="3387"/>
                    <a:pt x="1348" y="3387"/>
                  </a:cubicBezTo>
                  <a:cubicBezTo>
                    <a:pt x="1670" y="3387"/>
                    <a:pt x="2001" y="3269"/>
                    <a:pt x="2269" y="3032"/>
                  </a:cubicBezTo>
                  <a:lnTo>
                    <a:pt x="3214" y="2087"/>
                  </a:lnTo>
                  <a:lnTo>
                    <a:pt x="5420" y="3410"/>
                  </a:lnTo>
                  <a:lnTo>
                    <a:pt x="4852" y="3946"/>
                  </a:lnTo>
                  <a:lnTo>
                    <a:pt x="4632" y="3600"/>
                  </a:lnTo>
                  <a:cubicBezTo>
                    <a:pt x="4396" y="3363"/>
                    <a:pt x="4081" y="3245"/>
                    <a:pt x="3758" y="3245"/>
                  </a:cubicBezTo>
                  <a:cubicBezTo>
                    <a:pt x="3435" y="3245"/>
                    <a:pt x="3104" y="3363"/>
                    <a:pt x="2836" y="3600"/>
                  </a:cubicBezTo>
                  <a:cubicBezTo>
                    <a:pt x="2364" y="4072"/>
                    <a:pt x="2364" y="4860"/>
                    <a:pt x="2836" y="5364"/>
                  </a:cubicBezTo>
                  <a:cubicBezTo>
                    <a:pt x="3072" y="5600"/>
                    <a:pt x="3387" y="5718"/>
                    <a:pt x="3710" y="5718"/>
                  </a:cubicBezTo>
                  <a:cubicBezTo>
                    <a:pt x="4033" y="5718"/>
                    <a:pt x="4364" y="5600"/>
                    <a:pt x="4632" y="5364"/>
                  </a:cubicBezTo>
                  <a:lnTo>
                    <a:pt x="7530" y="2465"/>
                  </a:lnTo>
                  <a:cubicBezTo>
                    <a:pt x="7688" y="2308"/>
                    <a:pt x="7656" y="1993"/>
                    <a:pt x="7404" y="1835"/>
                  </a:cubicBezTo>
                  <a:lnTo>
                    <a:pt x="4506" y="39"/>
                  </a:lnTo>
                  <a:cubicBezTo>
                    <a:pt x="4445" y="15"/>
                    <a:pt x="4374" y="0"/>
                    <a:pt x="430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55" name="Google Shape;11855;p138"/>
          <p:cNvGrpSpPr/>
          <p:nvPr/>
        </p:nvGrpSpPr>
        <p:grpSpPr>
          <a:xfrm>
            <a:off x="8022468" y="1303307"/>
            <a:ext cx="340807" cy="341579"/>
            <a:chOff x="-10896525" y="1663050"/>
            <a:chExt cx="352875" cy="353675"/>
          </a:xfrm>
        </p:grpSpPr>
        <p:sp>
          <p:nvSpPr>
            <p:cNvPr id="11856" name="Google Shape;11856;p138"/>
            <p:cNvSpPr/>
            <p:nvPr/>
          </p:nvSpPr>
          <p:spPr>
            <a:xfrm>
              <a:off x="-10896525" y="1663050"/>
              <a:ext cx="166200" cy="311925"/>
            </a:xfrm>
            <a:custGeom>
              <a:rect b="b" l="l" r="r" t="t"/>
              <a:pathLst>
                <a:path extrusionOk="0" h="12477" w="6648">
                  <a:moveTo>
                    <a:pt x="3308" y="820"/>
                  </a:moveTo>
                  <a:cubicBezTo>
                    <a:pt x="3781" y="820"/>
                    <a:pt x="4285" y="1230"/>
                    <a:pt x="4663" y="1923"/>
                  </a:cubicBezTo>
                  <a:lnTo>
                    <a:pt x="3308" y="2931"/>
                  </a:lnTo>
                  <a:lnTo>
                    <a:pt x="1922" y="1923"/>
                  </a:lnTo>
                  <a:cubicBezTo>
                    <a:pt x="2300" y="1230"/>
                    <a:pt x="2804" y="820"/>
                    <a:pt x="3308" y="820"/>
                  </a:cubicBezTo>
                  <a:close/>
                  <a:moveTo>
                    <a:pt x="1513" y="2679"/>
                  </a:moveTo>
                  <a:lnTo>
                    <a:pt x="2584" y="3466"/>
                  </a:lnTo>
                  <a:lnTo>
                    <a:pt x="977" y="4695"/>
                  </a:lnTo>
                  <a:cubicBezTo>
                    <a:pt x="1072" y="3939"/>
                    <a:pt x="1292" y="3277"/>
                    <a:pt x="1513" y="2679"/>
                  </a:cubicBezTo>
                  <a:close/>
                  <a:moveTo>
                    <a:pt x="5010" y="2679"/>
                  </a:moveTo>
                  <a:cubicBezTo>
                    <a:pt x="5262" y="3277"/>
                    <a:pt x="5451" y="3939"/>
                    <a:pt x="5577" y="4695"/>
                  </a:cubicBezTo>
                  <a:lnTo>
                    <a:pt x="3970" y="3466"/>
                  </a:lnTo>
                  <a:lnTo>
                    <a:pt x="5010" y="2679"/>
                  </a:lnTo>
                  <a:close/>
                  <a:moveTo>
                    <a:pt x="3308" y="4002"/>
                  </a:moveTo>
                  <a:lnTo>
                    <a:pt x="5734" y="5829"/>
                  </a:lnTo>
                  <a:lnTo>
                    <a:pt x="5734" y="5861"/>
                  </a:lnTo>
                  <a:cubicBezTo>
                    <a:pt x="5608" y="6302"/>
                    <a:pt x="5230" y="6617"/>
                    <a:pt x="4758" y="6617"/>
                  </a:cubicBezTo>
                  <a:lnTo>
                    <a:pt x="1891" y="6617"/>
                  </a:lnTo>
                  <a:cubicBezTo>
                    <a:pt x="1355" y="6617"/>
                    <a:pt x="977" y="6302"/>
                    <a:pt x="851" y="5829"/>
                  </a:cubicBezTo>
                  <a:lnTo>
                    <a:pt x="3308" y="4002"/>
                  </a:lnTo>
                  <a:close/>
                  <a:moveTo>
                    <a:pt x="756" y="7121"/>
                  </a:moveTo>
                  <a:lnTo>
                    <a:pt x="756" y="7121"/>
                  </a:lnTo>
                  <a:cubicBezTo>
                    <a:pt x="1072" y="7310"/>
                    <a:pt x="1450" y="7436"/>
                    <a:pt x="1796" y="7436"/>
                  </a:cubicBezTo>
                  <a:lnTo>
                    <a:pt x="4663" y="7436"/>
                  </a:lnTo>
                  <a:cubicBezTo>
                    <a:pt x="5073" y="7436"/>
                    <a:pt x="5419" y="7310"/>
                    <a:pt x="5703" y="7121"/>
                  </a:cubicBezTo>
                  <a:lnTo>
                    <a:pt x="5703" y="7121"/>
                  </a:lnTo>
                  <a:cubicBezTo>
                    <a:pt x="5734" y="8507"/>
                    <a:pt x="5545" y="9830"/>
                    <a:pt x="5136" y="10902"/>
                  </a:cubicBezTo>
                  <a:cubicBezTo>
                    <a:pt x="4978" y="11374"/>
                    <a:pt x="4537" y="11626"/>
                    <a:pt x="3970" y="11626"/>
                  </a:cubicBezTo>
                  <a:lnTo>
                    <a:pt x="2395" y="11626"/>
                  </a:lnTo>
                  <a:cubicBezTo>
                    <a:pt x="1954" y="11626"/>
                    <a:pt x="1544" y="11343"/>
                    <a:pt x="1387" y="10902"/>
                  </a:cubicBezTo>
                  <a:cubicBezTo>
                    <a:pt x="1009" y="9830"/>
                    <a:pt x="820" y="8507"/>
                    <a:pt x="756" y="7121"/>
                  </a:cubicBezTo>
                  <a:close/>
                  <a:moveTo>
                    <a:pt x="3308" y="1"/>
                  </a:moveTo>
                  <a:cubicBezTo>
                    <a:pt x="2269" y="1"/>
                    <a:pt x="1450" y="946"/>
                    <a:pt x="1009" y="1891"/>
                  </a:cubicBezTo>
                  <a:cubicBezTo>
                    <a:pt x="252" y="3372"/>
                    <a:pt x="0" y="5262"/>
                    <a:pt x="0" y="6932"/>
                  </a:cubicBezTo>
                  <a:cubicBezTo>
                    <a:pt x="0" y="8507"/>
                    <a:pt x="221" y="9988"/>
                    <a:pt x="662" y="11217"/>
                  </a:cubicBezTo>
                  <a:cubicBezTo>
                    <a:pt x="946" y="11973"/>
                    <a:pt x="1639" y="12477"/>
                    <a:pt x="2426" y="12477"/>
                  </a:cubicBezTo>
                  <a:lnTo>
                    <a:pt x="4002" y="12477"/>
                  </a:lnTo>
                  <a:cubicBezTo>
                    <a:pt x="4947" y="12477"/>
                    <a:pt x="5703" y="12004"/>
                    <a:pt x="5986" y="11217"/>
                  </a:cubicBezTo>
                  <a:cubicBezTo>
                    <a:pt x="6396" y="10051"/>
                    <a:pt x="6648" y="8507"/>
                    <a:pt x="6648" y="6932"/>
                  </a:cubicBezTo>
                  <a:cubicBezTo>
                    <a:pt x="6585" y="3183"/>
                    <a:pt x="5230" y="1"/>
                    <a:pt x="33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7" name="Google Shape;11857;p138"/>
            <p:cNvSpPr/>
            <p:nvPr/>
          </p:nvSpPr>
          <p:spPr>
            <a:xfrm>
              <a:off x="-10709850" y="1704025"/>
              <a:ext cx="166200" cy="312700"/>
            </a:xfrm>
            <a:custGeom>
              <a:rect b="b" l="l" r="r" t="t"/>
              <a:pathLst>
                <a:path extrusionOk="0" h="12508" w="6648">
                  <a:moveTo>
                    <a:pt x="3308" y="851"/>
                  </a:moveTo>
                  <a:cubicBezTo>
                    <a:pt x="3781" y="851"/>
                    <a:pt x="4285" y="1229"/>
                    <a:pt x="4694" y="1954"/>
                  </a:cubicBezTo>
                  <a:lnTo>
                    <a:pt x="3308" y="2962"/>
                  </a:lnTo>
                  <a:lnTo>
                    <a:pt x="1922" y="1954"/>
                  </a:lnTo>
                  <a:cubicBezTo>
                    <a:pt x="2363" y="1229"/>
                    <a:pt x="2835" y="851"/>
                    <a:pt x="3308" y="851"/>
                  </a:cubicBezTo>
                  <a:close/>
                  <a:moveTo>
                    <a:pt x="1575" y="2678"/>
                  </a:moveTo>
                  <a:lnTo>
                    <a:pt x="2646" y="3466"/>
                  </a:lnTo>
                  <a:lnTo>
                    <a:pt x="1040" y="4694"/>
                  </a:lnTo>
                  <a:cubicBezTo>
                    <a:pt x="1134" y="3938"/>
                    <a:pt x="1355" y="3277"/>
                    <a:pt x="1575" y="2678"/>
                  </a:cubicBezTo>
                  <a:close/>
                  <a:moveTo>
                    <a:pt x="5072" y="2678"/>
                  </a:moveTo>
                  <a:cubicBezTo>
                    <a:pt x="5324" y="3277"/>
                    <a:pt x="5513" y="3938"/>
                    <a:pt x="5639" y="4694"/>
                  </a:cubicBezTo>
                  <a:lnTo>
                    <a:pt x="4001" y="3466"/>
                  </a:lnTo>
                  <a:lnTo>
                    <a:pt x="5072" y="2678"/>
                  </a:lnTo>
                  <a:close/>
                  <a:moveTo>
                    <a:pt x="3308" y="4033"/>
                  </a:moveTo>
                  <a:lnTo>
                    <a:pt x="5765" y="5829"/>
                  </a:lnTo>
                  <a:lnTo>
                    <a:pt x="5765" y="5892"/>
                  </a:lnTo>
                  <a:cubicBezTo>
                    <a:pt x="5639" y="6301"/>
                    <a:pt x="5230" y="6616"/>
                    <a:pt x="4757" y="6616"/>
                  </a:cubicBezTo>
                  <a:lnTo>
                    <a:pt x="1859" y="6616"/>
                  </a:lnTo>
                  <a:cubicBezTo>
                    <a:pt x="1418" y="6616"/>
                    <a:pt x="977" y="6301"/>
                    <a:pt x="851" y="5829"/>
                  </a:cubicBezTo>
                  <a:lnTo>
                    <a:pt x="3308" y="4033"/>
                  </a:lnTo>
                  <a:close/>
                  <a:moveTo>
                    <a:pt x="819" y="7152"/>
                  </a:moveTo>
                  <a:lnTo>
                    <a:pt x="819" y="7152"/>
                  </a:lnTo>
                  <a:cubicBezTo>
                    <a:pt x="1134" y="7341"/>
                    <a:pt x="1512" y="7467"/>
                    <a:pt x="1859" y="7467"/>
                  </a:cubicBezTo>
                  <a:lnTo>
                    <a:pt x="4757" y="7467"/>
                  </a:lnTo>
                  <a:cubicBezTo>
                    <a:pt x="5167" y="7467"/>
                    <a:pt x="5513" y="7341"/>
                    <a:pt x="5797" y="7152"/>
                  </a:cubicBezTo>
                  <a:lnTo>
                    <a:pt x="5797" y="7152"/>
                  </a:lnTo>
                  <a:cubicBezTo>
                    <a:pt x="5797" y="8507"/>
                    <a:pt x="5545" y="9861"/>
                    <a:pt x="5198" y="10932"/>
                  </a:cubicBezTo>
                  <a:cubicBezTo>
                    <a:pt x="5041" y="11405"/>
                    <a:pt x="4600" y="11625"/>
                    <a:pt x="4001" y="11625"/>
                  </a:cubicBezTo>
                  <a:lnTo>
                    <a:pt x="2426" y="11625"/>
                  </a:lnTo>
                  <a:cubicBezTo>
                    <a:pt x="2016" y="11625"/>
                    <a:pt x="1607" y="11342"/>
                    <a:pt x="1449" y="10932"/>
                  </a:cubicBezTo>
                  <a:cubicBezTo>
                    <a:pt x="1071" y="9861"/>
                    <a:pt x="851" y="8507"/>
                    <a:pt x="819" y="7152"/>
                  </a:cubicBezTo>
                  <a:close/>
                  <a:moveTo>
                    <a:pt x="3308" y="0"/>
                  </a:moveTo>
                  <a:cubicBezTo>
                    <a:pt x="2174" y="0"/>
                    <a:pt x="1355" y="1103"/>
                    <a:pt x="851" y="2174"/>
                  </a:cubicBezTo>
                  <a:cubicBezTo>
                    <a:pt x="315" y="3466"/>
                    <a:pt x="0" y="5167"/>
                    <a:pt x="0" y="6931"/>
                  </a:cubicBezTo>
                  <a:cubicBezTo>
                    <a:pt x="0" y="8507"/>
                    <a:pt x="221" y="10019"/>
                    <a:pt x="662" y="11247"/>
                  </a:cubicBezTo>
                  <a:cubicBezTo>
                    <a:pt x="945" y="11972"/>
                    <a:pt x="1638" y="12508"/>
                    <a:pt x="2426" y="12508"/>
                  </a:cubicBezTo>
                  <a:lnTo>
                    <a:pt x="4001" y="12508"/>
                  </a:lnTo>
                  <a:cubicBezTo>
                    <a:pt x="4978" y="12508"/>
                    <a:pt x="5702" y="12035"/>
                    <a:pt x="5986" y="11247"/>
                  </a:cubicBezTo>
                  <a:cubicBezTo>
                    <a:pt x="6427" y="10050"/>
                    <a:pt x="6648" y="8507"/>
                    <a:pt x="6648" y="6931"/>
                  </a:cubicBezTo>
                  <a:cubicBezTo>
                    <a:pt x="6616" y="3214"/>
                    <a:pt x="5293" y="0"/>
                    <a:pt x="330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858" name="Google Shape;11858;p138"/>
          <p:cNvSpPr/>
          <p:nvPr/>
        </p:nvSpPr>
        <p:spPr>
          <a:xfrm>
            <a:off x="8061643" y="1711059"/>
            <a:ext cx="262456" cy="341724"/>
          </a:xfrm>
          <a:custGeom>
            <a:rect b="b" l="l" r="r" t="t"/>
            <a:pathLst>
              <a:path extrusionOk="0" h="14153" w="10870">
                <a:moveTo>
                  <a:pt x="8286" y="1702"/>
                </a:moveTo>
                <a:lnTo>
                  <a:pt x="8286" y="4222"/>
                </a:lnTo>
                <a:lnTo>
                  <a:pt x="2521" y="4222"/>
                </a:lnTo>
                <a:lnTo>
                  <a:pt x="2521" y="1702"/>
                </a:lnTo>
                <a:close/>
                <a:moveTo>
                  <a:pt x="8286" y="5041"/>
                </a:moveTo>
                <a:lnTo>
                  <a:pt x="8286" y="6680"/>
                </a:lnTo>
                <a:lnTo>
                  <a:pt x="2521" y="6680"/>
                </a:lnTo>
                <a:lnTo>
                  <a:pt x="2521" y="5041"/>
                </a:lnTo>
                <a:close/>
                <a:moveTo>
                  <a:pt x="1733" y="5262"/>
                </a:moveTo>
                <a:lnTo>
                  <a:pt x="1733" y="6680"/>
                </a:lnTo>
                <a:lnTo>
                  <a:pt x="1292" y="6680"/>
                </a:lnTo>
                <a:cubicBezTo>
                  <a:pt x="1134" y="6680"/>
                  <a:pt x="1008" y="6711"/>
                  <a:pt x="914" y="6774"/>
                </a:cubicBezTo>
                <a:lnTo>
                  <a:pt x="914" y="5703"/>
                </a:lnTo>
                <a:lnTo>
                  <a:pt x="1733" y="5262"/>
                </a:lnTo>
                <a:close/>
                <a:moveTo>
                  <a:pt x="9137" y="5262"/>
                </a:moveTo>
                <a:lnTo>
                  <a:pt x="9956" y="5703"/>
                </a:lnTo>
                <a:lnTo>
                  <a:pt x="9956" y="6774"/>
                </a:lnTo>
                <a:cubicBezTo>
                  <a:pt x="9830" y="6743"/>
                  <a:pt x="9672" y="6680"/>
                  <a:pt x="9515" y="6680"/>
                </a:cubicBezTo>
                <a:lnTo>
                  <a:pt x="9137" y="6680"/>
                </a:lnTo>
                <a:lnTo>
                  <a:pt x="9137" y="5262"/>
                </a:lnTo>
                <a:close/>
                <a:moveTo>
                  <a:pt x="9578" y="7467"/>
                </a:moveTo>
                <a:cubicBezTo>
                  <a:pt x="9798" y="7467"/>
                  <a:pt x="9987" y="7688"/>
                  <a:pt x="9987" y="7908"/>
                </a:cubicBezTo>
                <a:cubicBezTo>
                  <a:pt x="9956" y="8160"/>
                  <a:pt x="9798" y="8349"/>
                  <a:pt x="9578" y="8349"/>
                </a:cubicBezTo>
                <a:lnTo>
                  <a:pt x="1292" y="8349"/>
                </a:lnTo>
                <a:cubicBezTo>
                  <a:pt x="1071" y="8349"/>
                  <a:pt x="914" y="8160"/>
                  <a:pt x="914" y="7908"/>
                </a:cubicBezTo>
                <a:cubicBezTo>
                  <a:pt x="914" y="7688"/>
                  <a:pt x="1103" y="7467"/>
                  <a:pt x="1292" y="7467"/>
                </a:cubicBezTo>
                <a:close/>
                <a:moveTo>
                  <a:pt x="7467" y="9169"/>
                </a:moveTo>
                <a:lnTo>
                  <a:pt x="5419" y="10712"/>
                </a:lnTo>
                <a:lnTo>
                  <a:pt x="3340" y="9169"/>
                </a:lnTo>
                <a:close/>
                <a:moveTo>
                  <a:pt x="2048" y="1"/>
                </a:moveTo>
                <a:cubicBezTo>
                  <a:pt x="1796" y="1"/>
                  <a:pt x="1638" y="190"/>
                  <a:pt x="1638" y="442"/>
                </a:cubicBezTo>
                <a:lnTo>
                  <a:pt x="1638" y="4380"/>
                </a:lnTo>
                <a:lnTo>
                  <a:pt x="221" y="5073"/>
                </a:lnTo>
                <a:cubicBezTo>
                  <a:pt x="63" y="5167"/>
                  <a:pt x="0" y="5325"/>
                  <a:pt x="0" y="5419"/>
                </a:cubicBezTo>
                <a:lnTo>
                  <a:pt x="0" y="7908"/>
                </a:lnTo>
                <a:cubicBezTo>
                  <a:pt x="0" y="8570"/>
                  <a:pt x="536" y="9137"/>
                  <a:pt x="1260" y="9137"/>
                </a:cubicBezTo>
                <a:lnTo>
                  <a:pt x="1953" y="9137"/>
                </a:lnTo>
                <a:lnTo>
                  <a:pt x="4726" y="11216"/>
                </a:lnTo>
                <a:lnTo>
                  <a:pt x="1859" y="13390"/>
                </a:lnTo>
                <a:cubicBezTo>
                  <a:pt x="1638" y="13516"/>
                  <a:pt x="1607" y="13768"/>
                  <a:pt x="1764" y="13989"/>
                </a:cubicBezTo>
                <a:cubicBezTo>
                  <a:pt x="1836" y="14096"/>
                  <a:pt x="1958" y="14153"/>
                  <a:pt x="2085" y="14153"/>
                </a:cubicBezTo>
                <a:cubicBezTo>
                  <a:pt x="2182" y="14153"/>
                  <a:pt x="2281" y="14120"/>
                  <a:pt x="2363" y="14052"/>
                </a:cubicBezTo>
                <a:lnTo>
                  <a:pt x="5419" y="11783"/>
                </a:lnTo>
                <a:lnTo>
                  <a:pt x="8506" y="14052"/>
                </a:lnTo>
                <a:cubicBezTo>
                  <a:pt x="8591" y="14108"/>
                  <a:pt x="8689" y="14140"/>
                  <a:pt x="8785" y="14140"/>
                </a:cubicBezTo>
                <a:cubicBezTo>
                  <a:pt x="8903" y="14140"/>
                  <a:pt x="9018" y="14093"/>
                  <a:pt x="9105" y="13989"/>
                </a:cubicBezTo>
                <a:cubicBezTo>
                  <a:pt x="9200" y="13768"/>
                  <a:pt x="9200" y="13548"/>
                  <a:pt x="9011" y="13390"/>
                </a:cubicBezTo>
                <a:lnTo>
                  <a:pt x="6144" y="11216"/>
                </a:lnTo>
                <a:lnTo>
                  <a:pt x="8885" y="9137"/>
                </a:lnTo>
                <a:lnTo>
                  <a:pt x="9609" y="9137"/>
                </a:lnTo>
                <a:cubicBezTo>
                  <a:pt x="10271" y="9137"/>
                  <a:pt x="10869" y="8570"/>
                  <a:pt x="10869" y="7908"/>
                </a:cubicBezTo>
                <a:lnTo>
                  <a:pt x="10869" y="5419"/>
                </a:lnTo>
                <a:cubicBezTo>
                  <a:pt x="10869" y="5262"/>
                  <a:pt x="10775" y="5104"/>
                  <a:pt x="10617" y="5073"/>
                </a:cubicBezTo>
                <a:lnTo>
                  <a:pt x="9200" y="4380"/>
                </a:lnTo>
                <a:lnTo>
                  <a:pt x="9200" y="442"/>
                </a:lnTo>
                <a:lnTo>
                  <a:pt x="9137" y="442"/>
                </a:lnTo>
                <a:cubicBezTo>
                  <a:pt x="9137" y="190"/>
                  <a:pt x="8916" y="1"/>
                  <a:pt x="8695" y="1"/>
                </a:cubicBezTo>
                <a:cubicBezTo>
                  <a:pt x="8475" y="1"/>
                  <a:pt x="8254" y="190"/>
                  <a:pt x="8254" y="442"/>
                </a:cubicBezTo>
                <a:lnTo>
                  <a:pt x="8254" y="820"/>
                </a:lnTo>
                <a:lnTo>
                  <a:pt x="2489" y="820"/>
                </a:lnTo>
                <a:lnTo>
                  <a:pt x="2489" y="442"/>
                </a:lnTo>
                <a:cubicBezTo>
                  <a:pt x="2489" y="190"/>
                  <a:pt x="2268" y="1"/>
                  <a:pt x="20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859" name="Google Shape;11859;p138"/>
          <p:cNvGrpSpPr/>
          <p:nvPr/>
        </p:nvGrpSpPr>
        <p:grpSpPr>
          <a:xfrm>
            <a:off x="8022082" y="2130742"/>
            <a:ext cx="341579" cy="319511"/>
            <a:chOff x="-10898100" y="2542050"/>
            <a:chExt cx="353675" cy="330825"/>
          </a:xfrm>
        </p:grpSpPr>
        <p:sp>
          <p:nvSpPr>
            <p:cNvPr id="11860" name="Google Shape;11860;p138"/>
            <p:cNvSpPr/>
            <p:nvPr/>
          </p:nvSpPr>
          <p:spPr>
            <a:xfrm>
              <a:off x="-10772875" y="2583800"/>
              <a:ext cx="82725" cy="82725"/>
            </a:xfrm>
            <a:custGeom>
              <a:rect b="b" l="l" r="r" t="t"/>
              <a:pathLst>
                <a:path extrusionOk="0" h="3309" w="3309">
                  <a:moveTo>
                    <a:pt x="1639" y="819"/>
                  </a:moveTo>
                  <a:cubicBezTo>
                    <a:pt x="2111" y="819"/>
                    <a:pt x="2490" y="1166"/>
                    <a:pt x="2490" y="1638"/>
                  </a:cubicBezTo>
                  <a:cubicBezTo>
                    <a:pt x="2490" y="2111"/>
                    <a:pt x="2111" y="2457"/>
                    <a:pt x="1639" y="2457"/>
                  </a:cubicBezTo>
                  <a:cubicBezTo>
                    <a:pt x="1166"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1" name="Google Shape;11861;p138"/>
            <p:cNvSpPr/>
            <p:nvPr/>
          </p:nvSpPr>
          <p:spPr>
            <a:xfrm>
              <a:off x="-10772875" y="2749200"/>
              <a:ext cx="82725" cy="81950"/>
            </a:xfrm>
            <a:custGeom>
              <a:rect b="b" l="l" r="r" t="t"/>
              <a:pathLst>
                <a:path extrusionOk="0" h="3278" w="3309">
                  <a:moveTo>
                    <a:pt x="1639" y="819"/>
                  </a:moveTo>
                  <a:cubicBezTo>
                    <a:pt x="2111" y="819"/>
                    <a:pt x="2490" y="1166"/>
                    <a:pt x="2490" y="1638"/>
                  </a:cubicBezTo>
                  <a:cubicBezTo>
                    <a:pt x="2490" y="2111"/>
                    <a:pt x="2111" y="2457"/>
                    <a:pt x="1639" y="2457"/>
                  </a:cubicBezTo>
                  <a:cubicBezTo>
                    <a:pt x="1229" y="2457"/>
                    <a:pt x="820" y="2079"/>
                    <a:pt x="820" y="1638"/>
                  </a:cubicBezTo>
                  <a:cubicBezTo>
                    <a:pt x="820" y="1166"/>
                    <a:pt x="1198" y="819"/>
                    <a:pt x="1639" y="819"/>
                  </a:cubicBezTo>
                  <a:close/>
                  <a:moveTo>
                    <a:pt x="1639" y="0"/>
                  </a:moveTo>
                  <a:cubicBezTo>
                    <a:pt x="757" y="0"/>
                    <a:pt x="1" y="725"/>
                    <a:pt x="1" y="1638"/>
                  </a:cubicBezTo>
                  <a:cubicBezTo>
                    <a:pt x="1" y="2552"/>
                    <a:pt x="757" y="3277"/>
                    <a:pt x="1639" y="3277"/>
                  </a:cubicBezTo>
                  <a:cubicBezTo>
                    <a:pt x="1658" y="3277"/>
                    <a:pt x="1677" y="3278"/>
                    <a:pt x="1696" y="3278"/>
                  </a:cubicBezTo>
                  <a:cubicBezTo>
                    <a:pt x="2613" y="3278"/>
                    <a:pt x="3309" y="2534"/>
                    <a:pt x="3309" y="1638"/>
                  </a:cubicBezTo>
                  <a:cubicBezTo>
                    <a:pt x="3309" y="725"/>
                    <a:pt x="2553" y="0"/>
                    <a:pt x="163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2" name="Google Shape;11862;p138"/>
            <p:cNvSpPr/>
            <p:nvPr/>
          </p:nvSpPr>
          <p:spPr>
            <a:xfrm>
              <a:off x="-10855575" y="2666500"/>
              <a:ext cx="82725" cy="81925"/>
            </a:xfrm>
            <a:custGeom>
              <a:rect b="b" l="l" r="r" t="t"/>
              <a:pathLst>
                <a:path extrusionOk="0" h="3277" w="3309">
                  <a:moveTo>
                    <a:pt x="1670" y="819"/>
                  </a:moveTo>
                  <a:cubicBezTo>
                    <a:pt x="2143" y="819"/>
                    <a:pt x="2490" y="1166"/>
                    <a:pt x="2490" y="1638"/>
                  </a:cubicBezTo>
                  <a:cubicBezTo>
                    <a:pt x="2490" y="2079"/>
                    <a:pt x="2111" y="2457"/>
                    <a:pt x="1670" y="2457"/>
                  </a:cubicBezTo>
                  <a:cubicBezTo>
                    <a:pt x="1166" y="2457"/>
                    <a:pt x="820" y="2111"/>
                    <a:pt x="820" y="1638"/>
                  </a:cubicBezTo>
                  <a:cubicBezTo>
                    <a:pt x="820" y="1166"/>
                    <a:pt x="1198" y="819"/>
                    <a:pt x="1670" y="819"/>
                  </a:cubicBezTo>
                  <a:close/>
                  <a:moveTo>
                    <a:pt x="1670" y="0"/>
                  </a:moveTo>
                  <a:cubicBezTo>
                    <a:pt x="757" y="0"/>
                    <a:pt x="1" y="725"/>
                    <a:pt x="1" y="1638"/>
                  </a:cubicBezTo>
                  <a:cubicBezTo>
                    <a:pt x="1" y="2552"/>
                    <a:pt x="757" y="3277"/>
                    <a:pt x="1670" y="3277"/>
                  </a:cubicBezTo>
                  <a:cubicBezTo>
                    <a:pt x="2553" y="3277"/>
                    <a:pt x="3309" y="2552"/>
                    <a:pt x="3309" y="1638"/>
                  </a:cubicBezTo>
                  <a:cubicBezTo>
                    <a:pt x="3309" y="725"/>
                    <a:pt x="2584" y="0"/>
                    <a:pt x="167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3" name="Google Shape;11863;p138"/>
            <p:cNvSpPr/>
            <p:nvPr/>
          </p:nvSpPr>
          <p:spPr>
            <a:xfrm>
              <a:off x="-10690175" y="2666500"/>
              <a:ext cx="82725" cy="82725"/>
            </a:xfrm>
            <a:custGeom>
              <a:rect b="b" l="l" r="r" t="t"/>
              <a:pathLst>
                <a:path extrusionOk="0" h="3309" w="3309">
                  <a:moveTo>
                    <a:pt x="1639" y="819"/>
                  </a:moveTo>
                  <a:cubicBezTo>
                    <a:pt x="2143" y="819"/>
                    <a:pt x="2490" y="1166"/>
                    <a:pt x="2490" y="1638"/>
                  </a:cubicBezTo>
                  <a:cubicBezTo>
                    <a:pt x="2490" y="2111"/>
                    <a:pt x="2112" y="2457"/>
                    <a:pt x="1639" y="2457"/>
                  </a:cubicBezTo>
                  <a:cubicBezTo>
                    <a:pt x="1198"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4" name="Google Shape;11864;p138"/>
            <p:cNvSpPr/>
            <p:nvPr/>
          </p:nvSpPr>
          <p:spPr>
            <a:xfrm>
              <a:off x="-10752400" y="2686975"/>
              <a:ext cx="41775" cy="40975"/>
            </a:xfrm>
            <a:custGeom>
              <a:rect b="b" l="l" r="r" t="t"/>
              <a:pathLst>
                <a:path extrusionOk="0" h="1639" w="1671">
                  <a:moveTo>
                    <a:pt x="851" y="0"/>
                  </a:moveTo>
                  <a:cubicBezTo>
                    <a:pt x="379" y="0"/>
                    <a:pt x="1" y="378"/>
                    <a:pt x="1" y="819"/>
                  </a:cubicBezTo>
                  <a:cubicBezTo>
                    <a:pt x="1" y="1260"/>
                    <a:pt x="379" y="1638"/>
                    <a:pt x="851" y="1638"/>
                  </a:cubicBezTo>
                  <a:cubicBezTo>
                    <a:pt x="1292" y="1638"/>
                    <a:pt x="1671" y="1260"/>
                    <a:pt x="1671" y="819"/>
                  </a:cubicBezTo>
                  <a:cubicBezTo>
                    <a:pt x="1671" y="378"/>
                    <a:pt x="1292" y="0"/>
                    <a:pt x="85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5" name="Google Shape;11865;p138"/>
            <p:cNvSpPr/>
            <p:nvPr/>
          </p:nvSpPr>
          <p:spPr>
            <a:xfrm>
              <a:off x="-10898100" y="2542050"/>
              <a:ext cx="353675" cy="330825"/>
            </a:xfrm>
            <a:custGeom>
              <a:rect b="b" l="l" r="r" t="t"/>
              <a:pathLst>
                <a:path extrusionOk="0" h="13233" w="14147">
                  <a:moveTo>
                    <a:pt x="6711" y="819"/>
                  </a:moveTo>
                  <a:cubicBezTo>
                    <a:pt x="9893" y="819"/>
                    <a:pt x="12476" y="3434"/>
                    <a:pt x="12476" y="6616"/>
                  </a:cubicBezTo>
                  <a:cubicBezTo>
                    <a:pt x="12476" y="9798"/>
                    <a:pt x="9893" y="12413"/>
                    <a:pt x="6711" y="12413"/>
                  </a:cubicBezTo>
                  <a:cubicBezTo>
                    <a:pt x="3466" y="12413"/>
                    <a:pt x="883" y="9798"/>
                    <a:pt x="883" y="6616"/>
                  </a:cubicBezTo>
                  <a:cubicBezTo>
                    <a:pt x="883" y="3434"/>
                    <a:pt x="3466" y="819"/>
                    <a:pt x="6711" y="819"/>
                  </a:cubicBezTo>
                  <a:close/>
                  <a:moveTo>
                    <a:pt x="13358" y="10743"/>
                  </a:moveTo>
                  <a:lnTo>
                    <a:pt x="13358" y="12413"/>
                  </a:lnTo>
                  <a:lnTo>
                    <a:pt x="9893" y="12413"/>
                  </a:lnTo>
                  <a:cubicBezTo>
                    <a:pt x="10649" y="12004"/>
                    <a:pt x="11311" y="11468"/>
                    <a:pt x="11846" y="10743"/>
                  </a:cubicBezTo>
                  <a:close/>
                  <a:moveTo>
                    <a:pt x="6648" y="0"/>
                  </a:moveTo>
                  <a:cubicBezTo>
                    <a:pt x="2993" y="0"/>
                    <a:pt x="0" y="2962"/>
                    <a:pt x="0" y="6616"/>
                  </a:cubicBezTo>
                  <a:cubicBezTo>
                    <a:pt x="0" y="10082"/>
                    <a:pt x="2678" y="12917"/>
                    <a:pt x="6112" y="13201"/>
                  </a:cubicBezTo>
                  <a:cubicBezTo>
                    <a:pt x="6144" y="13201"/>
                    <a:pt x="6175" y="13232"/>
                    <a:pt x="6238" y="13232"/>
                  </a:cubicBezTo>
                  <a:lnTo>
                    <a:pt x="13705" y="13232"/>
                  </a:lnTo>
                  <a:cubicBezTo>
                    <a:pt x="13957" y="13232"/>
                    <a:pt x="14146" y="13043"/>
                    <a:pt x="14146" y="12791"/>
                  </a:cubicBezTo>
                  <a:lnTo>
                    <a:pt x="14146" y="10302"/>
                  </a:lnTo>
                  <a:cubicBezTo>
                    <a:pt x="14146" y="10082"/>
                    <a:pt x="13957" y="9924"/>
                    <a:pt x="13737" y="9924"/>
                  </a:cubicBezTo>
                  <a:lnTo>
                    <a:pt x="12413" y="9924"/>
                  </a:lnTo>
                  <a:cubicBezTo>
                    <a:pt x="13012" y="8948"/>
                    <a:pt x="13264" y="7814"/>
                    <a:pt x="13264" y="6616"/>
                  </a:cubicBezTo>
                  <a:cubicBezTo>
                    <a:pt x="13264" y="2962"/>
                    <a:pt x="10334" y="0"/>
                    <a:pt x="664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66" name="Google Shape;11866;p138"/>
          <p:cNvGrpSpPr/>
          <p:nvPr/>
        </p:nvGrpSpPr>
        <p:grpSpPr>
          <a:xfrm>
            <a:off x="6209617" y="2551607"/>
            <a:ext cx="340058" cy="339430"/>
            <a:chOff x="-9157450" y="1622750"/>
            <a:chExt cx="352100" cy="351450"/>
          </a:xfrm>
        </p:grpSpPr>
        <p:sp>
          <p:nvSpPr>
            <p:cNvPr id="11867" name="Google Shape;11867;p138"/>
            <p:cNvSpPr/>
            <p:nvPr/>
          </p:nvSpPr>
          <p:spPr>
            <a:xfrm>
              <a:off x="-9034575" y="1706075"/>
              <a:ext cx="229225" cy="268125"/>
            </a:xfrm>
            <a:custGeom>
              <a:rect b="b" l="l" r="r" t="t"/>
              <a:pathLst>
                <a:path extrusionOk="0" h="10725" w="9169">
                  <a:moveTo>
                    <a:pt x="8317" y="989"/>
                  </a:moveTo>
                  <a:lnTo>
                    <a:pt x="8317" y="1777"/>
                  </a:lnTo>
                  <a:lnTo>
                    <a:pt x="3308" y="3195"/>
                  </a:lnTo>
                  <a:lnTo>
                    <a:pt x="3308" y="2407"/>
                  </a:lnTo>
                  <a:lnTo>
                    <a:pt x="8317" y="989"/>
                  </a:lnTo>
                  <a:close/>
                  <a:moveTo>
                    <a:pt x="7498" y="6629"/>
                  </a:moveTo>
                  <a:cubicBezTo>
                    <a:pt x="7971" y="6629"/>
                    <a:pt x="8317" y="6975"/>
                    <a:pt x="8317" y="7448"/>
                  </a:cubicBezTo>
                  <a:cubicBezTo>
                    <a:pt x="8317" y="7920"/>
                    <a:pt x="7971" y="8267"/>
                    <a:pt x="7498" y="8267"/>
                  </a:cubicBezTo>
                  <a:cubicBezTo>
                    <a:pt x="7026" y="8267"/>
                    <a:pt x="6679" y="7920"/>
                    <a:pt x="6679" y="7448"/>
                  </a:cubicBezTo>
                  <a:cubicBezTo>
                    <a:pt x="6679" y="6975"/>
                    <a:pt x="7026" y="6629"/>
                    <a:pt x="7498" y="6629"/>
                  </a:cubicBezTo>
                  <a:close/>
                  <a:moveTo>
                    <a:pt x="1670" y="8267"/>
                  </a:moveTo>
                  <a:cubicBezTo>
                    <a:pt x="2142" y="8267"/>
                    <a:pt x="2489" y="8645"/>
                    <a:pt x="2489" y="9118"/>
                  </a:cubicBezTo>
                  <a:cubicBezTo>
                    <a:pt x="2489" y="9590"/>
                    <a:pt x="2111" y="9937"/>
                    <a:pt x="1670" y="9937"/>
                  </a:cubicBezTo>
                  <a:cubicBezTo>
                    <a:pt x="1197" y="9937"/>
                    <a:pt x="851" y="9590"/>
                    <a:pt x="851" y="9118"/>
                  </a:cubicBezTo>
                  <a:cubicBezTo>
                    <a:pt x="851" y="8645"/>
                    <a:pt x="1197" y="8267"/>
                    <a:pt x="1670" y="8267"/>
                  </a:cubicBezTo>
                  <a:close/>
                  <a:moveTo>
                    <a:pt x="8733" y="0"/>
                  </a:moveTo>
                  <a:cubicBezTo>
                    <a:pt x="8700" y="0"/>
                    <a:pt x="8666" y="4"/>
                    <a:pt x="8632" y="13"/>
                  </a:cubicBezTo>
                  <a:lnTo>
                    <a:pt x="2804" y="1651"/>
                  </a:lnTo>
                  <a:cubicBezTo>
                    <a:pt x="2615" y="1714"/>
                    <a:pt x="2489" y="1872"/>
                    <a:pt x="2489" y="2061"/>
                  </a:cubicBezTo>
                  <a:lnTo>
                    <a:pt x="2489" y="7637"/>
                  </a:lnTo>
                  <a:cubicBezTo>
                    <a:pt x="2268" y="7479"/>
                    <a:pt x="1985" y="7416"/>
                    <a:pt x="1670" y="7416"/>
                  </a:cubicBezTo>
                  <a:cubicBezTo>
                    <a:pt x="756" y="7416"/>
                    <a:pt x="0" y="8172"/>
                    <a:pt x="0" y="9055"/>
                  </a:cubicBezTo>
                  <a:cubicBezTo>
                    <a:pt x="0" y="9968"/>
                    <a:pt x="756" y="10724"/>
                    <a:pt x="1670" y="10724"/>
                  </a:cubicBezTo>
                  <a:cubicBezTo>
                    <a:pt x="2584" y="10724"/>
                    <a:pt x="3340" y="9968"/>
                    <a:pt x="3340" y="9055"/>
                  </a:cubicBezTo>
                  <a:lnTo>
                    <a:pt x="3340" y="3982"/>
                  </a:lnTo>
                  <a:lnTo>
                    <a:pt x="8317" y="2565"/>
                  </a:lnTo>
                  <a:lnTo>
                    <a:pt x="8317" y="5967"/>
                  </a:lnTo>
                  <a:cubicBezTo>
                    <a:pt x="8097" y="5810"/>
                    <a:pt x="7813" y="5715"/>
                    <a:pt x="7498" y="5715"/>
                  </a:cubicBezTo>
                  <a:cubicBezTo>
                    <a:pt x="6585" y="5715"/>
                    <a:pt x="5860" y="6471"/>
                    <a:pt x="5860" y="7385"/>
                  </a:cubicBezTo>
                  <a:cubicBezTo>
                    <a:pt x="5860" y="8267"/>
                    <a:pt x="6585" y="9023"/>
                    <a:pt x="7498" y="9023"/>
                  </a:cubicBezTo>
                  <a:cubicBezTo>
                    <a:pt x="8412" y="9023"/>
                    <a:pt x="9168" y="8267"/>
                    <a:pt x="9168" y="7385"/>
                  </a:cubicBezTo>
                  <a:lnTo>
                    <a:pt x="9168" y="359"/>
                  </a:lnTo>
                  <a:cubicBezTo>
                    <a:pt x="9137" y="296"/>
                    <a:pt x="9105" y="170"/>
                    <a:pt x="8979" y="76"/>
                  </a:cubicBezTo>
                  <a:cubicBezTo>
                    <a:pt x="8910" y="30"/>
                    <a:pt x="8824" y="0"/>
                    <a:pt x="87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8" name="Google Shape;11868;p138"/>
            <p:cNvSpPr/>
            <p:nvPr/>
          </p:nvSpPr>
          <p:spPr>
            <a:xfrm>
              <a:off x="-9157450" y="1622750"/>
              <a:ext cx="164625" cy="249850"/>
            </a:xfrm>
            <a:custGeom>
              <a:rect b="b" l="l" r="r" t="t"/>
              <a:pathLst>
                <a:path extrusionOk="0" h="9994" w="6585">
                  <a:moveTo>
                    <a:pt x="1607" y="7473"/>
                  </a:moveTo>
                  <a:cubicBezTo>
                    <a:pt x="2080" y="7473"/>
                    <a:pt x="2458" y="7819"/>
                    <a:pt x="2458" y="8292"/>
                  </a:cubicBezTo>
                  <a:cubicBezTo>
                    <a:pt x="2458" y="8765"/>
                    <a:pt x="2048" y="9143"/>
                    <a:pt x="1607" y="9143"/>
                  </a:cubicBezTo>
                  <a:cubicBezTo>
                    <a:pt x="1135" y="9143"/>
                    <a:pt x="788" y="8765"/>
                    <a:pt x="788" y="8292"/>
                  </a:cubicBezTo>
                  <a:cubicBezTo>
                    <a:pt x="788" y="7819"/>
                    <a:pt x="1135" y="7473"/>
                    <a:pt x="1607" y="7473"/>
                  </a:cubicBezTo>
                  <a:close/>
                  <a:moveTo>
                    <a:pt x="2922" y="0"/>
                  </a:moveTo>
                  <a:cubicBezTo>
                    <a:pt x="2874" y="0"/>
                    <a:pt x="2825" y="12"/>
                    <a:pt x="2773" y="38"/>
                  </a:cubicBezTo>
                  <a:cubicBezTo>
                    <a:pt x="2615" y="69"/>
                    <a:pt x="2489" y="227"/>
                    <a:pt x="2489" y="416"/>
                  </a:cubicBezTo>
                  <a:lnTo>
                    <a:pt x="2489" y="6906"/>
                  </a:lnTo>
                  <a:cubicBezTo>
                    <a:pt x="2237" y="6748"/>
                    <a:pt x="1985" y="6685"/>
                    <a:pt x="1670" y="6685"/>
                  </a:cubicBezTo>
                  <a:cubicBezTo>
                    <a:pt x="756" y="6685"/>
                    <a:pt x="0" y="7441"/>
                    <a:pt x="0" y="8355"/>
                  </a:cubicBezTo>
                  <a:cubicBezTo>
                    <a:pt x="0" y="9237"/>
                    <a:pt x="756" y="9993"/>
                    <a:pt x="1670" y="9993"/>
                  </a:cubicBezTo>
                  <a:cubicBezTo>
                    <a:pt x="2552" y="9993"/>
                    <a:pt x="3308" y="9237"/>
                    <a:pt x="3308" y="8355"/>
                  </a:cubicBezTo>
                  <a:lnTo>
                    <a:pt x="3308" y="1739"/>
                  </a:lnTo>
                  <a:cubicBezTo>
                    <a:pt x="3812" y="2369"/>
                    <a:pt x="4443" y="2999"/>
                    <a:pt x="5293" y="3566"/>
                  </a:cubicBezTo>
                  <a:cubicBezTo>
                    <a:pt x="5608" y="3818"/>
                    <a:pt x="5797" y="4165"/>
                    <a:pt x="5797" y="4574"/>
                  </a:cubicBezTo>
                  <a:cubicBezTo>
                    <a:pt x="5797" y="5236"/>
                    <a:pt x="5230" y="5835"/>
                    <a:pt x="4569" y="5835"/>
                  </a:cubicBezTo>
                  <a:cubicBezTo>
                    <a:pt x="4348" y="5835"/>
                    <a:pt x="4190" y="6024"/>
                    <a:pt x="4190" y="6244"/>
                  </a:cubicBezTo>
                  <a:cubicBezTo>
                    <a:pt x="4190" y="6496"/>
                    <a:pt x="4380" y="6654"/>
                    <a:pt x="4569" y="6654"/>
                  </a:cubicBezTo>
                  <a:cubicBezTo>
                    <a:pt x="5640" y="6654"/>
                    <a:pt x="6585" y="5740"/>
                    <a:pt x="6585" y="4606"/>
                  </a:cubicBezTo>
                  <a:cubicBezTo>
                    <a:pt x="6585" y="3944"/>
                    <a:pt x="6270" y="3314"/>
                    <a:pt x="5766" y="2936"/>
                  </a:cubicBezTo>
                  <a:cubicBezTo>
                    <a:pt x="4852" y="2275"/>
                    <a:pt x="4190" y="1613"/>
                    <a:pt x="3718" y="888"/>
                  </a:cubicBezTo>
                  <a:lnTo>
                    <a:pt x="3245" y="195"/>
                  </a:lnTo>
                  <a:cubicBezTo>
                    <a:pt x="3154" y="81"/>
                    <a:pt x="3046" y="0"/>
                    <a:pt x="292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69" name="Google Shape;11869;p138"/>
          <p:cNvGrpSpPr/>
          <p:nvPr/>
        </p:nvGrpSpPr>
        <p:grpSpPr>
          <a:xfrm>
            <a:off x="6247658" y="2959874"/>
            <a:ext cx="263977" cy="338537"/>
            <a:chOff x="-9119650" y="2056875"/>
            <a:chExt cx="273325" cy="350525"/>
          </a:xfrm>
        </p:grpSpPr>
        <p:sp>
          <p:nvSpPr>
            <p:cNvPr id="11870" name="Google Shape;11870;p138"/>
            <p:cNvSpPr/>
            <p:nvPr/>
          </p:nvSpPr>
          <p:spPr>
            <a:xfrm>
              <a:off x="-9023550" y="2056875"/>
              <a:ext cx="82725" cy="82725"/>
            </a:xfrm>
            <a:custGeom>
              <a:rect b="b" l="l" r="r" t="t"/>
              <a:pathLst>
                <a:path extrusionOk="0" h="3309" w="3309">
                  <a:moveTo>
                    <a:pt x="1670" y="819"/>
                  </a:moveTo>
                  <a:cubicBezTo>
                    <a:pt x="2143" y="819"/>
                    <a:pt x="2489" y="1166"/>
                    <a:pt x="2489" y="1639"/>
                  </a:cubicBezTo>
                  <a:cubicBezTo>
                    <a:pt x="2489" y="2080"/>
                    <a:pt x="2143" y="2489"/>
                    <a:pt x="1670" y="2489"/>
                  </a:cubicBezTo>
                  <a:cubicBezTo>
                    <a:pt x="1197" y="2489"/>
                    <a:pt x="819" y="2111"/>
                    <a:pt x="819" y="1639"/>
                  </a:cubicBezTo>
                  <a:cubicBezTo>
                    <a:pt x="819" y="1166"/>
                    <a:pt x="1197" y="819"/>
                    <a:pt x="1670" y="819"/>
                  </a:cubicBezTo>
                  <a:close/>
                  <a:moveTo>
                    <a:pt x="1670" y="0"/>
                  </a:moveTo>
                  <a:cubicBezTo>
                    <a:pt x="756" y="0"/>
                    <a:pt x="0" y="756"/>
                    <a:pt x="0" y="1639"/>
                  </a:cubicBezTo>
                  <a:cubicBezTo>
                    <a:pt x="0" y="2552"/>
                    <a:pt x="756" y="3308"/>
                    <a:pt x="1670" y="3308"/>
                  </a:cubicBezTo>
                  <a:cubicBezTo>
                    <a:pt x="2552" y="3308"/>
                    <a:pt x="3308" y="2552"/>
                    <a:pt x="3308" y="1639"/>
                  </a:cubicBezTo>
                  <a:cubicBezTo>
                    <a:pt x="3308" y="756"/>
                    <a:pt x="2552" y="0"/>
                    <a:pt x="167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1" name="Google Shape;11871;p138"/>
            <p:cNvSpPr/>
            <p:nvPr/>
          </p:nvSpPr>
          <p:spPr>
            <a:xfrm>
              <a:off x="-9119650" y="2137200"/>
              <a:ext cx="273325" cy="270200"/>
            </a:xfrm>
            <a:custGeom>
              <a:rect b="b" l="l" r="r" t="t"/>
              <a:pathLst>
                <a:path extrusionOk="0" h="10808" w="10933">
                  <a:moveTo>
                    <a:pt x="9641" y="915"/>
                  </a:moveTo>
                  <a:cubicBezTo>
                    <a:pt x="9862" y="915"/>
                    <a:pt x="10082" y="1104"/>
                    <a:pt x="10082" y="1356"/>
                  </a:cubicBezTo>
                  <a:cubicBezTo>
                    <a:pt x="10082" y="1576"/>
                    <a:pt x="9862" y="1734"/>
                    <a:pt x="9641" y="1734"/>
                  </a:cubicBezTo>
                  <a:lnTo>
                    <a:pt x="6333" y="1734"/>
                  </a:lnTo>
                  <a:cubicBezTo>
                    <a:pt x="6081" y="1734"/>
                    <a:pt x="5924" y="1923"/>
                    <a:pt x="5924" y="2175"/>
                  </a:cubicBezTo>
                  <a:lnTo>
                    <a:pt x="5924" y="9641"/>
                  </a:lnTo>
                  <a:cubicBezTo>
                    <a:pt x="5924" y="9893"/>
                    <a:pt x="5734" y="10051"/>
                    <a:pt x="5514" y="10051"/>
                  </a:cubicBezTo>
                  <a:cubicBezTo>
                    <a:pt x="5262" y="10051"/>
                    <a:pt x="5104" y="9862"/>
                    <a:pt x="5104" y="9641"/>
                  </a:cubicBezTo>
                  <a:lnTo>
                    <a:pt x="5104" y="5703"/>
                  </a:lnTo>
                  <a:cubicBezTo>
                    <a:pt x="5104" y="5459"/>
                    <a:pt x="4917" y="5293"/>
                    <a:pt x="4707" y="5293"/>
                  </a:cubicBezTo>
                  <a:cubicBezTo>
                    <a:pt x="4619" y="5293"/>
                    <a:pt x="4527" y="5323"/>
                    <a:pt x="4443" y="5388"/>
                  </a:cubicBezTo>
                  <a:lnTo>
                    <a:pt x="1639" y="7531"/>
                  </a:lnTo>
                  <a:cubicBezTo>
                    <a:pt x="1557" y="7585"/>
                    <a:pt x="1464" y="7616"/>
                    <a:pt x="1372" y="7616"/>
                  </a:cubicBezTo>
                  <a:cubicBezTo>
                    <a:pt x="1250" y="7616"/>
                    <a:pt x="1130" y="7562"/>
                    <a:pt x="1040" y="7436"/>
                  </a:cubicBezTo>
                  <a:cubicBezTo>
                    <a:pt x="946" y="7247"/>
                    <a:pt x="946" y="7026"/>
                    <a:pt x="1135" y="6869"/>
                  </a:cubicBezTo>
                  <a:lnTo>
                    <a:pt x="4947" y="4033"/>
                  </a:lnTo>
                  <a:cubicBezTo>
                    <a:pt x="5073" y="3939"/>
                    <a:pt x="5104" y="3844"/>
                    <a:pt x="5104" y="3718"/>
                  </a:cubicBezTo>
                  <a:lnTo>
                    <a:pt x="5104" y="2206"/>
                  </a:lnTo>
                  <a:cubicBezTo>
                    <a:pt x="5104" y="1986"/>
                    <a:pt x="4915" y="1765"/>
                    <a:pt x="4726" y="1765"/>
                  </a:cubicBezTo>
                  <a:lnTo>
                    <a:pt x="1418" y="1765"/>
                  </a:lnTo>
                  <a:cubicBezTo>
                    <a:pt x="1166" y="1765"/>
                    <a:pt x="1009" y="1576"/>
                    <a:pt x="1009" y="1387"/>
                  </a:cubicBezTo>
                  <a:cubicBezTo>
                    <a:pt x="1009" y="1135"/>
                    <a:pt x="1198" y="946"/>
                    <a:pt x="1418" y="946"/>
                  </a:cubicBezTo>
                  <a:lnTo>
                    <a:pt x="9641" y="946"/>
                  </a:lnTo>
                  <a:lnTo>
                    <a:pt x="9641" y="915"/>
                  </a:lnTo>
                  <a:close/>
                  <a:moveTo>
                    <a:pt x="1355" y="1"/>
                  </a:moveTo>
                  <a:cubicBezTo>
                    <a:pt x="694" y="95"/>
                    <a:pt x="158" y="631"/>
                    <a:pt x="158" y="1293"/>
                  </a:cubicBezTo>
                  <a:cubicBezTo>
                    <a:pt x="158" y="1986"/>
                    <a:pt x="694" y="2521"/>
                    <a:pt x="1355" y="2521"/>
                  </a:cubicBezTo>
                  <a:lnTo>
                    <a:pt x="4285" y="2521"/>
                  </a:lnTo>
                  <a:lnTo>
                    <a:pt x="4285" y="3403"/>
                  </a:lnTo>
                  <a:lnTo>
                    <a:pt x="662" y="6113"/>
                  </a:lnTo>
                  <a:cubicBezTo>
                    <a:pt x="95" y="6491"/>
                    <a:pt x="1" y="7278"/>
                    <a:pt x="410" y="7846"/>
                  </a:cubicBezTo>
                  <a:cubicBezTo>
                    <a:pt x="651" y="8160"/>
                    <a:pt x="1022" y="8333"/>
                    <a:pt x="1396" y="8333"/>
                  </a:cubicBezTo>
                  <a:cubicBezTo>
                    <a:pt x="1658" y="8333"/>
                    <a:pt x="1922" y="8248"/>
                    <a:pt x="2143" y="8066"/>
                  </a:cubicBezTo>
                  <a:lnTo>
                    <a:pt x="4317" y="6459"/>
                  </a:lnTo>
                  <a:lnTo>
                    <a:pt x="4317" y="9578"/>
                  </a:lnTo>
                  <a:cubicBezTo>
                    <a:pt x="4317" y="10240"/>
                    <a:pt x="4884" y="10807"/>
                    <a:pt x="5545" y="10807"/>
                  </a:cubicBezTo>
                  <a:cubicBezTo>
                    <a:pt x="6207" y="10807"/>
                    <a:pt x="6806" y="10240"/>
                    <a:pt x="6806" y="9578"/>
                  </a:cubicBezTo>
                  <a:lnTo>
                    <a:pt x="6806" y="2490"/>
                  </a:lnTo>
                  <a:lnTo>
                    <a:pt x="9673" y="2490"/>
                  </a:lnTo>
                  <a:cubicBezTo>
                    <a:pt x="10334" y="2490"/>
                    <a:pt x="10933" y="1923"/>
                    <a:pt x="10933" y="1261"/>
                  </a:cubicBezTo>
                  <a:cubicBezTo>
                    <a:pt x="10933" y="599"/>
                    <a:pt x="10397" y="1"/>
                    <a:pt x="967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872" name="Google Shape;11872;p138"/>
          <p:cNvSpPr/>
          <p:nvPr/>
        </p:nvSpPr>
        <p:spPr>
          <a:xfrm>
            <a:off x="8022842" y="2988799"/>
            <a:ext cx="340058" cy="341555"/>
          </a:xfrm>
          <a:custGeom>
            <a:rect b="b" l="l" r="r" t="t"/>
            <a:pathLst>
              <a:path extrusionOk="0" h="14146" w="14084">
                <a:moveTo>
                  <a:pt x="5829" y="5261"/>
                </a:moveTo>
                <a:lnTo>
                  <a:pt x="6963" y="6585"/>
                </a:lnTo>
                <a:lnTo>
                  <a:pt x="5829" y="6585"/>
                </a:lnTo>
                <a:lnTo>
                  <a:pt x="5829" y="5261"/>
                </a:lnTo>
                <a:close/>
                <a:moveTo>
                  <a:pt x="6333" y="788"/>
                </a:moveTo>
                <a:cubicBezTo>
                  <a:pt x="6648" y="788"/>
                  <a:pt x="6963" y="914"/>
                  <a:pt x="7215" y="1166"/>
                </a:cubicBezTo>
                <a:lnTo>
                  <a:pt x="7877" y="1827"/>
                </a:lnTo>
                <a:cubicBezTo>
                  <a:pt x="8287" y="2205"/>
                  <a:pt x="8791" y="2426"/>
                  <a:pt x="9326" y="2426"/>
                </a:cubicBezTo>
                <a:lnTo>
                  <a:pt x="10334" y="2426"/>
                </a:lnTo>
                <a:cubicBezTo>
                  <a:pt x="11469" y="2426"/>
                  <a:pt x="12414" y="3371"/>
                  <a:pt x="12414" y="4505"/>
                </a:cubicBezTo>
                <a:cubicBezTo>
                  <a:pt x="12414" y="5639"/>
                  <a:pt x="11469" y="6585"/>
                  <a:pt x="10334" y="6585"/>
                </a:cubicBezTo>
                <a:lnTo>
                  <a:pt x="8003" y="6585"/>
                </a:lnTo>
                <a:lnTo>
                  <a:pt x="5766" y="4033"/>
                </a:lnTo>
                <a:lnTo>
                  <a:pt x="5766" y="2048"/>
                </a:lnTo>
                <a:cubicBezTo>
                  <a:pt x="5766" y="1827"/>
                  <a:pt x="5546" y="1670"/>
                  <a:pt x="5357" y="1670"/>
                </a:cubicBezTo>
                <a:cubicBezTo>
                  <a:pt x="5168" y="1670"/>
                  <a:pt x="4979" y="1859"/>
                  <a:pt x="4979" y="2048"/>
                </a:cubicBezTo>
                <a:lnTo>
                  <a:pt x="4979" y="3087"/>
                </a:lnTo>
                <a:lnTo>
                  <a:pt x="2994" y="788"/>
                </a:lnTo>
                <a:close/>
                <a:moveTo>
                  <a:pt x="13233" y="7341"/>
                </a:moveTo>
                <a:lnTo>
                  <a:pt x="13233" y="9451"/>
                </a:lnTo>
                <a:lnTo>
                  <a:pt x="13264" y="9451"/>
                </a:lnTo>
                <a:cubicBezTo>
                  <a:pt x="13264" y="9704"/>
                  <a:pt x="13075" y="9893"/>
                  <a:pt x="12886" y="9893"/>
                </a:cubicBezTo>
                <a:lnTo>
                  <a:pt x="820" y="9893"/>
                </a:lnTo>
                <a:lnTo>
                  <a:pt x="820" y="9451"/>
                </a:lnTo>
                <a:cubicBezTo>
                  <a:pt x="820" y="9231"/>
                  <a:pt x="1009" y="9042"/>
                  <a:pt x="1230" y="9042"/>
                </a:cubicBezTo>
                <a:lnTo>
                  <a:pt x="2049" y="9042"/>
                </a:lnTo>
                <a:cubicBezTo>
                  <a:pt x="2269" y="9042"/>
                  <a:pt x="2427" y="8821"/>
                  <a:pt x="2427" y="8601"/>
                </a:cubicBezTo>
                <a:lnTo>
                  <a:pt x="2427" y="7782"/>
                </a:lnTo>
                <a:cubicBezTo>
                  <a:pt x="2427" y="7530"/>
                  <a:pt x="2647" y="7341"/>
                  <a:pt x="2836" y="7341"/>
                </a:cubicBezTo>
                <a:close/>
                <a:moveTo>
                  <a:pt x="2427" y="10712"/>
                </a:moveTo>
                <a:lnTo>
                  <a:pt x="2112" y="13232"/>
                </a:lnTo>
                <a:lnTo>
                  <a:pt x="2049" y="13232"/>
                </a:lnTo>
                <a:lnTo>
                  <a:pt x="1734" y="10712"/>
                </a:lnTo>
                <a:close/>
                <a:moveTo>
                  <a:pt x="9043" y="10712"/>
                </a:moveTo>
                <a:lnTo>
                  <a:pt x="8728" y="13232"/>
                </a:lnTo>
                <a:lnTo>
                  <a:pt x="8665" y="13232"/>
                </a:lnTo>
                <a:lnTo>
                  <a:pt x="8350" y="10712"/>
                </a:lnTo>
                <a:close/>
                <a:moveTo>
                  <a:pt x="12414" y="10712"/>
                </a:moveTo>
                <a:lnTo>
                  <a:pt x="12099" y="13232"/>
                </a:lnTo>
                <a:lnTo>
                  <a:pt x="12004" y="13232"/>
                </a:lnTo>
                <a:lnTo>
                  <a:pt x="11689" y="10712"/>
                </a:lnTo>
                <a:close/>
                <a:moveTo>
                  <a:pt x="2080" y="0"/>
                </a:moveTo>
                <a:cubicBezTo>
                  <a:pt x="1923" y="0"/>
                  <a:pt x="1765" y="95"/>
                  <a:pt x="1702" y="252"/>
                </a:cubicBezTo>
                <a:cubicBezTo>
                  <a:pt x="1608" y="410"/>
                  <a:pt x="1639" y="567"/>
                  <a:pt x="1765" y="662"/>
                </a:cubicBezTo>
                <a:lnTo>
                  <a:pt x="4947" y="4348"/>
                </a:lnTo>
                <a:lnTo>
                  <a:pt x="4947" y="6616"/>
                </a:lnTo>
                <a:lnTo>
                  <a:pt x="2868" y="6616"/>
                </a:lnTo>
                <a:cubicBezTo>
                  <a:pt x="2206" y="6616"/>
                  <a:pt x="1608" y="7183"/>
                  <a:pt x="1608" y="7876"/>
                </a:cubicBezTo>
                <a:lnTo>
                  <a:pt x="1608" y="8286"/>
                </a:lnTo>
                <a:lnTo>
                  <a:pt x="1230" y="8286"/>
                </a:lnTo>
                <a:cubicBezTo>
                  <a:pt x="536" y="8286"/>
                  <a:pt x="1" y="8821"/>
                  <a:pt x="1" y="9546"/>
                </a:cubicBezTo>
                <a:lnTo>
                  <a:pt x="1" y="10365"/>
                </a:lnTo>
                <a:cubicBezTo>
                  <a:pt x="1" y="10586"/>
                  <a:pt x="190" y="10806"/>
                  <a:pt x="379" y="10806"/>
                </a:cubicBezTo>
                <a:lnTo>
                  <a:pt x="851" y="10806"/>
                </a:lnTo>
                <a:lnTo>
                  <a:pt x="1230" y="13799"/>
                </a:lnTo>
                <a:cubicBezTo>
                  <a:pt x="1261" y="13988"/>
                  <a:pt x="1419" y="14146"/>
                  <a:pt x="1608" y="14146"/>
                </a:cubicBezTo>
                <a:lnTo>
                  <a:pt x="2427" y="14146"/>
                </a:lnTo>
                <a:cubicBezTo>
                  <a:pt x="2647" y="14146"/>
                  <a:pt x="2836" y="13988"/>
                  <a:pt x="2836" y="13799"/>
                </a:cubicBezTo>
                <a:lnTo>
                  <a:pt x="3183" y="10806"/>
                </a:lnTo>
                <a:lnTo>
                  <a:pt x="7436" y="10806"/>
                </a:lnTo>
                <a:lnTo>
                  <a:pt x="7783" y="13799"/>
                </a:lnTo>
                <a:cubicBezTo>
                  <a:pt x="7846" y="13988"/>
                  <a:pt x="8003" y="14146"/>
                  <a:pt x="8192" y="14146"/>
                </a:cubicBezTo>
                <a:lnTo>
                  <a:pt x="9011" y="14146"/>
                </a:lnTo>
                <a:cubicBezTo>
                  <a:pt x="9200" y="14146"/>
                  <a:pt x="9421" y="13988"/>
                  <a:pt x="9421" y="13799"/>
                </a:cubicBezTo>
                <a:lnTo>
                  <a:pt x="9767" y="10806"/>
                </a:lnTo>
                <a:lnTo>
                  <a:pt x="10713" y="10806"/>
                </a:lnTo>
                <a:lnTo>
                  <a:pt x="11059" y="13799"/>
                </a:lnTo>
                <a:cubicBezTo>
                  <a:pt x="11091" y="13988"/>
                  <a:pt x="11248" y="14146"/>
                  <a:pt x="11469" y="14146"/>
                </a:cubicBezTo>
                <a:lnTo>
                  <a:pt x="12288" y="14146"/>
                </a:lnTo>
                <a:cubicBezTo>
                  <a:pt x="12477" y="14146"/>
                  <a:pt x="12666" y="13988"/>
                  <a:pt x="12666" y="13799"/>
                </a:cubicBezTo>
                <a:lnTo>
                  <a:pt x="13075" y="10712"/>
                </a:lnTo>
                <a:cubicBezTo>
                  <a:pt x="13579" y="10554"/>
                  <a:pt x="13926" y="10082"/>
                  <a:pt x="13926" y="9546"/>
                </a:cubicBezTo>
                <a:lnTo>
                  <a:pt x="13926" y="7057"/>
                </a:lnTo>
                <a:cubicBezTo>
                  <a:pt x="14084" y="6742"/>
                  <a:pt x="13926" y="6585"/>
                  <a:pt x="13705" y="6585"/>
                </a:cubicBezTo>
                <a:lnTo>
                  <a:pt x="12414" y="6585"/>
                </a:lnTo>
                <a:cubicBezTo>
                  <a:pt x="12949" y="6080"/>
                  <a:pt x="13264" y="5324"/>
                  <a:pt x="13264" y="4505"/>
                </a:cubicBezTo>
                <a:cubicBezTo>
                  <a:pt x="13264" y="2898"/>
                  <a:pt x="11973" y="1607"/>
                  <a:pt x="10366" y="1607"/>
                </a:cubicBezTo>
                <a:lnTo>
                  <a:pt x="9389" y="1607"/>
                </a:lnTo>
                <a:cubicBezTo>
                  <a:pt x="9074" y="1607"/>
                  <a:pt x="8728" y="1512"/>
                  <a:pt x="8507" y="1260"/>
                </a:cubicBezTo>
                <a:lnTo>
                  <a:pt x="7846" y="599"/>
                </a:lnTo>
                <a:cubicBezTo>
                  <a:pt x="7436" y="189"/>
                  <a:pt x="6932" y="0"/>
                  <a:pt x="63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3" name="Google Shape;11873;p138"/>
          <p:cNvSpPr/>
          <p:nvPr/>
        </p:nvSpPr>
        <p:spPr>
          <a:xfrm>
            <a:off x="7143562" y="2550547"/>
            <a:ext cx="301233" cy="341555"/>
          </a:xfrm>
          <a:custGeom>
            <a:rect b="b" l="l" r="r" t="t"/>
            <a:pathLst>
              <a:path extrusionOk="0" h="14146" w="12476">
                <a:moveTo>
                  <a:pt x="2552" y="819"/>
                </a:moveTo>
                <a:cubicBezTo>
                  <a:pt x="3056" y="819"/>
                  <a:pt x="3403" y="1198"/>
                  <a:pt x="3403" y="1670"/>
                </a:cubicBezTo>
                <a:lnTo>
                  <a:pt x="1733" y="1670"/>
                </a:lnTo>
                <a:cubicBezTo>
                  <a:pt x="1733" y="1198"/>
                  <a:pt x="2079" y="819"/>
                  <a:pt x="2552" y="819"/>
                </a:cubicBezTo>
                <a:close/>
                <a:moveTo>
                  <a:pt x="10019" y="819"/>
                </a:moveTo>
                <a:cubicBezTo>
                  <a:pt x="10491" y="819"/>
                  <a:pt x="10838" y="1198"/>
                  <a:pt x="10838" y="1670"/>
                </a:cubicBezTo>
                <a:lnTo>
                  <a:pt x="9168" y="1670"/>
                </a:lnTo>
                <a:cubicBezTo>
                  <a:pt x="9168" y="1198"/>
                  <a:pt x="9578" y="819"/>
                  <a:pt x="10019" y="819"/>
                </a:cubicBezTo>
                <a:close/>
                <a:moveTo>
                  <a:pt x="8286" y="2489"/>
                </a:moveTo>
                <a:lnTo>
                  <a:pt x="7593" y="5829"/>
                </a:lnTo>
                <a:lnTo>
                  <a:pt x="4978" y="5829"/>
                </a:lnTo>
                <a:lnTo>
                  <a:pt x="4285" y="2489"/>
                </a:lnTo>
                <a:cubicBezTo>
                  <a:pt x="4978" y="2489"/>
                  <a:pt x="5545" y="2710"/>
                  <a:pt x="5986" y="3182"/>
                </a:cubicBezTo>
                <a:cubicBezTo>
                  <a:pt x="6065" y="3261"/>
                  <a:pt x="6175" y="3300"/>
                  <a:pt x="6285" y="3300"/>
                </a:cubicBezTo>
                <a:cubicBezTo>
                  <a:pt x="6396" y="3300"/>
                  <a:pt x="6506" y="3261"/>
                  <a:pt x="6585" y="3182"/>
                </a:cubicBezTo>
                <a:cubicBezTo>
                  <a:pt x="7026" y="2773"/>
                  <a:pt x="7656" y="2489"/>
                  <a:pt x="8286" y="2489"/>
                </a:cubicBezTo>
                <a:close/>
                <a:moveTo>
                  <a:pt x="7120" y="6648"/>
                </a:moveTo>
                <a:cubicBezTo>
                  <a:pt x="7341" y="6648"/>
                  <a:pt x="7530" y="6648"/>
                  <a:pt x="7719" y="6711"/>
                </a:cubicBezTo>
                <a:lnTo>
                  <a:pt x="8443" y="8066"/>
                </a:lnTo>
                <a:cubicBezTo>
                  <a:pt x="8506" y="8223"/>
                  <a:pt x="8664" y="8318"/>
                  <a:pt x="8790" y="8318"/>
                </a:cubicBezTo>
                <a:cubicBezTo>
                  <a:pt x="8853" y="8318"/>
                  <a:pt x="8916" y="8318"/>
                  <a:pt x="8979" y="8286"/>
                </a:cubicBezTo>
                <a:cubicBezTo>
                  <a:pt x="9168" y="8160"/>
                  <a:pt x="9262" y="7908"/>
                  <a:pt x="9168" y="7719"/>
                </a:cubicBezTo>
                <a:lnTo>
                  <a:pt x="8821" y="6963"/>
                </a:lnTo>
                <a:lnTo>
                  <a:pt x="8821" y="6963"/>
                </a:lnTo>
                <a:cubicBezTo>
                  <a:pt x="10523" y="7656"/>
                  <a:pt x="11751" y="9294"/>
                  <a:pt x="11751" y="11216"/>
                </a:cubicBezTo>
                <a:lnTo>
                  <a:pt x="11751" y="11626"/>
                </a:lnTo>
                <a:lnTo>
                  <a:pt x="977" y="11626"/>
                </a:lnTo>
                <a:lnTo>
                  <a:pt x="977" y="11216"/>
                </a:lnTo>
                <a:cubicBezTo>
                  <a:pt x="914" y="9294"/>
                  <a:pt x="2142" y="7593"/>
                  <a:pt x="3812" y="6963"/>
                </a:cubicBezTo>
                <a:lnTo>
                  <a:pt x="3812" y="6963"/>
                </a:lnTo>
                <a:lnTo>
                  <a:pt x="3466" y="7719"/>
                </a:lnTo>
                <a:cubicBezTo>
                  <a:pt x="3340" y="7908"/>
                  <a:pt x="3466" y="8160"/>
                  <a:pt x="3655" y="8286"/>
                </a:cubicBezTo>
                <a:cubicBezTo>
                  <a:pt x="3749" y="8318"/>
                  <a:pt x="3781" y="8318"/>
                  <a:pt x="3875" y="8318"/>
                </a:cubicBezTo>
                <a:cubicBezTo>
                  <a:pt x="4033" y="8318"/>
                  <a:pt x="4190" y="8223"/>
                  <a:pt x="4222" y="8066"/>
                </a:cubicBezTo>
                <a:lnTo>
                  <a:pt x="4915" y="6711"/>
                </a:lnTo>
                <a:cubicBezTo>
                  <a:pt x="5135" y="6648"/>
                  <a:pt x="5324" y="6648"/>
                  <a:pt x="5513" y="6648"/>
                </a:cubicBezTo>
                <a:lnTo>
                  <a:pt x="5923" y="6648"/>
                </a:lnTo>
                <a:lnTo>
                  <a:pt x="5923" y="8759"/>
                </a:lnTo>
                <a:cubicBezTo>
                  <a:pt x="5923" y="8979"/>
                  <a:pt x="6112" y="9168"/>
                  <a:pt x="6333" y="9168"/>
                </a:cubicBezTo>
                <a:cubicBezTo>
                  <a:pt x="6585" y="9168"/>
                  <a:pt x="6742" y="8979"/>
                  <a:pt x="6742" y="8759"/>
                </a:cubicBezTo>
                <a:lnTo>
                  <a:pt x="6742" y="6648"/>
                </a:lnTo>
                <a:close/>
                <a:moveTo>
                  <a:pt x="11657" y="12445"/>
                </a:moveTo>
                <a:lnTo>
                  <a:pt x="11657" y="13264"/>
                </a:lnTo>
                <a:lnTo>
                  <a:pt x="914" y="13264"/>
                </a:lnTo>
                <a:lnTo>
                  <a:pt x="914" y="12445"/>
                </a:lnTo>
                <a:close/>
                <a:moveTo>
                  <a:pt x="2520" y="0"/>
                </a:moveTo>
                <a:cubicBezTo>
                  <a:pt x="1607" y="0"/>
                  <a:pt x="882" y="756"/>
                  <a:pt x="882" y="1670"/>
                </a:cubicBezTo>
                <a:lnTo>
                  <a:pt x="882" y="2048"/>
                </a:lnTo>
                <a:cubicBezTo>
                  <a:pt x="882" y="2269"/>
                  <a:pt x="1071" y="2489"/>
                  <a:pt x="1260" y="2489"/>
                </a:cubicBezTo>
                <a:lnTo>
                  <a:pt x="3403" y="2489"/>
                </a:lnTo>
                <a:lnTo>
                  <a:pt x="4096" y="5986"/>
                </a:lnTo>
                <a:cubicBezTo>
                  <a:pt x="1764" y="6585"/>
                  <a:pt x="0" y="8696"/>
                  <a:pt x="0" y="11216"/>
                </a:cubicBezTo>
                <a:lnTo>
                  <a:pt x="0" y="13705"/>
                </a:lnTo>
                <a:cubicBezTo>
                  <a:pt x="0" y="13925"/>
                  <a:pt x="189" y="14146"/>
                  <a:pt x="410" y="14146"/>
                </a:cubicBezTo>
                <a:lnTo>
                  <a:pt x="11972" y="14146"/>
                </a:lnTo>
                <a:cubicBezTo>
                  <a:pt x="12224" y="14146"/>
                  <a:pt x="12413" y="13925"/>
                  <a:pt x="12413" y="13705"/>
                </a:cubicBezTo>
                <a:lnTo>
                  <a:pt x="12413" y="11216"/>
                </a:lnTo>
                <a:cubicBezTo>
                  <a:pt x="12476" y="8696"/>
                  <a:pt x="10743" y="6585"/>
                  <a:pt x="8443" y="5986"/>
                </a:cubicBezTo>
                <a:lnTo>
                  <a:pt x="9136" y="2489"/>
                </a:lnTo>
                <a:lnTo>
                  <a:pt x="11279" y="2489"/>
                </a:lnTo>
                <a:cubicBezTo>
                  <a:pt x="11499" y="2489"/>
                  <a:pt x="11657" y="2269"/>
                  <a:pt x="11657" y="2048"/>
                </a:cubicBezTo>
                <a:lnTo>
                  <a:pt x="11657" y="1670"/>
                </a:lnTo>
                <a:cubicBezTo>
                  <a:pt x="11657" y="756"/>
                  <a:pt x="10901" y="0"/>
                  <a:pt x="10019" y="0"/>
                </a:cubicBezTo>
                <a:cubicBezTo>
                  <a:pt x="9105" y="0"/>
                  <a:pt x="8349" y="756"/>
                  <a:pt x="8349" y="1670"/>
                </a:cubicBezTo>
                <a:lnTo>
                  <a:pt x="8286" y="1670"/>
                </a:lnTo>
                <a:cubicBezTo>
                  <a:pt x="7530" y="1670"/>
                  <a:pt x="6868" y="1891"/>
                  <a:pt x="6269" y="2332"/>
                </a:cubicBezTo>
                <a:cubicBezTo>
                  <a:pt x="5702" y="1891"/>
                  <a:pt x="5009" y="1670"/>
                  <a:pt x="4253" y="1670"/>
                </a:cubicBezTo>
                <a:lnTo>
                  <a:pt x="4190" y="1670"/>
                </a:lnTo>
                <a:cubicBezTo>
                  <a:pt x="4190" y="756"/>
                  <a:pt x="3434" y="0"/>
                  <a:pt x="252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874" name="Google Shape;11874;p138"/>
          <p:cNvGrpSpPr/>
          <p:nvPr/>
        </p:nvGrpSpPr>
        <p:grpSpPr>
          <a:xfrm>
            <a:off x="7576790" y="2989279"/>
            <a:ext cx="343094" cy="341569"/>
            <a:chOff x="6001575" y="3119050"/>
            <a:chExt cx="315025" cy="313625"/>
          </a:xfrm>
        </p:grpSpPr>
        <p:sp>
          <p:nvSpPr>
            <p:cNvPr id="11875" name="Google Shape;11875;p138"/>
            <p:cNvSpPr/>
            <p:nvPr/>
          </p:nvSpPr>
          <p:spPr>
            <a:xfrm>
              <a:off x="6001575" y="3119050"/>
              <a:ext cx="315025" cy="313625"/>
            </a:xfrm>
            <a:custGeom>
              <a:rect b="b" l="l" r="r" t="t"/>
              <a:pathLst>
                <a:path extrusionOk="0" h="12545" w="12601">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6" name="Google Shape;11876;p138"/>
            <p:cNvSpPr/>
            <p:nvPr/>
          </p:nvSpPr>
          <p:spPr>
            <a:xfrm flipH="1">
              <a:off x="6001575" y="3119050"/>
              <a:ext cx="315025" cy="313625"/>
            </a:xfrm>
            <a:custGeom>
              <a:rect b="b" l="l" r="r" t="t"/>
              <a:pathLst>
                <a:path extrusionOk="0" h="12545" w="12601">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1880" name="Shape 11880"/>
        <p:cNvGrpSpPr/>
        <p:nvPr/>
      </p:nvGrpSpPr>
      <p:grpSpPr>
        <a:xfrm>
          <a:off x="0" y="0"/>
          <a:ext cx="0" cy="0"/>
          <a:chOff x="0" y="0"/>
          <a:chExt cx="0" cy="0"/>
        </a:xfrm>
      </p:grpSpPr>
      <p:sp>
        <p:nvSpPr>
          <p:cNvPr id="11881" name="Google Shape;11881;p139"/>
          <p:cNvSpPr/>
          <p:nvPr/>
        </p:nvSpPr>
        <p:spPr>
          <a:xfrm>
            <a:off x="901486" y="1688459"/>
            <a:ext cx="361250" cy="473920"/>
          </a:xfrm>
          <a:custGeom>
            <a:rect b="b" l="l" r="r" t="t"/>
            <a:pathLst>
              <a:path extrusionOk="0" h="12194" w="9295">
                <a:moveTo>
                  <a:pt x="4568" y="662"/>
                </a:moveTo>
                <a:cubicBezTo>
                  <a:pt x="5167" y="662"/>
                  <a:pt x="5639" y="1135"/>
                  <a:pt x="5639" y="1734"/>
                </a:cubicBezTo>
                <a:cubicBezTo>
                  <a:pt x="5639" y="2301"/>
                  <a:pt x="5167" y="2773"/>
                  <a:pt x="4568" y="2773"/>
                </a:cubicBezTo>
                <a:cubicBezTo>
                  <a:pt x="3970" y="2773"/>
                  <a:pt x="3497" y="2301"/>
                  <a:pt x="3497" y="1734"/>
                </a:cubicBezTo>
                <a:cubicBezTo>
                  <a:pt x="3497" y="1135"/>
                  <a:pt x="3970" y="662"/>
                  <a:pt x="4568" y="662"/>
                </a:cubicBezTo>
                <a:close/>
                <a:moveTo>
                  <a:pt x="7750" y="3529"/>
                </a:moveTo>
                <a:cubicBezTo>
                  <a:pt x="8160" y="3529"/>
                  <a:pt x="8475" y="3844"/>
                  <a:pt x="8475" y="4254"/>
                </a:cubicBezTo>
                <a:cubicBezTo>
                  <a:pt x="8475" y="4632"/>
                  <a:pt x="8160" y="4947"/>
                  <a:pt x="7750" y="4947"/>
                </a:cubicBezTo>
                <a:cubicBezTo>
                  <a:pt x="7372" y="4947"/>
                  <a:pt x="7057" y="4632"/>
                  <a:pt x="7057" y="4254"/>
                </a:cubicBezTo>
                <a:cubicBezTo>
                  <a:pt x="7057" y="3876"/>
                  <a:pt x="7372" y="3529"/>
                  <a:pt x="7750" y="3529"/>
                </a:cubicBezTo>
                <a:close/>
                <a:moveTo>
                  <a:pt x="1733" y="4254"/>
                </a:moveTo>
                <a:cubicBezTo>
                  <a:pt x="2836" y="4254"/>
                  <a:pt x="3812" y="4979"/>
                  <a:pt x="4127" y="6018"/>
                </a:cubicBezTo>
                <a:lnTo>
                  <a:pt x="2678" y="5042"/>
                </a:lnTo>
                <a:cubicBezTo>
                  <a:pt x="2615" y="4991"/>
                  <a:pt x="2537" y="4966"/>
                  <a:pt x="2460" y="4966"/>
                </a:cubicBezTo>
                <a:cubicBezTo>
                  <a:pt x="2344" y="4966"/>
                  <a:pt x="2231" y="5023"/>
                  <a:pt x="2174" y="5136"/>
                </a:cubicBezTo>
                <a:cubicBezTo>
                  <a:pt x="2048" y="5294"/>
                  <a:pt x="2079" y="5546"/>
                  <a:pt x="2268" y="5672"/>
                </a:cubicBezTo>
                <a:lnTo>
                  <a:pt x="3434" y="6459"/>
                </a:lnTo>
                <a:lnTo>
                  <a:pt x="3182" y="6459"/>
                </a:lnTo>
                <a:cubicBezTo>
                  <a:pt x="1890" y="6396"/>
                  <a:pt x="819" y="5451"/>
                  <a:pt x="662" y="4254"/>
                </a:cubicBezTo>
                <a:close/>
                <a:moveTo>
                  <a:pt x="1355" y="7814"/>
                </a:moveTo>
                <a:cubicBezTo>
                  <a:pt x="1733" y="7814"/>
                  <a:pt x="2048" y="8129"/>
                  <a:pt x="2048" y="8539"/>
                </a:cubicBezTo>
                <a:cubicBezTo>
                  <a:pt x="2048" y="8917"/>
                  <a:pt x="1733" y="9232"/>
                  <a:pt x="1355" y="9232"/>
                </a:cubicBezTo>
                <a:cubicBezTo>
                  <a:pt x="945" y="9232"/>
                  <a:pt x="630" y="8917"/>
                  <a:pt x="630" y="8539"/>
                </a:cubicBezTo>
                <a:cubicBezTo>
                  <a:pt x="630" y="8129"/>
                  <a:pt x="945" y="7814"/>
                  <a:pt x="1355" y="7814"/>
                </a:cubicBezTo>
                <a:close/>
                <a:moveTo>
                  <a:pt x="8506" y="8476"/>
                </a:moveTo>
                <a:cubicBezTo>
                  <a:pt x="8317" y="9767"/>
                  <a:pt x="7246" y="10681"/>
                  <a:pt x="5986" y="10681"/>
                </a:cubicBezTo>
                <a:lnTo>
                  <a:pt x="5734" y="10681"/>
                </a:lnTo>
                <a:lnTo>
                  <a:pt x="6900" y="9893"/>
                </a:lnTo>
                <a:cubicBezTo>
                  <a:pt x="7057" y="9799"/>
                  <a:pt x="7089" y="9578"/>
                  <a:pt x="7026" y="9389"/>
                </a:cubicBezTo>
                <a:cubicBezTo>
                  <a:pt x="6940" y="9282"/>
                  <a:pt x="6809" y="9233"/>
                  <a:pt x="6675" y="9233"/>
                </a:cubicBezTo>
                <a:cubicBezTo>
                  <a:pt x="6613" y="9233"/>
                  <a:pt x="6550" y="9243"/>
                  <a:pt x="6490" y="9263"/>
                </a:cubicBezTo>
                <a:lnTo>
                  <a:pt x="5041" y="10271"/>
                </a:lnTo>
                <a:cubicBezTo>
                  <a:pt x="5356" y="9232"/>
                  <a:pt x="6301" y="8476"/>
                  <a:pt x="7435" y="8476"/>
                </a:cubicBezTo>
                <a:close/>
                <a:moveTo>
                  <a:pt x="4600" y="1"/>
                </a:moveTo>
                <a:cubicBezTo>
                  <a:pt x="3623" y="1"/>
                  <a:pt x="2836" y="788"/>
                  <a:pt x="2836" y="1765"/>
                </a:cubicBezTo>
                <a:cubicBezTo>
                  <a:pt x="2836" y="2616"/>
                  <a:pt x="3466" y="3340"/>
                  <a:pt x="4253" y="3498"/>
                </a:cubicBezTo>
                <a:lnTo>
                  <a:pt x="4253" y="4758"/>
                </a:lnTo>
                <a:cubicBezTo>
                  <a:pt x="3655" y="4033"/>
                  <a:pt x="2741" y="3561"/>
                  <a:pt x="1764" y="3561"/>
                </a:cubicBezTo>
                <a:lnTo>
                  <a:pt x="347" y="3561"/>
                </a:lnTo>
                <a:cubicBezTo>
                  <a:pt x="158" y="3561"/>
                  <a:pt x="0" y="3718"/>
                  <a:pt x="0" y="3939"/>
                </a:cubicBezTo>
                <a:cubicBezTo>
                  <a:pt x="0" y="5703"/>
                  <a:pt x="1449" y="7152"/>
                  <a:pt x="3214" y="7152"/>
                </a:cubicBezTo>
                <a:lnTo>
                  <a:pt x="4285" y="7152"/>
                </a:lnTo>
                <a:lnTo>
                  <a:pt x="4285" y="9988"/>
                </a:lnTo>
                <a:cubicBezTo>
                  <a:pt x="3844" y="9547"/>
                  <a:pt x="3340" y="9232"/>
                  <a:pt x="2804" y="9074"/>
                </a:cubicBezTo>
                <a:cubicBezTo>
                  <a:pt x="2836" y="8917"/>
                  <a:pt x="2867" y="8759"/>
                  <a:pt x="2867" y="8602"/>
                </a:cubicBezTo>
                <a:cubicBezTo>
                  <a:pt x="2867" y="7814"/>
                  <a:pt x="2237" y="7184"/>
                  <a:pt x="1449" y="7184"/>
                </a:cubicBezTo>
                <a:cubicBezTo>
                  <a:pt x="662" y="7184"/>
                  <a:pt x="32" y="7814"/>
                  <a:pt x="32" y="8602"/>
                </a:cubicBezTo>
                <a:cubicBezTo>
                  <a:pt x="32" y="9389"/>
                  <a:pt x="662" y="10019"/>
                  <a:pt x="1449" y="10019"/>
                </a:cubicBezTo>
                <a:cubicBezTo>
                  <a:pt x="1796" y="10019"/>
                  <a:pt x="2111" y="9893"/>
                  <a:pt x="2363" y="9673"/>
                </a:cubicBezTo>
                <a:cubicBezTo>
                  <a:pt x="3182" y="9862"/>
                  <a:pt x="3907" y="10429"/>
                  <a:pt x="4285" y="11153"/>
                </a:cubicBezTo>
                <a:lnTo>
                  <a:pt x="4285" y="11847"/>
                </a:lnTo>
                <a:cubicBezTo>
                  <a:pt x="4285" y="12036"/>
                  <a:pt x="4442" y="12193"/>
                  <a:pt x="4631" y="12193"/>
                </a:cubicBezTo>
                <a:cubicBezTo>
                  <a:pt x="4852" y="12193"/>
                  <a:pt x="5009" y="12036"/>
                  <a:pt x="5009" y="11847"/>
                </a:cubicBezTo>
                <a:lnTo>
                  <a:pt x="5009" y="11437"/>
                </a:lnTo>
                <a:lnTo>
                  <a:pt x="6049" y="11437"/>
                </a:lnTo>
                <a:cubicBezTo>
                  <a:pt x="7845" y="11437"/>
                  <a:pt x="9294" y="9988"/>
                  <a:pt x="9294" y="8224"/>
                </a:cubicBezTo>
                <a:cubicBezTo>
                  <a:pt x="9231" y="7971"/>
                  <a:pt x="9042" y="7814"/>
                  <a:pt x="8853" y="7814"/>
                </a:cubicBezTo>
                <a:lnTo>
                  <a:pt x="7435" y="7814"/>
                </a:lnTo>
                <a:cubicBezTo>
                  <a:pt x="6427" y="7814"/>
                  <a:pt x="5545" y="8287"/>
                  <a:pt x="4946" y="9011"/>
                </a:cubicBezTo>
                <a:lnTo>
                  <a:pt x="4946" y="6837"/>
                </a:lnTo>
                <a:cubicBezTo>
                  <a:pt x="5356" y="6081"/>
                  <a:pt x="6081" y="5546"/>
                  <a:pt x="6900" y="5357"/>
                </a:cubicBezTo>
                <a:cubicBezTo>
                  <a:pt x="7120" y="5546"/>
                  <a:pt x="7467" y="5703"/>
                  <a:pt x="7813" y="5703"/>
                </a:cubicBezTo>
                <a:cubicBezTo>
                  <a:pt x="8601" y="5703"/>
                  <a:pt x="9231" y="5073"/>
                  <a:pt x="9231" y="4285"/>
                </a:cubicBezTo>
                <a:cubicBezTo>
                  <a:pt x="9231" y="3498"/>
                  <a:pt x="8601" y="2868"/>
                  <a:pt x="7813" y="2868"/>
                </a:cubicBezTo>
                <a:cubicBezTo>
                  <a:pt x="7026" y="2868"/>
                  <a:pt x="6396" y="3498"/>
                  <a:pt x="6396" y="4285"/>
                </a:cubicBezTo>
                <a:cubicBezTo>
                  <a:pt x="6396" y="4443"/>
                  <a:pt x="6427" y="4600"/>
                  <a:pt x="6459" y="4758"/>
                </a:cubicBezTo>
                <a:cubicBezTo>
                  <a:pt x="5860" y="4947"/>
                  <a:pt x="5356" y="5262"/>
                  <a:pt x="4946" y="5672"/>
                </a:cubicBezTo>
                <a:lnTo>
                  <a:pt x="4946" y="3498"/>
                </a:lnTo>
                <a:cubicBezTo>
                  <a:pt x="5797" y="3340"/>
                  <a:pt x="6364" y="2584"/>
                  <a:pt x="6364" y="1765"/>
                </a:cubicBezTo>
                <a:cubicBezTo>
                  <a:pt x="6364" y="788"/>
                  <a:pt x="5576" y="1"/>
                  <a:pt x="460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882" name="Google Shape;11882;p139"/>
          <p:cNvGrpSpPr/>
          <p:nvPr/>
        </p:nvGrpSpPr>
        <p:grpSpPr>
          <a:xfrm>
            <a:off x="845233" y="2273195"/>
            <a:ext cx="476329" cy="476213"/>
            <a:chOff x="-21298675" y="2414425"/>
            <a:chExt cx="306400" cy="306325"/>
          </a:xfrm>
        </p:grpSpPr>
        <p:sp>
          <p:nvSpPr>
            <p:cNvPr id="11883" name="Google Shape;11883;p139"/>
            <p:cNvSpPr/>
            <p:nvPr/>
          </p:nvSpPr>
          <p:spPr>
            <a:xfrm>
              <a:off x="-21083650" y="2444575"/>
              <a:ext cx="20500" cy="18525"/>
            </a:xfrm>
            <a:custGeom>
              <a:rect b="b" l="l" r="r" t="t"/>
              <a:pathLst>
                <a:path extrusionOk="0" h="741" w="820">
                  <a:moveTo>
                    <a:pt x="410" y="1"/>
                  </a:moveTo>
                  <a:cubicBezTo>
                    <a:pt x="323" y="1"/>
                    <a:pt x="237" y="40"/>
                    <a:pt x="158" y="119"/>
                  </a:cubicBezTo>
                  <a:cubicBezTo>
                    <a:pt x="0" y="276"/>
                    <a:pt x="0" y="465"/>
                    <a:pt x="158" y="623"/>
                  </a:cubicBezTo>
                  <a:cubicBezTo>
                    <a:pt x="237" y="702"/>
                    <a:pt x="331" y="741"/>
                    <a:pt x="422" y="741"/>
                  </a:cubicBezTo>
                  <a:cubicBezTo>
                    <a:pt x="512" y="741"/>
                    <a:pt x="599" y="702"/>
                    <a:pt x="662" y="623"/>
                  </a:cubicBezTo>
                  <a:cubicBezTo>
                    <a:pt x="819" y="465"/>
                    <a:pt x="819" y="276"/>
                    <a:pt x="662" y="119"/>
                  </a:cubicBezTo>
                  <a:cubicBezTo>
                    <a:pt x="583" y="40"/>
                    <a:pt x="496" y="1"/>
                    <a:pt x="41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4" name="Google Shape;11884;p139"/>
            <p:cNvSpPr/>
            <p:nvPr/>
          </p:nvSpPr>
          <p:spPr>
            <a:xfrm>
              <a:off x="-21298675" y="2414425"/>
              <a:ext cx="306400" cy="306325"/>
            </a:xfrm>
            <a:custGeom>
              <a:rect b="b" l="l" r="r" t="t"/>
              <a:pathLst>
                <a:path extrusionOk="0" h="12253" w="12256">
                  <a:moveTo>
                    <a:pt x="9420" y="695"/>
                  </a:moveTo>
                  <a:cubicBezTo>
                    <a:pt x="9704" y="695"/>
                    <a:pt x="9924" y="695"/>
                    <a:pt x="10176" y="726"/>
                  </a:cubicBezTo>
                  <a:cubicBezTo>
                    <a:pt x="10429" y="789"/>
                    <a:pt x="10555" y="1136"/>
                    <a:pt x="10365" y="1325"/>
                  </a:cubicBezTo>
                  <a:cubicBezTo>
                    <a:pt x="10208" y="1482"/>
                    <a:pt x="10208" y="1671"/>
                    <a:pt x="10365" y="1829"/>
                  </a:cubicBezTo>
                  <a:cubicBezTo>
                    <a:pt x="10444" y="1908"/>
                    <a:pt x="10531" y="1947"/>
                    <a:pt x="10618" y="1947"/>
                  </a:cubicBezTo>
                  <a:cubicBezTo>
                    <a:pt x="10704" y="1947"/>
                    <a:pt x="10791" y="1908"/>
                    <a:pt x="10870" y="1829"/>
                  </a:cubicBezTo>
                  <a:cubicBezTo>
                    <a:pt x="10942" y="1767"/>
                    <a:pt x="11027" y="1739"/>
                    <a:pt x="11111" y="1739"/>
                  </a:cubicBezTo>
                  <a:cubicBezTo>
                    <a:pt x="11283" y="1739"/>
                    <a:pt x="11447" y="1858"/>
                    <a:pt x="11468" y="2049"/>
                  </a:cubicBezTo>
                  <a:cubicBezTo>
                    <a:pt x="11594" y="2711"/>
                    <a:pt x="11563" y="3719"/>
                    <a:pt x="11248" y="4727"/>
                  </a:cubicBezTo>
                  <a:cubicBezTo>
                    <a:pt x="11060" y="4761"/>
                    <a:pt x="10872" y="4778"/>
                    <a:pt x="10684" y="4778"/>
                  </a:cubicBezTo>
                  <a:cubicBezTo>
                    <a:pt x="9833" y="4778"/>
                    <a:pt x="9006" y="4433"/>
                    <a:pt x="8412" y="3814"/>
                  </a:cubicBezTo>
                  <a:cubicBezTo>
                    <a:pt x="7656" y="3058"/>
                    <a:pt x="7341" y="1986"/>
                    <a:pt x="7499" y="978"/>
                  </a:cubicBezTo>
                  <a:cubicBezTo>
                    <a:pt x="8129" y="789"/>
                    <a:pt x="8822" y="695"/>
                    <a:pt x="9420" y="695"/>
                  </a:cubicBezTo>
                  <a:close/>
                  <a:moveTo>
                    <a:pt x="5102" y="1271"/>
                  </a:moveTo>
                  <a:cubicBezTo>
                    <a:pt x="5187" y="1271"/>
                    <a:pt x="5273" y="1278"/>
                    <a:pt x="5356" y="1293"/>
                  </a:cubicBezTo>
                  <a:cubicBezTo>
                    <a:pt x="5293" y="1356"/>
                    <a:pt x="5167" y="1451"/>
                    <a:pt x="5104" y="1514"/>
                  </a:cubicBezTo>
                  <a:cubicBezTo>
                    <a:pt x="4348" y="2270"/>
                    <a:pt x="3781" y="3373"/>
                    <a:pt x="3466" y="4822"/>
                  </a:cubicBezTo>
                  <a:cubicBezTo>
                    <a:pt x="3182" y="4475"/>
                    <a:pt x="3088" y="4034"/>
                    <a:pt x="3088" y="3562"/>
                  </a:cubicBezTo>
                  <a:cubicBezTo>
                    <a:pt x="3088" y="2900"/>
                    <a:pt x="3340" y="2270"/>
                    <a:pt x="3844" y="1797"/>
                  </a:cubicBezTo>
                  <a:cubicBezTo>
                    <a:pt x="4163" y="1478"/>
                    <a:pt x="4639" y="1271"/>
                    <a:pt x="5102" y="1271"/>
                  </a:cubicBezTo>
                  <a:close/>
                  <a:moveTo>
                    <a:pt x="6711" y="1293"/>
                  </a:moveTo>
                  <a:lnTo>
                    <a:pt x="6711" y="1293"/>
                  </a:lnTo>
                  <a:cubicBezTo>
                    <a:pt x="6616" y="2427"/>
                    <a:pt x="7026" y="3530"/>
                    <a:pt x="7845" y="4318"/>
                  </a:cubicBezTo>
                  <a:cubicBezTo>
                    <a:pt x="8562" y="5035"/>
                    <a:pt x="9540" y="5465"/>
                    <a:pt x="10565" y="5465"/>
                  </a:cubicBezTo>
                  <a:cubicBezTo>
                    <a:pt x="10666" y="5465"/>
                    <a:pt x="10768" y="5460"/>
                    <a:pt x="10870" y="5452"/>
                  </a:cubicBezTo>
                  <a:lnTo>
                    <a:pt x="10870" y="5452"/>
                  </a:lnTo>
                  <a:cubicBezTo>
                    <a:pt x="10681" y="5893"/>
                    <a:pt x="10429" y="6303"/>
                    <a:pt x="10082" y="6618"/>
                  </a:cubicBezTo>
                  <a:cubicBezTo>
                    <a:pt x="8444" y="8256"/>
                    <a:pt x="4852" y="8413"/>
                    <a:pt x="3749" y="8413"/>
                  </a:cubicBezTo>
                  <a:cubicBezTo>
                    <a:pt x="3749" y="7311"/>
                    <a:pt x="3907" y="3719"/>
                    <a:pt x="5545" y="2081"/>
                  </a:cubicBezTo>
                  <a:cubicBezTo>
                    <a:pt x="5860" y="1766"/>
                    <a:pt x="6270" y="1482"/>
                    <a:pt x="6711" y="1293"/>
                  </a:cubicBezTo>
                  <a:close/>
                  <a:moveTo>
                    <a:pt x="10838" y="6838"/>
                  </a:moveTo>
                  <a:cubicBezTo>
                    <a:pt x="10964" y="7405"/>
                    <a:pt x="10775" y="7941"/>
                    <a:pt x="10365" y="8382"/>
                  </a:cubicBezTo>
                  <a:cubicBezTo>
                    <a:pt x="9888" y="8860"/>
                    <a:pt x="9239" y="9101"/>
                    <a:pt x="8593" y="9101"/>
                  </a:cubicBezTo>
                  <a:cubicBezTo>
                    <a:pt x="8132" y="9101"/>
                    <a:pt x="7672" y="8978"/>
                    <a:pt x="7278" y="8728"/>
                  </a:cubicBezTo>
                  <a:cubicBezTo>
                    <a:pt x="8759" y="8382"/>
                    <a:pt x="9893" y="7878"/>
                    <a:pt x="10586" y="7122"/>
                  </a:cubicBezTo>
                  <a:cubicBezTo>
                    <a:pt x="10681" y="7027"/>
                    <a:pt x="10775" y="6933"/>
                    <a:pt x="10838" y="6838"/>
                  </a:cubicBezTo>
                  <a:close/>
                  <a:moveTo>
                    <a:pt x="1902" y="8486"/>
                  </a:moveTo>
                  <a:cubicBezTo>
                    <a:pt x="2355" y="8486"/>
                    <a:pt x="2810" y="8652"/>
                    <a:pt x="3151" y="9012"/>
                  </a:cubicBezTo>
                  <a:cubicBezTo>
                    <a:pt x="3718" y="9611"/>
                    <a:pt x="3812" y="10461"/>
                    <a:pt x="3466" y="11123"/>
                  </a:cubicBezTo>
                  <a:cubicBezTo>
                    <a:pt x="3151" y="10619"/>
                    <a:pt x="2804" y="10178"/>
                    <a:pt x="2426" y="9768"/>
                  </a:cubicBezTo>
                  <a:cubicBezTo>
                    <a:pt x="2017" y="9358"/>
                    <a:pt x="1544" y="9012"/>
                    <a:pt x="1040" y="8697"/>
                  </a:cubicBezTo>
                  <a:cubicBezTo>
                    <a:pt x="1304" y="8559"/>
                    <a:pt x="1603" y="8486"/>
                    <a:pt x="1902" y="8486"/>
                  </a:cubicBezTo>
                  <a:close/>
                  <a:moveTo>
                    <a:pt x="9468" y="0"/>
                  </a:moveTo>
                  <a:cubicBezTo>
                    <a:pt x="8905" y="0"/>
                    <a:pt x="8299" y="77"/>
                    <a:pt x="7719" y="222"/>
                  </a:cubicBezTo>
                  <a:cubicBezTo>
                    <a:pt x="7247" y="348"/>
                    <a:pt x="6711" y="537"/>
                    <a:pt x="6112" y="852"/>
                  </a:cubicBezTo>
                  <a:cubicBezTo>
                    <a:pt x="5784" y="699"/>
                    <a:pt x="5436" y="625"/>
                    <a:pt x="5090" y="625"/>
                  </a:cubicBezTo>
                  <a:cubicBezTo>
                    <a:pt x="4442" y="625"/>
                    <a:pt x="3802" y="884"/>
                    <a:pt x="3308" y="1356"/>
                  </a:cubicBezTo>
                  <a:cubicBezTo>
                    <a:pt x="2741" y="1955"/>
                    <a:pt x="2363" y="2774"/>
                    <a:pt x="2363" y="3656"/>
                  </a:cubicBezTo>
                  <a:cubicBezTo>
                    <a:pt x="2363" y="4475"/>
                    <a:pt x="2678" y="5263"/>
                    <a:pt x="3277" y="5893"/>
                  </a:cubicBezTo>
                  <a:cubicBezTo>
                    <a:pt x="3151" y="6649"/>
                    <a:pt x="3088" y="7405"/>
                    <a:pt x="3088" y="8130"/>
                  </a:cubicBezTo>
                  <a:cubicBezTo>
                    <a:pt x="2722" y="7947"/>
                    <a:pt x="2319" y="7854"/>
                    <a:pt x="1916" y="7854"/>
                  </a:cubicBezTo>
                  <a:cubicBezTo>
                    <a:pt x="1278" y="7854"/>
                    <a:pt x="641" y="8088"/>
                    <a:pt x="158" y="8571"/>
                  </a:cubicBezTo>
                  <a:cubicBezTo>
                    <a:pt x="0" y="8728"/>
                    <a:pt x="63" y="9043"/>
                    <a:pt x="252" y="9169"/>
                  </a:cubicBezTo>
                  <a:cubicBezTo>
                    <a:pt x="1481" y="9800"/>
                    <a:pt x="2489" y="10808"/>
                    <a:pt x="3119" y="12036"/>
                  </a:cubicBezTo>
                  <a:cubicBezTo>
                    <a:pt x="3191" y="12180"/>
                    <a:pt x="3315" y="12252"/>
                    <a:pt x="3443" y="12252"/>
                  </a:cubicBezTo>
                  <a:cubicBezTo>
                    <a:pt x="3539" y="12252"/>
                    <a:pt x="3637" y="12212"/>
                    <a:pt x="3718" y="12131"/>
                  </a:cubicBezTo>
                  <a:cubicBezTo>
                    <a:pt x="4506" y="11343"/>
                    <a:pt x="4663" y="10146"/>
                    <a:pt x="4159" y="9201"/>
                  </a:cubicBezTo>
                  <a:cubicBezTo>
                    <a:pt x="4884" y="9201"/>
                    <a:pt x="5671" y="9138"/>
                    <a:pt x="6396" y="9012"/>
                  </a:cubicBezTo>
                  <a:cubicBezTo>
                    <a:pt x="7026" y="9611"/>
                    <a:pt x="7814" y="9926"/>
                    <a:pt x="8633" y="9926"/>
                  </a:cubicBezTo>
                  <a:cubicBezTo>
                    <a:pt x="9452" y="9926"/>
                    <a:pt x="10271" y="9611"/>
                    <a:pt x="10933" y="8980"/>
                  </a:cubicBezTo>
                  <a:cubicBezTo>
                    <a:pt x="11657" y="8224"/>
                    <a:pt x="11878" y="7122"/>
                    <a:pt x="11437" y="6176"/>
                  </a:cubicBezTo>
                  <a:cubicBezTo>
                    <a:pt x="11752" y="5609"/>
                    <a:pt x="11941" y="5042"/>
                    <a:pt x="12067" y="4570"/>
                  </a:cubicBezTo>
                  <a:cubicBezTo>
                    <a:pt x="12224" y="3625"/>
                    <a:pt x="12256" y="2616"/>
                    <a:pt x="12130" y="1923"/>
                  </a:cubicBezTo>
                  <a:cubicBezTo>
                    <a:pt x="12067" y="1419"/>
                    <a:pt x="11626" y="1041"/>
                    <a:pt x="11153" y="1041"/>
                  </a:cubicBezTo>
                  <a:cubicBezTo>
                    <a:pt x="11122" y="537"/>
                    <a:pt x="10775" y="159"/>
                    <a:pt x="10302" y="65"/>
                  </a:cubicBezTo>
                  <a:cubicBezTo>
                    <a:pt x="10043" y="21"/>
                    <a:pt x="9761" y="0"/>
                    <a:pt x="946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5" name="Google Shape;11885;p139"/>
            <p:cNvSpPr/>
            <p:nvPr/>
          </p:nvSpPr>
          <p:spPr>
            <a:xfrm>
              <a:off x="-21171875" y="2521375"/>
              <a:ext cx="73275" cy="66100"/>
            </a:xfrm>
            <a:custGeom>
              <a:rect b="b" l="l" r="r" t="t"/>
              <a:pathLst>
                <a:path extrusionOk="0" h="2644" w="2931">
                  <a:moveTo>
                    <a:pt x="1499" y="0"/>
                  </a:moveTo>
                  <a:cubicBezTo>
                    <a:pt x="1471" y="0"/>
                    <a:pt x="1444" y="3"/>
                    <a:pt x="1418" y="8"/>
                  </a:cubicBezTo>
                  <a:lnTo>
                    <a:pt x="1009" y="166"/>
                  </a:lnTo>
                  <a:cubicBezTo>
                    <a:pt x="253" y="386"/>
                    <a:pt x="1" y="1394"/>
                    <a:pt x="568" y="1930"/>
                  </a:cubicBezTo>
                  <a:lnTo>
                    <a:pt x="977" y="2340"/>
                  </a:lnTo>
                  <a:cubicBezTo>
                    <a:pt x="1182" y="2544"/>
                    <a:pt x="1451" y="2643"/>
                    <a:pt x="1720" y="2643"/>
                  </a:cubicBezTo>
                  <a:cubicBezTo>
                    <a:pt x="2154" y="2643"/>
                    <a:pt x="2586" y="2385"/>
                    <a:pt x="2742" y="1898"/>
                  </a:cubicBezTo>
                  <a:lnTo>
                    <a:pt x="2899" y="1457"/>
                  </a:lnTo>
                  <a:cubicBezTo>
                    <a:pt x="2931" y="1268"/>
                    <a:pt x="2805" y="1016"/>
                    <a:pt x="2616" y="985"/>
                  </a:cubicBezTo>
                  <a:cubicBezTo>
                    <a:pt x="2577" y="972"/>
                    <a:pt x="2537" y="966"/>
                    <a:pt x="2498" y="966"/>
                  </a:cubicBezTo>
                  <a:cubicBezTo>
                    <a:pt x="2344" y="966"/>
                    <a:pt x="2200" y="1061"/>
                    <a:pt x="2175" y="1237"/>
                  </a:cubicBezTo>
                  <a:lnTo>
                    <a:pt x="2017" y="1646"/>
                  </a:lnTo>
                  <a:cubicBezTo>
                    <a:pt x="1977" y="1806"/>
                    <a:pt x="1836" y="1890"/>
                    <a:pt x="1682" y="1890"/>
                  </a:cubicBezTo>
                  <a:cubicBezTo>
                    <a:pt x="1593" y="1890"/>
                    <a:pt x="1499" y="1862"/>
                    <a:pt x="1418" y="1804"/>
                  </a:cubicBezTo>
                  <a:lnTo>
                    <a:pt x="1040" y="1426"/>
                  </a:lnTo>
                  <a:cubicBezTo>
                    <a:pt x="851" y="1237"/>
                    <a:pt x="914" y="922"/>
                    <a:pt x="1198" y="827"/>
                  </a:cubicBezTo>
                  <a:lnTo>
                    <a:pt x="1639" y="670"/>
                  </a:lnTo>
                  <a:cubicBezTo>
                    <a:pt x="1828" y="607"/>
                    <a:pt x="1891" y="386"/>
                    <a:pt x="1859" y="229"/>
                  </a:cubicBezTo>
                  <a:cubicBezTo>
                    <a:pt x="1807" y="70"/>
                    <a:pt x="1643" y="0"/>
                    <a:pt x="149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86" name="Google Shape;11886;p139"/>
          <p:cNvGrpSpPr/>
          <p:nvPr/>
        </p:nvGrpSpPr>
        <p:grpSpPr>
          <a:xfrm>
            <a:off x="844611" y="2865128"/>
            <a:ext cx="477573" cy="445432"/>
            <a:chOff x="-21299475" y="2798025"/>
            <a:chExt cx="307200" cy="286525"/>
          </a:xfrm>
        </p:grpSpPr>
        <p:sp>
          <p:nvSpPr>
            <p:cNvPr id="11887" name="Google Shape;11887;p139"/>
            <p:cNvSpPr/>
            <p:nvPr/>
          </p:nvSpPr>
          <p:spPr>
            <a:xfrm>
              <a:off x="-21153750" y="2798025"/>
              <a:ext cx="17350" cy="53575"/>
            </a:xfrm>
            <a:custGeom>
              <a:rect b="b" l="l" r="r" t="t"/>
              <a:pathLst>
                <a:path extrusionOk="0" h="2143" w="694">
                  <a:moveTo>
                    <a:pt x="347" y="0"/>
                  </a:moveTo>
                  <a:cubicBezTo>
                    <a:pt x="158" y="0"/>
                    <a:pt x="0" y="158"/>
                    <a:pt x="0" y="347"/>
                  </a:cubicBezTo>
                  <a:lnTo>
                    <a:pt x="0" y="1765"/>
                  </a:lnTo>
                  <a:cubicBezTo>
                    <a:pt x="0" y="1985"/>
                    <a:pt x="158" y="2143"/>
                    <a:pt x="347" y="2143"/>
                  </a:cubicBezTo>
                  <a:cubicBezTo>
                    <a:pt x="536" y="2143"/>
                    <a:pt x="693" y="1985"/>
                    <a:pt x="693" y="1765"/>
                  </a:cubicBezTo>
                  <a:lnTo>
                    <a:pt x="693" y="347"/>
                  </a:ln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8" name="Google Shape;11888;p139"/>
            <p:cNvSpPr/>
            <p:nvPr/>
          </p:nvSpPr>
          <p:spPr>
            <a:xfrm>
              <a:off x="-21256925" y="2838400"/>
              <a:ext cx="45700" cy="44525"/>
            </a:xfrm>
            <a:custGeom>
              <a:rect b="b" l="l" r="r" t="t"/>
              <a:pathLst>
                <a:path extrusionOk="0" h="1781" w="1828">
                  <a:moveTo>
                    <a:pt x="410" y="0"/>
                  </a:moveTo>
                  <a:cubicBezTo>
                    <a:pt x="323" y="0"/>
                    <a:pt x="236" y="39"/>
                    <a:pt x="158" y="118"/>
                  </a:cubicBezTo>
                  <a:cubicBezTo>
                    <a:pt x="0" y="276"/>
                    <a:pt x="0" y="465"/>
                    <a:pt x="158" y="622"/>
                  </a:cubicBezTo>
                  <a:lnTo>
                    <a:pt x="1166" y="1662"/>
                  </a:lnTo>
                  <a:cubicBezTo>
                    <a:pt x="1245" y="1741"/>
                    <a:pt x="1331" y="1780"/>
                    <a:pt x="1418" y="1780"/>
                  </a:cubicBezTo>
                  <a:cubicBezTo>
                    <a:pt x="1504" y="1780"/>
                    <a:pt x="1591" y="1741"/>
                    <a:pt x="1670" y="1662"/>
                  </a:cubicBezTo>
                  <a:cubicBezTo>
                    <a:pt x="1827" y="1504"/>
                    <a:pt x="1827" y="1315"/>
                    <a:pt x="1670" y="1158"/>
                  </a:cubicBezTo>
                  <a:lnTo>
                    <a:pt x="662" y="118"/>
                  </a:lnTo>
                  <a:cubicBezTo>
                    <a:pt x="583" y="39"/>
                    <a:pt x="496" y="0"/>
                    <a:pt x="41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9" name="Google Shape;11889;p139"/>
            <p:cNvSpPr/>
            <p:nvPr/>
          </p:nvSpPr>
          <p:spPr>
            <a:xfrm>
              <a:off x="-21079725" y="2838400"/>
              <a:ext cx="45700" cy="44525"/>
            </a:xfrm>
            <a:custGeom>
              <a:rect b="b" l="l" r="r" t="t"/>
              <a:pathLst>
                <a:path extrusionOk="0" h="1781" w="1828">
                  <a:moveTo>
                    <a:pt x="1418" y="0"/>
                  </a:moveTo>
                  <a:cubicBezTo>
                    <a:pt x="1332" y="0"/>
                    <a:pt x="1245" y="39"/>
                    <a:pt x="1166" y="118"/>
                  </a:cubicBezTo>
                  <a:lnTo>
                    <a:pt x="158" y="1158"/>
                  </a:lnTo>
                  <a:cubicBezTo>
                    <a:pt x="1" y="1315"/>
                    <a:pt x="1" y="1504"/>
                    <a:pt x="158" y="1662"/>
                  </a:cubicBezTo>
                  <a:cubicBezTo>
                    <a:pt x="237" y="1741"/>
                    <a:pt x="324" y="1780"/>
                    <a:pt x="410" y="1780"/>
                  </a:cubicBezTo>
                  <a:cubicBezTo>
                    <a:pt x="497" y="1780"/>
                    <a:pt x="584" y="1741"/>
                    <a:pt x="662" y="1662"/>
                  </a:cubicBezTo>
                  <a:lnTo>
                    <a:pt x="1671" y="622"/>
                  </a:lnTo>
                  <a:cubicBezTo>
                    <a:pt x="1828" y="465"/>
                    <a:pt x="1828" y="276"/>
                    <a:pt x="1671" y="118"/>
                  </a:cubicBezTo>
                  <a:cubicBezTo>
                    <a:pt x="1592" y="39"/>
                    <a:pt x="1505" y="0"/>
                    <a:pt x="141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0" name="Google Shape;11890;p139"/>
            <p:cNvSpPr/>
            <p:nvPr/>
          </p:nvSpPr>
          <p:spPr>
            <a:xfrm>
              <a:off x="-21113575" y="2825000"/>
              <a:ext cx="26800" cy="35050"/>
            </a:xfrm>
            <a:custGeom>
              <a:rect b="b" l="l" r="r" t="t"/>
              <a:pathLst>
                <a:path extrusionOk="0" h="1402" w="1072">
                  <a:moveTo>
                    <a:pt x="647" y="0"/>
                  </a:moveTo>
                  <a:cubicBezTo>
                    <a:pt x="510" y="0"/>
                    <a:pt x="386" y="71"/>
                    <a:pt x="315" y="213"/>
                  </a:cubicBezTo>
                  <a:lnTo>
                    <a:pt x="32" y="906"/>
                  </a:lnTo>
                  <a:cubicBezTo>
                    <a:pt x="0" y="1095"/>
                    <a:pt x="95" y="1284"/>
                    <a:pt x="252" y="1379"/>
                  </a:cubicBezTo>
                  <a:cubicBezTo>
                    <a:pt x="298" y="1394"/>
                    <a:pt x="344" y="1402"/>
                    <a:pt x="388" y="1402"/>
                  </a:cubicBezTo>
                  <a:cubicBezTo>
                    <a:pt x="527" y="1402"/>
                    <a:pt x="653" y="1325"/>
                    <a:pt x="725" y="1158"/>
                  </a:cubicBezTo>
                  <a:lnTo>
                    <a:pt x="977" y="497"/>
                  </a:lnTo>
                  <a:cubicBezTo>
                    <a:pt x="1071" y="308"/>
                    <a:pt x="977" y="119"/>
                    <a:pt x="788" y="24"/>
                  </a:cubicBezTo>
                  <a:cubicBezTo>
                    <a:pt x="740" y="8"/>
                    <a:pt x="693" y="0"/>
                    <a:pt x="6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1" name="Google Shape;11891;p139"/>
            <p:cNvSpPr/>
            <p:nvPr/>
          </p:nvSpPr>
          <p:spPr>
            <a:xfrm>
              <a:off x="-21204175" y="2825000"/>
              <a:ext cx="27600" cy="35050"/>
            </a:xfrm>
            <a:custGeom>
              <a:rect b="b" l="l" r="r" t="t"/>
              <a:pathLst>
                <a:path extrusionOk="0" h="1402" w="1104">
                  <a:moveTo>
                    <a:pt x="429" y="0"/>
                  </a:moveTo>
                  <a:cubicBezTo>
                    <a:pt x="381" y="0"/>
                    <a:pt x="332" y="8"/>
                    <a:pt x="285" y="24"/>
                  </a:cubicBezTo>
                  <a:cubicBezTo>
                    <a:pt x="95" y="119"/>
                    <a:pt x="1" y="308"/>
                    <a:pt x="95" y="497"/>
                  </a:cubicBezTo>
                  <a:lnTo>
                    <a:pt x="348" y="1158"/>
                  </a:lnTo>
                  <a:cubicBezTo>
                    <a:pt x="419" y="1325"/>
                    <a:pt x="545" y="1402"/>
                    <a:pt x="684" y="1402"/>
                  </a:cubicBezTo>
                  <a:cubicBezTo>
                    <a:pt x="728" y="1402"/>
                    <a:pt x="774" y="1394"/>
                    <a:pt x="820" y="1379"/>
                  </a:cubicBezTo>
                  <a:cubicBezTo>
                    <a:pt x="1041" y="1284"/>
                    <a:pt x="1104" y="1095"/>
                    <a:pt x="1041" y="906"/>
                  </a:cubicBezTo>
                  <a:lnTo>
                    <a:pt x="757" y="213"/>
                  </a:lnTo>
                  <a:cubicBezTo>
                    <a:pt x="710" y="71"/>
                    <a:pt x="574" y="0"/>
                    <a:pt x="4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2" name="Google Shape;11892;p139"/>
            <p:cNvSpPr/>
            <p:nvPr/>
          </p:nvSpPr>
          <p:spPr>
            <a:xfrm>
              <a:off x="-21297900" y="2940575"/>
              <a:ext cx="54375" cy="18150"/>
            </a:xfrm>
            <a:custGeom>
              <a:rect b="b" l="l" r="r" t="t"/>
              <a:pathLst>
                <a:path extrusionOk="0" h="726" w="2175">
                  <a:moveTo>
                    <a:pt x="379" y="1"/>
                  </a:moveTo>
                  <a:cubicBezTo>
                    <a:pt x="158" y="1"/>
                    <a:pt x="1" y="158"/>
                    <a:pt x="1" y="379"/>
                  </a:cubicBezTo>
                  <a:cubicBezTo>
                    <a:pt x="1" y="568"/>
                    <a:pt x="158" y="725"/>
                    <a:pt x="379" y="725"/>
                  </a:cubicBezTo>
                  <a:lnTo>
                    <a:pt x="1828" y="725"/>
                  </a:lnTo>
                  <a:cubicBezTo>
                    <a:pt x="2017" y="725"/>
                    <a:pt x="2175" y="568"/>
                    <a:pt x="2175" y="379"/>
                  </a:cubicBezTo>
                  <a:cubicBezTo>
                    <a:pt x="2175" y="158"/>
                    <a:pt x="2017" y="1"/>
                    <a:pt x="182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3" name="Google Shape;11893;p139"/>
            <p:cNvSpPr/>
            <p:nvPr/>
          </p:nvSpPr>
          <p:spPr>
            <a:xfrm>
              <a:off x="-21047425" y="2940575"/>
              <a:ext cx="54375" cy="18150"/>
            </a:xfrm>
            <a:custGeom>
              <a:rect b="b" l="l" r="r" t="t"/>
              <a:pathLst>
                <a:path extrusionOk="0" h="726" w="2175">
                  <a:moveTo>
                    <a:pt x="347" y="1"/>
                  </a:moveTo>
                  <a:cubicBezTo>
                    <a:pt x="158" y="1"/>
                    <a:pt x="0" y="158"/>
                    <a:pt x="0" y="379"/>
                  </a:cubicBezTo>
                  <a:cubicBezTo>
                    <a:pt x="0" y="568"/>
                    <a:pt x="158" y="725"/>
                    <a:pt x="347" y="725"/>
                  </a:cubicBezTo>
                  <a:lnTo>
                    <a:pt x="1796" y="725"/>
                  </a:lnTo>
                  <a:cubicBezTo>
                    <a:pt x="2017" y="725"/>
                    <a:pt x="2174" y="568"/>
                    <a:pt x="2174" y="379"/>
                  </a:cubicBezTo>
                  <a:cubicBezTo>
                    <a:pt x="2174" y="158"/>
                    <a:pt x="2017" y="1"/>
                    <a:pt x="179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4" name="Google Shape;11894;p139"/>
            <p:cNvSpPr/>
            <p:nvPr/>
          </p:nvSpPr>
          <p:spPr>
            <a:xfrm>
              <a:off x="-21056100" y="2892750"/>
              <a:ext cx="37050" cy="25150"/>
            </a:xfrm>
            <a:custGeom>
              <a:rect b="b" l="l" r="r" t="t"/>
              <a:pathLst>
                <a:path extrusionOk="0" h="1006" w="1482">
                  <a:moveTo>
                    <a:pt x="1082" y="0"/>
                  </a:moveTo>
                  <a:cubicBezTo>
                    <a:pt x="1038" y="0"/>
                    <a:pt x="992" y="8"/>
                    <a:pt x="946" y="23"/>
                  </a:cubicBezTo>
                  <a:lnTo>
                    <a:pt x="284" y="307"/>
                  </a:lnTo>
                  <a:cubicBezTo>
                    <a:pt x="64" y="433"/>
                    <a:pt x="1" y="622"/>
                    <a:pt x="64" y="780"/>
                  </a:cubicBezTo>
                  <a:cubicBezTo>
                    <a:pt x="133" y="918"/>
                    <a:pt x="253" y="1006"/>
                    <a:pt x="386" y="1006"/>
                  </a:cubicBezTo>
                  <a:cubicBezTo>
                    <a:pt x="435" y="1006"/>
                    <a:pt x="486" y="994"/>
                    <a:pt x="536" y="969"/>
                  </a:cubicBezTo>
                  <a:lnTo>
                    <a:pt x="1198" y="717"/>
                  </a:lnTo>
                  <a:cubicBezTo>
                    <a:pt x="1419" y="622"/>
                    <a:pt x="1482" y="433"/>
                    <a:pt x="1419" y="244"/>
                  </a:cubicBezTo>
                  <a:cubicBezTo>
                    <a:pt x="1347" y="77"/>
                    <a:pt x="1221" y="0"/>
                    <a:pt x="108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5" name="Google Shape;11895;p139"/>
            <p:cNvSpPr/>
            <p:nvPr/>
          </p:nvSpPr>
          <p:spPr>
            <a:xfrm>
              <a:off x="-21271100" y="2893975"/>
              <a:ext cx="37825" cy="25150"/>
            </a:xfrm>
            <a:custGeom>
              <a:rect b="b" l="l" r="r" t="t"/>
              <a:pathLst>
                <a:path extrusionOk="0" h="1006" w="1513">
                  <a:moveTo>
                    <a:pt x="398" y="0"/>
                  </a:moveTo>
                  <a:cubicBezTo>
                    <a:pt x="254" y="0"/>
                    <a:pt x="141" y="88"/>
                    <a:pt x="95" y="227"/>
                  </a:cubicBezTo>
                  <a:cubicBezTo>
                    <a:pt x="0" y="416"/>
                    <a:pt x="95" y="605"/>
                    <a:pt x="284" y="699"/>
                  </a:cubicBezTo>
                  <a:lnTo>
                    <a:pt x="945" y="983"/>
                  </a:lnTo>
                  <a:cubicBezTo>
                    <a:pt x="991" y="998"/>
                    <a:pt x="1039" y="1006"/>
                    <a:pt x="1086" y="1006"/>
                  </a:cubicBezTo>
                  <a:cubicBezTo>
                    <a:pt x="1232" y="1006"/>
                    <a:pt x="1370" y="929"/>
                    <a:pt x="1418" y="762"/>
                  </a:cubicBezTo>
                  <a:cubicBezTo>
                    <a:pt x="1512" y="573"/>
                    <a:pt x="1418" y="384"/>
                    <a:pt x="1229" y="290"/>
                  </a:cubicBezTo>
                  <a:lnTo>
                    <a:pt x="567" y="37"/>
                  </a:lnTo>
                  <a:cubicBezTo>
                    <a:pt x="508" y="12"/>
                    <a:pt x="451" y="0"/>
                    <a:pt x="39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6" name="Google Shape;11896;p139"/>
            <p:cNvSpPr/>
            <p:nvPr/>
          </p:nvSpPr>
          <p:spPr>
            <a:xfrm>
              <a:off x="-21298675" y="3049275"/>
              <a:ext cx="306400" cy="35275"/>
            </a:xfrm>
            <a:custGeom>
              <a:rect b="b" l="l" r="r" t="t"/>
              <a:pathLst>
                <a:path extrusionOk="0" h="1411" w="12256">
                  <a:moveTo>
                    <a:pt x="1832" y="0"/>
                  </a:moveTo>
                  <a:cubicBezTo>
                    <a:pt x="1379" y="0"/>
                    <a:pt x="930" y="126"/>
                    <a:pt x="567" y="378"/>
                  </a:cubicBezTo>
                  <a:cubicBezTo>
                    <a:pt x="473" y="441"/>
                    <a:pt x="347" y="505"/>
                    <a:pt x="284" y="536"/>
                  </a:cubicBezTo>
                  <a:cubicBezTo>
                    <a:pt x="95" y="631"/>
                    <a:pt x="0" y="820"/>
                    <a:pt x="95" y="1009"/>
                  </a:cubicBezTo>
                  <a:cubicBezTo>
                    <a:pt x="143" y="1176"/>
                    <a:pt x="263" y="1252"/>
                    <a:pt x="414" y="1252"/>
                  </a:cubicBezTo>
                  <a:cubicBezTo>
                    <a:pt x="462" y="1252"/>
                    <a:pt x="514" y="1244"/>
                    <a:pt x="567" y="1229"/>
                  </a:cubicBezTo>
                  <a:cubicBezTo>
                    <a:pt x="725" y="1166"/>
                    <a:pt x="819" y="1103"/>
                    <a:pt x="946" y="1009"/>
                  </a:cubicBezTo>
                  <a:cubicBezTo>
                    <a:pt x="1198" y="835"/>
                    <a:pt x="1505" y="749"/>
                    <a:pt x="1816" y="749"/>
                  </a:cubicBezTo>
                  <a:cubicBezTo>
                    <a:pt x="2127" y="749"/>
                    <a:pt x="2442" y="835"/>
                    <a:pt x="2710" y="1009"/>
                  </a:cubicBezTo>
                  <a:cubicBezTo>
                    <a:pt x="3104" y="1276"/>
                    <a:pt x="3553" y="1410"/>
                    <a:pt x="3994" y="1410"/>
                  </a:cubicBezTo>
                  <a:cubicBezTo>
                    <a:pt x="4435" y="1410"/>
                    <a:pt x="4868" y="1276"/>
                    <a:pt x="5230" y="1009"/>
                  </a:cubicBezTo>
                  <a:cubicBezTo>
                    <a:pt x="5498" y="835"/>
                    <a:pt x="5805" y="749"/>
                    <a:pt x="6108" y="749"/>
                  </a:cubicBezTo>
                  <a:cubicBezTo>
                    <a:pt x="6412" y="749"/>
                    <a:pt x="6711" y="835"/>
                    <a:pt x="6963" y="1009"/>
                  </a:cubicBezTo>
                  <a:cubicBezTo>
                    <a:pt x="7357" y="1276"/>
                    <a:pt x="7806" y="1410"/>
                    <a:pt x="8247" y="1410"/>
                  </a:cubicBezTo>
                  <a:cubicBezTo>
                    <a:pt x="8688" y="1410"/>
                    <a:pt x="9121" y="1276"/>
                    <a:pt x="9483" y="1009"/>
                  </a:cubicBezTo>
                  <a:cubicBezTo>
                    <a:pt x="9751" y="835"/>
                    <a:pt x="10058" y="749"/>
                    <a:pt x="10369" y="749"/>
                  </a:cubicBezTo>
                  <a:cubicBezTo>
                    <a:pt x="10681" y="749"/>
                    <a:pt x="10996" y="835"/>
                    <a:pt x="11279" y="1009"/>
                  </a:cubicBezTo>
                  <a:cubicBezTo>
                    <a:pt x="11437" y="1103"/>
                    <a:pt x="11531" y="1166"/>
                    <a:pt x="11689" y="1261"/>
                  </a:cubicBezTo>
                  <a:cubicBezTo>
                    <a:pt x="11736" y="1274"/>
                    <a:pt x="11782" y="1280"/>
                    <a:pt x="11825" y="1280"/>
                  </a:cubicBezTo>
                  <a:cubicBezTo>
                    <a:pt x="11984" y="1280"/>
                    <a:pt x="12112" y="1195"/>
                    <a:pt x="12161" y="1072"/>
                  </a:cubicBezTo>
                  <a:cubicBezTo>
                    <a:pt x="12256" y="820"/>
                    <a:pt x="12161" y="599"/>
                    <a:pt x="11972" y="536"/>
                  </a:cubicBezTo>
                  <a:cubicBezTo>
                    <a:pt x="11846" y="505"/>
                    <a:pt x="11783" y="473"/>
                    <a:pt x="11657" y="378"/>
                  </a:cubicBezTo>
                  <a:cubicBezTo>
                    <a:pt x="11279" y="126"/>
                    <a:pt x="10830" y="0"/>
                    <a:pt x="10381" y="0"/>
                  </a:cubicBezTo>
                  <a:cubicBezTo>
                    <a:pt x="9932" y="0"/>
                    <a:pt x="9483" y="126"/>
                    <a:pt x="9105" y="378"/>
                  </a:cubicBezTo>
                  <a:cubicBezTo>
                    <a:pt x="8853" y="568"/>
                    <a:pt x="8546" y="662"/>
                    <a:pt x="8239" y="662"/>
                  </a:cubicBezTo>
                  <a:cubicBezTo>
                    <a:pt x="7932" y="662"/>
                    <a:pt x="7625" y="568"/>
                    <a:pt x="7373" y="378"/>
                  </a:cubicBezTo>
                  <a:cubicBezTo>
                    <a:pt x="6979" y="126"/>
                    <a:pt x="6538" y="0"/>
                    <a:pt x="6101" y="0"/>
                  </a:cubicBezTo>
                  <a:cubicBezTo>
                    <a:pt x="5663" y="0"/>
                    <a:pt x="5230" y="126"/>
                    <a:pt x="4852" y="378"/>
                  </a:cubicBezTo>
                  <a:cubicBezTo>
                    <a:pt x="4600" y="568"/>
                    <a:pt x="4293" y="662"/>
                    <a:pt x="3986" y="662"/>
                  </a:cubicBezTo>
                  <a:cubicBezTo>
                    <a:pt x="3679" y="662"/>
                    <a:pt x="3371" y="568"/>
                    <a:pt x="3119" y="378"/>
                  </a:cubicBezTo>
                  <a:cubicBezTo>
                    <a:pt x="2741" y="126"/>
                    <a:pt x="2284" y="0"/>
                    <a:pt x="183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7" name="Google Shape;11897;p139"/>
            <p:cNvSpPr/>
            <p:nvPr/>
          </p:nvSpPr>
          <p:spPr>
            <a:xfrm>
              <a:off x="-21298675" y="3013050"/>
              <a:ext cx="306400" cy="34675"/>
            </a:xfrm>
            <a:custGeom>
              <a:rect b="b" l="l" r="r" t="t"/>
              <a:pathLst>
                <a:path extrusionOk="0" h="1387" w="12256">
                  <a:moveTo>
                    <a:pt x="1832" y="0"/>
                  </a:moveTo>
                  <a:cubicBezTo>
                    <a:pt x="1379" y="0"/>
                    <a:pt x="930" y="126"/>
                    <a:pt x="567" y="378"/>
                  </a:cubicBezTo>
                  <a:cubicBezTo>
                    <a:pt x="473" y="410"/>
                    <a:pt x="347" y="504"/>
                    <a:pt x="284" y="536"/>
                  </a:cubicBezTo>
                  <a:cubicBezTo>
                    <a:pt x="95" y="599"/>
                    <a:pt x="0" y="819"/>
                    <a:pt x="95" y="1008"/>
                  </a:cubicBezTo>
                  <a:cubicBezTo>
                    <a:pt x="141" y="1147"/>
                    <a:pt x="255" y="1234"/>
                    <a:pt x="399" y="1234"/>
                  </a:cubicBezTo>
                  <a:cubicBezTo>
                    <a:pt x="452" y="1234"/>
                    <a:pt x="508" y="1223"/>
                    <a:pt x="567" y="1197"/>
                  </a:cubicBezTo>
                  <a:cubicBezTo>
                    <a:pt x="725" y="1166"/>
                    <a:pt x="819" y="1071"/>
                    <a:pt x="946" y="1008"/>
                  </a:cubicBezTo>
                  <a:cubicBezTo>
                    <a:pt x="1198" y="835"/>
                    <a:pt x="1505" y="748"/>
                    <a:pt x="1816" y="748"/>
                  </a:cubicBezTo>
                  <a:cubicBezTo>
                    <a:pt x="2127" y="748"/>
                    <a:pt x="2442" y="835"/>
                    <a:pt x="2710" y="1008"/>
                  </a:cubicBezTo>
                  <a:cubicBezTo>
                    <a:pt x="3104" y="1260"/>
                    <a:pt x="3553" y="1386"/>
                    <a:pt x="3994" y="1386"/>
                  </a:cubicBezTo>
                  <a:cubicBezTo>
                    <a:pt x="4435" y="1386"/>
                    <a:pt x="4868" y="1260"/>
                    <a:pt x="5230" y="1008"/>
                  </a:cubicBezTo>
                  <a:cubicBezTo>
                    <a:pt x="5498" y="835"/>
                    <a:pt x="5805" y="748"/>
                    <a:pt x="6108" y="748"/>
                  </a:cubicBezTo>
                  <a:cubicBezTo>
                    <a:pt x="6412" y="748"/>
                    <a:pt x="6711" y="835"/>
                    <a:pt x="6963" y="1008"/>
                  </a:cubicBezTo>
                  <a:cubicBezTo>
                    <a:pt x="7357" y="1260"/>
                    <a:pt x="7806" y="1386"/>
                    <a:pt x="8247" y="1386"/>
                  </a:cubicBezTo>
                  <a:cubicBezTo>
                    <a:pt x="8688" y="1386"/>
                    <a:pt x="9121" y="1260"/>
                    <a:pt x="9483" y="1008"/>
                  </a:cubicBezTo>
                  <a:cubicBezTo>
                    <a:pt x="9751" y="835"/>
                    <a:pt x="10058" y="748"/>
                    <a:pt x="10369" y="748"/>
                  </a:cubicBezTo>
                  <a:cubicBezTo>
                    <a:pt x="10681" y="748"/>
                    <a:pt x="10996" y="835"/>
                    <a:pt x="11279" y="1008"/>
                  </a:cubicBezTo>
                  <a:cubicBezTo>
                    <a:pt x="11437" y="1071"/>
                    <a:pt x="11531" y="1166"/>
                    <a:pt x="11689" y="1229"/>
                  </a:cubicBezTo>
                  <a:cubicBezTo>
                    <a:pt x="11741" y="1251"/>
                    <a:pt x="11792" y="1261"/>
                    <a:pt x="11840" y="1261"/>
                  </a:cubicBezTo>
                  <a:cubicBezTo>
                    <a:pt x="11992" y="1261"/>
                    <a:pt x="12113" y="1160"/>
                    <a:pt x="12161" y="1040"/>
                  </a:cubicBezTo>
                  <a:cubicBezTo>
                    <a:pt x="12256" y="819"/>
                    <a:pt x="12161" y="630"/>
                    <a:pt x="11972" y="536"/>
                  </a:cubicBezTo>
                  <a:cubicBezTo>
                    <a:pt x="11846" y="504"/>
                    <a:pt x="11783" y="473"/>
                    <a:pt x="11657" y="378"/>
                  </a:cubicBezTo>
                  <a:cubicBezTo>
                    <a:pt x="11279" y="126"/>
                    <a:pt x="10830" y="0"/>
                    <a:pt x="10381" y="0"/>
                  </a:cubicBezTo>
                  <a:cubicBezTo>
                    <a:pt x="9932" y="0"/>
                    <a:pt x="9483" y="126"/>
                    <a:pt x="9105" y="378"/>
                  </a:cubicBezTo>
                  <a:cubicBezTo>
                    <a:pt x="8853" y="552"/>
                    <a:pt x="8546" y="638"/>
                    <a:pt x="8239" y="638"/>
                  </a:cubicBezTo>
                  <a:cubicBezTo>
                    <a:pt x="7932" y="638"/>
                    <a:pt x="7625" y="552"/>
                    <a:pt x="7373" y="378"/>
                  </a:cubicBezTo>
                  <a:cubicBezTo>
                    <a:pt x="6979" y="126"/>
                    <a:pt x="6538" y="0"/>
                    <a:pt x="6101" y="0"/>
                  </a:cubicBezTo>
                  <a:cubicBezTo>
                    <a:pt x="5663" y="0"/>
                    <a:pt x="5230" y="126"/>
                    <a:pt x="4852" y="378"/>
                  </a:cubicBezTo>
                  <a:cubicBezTo>
                    <a:pt x="4600" y="552"/>
                    <a:pt x="4293" y="638"/>
                    <a:pt x="3986" y="638"/>
                  </a:cubicBezTo>
                  <a:cubicBezTo>
                    <a:pt x="3679" y="638"/>
                    <a:pt x="3371" y="552"/>
                    <a:pt x="3119" y="378"/>
                  </a:cubicBezTo>
                  <a:cubicBezTo>
                    <a:pt x="2741" y="126"/>
                    <a:pt x="2284" y="0"/>
                    <a:pt x="183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8" name="Google Shape;11898;p139"/>
            <p:cNvSpPr/>
            <p:nvPr/>
          </p:nvSpPr>
          <p:spPr>
            <a:xfrm>
              <a:off x="-21299475" y="2868125"/>
              <a:ext cx="307200" cy="143375"/>
            </a:xfrm>
            <a:custGeom>
              <a:rect b="b" l="l" r="r" t="t"/>
              <a:pathLst>
                <a:path extrusionOk="0" h="5735" w="12288">
                  <a:moveTo>
                    <a:pt x="6144" y="788"/>
                  </a:moveTo>
                  <a:cubicBezTo>
                    <a:pt x="7531" y="788"/>
                    <a:pt x="8633" y="1891"/>
                    <a:pt x="8633" y="3245"/>
                  </a:cubicBezTo>
                  <a:cubicBezTo>
                    <a:pt x="8633" y="3938"/>
                    <a:pt x="8350" y="4506"/>
                    <a:pt x="7909" y="5010"/>
                  </a:cubicBezTo>
                  <a:cubicBezTo>
                    <a:pt x="7720" y="4947"/>
                    <a:pt x="7562" y="4884"/>
                    <a:pt x="7373" y="4758"/>
                  </a:cubicBezTo>
                  <a:cubicBezTo>
                    <a:pt x="7011" y="4506"/>
                    <a:pt x="6578" y="4379"/>
                    <a:pt x="6140" y="4379"/>
                  </a:cubicBezTo>
                  <a:cubicBezTo>
                    <a:pt x="5703" y="4379"/>
                    <a:pt x="5262" y="4506"/>
                    <a:pt x="4884" y="4758"/>
                  </a:cubicBezTo>
                  <a:cubicBezTo>
                    <a:pt x="4727" y="4884"/>
                    <a:pt x="4569" y="4947"/>
                    <a:pt x="4380" y="5010"/>
                  </a:cubicBezTo>
                  <a:cubicBezTo>
                    <a:pt x="3939" y="4537"/>
                    <a:pt x="3655" y="3875"/>
                    <a:pt x="3655" y="3245"/>
                  </a:cubicBezTo>
                  <a:cubicBezTo>
                    <a:pt x="3655" y="1891"/>
                    <a:pt x="4758" y="788"/>
                    <a:pt x="6144" y="788"/>
                  </a:cubicBezTo>
                  <a:close/>
                  <a:moveTo>
                    <a:pt x="6144" y="0"/>
                  </a:moveTo>
                  <a:cubicBezTo>
                    <a:pt x="4380" y="0"/>
                    <a:pt x="2931" y="1450"/>
                    <a:pt x="2931" y="3214"/>
                  </a:cubicBezTo>
                  <a:cubicBezTo>
                    <a:pt x="2931" y="3812"/>
                    <a:pt x="3088" y="4411"/>
                    <a:pt x="3372" y="4884"/>
                  </a:cubicBezTo>
                  <a:cubicBezTo>
                    <a:pt x="3277" y="4852"/>
                    <a:pt x="3183" y="4789"/>
                    <a:pt x="3120" y="4726"/>
                  </a:cubicBezTo>
                  <a:cubicBezTo>
                    <a:pt x="2742" y="4474"/>
                    <a:pt x="2285" y="4348"/>
                    <a:pt x="1832" y="4348"/>
                  </a:cubicBezTo>
                  <a:cubicBezTo>
                    <a:pt x="1379" y="4348"/>
                    <a:pt x="930" y="4474"/>
                    <a:pt x="568" y="4726"/>
                  </a:cubicBezTo>
                  <a:cubicBezTo>
                    <a:pt x="473" y="4758"/>
                    <a:pt x="347" y="4852"/>
                    <a:pt x="284" y="4884"/>
                  </a:cubicBezTo>
                  <a:cubicBezTo>
                    <a:pt x="95" y="4947"/>
                    <a:pt x="1" y="5167"/>
                    <a:pt x="95" y="5356"/>
                  </a:cubicBezTo>
                  <a:cubicBezTo>
                    <a:pt x="143" y="5498"/>
                    <a:pt x="261" y="5569"/>
                    <a:pt x="410" y="5569"/>
                  </a:cubicBezTo>
                  <a:cubicBezTo>
                    <a:pt x="460" y="5569"/>
                    <a:pt x="513" y="5561"/>
                    <a:pt x="568" y="5545"/>
                  </a:cubicBezTo>
                  <a:cubicBezTo>
                    <a:pt x="725" y="5514"/>
                    <a:pt x="820" y="5419"/>
                    <a:pt x="946" y="5356"/>
                  </a:cubicBezTo>
                  <a:cubicBezTo>
                    <a:pt x="1198" y="5183"/>
                    <a:pt x="1505" y="5096"/>
                    <a:pt x="1816" y="5096"/>
                  </a:cubicBezTo>
                  <a:cubicBezTo>
                    <a:pt x="2127" y="5096"/>
                    <a:pt x="2442" y="5183"/>
                    <a:pt x="2710" y="5356"/>
                  </a:cubicBezTo>
                  <a:cubicBezTo>
                    <a:pt x="3104" y="5608"/>
                    <a:pt x="3553" y="5734"/>
                    <a:pt x="3994" y="5734"/>
                  </a:cubicBezTo>
                  <a:cubicBezTo>
                    <a:pt x="4435" y="5734"/>
                    <a:pt x="4868" y="5608"/>
                    <a:pt x="5231" y="5356"/>
                  </a:cubicBezTo>
                  <a:cubicBezTo>
                    <a:pt x="5498" y="5183"/>
                    <a:pt x="5806" y="5096"/>
                    <a:pt x="6109" y="5096"/>
                  </a:cubicBezTo>
                  <a:cubicBezTo>
                    <a:pt x="6412" y="5096"/>
                    <a:pt x="6711" y="5183"/>
                    <a:pt x="6963" y="5356"/>
                  </a:cubicBezTo>
                  <a:cubicBezTo>
                    <a:pt x="7357" y="5608"/>
                    <a:pt x="7806" y="5734"/>
                    <a:pt x="8247" y="5734"/>
                  </a:cubicBezTo>
                  <a:cubicBezTo>
                    <a:pt x="8688" y="5734"/>
                    <a:pt x="9122" y="5608"/>
                    <a:pt x="9484" y="5356"/>
                  </a:cubicBezTo>
                  <a:cubicBezTo>
                    <a:pt x="9752" y="5183"/>
                    <a:pt x="10059" y="5096"/>
                    <a:pt x="10370" y="5096"/>
                  </a:cubicBezTo>
                  <a:cubicBezTo>
                    <a:pt x="10681" y="5096"/>
                    <a:pt x="10996" y="5183"/>
                    <a:pt x="11280" y="5356"/>
                  </a:cubicBezTo>
                  <a:cubicBezTo>
                    <a:pt x="11437" y="5419"/>
                    <a:pt x="11532" y="5514"/>
                    <a:pt x="11689" y="5577"/>
                  </a:cubicBezTo>
                  <a:cubicBezTo>
                    <a:pt x="11742" y="5599"/>
                    <a:pt x="11793" y="5609"/>
                    <a:pt x="11840" y="5609"/>
                  </a:cubicBezTo>
                  <a:cubicBezTo>
                    <a:pt x="11993" y="5609"/>
                    <a:pt x="12114" y="5508"/>
                    <a:pt x="12162" y="5388"/>
                  </a:cubicBezTo>
                  <a:cubicBezTo>
                    <a:pt x="12288" y="5199"/>
                    <a:pt x="12193" y="5010"/>
                    <a:pt x="12004" y="4915"/>
                  </a:cubicBezTo>
                  <a:cubicBezTo>
                    <a:pt x="11878" y="4884"/>
                    <a:pt x="11815" y="4852"/>
                    <a:pt x="11689" y="4758"/>
                  </a:cubicBezTo>
                  <a:cubicBezTo>
                    <a:pt x="11311" y="4506"/>
                    <a:pt x="10862" y="4379"/>
                    <a:pt x="10413" y="4379"/>
                  </a:cubicBezTo>
                  <a:cubicBezTo>
                    <a:pt x="9964" y="4379"/>
                    <a:pt x="9515" y="4506"/>
                    <a:pt x="9137" y="4758"/>
                  </a:cubicBezTo>
                  <a:lnTo>
                    <a:pt x="8885" y="4884"/>
                  </a:lnTo>
                  <a:cubicBezTo>
                    <a:pt x="9169" y="4379"/>
                    <a:pt x="9358" y="3812"/>
                    <a:pt x="9358" y="3214"/>
                  </a:cubicBezTo>
                  <a:cubicBezTo>
                    <a:pt x="9358" y="1450"/>
                    <a:pt x="7909" y="0"/>
                    <a:pt x="614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899" name="Google Shape;11899;p139"/>
          <p:cNvSpPr/>
          <p:nvPr/>
        </p:nvSpPr>
        <p:spPr>
          <a:xfrm>
            <a:off x="3766168" y="1689838"/>
            <a:ext cx="472676" cy="471160"/>
          </a:xfrm>
          <a:custGeom>
            <a:rect b="b" l="l" r="r" t="t"/>
            <a:pathLst>
              <a:path extrusionOk="0" h="12123" w="12162">
                <a:moveTo>
                  <a:pt x="8192" y="3616"/>
                </a:moveTo>
                <a:cubicBezTo>
                  <a:pt x="8381" y="3616"/>
                  <a:pt x="8539" y="3805"/>
                  <a:pt x="8539" y="3994"/>
                </a:cubicBezTo>
                <a:cubicBezTo>
                  <a:pt x="8539" y="4183"/>
                  <a:pt x="8381" y="4341"/>
                  <a:pt x="8192" y="4341"/>
                </a:cubicBezTo>
                <a:lnTo>
                  <a:pt x="3907" y="4341"/>
                </a:lnTo>
                <a:cubicBezTo>
                  <a:pt x="3687" y="4341"/>
                  <a:pt x="3529" y="4183"/>
                  <a:pt x="3529" y="3994"/>
                </a:cubicBezTo>
                <a:cubicBezTo>
                  <a:pt x="3529" y="3805"/>
                  <a:pt x="3687" y="3616"/>
                  <a:pt x="3907" y="3616"/>
                </a:cubicBezTo>
                <a:close/>
                <a:moveTo>
                  <a:pt x="8948" y="5097"/>
                </a:moveTo>
                <a:cubicBezTo>
                  <a:pt x="9137" y="5097"/>
                  <a:pt x="9295" y="5254"/>
                  <a:pt x="9295" y="5443"/>
                </a:cubicBezTo>
                <a:cubicBezTo>
                  <a:pt x="9295" y="5632"/>
                  <a:pt x="9137" y="5790"/>
                  <a:pt x="8948" y="5790"/>
                </a:cubicBezTo>
                <a:lnTo>
                  <a:pt x="3214" y="5790"/>
                </a:lnTo>
                <a:cubicBezTo>
                  <a:pt x="3025" y="5790"/>
                  <a:pt x="2868" y="5632"/>
                  <a:pt x="2868" y="5443"/>
                </a:cubicBezTo>
                <a:cubicBezTo>
                  <a:pt x="2868" y="5254"/>
                  <a:pt x="3025" y="5097"/>
                  <a:pt x="3214" y="5097"/>
                </a:cubicBezTo>
                <a:close/>
                <a:moveTo>
                  <a:pt x="4600" y="6514"/>
                </a:moveTo>
                <a:cubicBezTo>
                  <a:pt x="4443" y="6703"/>
                  <a:pt x="4317" y="6987"/>
                  <a:pt x="4285" y="7207"/>
                </a:cubicBezTo>
                <a:lnTo>
                  <a:pt x="2490" y="7207"/>
                </a:lnTo>
                <a:cubicBezTo>
                  <a:pt x="2269" y="7207"/>
                  <a:pt x="2112" y="7050"/>
                  <a:pt x="2112" y="6861"/>
                </a:cubicBezTo>
                <a:cubicBezTo>
                  <a:pt x="2112" y="6672"/>
                  <a:pt x="2269" y="6514"/>
                  <a:pt x="2490" y="6514"/>
                </a:cubicBezTo>
                <a:close/>
                <a:moveTo>
                  <a:pt x="9641" y="6514"/>
                </a:moveTo>
                <a:cubicBezTo>
                  <a:pt x="9830" y="6514"/>
                  <a:pt x="9988" y="6672"/>
                  <a:pt x="9988" y="6861"/>
                </a:cubicBezTo>
                <a:cubicBezTo>
                  <a:pt x="9988" y="7050"/>
                  <a:pt x="9830" y="7207"/>
                  <a:pt x="9641" y="7207"/>
                </a:cubicBezTo>
                <a:lnTo>
                  <a:pt x="7845" y="7207"/>
                </a:lnTo>
                <a:cubicBezTo>
                  <a:pt x="7782" y="6955"/>
                  <a:pt x="7688" y="6703"/>
                  <a:pt x="7530" y="6514"/>
                </a:cubicBezTo>
                <a:close/>
                <a:moveTo>
                  <a:pt x="4317" y="7932"/>
                </a:moveTo>
                <a:cubicBezTo>
                  <a:pt x="4380" y="8184"/>
                  <a:pt x="4506" y="8436"/>
                  <a:pt x="4632" y="8625"/>
                </a:cubicBezTo>
                <a:lnTo>
                  <a:pt x="3246" y="8625"/>
                </a:lnTo>
                <a:cubicBezTo>
                  <a:pt x="3025" y="8625"/>
                  <a:pt x="2868" y="8468"/>
                  <a:pt x="2868" y="8279"/>
                </a:cubicBezTo>
                <a:cubicBezTo>
                  <a:pt x="2868" y="8090"/>
                  <a:pt x="3025" y="7932"/>
                  <a:pt x="3246" y="7932"/>
                </a:cubicBezTo>
                <a:close/>
                <a:moveTo>
                  <a:pt x="6050" y="6514"/>
                </a:moveTo>
                <a:cubicBezTo>
                  <a:pt x="6648" y="6514"/>
                  <a:pt x="7121" y="6987"/>
                  <a:pt x="7121" y="7554"/>
                </a:cubicBezTo>
                <a:cubicBezTo>
                  <a:pt x="7121" y="8153"/>
                  <a:pt x="6648" y="8625"/>
                  <a:pt x="6050" y="8625"/>
                </a:cubicBezTo>
                <a:cubicBezTo>
                  <a:pt x="5483" y="8625"/>
                  <a:pt x="5010" y="8153"/>
                  <a:pt x="5010" y="7554"/>
                </a:cubicBezTo>
                <a:cubicBezTo>
                  <a:pt x="5010" y="6987"/>
                  <a:pt x="5483" y="6514"/>
                  <a:pt x="6050" y="6514"/>
                </a:cubicBezTo>
                <a:close/>
                <a:moveTo>
                  <a:pt x="8948" y="7932"/>
                </a:moveTo>
                <a:cubicBezTo>
                  <a:pt x="9137" y="7932"/>
                  <a:pt x="9295" y="8090"/>
                  <a:pt x="9295" y="8279"/>
                </a:cubicBezTo>
                <a:cubicBezTo>
                  <a:pt x="9295" y="8468"/>
                  <a:pt x="9137" y="8625"/>
                  <a:pt x="8948" y="8625"/>
                </a:cubicBezTo>
                <a:lnTo>
                  <a:pt x="7530" y="8625"/>
                </a:lnTo>
                <a:cubicBezTo>
                  <a:pt x="7688" y="8436"/>
                  <a:pt x="7782" y="8216"/>
                  <a:pt x="7845" y="7932"/>
                </a:cubicBezTo>
                <a:close/>
                <a:moveTo>
                  <a:pt x="8192" y="9350"/>
                </a:moveTo>
                <a:cubicBezTo>
                  <a:pt x="8381" y="9350"/>
                  <a:pt x="8539" y="9507"/>
                  <a:pt x="8539" y="9696"/>
                </a:cubicBezTo>
                <a:cubicBezTo>
                  <a:pt x="8539" y="9885"/>
                  <a:pt x="8381" y="10043"/>
                  <a:pt x="8192" y="10043"/>
                </a:cubicBezTo>
                <a:lnTo>
                  <a:pt x="3907" y="10043"/>
                </a:lnTo>
                <a:cubicBezTo>
                  <a:pt x="3687" y="10043"/>
                  <a:pt x="3529" y="9885"/>
                  <a:pt x="3529" y="9696"/>
                </a:cubicBezTo>
                <a:cubicBezTo>
                  <a:pt x="3529" y="9507"/>
                  <a:pt x="3687" y="9350"/>
                  <a:pt x="3907" y="9350"/>
                </a:cubicBezTo>
                <a:close/>
                <a:moveTo>
                  <a:pt x="7467" y="10799"/>
                </a:moveTo>
                <a:cubicBezTo>
                  <a:pt x="7688" y="10799"/>
                  <a:pt x="7845" y="10957"/>
                  <a:pt x="7845" y="11146"/>
                </a:cubicBezTo>
                <a:cubicBezTo>
                  <a:pt x="7845" y="11366"/>
                  <a:pt x="7688" y="11492"/>
                  <a:pt x="7467" y="11492"/>
                </a:cubicBezTo>
                <a:lnTo>
                  <a:pt x="4632" y="11492"/>
                </a:lnTo>
                <a:cubicBezTo>
                  <a:pt x="4443" y="11492"/>
                  <a:pt x="4285" y="11335"/>
                  <a:pt x="4285" y="11146"/>
                </a:cubicBezTo>
                <a:cubicBezTo>
                  <a:pt x="4285" y="10957"/>
                  <a:pt x="4443" y="10799"/>
                  <a:pt x="4632" y="10799"/>
                </a:cubicBezTo>
                <a:close/>
                <a:moveTo>
                  <a:pt x="8917" y="1"/>
                </a:moveTo>
                <a:cubicBezTo>
                  <a:pt x="8830" y="1"/>
                  <a:pt x="8743" y="40"/>
                  <a:pt x="8665" y="119"/>
                </a:cubicBezTo>
                <a:cubicBezTo>
                  <a:pt x="8507" y="276"/>
                  <a:pt x="8507" y="497"/>
                  <a:pt x="8665" y="654"/>
                </a:cubicBezTo>
                <a:lnTo>
                  <a:pt x="9484" y="1474"/>
                </a:lnTo>
                <a:lnTo>
                  <a:pt x="347" y="1474"/>
                </a:lnTo>
                <a:cubicBezTo>
                  <a:pt x="158" y="1474"/>
                  <a:pt x="1" y="1631"/>
                  <a:pt x="1" y="1820"/>
                </a:cubicBezTo>
                <a:cubicBezTo>
                  <a:pt x="1" y="2009"/>
                  <a:pt x="158" y="2167"/>
                  <a:pt x="347" y="2167"/>
                </a:cubicBezTo>
                <a:lnTo>
                  <a:pt x="1639" y="2167"/>
                </a:lnTo>
                <a:lnTo>
                  <a:pt x="820" y="3017"/>
                </a:lnTo>
                <a:cubicBezTo>
                  <a:pt x="662" y="3175"/>
                  <a:pt x="662" y="3364"/>
                  <a:pt x="820" y="3521"/>
                </a:cubicBezTo>
                <a:cubicBezTo>
                  <a:pt x="899" y="3600"/>
                  <a:pt x="985" y="3640"/>
                  <a:pt x="1072" y="3640"/>
                </a:cubicBezTo>
                <a:cubicBezTo>
                  <a:pt x="1159" y="3640"/>
                  <a:pt x="1245" y="3600"/>
                  <a:pt x="1324" y="3521"/>
                </a:cubicBezTo>
                <a:lnTo>
                  <a:pt x="2679" y="2167"/>
                </a:lnTo>
                <a:lnTo>
                  <a:pt x="5735" y="2167"/>
                </a:lnTo>
                <a:lnTo>
                  <a:pt x="5735" y="2923"/>
                </a:lnTo>
                <a:lnTo>
                  <a:pt x="3970" y="2923"/>
                </a:lnTo>
                <a:cubicBezTo>
                  <a:pt x="3372" y="2923"/>
                  <a:pt x="2899" y="3395"/>
                  <a:pt x="2899" y="3994"/>
                </a:cubicBezTo>
                <a:cubicBezTo>
                  <a:pt x="2899" y="4152"/>
                  <a:pt x="2962" y="4246"/>
                  <a:pt x="2994" y="4372"/>
                </a:cubicBezTo>
                <a:cubicBezTo>
                  <a:pt x="2521" y="4498"/>
                  <a:pt x="2206" y="4939"/>
                  <a:pt x="2206" y="5412"/>
                </a:cubicBezTo>
                <a:cubicBezTo>
                  <a:pt x="2206" y="5569"/>
                  <a:pt x="2238" y="5664"/>
                  <a:pt x="2269" y="5790"/>
                </a:cubicBezTo>
                <a:cubicBezTo>
                  <a:pt x="1797" y="5916"/>
                  <a:pt x="1481" y="6357"/>
                  <a:pt x="1481" y="6829"/>
                </a:cubicBezTo>
                <a:cubicBezTo>
                  <a:pt x="1481" y="7334"/>
                  <a:pt x="1797" y="7743"/>
                  <a:pt x="2269" y="7838"/>
                </a:cubicBezTo>
                <a:cubicBezTo>
                  <a:pt x="2238" y="7964"/>
                  <a:pt x="2206" y="8090"/>
                  <a:pt x="2206" y="8247"/>
                </a:cubicBezTo>
                <a:cubicBezTo>
                  <a:pt x="2206" y="8751"/>
                  <a:pt x="2553" y="9129"/>
                  <a:pt x="2994" y="9255"/>
                </a:cubicBezTo>
                <a:cubicBezTo>
                  <a:pt x="2962" y="9381"/>
                  <a:pt x="2899" y="9507"/>
                  <a:pt x="2899" y="9665"/>
                </a:cubicBezTo>
                <a:cubicBezTo>
                  <a:pt x="2899" y="10169"/>
                  <a:pt x="3277" y="10547"/>
                  <a:pt x="3687" y="10673"/>
                </a:cubicBezTo>
                <a:cubicBezTo>
                  <a:pt x="3655" y="10799"/>
                  <a:pt x="3624" y="10925"/>
                  <a:pt x="3624" y="11083"/>
                </a:cubicBezTo>
                <a:cubicBezTo>
                  <a:pt x="3624" y="11650"/>
                  <a:pt x="4096" y="12122"/>
                  <a:pt x="4695" y="12122"/>
                </a:cubicBezTo>
                <a:lnTo>
                  <a:pt x="7530" y="12122"/>
                </a:lnTo>
                <a:cubicBezTo>
                  <a:pt x="8097" y="12122"/>
                  <a:pt x="8570" y="11650"/>
                  <a:pt x="8570" y="11083"/>
                </a:cubicBezTo>
                <a:cubicBezTo>
                  <a:pt x="8570" y="10925"/>
                  <a:pt x="8539" y="10799"/>
                  <a:pt x="8507" y="10673"/>
                </a:cubicBezTo>
                <a:cubicBezTo>
                  <a:pt x="8980" y="10547"/>
                  <a:pt x="9295" y="10137"/>
                  <a:pt x="9295" y="9665"/>
                </a:cubicBezTo>
                <a:cubicBezTo>
                  <a:pt x="9295" y="9507"/>
                  <a:pt x="9263" y="9381"/>
                  <a:pt x="9200" y="9255"/>
                </a:cubicBezTo>
                <a:cubicBezTo>
                  <a:pt x="9673" y="9129"/>
                  <a:pt x="9988" y="8720"/>
                  <a:pt x="9988" y="8247"/>
                </a:cubicBezTo>
                <a:cubicBezTo>
                  <a:pt x="9988" y="8090"/>
                  <a:pt x="9956" y="7964"/>
                  <a:pt x="9925" y="7838"/>
                </a:cubicBezTo>
                <a:cubicBezTo>
                  <a:pt x="10397" y="7712"/>
                  <a:pt x="10712" y="7302"/>
                  <a:pt x="10712" y="6829"/>
                </a:cubicBezTo>
                <a:cubicBezTo>
                  <a:pt x="10712" y="6294"/>
                  <a:pt x="10366" y="5916"/>
                  <a:pt x="9925" y="5790"/>
                </a:cubicBezTo>
                <a:cubicBezTo>
                  <a:pt x="9956" y="5664"/>
                  <a:pt x="9988" y="5569"/>
                  <a:pt x="9988" y="5412"/>
                </a:cubicBezTo>
                <a:cubicBezTo>
                  <a:pt x="9988" y="4876"/>
                  <a:pt x="9641" y="4498"/>
                  <a:pt x="9200" y="4372"/>
                </a:cubicBezTo>
                <a:cubicBezTo>
                  <a:pt x="9263" y="4246"/>
                  <a:pt x="9295" y="4152"/>
                  <a:pt x="9295" y="3994"/>
                </a:cubicBezTo>
                <a:cubicBezTo>
                  <a:pt x="9295" y="3395"/>
                  <a:pt x="8822" y="2923"/>
                  <a:pt x="8224" y="2923"/>
                </a:cubicBezTo>
                <a:lnTo>
                  <a:pt x="6459" y="2923"/>
                </a:lnTo>
                <a:lnTo>
                  <a:pt x="6459" y="2167"/>
                </a:lnTo>
                <a:lnTo>
                  <a:pt x="11815" y="2167"/>
                </a:lnTo>
                <a:cubicBezTo>
                  <a:pt x="12004" y="2167"/>
                  <a:pt x="12162" y="2009"/>
                  <a:pt x="12162" y="1820"/>
                </a:cubicBezTo>
                <a:cubicBezTo>
                  <a:pt x="12162" y="1631"/>
                  <a:pt x="12004" y="1474"/>
                  <a:pt x="11815" y="1474"/>
                </a:cubicBezTo>
                <a:lnTo>
                  <a:pt x="10523" y="1474"/>
                </a:lnTo>
                <a:lnTo>
                  <a:pt x="9169" y="119"/>
                </a:lnTo>
                <a:cubicBezTo>
                  <a:pt x="9090" y="40"/>
                  <a:pt x="9003" y="1"/>
                  <a:pt x="891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0" name="Google Shape;11900;p139"/>
          <p:cNvSpPr/>
          <p:nvPr/>
        </p:nvSpPr>
        <p:spPr>
          <a:xfrm>
            <a:off x="3765566" y="2273932"/>
            <a:ext cx="473881" cy="475125"/>
          </a:xfrm>
          <a:custGeom>
            <a:rect b="b" l="l" r="r" t="t"/>
            <a:pathLst>
              <a:path extrusionOk="0" h="12225" w="12193">
                <a:moveTo>
                  <a:pt x="8601" y="694"/>
                </a:moveTo>
                <a:cubicBezTo>
                  <a:pt x="9011" y="694"/>
                  <a:pt x="9326" y="1009"/>
                  <a:pt x="9326" y="1418"/>
                </a:cubicBezTo>
                <a:cubicBezTo>
                  <a:pt x="9326" y="1796"/>
                  <a:pt x="9011" y="2111"/>
                  <a:pt x="8601" y="2111"/>
                </a:cubicBezTo>
                <a:cubicBezTo>
                  <a:pt x="8223" y="2111"/>
                  <a:pt x="7908" y="1796"/>
                  <a:pt x="7908" y="1418"/>
                </a:cubicBezTo>
                <a:cubicBezTo>
                  <a:pt x="7908" y="1009"/>
                  <a:pt x="8223" y="694"/>
                  <a:pt x="8601" y="694"/>
                </a:cubicBezTo>
                <a:close/>
                <a:moveTo>
                  <a:pt x="10428" y="1418"/>
                </a:moveTo>
                <a:cubicBezTo>
                  <a:pt x="11027" y="1418"/>
                  <a:pt x="11500" y="1891"/>
                  <a:pt x="11500" y="2458"/>
                </a:cubicBezTo>
                <a:cubicBezTo>
                  <a:pt x="11058" y="2238"/>
                  <a:pt x="10586" y="2111"/>
                  <a:pt x="10113" y="2111"/>
                </a:cubicBezTo>
                <a:lnTo>
                  <a:pt x="9861" y="2111"/>
                </a:lnTo>
                <a:cubicBezTo>
                  <a:pt x="9987" y="1922"/>
                  <a:pt x="10082" y="1639"/>
                  <a:pt x="10082" y="1418"/>
                </a:cubicBezTo>
                <a:close/>
                <a:moveTo>
                  <a:pt x="7624" y="2427"/>
                </a:moveTo>
                <a:lnTo>
                  <a:pt x="7624" y="2427"/>
                </a:lnTo>
                <a:cubicBezTo>
                  <a:pt x="7782" y="2616"/>
                  <a:pt x="8034" y="2742"/>
                  <a:pt x="8255" y="2836"/>
                </a:cubicBezTo>
                <a:cubicBezTo>
                  <a:pt x="8223" y="3088"/>
                  <a:pt x="8286" y="3340"/>
                  <a:pt x="8412" y="3466"/>
                </a:cubicBezTo>
                <a:lnTo>
                  <a:pt x="9704" y="4915"/>
                </a:lnTo>
                <a:cubicBezTo>
                  <a:pt x="10239" y="5483"/>
                  <a:pt x="10334" y="6270"/>
                  <a:pt x="9987" y="6932"/>
                </a:cubicBezTo>
                <a:cubicBezTo>
                  <a:pt x="9672" y="7530"/>
                  <a:pt x="9074" y="7877"/>
                  <a:pt x="8412" y="7877"/>
                </a:cubicBezTo>
                <a:lnTo>
                  <a:pt x="7750" y="7877"/>
                </a:lnTo>
                <a:cubicBezTo>
                  <a:pt x="7813" y="7688"/>
                  <a:pt x="7908" y="7467"/>
                  <a:pt x="7908" y="7278"/>
                </a:cubicBezTo>
                <a:lnTo>
                  <a:pt x="7908" y="7152"/>
                </a:lnTo>
                <a:lnTo>
                  <a:pt x="8475" y="7152"/>
                </a:lnTo>
                <a:cubicBezTo>
                  <a:pt x="8853" y="7152"/>
                  <a:pt x="9200" y="6963"/>
                  <a:pt x="9420" y="6617"/>
                </a:cubicBezTo>
                <a:cubicBezTo>
                  <a:pt x="9672" y="6144"/>
                  <a:pt x="9483" y="5609"/>
                  <a:pt x="9326" y="5451"/>
                </a:cubicBezTo>
                <a:lnTo>
                  <a:pt x="7908" y="3970"/>
                </a:lnTo>
                <a:cubicBezTo>
                  <a:pt x="7530" y="3561"/>
                  <a:pt x="7435" y="2931"/>
                  <a:pt x="7624" y="2427"/>
                </a:cubicBezTo>
                <a:close/>
                <a:moveTo>
                  <a:pt x="4398" y="4298"/>
                </a:moveTo>
                <a:cubicBezTo>
                  <a:pt x="4581" y="4298"/>
                  <a:pt x="4764" y="4315"/>
                  <a:pt x="4946" y="4348"/>
                </a:cubicBezTo>
                <a:cubicBezTo>
                  <a:pt x="6238" y="4632"/>
                  <a:pt x="7183" y="5861"/>
                  <a:pt x="7183" y="7278"/>
                </a:cubicBezTo>
                <a:cubicBezTo>
                  <a:pt x="7183" y="7593"/>
                  <a:pt x="6931" y="7877"/>
                  <a:pt x="6616" y="7877"/>
                </a:cubicBezTo>
                <a:lnTo>
                  <a:pt x="2143" y="7877"/>
                </a:lnTo>
                <a:cubicBezTo>
                  <a:pt x="1607" y="7877"/>
                  <a:pt x="1134" y="8003"/>
                  <a:pt x="725" y="8223"/>
                </a:cubicBezTo>
                <a:cubicBezTo>
                  <a:pt x="725" y="7625"/>
                  <a:pt x="1197" y="7152"/>
                  <a:pt x="1796" y="7152"/>
                </a:cubicBezTo>
                <a:lnTo>
                  <a:pt x="5388" y="7152"/>
                </a:lnTo>
                <a:cubicBezTo>
                  <a:pt x="5577" y="7152"/>
                  <a:pt x="5734" y="6995"/>
                  <a:pt x="5734" y="6806"/>
                </a:cubicBezTo>
                <a:cubicBezTo>
                  <a:pt x="5734" y="6617"/>
                  <a:pt x="5577" y="6459"/>
                  <a:pt x="5388" y="6459"/>
                </a:cubicBezTo>
                <a:lnTo>
                  <a:pt x="2930" y="6459"/>
                </a:lnTo>
                <a:cubicBezTo>
                  <a:pt x="3088" y="6018"/>
                  <a:pt x="3497" y="5735"/>
                  <a:pt x="3970" y="5735"/>
                </a:cubicBezTo>
                <a:lnTo>
                  <a:pt x="4663" y="5735"/>
                </a:lnTo>
                <a:cubicBezTo>
                  <a:pt x="4883" y="5735"/>
                  <a:pt x="5041" y="5577"/>
                  <a:pt x="5041" y="5388"/>
                </a:cubicBezTo>
                <a:cubicBezTo>
                  <a:pt x="5041" y="5199"/>
                  <a:pt x="4883" y="5041"/>
                  <a:pt x="4663" y="5041"/>
                </a:cubicBezTo>
                <a:lnTo>
                  <a:pt x="3970" y="5041"/>
                </a:lnTo>
                <a:cubicBezTo>
                  <a:pt x="3088" y="5041"/>
                  <a:pt x="2395" y="5672"/>
                  <a:pt x="2237" y="6459"/>
                </a:cubicBezTo>
                <a:lnTo>
                  <a:pt x="1796" y="6459"/>
                </a:lnTo>
                <a:cubicBezTo>
                  <a:pt x="1733" y="6459"/>
                  <a:pt x="1607" y="6459"/>
                  <a:pt x="1512" y="6491"/>
                </a:cubicBezTo>
                <a:cubicBezTo>
                  <a:pt x="1670" y="5861"/>
                  <a:pt x="2048" y="5293"/>
                  <a:pt x="2552" y="4915"/>
                </a:cubicBezTo>
                <a:cubicBezTo>
                  <a:pt x="3072" y="4519"/>
                  <a:pt x="3728" y="4298"/>
                  <a:pt x="4398" y="4298"/>
                </a:cubicBezTo>
                <a:close/>
                <a:moveTo>
                  <a:pt x="5041" y="8728"/>
                </a:moveTo>
                <a:lnTo>
                  <a:pt x="5041" y="9295"/>
                </a:lnTo>
                <a:lnTo>
                  <a:pt x="4316" y="9295"/>
                </a:lnTo>
                <a:lnTo>
                  <a:pt x="5041" y="8728"/>
                </a:lnTo>
                <a:close/>
                <a:moveTo>
                  <a:pt x="8601" y="1"/>
                </a:moveTo>
                <a:cubicBezTo>
                  <a:pt x="7750" y="1"/>
                  <a:pt x="7089" y="757"/>
                  <a:pt x="7215" y="1607"/>
                </a:cubicBezTo>
                <a:cubicBezTo>
                  <a:pt x="6585" y="2458"/>
                  <a:pt x="6616" y="3655"/>
                  <a:pt x="7309" y="4443"/>
                </a:cubicBezTo>
                <a:lnTo>
                  <a:pt x="8727" y="5955"/>
                </a:lnTo>
                <a:cubicBezTo>
                  <a:pt x="8853" y="6176"/>
                  <a:pt x="8696" y="6491"/>
                  <a:pt x="8412" y="6491"/>
                </a:cubicBezTo>
                <a:lnTo>
                  <a:pt x="7782" y="6491"/>
                </a:lnTo>
                <a:cubicBezTo>
                  <a:pt x="7467" y="5104"/>
                  <a:pt x="6459" y="4002"/>
                  <a:pt x="5073" y="3750"/>
                </a:cubicBezTo>
                <a:cubicBezTo>
                  <a:pt x="4809" y="3688"/>
                  <a:pt x="4546" y="3658"/>
                  <a:pt x="4286" y="3658"/>
                </a:cubicBezTo>
                <a:cubicBezTo>
                  <a:pt x="3490" y="3658"/>
                  <a:pt x="2729" y="3936"/>
                  <a:pt x="2111" y="4411"/>
                </a:cubicBezTo>
                <a:cubicBezTo>
                  <a:pt x="1323" y="5010"/>
                  <a:pt x="851" y="5892"/>
                  <a:pt x="725" y="6837"/>
                </a:cubicBezTo>
                <a:cubicBezTo>
                  <a:pt x="315" y="7152"/>
                  <a:pt x="0" y="7719"/>
                  <a:pt x="0" y="8286"/>
                </a:cubicBezTo>
                <a:lnTo>
                  <a:pt x="0" y="9011"/>
                </a:lnTo>
                <a:cubicBezTo>
                  <a:pt x="0" y="9218"/>
                  <a:pt x="163" y="9357"/>
                  <a:pt x="328" y="9357"/>
                </a:cubicBezTo>
                <a:cubicBezTo>
                  <a:pt x="415" y="9357"/>
                  <a:pt x="502" y="9318"/>
                  <a:pt x="567" y="9232"/>
                </a:cubicBezTo>
                <a:cubicBezTo>
                  <a:pt x="977" y="8854"/>
                  <a:pt x="1512" y="8664"/>
                  <a:pt x="2080" y="8664"/>
                </a:cubicBezTo>
                <a:lnTo>
                  <a:pt x="4033" y="8664"/>
                </a:lnTo>
                <a:lnTo>
                  <a:pt x="2993" y="9452"/>
                </a:lnTo>
                <a:cubicBezTo>
                  <a:pt x="2710" y="9641"/>
                  <a:pt x="2867" y="10082"/>
                  <a:pt x="3182" y="10082"/>
                </a:cubicBezTo>
                <a:lnTo>
                  <a:pt x="4946" y="10082"/>
                </a:lnTo>
                <a:lnTo>
                  <a:pt x="4946" y="11878"/>
                </a:lnTo>
                <a:cubicBezTo>
                  <a:pt x="4946" y="12067"/>
                  <a:pt x="5104" y="12225"/>
                  <a:pt x="5293" y="12225"/>
                </a:cubicBezTo>
                <a:cubicBezTo>
                  <a:pt x="5514" y="12225"/>
                  <a:pt x="5671" y="12067"/>
                  <a:pt x="5671" y="11878"/>
                </a:cubicBezTo>
                <a:lnTo>
                  <a:pt x="5671" y="10082"/>
                </a:lnTo>
                <a:lnTo>
                  <a:pt x="6364" y="10082"/>
                </a:lnTo>
                <a:lnTo>
                  <a:pt x="6364" y="10429"/>
                </a:lnTo>
                <a:cubicBezTo>
                  <a:pt x="6364" y="10618"/>
                  <a:pt x="6522" y="10775"/>
                  <a:pt x="6711" y="10775"/>
                </a:cubicBezTo>
                <a:cubicBezTo>
                  <a:pt x="6931" y="10775"/>
                  <a:pt x="7089" y="10618"/>
                  <a:pt x="7089" y="10429"/>
                </a:cubicBezTo>
                <a:lnTo>
                  <a:pt x="7089" y="9704"/>
                </a:lnTo>
                <a:cubicBezTo>
                  <a:pt x="7089" y="9515"/>
                  <a:pt x="6931" y="9358"/>
                  <a:pt x="6711" y="9358"/>
                </a:cubicBezTo>
                <a:lnTo>
                  <a:pt x="5671" y="9358"/>
                </a:lnTo>
                <a:lnTo>
                  <a:pt x="5671" y="8664"/>
                </a:lnTo>
                <a:lnTo>
                  <a:pt x="8349" y="8664"/>
                </a:lnTo>
                <a:cubicBezTo>
                  <a:pt x="9231" y="8664"/>
                  <a:pt x="10113" y="8129"/>
                  <a:pt x="10554" y="7341"/>
                </a:cubicBezTo>
                <a:cubicBezTo>
                  <a:pt x="11027" y="6396"/>
                  <a:pt x="10901" y="5293"/>
                  <a:pt x="10145" y="4506"/>
                </a:cubicBezTo>
                <a:lnTo>
                  <a:pt x="8822" y="3057"/>
                </a:lnTo>
                <a:lnTo>
                  <a:pt x="8822" y="2994"/>
                </a:lnTo>
                <a:cubicBezTo>
                  <a:pt x="8853" y="2931"/>
                  <a:pt x="8759" y="2931"/>
                  <a:pt x="9987" y="2931"/>
                </a:cubicBezTo>
                <a:cubicBezTo>
                  <a:pt x="10554" y="2931"/>
                  <a:pt x="11058" y="3151"/>
                  <a:pt x="11437" y="3529"/>
                </a:cubicBezTo>
                <a:cubicBezTo>
                  <a:pt x="11523" y="3616"/>
                  <a:pt x="11621" y="3654"/>
                  <a:pt x="11712" y="3654"/>
                </a:cubicBezTo>
                <a:cubicBezTo>
                  <a:pt x="11886" y="3654"/>
                  <a:pt x="12035" y="3515"/>
                  <a:pt x="12035" y="3309"/>
                </a:cubicBezTo>
                <a:lnTo>
                  <a:pt x="12035" y="2584"/>
                </a:lnTo>
                <a:cubicBezTo>
                  <a:pt x="12193" y="1481"/>
                  <a:pt x="11374" y="694"/>
                  <a:pt x="10397" y="694"/>
                </a:cubicBezTo>
                <a:lnTo>
                  <a:pt x="9830" y="694"/>
                </a:lnTo>
                <a:cubicBezTo>
                  <a:pt x="9609" y="284"/>
                  <a:pt x="9137" y="1"/>
                  <a:pt x="860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1" name="Google Shape;11901;p139"/>
          <p:cNvSpPr/>
          <p:nvPr/>
        </p:nvSpPr>
        <p:spPr>
          <a:xfrm>
            <a:off x="3757598" y="2851126"/>
            <a:ext cx="489816" cy="473881"/>
          </a:xfrm>
          <a:custGeom>
            <a:rect b="b" l="l" r="r" t="t"/>
            <a:pathLst>
              <a:path extrusionOk="0" h="12193" w="12603">
                <a:moveTo>
                  <a:pt x="9547" y="5986"/>
                </a:moveTo>
                <a:cubicBezTo>
                  <a:pt x="9767" y="6364"/>
                  <a:pt x="9925" y="6742"/>
                  <a:pt x="10019" y="7152"/>
                </a:cubicBezTo>
                <a:lnTo>
                  <a:pt x="8381" y="7152"/>
                </a:lnTo>
                <a:lnTo>
                  <a:pt x="9547" y="5986"/>
                </a:lnTo>
                <a:close/>
                <a:moveTo>
                  <a:pt x="9988" y="7845"/>
                </a:moveTo>
                <a:cubicBezTo>
                  <a:pt x="9925" y="8255"/>
                  <a:pt x="9767" y="8633"/>
                  <a:pt x="9515" y="8979"/>
                </a:cubicBezTo>
                <a:lnTo>
                  <a:pt x="8381" y="7845"/>
                </a:lnTo>
                <a:close/>
                <a:moveTo>
                  <a:pt x="7152" y="8349"/>
                </a:moveTo>
                <a:lnTo>
                  <a:pt x="7152" y="9987"/>
                </a:lnTo>
                <a:cubicBezTo>
                  <a:pt x="6774" y="9924"/>
                  <a:pt x="6365" y="9767"/>
                  <a:pt x="6018" y="9515"/>
                </a:cubicBezTo>
                <a:lnTo>
                  <a:pt x="7152" y="8349"/>
                </a:lnTo>
                <a:close/>
                <a:moveTo>
                  <a:pt x="7877" y="8349"/>
                </a:moveTo>
                <a:lnTo>
                  <a:pt x="9011" y="9515"/>
                </a:lnTo>
                <a:cubicBezTo>
                  <a:pt x="8665" y="9735"/>
                  <a:pt x="8255" y="9893"/>
                  <a:pt x="7877" y="9987"/>
                </a:cubicBezTo>
                <a:lnTo>
                  <a:pt x="7877" y="8349"/>
                </a:lnTo>
                <a:close/>
                <a:moveTo>
                  <a:pt x="10555" y="4947"/>
                </a:moveTo>
                <a:cubicBezTo>
                  <a:pt x="11815" y="6522"/>
                  <a:pt x="11721" y="8790"/>
                  <a:pt x="10271" y="10240"/>
                </a:cubicBezTo>
                <a:cubicBezTo>
                  <a:pt x="9506" y="11022"/>
                  <a:pt x="8502" y="11409"/>
                  <a:pt x="7503" y="11409"/>
                </a:cubicBezTo>
                <a:cubicBezTo>
                  <a:pt x="6611" y="11409"/>
                  <a:pt x="5723" y="11101"/>
                  <a:pt x="5010" y="10492"/>
                </a:cubicBezTo>
                <a:lnTo>
                  <a:pt x="5514" y="9987"/>
                </a:lnTo>
                <a:cubicBezTo>
                  <a:pt x="6089" y="10447"/>
                  <a:pt x="6788" y="10671"/>
                  <a:pt x="7489" y="10671"/>
                </a:cubicBezTo>
                <a:cubicBezTo>
                  <a:pt x="8325" y="10671"/>
                  <a:pt x="9165" y="10352"/>
                  <a:pt x="9799" y="9735"/>
                </a:cubicBezTo>
                <a:cubicBezTo>
                  <a:pt x="10996" y="8570"/>
                  <a:pt x="11059" y="6711"/>
                  <a:pt x="10051" y="5451"/>
                </a:cubicBezTo>
                <a:lnTo>
                  <a:pt x="10555" y="4947"/>
                </a:lnTo>
                <a:close/>
                <a:moveTo>
                  <a:pt x="5703" y="2143"/>
                </a:moveTo>
                <a:cubicBezTo>
                  <a:pt x="7404" y="2269"/>
                  <a:pt x="8948" y="3371"/>
                  <a:pt x="9641" y="4947"/>
                </a:cubicBezTo>
                <a:lnTo>
                  <a:pt x="4254" y="10334"/>
                </a:lnTo>
                <a:cubicBezTo>
                  <a:pt x="4096" y="10492"/>
                  <a:pt x="4096" y="10681"/>
                  <a:pt x="4254" y="10838"/>
                </a:cubicBezTo>
                <a:cubicBezTo>
                  <a:pt x="4506" y="11090"/>
                  <a:pt x="4758" y="11279"/>
                  <a:pt x="5042" y="11468"/>
                </a:cubicBezTo>
                <a:cubicBezTo>
                  <a:pt x="2584" y="11185"/>
                  <a:pt x="694" y="9137"/>
                  <a:pt x="694" y="6742"/>
                </a:cubicBezTo>
                <a:cubicBezTo>
                  <a:pt x="694" y="4317"/>
                  <a:pt x="2584" y="2300"/>
                  <a:pt x="5010" y="2143"/>
                </a:cubicBezTo>
                <a:lnTo>
                  <a:pt x="5010" y="3056"/>
                </a:lnTo>
                <a:cubicBezTo>
                  <a:pt x="4979" y="2993"/>
                  <a:pt x="4915" y="2993"/>
                  <a:pt x="4884" y="2962"/>
                </a:cubicBezTo>
                <a:cubicBezTo>
                  <a:pt x="4805" y="2883"/>
                  <a:pt x="4719" y="2844"/>
                  <a:pt x="4632" y="2844"/>
                </a:cubicBezTo>
                <a:cubicBezTo>
                  <a:pt x="4545" y="2844"/>
                  <a:pt x="4459" y="2883"/>
                  <a:pt x="4380" y="2962"/>
                </a:cubicBezTo>
                <a:cubicBezTo>
                  <a:pt x="4222" y="3119"/>
                  <a:pt x="4222" y="3308"/>
                  <a:pt x="4380" y="3466"/>
                </a:cubicBezTo>
                <a:cubicBezTo>
                  <a:pt x="4663" y="3750"/>
                  <a:pt x="4979" y="3876"/>
                  <a:pt x="5357" y="3876"/>
                </a:cubicBezTo>
                <a:cubicBezTo>
                  <a:pt x="5766" y="3876"/>
                  <a:pt x="6081" y="3718"/>
                  <a:pt x="6333" y="3466"/>
                </a:cubicBezTo>
                <a:cubicBezTo>
                  <a:pt x="6491" y="3308"/>
                  <a:pt x="6491" y="3119"/>
                  <a:pt x="6333" y="2962"/>
                </a:cubicBezTo>
                <a:cubicBezTo>
                  <a:pt x="6254" y="2883"/>
                  <a:pt x="6168" y="2844"/>
                  <a:pt x="6081" y="2844"/>
                </a:cubicBezTo>
                <a:cubicBezTo>
                  <a:pt x="5995" y="2844"/>
                  <a:pt x="5908" y="2883"/>
                  <a:pt x="5829" y="2962"/>
                </a:cubicBezTo>
                <a:cubicBezTo>
                  <a:pt x="5798" y="2993"/>
                  <a:pt x="5766" y="3056"/>
                  <a:pt x="5703" y="3056"/>
                </a:cubicBezTo>
                <a:lnTo>
                  <a:pt x="5703" y="2143"/>
                </a:lnTo>
                <a:close/>
                <a:moveTo>
                  <a:pt x="3907" y="0"/>
                </a:moveTo>
                <a:cubicBezTo>
                  <a:pt x="3687" y="0"/>
                  <a:pt x="3529" y="158"/>
                  <a:pt x="3529" y="379"/>
                </a:cubicBezTo>
                <a:cubicBezTo>
                  <a:pt x="3529" y="568"/>
                  <a:pt x="3687" y="725"/>
                  <a:pt x="3907" y="725"/>
                </a:cubicBezTo>
                <a:cubicBezTo>
                  <a:pt x="4380" y="725"/>
                  <a:pt x="4758" y="1040"/>
                  <a:pt x="4915" y="1481"/>
                </a:cubicBezTo>
                <a:cubicBezTo>
                  <a:pt x="2175" y="1670"/>
                  <a:pt x="1" y="4002"/>
                  <a:pt x="1" y="6774"/>
                </a:cubicBezTo>
                <a:cubicBezTo>
                  <a:pt x="1" y="9735"/>
                  <a:pt x="2427" y="12193"/>
                  <a:pt x="5420" y="12193"/>
                </a:cubicBezTo>
                <a:cubicBezTo>
                  <a:pt x="5798" y="12193"/>
                  <a:pt x="6144" y="12130"/>
                  <a:pt x="6522" y="12067"/>
                </a:cubicBezTo>
                <a:cubicBezTo>
                  <a:pt x="6858" y="12144"/>
                  <a:pt x="7200" y="12182"/>
                  <a:pt x="7541" y="12182"/>
                </a:cubicBezTo>
                <a:cubicBezTo>
                  <a:pt x="8738" y="12182"/>
                  <a:pt x="9931" y="11714"/>
                  <a:pt x="10838" y="10807"/>
                </a:cubicBezTo>
                <a:cubicBezTo>
                  <a:pt x="12603" y="8948"/>
                  <a:pt x="12603" y="6049"/>
                  <a:pt x="10775" y="4222"/>
                </a:cubicBezTo>
                <a:cubicBezTo>
                  <a:pt x="10697" y="4143"/>
                  <a:pt x="10610" y="4104"/>
                  <a:pt x="10523" y="4104"/>
                </a:cubicBezTo>
                <a:cubicBezTo>
                  <a:pt x="10437" y="4104"/>
                  <a:pt x="10350" y="4143"/>
                  <a:pt x="10271" y="4222"/>
                </a:cubicBezTo>
                <a:lnTo>
                  <a:pt x="10114" y="4380"/>
                </a:lnTo>
                <a:cubicBezTo>
                  <a:pt x="9295" y="2741"/>
                  <a:pt x="7593" y="1544"/>
                  <a:pt x="5640" y="1418"/>
                </a:cubicBezTo>
                <a:cubicBezTo>
                  <a:pt x="5483" y="599"/>
                  <a:pt x="4758" y="0"/>
                  <a:pt x="390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02" name="Google Shape;11902;p139"/>
          <p:cNvGrpSpPr/>
          <p:nvPr/>
        </p:nvGrpSpPr>
        <p:grpSpPr>
          <a:xfrm>
            <a:off x="6713966" y="1688917"/>
            <a:ext cx="413912" cy="472676"/>
            <a:chOff x="-17545650" y="2051350"/>
            <a:chExt cx="266250" cy="304050"/>
          </a:xfrm>
        </p:grpSpPr>
        <p:sp>
          <p:nvSpPr>
            <p:cNvPr id="11903" name="Google Shape;11903;p139"/>
            <p:cNvSpPr/>
            <p:nvPr/>
          </p:nvSpPr>
          <p:spPr>
            <a:xfrm>
              <a:off x="-17475550" y="2230150"/>
              <a:ext cx="17350" cy="17350"/>
            </a:xfrm>
            <a:custGeom>
              <a:rect b="b" l="l" r="r" t="t"/>
              <a:pathLst>
                <a:path extrusionOk="0" h="694" w="694">
                  <a:moveTo>
                    <a:pt x="347" y="0"/>
                  </a:moveTo>
                  <a:cubicBezTo>
                    <a:pt x="158" y="0"/>
                    <a:pt x="0" y="158"/>
                    <a:pt x="0" y="347"/>
                  </a:cubicBezTo>
                  <a:cubicBezTo>
                    <a:pt x="0"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4" name="Google Shape;11904;p139"/>
            <p:cNvSpPr/>
            <p:nvPr/>
          </p:nvSpPr>
          <p:spPr>
            <a:xfrm>
              <a:off x="-17458225" y="2212025"/>
              <a:ext cx="18150" cy="18150"/>
            </a:xfrm>
            <a:custGeom>
              <a:rect b="b" l="l" r="r" t="t"/>
              <a:pathLst>
                <a:path extrusionOk="0" h="726" w="726">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5" name="Google Shape;11905;p139"/>
            <p:cNvSpPr/>
            <p:nvPr/>
          </p:nvSpPr>
          <p:spPr>
            <a:xfrm>
              <a:off x="-17493675" y="2212025"/>
              <a:ext cx="18150" cy="18150"/>
            </a:xfrm>
            <a:custGeom>
              <a:rect b="b" l="l" r="r" t="t"/>
              <a:pathLst>
                <a:path extrusionOk="0" h="726" w="726">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6" name="Google Shape;11906;p139"/>
            <p:cNvSpPr/>
            <p:nvPr/>
          </p:nvSpPr>
          <p:spPr>
            <a:xfrm>
              <a:off x="-17545650" y="2051350"/>
              <a:ext cx="266250" cy="304050"/>
            </a:xfrm>
            <a:custGeom>
              <a:rect b="b" l="l" r="r" t="t"/>
              <a:pathLst>
                <a:path extrusionOk="0" h="12162" w="10650">
                  <a:moveTo>
                    <a:pt x="5640" y="694"/>
                  </a:moveTo>
                  <a:lnTo>
                    <a:pt x="5640" y="1072"/>
                  </a:lnTo>
                  <a:cubicBezTo>
                    <a:pt x="5640" y="1387"/>
                    <a:pt x="5797" y="1671"/>
                    <a:pt x="5986" y="1860"/>
                  </a:cubicBezTo>
                  <a:cubicBezTo>
                    <a:pt x="5797" y="2017"/>
                    <a:pt x="5577" y="2143"/>
                    <a:pt x="5293" y="2143"/>
                  </a:cubicBezTo>
                  <a:cubicBezTo>
                    <a:pt x="5010" y="2143"/>
                    <a:pt x="4789" y="2017"/>
                    <a:pt x="4569" y="1860"/>
                  </a:cubicBezTo>
                  <a:cubicBezTo>
                    <a:pt x="4821" y="1702"/>
                    <a:pt x="4915" y="1387"/>
                    <a:pt x="4915" y="1072"/>
                  </a:cubicBezTo>
                  <a:lnTo>
                    <a:pt x="4915" y="694"/>
                  </a:lnTo>
                  <a:close/>
                  <a:moveTo>
                    <a:pt x="7404" y="2143"/>
                  </a:moveTo>
                  <a:cubicBezTo>
                    <a:pt x="8507" y="2143"/>
                    <a:pt x="9452" y="2868"/>
                    <a:pt x="9799" y="3844"/>
                  </a:cubicBezTo>
                  <a:cubicBezTo>
                    <a:pt x="9893" y="4065"/>
                    <a:pt x="9704" y="4285"/>
                    <a:pt x="9452" y="4285"/>
                  </a:cubicBezTo>
                  <a:lnTo>
                    <a:pt x="8475" y="4285"/>
                  </a:lnTo>
                  <a:cubicBezTo>
                    <a:pt x="8381" y="3403"/>
                    <a:pt x="7971" y="2647"/>
                    <a:pt x="7278" y="2143"/>
                  </a:cubicBezTo>
                  <a:close/>
                  <a:moveTo>
                    <a:pt x="3277" y="2143"/>
                  </a:moveTo>
                  <a:cubicBezTo>
                    <a:pt x="2615" y="2647"/>
                    <a:pt x="2206" y="3435"/>
                    <a:pt x="2080" y="4285"/>
                  </a:cubicBezTo>
                  <a:lnTo>
                    <a:pt x="1103" y="4285"/>
                  </a:lnTo>
                  <a:cubicBezTo>
                    <a:pt x="1092" y="4287"/>
                    <a:pt x="1081" y="4288"/>
                    <a:pt x="1071" y="4288"/>
                  </a:cubicBezTo>
                  <a:cubicBezTo>
                    <a:pt x="893" y="4288"/>
                    <a:pt x="729" y="4052"/>
                    <a:pt x="788" y="3844"/>
                  </a:cubicBezTo>
                  <a:cubicBezTo>
                    <a:pt x="1135" y="2805"/>
                    <a:pt x="2080" y="2143"/>
                    <a:pt x="3151" y="2143"/>
                  </a:cubicBezTo>
                  <a:close/>
                  <a:moveTo>
                    <a:pt x="6428" y="2458"/>
                  </a:moveTo>
                  <a:cubicBezTo>
                    <a:pt x="7152" y="2805"/>
                    <a:pt x="7625" y="3529"/>
                    <a:pt x="7719" y="4317"/>
                  </a:cubicBezTo>
                  <a:lnTo>
                    <a:pt x="2773" y="4317"/>
                  </a:lnTo>
                  <a:cubicBezTo>
                    <a:pt x="2962" y="3529"/>
                    <a:pt x="3435" y="2805"/>
                    <a:pt x="4128" y="2458"/>
                  </a:cubicBezTo>
                  <a:cubicBezTo>
                    <a:pt x="4443" y="2742"/>
                    <a:pt x="4852" y="2899"/>
                    <a:pt x="5293" y="2899"/>
                  </a:cubicBezTo>
                  <a:cubicBezTo>
                    <a:pt x="5734" y="2899"/>
                    <a:pt x="6112" y="2742"/>
                    <a:pt x="6428" y="2458"/>
                  </a:cubicBezTo>
                  <a:close/>
                  <a:moveTo>
                    <a:pt x="9168" y="5010"/>
                  </a:moveTo>
                  <a:lnTo>
                    <a:pt x="9168" y="5861"/>
                  </a:lnTo>
                  <a:lnTo>
                    <a:pt x="9231" y="5861"/>
                  </a:lnTo>
                  <a:cubicBezTo>
                    <a:pt x="9231" y="8381"/>
                    <a:pt x="7656" y="10618"/>
                    <a:pt x="5293" y="11437"/>
                  </a:cubicBezTo>
                  <a:cubicBezTo>
                    <a:pt x="2930" y="10618"/>
                    <a:pt x="1355" y="8350"/>
                    <a:pt x="1355" y="5861"/>
                  </a:cubicBezTo>
                  <a:lnTo>
                    <a:pt x="1355" y="5010"/>
                  </a:lnTo>
                  <a:close/>
                  <a:moveTo>
                    <a:pt x="4600" y="1"/>
                  </a:moveTo>
                  <a:cubicBezTo>
                    <a:pt x="4411" y="1"/>
                    <a:pt x="4254" y="190"/>
                    <a:pt x="4254" y="379"/>
                  </a:cubicBezTo>
                  <a:lnTo>
                    <a:pt x="4254" y="1135"/>
                  </a:lnTo>
                  <a:cubicBezTo>
                    <a:pt x="4254" y="1324"/>
                    <a:pt x="4096" y="1482"/>
                    <a:pt x="3907" y="1482"/>
                  </a:cubicBezTo>
                  <a:lnTo>
                    <a:pt x="3183" y="1482"/>
                  </a:lnTo>
                  <a:cubicBezTo>
                    <a:pt x="1828" y="1482"/>
                    <a:pt x="599" y="2332"/>
                    <a:pt x="158" y="3655"/>
                  </a:cubicBezTo>
                  <a:cubicBezTo>
                    <a:pt x="1" y="4159"/>
                    <a:pt x="253" y="4695"/>
                    <a:pt x="725" y="4916"/>
                  </a:cubicBezTo>
                  <a:lnTo>
                    <a:pt x="725" y="5861"/>
                  </a:lnTo>
                  <a:cubicBezTo>
                    <a:pt x="725" y="7278"/>
                    <a:pt x="1135" y="8602"/>
                    <a:pt x="1985" y="9736"/>
                  </a:cubicBezTo>
                  <a:cubicBezTo>
                    <a:pt x="2804" y="10901"/>
                    <a:pt x="3939" y="11721"/>
                    <a:pt x="5230" y="12162"/>
                  </a:cubicBezTo>
                  <a:lnTo>
                    <a:pt x="5482" y="12162"/>
                  </a:lnTo>
                  <a:cubicBezTo>
                    <a:pt x="6806" y="11721"/>
                    <a:pt x="7908" y="10901"/>
                    <a:pt x="8759" y="9736"/>
                  </a:cubicBezTo>
                  <a:cubicBezTo>
                    <a:pt x="9578" y="8602"/>
                    <a:pt x="10019" y="7278"/>
                    <a:pt x="10019" y="5861"/>
                  </a:cubicBezTo>
                  <a:lnTo>
                    <a:pt x="10019" y="4916"/>
                  </a:lnTo>
                  <a:cubicBezTo>
                    <a:pt x="10397" y="4664"/>
                    <a:pt x="10649" y="4159"/>
                    <a:pt x="10492" y="3655"/>
                  </a:cubicBezTo>
                  <a:cubicBezTo>
                    <a:pt x="10051" y="2332"/>
                    <a:pt x="8822" y="1482"/>
                    <a:pt x="7436" y="1482"/>
                  </a:cubicBezTo>
                  <a:lnTo>
                    <a:pt x="6743" y="1482"/>
                  </a:lnTo>
                  <a:cubicBezTo>
                    <a:pt x="6554" y="1482"/>
                    <a:pt x="6396" y="1324"/>
                    <a:pt x="6396" y="1135"/>
                  </a:cubicBezTo>
                  <a:lnTo>
                    <a:pt x="6396" y="379"/>
                  </a:lnTo>
                  <a:cubicBezTo>
                    <a:pt x="6396" y="190"/>
                    <a:pt x="6238" y="1"/>
                    <a:pt x="601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907" name="Google Shape;11907;p139"/>
          <p:cNvSpPr/>
          <p:nvPr/>
        </p:nvSpPr>
        <p:spPr>
          <a:xfrm>
            <a:off x="6682919" y="2273951"/>
            <a:ext cx="473881" cy="475086"/>
          </a:xfrm>
          <a:custGeom>
            <a:rect b="b" l="l" r="r" t="t"/>
            <a:pathLst>
              <a:path extrusionOk="0" h="12224" w="12193">
                <a:moveTo>
                  <a:pt x="6144" y="788"/>
                </a:moveTo>
                <a:cubicBezTo>
                  <a:pt x="6805" y="788"/>
                  <a:pt x="7467" y="914"/>
                  <a:pt x="8097" y="1229"/>
                </a:cubicBezTo>
                <a:cubicBezTo>
                  <a:pt x="7625" y="1859"/>
                  <a:pt x="6931" y="2205"/>
                  <a:pt x="6144" y="2205"/>
                </a:cubicBezTo>
                <a:cubicBezTo>
                  <a:pt x="5356" y="2205"/>
                  <a:pt x="4632" y="1859"/>
                  <a:pt x="4159" y="1229"/>
                </a:cubicBezTo>
                <a:cubicBezTo>
                  <a:pt x="4758" y="945"/>
                  <a:pt x="5482" y="788"/>
                  <a:pt x="6144" y="788"/>
                </a:cubicBezTo>
                <a:close/>
                <a:moveTo>
                  <a:pt x="8727" y="1544"/>
                </a:moveTo>
                <a:cubicBezTo>
                  <a:pt x="9767" y="2268"/>
                  <a:pt x="10523" y="3371"/>
                  <a:pt x="10744" y="4663"/>
                </a:cubicBezTo>
                <a:cubicBezTo>
                  <a:pt x="10775" y="4852"/>
                  <a:pt x="10586" y="5041"/>
                  <a:pt x="10397" y="5041"/>
                </a:cubicBezTo>
                <a:lnTo>
                  <a:pt x="1922" y="5041"/>
                </a:lnTo>
                <a:cubicBezTo>
                  <a:pt x="1639" y="5041"/>
                  <a:pt x="1481" y="4883"/>
                  <a:pt x="1544" y="4663"/>
                </a:cubicBezTo>
                <a:cubicBezTo>
                  <a:pt x="1733" y="3371"/>
                  <a:pt x="2489" y="2268"/>
                  <a:pt x="3529" y="1544"/>
                </a:cubicBezTo>
                <a:cubicBezTo>
                  <a:pt x="4128" y="2363"/>
                  <a:pt x="5104" y="2899"/>
                  <a:pt x="6144" y="2899"/>
                </a:cubicBezTo>
                <a:cubicBezTo>
                  <a:pt x="7152" y="2899"/>
                  <a:pt x="8160" y="2426"/>
                  <a:pt x="8727" y="1544"/>
                </a:cubicBezTo>
                <a:close/>
                <a:moveTo>
                  <a:pt x="10082" y="5765"/>
                </a:moveTo>
                <a:lnTo>
                  <a:pt x="10082" y="6144"/>
                </a:lnTo>
                <a:cubicBezTo>
                  <a:pt x="10082" y="6364"/>
                  <a:pt x="9924" y="6522"/>
                  <a:pt x="9735" y="6522"/>
                </a:cubicBezTo>
                <a:lnTo>
                  <a:pt x="2552" y="6522"/>
                </a:lnTo>
                <a:cubicBezTo>
                  <a:pt x="2363" y="6522"/>
                  <a:pt x="2206" y="6364"/>
                  <a:pt x="2206" y="6144"/>
                </a:cubicBezTo>
                <a:lnTo>
                  <a:pt x="2206" y="5765"/>
                </a:lnTo>
                <a:close/>
                <a:moveTo>
                  <a:pt x="6112" y="0"/>
                </a:moveTo>
                <a:cubicBezTo>
                  <a:pt x="3466" y="0"/>
                  <a:pt x="1229" y="1985"/>
                  <a:pt x="788" y="4505"/>
                </a:cubicBezTo>
                <a:cubicBezTo>
                  <a:pt x="693" y="4978"/>
                  <a:pt x="977" y="5450"/>
                  <a:pt x="1418" y="5639"/>
                </a:cubicBezTo>
                <a:lnTo>
                  <a:pt x="1418" y="6112"/>
                </a:lnTo>
                <a:cubicBezTo>
                  <a:pt x="1418" y="6585"/>
                  <a:pt x="1733" y="6994"/>
                  <a:pt x="2111" y="7152"/>
                </a:cubicBezTo>
                <a:lnTo>
                  <a:pt x="2111" y="7939"/>
                </a:lnTo>
                <a:cubicBezTo>
                  <a:pt x="2111" y="8317"/>
                  <a:pt x="1796" y="8632"/>
                  <a:pt x="1418" y="8632"/>
                </a:cubicBezTo>
                <a:cubicBezTo>
                  <a:pt x="1009" y="8632"/>
                  <a:pt x="693" y="8317"/>
                  <a:pt x="693" y="7939"/>
                </a:cubicBezTo>
                <a:lnTo>
                  <a:pt x="693" y="7561"/>
                </a:lnTo>
                <a:cubicBezTo>
                  <a:pt x="693" y="7372"/>
                  <a:pt x="536" y="7215"/>
                  <a:pt x="347" y="7215"/>
                </a:cubicBezTo>
                <a:cubicBezTo>
                  <a:pt x="158" y="7215"/>
                  <a:pt x="0" y="7372"/>
                  <a:pt x="0" y="7561"/>
                </a:cubicBezTo>
                <a:lnTo>
                  <a:pt x="0" y="7939"/>
                </a:lnTo>
                <a:cubicBezTo>
                  <a:pt x="0" y="8727"/>
                  <a:pt x="630" y="9357"/>
                  <a:pt x="1418" y="9357"/>
                </a:cubicBezTo>
                <a:cubicBezTo>
                  <a:pt x="2206" y="9357"/>
                  <a:pt x="2836" y="8727"/>
                  <a:pt x="2836" y="7939"/>
                </a:cubicBezTo>
                <a:lnTo>
                  <a:pt x="2836" y="7215"/>
                </a:lnTo>
                <a:lnTo>
                  <a:pt x="4285" y="7215"/>
                </a:lnTo>
                <a:lnTo>
                  <a:pt x="4285" y="10806"/>
                </a:lnTo>
                <a:cubicBezTo>
                  <a:pt x="4285" y="11184"/>
                  <a:pt x="3970" y="11499"/>
                  <a:pt x="3592" y="11499"/>
                </a:cubicBezTo>
                <a:cubicBezTo>
                  <a:pt x="3182" y="11499"/>
                  <a:pt x="2867" y="11184"/>
                  <a:pt x="2867" y="10806"/>
                </a:cubicBezTo>
                <a:lnTo>
                  <a:pt x="2867" y="10460"/>
                </a:lnTo>
                <a:cubicBezTo>
                  <a:pt x="2867" y="10239"/>
                  <a:pt x="2710" y="10082"/>
                  <a:pt x="2521" y="10082"/>
                </a:cubicBezTo>
                <a:cubicBezTo>
                  <a:pt x="2332" y="10082"/>
                  <a:pt x="2174" y="10239"/>
                  <a:pt x="2174" y="10460"/>
                </a:cubicBezTo>
                <a:lnTo>
                  <a:pt x="2174" y="10806"/>
                </a:lnTo>
                <a:cubicBezTo>
                  <a:pt x="2174" y="11594"/>
                  <a:pt x="2804" y="12224"/>
                  <a:pt x="3592" y="12224"/>
                </a:cubicBezTo>
                <a:cubicBezTo>
                  <a:pt x="4380" y="12224"/>
                  <a:pt x="5010" y="11594"/>
                  <a:pt x="5010" y="10806"/>
                </a:cubicBezTo>
                <a:lnTo>
                  <a:pt x="5010" y="7215"/>
                </a:lnTo>
                <a:lnTo>
                  <a:pt x="7120" y="7215"/>
                </a:lnTo>
                <a:lnTo>
                  <a:pt x="7120" y="10806"/>
                </a:lnTo>
                <a:cubicBezTo>
                  <a:pt x="7120" y="11594"/>
                  <a:pt x="7751" y="12224"/>
                  <a:pt x="8538" y="12224"/>
                </a:cubicBezTo>
                <a:cubicBezTo>
                  <a:pt x="9326" y="12224"/>
                  <a:pt x="9956" y="11594"/>
                  <a:pt x="9956" y="10806"/>
                </a:cubicBezTo>
                <a:lnTo>
                  <a:pt x="9956" y="10460"/>
                </a:lnTo>
                <a:cubicBezTo>
                  <a:pt x="9956" y="10239"/>
                  <a:pt x="9798" y="10082"/>
                  <a:pt x="9609" y="10082"/>
                </a:cubicBezTo>
                <a:cubicBezTo>
                  <a:pt x="9420" y="10082"/>
                  <a:pt x="9263" y="10239"/>
                  <a:pt x="9263" y="10460"/>
                </a:cubicBezTo>
                <a:lnTo>
                  <a:pt x="9263" y="10806"/>
                </a:lnTo>
                <a:cubicBezTo>
                  <a:pt x="9263" y="11184"/>
                  <a:pt x="8948" y="11499"/>
                  <a:pt x="8538" y="11499"/>
                </a:cubicBezTo>
                <a:cubicBezTo>
                  <a:pt x="8160" y="11499"/>
                  <a:pt x="7845" y="11184"/>
                  <a:pt x="7845" y="10806"/>
                </a:cubicBezTo>
                <a:lnTo>
                  <a:pt x="7845" y="7215"/>
                </a:lnTo>
                <a:lnTo>
                  <a:pt x="9294" y="7215"/>
                </a:lnTo>
                <a:lnTo>
                  <a:pt x="9294" y="7939"/>
                </a:lnTo>
                <a:cubicBezTo>
                  <a:pt x="9294" y="8727"/>
                  <a:pt x="9924" y="9357"/>
                  <a:pt x="10712" y="9357"/>
                </a:cubicBezTo>
                <a:cubicBezTo>
                  <a:pt x="11500" y="9357"/>
                  <a:pt x="12130" y="8727"/>
                  <a:pt x="12130" y="7939"/>
                </a:cubicBezTo>
                <a:lnTo>
                  <a:pt x="12130" y="7561"/>
                </a:lnTo>
                <a:cubicBezTo>
                  <a:pt x="12193" y="7372"/>
                  <a:pt x="12035" y="7215"/>
                  <a:pt x="11846" y="7215"/>
                </a:cubicBezTo>
                <a:cubicBezTo>
                  <a:pt x="11657" y="7215"/>
                  <a:pt x="11500" y="7372"/>
                  <a:pt x="11500" y="7561"/>
                </a:cubicBezTo>
                <a:lnTo>
                  <a:pt x="11500" y="7939"/>
                </a:lnTo>
                <a:cubicBezTo>
                  <a:pt x="11500" y="8317"/>
                  <a:pt x="11185" y="8632"/>
                  <a:pt x="10775" y="8632"/>
                </a:cubicBezTo>
                <a:cubicBezTo>
                  <a:pt x="10397" y="8632"/>
                  <a:pt x="10082" y="8317"/>
                  <a:pt x="10082" y="7939"/>
                </a:cubicBezTo>
                <a:lnTo>
                  <a:pt x="10082" y="7152"/>
                </a:lnTo>
                <a:cubicBezTo>
                  <a:pt x="10523" y="6994"/>
                  <a:pt x="10775" y="6585"/>
                  <a:pt x="10775" y="6112"/>
                </a:cubicBezTo>
                <a:lnTo>
                  <a:pt x="10775" y="5639"/>
                </a:lnTo>
                <a:cubicBezTo>
                  <a:pt x="11216" y="5450"/>
                  <a:pt x="11500" y="4978"/>
                  <a:pt x="11405" y="4505"/>
                </a:cubicBezTo>
                <a:cubicBezTo>
                  <a:pt x="10996" y="1953"/>
                  <a:pt x="8727" y="0"/>
                  <a:pt x="611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08" name="Google Shape;11908;p139"/>
          <p:cNvGrpSpPr/>
          <p:nvPr/>
        </p:nvGrpSpPr>
        <p:grpSpPr>
          <a:xfrm>
            <a:off x="6684584" y="2865574"/>
            <a:ext cx="472676" cy="444538"/>
            <a:chOff x="-17565350" y="2809825"/>
            <a:chExt cx="304050" cy="285950"/>
          </a:xfrm>
        </p:grpSpPr>
        <p:sp>
          <p:nvSpPr>
            <p:cNvPr id="11909" name="Google Shape;11909;p139"/>
            <p:cNvSpPr/>
            <p:nvPr/>
          </p:nvSpPr>
          <p:spPr>
            <a:xfrm>
              <a:off x="-17458225" y="2970500"/>
              <a:ext cx="18150" cy="17375"/>
            </a:xfrm>
            <a:custGeom>
              <a:rect b="b" l="l" r="r" t="t"/>
              <a:pathLst>
                <a:path extrusionOk="0" h="695" w="726">
                  <a:moveTo>
                    <a:pt x="379" y="1"/>
                  </a:moveTo>
                  <a:cubicBezTo>
                    <a:pt x="158" y="1"/>
                    <a:pt x="1" y="158"/>
                    <a:pt x="1" y="347"/>
                  </a:cubicBezTo>
                  <a:cubicBezTo>
                    <a:pt x="1" y="537"/>
                    <a:pt x="158" y="694"/>
                    <a:pt x="379" y="694"/>
                  </a:cubicBezTo>
                  <a:cubicBezTo>
                    <a:pt x="568" y="694"/>
                    <a:pt x="725" y="537"/>
                    <a:pt x="725" y="347"/>
                  </a:cubicBezTo>
                  <a:cubicBezTo>
                    <a:pt x="725" y="158"/>
                    <a:pt x="568" y="1"/>
                    <a:pt x="3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0" name="Google Shape;11910;p139"/>
            <p:cNvSpPr/>
            <p:nvPr/>
          </p:nvSpPr>
          <p:spPr>
            <a:xfrm>
              <a:off x="-17385750" y="2970500"/>
              <a:ext cx="17350" cy="17375"/>
            </a:xfrm>
            <a:custGeom>
              <a:rect b="b" l="l" r="r" t="t"/>
              <a:pathLst>
                <a:path extrusionOk="0" h="695" w="694">
                  <a:moveTo>
                    <a:pt x="347" y="1"/>
                  </a:moveTo>
                  <a:cubicBezTo>
                    <a:pt x="158" y="1"/>
                    <a:pt x="0" y="158"/>
                    <a:pt x="0" y="347"/>
                  </a:cubicBezTo>
                  <a:cubicBezTo>
                    <a:pt x="0" y="537"/>
                    <a:pt x="158" y="694"/>
                    <a:pt x="347" y="694"/>
                  </a:cubicBezTo>
                  <a:cubicBezTo>
                    <a:pt x="536" y="694"/>
                    <a:pt x="693" y="537"/>
                    <a:pt x="693" y="347"/>
                  </a:cubicBez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1" name="Google Shape;11911;p139"/>
            <p:cNvSpPr/>
            <p:nvPr/>
          </p:nvSpPr>
          <p:spPr>
            <a:xfrm>
              <a:off x="-17565350" y="2809825"/>
              <a:ext cx="304050" cy="285950"/>
            </a:xfrm>
            <a:custGeom>
              <a:rect b="b" l="l" r="r" t="t"/>
              <a:pathLst>
                <a:path extrusionOk="0" h="11438" w="12162">
                  <a:moveTo>
                    <a:pt x="3183" y="726"/>
                  </a:moveTo>
                  <a:cubicBezTo>
                    <a:pt x="4191" y="726"/>
                    <a:pt x="4979" y="1513"/>
                    <a:pt x="4979" y="2490"/>
                  </a:cubicBezTo>
                  <a:cubicBezTo>
                    <a:pt x="4979" y="3466"/>
                    <a:pt x="4191" y="4254"/>
                    <a:pt x="3183" y="4254"/>
                  </a:cubicBezTo>
                  <a:cubicBezTo>
                    <a:pt x="2206" y="4254"/>
                    <a:pt x="1419" y="3466"/>
                    <a:pt x="1419" y="2490"/>
                  </a:cubicBezTo>
                  <a:cubicBezTo>
                    <a:pt x="1419" y="1545"/>
                    <a:pt x="2206" y="726"/>
                    <a:pt x="3183" y="726"/>
                  </a:cubicBezTo>
                  <a:close/>
                  <a:moveTo>
                    <a:pt x="8980" y="726"/>
                  </a:moveTo>
                  <a:cubicBezTo>
                    <a:pt x="9956" y="726"/>
                    <a:pt x="10744" y="1513"/>
                    <a:pt x="10744" y="2490"/>
                  </a:cubicBezTo>
                  <a:cubicBezTo>
                    <a:pt x="10744" y="3466"/>
                    <a:pt x="9956" y="4254"/>
                    <a:pt x="8980" y="4254"/>
                  </a:cubicBezTo>
                  <a:cubicBezTo>
                    <a:pt x="8003" y="4254"/>
                    <a:pt x="7216" y="3466"/>
                    <a:pt x="7216" y="2490"/>
                  </a:cubicBezTo>
                  <a:cubicBezTo>
                    <a:pt x="7184" y="1545"/>
                    <a:pt x="8003" y="726"/>
                    <a:pt x="8980" y="726"/>
                  </a:cubicBezTo>
                  <a:close/>
                  <a:moveTo>
                    <a:pt x="6491" y="2868"/>
                  </a:moveTo>
                  <a:cubicBezTo>
                    <a:pt x="6648" y="4097"/>
                    <a:pt x="7720" y="5010"/>
                    <a:pt x="8980" y="5010"/>
                  </a:cubicBezTo>
                  <a:cubicBezTo>
                    <a:pt x="9610" y="5010"/>
                    <a:pt x="10208" y="4758"/>
                    <a:pt x="10650" y="4380"/>
                  </a:cubicBezTo>
                  <a:cubicBezTo>
                    <a:pt x="11185" y="5042"/>
                    <a:pt x="11469" y="5924"/>
                    <a:pt x="11469" y="6774"/>
                  </a:cubicBezTo>
                  <a:cubicBezTo>
                    <a:pt x="11469" y="6964"/>
                    <a:pt x="11311" y="7121"/>
                    <a:pt x="11122" y="7121"/>
                  </a:cubicBezTo>
                  <a:lnTo>
                    <a:pt x="10965" y="7121"/>
                  </a:lnTo>
                  <a:cubicBezTo>
                    <a:pt x="10051" y="7121"/>
                    <a:pt x="9137" y="7405"/>
                    <a:pt x="8381" y="7909"/>
                  </a:cubicBezTo>
                  <a:cubicBezTo>
                    <a:pt x="7751" y="8350"/>
                    <a:pt x="7026" y="8602"/>
                    <a:pt x="6239" y="8602"/>
                  </a:cubicBezTo>
                  <a:lnTo>
                    <a:pt x="5955" y="8602"/>
                  </a:lnTo>
                  <a:cubicBezTo>
                    <a:pt x="5168" y="8602"/>
                    <a:pt x="4412" y="8350"/>
                    <a:pt x="3781" y="7909"/>
                  </a:cubicBezTo>
                  <a:cubicBezTo>
                    <a:pt x="2962" y="7373"/>
                    <a:pt x="2049" y="7121"/>
                    <a:pt x="1072" y="7121"/>
                  </a:cubicBezTo>
                  <a:cubicBezTo>
                    <a:pt x="883" y="7121"/>
                    <a:pt x="725" y="6964"/>
                    <a:pt x="725" y="6774"/>
                  </a:cubicBezTo>
                  <a:cubicBezTo>
                    <a:pt x="725" y="5924"/>
                    <a:pt x="978" y="5042"/>
                    <a:pt x="1545" y="4380"/>
                  </a:cubicBezTo>
                  <a:cubicBezTo>
                    <a:pt x="1986" y="4758"/>
                    <a:pt x="2553" y="5010"/>
                    <a:pt x="3183" y="5010"/>
                  </a:cubicBezTo>
                  <a:cubicBezTo>
                    <a:pt x="4443" y="5010"/>
                    <a:pt x="5483" y="4065"/>
                    <a:pt x="5672" y="2868"/>
                  </a:cubicBezTo>
                  <a:close/>
                  <a:moveTo>
                    <a:pt x="1356" y="7877"/>
                  </a:moveTo>
                  <a:cubicBezTo>
                    <a:pt x="2112" y="7909"/>
                    <a:pt x="2805" y="8129"/>
                    <a:pt x="3403" y="8539"/>
                  </a:cubicBezTo>
                  <a:cubicBezTo>
                    <a:pt x="4160" y="9074"/>
                    <a:pt x="5042" y="9326"/>
                    <a:pt x="5955" y="9326"/>
                  </a:cubicBezTo>
                  <a:lnTo>
                    <a:pt x="6239" y="9326"/>
                  </a:lnTo>
                  <a:cubicBezTo>
                    <a:pt x="7153" y="9326"/>
                    <a:pt x="8035" y="9074"/>
                    <a:pt x="8791" y="8539"/>
                  </a:cubicBezTo>
                  <a:cubicBezTo>
                    <a:pt x="9389" y="8161"/>
                    <a:pt x="10145" y="7909"/>
                    <a:pt x="10839" y="7877"/>
                  </a:cubicBezTo>
                  <a:lnTo>
                    <a:pt x="10839" y="7877"/>
                  </a:lnTo>
                  <a:cubicBezTo>
                    <a:pt x="9925" y="9578"/>
                    <a:pt x="8066" y="10713"/>
                    <a:pt x="6113" y="10713"/>
                  </a:cubicBezTo>
                  <a:cubicBezTo>
                    <a:pt x="4097" y="10713"/>
                    <a:pt x="2301" y="9578"/>
                    <a:pt x="1356" y="7877"/>
                  </a:cubicBezTo>
                  <a:close/>
                  <a:moveTo>
                    <a:pt x="3214" y="1"/>
                  </a:moveTo>
                  <a:cubicBezTo>
                    <a:pt x="1828" y="1"/>
                    <a:pt x="725" y="1104"/>
                    <a:pt x="725" y="2490"/>
                  </a:cubicBezTo>
                  <a:cubicBezTo>
                    <a:pt x="725" y="2962"/>
                    <a:pt x="852" y="3403"/>
                    <a:pt x="1072" y="3782"/>
                  </a:cubicBezTo>
                  <a:cubicBezTo>
                    <a:pt x="379" y="4601"/>
                    <a:pt x="1" y="5672"/>
                    <a:pt x="1" y="6774"/>
                  </a:cubicBezTo>
                  <a:cubicBezTo>
                    <a:pt x="1" y="7121"/>
                    <a:pt x="221" y="7436"/>
                    <a:pt x="442" y="7657"/>
                  </a:cubicBezTo>
                  <a:cubicBezTo>
                    <a:pt x="1356" y="9862"/>
                    <a:pt x="3498" y="11437"/>
                    <a:pt x="6081" y="11437"/>
                  </a:cubicBezTo>
                  <a:cubicBezTo>
                    <a:pt x="8633" y="11437"/>
                    <a:pt x="10807" y="9862"/>
                    <a:pt x="11689" y="7657"/>
                  </a:cubicBezTo>
                  <a:cubicBezTo>
                    <a:pt x="12004" y="7436"/>
                    <a:pt x="12162" y="7121"/>
                    <a:pt x="12162" y="6774"/>
                  </a:cubicBezTo>
                  <a:cubicBezTo>
                    <a:pt x="12162" y="5672"/>
                    <a:pt x="11784" y="4664"/>
                    <a:pt x="11122" y="3782"/>
                  </a:cubicBezTo>
                  <a:cubicBezTo>
                    <a:pt x="11343" y="3403"/>
                    <a:pt x="11469" y="2962"/>
                    <a:pt x="11469" y="2490"/>
                  </a:cubicBezTo>
                  <a:cubicBezTo>
                    <a:pt x="11469" y="1104"/>
                    <a:pt x="10366" y="1"/>
                    <a:pt x="8980" y="1"/>
                  </a:cubicBezTo>
                  <a:cubicBezTo>
                    <a:pt x="7720" y="1"/>
                    <a:pt x="6711" y="946"/>
                    <a:pt x="6491" y="2143"/>
                  </a:cubicBezTo>
                  <a:lnTo>
                    <a:pt x="5672" y="2143"/>
                  </a:lnTo>
                  <a:cubicBezTo>
                    <a:pt x="5514" y="915"/>
                    <a:pt x="4475" y="1"/>
                    <a:pt x="321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2" name="Google Shape;11912;p139"/>
            <p:cNvSpPr/>
            <p:nvPr/>
          </p:nvSpPr>
          <p:spPr>
            <a:xfrm>
              <a:off x="-17368425" y="2846075"/>
              <a:ext cx="54350" cy="53575"/>
            </a:xfrm>
            <a:custGeom>
              <a:rect b="b" l="l" r="r" t="t"/>
              <a:pathLst>
                <a:path extrusionOk="0" h="2143" w="2174">
                  <a:moveTo>
                    <a:pt x="1103" y="693"/>
                  </a:moveTo>
                  <a:cubicBezTo>
                    <a:pt x="1292" y="693"/>
                    <a:pt x="1449" y="851"/>
                    <a:pt x="1449" y="1040"/>
                  </a:cubicBezTo>
                  <a:cubicBezTo>
                    <a:pt x="1449" y="1229"/>
                    <a:pt x="1292" y="1386"/>
                    <a:pt x="1103" y="1386"/>
                  </a:cubicBezTo>
                  <a:cubicBezTo>
                    <a:pt x="914" y="1386"/>
                    <a:pt x="756" y="1229"/>
                    <a:pt x="756" y="1040"/>
                  </a:cubicBezTo>
                  <a:cubicBezTo>
                    <a:pt x="756" y="851"/>
                    <a:pt x="914" y="693"/>
                    <a:pt x="1103" y="693"/>
                  </a:cubicBezTo>
                  <a:close/>
                  <a:moveTo>
                    <a:pt x="1103" y="0"/>
                  </a:moveTo>
                  <a:cubicBezTo>
                    <a:pt x="504" y="0"/>
                    <a:pt x="32" y="473"/>
                    <a:pt x="32" y="1071"/>
                  </a:cubicBezTo>
                  <a:cubicBezTo>
                    <a:pt x="0" y="1638"/>
                    <a:pt x="504" y="2143"/>
                    <a:pt x="1103" y="2143"/>
                  </a:cubicBezTo>
                  <a:cubicBezTo>
                    <a:pt x="1701" y="2143"/>
                    <a:pt x="2174" y="1670"/>
                    <a:pt x="2174" y="1071"/>
                  </a:cubicBezTo>
                  <a:cubicBezTo>
                    <a:pt x="2174" y="473"/>
                    <a:pt x="1701" y="0"/>
                    <a:pt x="110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3" name="Google Shape;11913;p139"/>
            <p:cNvSpPr/>
            <p:nvPr/>
          </p:nvSpPr>
          <p:spPr>
            <a:xfrm>
              <a:off x="-17511775" y="2846075"/>
              <a:ext cx="52775" cy="53575"/>
            </a:xfrm>
            <a:custGeom>
              <a:rect b="b" l="l" r="r" t="t"/>
              <a:pathLst>
                <a:path extrusionOk="0" h="2143" w="2111">
                  <a:moveTo>
                    <a:pt x="1040" y="693"/>
                  </a:moveTo>
                  <a:cubicBezTo>
                    <a:pt x="1260" y="693"/>
                    <a:pt x="1418" y="851"/>
                    <a:pt x="1418" y="1040"/>
                  </a:cubicBezTo>
                  <a:cubicBezTo>
                    <a:pt x="1418" y="1229"/>
                    <a:pt x="1260" y="1386"/>
                    <a:pt x="1040" y="1386"/>
                  </a:cubicBezTo>
                  <a:cubicBezTo>
                    <a:pt x="851" y="1386"/>
                    <a:pt x="693" y="1229"/>
                    <a:pt x="693" y="1040"/>
                  </a:cubicBezTo>
                  <a:cubicBezTo>
                    <a:pt x="693" y="851"/>
                    <a:pt x="851" y="693"/>
                    <a:pt x="1040" y="693"/>
                  </a:cubicBezTo>
                  <a:close/>
                  <a:moveTo>
                    <a:pt x="1040" y="0"/>
                  </a:moveTo>
                  <a:cubicBezTo>
                    <a:pt x="473" y="0"/>
                    <a:pt x="0" y="473"/>
                    <a:pt x="0" y="1071"/>
                  </a:cubicBezTo>
                  <a:cubicBezTo>
                    <a:pt x="0" y="1638"/>
                    <a:pt x="473" y="2143"/>
                    <a:pt x="1040" y="2143"/>
                  </a:cubicBezTo>
                  <a:cubicBezTo>
                    <a:pt x="1638" y="2143"/>
                    <a:pt x="2111" y="1670"/>
                    <a:pt x="2111" y="1071"/>
                  </a:cubicBezTo>
                  <a:cubicBezTo>
                    <a:pt x="2111" y="473"/>
                    <a:pt x="1638" y="0"/>
                    <a:pt x="104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914" name="Google Shape;11914;p139"/>
          <p:cNvSpPr/>
          <p:nvPr/>
        </p:nvSpPr>
        <p:spPr>
          <a:xfrm>
            <a:off x="2680515" y="3446569"/>
            <a:ext cx="360006" cy="471471"/>
          </a:xfrm>
          <a:custGeom>
            <a:rect b="b" l="l" r="r" t="t"/>
            <a:pathLst>
              <a:path extrusionOk="0" h="12131" w="9263">
                <a:moveTo>
                  <a:pt x="6207" y="694"/>
                </a:moveTo>
                <a:lnTo>
                  <a:pt x="5829" y="1419"/>
                </a:lnTo>
                <a:lnTo>
                  <a:pt x="3434" y="1419"/>
                </a:lnTo>
                <a:lnTo>
                  <a:pt x="3088" y="694"/>
                </a:lnTo>
                <a:close/>
                <a:moveTo>
                  <a:pt x="2363" y="946"/>
                </a:moveTo>
                <a:lnTo>
                  <a:pt x="2773" y="1671"/>
                </a:lnTo>
                <a:lnTo>
                  <a:pt x="1702" y="2742"/>
                </a:lnTo>
                <a:lnTo>
                  <a:pt x="945" y="2364"/>
                </a:lnTo>
                <a:lnTo>
                  <a:pt x="2363" y="946"/>
                </a:lnTo>
                <a:close/>
                <a:moveTo>
                  <a:pt x="6900" y="946"/>
                </a:moveTo>
                <a:lnTo>
                  <a:pt x="8318" y="2364"/>
                </a:lnTo>
                <a:lnTo>
                  <a:pt x="7561" y="2742"/>
                </a:lnTo>
                <a:lnTo>
                  <a:pt x="6522" y="1671"/>
                </a:lnTo>
                <a:lnTo>
                  <a:pt x="6900" y="946"/>
                </a:lnTo>
                <a:close/>
                <a:moveTo>
                  <a:pt x="725" y="3025"/>
                </a:moveTo>
                <a:lnTo>
                  <a:pt x="1418" y="3372"/>
                </a:lnTo>
                <a:lnTo>
                  <a:pt x="1418" y="8696"/>
                </a:lnTo>
                <a:lnTo>
                  <a:pt x="725" y="9043"/>
                </a:lnTo>
                <a:lnTo>
                  <a:pt x="725" y="3025"/>
                </a:lnTo>
                <a:close/>
                <a:moveTo>
                  <a:pt x="8570" y="3025"/>
                </a:moveTo>
                <a:lnTo>
                  <a:pt x="8570" y="9043"/>
                </a:lnTo>
                <a:lnTo>
                  <a:pt x="7845" y="8696"/>
                </a:lnTo>
                <a:lnTo>
                  <a:pt x="7845" y="3372"/>
                </a:lnTo>
                <a:lnTo>
                  <a:pt x="8570" y="3025"/>
                </a:lnTo>
                <a:close/>
                <a:moveTo>
                  <a:pt x="5923" y="2080"/>
                </a:moveTo>
                <a:lnTo>
                  <a:pt x="7152" y="3277"/>
                </a:lnTo>
                <a:lnTo>
                  <a:pt x="7152" y="8759"/>
                </a:lnTo>
                <a:lnTo>
                  <a:pt x="5923" y="9988"/>
                </a:lnTo>
                <a:lnTo>
                  <a:pt x="3371" y="9988"/>
                </a:lnTo>
                <a:lnTo>
                  <a:pt x="2143" y="8759"/>
                </a:lnTo>
                <a:lnTo>
                  <a:pt x="2143" y="3277"/>
                </a:lnTo>
                <a:lnTo>
                  <a:pt x="3371" y="2080"/>
                </a:lnTo>
                <a:close/>
                <a:moveTo>
                  <a:pt x="1702" y="9358"/>
                </a:moveTo>
                <a:lnTo>
                  <a:pt x="2773" y="10429"/>
                </a:lnTo>
                <a:lnTo>
                  <a:pt x="2395" y="11154"/>
                </a:lnTo>
                <a:lnTo>
                  <a:pt x="945" y="9736"/>
                </a:lnTo>
                <a:lnTo>
                  <a:pt x="1702" y="9358"/>
                </a:lnTo>
                <a:close/>
                <a:moveTo>
                  <a:pt x="7530" y="9358"/>
                </a:moveTo>
                <a:lnTo>
                  <a:pt x="8286" y="9767"/>
                </a:lnTo>
                <a:lnTo>
                  <a:pt x="6868" y="11185"/>
                </a:lnTo>
                <a:lnTo>
                  <a:pt x="6459" y="10429"/>
                </a:lnTo>
                <a:lnTo>
                  <a:pt x="7530" y="9358"/>
                </a:lnTo>
                <a:close/>
                <a:moveTo>
                  <a:pt x="5829" y="10713"/>
                </a:moveTo>
                <a:lnTo>
                  <a:pt x="6207" y="11406"/>
                </a:lnTo>
                <a:lnTo>
                  <a:pt x="3088" y="11406"/>
                </a:lnTo>
                <a:lnTo>
                  <a:pt x="3434" y="10713"/>
                </a:lnTo>
                <a:close/>
                <a:moveTo>
                  <a:pt x="2489" y="1"/>
                </a:moveTo>
                <a:cubicBezTo>
                  <a:pt x="2426" y="1"/>
                  <a:pt x="2300" y="32"/>
                  <a:pt x="2269" y="95"/>
                </a:cubicBezTo>
                <a:lnTo>
                  <a:pt x="126" y="2238"/>
                </a:lnTo>
                <a:cubicBezTo>
                  <a:pt x="63" y="2301"/>
                  <a:pt x="0" y="2395"/>
                  <a:pt x="0" y="2458"/>
                </a:cubicBezTo>
                <a:lnTo>
                  <a:pt x="0" y="9641"/>
                </a:lnTo>
                <a:cubicBezTo>
                  <a:pt x="0" y="9704"/>
                  <a:pt x="63" y="9830"/>
                  <a:pt x="126" y="9862"/>
                </a:cubicBezTo>
                <a:lnTo>
                  <a:pt x="2269" y="12004"/>
                </a:lnTo>
                <a:cubicBezTo>
                  <a:pt x="2332" y="12067"/>
                  <a:pt x="2426" y="12130"/>
                  <a:pt x="2489" y="12130"/>
                </a:cubicBezTo>
                <a:lnTo>
                  <a:pt x="6774" y="12130"/>
                </a:lnTo>
                <a:cubicBezTo>
                  <a:pt x="6868" y="12130"/>
                  <a:pt x="6994" y="12067"/>
                  <a:pt x="7026" y="12004"/>
                </a:cubicBezTo>
                <a:lnTo>
                  <a:pt x="9137" y="9862"/>
                </a:lnTo>
                <a:cubicBezTo>
                  <a:pt x="9231" y="9830"/>
                  <a:pt x="9263" y="9736"/>
                  <a:pt x="9263" y="9641"/>
                </a:cubicBezTo>
                <a:lnTo>
                  <a:pt x="9263" y="2458"/>
                </a:lnTo>
                <a:cubicBezTo>
                  <a:pt x="9263" y="2395"/>
                  <a:pt x="9231" y="2269"/>
                  <a:pt x="9137" y="2238"/>
                </a:cubicBezTo>
                <a:lnTo>
                  <a:pt x="7026" y="95"/>
                </a:lnTo>
                <a:cubicBezTo>
                  <a:pt x="6931" y="32"/>
                  <a:pt x="6868" y="1"/>
                  <a:pt x="677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5" name="Google Shape;11915;p139"/>
          <p:cNvSpPr/>
          <p:nvPr/>
        </p:nvSpPr>
        <p:spPr>
          <a:xfrm>
            <a:off x="1428633" y="1688459"/>
            <a:ext cx="471471" cy="473920"/>
          </a:xfrm>
          <a:custGeom>
            <a:rect b="b" l="l" r="r" t="t"/>
            <a:pathLst>
              <a:path extrusionOk="0" h="12194" w="12131">
                <a:moveTo>
                  <a:pt x="4632" y="725"/>
                </a:moveTo>
                <a:cubicBezTo>
                  <a:pt x="5609" y="725"/>
                  <a:pt x="6396" y="1513"/>
                  <a:pt x="6396" y="2490"/>
                </a:cubicBezTo>
                <a:cubicBezTo>
                  <a:pt x="6365" y="2679"/>
                  <a:pt x="6522" y="2836"/>
                  <a:pt x="6680" y="2899"/>
                </a:cubicBezTo>
                <a:cubicBezTo>
                  <a:pt x="7341" y="2994"/>
                  <a:pt x="7814" y="3592"/>
                  <a:pt x="7814" y="4317"/>
                </a:cubicBezTo>
                <a:cubicBezTo>
                  <a:pt x="7814" y="4695"/>
                  <a:pt x="7656" y="5042"/>
                  <a:pt x="7404" y="5325"/>
                </a:cubicBezTo>
                <a:cubicBezTo>
                  <a:pt x="7184" y="5483"/>
                  <a:pt x="7278" y="5798"/>
                  <a:pt x="7530" y="5924"/>
                </a:cubicBezTo>
                <a:cubicBezTo>
                  <a:pt x="8129" y="6207"/>
                  <a:pt x="8539" y="6869"/>
                  <a:pt x="8539" y="7530"/>
                </a:cubicBezTo>
                <a:cubicBezTo>
                  <a:pt x="8539" y="8507"/>
                  <a:pt x="7751" y="9295"/>
                  <a:pt x="6774" y="9295"/>
                </a:cubicBezTo>
                <a:lnTo>
                  <a:pt x="4979" y="9295"/>
                </a:lnTo>
                <a:lnTo>
                  <a:pt x="4979" y="6932"/>
                </a:lnTo>
                <a:lnTo>
                  <a:pt x="6333" y="5609"/>
                </a:lnTo>
                <a:cubicBezTo>
                  <a:pt x="6491" y="5451"/>
                  <a:pt x="6491" y="5231"/>
                  <a:pt x="6333" y="5073"/>
                </a:cubicBezTo>
                <a:cubicBezTo>
                  <a:pt x="6254" y="4994"/>
                  <a:pt x="6168" y="4955"/>
                  <a:pt x="6081" y="4955"/>
                </a:cubicBezTo>
                <a:cubicBezTo>
                  <a:pt x="5995" y="4955"/>
                  <a:pt x="5908" y="4994"/>
                  <a:pt x="5829" y="5073"/>
                </a:cubicBezTo>
                <a:lnTo>
                  <a:pt x="4979" y="5924"/>
                </a:lnTo>
                <a:lnTo>
                  <a:pt x="4979" y="2490"/>
                </a:lnTo>
                <a:cubicBezTo>
                  <a:pt x="4979" y="2301"/>
                  <a:pt x="4821" y="2143"/>
                  <a:pt x="4632" y="2143"/>
                </a:cubicBezTo>
                <a:cubicBezTo>
                  <a:pt x="4443" y="2143"/>
                  <a:pt x="4285" y="2301"/>
                  <a:pt x="4285" y="2490"/>
                </a:cubicBezTo>
                <a:lnTo>
                  <a:pt x="4285" y="4506"/>
                </a:lnTo>
                <a:lnTo>
                  <a:pt x="3466" y="3655"/>
                </a:lnTo>
                <a:cubicBezTo>
                  <a:pt x="3388" y="3577"/>
                  <a:pt x="3293" y="3537"/>
                  <a:pt x="3198" y="3537"/>
                </a:cubicBezTo>
                <a:cubicBezTo>
                  <a:pt x="3104" y="3537"/>
                  <a:pt x="3009" y="3577"/>
                  <a:pt x="2931" y="3655"/>
                </a:cubicBezTo>
                <a:cubicBezTo>
                  <a:pt x="2773" y="3844"/>
                  <a:pt x="2773" y="4033"/>
                  <a:pt x="2931" y="4191"/>
                </a:cubicBezTo>
                <a:lnTo>
                  <a:pt x="4285" y="5514"/>
                </a:lnTo>
                <a:lnTo>
                  <a:pt x="4285" y="7373"/>
                </a:lnTo>
                <a:lnTo>
                  <a:pt x="3466" y="6554"/>
                </a:lnTo>
                <a:cubicBezTo>
                  <a:pt x="3388" y="6475"/>
                  <a:pt x="3293" y="6436"/>
                  <a:pt x="3198" y="6436"/>
                </a:cubicBezTo>
                <a:cubicBezTo>
                  <a:pt x="3104" y="6436"/>
                  <a:pt x="3009" y="6475"/>
                  <a:pt x="2931" y="6554"/>
                </a:cubicBezTo>
                <a:cubicBezTo>
                  <a:pt x="2773" y="6711"/>
                  <a:pt x="2773" y="6900"/>
                  <a:pt x="2931" y="7058"/>
                </a:cubicBezTo>
                <a:lnTo>
                  <a:pt x="4285" y="8413"/>
                </a:lnTo>
                <a:lnTo>
                  <a:pt x="4285" y="9295"/>
                </a:lnTo>
                <a:lnTo>
                  <a:pt x="2521" y="9295"/>
                </a:lnTo>
                <a:cubicBezTo>
                  <a:pt x="1513" y="9295"/>
                  <a:pt x="694" y="8507"/>
                  <a:pt x="694" y="7530"/>
                </a:cubicBezTo>
                <a:cubicBezTo>
                  <a:pt x="694" y="6837"/>
                  <a:pt x="1103" y="6207"/>
                  <a:pt x="1734" y="5924"/>
                </a:cubicBezTo>
                <a:cubicBezTo>
                  <a:pt x="1954" y="5798"/>
                  <a:pt x="1986" y="5514"/>
                  <a:pt x="1828" y="5325"/>
                </a:cubicBezTo>
                <a:cubicBezTo>
                  <a:pt x="1576" y="5042"/>
                  <a:pt x="1418" y="4695"/>
                  <a:pt x="1418" y="4317"/>
                </a:cubicBezTo>
                <a:cubicBezTo>
                  <a:pt x="1418" y="3624"/>
                  <a:pt x="1891" y="3057"/>
                  <a:pt x="2584" y="2899"/>
                </a:cubicBezTo>
                <a:cubicBezTo>
                  <a:pt x="2742" y="2836"/>
                  <a:pt x="2899" y="2679"/>
                  <a:pt x="2868" y="2490"/>
                </a:cubicBezTo>
                <a:cubicBezTo>
                  <a:pt x="2868" y="1513"/>
                  <a:pt x="3655" y="725"/>
                  <a:pt x="4632" y="725"/>
                </a:cubicBezTo>
                <a:close/>
                <a:moveTo>
                  <a:pt x="7467" y="725"/>
                </a:moveTo>
                <a:cubicBezTo>
                  <a:pt x="8444" y="725"/>
                  <a:pt x="9295" y="1513"/>
                  <a:pt x="9232" y="2584"/>
                </a:cubicBezTo>
                <a:cubicBezTo>
                  <a:pt x="9232" y="2742"/>
                  <a:pt x="9358" y="2899"/>
                  <a:pt x="9515" y="2931"/>
                </a:cubicBezTo>
                <a:cubicBezTo>
                  <a:pt x="10177" y="3057"/>
                  <a:pt x="10712" y="3624"/>
                  <a:pt x="10712" y="4348"/>
                </a:cubicBezTo>
                <a:cubicBezTo>
                  <a:pt x="10712" y="4726"/>
                  <a:pt x="10555" y="5105"/>
                  <a:pt x="10271" y="5357"/>
                </a:cubicBezTo>
                <a:cubicBezTo>
                  <a:pt x="10082" y="5514"/>
                  <a:pt x="10145" y="5829"/>
                  <a:pt x="10397" y="5955"/>
                </a:cubicBezTo>
                <a:cubicBezTo>
                  <a:pt x="11027" y="6239"/>
                  <a:pt x="11406" y="6900"/>
                  <a:pt x="11406" y="7562"/>
                </a:cubicBezTo>
                <a:cubicBezTo>
                  <a:pt x="11406" y="8570"/>
                  <a:pt x="10586" y="9358"/>
                  <a:pt x="9610" y="9358"/>
                </a:cubicBezTo>
                <a:lnTo>
                  <a:pt x="8507" y="9358"/>
                </a:lnTo>
                <a:cubicBezTo>
                  <a:pt x="8980" y="8885"/>
                  <a:pt x="9232" y="8224"/>
                  <a:pt x="9232" y="7562"/>
                </a:cubicBezTo>
                <a:cubicBezTo>
                  <a:pt x="9232" y="6743"/>
                  <a:pt x="8854" y="5987"/>
                  <a:pt x="8192" y="5514"/>
                </a:cubicBezTo>
                <a:cubicBezTo>
                  <a:pt x="8413" y="5168"/>
                  <a:pt x="8539" y="4789"/>
                  <a:pt x="8539" y="4348"/>
                </a:cubicBezTo>
                <a:cubicBezTo>
                  <a:pt x="8539" y="3435"/>
                  <a:pt x="7940" y="2616"/>
                  <a:pt x="7089" y="2332"/>
                </a:cubicBezTo>
                <a:cubicBezTo>
                  <a:pt x="7058" y="1828"/>
                  <a:pt x="6837" y="1387"/>
                  <a:pt x="6554" y="1009"/>
                </a:cubicBezTo>
                <a:cubicBezTo>
                  <a:pt x="6837" y="788"/>
                  <a:pt x="7152" y="725"/>
                  <a:pt x="7467" y="725"/>
                </a:cubicBezTo>
                <a:close/>
                <a:moveTo>
                  <a:pt x="7121" y="10019"/>
                </a:moveTo>
                <a:lnTo>
                  <a:pt x="7121" y="11469"/>
                </a:lnTo>
                <a:lnTo>
                  <a:pt x="4979" y="11469"/>
                </a:lnTo>
                <a:lnTo>
                  <a:pt x="4979" y="10019"/>
                </a:lnTo>
                <a:close/>
                <a:moveTo>
                  <a:pt x="4632" y="1"/>
                </a:moveTo>
                <a:cubicBezTo>
                  <a:pt x="3340" y="1"/>
                  <a:pt x="2269" y="1009"/>
                  <a:pt x="2175" y="2301"/>
                </a:cubicBezTo>
                <a:cubicBezTo>
                  <a:pt x="1292" y="2616"/>
                  <a:pt x="694" y="3403"/>
                  <a:pt x="694" y="4317"/>
                </a:cubicBezTo>
                <a:cubicBezTo>
                  <a:pt x="694" y="4726"/>
                  <a:pt x="820" y="5136"/>
                  <a:pt x="1072" y="5483"/>
                </a:cubicBezTo>
                <a:cubicBezTo>
                  <a:pt x="379" y="5955"/>
                  <a:pt x="1" y="6711"/>
                  <a:pt x="1" y="7530"/>
                </a:cubicBezTo>
                <a:cubicBezTo>
                  <a:pt x="1" y="8917"/>
                  <a:pt x="1135" y="10019"/>
                  <a:pt x="2521" y="10019"/>
                </a:cubicBezTo>
                <a:lnTo>
                  <a:pt x="4285" y="10019"/>
                </a:lnTo>
                <a:lnTo>
                  <a:pt x="4285" y="11469"/>
                </a:lnTo>
                <a:lnTo>
                  <a:pt x="2521" y="11469"/>
                </a:lnTo>
                <a:cubicBezTo>
                  <a:pt x="2332" y="11469"/>
                  <a:pt x="2175" y="11626"/>
                  <a:pt x="2175" y="11815"/>
                </a:cubicBezTo>
                <a:cubicBezTo>
                  <a:pt x="2175" y="12036"/>
                  <a:pt x="2332" y="12193"/>
                  <a:pt x="2521" y="12193"/>
                </a:cubicBezTo>
                <a:lnTo>
                  <a:pt x="9641" y="12193"/>
                </a:lnTo>
                <a:cubicBezTo>
                  <a:pt x="9830" y="12193"/>
                  <a:pt x="9988" y="12036"/>
                  <a:pt x="9988" y="11815"/>
                </a:cubicBezTo>
                <a:cubicBezTo>
                  <a:pt x="9988" y="11626"/>
                  <a:pt x="9830" y="11469"/>
                  <a:pt x="9641" y="11469"/>
                </a:cubicBezTo>
                <a:lnTo>
                  <a:pt x="7877" y="11469"/>
                </a:lnTo>
                <a:lnTo>
                  <a:pt x="7877" y="10019"/>
                </a:lnTo>
                <a:lnTo>
                  <a:pt x="9610" y="10019"/>
                </a:lnTo>
                <a:cubicBezTo>
                  <a:pt x="10964" y="10019"/>
                  <a:pt x="12130" y="8917"/>
                  <a:pt x="12130" y="7530"/>
                </a:cubicBezTo>
                <a:cubicBezTo>
                  <a:pt x="12130" y="6711"/>
                  <a:pt x="11721" y="5955"/>
                  <a:pt x="11059" y="5483"/>
                </a:cubicBezTo>
                <a:cubicBezTo>
                  <a:pt x="11280" y="5136"/>
                  <a:pt x="11406" y="4726"/>
                  <a:pt x="11406" y="4317"/>
                </a:cubicBezTo>
                <a:cubicBezTo>
                  <a:pt x="11406" y="3403"/>
                  <a:pt x="10838" y="2584"/>
                  <a:pt x="9956" y="2301"/>
                </a:cubicBezTo>
                <a:cubicBezTo>
                  <a:pt x="9830" y="1040"/>
                  <a:pt x="8791" y="1"/>
                  <a:pt x="7467" y="1"/>
                </a:cubicBezTo>
                <a:cubicBezTo>
                  <a:pt x="6963" y="1"/>
                  <a:pt x="6459" y="158"/>
                  <a:pt x="6050" y="442"/>
                </a:cubicBezTo>
                <a:cubicBezTo>
                  <a:pt x="5672" y="158"/>
                  <a:pt x="5168" y="1"/>
                  <a:pt x="463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6" name="Google Shape;11916;p139"/>
          <p:cNvSpPr/>
          <p:nvPr/>
        </p:nvSpPr>
        <p:spPr>
          <a:xfrm>
            <a:off x="1428633" y="2274689"/>
            <a:ext cx="471471" cy="473609"/>
          </a:xfrm>
          <a:custGeom>
            <a:rect b="b" l="l" r="r" t="t"/>
            <a:pathLst>
              <a:path extrusionOk="0" h="12186" w="12131">
                <a:moveTo>
                  <a:pt x="6050" y="1442"/>
                </a:moveTo>
                <a:cubicBezTo>
                  <a:pt x="6396" y="1442"/>
                  <a:pt x="6774" y="1757"/>
                  <a:pt x="6774" y="2167"/>
                </a:cubicBezTo>
                <a:cubicBezTo>
                  <a:pt x="6774" y="2576"/>
                  <a:pt x="6459" y="2891"/>
                  <a:pt x="6050" y="2891"/>
                </a:cubicBezTo>
                <a:cubicBezTo>
                  <a:pt x="5672" y="2891"/>
                  <a:pt x="5357" y="2576"/>
                  <a:pt x="5357" y="2167"/>
                </a:cubicBezTo>
                <a:cubicBezTo>
                  <a:pt x="5357" y="1789"/>
                  <a:pt x="5672" y="1442"/>
                  <a:pt x="6050" y="1442"/>
                </a:cubicBezTo>
                <a:close/>
                <a:moveTo>
                  <a:pt x="6018" y="3585"/>
                </a:moveTo>
                <a:cubicBezTo>
                  <a:pt x="6207" y="3585"/>
                  <a:pt x="6365" y="3742"/>
                  <a:pt x="6365" y="3963"/>
                </a:cubicBezTo>
                <a:lnTo>
                  <a:pt x="6365" y="4309"/>
                </a:lnTo>
                <a:cubicBezTo>
                  <a:pt x="6239" y="4467"/>
                  <a:pt x="6176" y="4593"/>
                  <a:pt x="6018" y="4782"/>
                </a:cubicBezTo>
                <a:cubicBezTo>
                  <a:pt x="5861" y="4593"/>
                  <a:pt x="5766" y="4467"/>
                  <a:pt x="5672" y="4309"/>
                </a:cubicBezTo>
                <a:lnTo>
                  <a:pt x="5672" y="3963"/>
                </a:lnTo>
                <a:cubicBezTo>
                  <a:pt x="5672" y="3742"/>
                  <a:pt x="5829" y="3585"/>
                  <a:pt x="6018" y="3585"/>
                </a:cubicBezTo>
                <a:close/>
                <a:moveTo>
                  <a:pt x="1009" y="2891"/>
                </a:moveTo>
                <a:cubicBezTo>
                  <a:pt x="2710" y="2891"/>
                  <a:pt x="4317" y="3679"/>
                  <a:pt x="5325" y="5002"/>
                </a:cubicBezTo>
                <a:lnTo>
                  <a:pt x="1544" y="5002"/>
                </a:lnTo>
                <a:cubicBezTo>
                  <a:pt x="1040" y="5002"/>
                  <a:pt x="662" y="4624"/>
                  <a:pt x="662" y="4152"/>
                </a:cubicBezTo>
                <a:lnTo>
                  <a:pt x="662" y="3238"/>
                </a:lnTo>
                <a:cubicBezTo>
                  <a:pt x="662" y="3049"/>
                  <a:pt x="820" y="2891"/>
                  <a:pt x="1009" y="2891"/>
                </a:cubicBezTo>
                <a:close/>
                <a:moveTo>
                  <a:pt x="11059" y="2891"/>
                </a:moveTo>
                <a:cubicBezTo>
                  <a:pt x="11248" y="2891"/>
                  <a:pt x="11406" y="3049"/>
                  <a:pt x="11406" y="3238"/>
                </a:cubicBezTo>
                <a:lnTo>
                  <a:pt x="11406" y="4152"/>
                </a:lnTo>
                <a:cubicBezTo>
                  <a:pt x="11406" y="4624"/>
                  <a:pt x="11027" y="5002"/>
                  <a:pt x="10555" y="5002"/>
                </a:cubicBezTo>
                <a:lnTo>
                  <a:pt x="6774" y="5002"/>
                </a:lnTo>
                <a:cubicBezTo>
                  <a:pt x="7782" y="3679"/>
                  <a:pt x="9358" y="2891"/>
                  <a:pt x="11059" y="2891"/>
                </a:cubicBezTo>
                <a:close/>
                <a:moveTo>
                  <a:pt x="6018" y="5884"/>
                </a:moveTo>
                <a:lnTo>
                  <a:pt x="6365" y="6231"/>
                </a:lnTo>
                <a:lnTo>
                  <a:pt x="6365" y="6798"/>
                </a:lnTo>
                <a:cubicBezTo>
                  <a:pt x="6365" y="6987"/>
                  <a:pt x="6207" y="7145"/>
                  <a:pt x="6018" y="7145"/>
                </a:cubicBezTo>
                <a:cubicBezTo>
                  <a:pt x="5829" y="7145"/>
                  <a:pt x="5672" y="6987"/>
                  <a:pt x="5672" y="6798"/>
                </a:cubicBezTo>
                <a:lnTo>
                  <a:pt x="5672" y="6231"/>
                </a:lnTo>
                <a:lnTo>
                  <a:pt x="6018" y="5884"/>
                </a:lnTo>
                <a:close/>
                <a:moveTo>
                  <a:pt x="9893" y="5727"/>
                </a:moveTo>
                <a:cubicBezTo>
                  <a:pt x="10334" y="5727"/>
                  <a:pt x="10744" y="6105"/>
                  <a:pt x="10744" y="6578"/>
                </a:cubicBezTo>
                <a:lnTo>
                  <a:pt x="10744" y="6798"/>
                </a:lnTo>
                <a:lnTo>
                  <a:pt x="10712" y="6798"/>
                </a:lnTo>
                <a:cubicBezTo>
                  <a:pt x="10712" y="6987"/>
                  <a:pt x="10555" y="7145"/>
                  <a:pt x="10334" y="7145"/>
                </a:cubicBezTo>
                <a:cubicBezTo>
                  <a:pt x="9043" y="7145"/>
                  <a:pt x="7814" y="6641"/>
                  <a:pt x="6932" y="5727"/>
                </a:cubicBezTo>
                <a:close/>
                <a:moveTo>
                  <a:pt x="5136" y="5758"/>
                </a:moveTo>
                <a:cubicBezTo>
                  <a:pt x="4254" y="6672"/>
                  <a:pt x="3025" y="7176"/>
                  <a:pt x="1734" y="7176"/>
                </a:cubicBezTo>
                <a:cubicBezTo>
                  <a:pt x="1513" y="7145"/>
                  <a:pt x="1355" y="6987"/>
                  <a:pt x="1355" y="6798"/>
                </a:cubicBezTo>
                <a:lnTo>
                  <a:pt x="1355" y="6578"/>
                </a:lnTo>
                <a:cubicBezTo>
                  <a:pt x="1355" y="6357"/>
                  <a:pt x="1450" y="6168"/>
                  <a:pt x="1607" y="6010"/>
                </a:cubicBezTo>
                <a:cubicBezTo>
                  <a:pt x="1765" y="5853"/>
                  <a:pt x="1986" y="5758"/>
                  <a:pt x="2206" y="5758"/>
                </a:cubicBezTo>
                <a:close/>
                <a:moveTo>
                  <a:pt x="4616" y="1"/>
                </a:moveTo>
                <a:cubicBezTo>
                  <a:pt x="4522" y="1"/>
                  <a:pt x="4427" y="40"/>
                  <a:pt x="4348" y="119"/>
                </a:cubicBezTo>
                <a:cubicBezTo>
                  <a:pt x="4191" y="277"/>
                  <a:pt x="4191" y="466"/>
                  <a:pt x="4348" y="655"/>
                </a:cubicBezTo>
                <a:lnTo>
                  <a:pt x="4947" y="1222"/>
                </a:lnTo>
                <a:cubicBezTo>
                  <a:pt x="4726" y="1505"/>
                  <a:pt x="4600" y="1820"/>
                  <a:pt x="4600" y="2167"/>
                </a:cubicBezTo>
                <a:cubicBezTo>
                  <a:pt x="4600" y="2639"/>
                  <a:pt x="4821" y="3049"/>
                  <a:pt x="5199" y="3333"/>
                </a:cubicBezTo>
                <a:cubicBezTo>
                  <a:pt x="5105" y="3427"/>
                  <a:pt x="5073" y="3522"/>
                  <a:pt x="5042" y="3679"/>
                </a:cubicBezTo>
                <a:cubicBezTo>
                  <a:pt x="3939" y="2734"/>
                  <a:pt x="2521" y="2167"/>
                  <a:pt x="1040" y="2167"/>
                </a:cubicBezTo>
                <a:cubicBezTo>
                  <a:pt x="473" y="2167"/>
                  <a:pt x="1" y="2639"/>
                  <a:pt x="1" y="3238"/>
                </a:cubicBezTo>
                <a:lnTo>
                  <a:pt x="1" y="4152"/>
                </a:lnTo>
                <a:cubicBezTo>
                  <a:pt x="1" y="4845"/>
                  <a:pt x="410" y="5412"/>
                  <a:pt x="1009" y="5632"/>
                </a:cubicBezTo>
                <a:cubicBezTo>
                  <a:pt x="820" y="5916"/>
                  <a:pt x="694" y="6231"/>
                  <a:pt x="694" y="6578"/>
                </a:cubicBezTo>
                <a:lnTo>
                  <a:pt x="694" y="6798"/>
                </a:lnTo>
                <a:cubicBezTo>
                  <a:pt x="694" y="7365"/>
                  <a:pt x="1166" y="7838"/>
                  <a:pt x="1765" y="7838"/>
                </a:cubicBezTo>
                <a:cubicBezTo>
                  <a:pt x="2931" y="7838"/>
                  <a:pt x="4033" y="7491"/>
                  <a:pt x="4979" y="6830"/>
                </a:cubicBezTo>
                <a:cubicBezTo>
                  <a:pt x="4979" y="7271"/>
                  <a:pt x="5294" y="7649"/>
                  <a:pt x="5703" y="7806"/>
                </a:cubicBezTo>
                <a:lnTo>
                  <a:pt x="5703" y="11839"/>
                </a:lnTo>
                <a:cubicBezTo>
                  <a:pt x="5703" y="12028"/>
                  <a:pt x="5861" y="12185"/>
                  <a:pt x="6050" y="12185"/>
                </a:cubicBezTo>
                <a:cubicBezTo>
                  <a:pt x="6239" y="12185"/>
                  <a:pt x="6396" y="12028"/>
                  <a:pt x="6396" y="11839"/>
                </a:cubicBezTo>
                <a:lnTo>
                  <a:pt x="6396" y="7806"/>
                </a:lnTo>
                <a:cubicBezTo>
                  <a:pt x="6806" y="7649"/>
                  <a:pt x="7121" y="7302"/>
                  <a:pt x="7121" y="6830"/>
                </a:cubicBezTo>
                <a:cubicBezTo>
                  <a:pt x="8066" y="7491"/>
                  <a:pt x="9200" y="7838"/>
                  <a:pt x="10334" y="7838"/>
                </a:cubicBezTo>
                <a:cubicBezTo>
                  <a:pt x="10933" y="7838"/>
                  <a:pt x="11406" y="7365"/>
                  <a:pt x="11406" y="6798"/>
                </a:cubicBezTo>
                <a:lnTo>
                  <a:pt x="11406" y="6578"/>
                </a:lnTo>
                <a:cubicBezTo>
                  <a:pt x="11406" y="6231"/>
                  <a:pt x="11280" y="5916"/>
                  <a:pt x="11090" y="5632"/>
                </a:cubicBezTo>
                <a:cubicBezTo>
                  <a:pt x="11689" y="5443"/>
                  <a:pt x="12130" y="4845"/>
                  <a:pt x="12130" y="4152"/>
                </a:cubicBezTo>
                <a:lnTo>
                  <a:pt x="12130" y="3238"/>
                </a:lnTo>
                <a:cubicBezTo>
                  <a:pt x="12130" y="2639"/>
                  <a:pt x="11658" y="2167"/>
                  <a:pt x="11059" y="2167"/>
                </a:cubicBezTo>
                <a:cubicBezTo>
                  <a:pt x="9610" y="2167"/>
                  <a:pt x="8129" y="2734"/>
                  <a:pt x="7089" y="3679"/>
                </a:cubicBezTo>
                <a:cubicBezTo>
                  <a:pt x="7058" y="3553"/>
                  <a:pt x="6995" y="3427"/>
                  <a:pt x="6932" y="3333"/>
                </a:cubicBezTo>
                <a:cubicBezTo>
                  <a:pt x="7278" y="3049"/>
                  <a:pt x="7530" y="2639"/>
                  <a:pt x="7530" y="2167"/>
                </a:cubicBezTo>
                <a:cubicBezTo>
                  <a:pt x="7530" y="1820"/>
                  <a:pt x="7404" y="1505"/>
                  <a:pt x="7152" y="1222"/>
                </a:cubicBezTo>
                <a:lnTo>
                  <a:pt x="7751" y="655"/>
                </a:lnTo>
                <a:cubicBezTo>
                  <a:pt x="7908" y="466"/>
                  <a:pt x="7908" y="277"/>
                  <a:pt x="7751" y="119"/>
                </a:cubicBezTo>
                <a:cubicBezTo>
                  <a:pt x="7672" y="40"/>
                  <a:pt x="7586" y="1"/>
                  <a:pt x="7499" y="1"/>
                </a:cubicBezTo>
                <a:cubicBezTo>
                  <a:pt x="7412" y="1"/>
                  <a:pt x="7326" y="40"/>
                  <a:pt x="7247" y="119"/>
                </a:cubicBezTo>
                <a:lnTo>
                  <a:pt x="6522" y="844"/>
                </a:lnTo>
                <a:cubicBezTo>
                  <a:pt x="6365" y="812"/>
                  <a:pt x="6207" y="749"/>
                  <a:pt x="6050" y="749"/>
                </a:cubicBezTo>
                <a:cubicBezTo>
                  <a:pt x="5892" y="749"/>
                  <a:pt x="5735" y="812"/>
                  <a:pt x="5577" y="844"/>
                </a:cubicBezTo>
                <a:lnTo>
                  <a:pt x="4884" y="119"/>
                </a:lnTo>
                <a:cubicBezTo>
                  <a:pt x="4805" y="40"/>
                  <a:pt x="4711" y="1"/>
                  <a:pt x="461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17" name="Google Shape;11917;p139"/>
          <p:cNvGrpSpPr/>
          <p:nvPr/>
        </p:nvGrpSpPr>
        <p:grpSpPr>
          <a:xfrm>
            <a:off x="1457493" y="2850904"/>
            <a:ext cx="416283" cy="473881"/>
            <a:chOff x="-20904875" y="2788575"/>
            <a:chExt cx="267775" cy="304825"/>
          </a:xfrm>
        </p:grpSpPr>
        <p:sp>
          <p:nvSpPr>
            <p:cNvPr id="11918" name="Google Shape;11918;p139"/>
            <p:cNvSpPr/>
            <p:nvPr/>
          </p:nvSpPr>
          <p:spPr>
            <a:xfrm>
              <a:off x="-20904875" y="2788575"/>
              <a:ext cx="267775" cy="304825"/>
            </a:xfrm>
            <a:custGeom>
              <a:rect b="b" l="l" r="r" t="t"/>
              <a:pathLst>
                <a:path extrusionOk="0" h="12193" w="10711">
                  <a:moveTo>
                    <a:pt x="5294" y="725"/>
                  </a:moveTo>
                  <a:cubicBezTo>
                    <a:pt x="5483" y="725"/>
                    <a:pt x="5640" y="882"/>
                    <a:pt x="5640" y="1103"/>
                  </a:cubicBezTo>
                  <a:lnTo>
                    <a:pt x="5640" y="1166"/>
                  </a:lnTo>
                  <a:cubicBezTo>
                    <a:pt x="5640" y="1373"/>
                    <a:pt x="5803" y="1512"/>
                    <a:pt x="5977" y="1512"/>
                  </a:cubicBezTo>
                  <a:cubicBezTo>
                    <a:pt x="6068" y="1512"/>
                    <a:pt x="6163" y="1473"/>
                    <a:pt x="6239" y="1387"/>
                  </a:cubicBezTo>
                  <a:lnTo>
                    <a:pt x="6270" y="1355"/>
                  </a:lnTo>
                  <a:cubicBezTo>
                    <a:pt x="6341" y="1284"/>
                    <a:pt x="6429" y="1252"/>
                    <a:pt x="6514" y="1252"/>
                  </a:cubicBezTo>
                  <a:cubicBezTo>
                    <a:pt x="6695" y="1252"/>
                    <a:pt x="6869" y="1393"/>
                    <a:pt x="6869" y="1607"/>
                  </a:cubicBezTo>
                  <a:cubicBezTo>
                    <a:pt x="6869" y="1765"/>
                    <a:pt x="6774" y="1828"/>
                    <a:pt x="6711" y="1922"/>
                  </a:cubicBezTo>
                  <a:cubicBezTo>
                    <a:pt x="6459" y="2143"/>
                    <a:pt x="6617" y="2489"/>
                    <a:pt x="6932" y="2489"/>
                  </a:cubicBezTo>
                  <a:lnTo>
                    <a:pt x="7026" y="2489"/>
                  </a:lnTo>
                  <a:cubicBezTo>
                    <a:pt x="7215" y="2489"/>
                    <a:pt x="7373" y="2678"/>
                    <a:pt x="7373" y="2867"/>
                  </a:cubicBezTo>
                  <a:cubicBezTo>
                    <a:pt x="7373" y="3056"/>
                    <a:pt x="7215" y="3214"/>
                    <a:pt x="7026" y="3214"/>
                  </a:cubicBezTo>
                  <a:lnTo>
                    <a:pt x="6932" y="3214"/>
                  </a:lnTo>
                  <a:cubicBezTo>
                    <a:pt x="6774" y="3214"/>
                    <a:pt x="6648" y="3277"/>
                    <a:pt x="6617" y="3466"/>
                  </a:cubicBezTo>
                  <a:cubicBezTo>
                    <a:pt x="6585" y="3560"/>
                    <a:pt x="6585" y="3718"/>
                    <a:pt x="6711" y="3844"/>
                  </a:cubicBezTo>
                  <a:lnTo>
                    <a:pt x="6743" y="3875"/>
                  </a:lnTo>
                  <a:cubicBezTo>
                    <a:pt x="6806" y="3970"/>
                    <a:pt x="6869" y="4033"/>
                    <a:pt x="6869" y="4127"/>
                  </a:cubicBezTo>
                  <a:cubicBezTo>
                    <a:pt x="6869" y="4334"/>
                    <a:pt x="6693" y="4473"/>
                    <a:pt x="6518" y="4473"/>
                  </a:cubicBezTo>
                  <a:cubicBezTo>
                    <a:pt x="6427" y="4473"/>
                    <a:pt x="6335" y="4435"/>
                    <a:pt x="6270" y="4348"/>
                  </a:cubicBezTo>
                  <a:lnTo>
                    <a:pt x="6239" y="4316"/>
                  </a:lnTo>
                  <a:cubicBezTo>
                    <a:pt x="6156" y="4234"/>
                    <a:pt x="6063" y="4199"/>
                    <a:pt x="5976" y="4199"/>
                  </a:cubicBezTo>
                  <a:cubicBezTo>
                    <a:pt x="5797" y="4199"/>
                    <a:pt x="5640" y="4346"/>
                    <a:pt x="5640" y="4537"/>
                  </a:cubicBezTo>
                  <a:lnTo>
                    <a:pt x="5640" y="4632"/>
                  </a:lnTo>
                  <a:cubicBezTo>
                    <a:pt x="5640" y="4821"/>
                    <a:pt x="5483" y="4978"/>
                    <a:pt x="5294" y="4978"/>
                  </a:cubicBezTo>
                  <a:cubicBezTo>
                    <a:pt x="5073" y="4978"/>
                    <a:pt x="4916" y="4821"/>
                    <a:pt x="4916" y="4632"/>
                  </a:cubicBezTo>
                  <a:lnTo>
                    <a:pt x="4916" y="4537"/>
                  </a:lnTo>
                  <a:cubicBezTo>
                    <a:pt x="4958" y="4346"/>
                    <a:pt x="4801" y="4213"/>
                    <a:pt x="4626" y="4213"/>
                  </a:cubicBezTo>
                  <a:cubicBezTo>
                    <a:pt x="4541" y="4213"/>
                    <a:pt x="4452" y="4244"/>
                    <a:pt x="4380" y="4316"/>
                  </a:cubicBezTo>
                  <a:lnTo>
                    <a:pt x="4349" y="4348"/>
                  </a:lnTo>
                  <a:cubicBezTo>
                    <a:pt x="4270" y="4427"/>
                    <a:pt x="4175" y="4466"/>
                    <a:pt x="4081" y="4466"/>
                  </a:cubicBezTo>
                  <a:cubicBezTo>
                    <a:pt x="3986" y="4466"/>
                    <a:pt x="3892" y="4427"/>
                    <a:pt x="3813" y="4348"/>
                  </a:cubicBezTo>
                  <a:cubicBezTo>
                    <a:pt x="3655" y="4190"/>
                    <a:pt x="3655" y="4001"/>
                    <a:pt x="3813" y="3844"/>
                  </a:cubicBezTo>
                  <a:lnTo>
                    <a:pt x="3876" y="3812"/>
                  </a:lnTo>
                  <a:cubicBezTo>
                    <a:pt x="4096" y="3560"/>
                    <a:pt x="3939" y="3214"/>
                    <a:pt x="3624" y="3214"/>
                  </a:cubicBezTo>
                  <a:lnTo>
                    <a:pt x="3561" y="3214"/>
                  </a:lnTo>
                  <a:cubicBezTo>
                    <a:pt x="3340" y="3214"/>
                    <a:pt x="3183" y="3056"/>
                    <a:pt x="3183" y="2867"/>
                  </a:cubicBezTo>
                  <a:cubicBezTo>
                    <a:pt x="3183" y="2678"/>
                    <a:pt x="3340" y="2489"/>
                    <a:pt x="3561" y="2489"/>
                  </a:cubicBezTo>
                  <a:lnTo>
                    <a:pt x="3624" y="2489"/>
                  </a:lnTo>
                  <a:cubicBezTo>
                    <a:pt x="3939" y="2489"/>
                    <a:pt x="4096" y="2111"/>
                    <a:pt x="3876" y="1922"/>
                  </a:cubicBezTo>
                  <a:cubicBezTo>
                    <a:pt x="3813" y="1891"/>
                    <a:pt x="3718" y="1796"/>
                    <a:pt x="3718" y="1607"/>
                  </a:cubicBezTo>
                  <a:cubicBezTo>
                    <a:pt x="3718" y="1393"/>
                    <a:pt x="3892" y="1252"/>
                    <a:pt x="4063" y="1252"/>
                  </a:cubicBezTo>
                  <a:cubicBezTo>
                    <a:pt x="4144" y="1252"/>
                    <a:pt x="4225" y="1284"/>
                    <a:pt x="4286" y="1355"/>
                  </a:cubicBezTo>
                  <a:lnTo>
                    <a:pt x="4349" y="1387"/>
                  </a:lnTo>
                  <a:cubicBezTo>
                    <a:pt x="4424" y="1473"/>
                    <a:pt x="4515" y="1512"/>
                    <a:pt x="4602" y="1512"/>
                  </a:cubicBezTo>
                  <a:cubicBezTo>
                    <a:pt x="4767" y="1512"/>
                    <a:pt x="4916" y="1373"/>
                    <a:pt x="4916" y="1166"/>
                  </a:cubicBezTo>
                  <a:lnTo>
                    <a:pt x="4916" y="1103"/>
                  </a:lnTo>
                  <a:cubicBezTo>
                    <a:pt x="4916" y="882"/>
                    <a:pt x="5073" y="725"/>
                    <a:pt x="5294" y="725"/>
                  </a:cubicBezTo>
                  <a:close/>
                  <a:moveTo>
                    <a:pt x="757" y="5766"/>
                  </a:moveTo>
                  <a:lnTo>
                    <a:pt x="757" y="5766"/>
                  </a:lnTo>
                  <a:cubicBezTo>
                    <a:pt x="1482" y="5892"/>
                    <a:pt x="2647" y="6144"/>
                    <a:pt x="3120" y="6648"/>
                  </a:cubicBezTo>
                  <a:cubicBezTo>
                    <a:pt x="3624" y="7152"/>
                    <a:pt x="3624" y="7498"/>
                    <a:pt x="3340" y="7908"/>
                  </a:cubicBezTo>
                  <a:lnTo>
                    <a:pt x="2616" y="7152"/>
                  </a:lnTo>
                  <a:cubicBezTo>
                    <a:pt x="2537" y="7073"/>
                    <a:pt x="2442" y="7034"/>
                    <a:pt x="2348" y="7034"/>
                  </a:cubicBezTo>
                  <a:cubicBezTo>
                    <a:pt x="2253" y="7034"/>
                    <a:pt x="2159" y="7073"/>
                    <a:pt x="2080" y="7152"/>
                  </a:cubicBezTo>
                  <a:cubicBezTo>
                    <a:pt x="1923" y="7309"/>
                    <a:pt x="1923" y="7498"/>
                    <a:pt x="2080" y="7656"/>
                  </a:cubicBezTo>
                  <a:lnTo>
                    <a:pt x="2836" y="8412"/>
                  </a:lnTo>
                  <a:cubicBezTo>
                    <a:pt x="2695" y="8515"/>
                    <a:pt x="2554" y="8575"/>
                    <a:pt x="2401" y="8575"/>
                  </a:cubicBezTo>
                  <a:cubicBezTo>
                    <a:pt x="2176" y="8575"/>
                    <a:pt x="1925" y="8446"/>
                    <a:pt x="1608" y="8129"/>
                  </a:cubicBezTo>
                  <a:cubicBezTo>
                    <a:pt x="1135" y="7656"/>
                    <a:pt x="883" y="6490"/>
                    <a:pt x="757" y="5766"/>
                  </a:cubicBezTo>
                  <a:close/>
                  <a:moveTo>
                    <a:pt x="9893" y="6459"/>
                  </a:moveTo>
                  <a:cubicBezTo>
                    <a:pt x="9799" y="7183"/>
                    <a:pt x="9578" y="8381"/>
                    <a:pt x="9074" y="8853"/>
                  </a:cubicBezTo>
                  <a:cubicBezTo>
                    <a:pt x="8805" y="9123"/>
                    <a:pt x="8570" y="9287"/>
                    <a:pt x="8321" y="9287"/>
                  </a:cubicBezTo>
                  <a:cubicBezTo>
                    <a:pt x="8162" y="9287"/>
                    <a:pt x="7998" y="9221"/>
                    <a:pt x="7814" y="9074"/>
                  </a:cubicBezTo>
                  <a:lnTo>
                    <a:pt x="8570" y="8349"/>
                  </a:lnTo>
                  <a:cubicBezTo>
                    <a:pt x="8728" y="8192"/>
                    <a:pt x="8728" y="7971"/>
                    <a:pt x="8570" y="7814"/>
                  </a:cubicBezTo>
                  <a:cubicBezTo>
                    <a:pt x="8491" y="7735"/>
                    <a:pt x="8397" y="7695"/>
                    <a:pt x="8302" y="7695"/>
                  </a:cubicBezTo>
                  <a:cubicBezTo>
                    <a:pt x="8208" y="7695"/>
                    <a:pt x="8113" y="7735"/>
                    <a:pt x="8035" y="7814"/>
                  </a:cubicBezTo>
                  <a:lnTo>
                    <a:pt x="7278" y="8570"/>
                  </a:lnTo>
                  <a:cubicBezTo>
                    <a:pt x="7026" y="8192"/>
                    <a:pt x="7026" y="7814"/>
                    <a:pt x="7531" y="7309"/>
                  </a:cubicBezTo>
                  <a:cubicBezTo>
                    <a:pt x="8003" y="6837"/>
                    <a:pt x="9169" y="6553"/>
                    <a:pt x="9893" y="6459"/>
                  </a:cubicBezTo>
                  <a:close/>
                  <a:moveTo>
                    <a:pt x="5357" y="0"/>
                  </a:moveTo>
                  <a:cubicBezTo>
                    <a:pt x="4979" y="0"/>
                    <a:pt x="4601" y="221"/>
                    <a:pt x="4412" y="536"/>
                  </a:cubicBezTo>
                  <a:cubicBezTo>
                    <a:pt x="4313" y="500"/>
                    <a:pt x="4206" y="482"/>
                    <a:pt x="4097" y="482"/>
                  </a:cubicBezTo>
                  <a:cubicBezTo>
                    <a:pt x="3826" y="482"/>
                    <a:pt x="3543" y="594"/>
                    <a:pt x="3340" y="819"/>
                  </a:cubicBezTo>
                  <a:cubicBezTo>
                    <a:pt x="3088" y="1103"/>
                    <a:pt x="2962" y="1513"/>
                    <a:pt x="3088" y="1891"/>
                  </a:cubicBezTo>
                  <a:cubicBezTo>
                    <a:pt x="2710" y="2080"/>
                    <a:pt x="2521" y="2426"/>
                    <a:pt x="2521" y="2836"/>
                  </a:cubicBezTo>
                  <a:cubicBezTo>
                    <a:pt x="2521" y="3214"/>
                    <a:pt x="2773" y="3560"/>
                    <a:pt x="3088" y="3781"/>
                  </a:cubicBezTo>
                  <a:cubicBezTo>
                    <a:pt x="2962" y="4127"/>
                    <a:pt x="3057" y="4569"/>
                    <a:pt x="3340" y="4821"/>
                  </a:cubicBezTo>
                  <a:cubicBezTo>
                    <a:pt x="3549" y="5030"/>
                    <a:pt x="3844" y="5153"/>
                    <a:pt x="4123" y="5153"/>
                  </a:cubicBezTo>
                  <a:cubicBezTo>
                    <a:pt x="4223" y="5153"/>
                    <a:pt x="4320" y="5137"/>
                    <a:pt x="4412" y="5104"/>
                  </a:cubicBezTo>
                  <a:cubicBezTo>
                    <a:pt x="4538" y="5325"/>
                    <a:pt x="4758" y="5545"/>
                    <a:pt x="5010" y="5608"/>
                  </a:cubicBezTo>
                  <a:lnTo>
                    <a:pt x="5010" y="9483"/>
                  </a:lnTo>
                  <a:lnTo>
                    <a:pt x="3907" y="8381"/>
                  </a:lnTo>
                  <a:cubicBezTo>
                    <a:pt x="4538" y="7593"/>
                    <a:pt x="4380" y="6837"/>
                    <a:pt x="3655" y="6144"/>
                  </a:cubicBezTo>
                  <a:cubicBezTo>
                    <a:pt x="2773" y="5230"/>
                    <a:pt x="505" y="5041"/>
                    <a:pt x="410" y="5041"/>
                  </a:cubicBezTo>
                  <a:cubicBezTo>
                    <a:pt x="158" y="5041"/>
                    <a:pt x="1" y="5199"/>
                    <a:pt x="1" y="5419"/>
                  </a:cubicBezTo>
                  <a:cubicBezTo>
                    <a:pt x="1" y="5482"/>
                    <a:pt x="190" y="7751"/>
                    <a:pt x="1104" y="8696"/>
                  </a:cubicBezTo>
                  <a:cubicBezTo>
                    <a:pt x="1517" y="9091"/>
                    <a:pt x="1951" y="9312"/>
                    <a:pt x="2382" y="9312"/>
                  </a:cubicBezTo>
                  <a:cubicBezTo>
                    <a:pt x="2706" y="9312"/>
                    <a:pt x="3029" y="9187"/>
                    <a:pt x="3340" y="8916"/>
                  </a:cubicBezTo>
                  <a:lnTo>
                    <a:pt x="4979" y="10554"/>
                  </a:lnTo>
                  <a:lnTo>
                    <a:pt x="4979" y="11500"/>
                  </a:lnTo>
                  <a:lnTo>
                    <a:pt x="2490" y="11500"/>
                  </a:lnTo>
                  <a:cubicBezTo>
                    <a:pt x="2301" y="11500"/>
                    <a:pt x="2143" y="11657"/>
                    <a:pt x="2143" y="11846"/>
                  </a:cubicBezTo>
                  <a:cubicBezTo>
                    <a:pt x="2143" y="12035"/>
                    <a:pt x="2301" y="12193"/>
                    <a:pt x="2490" y="12193"/>
                  </a:cubicBezTo>
                  <a:lnTo>
                    <a:pt x="8192" y="12193"/>
                  </a:lnTo>
                  <a:cubicBezTo>
                    <a:pt x="8381" y="12193"/>
                    <a:pt x="8539" y="12035"/>
                    <a:pt x="8539" y="11846"/>
                  </a:cubicBezTo>
                  <a:cubicBezTo>
                    <a:pt x="8539" y="11657"/>
                    <a:pt x="8381" y="11500"/>
                    <a:pt x="8192" y="11500"/>
                  </a:cubicBezTo>
                  <a:lnTo>
                    <a:pt x="5703" y="11500"/>
                  </a:lnTo>
                  <a:lnTo>
                    <a:pt x="5703" y="11248"/>
                  </a:lnTo>
                  <a:lnTo>
                    <a:pt x="7342" y="9641"/>
                  </a:lnTo>
                  <a:cubicBezTo>
                    <a:pt x="7677" y="9909"/>
                    <a:pt x="8000" y="10034"/>
                    <a:pt x="8317" y="10034"/>
                  </a:cubicBezTo>
                  <a:cubicBezTo>
                    <a:pt x="8746" y="10034"/>
                    <a:pt x="9162" y="9805"/>
                    <a:pt x="9578" y="9389"/>
                  </a:cubicBezTo>
                  <a:cubicBezTo>
                    <a:pt x="10492" y="8507"/>
                    <a:pt x="10681" y="6238"/>
                    <a:pt x="10681" y="6144"/>
                  </a:cubicBezTo>
                  <a:cubicBezTo>
                    <a:pt x="10710" y="5910"/>
                    <a:pt x="10550" y="5731"/>
                    <a:pt x="10376" y="5731"/>
                  </a:cubicBezTo>
                  <a:cubicBezTo>
                    <a:pt x="10362" y="5731"/>
                    <a:pt x="10348" y="5732"/>
                    <a:pt x="10334" y="5734"/>
                  </a:cubicBezTo>
                  <a:cubicBezTo>
                    <a:pt x="10240" y="5734"/>
                    <a:pt x="8003" y="5923"/>
                    <a:pt x="7058" y="6837"/>
                  </a:cubicBezTo>
                  <a:cubicBezTo>
                    <a:pt x="6333" y="7561"/>
                    <a:pt x="6176" y="8286"/>
                    <a:pt x="6806" y="9074"/>
                  </a:cubicBezTo>
                  <a:lnTo>
                    <a:pt x="5703" y="10176"/>
                  </a:lnTo>
                  <a:lnTo>
                    <a:pt x="5703" y="5608"/>
                  </a:lnTo>
                  <a:cubicBezTo>
                    <a:pt x="5955" y="5545"/>
                    <a:pt x="6176" y="5356"/>
                    <a:pt x="6302" y="5104"/>
                  </a:cubicBezTo>
                  <a:cubicBezTo>
                    <a:pt x="6401" y="5140"/>
                    <a:pt x="6508" y="5158"/>
                    <a:pt x="6616" y="5158"/>
                  </a:cubicBezTo>
                  <a:cubicBezTo>
                    <a:pt x="6888" y="5158"/>
                    <a:pt x="7170" y="5046"/>
                    <a:pt x="7373" y="4821"/>
                  </a:cubicBezTo>
                  <a:cubicBezTo>
                    <a:pt x="7562" y="4632"/>
                    <a:pt x="7688" y="4348"/>
                    <a:pt x="7688" y="4096"/>
                  </a:cubicBezTo>
                  <a:cubicBezTo>
                    <a:pt x="7688" y="3970"/>
                    <a:pt x="7688" y="3875"/>
                    <a:pt x="7657" y="3781"/>
                  </a:cubicBezTo>
                  <a:cubicBezTo>
                    <a:pt x="8003" y="3560"/>
                    <a:pt x="8192" y="3214"/>
                    <a:pt x="8192" y="2836"/>
                  </a:cubicBezTo>
                  <a:cubicBezTo>
                    <a:pt x="8192" y="2426"/>
                    <a:pt x="7972" y="2080"/>
                    <a:pt x="7657" y="1891"/>
                  </a:cubicBezTo>
                  <a:cubicBezTo>
                    <a:pt x="7751" y="1513"/>
                    <a:pt x="7688" y="1103"/>
                    <a:pt x="7373" y="819"/>
                  </a:cubicBezTo>
                  <a:cubicBezTo>
                    <a:pt x="7164" y="610"/>
                    <a:pt x="6869" y="487"/>
                    <a:pt x="6590" y="487"/>
                  </a:cubicBezTo>
                  <a:cubicBezTo>
                    <a:pt x="6491" y="487"/>
                    <a:pt x="6393" y="503"/>
                    <a:pt x="6302" y="536"/>
                  </a:cubicBezTo>
                  <a:cubicBezTo>
                    <a:pt x="6113" y="189"/>
                    <a:pt x="5766" y="0"/>
                    <a:pt x="535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9" name="Google Shape;11919;p139"/>
            <p:cNvSpPr/>
            <p:nvPr/>
          </p:nvSpPr>
          <p:spPr>
            <a:xfrm>
              <a:off x="-20788300" y="2842125"/>
              <a:ext cx="35475" cy="35475"/>
            </a:xfrm>
            <a:custGeom>
              <a:rect b="b" l="l" r="r" t="t"/>
              <a:pathLst>
                <a:path extrusionOk="0" h="1419" w="1419">
                  <a:moveTo>
                    <a:pt x="694" y="1"/>
                  </a:moveTo>
                  <a:cubicBezTo>
                    <a:pt x="316" y="1"/>
                    <a:pt x="1" y="316"/>
                    <a:pt x="1" y="725"/>
                  </a:cubicBezTo>
                  <a:cubicBezTo>
                    <a:pt x="1" y="1103"/>
                    <a:pt x="316" y="1418"/>
                    <a:pt x="694" y="1418"/>
                  </a:cubicBezTo>
                  <a:cubicBezTo>
                    <a:pt x="1040" y="1418"/>
                    <a:pt x="1418" y="1103"/>
                    <a:pt x="1418" y="725"/>
                  </a:cubicBezTo>
                  <a:cubicBezTo>
                    <a:pt x="1418" y="316"/>
                    <a:pt x="1103" y="1"/>
                    <a:pt x="69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20" name="Google Shape;11920;p139"/>
          <p:cNvGrpSpPr/>
          <p:nvPr/>
        </p:nvGrpSpPr>
        <p:grpSpPr>
          <a:xfrm>
            <a:off x="4397908" y="2275564"/>
            <a:ext cx="360045" cy="471471"/>
            <a:chOff x="-19006700" y="2434925"/>
            <a:chExt cx="231600" cy="303275"/>
          </a:xfrm>
        </p:grpSpPr>
        <p:sp>
          <p:nvSpPr>
            <p:cNvPr id="11921" name="Google Shape;11921;p139"/>
            <p:cNvSpPr/>
            <p:nvPr/>
          </p:nvSpPr>
          <p:spPr>
            <a:xfrm>
              <a:off x="-18906675" y="2552275"/>
              <a:ext cx="36275" cy="44150"/>
            </a:xfrm>
            <a:custGeom>
              <a:rect b="b" l="l" r="r" t="t"/>
              <a:pathLst>
                <a:path extrusionOk="0" h="1766" w="1451">
                  <a:moveTo>
                    <a:pt x="1000" y="0"/>
                  </a:moveTo>
                  <a:cubicBezTo>
                    <a:pt x="853" y="0"/>
                    <a:pt x="718" y="108"/>
                    <a:pt x="694" y="253"/>
                  </a:cubicBezTo>
                  <a:cubicBezTo>
                    <a:pt x="641" y="95"/>
                    <a:pt x="478" y="25"/>
                    <a:pt x="334" y="25"/>
                  </a:cubicBezTo>
                  <a:cubicBezTo>
                    <a:pt x="306" y="25"/>
                    <a:pt x="279" y="27"/>
                    <a:pt x="253" y="32"/>
                  </a:cubicBezTo>
                  <a:cubicBezTo>
                    <a:pt x="64" y="95"/>
                    <a:pt x="1" y="316"/>
                    <a:pt x="32" y="473"/>
                  </a:cubicBezTo>
                  <a:lnTo>
                    <a:pt x="284" y="1513"/>
                  </a:lnTo>
                  <a:cubicBezTo>
                    <a:pt x="347" y="1671"/>
                    <a:pt x="505" y="1765"/>
                    <a:pt x="663" y="1765"/>
                  </a:cubicBezTo>
                  <a:cubicBezTo>
                    <a:pt x="820" y="1765"/>
                    <a:pt x="946" y="1671"/>
                    <a:pt x="1009" y="1513"/>
                  </a:cubicBezTo>
                  <a:lnTo>
                    <a:pt x="1356" y="473"/>
                  </a:lnTo>
                  <a:cubicBezTo>
                    <a:pt x="1450" y="253"/>
                    <a:pt x="1324" y="64"/>
                    <a:pt x="1135" y="32"/>
                  </a:cubicBezTo>
                  <a:cubicBezTo>
                    <a:pt x="1091" y="10"/>
                    <a:pt x="1045" y="0"/>
                    <a:pt x="100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2" name="Google Shape;11922;p139"/>
            <p:cNvSpPr/>
            <p:nvPr/>
          </p:nvSpPr>
          <p:spPr>
            <a:xfrm>
              <a:off x="-18935800" y="2525500"/>
              <a:ext cx="18125" cy="17350"/>
            </a:xfrm>
            <a:custGeom>
              <a:rect b="b" l="l" r="r" t="t"/>
              <a:pathLst>
                <a:path extrusionOk="0" h="694" w="725">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3" name="Google Shape;11923;p139"/>
            <p:cNvSpPr/>
            <p:nvPr/>
          </p:nvSpPr>
          <p:spPr>
            <a:xfrm>
              <a:off x="-18864125" y="2525500"/>
              <a:ext cx="18125" cy="17350"/>
            </a:xfrm>
            <a:custGeom>
              <a:rect b="b" l="l" r="r" t="t"/>
              <a:pathLst>
                <a:path extrusionOk="0" h="694" w="725">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4" name="Google Shape;11924;p139"/>
            <p:cNvSpPr/>
            <p:nvPr/>
          </p:nvSpPr>
          <p:spPr>
            <a:xfrm>
              <a:off x="-19006700" y="2434925"/>
              <a:ext cx="231600" cy="303275"/>
            </a:xfrm>
            <a:custGeom>
              <a:rect b="b" l="l" r="r" t="t"/>
              <a:pathLst>
                <a:path extrusionOk="0" h="12131" w="9264">
                  <a:moveTo>
                    <a:pt x="6302" y="757"/>
                  </a:moveTo>
                  <a:cubicBezTo>
                    <a:pt x="6774" y="851"/>
                    <a:pt x="7089" y="1292"/>
                    <a:pt x="7089" y="1765"/>
                  </a:cubicBezTo>
                  <a:lnTo>
                    <a:pt x="7089" y="2521"/>
                  </a:lnTo>
                  <a:cubicBezTo>
                    <a:pt x="6774" y="2269"/>
                    <a:pt x="6428" y="2175"/>
                    <a:pt x="6018" y="2175"/>
                  </a:cubicBezTo>
                  <a:cubicBezTo>
                    <a:pt x="5451" y="2175"/>
                    <a:pt x="4916" y="2427"/>
                    <a:pt x="4601" y="2868"/>
                  </a:cubicBezTo>
                  <a:cubicBezTo>
                    <a:pt x="4285" y="2427"/>
                    <a:pt x="3781" y="2175"/>
                    <a:pt x="3183" y="2175"/>
                  </a:cubicBezTo>
                  <a:cubicBezTo>
                    <a:pt x="2805" y="2175"/>
                    <a:pt x="2395" y="2269"/>
                    <a:pt x="2143" y="2521"/>
                  </a:cubicBezTo>
                  <a:lnTo>
                    <a:pt x="2143" y="1765"/>
                  </a:lnTo>
                  <a:cubicBezTo>
                    <a:pt x="2143" y="1261"/>
                    <a:pt x="2458" y="851"/>
                    <a:pt x="2931" y="757"/>
                  </a:cubicBezTo>
                  <a:cubicBezTo>
                    <a:pt x="3088" y="1135"/>
                    <a:pt x="3466" y="1418"/>
                    <a:pt x="3907" y="1418"/>
                  </a:cubicBezTo>
                  <a:lnTo>
                    <a:pt x="5325" y="1418"/>
                  </a:lnTo>
                  <a:cubicBezTo>
                    <a:pt x="5766" y="1418"/>
                    <a:pt x="6144" y="1135"/>
                    <a:pt x="6302" y="757"/>
                  </a:cubicBezTo>
                  <a:close/>
                  <a:moveTo>
                    <a:pt x="6050" y="2899"/>
                  </a:moveTo>
                  <a:cubicBezTo>
                    <a:pt x="6617" y="2899"/>
                    <a:pt x="7089" y="3372"/>
                    <a:pt x="7089" y="3970"/>
                  </a:cubicBezTo>
                  <a:lnTo>
                    <a:pt x="7089" y="4695"/>
                  </a:lnTo>
                  <a:cubicBezTo>
                    <a:pt x="7089" y="6050"/>
                    <a:pt x="5987" y="7152"/>
                    <a:pt x="4632" y="7152"/>
                  </a:cubicBezTo>
                  <a:cubicBezTo>
                    <a:pt x="3246" y="7152"/>
                    <a:pt x="2143" y="6050"/>
                    <a:pt x="2143" y="4695"/>
                  </a:cubicBezTo>
                  <a:lnTo>
                    <a:pt x="2143" y="3970"/>
                  </a:lnTo>
                  <a:cubicBezTo>
                    <a:pt x="2143" y="3372"/>
                    <a:pt x="2616" y="2899"/>
                    <a:pt x="3183" y="2899"/>
                  </a:cubicBezTo>
                  <a:cubicBezTo>
                    <a:pt x="3781" y="2899"/>
                    <a:pt x="4254" y="3372"/>
                    <a:pt x="4254" y="3970"/>
                  </a:cubicBezTo>
                  <a:cubicBezTo>
                    <a:pt x="4254" y="4159"/>
                    <a:pt x="4411" y="4317"/>
                    <a:pt x="4632" y="4317"/>
                  </a:cubicBezTo>
                  <a:cubicBezTo>
                    <a:pt x="4821" y="4317"/>
                    <a:pt x="4979" y="4159"/>
                    <a:pt x="4979" y="3970"/>
                  </a:cubicBezTo>
                  <a:cubicBezTo>
                    <a:pt x="4979" y="3372"/>
                    <a:pt x="5451" y="2899"/>
                    <a:pt x="6050" y="2899"/>
                  </a:cubicBezTo>
                  <a:close/>
                  <a:moveTo>
                    <a:pt x="7121" y="7152"/>
                  </a:moveTo>
                  <a:cubicBezTo>
                    <a:pt x="7909" y="7152"/>
                    <a:pt x="8539" y="7782"/>
                    <a:pt x="8539" y="8570"/>
                  </a:cubicBezTo>
                  <a:lnTo>
                    <a:pt x="8539" y="9956"/>
                  </a:lnTo>
                  <a:cubicBezTo>
                    <a:pt x="8129" y="9799"/>
                    <a:pt x="7846" y="9421"/>
                    <a:pt x="7846" y="8948"/>
                  </a:cubicBezTo>
                  <a:cubicBezTo>
                    <a:pt x="7846" y="8728"/>
                    <a:pt x="7688" y="8570"/>
                    <a:pt x="7499" y="8570"/>
                  </a:cubicBezTo>
                  <a:cubicBezTo>
                    <a:pt x="7278" y="8570"/>
                    <a:pt x="7121" y="8728"/>
                    <a:pt x="7121" y="8948"/>
                  </a:cubicBezTo>
                  <a:cubicBezTo>
                    <a:pt x="7121" y="9799"/>
                    <a:pt x="7751" y="10523"/>
                    <a:pt x="8539" y="10681"/>
                  </a:cubicBezTo>
                  <a:lnTo>
                    <a:pt x="8539" y="11405"/>
                  </a:lnTo>
                  <a:cubicBezTo>
                    <a:pt x="6963" y="11405"/>
                    <a:pt x="5703" y="10114"/>
                    <a:pt x="5703" y="8570"/>
                  </a:cubicBezTo>
                  <a:cubicBezTo>
                    <a:pt x="5703" y="7782"/>
                    <a:pt x="6333" y="7152"/>
                    <a:pt x="7121" y="7152"/>
                  </a:cubicBezTo>
                  <a:close/>
                  <a:moveTo>
                    <a:pt x="2868" y="7373"/>
                  </a:moveTo>
                  <a:cubicBezTo>
                    <a:pt x="3435" y="7719"/>
                    <a:pt x="4033" y="7908"/>
                    <a:pt x="4664" y="7908"/>
                  </a:cubicBezTo>
                  <a:cubicBezTo>
                    <a:pt x="4821" y="7908"/>
                    <a:pt x="4979" y="7908"/>
                    <a:pt x="5168" y="7877"/>
                  </a:cubicBezTo>
                  <a:lnTo>
                    <a:pt x="5168" y="7877"/>
                  </a:lnTo>
                  <a:cubicBezTo>
                    <a:pt x="5073" y="8097"/>
                    <a:pt x="5042" y="8349"/>
                    <a:pt x="5042" y="8633"/>
                  </a:cubicBezTo>
                  <a:cubicBezTo>
                    <a:pt x="5042" y="9799"/>
                    <a:pt x="5609" y="10838"/>
                    <a:pt x="6459" y="11468"/>
                  </a:cubicBezTo>
                  <a:lnTo>
                    <a:pt x="5357" y="11468"/>
                  </a:lnTo>
                  <a:cubicBezTo>
                    <a:pt x="3970" y="11468"/>
                    <a:pt x="2868" y="10334"/>
                    <a:pt x="2868" y="8980"/>
                  </a:cubicBezTo>
                  <a:lnTo>
                    <a:pt x="2868" y="7373"/>
                  </a:lnTo>
                  <a:close/>
                  <a:moveTo>
                    <a:pt x="3246" y="1"/>
                  </a:moveTo>
                  <a:cubicBezTo>
                    <a:pt x="2238" y="1"/>
                    <a:pt x="1450" y="788"/>
                    <a:pt x="1450" y="1765"/>
                  </a:cubicBezTo>
                  <a:lnTo>
                    <a:pt x="1450" y="4695"/>
                  </a:lnTo>
                  <a:cubicBezTo>
                    <a:pt x="1450" y="5420"/>
                    <a:pt x="1734" y="6144"/>
                    <a:pt x="2175" y="6680"/>
                  </a:cubicBezTo>
                  <a:lnTo>
                    <a:pt x="2175" y="8948"/>
                  </a:lnTo>
                  <a:cubicBezTo>
                    <a:pt x="2175" y="9956"/>
                    <a:pt x="2647" y="10838"/>
                    <a:pt x="3340" y="11405"/>
                  </a:cubicBezTo>
                  <a:lnTo>
                    <a:pt x="2017" y="11405"/>
                  </a:lnTo>
                  <a:lnTo>
                    <a:pt x="1387" y="10208"/>
                  </a:lnTo>
                  <a:cubicBezTo>
                    <a:pt x="1319" y="10094"/>
                    <a:pt x="1184" y="10013"/>
                    <a:pt x="1055" y="10013"/>
                  </a:cubicBezTo>
                  <a:cubicBezTo>
                    <a:pt x="1006" y="10013"/>
                    <a:pt x="958" y="10025"/>
                    <a:pt x="914" y="10051"/>
                  </a:cubicBezTo>
                  <a:cubicBezTo>
                    <a:pt x="757" y="10114"/>
                    <a:pt x="662" y="10366"/>
                    <a:pt x="757" y="10523"/>
                  </a:cubicBezTo>
                  <a:lnTo>
                    <a:pt x="1229" y="11405"/>
                  </a:lnTo>
                  <a:lnTo>
                    <a:pt x="347" y="11405"/>
                  </a:lnTo>
                  <a:cubicBezTo>
                    <a:pt x="158" y="11405"/>
                    <a:pt x="1" y="11563"/>
                    <a:pt x="1" y="11783"/>
                  </a:cubicBezTo>
                  <a:cubicBezTo>
                    <a:pt x="1" y="11973"/>
                    <a:pt x="158" y="12130"/>
                    <a:pt x="347" y="12130"/>
                  </a:cubicBezTo>
                  <a:lnTo>
                    <a:pt x="8917" y="12130"/>
                  </a:lnTo>
                  <a:cubicBezTo>
                    <a:pt x="9106" y="12130"/>
                    <a:pt x="9263" y="11973"/>
                    <a:pt x="9263" y="11783"/>
                  </a:cubicBezTo>
                  <a:lnTo>
                    <a:pt x="9263" y="8633"/>
                  </a:lnTo>
                  <a:cubicBezTo>
                    <a:pt x="9263" y="7467"/>
                    <a:pt x="8381" y="6585"/>
                    <a:pt x="7278" y="6459"/>
                  </a:cubicBezTo>
                  <a:cubicBezTo>
                    <a:pt x="7657" y="5955"/>
                    <a:pt x="7846" y="5325"/>
                    <a:pt x="7846" y="4695"/>
                  </a:cubicBezTo>
                  <a:lnTo>
                    <a:pt x="7846" y="1765"/>
                  </a:lnTo>
                  <a:cubicBezTo>
                    <a:pt x="7846" y="788"/>
                    <a:pt x="7058" y="1"/>
                    <a:pt x="6081" y="1"/>
                  </a:cubicBezTo>
                  <a:cubicBezTo>
                    <a:pt x="5861" y="1"/>
                    <a:pt x="5703" y="158"/>
                    <a:pt x="5703" y="347"/>
                  </a:cubicBezTo>
                  <a:cubicBezTo>
                    <a:pt x="5703" y="536"/>
                    <a:pt x="5546" y="694"/>
                    <a:pt x="5357" y="694"/>
                  </a:cubicBezTo>
                  <a:lnTo>
                    <a:pt x="3939" y="694"/>
                  </a:lnTo>
                  <a:cubicBezTo>
                    <a:pt x="3750" y="694"/>
                    <a:pt x="3592" y="536"/>
                    <a:pt x="3592" y="347"/>
                  </a:cubicBezTo>
                  <a:cubicBezTo>
                    <a:pt x="3592" y="158"/>
                    <a:pt x="3435" y="1"/>
                    <a:pt x="324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925" name="Google Shape;11925;p139"/>
          <p:cNvSpPr/>
          <p:nvPr/>
        </p:nvSpPr>
        <p:spPr>
          <a:xfrm>
            <a:off x="4340441" y="2851728"/>
            <a:ext cx="472676" cy="472676"/>
          </a:xfrm>
          <a:custGeom>
            <a:rect b="b" l="l" r="r" t="t"/>
            <a:pathLst>
              <a:path extrusionOk="0" h="12162" w="12162">
                <a:moveTo>
                  <a:pt x="1072" y="3561"/>
                </a:moveTo>
                <a:cubicBezTo>
                  <a:pt x="1229" y="3561"/>
                  <a:pt x="1418" y="3813"/>
                  <a:pt x="1418" y="4254"/>
                </a:cubicBezTo>
                <a:cubicBezTo>
                  <a:pt x="1418" y="4695"/>
                  <a:pt x="1229" y="4979"/>
                  <a:pt x="1072" y="4979"/>
                </a:cubicBezTo>
                <a:cubicBezTo>
                  <a:pt x="914" y="4979"/>
                  <a:pt x="694" y="4695"/>
                  <a:pt x="694" y="4254"/>
                </a:cubicBezTo>
                <a:cubicBezTo>
                  <a:pt x="694" y="3813"/>
                  <a:pt x="914" y="3561"/>
                  <a:pt x="1072" y="3561"/>
                </a:cubicBezTo>
                <a:close/>
                <a:moveTo>
                  <a:pt x="4632" y="3561"/>
                </a:moveTo>
                <a:cubicBezTo>
                  <a:pt x="4821" y="3561"/>
                  <a:pt x="5010" y="3813"/>
                  <a:pt x="5010" y="4254"/>
                </a:cubicBezTo>
                <a:cubicBezTo>
                  <a:pt x="5010" y="4695"/>
                  <a:pt x="4758" y="4979"/>
                  <a:pt x="4632" y="4979"/>
                </a:cubicBezTo>
                <a:cubicBezTo>
                  <a:pt x="4474" y="4979"/>
                  <a:pt x="4285" y="4695"/>
                  <a:pt x="4285" y="4254"/>
                </a:cubicBezTo>
                <a:cubicBezTo>
                  <a:pt x="4285" y="3813"/>
                  <a:pt x="4474" y="3561"/>
                  <a:pt x="4632" y="3561"/>
                </a:cubicBezTo>
                <a:close/>
                <a:moveTo>
                  <a:pt x="2836" y="2080"/>
                </a:moveTo>
                <a:cubicBezTo>
                  <a:pt x="3466" y="2080"/>
                  <a:pt x="4065" y="2395"/>
                  <a:pt x="4443" y="2836"/>
                </a:cubicBezTo>
                <a:cubicBezTo>
                  <a:pt x="3939" y="2962"/>
                  <a:pt x="3529" y="3498"/>
                  <a:pt x="3529" y="4254"/>
                </a:cubicBezTo>
                <a:cubicBezTo>
                  <a:pt x="3529" y="4979"/>
                  <a:pt x="3939" y="5546"/>
                  <a:pt x="4443" y="5672"/>
                </a:cubicBezTo>
                <a:cubicBezTo>
                  <a:pt x="4065" y="6113"/>
                  <a:pt x="3466" y="6428"/>
                  <a:pt x="2836" y="6428"/>
                </a:cubicBezTo>
                <a:cubicBezTo>
                  <a:pt x="2206" y="6428"/>
                  <a:pt x="1607" y="6144"/>
                  <a:pt x="1229" y="5672"/>
                </a:cubicBezTo>
                <a:cubicBezTo>
                  <a:pt x="1733" y="5546"/>
                  <a:pt x="2143" y="5010"/>
                  <a:pt x="2143" y="4254"/>
                </a:cubicBezTo>
                <a:cubicBezTo>
                  <a:pt x="2143" y="3561"/>
                  <a:pt x="1733" y="2962"/>
                  <a:pt x="1229" y="2836"/>
                </a:cubicBezTo>
                <a:cubicBezTo>
                  <a:pt x="1607" y="2395"/>
                  <a:pt x="2206" y="2080"/>
                  <a:pt x="2836" y="2080"/>
                </a:cubicBezTo>
                <a:close/>
                <a:moveTo>
                  <a:pt x="11090" y="6459"/>
                </a:moveTo>
                <a:cubicBezTo>
                  <a:pt x="11311" y="6459"/>
                  <a:pt x="11468" y="6617"/>
                  <a:pt x="11468" y="6806"/>
                </a:cubicBezTo>
                <a:cubicBezTo>
                  <a:pt x="11468" y="7027"/>
                  <a:pt x="11311" y="7184"/>
                  <a:pt x="11090" y="7184"/>
                </a:cubicBezTo>
                <a:cubicBezTo>
                  <a:pt x="10901" y="7184"/>
                  <a:pt x="10744" y="7027"/>
                  <a:pt x="10744" y="6806"/>
                </a:cubicBezTo>
                <a:cubicBezTo>
                  <a:pt x="10744" y="6617"/>
                  <a:pt x="10901" y="6459"/>
                  <a:pt x="11090" y="6459"/>
                </a:cubicBezTo>
                <a:close/>
                <a:moveTo>
                  <a:pt x="4222" y="6774"/>
                </a:moveTo>
                <a:cubicBezTo>
                  <a:pt x="4254" y="6901"/>
                  <a:pt x="4285" y="7058"/>
                  <a:pt x="4285" y="7184"/>
                </a:cubicBezTo>
                <a:cubicBezTo>
                  <a:pt x="4285" y="7972"/>
                  <a:pt x="3655" y="8602"/>
                  <a:pt x="2868" y="8602"/>
                </a:cubicBezTo>
                <a:cubicBezTo>
                  <a:pt x="2080" y="8539"/>
                  <a:pt x="1418" y="7909"/>
                  <a:pt x="1418" y="7121"/>
                </a:cubicBezTo>
                <a:cubicBezTo>
                  <a:pt x="1418" y="7027"/>
                  <a:pt x="1418" y="6901"/>
                  <a:pt x="1450" y="6774"/>
                </a:cubicBezTo>
                <a:cubicBezTo>
                  <a:pt x="1859" y="7027"/>
                  <a:pt x="2332" y="7121"/>
                  <a:pt x="2836" y="7121"/>
                </a:cubicBezTo>
                <a:cubicBezTo>
                  <a:pt x="3340" y="7121"/>
                  <a:pt x="3813" y="7027"/>
                  <a:pt x="4222" y="6774"/>
                </a:cubicBezTo>
                <a:close/>
                <a:moveTo>
                  <a:pt x="10744" y="7877"/>
                </a:moveTo>
                <a:cubicBezTo>
                  <a:pt x="11153" y="7877"/>
                  <a:pt x="11468" y="8192"/>
                  <a:pt x="11468" y="8602"/>
                </a:cubicBezTo>
                <a:cubicBezTo>
                  <a:pt x="11468" y="8980"/>
                  <a:pt x="11153" y="9295"/>
                  <a:pt x="10744" y="9295"/>
                </a:cubicBezTo>
                <a:cubicBezTo>
                  <a:pt x="10618" y="8917"/>
                  <a:pt x="10397" y="8539"/>
                  <a:pt x="10114" y="8287"/>
                </a:cubicBezTo>
                <a:cubicBezTo>
                  <a:pt x="10240" y="8035"/>
                  <a:pt x="10492" y="7877"/>
                  <a:pt x="10744" y="7877"/>
                </a:cubicBezTo>
                <a:close/>
                <a:moveTo>
                  <a:pt x="8979" y="8539"/>
                </a:moveTo>
                <a:cubicBezTo>
                  <a:pt x="9578" y="8539"/>
                  <a:pt x="10051" y="9011"/>
                  <a:pt x="10051" y="9610"/>
                </a:cubicBezTo>
                <a:cubicBezTo>
                  <a:pt x="10051" y="10240"/>
                  <a:pt x="9578" y="10713"/>
                  <a:pt x="8979" y="10713"/>
                </a:cubicBezTo>
                <a:cubicBezTo>
                  <a:pt x="8822" y="10713"/>
                  <a:pt x="8664" y="10681"/>
                  <a:pt x="8538" y="10650"/>
                </a:cubicBezTo>
                <a:cubicBezTo>
                  <a:pt x="8570" y="10429"/>
                  <a:pt x="8633" y="10240"/>
                  <a:pt x="8633" y="10019"/>
                </a:cubicBezTo>
                <a:cubicBezTo>
                  <a:pt x="8633" y="9578"/>
                  <a:pt x="8507" y="9169"/>
                  <a:pt x="8255" y="8822"/>
                </a:cubicBezTo>
                <a:cubicBezTo>
                  <a:pt x="8475" y="8665"/>
                  <a:pt x="8696" y="8539"/>
                  <a:pt x="8979" y="8539"/>
                </a:cubicBezTo>
                <a:close/>
                <a:moveTo>
                  <a:pt x="4852" y="8003"/>
                </a:moveTo>
                <a:cubicBezTo>
                  <a:pt x="5356" y="8224"/>
                  <a:pt x="5734" y="8759"/>
                  <a:pt x="5734" y="9326"/>
                </a:cubicBezTo>
                <a:cubicBezTo>
                  <a:pt x="5734" y="10114"/>
                  <a:pt x="5104" y="10744"/>
                  <a:pt x="4317" y="10744"/>
                </a:cubicBezTo>
                <a:cubicBezTo>
                  <a:pt x="3529" y="10713"/>
                  <a:pt x="2868" y="10083"/>
                  <a:pt x="2868" y="9295"/>
                </a:cubicBezTo>
                <a:cubicBezTo>
                  <a:pt x="3781" y="9295"/>
                  <a:pt x="4537" y="8759"/>
                  <a:pt x="4852" y="8003"/>
                </a:cubicBezTo>
                <a:close/>
                <a:moveTo>
                  <a:pt x="6459" y="8633"/>
                </a:moveTo>
                <a:cubicBezTo>
                  <a:pt x="7247" y="8633"/>
                  <a:pt x="7877" y="9263"/>
                  <a:pt x="7877" y="10051"/>
                </a:cubicBezTo>
                <a:cubicBezTo>
                  <a:pt x="7877" y="10807"/>
                  <a:pt x="7247" y="11469"/>
                  <a:pt x="6459" y="11469"/>
                </a:cubicBezTo>
                <a:cubicBezTo>
                  <a:pt x="6113" y="11469"/>
                  <a:pt x="5734" y="11343"/>
                  <a:pt x="5514" y="11122"/>
                </a:cubicBezTo>
                <a:cubicBezTo>
                  <a:pt x="6113" y="10713"/>
                  <a:pt x="6459" y="10083"/>
                  <a:pt x="6459" y="9326"/>
                </a:cubicBezTo>
                <a:cubicBezTo>
                  <a:pt x="6459" y="9106"/>
                  <a:pt x="6428" y="8854"/>
                  <a:pt x="6333" y="8633"/>
                </a:cubicBezTo>
                <a:close/>
                <a:moveTo>
                  <a:pt x="1418" y="1"/>
                </a:moveTo>
                <a:cubicBezTo>
                  <a:pt x="631" y="1"/>
                  <a:pt x="1" y="631"/>
                  <a:pt x="1" y="1419"/>
                </a:cubicBezTo>
                <a:cubicBezTo>
                  <a:pt x="1" y="1891"/>
                  <a:pt x="221" y="2269"/>
                  <a:pt x="599" y="2553"/>
                </a:cubicBezTo>
                <a:cubicBezTo>
                  <a:pt x="221" y="3025"/>
                  <a:pt x="1" y="3624"/>
                  <a:pt x="1" y="4254"/>
                </a:cubicBezTo>
                <a:cubicBezTo>
                  <a:pt x="1" y="5042"/>
                  <a:pt x="316" y="5798"/>
                  <a:pt x="851" y="6302"/>
                </a:cubicBezTo>
                <a:cubicBezTo>
                  <a:pt x="757" y="6554"/>
                  <a:pt x="694" y="6806"/>
                  <a:pt x="694" y="7090"/>
                </a:cubicBezTo>
                <a:cubicBezTo>
                  <a:pt x="694" y="8035"/>
                  <a:pt x="1324" y="8822"/>
                  <a:pt x="2174" y="9137"/>
                </a:cubicBezTo>
                <a:lnTo>
                  <a:pt x="2174" y="9263"/>
                </a:lnTo>
                <a:cubicBezTo>
                  <a:pt x="2174" y="10429"/>
                  <a:pt x="3151" y="11437"/>
                  <a:pt x="4317" y="11437"/>
                </a:cubicBezTo>
                <a:cubicBezTo>
                  <a:pt x="4474" y="11437"/>
                  <a:pt x="4695" y="11374"/>
                  <a:pt x="4852" y="11374"/>
                </a:cubicBezTo>
                <a:cubicBezTo>
                  <a:pt x="5230" y="11847"/>
                  <a:pt x="5829" y="12162"/>
                  <a:pt x="6491" y="12162"/>
                </a:cubicBezTo>
                <a:cubicBezTo>
                  <a:pt x="7215" y="12162"/>
                  <a:pt x="7845" y="11815"/>
                  <a:pt x="8223" y="11311"/>
                </a:cubicBezTo>
                <a:cubicBezTo>
                  <a:pt x="8475" y="11437"/>
                  <a:pt x="8727" y="11469"/>
                  <a:pt x="8979" y="11469"/>
                </a:cubicBezTo>
                <a:cubicBezTo>
                  <a:pt x="9830" y="11469"/>
                  <a:pt x="10555" y="10839"/>
                  <a:pt x="10712" y="10051"/>
                </a:cubicBezTo>
                <a:lnTo>
                  <a:pt x="10744" y="10051"/>
                </a:lnTo>
                <a:cubicBezTo>
                  <a:pt x="11531" y="10051"/>
                  <a:pt x="12161" y="9421"/>
                  <a:pt x="12161" y="8633"/>
                </a:cubicBezTo>
                <a:cubicBezTo>
                  <a:pt x="12161" y="8287"/>
                  <a:pt x="12004" y="7909"/>
                  <a:pt x="11783" y="7657"/>
                </a:cubicBezTo>
                <a:cubicBezTo>
                  <a:pt x="12004" y="7436"/>
                  <a:pt x="12161" y="7121"/>
                  <a:pt x="12161" y="6806"/>
                </a:cubicBezTo>
                <a:cubicBezTo>
                  <a:pt x="12161" y="6239"/>
                  <a:pt x="11689" y="5766"/>
                  <a:pt x="11090" y="5766"/>
                </a:cubicBezTo>
                <a:cubicBezTo>
                  <a:pt x="10523" y="5766"/>
                  <a:pt x="10051" y="6239"/>
                  <a:pt x="10051" y="6806"/>
                </a:cubicBezTo>
                <a:cubicBezTo>
                  <a:pt x="10051" y="6964"/>
                  <a:pt x="10082" y="7184"/>
                  <a:pt x="10145" y="7279"/>
                </a:cubicBezTo>
                <a:cubicBezTo>
                  <a:pt x="10051" y="7342"/>
                  <a:pt x="9925" y="7405"/>
                  <a:pt x="9799" y="7531"/>
                </a:cubicBezTo>
                <a:cubicBezTo>
                  <a:pt x="9641" y="7657"/>
                  <a:pt x="9515" y="7783"/>
                  <a:pt x="9452" y="7940"/>
                </a:cubicBezTo>
                <a:cubicBezTo>
                  <a:pt x="9295" y="7909"/>
                  <a:pt x="9137" y="7877"/>
                  <a:pt x="8948" y="7877"/>
                </a:cubicBezTo>
                <a:cubicBezTo>
                  <a:pt x="8507" y="7877"/>
                  <a:pt x="8066" y="8035"/>
                  <a:pt x="7751" y="8318"/>
                </a:cubicBezTo>
                <a:cubicBezTo>
                  <a:pt x="7404" y="8035"/>
                  <a:pt x="6932" y="7877"/>
                  <a:pt x="6459" y="7877"/>
                </a:cubicBezTo>
                <a:cubicBezTo>
                  <a:pt x="6302" y="7877"/>
                  <a:pt x="6113" y="7909"/>
                  <a:pt x="5955" y="7909"/>
                </a:cubicBezTo>
                <a:cubicBezTo>
                  <a:pt x="5703" y="7594"/>
                  <a:pt x="5356" y="7373"/>
                  <a:pt x="5010" y="7247"/>
                </a:cubicBezTo>
                <a:lnTo>
                  <a:pt x="5010" y="7121"/>
                </a:lnTo>
                <a:cubicBezTo>
                  <a:pt x="5010" y="6869"/>
                  <a:pt x="4915" y="6585"/>
                  <a:pt x="4789" y="6302"/>
                </a:cubicBezTo>
                <a:cubicBezTo>
                  <a:pt x="5356" y="5798"/>
                  <a:pt x="5671" y="5042"/>
                  <a:pt x="5671" y="4254"/>
                </a:cubicBezTo>
                <a:cubicBezTo>
                  <a:pt x="5671" y="3624"/>
                  <a:pt x="5482" y="3025"/>
                  <a:pt x="5073" y="2553"/>
                </a:cubicBezTo>
                <a:cubicBezTo>
                  <a:pt x="5419" y="2301"/>
                  <a:pt x="5671" y="1891"/>
                  <a:pt x="5671" y="1419"/>
                </a:cubicBezTo>
                <a:cubicBezTo>
                  <a:pt x="5671" y="631"/>
                  <a:pt x="5041" y="1"/>
                  <a:pt x="4254" y="1"/>
                </a:cubicBezTo>
                <a:cubicBezTo>
                  <a:pt x="4065" y="1"/>
                  <a:pt x="3907" y="158"/>
                  <a:pt x="3907" y="348"/>
                </a:cubicBezTo>
                <a:cubicBezTo>
                  <a:pt x="3907" y="568"/>
                  <a:pt x="4065" y="726"/>
                  <a:pt x="4254" y="726"/>
                </a:cubicBezTo>
                <a:cubicBezTo>
                  <a:pt x="4632" y="726"/>
                  <a:pt x="4947" y="1041"/>
                  <a:pt x="4947" y="1419"/>
                </a:cubicBezTo>
                <a:cubicBezTo>
                  <a:pt x="4947" y="1702"/>
                  <a:pt x="4789" y="1923"/>
                  <a:pt x="4600" y="2049"/>
                </a:cubicBezTo>
                <a:cubicBezTo>
                  <a:pt x="4128" y="1671"/>
                  <a:pt x="3498" y="1419"/>
                  <a:pt x="2836" y="1419"/>
                </a:cubicBezTo>
                <a:cubicBezTo>
                  <a:pt x="2174" y="1419"/>
                  <a:pt x="1544" y="1671"/>
                  <a:pt x="1072" y="2049"/>
                </a:cubicBezTo>
                <a:cubicBezTo>
                  <a:pt x="820" y="1923"/>
                  <a:pt x="694" y="1702"/>
                  <a:pt x="694" y="1419"/>
                </a:cubicBezTo>
                <a:cubicBezTo>
                  <a:pt x="694" y="1041"/>
                  <a:pt x="1009" y="726"/>
                  <a:pt x="1418" y="726"/>
                </a:cubicBezTo>
                <a:cubicBezTo>
                  <a:pt x="1607" y="726"/>
                  <a:pt x="1765" y="568"/>
                  <a:pt x="1765" y="348"/>
                </a:cubicBezTo>
                <a:cubicBezTo>
                  <a:pt x="1765" y="158"/>
                  <a:pt x="1607" y="1"/>
                  <a:pt x="141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6" name="Google Shape;11926;p139"/>
          <p:cNvSpPr/>
          <p:nvPr/>
        </p:nvSpPr>
        <p:spPr>
          <a:xfrm>
            <a:off x="7304850" y="1688478"/>
            <a:ext cx="415117" cy="473881"/>
          </a:xfrm>
          <a:custGeom>
            <a:rect b="b" l="l" r="r" t="t"/>
            <a:pathLst>
              <a:path extrusionOk="0" h="12193" w="10681">
                <a:moveTo>
                  <a:pt x="8475" y="693"/>
                </a:moveTo>
                <a:cubicBezTo>
                  <a:pt x="8318" y="1513"/>
                  <a:pt x="7562" y="2111"/>
                  <a:pt x="6742" y="2111"/>
                </a:cubicBezTo>
                <a:cubicBezTo>
                  <a:pt x="6333" y="2111"/>
                  <a:pt x="5986" y="2237"/>
                  <a:pt x="5671" y="2426"/>
                </a:cubicBezTo>
                <a:lnTo>
                  <a:pt x="5671" y="1765"/>
                </a:lnTo>
                <a:cubicBezTo>
                  <a:pt x="5671" y="1166"/>
                  <a:pt x="6144" y="693"/>
                  <a:pt x="6742" y="693"/>
                </a:cubicBezTo>
                <a:close/>
                <a:moveTo>
                  <a:pt x="7089" y="4285"/>
                </a:moveTo>
                <a:cubicBezTo>
                  <a:pt x="8853" y="4285"/>
                  <a:pt x="9924" y="5356"/>
                  <a:pt x="9924" y="7120"/>
                </a:cubicBezTo>
                <a:cubicBezTo>
                  <a:pt x="9956" y="8129"/>
                  <a:pt x="9609" y="9231"/>
                  <a:pt x="9074" y="10082"/>
                </a:cubicBezTo>
                <a:cubicBezTo>
                  <a:pt x="8507" y="10933"/>
                  <a:pt x="7814" y="11405"/>
                  <a:pt x="7089" y="11405"/>
                </a:cubicBezTo>
                <a:cubicBezTo>
                  <a:pt x="6931" y="11405"/>
                  <a:pt x="6774" y="11374"/>
                  <a:pt x="6648" y="11342"/>
                </a:cubicBezTo>
                <a:cubicBezTo>
                  <a:pt x="6238" y="11216"/>
                  <a:pt x="5766" y="11122"/>
                  <a:pt x="5325" y="11122"/>
                </a:cubicBezTo>
                <a:cubicBezTo>
                  <a:pt x="4884" y="11122"/>
                  <a:pt x="4411" y="11216"/>
                  <a:pt x="3970" y="11342"/>
                </a:cubicBezTo>
                <a:cubicBezTo>
                  <a:pt x="3812" y="11374"/>
                  <a:pt x="3655" y="11405"/>
                  <a:pt x="3560" y="11405"/>
                </a:cubicBezTo>
                <a:cubicBezTo>
                  <a:pt x="2836" y="11405"/>
                  <a:pt x="2143" y="10901"/>
                  <a:pt x="1576" y="10082"/>
                </a:cubicBezTo>
                <a:cubicBezTo>
                  <a:pt x="1040" y="9200"/>
                  <a:pt x="725" y="8097"/>
                  <a:pt x="725" y="7120"/>
                </a:cubicBezTo>
                <a:cubicBezTo>
                  <a:pt x="725" y="5356"/>
                  <a:pt x="1765" y="4285"/>
                  <a:pt x="3560" y="4285"/>
                </a:cubicBezTo>
                <a:cubicBezTo>
                  <a:pt x="3970" y="4285"/>
                  <a:pt x="4380" y="4348"/>
                  <a:pt x="4726" y="4474"/>
                </a:cubicBezTo>
                <a:cubicBezTo>
                  <a:pt x="4821" y="4506"/>
                  <a:pt x="4884" y="4506"/>
                  <a:pt x="4978" y="4569"/>
                </a:cubicBezTo>
                <a:lnTo>
                  <a:pt x="4978" y="5293"/>
                </a:lnTo>
                <a:cubicBezTo>
                  <a:pt x="4663" y="5262"/>
                  <a:pt x="4348" y="5199"/>
                  <a:pt x="4065" y="5041"/>
                </a:cubicBezTo>
                <a:cubicBezTo>
                  <a:pt x="4021" y="5015"/>
                  <a:pt x="3971" y="5003"/>
                  <a:pt x="3919" y="5003"/>
                </a:cubicBezTo>
                <a:cubicBezTo>
                  <a:pt x="3783" y="5003"/>
                  <a:pt x="3638" y="5084"/>
                  <a:pt x="3592" y="5199"/>
                </a:cubicBezTo>
                <a:cubicBezTo>
                  <a:pt x="3497" y="5356"/>
                  <a:pt x="3592" y="5577"/>
                  <a:pt x="3749" y="5671"/>
                </a:cubicBezTo>
                <a:cubicBezTo>
                  <a:pt x="4254" y="5892"/>
                  <a:pt x="4758" y="6018"/>
                  <a:pt x="5325" y="6018"/>
                </a:cubicBezTo>
                <a:cubicBezTo>
                  <a:pt x="5860" y="6018"/>
                  <a:pt x="6427" y="5892"/>
                  <a:pt x="6900" y="5671"/>
                </a:cubicBezTo>
                <a:cubicBezTo>
                  <a:pt x="7057" y="5577"/>
                  <a:pt x="7120" y="5356"/>
                  <a:pt x="7057" y="5199"/>
                </a:cubicBezTo>
                <a:cubicBezTo>
                  <a:pt x="6989" y="5084"/>
                  <a:pt x="6854" y="5003"/>
                  <a:pt x="6725" y="5003"/>
                </a:cubicBezTo>
                <a:cubicBezTo>
                  <a:pt x="6676" y="5003"/>
                  <a:pt x="6628" y="5015"/>
                  <a:pt x="6585" y="5041"/>
                </a:cubicBezTo>
                <a:cubicBezTo>
                  <a:pt x="6301" y="5199"/>
                  <a:pt x="5986" y="5262"/>
                  <a:pt x="5671" y="5293"/>
                </a:cubicBezTo>
                <a:lnTo>
                  <a:pt x="5671" y="4569"/>
                </a:lnTo>
                <a:cubicBezTo>
                  <a:pt x="5766" y="4569"/>
                  <a:pt x="5829" y="4506"/>
                  <a:pt x="5923" y="4474"/>
                </a:cubicBezTo>
                <a:cubicBezTo>
                  <a:pt x="6270" y="4348"/>
                  <a:pt x="6648" y="4285"/>
                  <a:pt x="7089" y="4285"/>
                </a:cubicBezTo>
                <a:close/>
                <a:moveTo>
                  <a:pt x="6774" y="0"/>
                </a:moveTo>
                <a:cubicBezTo>
                  <a:pt x="5797" y="0"/>
                  <a:pt x="5010" y="788"/>
                  <a:pt x="5010" y="1765"/>
                </a:cubicBezTo>
                <a:cubicBezTo>
                  <a:pt x="4695" y="1513"/>
                  <a:pt x="4348" y="1418"/>
                  <a:pt x="3938" y="1418"/>
                </a:cubicBezTo>
                <a:cubicBezTo>
                  <a:pt x="3749" y="1418"/>
                  <a:pt x="3592" y="1576"/>
                  <a:pt x="3592" y="1765"/>
                </a:cubicBezTo>
                <a:cubicBezTo>
                  <a:pt x="3592" y="1954"/>
                  <a:pt x="3749" y="2111"/>
                  <a:pt x="3938" y="2111"/>
                </a:cubicBezTo>
                <a:cubicBezTo>
                  <a:pt x="4537" y="2111"/>
                  <a:pt x="5010" y="2584"/>
                  <a:pt x="5010" y="3182"/>
                </a:cubicBezTo>
                <a:lnTo>
                  <a:pt x="5010" y="3812"/>
                </a:lnTo>
                <a:cubicBezTo>
                  <a:pt x="4569" y="3655"/>
                  <a:pt x="4096" y="3560"/>
                  <a:pt x="3592" y="3560"/>
                </a:cubicBezTo>
                <a:cubicBezTo>
                  <a:pt x="1513" y="3560"/>
                  <a:pt x="0" y="4884"/>
                  <a:pt x="0" y="7152"/>
                </a:cubicBezTo>
                <a:cubicBezTo>
                  <a:pt x="0" y="8286"/>
                  <a:pt x="347" y="9515"/>
                  <a:pt x="977" y="10491"/>
                </a:cubicBezTo>
                <a:cubicBezTo>
                  <a:pt x="1702" y="11594"/>
                  <a:pt x="2615" y="12193"/>
                  <a:pt x="3560" y="12193"/>
                </a:cubicBezTo>
                <a:cubicBezTo>
                  <a:pt x="3781" y="12193"/>
                  <a:pt x="3970" y="12161"/>
                  <a:pt x="4222" y="12130"/>
                </a:cubicBezTo>
                <a:cubicBezTo>
                  <a:pt x="4600" y="12004"/>
                  <a:pt x="4970" y="11941"/>
                  <a:pt x="5340" y="11941"/>
                </a:cubicBezTo>
                <a:cubicBezTo>
                  <a:pt x="5711" y="11941"/>
                  <a:pt x="6081" y="12004"/>
                  <a:pt x="6459" y="12130"/>
                </a:cubicBezTo>
                <a:cubicBezTo>
                  <a:pt x="6648" y="12193"/>
                  <a:pt x="6900" y="12193"/>
                  <a:pt x="7152" y="12193"/>
                </a:cubicBezTo>
                <a:cubicBezTo>
                  <a:pt x="8097" y="12193"/>
                  <a:pt x="8979" y="11594"/>
                  <a:pt x="9704" y="10491"/>
                </a:cubicBezTo>
                <a:cubicBezTo>
                  <a:pt x="10334" y="9546"/>
                  <a:pt x="10681" y="8286"/>
                  <a:pt x="10681" y="7152"/>
                </a:cubicBezTo>
                <a:cubicBezTo>
                  <a:pt x="10681" y="4884"/>
                  <a:pt x="9168" y="3560"/>
                  <a:pt x="7089" y="3560"/>
                </a:cubicBezTo>
                <a:cubicBezTo>
                  <a:pt x="6585" y="3560"/>
                  <a:pt x="6112" y="3655"/>
                  <a:pt x="5671" y="3812"/>
                </a:cubicBezTo>
                <a:lnTo>
                  <a:pt x="5671" y="3340"/>
                </a:lnTo>
                <a:lnTo>
                  <a:pt x="5797" y="3214"/>
                </a:lnTo>
                <a:cubicBezTo>
                  <a:pt x="6081" y="2930"/>
                  <a:pt x="6396" y="2836"/>
                  <a:pt x="6774" y="2836"/>
                </a:cubicBezTo>
                <a:cubicBezTo>
                  <a:pt x="8160" y="2836"/>
                  <a:pt x="9263" y="1733"/>
                  <a:pt x="9263" y="347"/>
                </a:cubicBezTo>
                <a:cubicBezTo>
                  <a:pt x="9263" y="158"/>
                  <a:pt x="9105" y="0"/>
                  <a:pt x="891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27" name="Google Shape;11927;p139"/>
          <p:cNvGrpSpPr/>
          <p:nvPr/>
        </p:nvGrpSpPr>
        <p:grpSpPr>
          <a:xfrm>
            <a:off x="7276507" y="2289051"/>
            <a:ext cx="473881" cy="444499"/>
            <a:chOff x="-17190425" y="2435725"/>
            <a:chExt cx="304825" cy="285925"/>
          </a:xfrm>
        </p:grpSpPr>
        <p:sp>
          <p:nvSpPr>
            <p:cNvPr id="11928" name="Google Shape;11928;p139"/>
            <p:cNvSpPr/>
            <p:nvPr/>
          </p:nvSpPr>
          <p:spPr>
            <a:xfrm>
              <a:off x="-16994325" y="2596400"/>
              <a:ext cx="18150" cy="17350"/>
            </a:xfrm>
            <a:custGeom>
              <a:rect b="b" l="l" r="r" t="t"/>
              <a:pathLst>
                <a:path extrusionOk="0" h="694" w="726">
                  <a:moveTo>
                    <a:pt x="348" y="0"/>
                  </a:moveTo>
                  <a:cubicBezTo>
                    <a:pt x="159" y="0"/>
                    <a:pt x="1" y="158"/>
                    <a:pt x="1" y="347"/>
                  </a:cubicBezTo>
                  <a:cubicBezTo>
                    <a:pt x="1" y="536"/>
                    <a:pt x="159" y="693"/>
                    <a:pt x="348" y="693"/>
                  </a:cubicBezTo>
                  <a:cubicBezTo>
                    <a:pt x="568" y="693"/>
                    <a:pt x="726" y="536"/>
                    <a:pt x="726" y="347"/>
                  </a:cubicBezTo>
                  <a:cubicBezTo>
                    <a:pt x="726" y="158"/>
                    <a:pt x="568" y="0"/>
                    <a:pt x="34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9" name="Google Shape;11929;p139"/>
            <p:cNvSpPr/>
            <p:nvPr/>
          </p:nvSpPr>
          <p:spPr>
            <a:xfrm>
              <a:off x="-17100650" y="2596400"/>
              <a:ext cx="18150" cy="17350"/>
            </a:xfrm>
            <a:custGeom>
              <a:rect b="b" l="l" r="r" t="t"/>
              <a:pathLst>
                <a:path extrusionOk="0" h="694" w="726">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0" name="Google Shape;11930;p139"/>
            <p:cNvSpPr/>
            <p:nvPr/>
          </p:nvSpPr>
          <p:spPr>
            <a:xfrm>
              <a:off x="-17190425" y="2435725"/>
              <a:ext cx="304825" cy="285925"/>
            </a:xfrm>
            <a:custGeom>
              <a:rect b="b" l="l" r="r" t="t"/>
              <a:pathLst>
                <a:path extrusionOk="0" h="11437" w="12193">
                  <a:moveTo>
                    <a:pt x="2111" y="725"/>
                  </a:moveTo>
                  <a:cubicBezTo>
                    <a:pt x="2836" y="725"/>
                    <a:pt x="3434" y="1292"/>
                    <a:pt x="3529" y="2016"/>
                  </a:cubicBezTo>
                  <a:cubicBezTo>
                    <a:pt x="2804" y="2363"/>
                    <a:pt x="2174" y="2867"/>
                    <a:pt x="1702" y="3497"/>
                  </a:cubicBezTo>
                  <a:cubicBezTo>
                    <a:pt x="1103" y="3308"/>
                    <a:pt x="693" y="2773"/>
                    <a:pt x="693" y="2143"/>
                  </a:cubicBezTo>
                  <a:cubicBezTo>
                    <a:pt x="693" y="1355"/>
                    <a:pt x="1323" y="725"/>
                    <a:pt x="2111" y="725"/>
                  </a:cubicBezTo>
                  <a:close/>
                  <a:moveTo>
                    <a:pt x="10019" y="693"/>
                  </a:moveTo>
                  <a:cubicBezTo>
                    <a:pt x="10806" y="693"/>
                    <a:pt x="11437" y="1323"/>
                    <a:pt x="11437" y="2111"/>
                  </a:cubicBezTo>
                  <a:cubicBezTo>
                    <a:pt x="11437" y="2773"/>
                    <a:pt x="11027" y="3308"/>
                    <a:pt x="10397" y="3497"/>
                  </a:cubicBezTo>
                  <a:cubicBezTo>
                    <a:pt x="9924" y="2867"/>
                    <a:pt x="9294" y="2363"/>
                    <a:pt x="8601" y="2016"/>
                  </a:cubicBezTo>
                  <a:cubicBezTo>
                    <a:pt x="8696" y="1260"/>
                    <a:pt x="9263" y="693"/>
                    <a:pt x="10019" y="693"/>
                  </a:cubicBezTo>
                  <a:close/>
                  <a:moveTo>
                    <a:pt x="7959" y="4997"/>
                  </a:moveTo>
                  <a:cubicBezTo>
                    <a:pt x="8453" y="4997"/>
                    <a:pt x="8961" y="5407"/>
                    <a:pt x="9200" y="6018"/>
                  </a:cubicBezTo>
                  <a:cubicBezTo>
                    <a:pt x="9452" y="6774"/>
                    <a:pt x="9231" y="7530"/>
                    <a:pt x="8664" y="7719"/>
                  </a:cubicBezTo>
                  <a:cubicBezTo>
                    <a:pt x="8555" y="7741"/>
                    <a:pt x="8447" y="7777"/>
                    <a:pt x="8338" y="7777"/>
                  </a:cubicBezTo>
                  <a:cubicBezTo>
                    <a:pt x="8289" y="7777"/>
                    <a:pt x="8240" y="7770"/>
                    <a:pt x="8192" y="7750"/>
                  </a:cubicBezTo>
                  <a:cubicBezTo>
                    <a:pt x="8003" y="7372"/>
                    <a:pt x="7624" y="6900"/>
                    <a:pt x="7183" y="6711"/>
                  </a:cubicBezTo>
                  <a:cubicBezTo>
                    <a:pt x="6900" y="5955"/>
                    <a:pt x="7152" y="5230"/>
                    <a:pt x="7687" y="5041"/>
                  </a:cubicBezTo>
                  <a:cubicBezTo>
                    <a:pt x="7776" y="5011"/>
                    <a:pt x="7868" y="4997"/>
                    <a:pt x="7959" y="4997"/>
                  </a:cubicBezTo>
                  <a:close/>
                  <a:moveTo>
                    <a:pt x="4107" y="4995"/>
                  </a:moveTo>
                  <a:cubicBezTo>
                    <a:pt x="4200" y="4995"/>
                    <a:pt x="4292" y="5010"/>
                    <a:pt x="4379" y="5041"/>
                  </a:cubicBezTo>
                  <a:cubicBezTo>
                    <a:pt x="4947" y="5230"/>
                    <a:pt x="5167" y="6081"/>
                    <a:pt x="4852" y="6805"/>
                  </a:cubicBezTo>
                  <a:cubicBezTo>
                    <a:pt x="4568" y="7026"/>
                    <a:pt x="4222" y="7404"/>
                    <a:pt x="4064" y="7687"/>
                  </a:cubicBezTo>
                  <a:cubicBezTo>
                    <a:pt x="3946" y="7755"/>
                    <a:pt x="3819" y="7786"/>
                    <a:pt x="3697" y="7786"/>
                  </a:cubicBezTo>
                  <a:cubicBezTo>
                    <a:pt x="3592" y="7786"/>
                    <a:pt x="3491" y="7763"/>
                    <a:pt x="3403" y="7719"/>
                  </a:cubicBezTo>
                  <a:cubicBezTo>
                    <a:pt x="2836" y="7530"/>
                    <a:pt x="2615" y="6742"/>
                    <a:pt x="2899" y="6018"/>
                  </a:cubicBezTo>
                  <a:cubicBezTo>
                    <a:pt x="3110" y="5385"/>
                    <a:pt x="3629" y="4995"/>
                    <a:pt x="4107" y="4995"/>
                  </a:cubicBezTo>
                  <a:close/>
                  <a:moveTo>
                    <a:pt x="6081" y="8538"/>
                  </a:moveTo>
                  <a:cubicBezTo>
                    <a:pt x="6207" y="8538"/>
                    <a:pt x="6364" y="8632"/>
                    <a:pt x="6396" y="8790"/>
                  </a:cubicBezTo>
                  <a:lnTo>
                    <a:pt x="6081" y="9105"/>
                  </a:lnTo>
                  <a:lnTo>
                    <a:pt x="5766" y="8790"/>
                  </a:lnTo>
                  <a:cubicBezTo>
                    <a:pt x="5797" y="8664"/>
                    <a:pt x="5955" y="8538"/>
                    <a:pt x="6081" y="8538"/>
                  </a:cubicBezTo>
                  <a:close/>
                  <a:moveTo>
                    <a:pt x="6144" y="2111"/>
                  </a:moveTo>
                  <a:cubicBezTo>
                    <a:pt x="8727" y="2111"/>
                    <a:pt x="10806" y="4064"/>
                    <a:pt x="10806" y="6427"/>
                  </a:cubicBezTo>
                  <a:cubicBezTo>
                    <a:pt x="10712" y="7908"/>
                    <a:pt x="9893" y="9263"/>
                    <a:pt x="8570" y="10050"/>
                  </a:cubicBezTo>
                  <a:cubicBezTo>
                    <a:pt x="8570" y="9924"/>
                    <a:pt x="8601" y="9767"/>
                    <a:pt x="8601" y="9609"/>
                  </a:cubicBezTo>
                  <a:cubicBezTo>
                    <a:pt x="8601" y="9168"/>
                    <a:pt x="8570" y="8790"/>
                    <a:pt x="8475" y="8475"/>
                  </a:cubicBezTo>
                  <a:cubicBezTo>
                    <a:pt x="8633" y="8475"/>
                    <a:pt x="8790" y="8443"/>
                    <a:pt x="8916" y="8380"/>
                  </a:cubicBezTo>
                  <a:cubicBezTo>
                    <a:pt x="9861" y="8034"/>
                    <a:pt x="10239" y="6868"/>
                    <a:pt x="9861" y="5766"/>
                  </a:cubicBezTo>
                  <a:cubicBezTo>
                    <a:pt x="9523" y="4855"/>
                    <a:pt x="8755" y="4267"/>
                    <a:pt x="7966" y="4267"/>
                  </a:cubicBezTo>
                  <a:cubicBezTo>
                    <a:pt x="7799" y="4267"/>
                    <a:pt x="7632" y="4293"/>
                    <a:pt x="7467" y="4348"/>
                  </a:cubicBezTo>
                  <a:cubicBezTo>
                    <a:pt x="6679" y="4600"/>
                    <a:pt x="6270" y="5514"/>
                    <a:pt x="6396" y="6396"/>
                  </a:cubicBezTo>
                  <a:cubicBezTo>
                    <a:pt x="6337" y="6376"/>
                    <a:pt x="6272" y="6369"/>
                    <a:pt x="6205" y="6369"/>
                  </a:cubicBezTo>
                  <a:cubicBezTo>
                    <a:pt x="6053" y="6369"/>
                    <a:pt x="5886" y="6405"/>
                    <a:pt x="5734" y="6427"/>
                  </a:cubicBezTo>
                  <a:cubicBezTo>
                    <a:pt x="5829" y="5514"/>
                    <a:pt x="5451" y="4600"/>
                    <a:pt x="4663" y="4348"/>
                  </a:cubicBezTo>
                  <a:cubicBezTo>
                    <a:pt x="4486" y="4277"/>
                    <a:pt x="4304" y="4244"/>
                    <a:pt x="4124" y="4244"/>
                  </a:cubicBezTo>
                  <a:cubicBezTo>
                    <a:pt x="3341" y="4244"/>
                    <a:pt x="2576" y="4869"/>
                    <a:pt x="2269" y="5766"/>
                  </a:cubicBezTo>
                  <a:cubicBezTo>
                    <a:pt x="1859" y="6868"/>
                    <a:pt x="2269" y="8034"/>
                    <a:pt x="3214" y="8380"/>
                  </a:cubicBezTo>
                  <a:cubicBezTo>
                    <a:pt x="3371" y="8475"/>
                    <a:pt x="3560" y="8475"/>
                    <a:pt x="3718" y="8475"/>
                  </a:cubicBezTo>
                  <a:lnTo>
                    <a:pt x="3749" y="8475"/>
                  </a:lnTo>
                  <a:cubicBezTo>
                    <a:pt x="3686" y="8790"/>
                    <a:pt x="3623" y="9137"/>
                    <a:pt x="3623" y="9609"/>
                  </a:cubicBezTo>
                  <a:cubicBezTo>
                    <a:pt x="3623" y="9767"/>
                    <a:pt x="3623" y="9893"/>
                    <a:pt x="3686" y="10050"/>
                  </a:cubicBezTo>
                  <a:cubicBezTo>
                    <a:pt x="2332" y="9263"/>
                    <a:pt x="1512" y="7908"/>
                    <a:pt x="1512" y="6427"/>
                  </a:cubicBezTo>
                  <a:cubicBezTo>
                    <a:pt x="1512" y="4064"/>
                    <a:pt x="3592" y="2111"/>
                    <a:pt x="6144" y="2111"/>
                  </a:cubicBezTo>
                  <a:close/>
                  <a:moveTo>
                    <a:pt x="6127" y="7151"/>
                  </a:moveTo>
                  <a:cubicBezTo>
                    <a:pt x="6481" y="7151"/>
                    <a:pt x="6828" y="7269"/>
                    <a:pt x="7057" y="7498"/>
                  </a:cubicBezTo>
                  <a:cubicBezTo>
                    <a:pt x="7656" y="8065"/>
                    <a:pt x="7845" y="8601"/>
                    <a:pt x="7845" y="9609"/>
                  </a:cubicBezTo>
                  <a:cubicBezTo>
                    <a:pt x="7845" y="10050"/>
                    <a:pt x="7782" y="10334"/>
                    <a:pt x="7624" y="10491"/>
                  </a:cubicBezTo>
                  <a:cubicBezTo>
                    <a:pt x="7451" y="10640"/>
                    <a:pt x="7123" y="10691"/>
                    <a:pt x="6746" y="10691"/>
                  </a:cubicBezTo>
                  <a:cubicBezTo>
                    <a:pt x="6643" y="10691"/>
                    <a:pt x="6536" y="10687"/>
                    <a:pt x="6427" y="10680"/>
                  </a:cubicBezTo>
                  <a:lnTo>
                    <a:pt x="6427" y="9767"/>
                  </a:lnTo>
                  <a:lnTo>
                    <a:pt x="7026" y="9168"/>
                  </a:lnTo>
                  <a:cubicBezTo>
                    <a:pt x="7089" y="9105"/>
                    <a:pt x="7152" y="9011"/>
                    <a:pt x="7152" y="8948"/>
                  </a:cubicBezTo>
                  <a:cubicBezTo>
                    <a:pt x="7152" y="8349"/>
                    <a:pt x="6679" y="7876"/>
                    <a:pt x="6081" y="7876"/>
                  </a:cubicBezTo>
                  <a:cubicBezTo>
                    <a:pt x="5482" y="7876"/>
                    <a:pt x="5010" y="8349"/>
                    <a:pt x="5010" y="8948"/>
                  </a:cubicBezTo>
                  <a:cubicBezTo>
                    <a:pt x="5010" y="9011"/>
                    <a:pt x="5041" y="9137"/>
                    <a:pt x="5136" y="9168"/>
                  </a:cubicBezTo>
                  <a:lnTo>
                    <a:pt x="5734" y="9767"/>
                  </a:lnTo>
                  <a:lnTo>
                    <a:pt x="5734" y="10680"/>
                  </a:lnTo>
                  <a:lnTo>
                    <a:pt x="5356" y="10680"/>
                  </a:lnTo>
                  <a:cubicBezTo>
                    <a:pt x="4631" y="10680"/>
                    <a:pt x="4316" y="10554"/>
                    <a:pt x="4316" y="9609"/>
                  </a:cubicBezTo>
                  <a:cubicBezTo>
                    <a:pt x="4316" y="8601"/>
                    <a:pt x="4537" y="8160"/>
                    <a:pt x="5104" y="7561"/>
                  </a:cubicBezTo>
                  <a:cubicBezTo>
                    <a:pt x="5364" y="7285"/>
                    <a:pt x="5750" y="7151"/>
                    <a:pt x="6127" y="7151"/>
                  </a:cubicBezTo>
                  <a:close/>
                  <a:moveTo>
                    <a:pt x="2143" y="0"/>
                  </a:moveTo>
                  <a:cubicBezTo>
                    <a:pt x="945" y="0"/>
                    <a:pt x="0" y="945"/>
                    <a:pt x="0" y="2143"/>
                  </a:cubicBezTo>
                  <a:cubicBezTo>
                    <a:pt x="0" y="2647"/>
                    <a:pt x="221" y="3151"/>
                    <a:pt x="536" y="3560"/>
                  </a:cubicBezTo>
                  <a:cubicBezTo>
                    <a:pt x="756" y="3812"/>
                    <a:pt x="1040" y="4001"/>
                    <a:pt x="1355" y="4127"/>
                  </a:cubicBezTo>
                  <a:cubicBezTo>
                    <a:pt x="945" y="4852"/>
                    <a:pt x="756" y="5640"/>
                    <a:pt x="756" y="6427"/>
                  </a:cubicBezTo>
                  <a:cubicBezTo>
                    <a:pt x="756" y="8506"/>
                    <a:pt x="2143" y="10334"/>
                    <a:pt x="4096" y="11058"/>
                  </a:cubicBezTo>
                  <a:cubicBezTo>
                    <a:pt x="4474" y="11373"/>
                    <a:pt x="4947" y="11436"/>
                    <a:pt x="5356" y="11436"/>
                  </a:cubicBezTo>
                  <a:lnTo>
                    <a:pt x="6364" y="11436"/>
                  </a:lnTo>
                  <a:cubicBezTo>
                    <a:pt x="7026" y="11436"/>
                    <a:pt x="7656" y="11436"/>
                    <a:pt x="8097" y="11058"/>
                  </a:cubicBezTo>
                  <a:cubicBezTo>
                    <a:pt x="10050" y="10334"/>
                    <a:pt x="11437" y="8506"/>
                    <a:pt x="11437" y="6427"/>
                  </a:cubicBezTo>
                  <a:cubicBezTo>
                    <a:pt x="11437" y="5608"/>
                    <a:pt x="11248" y="4820"/>
                    <a:pt x="10838" y="4127"/>
                  </a:cubicBezTo>
                  <a:cubicBezTo>
                    <a:pt x="11153" y="4001"/>
                    <a:pt x="11437" y="3812"/>
                    <a:pt x="11657" y="3560"/>
                  </a:cubicBezTo>
                  <a:cubicBezTo>
                    <a:pt x="12035" y="3151"/>
                    <a:pt x="12193" y="2647"/>
                    <a:pt x="12193" y="2143"/>
                  </a:cubicBezTo>
                  <a:cubicBezTo>
                    <a:pt x="12193" y="945"/>
                    <a:pt x="11185" y="0"/>
                    <a:pt x="10019" y="0"/>
                  </a:cubicBezTo>
                  <a:cubicBezTo>
                    <a:pt x="8979" y="0"/>
                    <a:pt x="8129" y="756"/>
                    <a:pt x="7939" y="1733"/>
                  </a:cubicBezTo>
                  <a:cubicBezTo>
                    <a:pt x="7341" y="1544"/>
                    <a:pt x="6711" y="1418"/>
                    <a:pt x="6081" y="1418"/>
                  </a:cubicBezTo>
                  <a:cubicBezTo>
                    <a:pt x="5451" y="1418"/>
                    <a:pt x="4821" y="1544"/>
                    <a:pt x="4222" y="1733"/>
                  </a:cubicBezTo>
                  <a:cubicBezTo>
                    <a:pt x="4033" y="756"/>
                    <a:pt x="3151" y="0"/>
                    <a:pt x="21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931" name="Google Shape;11931;p139"/>
          <p:cNvSpPr/>
          <p:nvPr/>
        </p:nvSpPr>
        <p:spPr>
          <a:xfrm>
            <a:off x="7277916" y="2853555"/>
            <a:ext cx="468984" cy="469023"/>
          </a:xfrm>
          <a:custGeom>
            <a:rect b="b" l="l" r="r" t="t"/>
            <a:pathLst>
              <a:path extrusionOk="0" h="12068" w="12067">
                <a:moveTo>
                  <a:pt x="5955" y="1104"/>
                </a:moveTo>
                <a:lnTo>
                  <a:pt x="6270" y="1734"/>
                </a:lnTo>
                <a:lnTo>
                  <a:pt x="5955" y="2364"/>
                </a:lnTo>
                <a:lnTo>
                  <a:pt x="5640" y="1734"/>
                </a:lnTo>
                <a:lnTo>
                  <a:pt x="5955" y="1104"/>
                </a:lnTo>
                <a:close/>
                <a:moveTo>
                  <a:pt x="9420" y="2521"/>
                </a:moveTo>
                <a:lnTo>
                  <a:pt x="9168" y="3183"/>
                </a:lnTo>
                <a:lnTo>
                  <a:pt x="8507" y="3435"/>
                </a:lnTo>
                <a:lnTo>
                  <a:pt x="8759" y="2773"/>
                </a:lnTo>
                <a:lnTo>
                  <a:pt x="9420" y="2521"/>
                </a:lnTo>
                <a:close/>
                <a:moveTo>
                  <a:pt x="2489" y="2553"/>
                </a:moveTo>
                <a:lnTo>
                  <a:pt x="3151" y="2805"/>
                </a:lnTo>
                <a:lnTo>
                  <a:pt x="3403" y="3466"/>
                </a:lnTo>
                <a:lnTo>
                  <a:pt x="2710" y="3246"/>
                </a:lnTo>
                <a:lnTo>
                  <a:pt x="2489" y="2553"/>
                </a:lnTo>
                <a:close/>
                <a:moveTo>
                  <a:pt x="4663" y="2931"/>
                </a:moveTo>
                <a:lnTo>
                  <a:pt x="5608" y="3403"/>
                </a:lnTo>
                <a:lnTo>
                  <a:pt x="5608" y="4254"/>
                </a:lnTo>
                <a:cubicBezTo>
                  <a:pt x="5356" y="4286"/>
                  <a:pt x="5167" y="4380"/>
                  <a:pt x="4978" y="4538"/>
                </a:cubicBezTo>
                <a:lnTo>
                  <a:pt x="4348" y="3908"/>
                </a:lnTo>
                <a:lnTo>
                  <a:pt x="4663" y="2931"/>
                </a:lnTo>
                <a:close/>
                <a:moveTo>
                  <a:pt x="7246" y="2931"/>
                </a:moveTo>
                <a:lnTo>
                  <a:pt x="7561" y="3908"/>
                </a:lnTo>
                <a:lnTo>
                  <a:pt x="6931" y="4538"/>
                </a:lnTo>
                <a:cubicBezTo>
                  <a:pt x="6742" y="4412"/>
                  <a:pt x="6553" y="4349"/>
                  <a:pt x="6301" y="4254"/>
                </a:cubicBezTo>
                <a:lnTo>
                  <a:pt x="6301" y="3403"/>
                </a:lnTo>
                <a:lnTo>
                  <a:pt x="7246" y="2931"/>
                </a:lnTo>
                <a:close/>
                <a:moveTo>
                  <a:pt x="3812" y="4412"/>
                </a:moveTo>
                <a:lnTo>
                  <a:pt x="4442" y="5042"/>
                </a:lnTo>
                <a:cubicBezTo>
                  <a:pt x="4348" y="5231"/>
                  <a:pt x="4253" y="5451"/>
                  <a:pt x="4190" y="5672"/>
                </a:cubicBezTo>
                <a:lnTo>
                  <a:pt x="3308" y="5672"/>
                </a:lnTo>
                <a:lnTo>
                  <a:pt x="2836" y="4727"/>
                </a:lnTo>
                <a:lnTo>
                  <a:pt x="3812" y="4412"/>
                </a:lnTo>
                <a:close/>
                <a:moveTo>
                  <a:pt x="8034" y="4412"/>
                </a:moveTo>
                <a:lnTo>
                  <a:pt x="9011" y="4727"/>
                </a:lnTo>
                <a:lnTo>
                  <a:pt x="8538" y="5672"/>
                </a:lnTo>
                <a:lnTo>
                  <a:pt x="7687" y="5672"/>
                </a:lnTo>
                <a:cubicBezTo>
                  <a:pt x="7656" y="5451"/>
                  <a:pt x="7561" y="5231"/>
                  <a:pt x="7404" y="5042"/>
                </a:cubicBezTo>
                <a:lnTo>
                  <a:pt x="8034" y="4412"/>
                </a:lnTo>
                <a:close/>
                <a:moveTo>
                  <a:pt x="1670" y="5703"/>
                </a:moveTo>
                <a:lnTo>
                  <a:pt x="2300" y="6018"/>
                </a:lnTo>
                <a:lnTo>
                  <a:pt x="1670" y="6333"/>
                </a:lnTo>
                <a:lnTo>
                  <a:pt x="1040" y="6018"/>
                </a:lnTo>
                <a:lnTo>
                  <a:pt x="1670" y="5703"/>
                </a:lnTo>
                <a:close/>
                <a:moveTo>
                  <a:pt x="10239" y="5703"/>
                </a:moveTo>
                <a:lnTo>
                  <a:pt x="10869" y="6018"/>
                </a:lnTo>
                <a:lnTo>
                  <a:pt x="10239" y="6333"/>
                </a:lnTo>
                <a:lnTo>
                  <a:pt x="9609" y="6018"/>
                </a:lnTo>
                <a:lnTo>
                  <a:pt x="10239" y="5703"/>
                </a:lnTo>
                <a:close/>
                <a:moveTo>
                  <a:pt x="5955" y="4979"/>
                </a:moveTo>
                <a:cubicBezTo>
                  <a:pt x="6553" y="4979"/>
                  <a:pt x="7026" y="5451"/>
                  <a:pt x="7026" y="6018"/>
                </a:cubicBezTo>
                <a:cubicBezTo>
                  <a:pt x="7026" y="6617"/>
                  <a:pt x="6553" y="7089"/>
                  <a:pt x="5955" y="7089"/>
                </a:cubicBezTo>
                <a:cubicBezTo>
                  <a:pt x="5356" y="7089"/>
                  <a:pt x="4884" y="6617"/>
                  <a:pt x="4884" y="6018"/>
                </a:cubicBezTo>
                <a:cubicBezTo>
                  <a:pt x="4884" y="5451"/>
                  <a:pt x="5356" y="4979"/>
                  <a:pt x="5955" y="4979"/>
                </a:cubicBezTo>
                <a:close/>
                <a:moveTo>
                  <a:pt x="4222" y="6365"/>
                </a:moveTo>
                <a:lnTo>
                  <a:pt x="4222" y="6396"/>
                </a:lnTo>
                <a:cubicBezTo>
                  <a:pt x="4253" y="6617"/>
                  <a:pt x="4348" y="6806"/>
                  <a:pt x="4505" y="7026"/>
                </a:cubicBezTo>
                <a:lnTo>
                  <a:pt x="3875" y="7657"/>
                </a:lnTo>
                <a:lnTo>
                  <a:pt x="2867" y="7310"/>
                </a:lnTo>
                <a:lnTo>
                  <a:pt x="3340" y="6365"/>
                </a:lnTo>
                <a:close/>
                <a:moveTo>
                  <a:pt x="8601" y="6396"/>
                </a:moveTo>
                <a:lnTo>
                  <a:pt x="9074" y="7342"/>
                </a:lnTo>
                <a:lnTo>
                  <a:pt x="8066" y="7657"/>
                </a:lnTo>
                <a:lnTo>
                  <a:pt x="7435" y="7026"/>
                </a:lnTo>
                <a:cubicBezTo>
                  <a:pt x="7561" y="6806"/>
                  <a:pt x="7656" y="6617"/>
                  <a:pt x="7719" y="6396"/>
                </a:cubicBezTo>
                <a:close/>
                <a:moveTo>
                  <a:pt x="4978" y="7531"/>
                </a:moveTo>
                <a:cubicBezTo>
                  <a:pt x="5167" y="7657"/>
                  <a:pt x="5356" y="7720"/>
                  <a:pt x="5608" y="7814"/>
                </a:cubicBezTo>
                <a:lnTo>
                  <a:pt x="5608" y="8665"/>
                </a:lnTo>
                <a:lnTo>
                  <a:pt x="4663" y="9137"/>
                </a:lnTo>
                <a:lnTo>
                  <a:pt x="4348" y="8161"/>
                </a:lnTo>
                <a:lnTo>
                  <a:pt x="4978" y="7531"/>
                </a:lnTo>
                <a:close/>
                <a:moveTo>
                  <a:pt x="6931" y="7531"/>
                </a:moveTo>
                <a:lnTo>
                  <a:pt x="7561" y="8161"/>
                </a:lnTo>
                <a:lnTo>
                  <a:pt x="7246" y="9137"/>
                </a:lnTo>
                <a:lnTo>
                  <a:pt x="6301" y="8665"/>
                </a:lnTo>
                <a:lnTo>
                  <a:pt x="6301" y="7814"/>
                </a:lnTo>
                <a:cubicBezTo>
                  <a:pt x="6553" y="7751"/>
                  <a:pt x="6742" y="7688"/>
                  <a:pt x="6931" y="7531"/>
                </a:cubicBezTo>
                <a:close/>
                <a:moveTo>
                  <a:pt x="8507" y="8602"/>
                </a:moveTo>
                <a:lnTo>
                  <a:pt x="9168" y="8822"/>
                </a:lnTo>
                <a:lnTo>
                  <a:pt x="9420" y="9484"/>
                </a:lnTo>
                <a:lnTo>
                  <a:pt x="8759" y="9263"/>
                </a:lnTo>
                <a:lnTo>
                  <a:pt x="8507" y="8602"/>
                </a:lnTo>
                <a:close/>
                <a:moveTo>
                  <a:pt x="3403" y="8633"/>
                </a:moveTo>
                <a:lnTo>
                  <a:pt x="3151" y="9295"/>
                </a:lnTo>
                <a:lnTo>
                  <a:pt x="2489" y="9547"/>
                </a:lnTo>
                <a:lnTo>
                  <a:pt x="2710" y="8854"/>
                </a:lnTo>
                <a:lnTo>
                  <a:pt x="3403" y="8633"/>
                </a:lnTo>
                <a:close/>
                <a:moveTo>
                  <a:pt x="5955" y="9704"/>
                </a:moveTo>
                <a:lnTo>
                  <a:pt x="6270" y="10334"/>
                </a:lnTo>
                <a:lnTo>
                  <a:pt x="5955" y="10965"/>
                </a:lnTo>
                <a:lnTo>
                  <a:pt x="5640" y="10334"/>
                </a:lnTo>
                <a:lnTo>
                  <a:pt x="5955" y="9704"/>
                </a:lnTo>
                <a:close/>
                <a:moveTo>
                  <a:pt x="6018" y="1"/>
                </a:moveTo>
                <a:cubicBezTo>
                  <a:pt x="5923" y="1"/>
                  <a:pt x="5766" y="95"/>
                  <a:pt x="5703" y="190"/>
                </a:cubicBezTo>
                <a:lnTo>
                  <a:pt x="5010" y="1671"/>
                </a:lnTo>
                <a:cubicBezTo>
                  <a:pt x="4978" y="1765"/>
                  <a:pt x="4978" y="1891"/>
                  <a:pt x="5010" y="1986"/>
                </a:cubicBezTo>
                <a:lnTo>
                  <a:pt x="5230" y="2458"/>
                </a:lnTo>
                <a:lnTo>
                  <a:pt x="4758" y="2206"/>
                </a:lnTo>
                <a:cubicBezTo>
                  <a:pt x="4710" y="2190"/>
                  <a:pt x="4655" y="2183"/>
                  <a:pt x="4596" y="2183"/>
                </a:cubicBezTo>
                <a:cubicBezTo>
                  <a:pt x="4537" y="2183"/>
                  <a:pt x="4474" y="2190"/>
                  <a:pt x="4411" y="2206"/>
                </a:cubicBezTo>
                <a:cubicBezTo>
                  <a:pt x="4285" y="2238"/>
                  <a:pt x="4222" y="2332"/>
                  <a:pt x="4190" y="2458"/>
                </a:cubicBezTo>
                <a:lnTo>
                  <a:pt x="4033" y="2962"/>
                </a:lnTo>
                <a:lnTo>
                  <a:pt x="3875" y="2458"/>
                </a:lnTo>
                <a:cubicBezTo>
                  <a:pt x="3812" y="2332"/>
                  <a:pt x="3749" y="2238"/>
                  <a:pt x="3623" y="2206"/>
                </a:cubicBezTo>
                <a:lnTo>
                  <a:pt x="2143" y="1702"/>
                </a:lnTo>
                <a:cubicBezTo>
                  <a:pt x="2109" y="1694"/>
                  <a:pt x="2073" y="1690"/>
                  <a:pt x="2036" y="1690"/>
                </a:cubicBezTo>
                <a:cubicBezTo>
                  <a:pt x="1937" y="1690"/>
                  <a:pt x="1834" y="1719"/>
                  <a:pt x="1765" y="1765"/>
                </a:cubicBezTo>
                <a:cubicBezTo>
                  <a:pt x="1702" y="1860"/>
                  <a:pt x="1670" y="2017"/>
                  <a:pt x="1702" y="2143"/>
                </a:cubicBezTo>
                <a:lnTo>
                  <a:pt x="2206" y="3624"/>
                </a:lnTo>
                <a:cubicBezTo>
                  <a:pt x="2237" y="3750"/>
                  <a:pt x="2332" y="3813"/>
                  <a:pt x="2458" y="3876"/>
                </a:cubicBezTo>
                <a:lnTo>
                  <a:pt x="2962" y="4034"/>
                </a:lnTo>
                <a:lnTo>
                  <a:pt x="2458" y="4191"/>
                </a:lnTo>
                <a:cubicBezTo>
                  <a:pt x="2332" y="4223"/>
                  <a:pt x="2237" y="4286"/>
                  <a:pt x="2206" y="4412"/>
                </a:cubicBezTo>
                <a:cubicBezTo>
                  <a:pt x="2174" y="4538"/>
                  <a:pt x="2143" y="4664"/>
                  <a:pt x="2206" y="4758"/>
                </a:cubicBezTo>
                <a:lnTo>
                  <a:pt x="2458" y="5231"/>
                </a:lnTo>
                <a:lnTo>
                  <a:pt x="1985" y="5010"/>
                </a:lnTo>
                <a:cubicBezTo>
                  <a:pt x="1922" y="4994"/>
                  <a:pt x="1859" y="4987"/>
                  <a:pt x="1804" y="4987"/>
                </a:cubicBezTo>
                <a:cubicBezTo>
                  <a:pt x="1749" y="4987"/>
                  <a:pt x="1702" y="4994"/>
                  <a:pt x="1670" y="5010"/>
                </a:cubicBezTo>
                <a:lnTo>
                  <a:pt x="189" y="5703"/>
                </a:lnTo>
                <a:cubicBezTo>
                  <a:pt x="95" y="5798"/>
                  <a:pt x="0" y="5924"/>
                  <a:pt x="0" y="6018"/>
                </a:cubicBezTo>
                <a:cubicBezTo>
                  <a:pt x="0" y="6144"/>
                  <a:pt x="95" y="6302"/>
                  <a:pt x="189" y="6333"/>
                </a:cubicBezTo>
                <a:lnTo>
                  <a:pt x="1670" y="7058"/>
                </a:lnTo>
                <a:cubicBezTo>
                  <a:pt x="1717" y="7074"/>
                  <a:pt x="1772" y="7082"/>
                  <a:pt x="1828" y="7082"/>
                </a:cubicBezTo>
                <a:cubicBezTo>
                  <a:pt x="1883" y="7082"/>
                  <a:pt x="1938" y="7074"/>
                  <a:pt x="1985" y="7058"/>
                </a:cubicBezTo>
                <a:lnTo>
                  <a:pt x="2458" y="6806"/>
                </a:lnTo>
                <a:lnTo>
                  <a:pt x="2206" y="7279"/>
                </a:lnTo>
                <a:cubicBezTo>
                  <a:pt x="2174" y="7405"/>
                  <a:pt x="2174" y="7531"/>
                  <a:pt x="2206" y="7657"/>
                </a:cubicBezTo>
                <a:cubicBezTo>
                  <a:pt x="2237" y="7751"/>
                  <a:pt x="2332" y="7846"/>
                  <a:pt x="2458" y="7877"/>
                </a:cubicBezTo>
                <a:lnTo>
                  <a:pt x="2962" y="8035"/>
                </a:lnTo>
                <a:lnTo>
                  <a:pt x="2458" y="8192"/>
                </a:lnTo>
                <a:cubicBezTo>
                  <a:pt x="2332" y="8224"/>
                  <a:pt x="2237" y="8318"/>
                  <a:pt x="2206" y="8444"/>
                </a:cubicBezTo>
                <a:lnTo>
                  <a:pt x="1702" y="9925"/>
                </a:lnTo>
                <a:cubicBezTo>
                  <a:pt x="1623" y="10161"/>
                  <a:pt x="1784" y="10397"/>
                  <a:pt x="2004" y="10397"/>
                </a:cubicBezTo>
                <a:cubicBezTo>
                  <a:pt x="2048" y="10397"/>
                  <a:pt x="2095" y="10387"/>
                  <a:pt x="2143" y="10366"/>
                </a:cubicBezTo>
                <a:lnTo>
                  <a:pt x="3623" y="9862"/>
                </a:lnTo>
                <a:cubicBezTo>
                  <a:pt x="3749" y="9799"/>
                  <a:pt x="3812" y="9736"/>
                  <a:pt x="3875" y="9610"/>
                </a:cubicBezTo>
                <a:lnTo>
                  <a:pt x="4033" y="9106"/>
                </a:lnTo>
                <a:lnTo>
                  <a:pt x="4190" y="9610"/>
                </a:lnTo>
                <a:cubicBezTo>
                  <a:pt x="4222" y="9736"/>
                  <a:pt x="4285" y="9799"/>
                  <a:pt x="4411" y="9862"/>
                </a:cubicBezTo>
                <a:cubicBezTo>
                  <a:pt x="4484" y="9880"/>
                  <a:pt x="4556" y="9898"/>
                  <a:pt x="4623" y="9898"/>
                </a:cubicBezTo>
                <a:cubicBezTo>
                  <a:pt x="4672" y="9898"/>
                  <a:pt x="4718" y="9889"/>
                  <a:pt x="4758" y="9862"/>
                </a:cubicBezTo>
                <a:lnTo>
                  <a:pt x="5230" y="9610"/>
                </a:lnTo>
                <a:lnTo>
                  <a:pt x="5010" y="10082"/>
                </a:lnTo>
                <a:cubicBezTo>
                  <a:pt x="4978" y="10208"/>
                  <a:pt x="4978" y="10334"/>
                  <a:pt x="5010" y="10398"/>
                </a:cubicBezTo>
                <a:lnTo>
                  <a:pt x="5703" y="11847"/>
                </a:lnTo>
                <a:cubicBezTo>
                  <a:pt x="5797" y="11973"/>
                  <a:pt x="5923" y="12067"/>
                  <a:pt x="6018" y="12067"/>
                </a:cubicBezTo>
                <a:cubicBezTo>
                  <a:pt x="6144" y="12067"/>
                  <a:pt x="6301" y="11973"/>
                  <a:pt x="6333" y="11847"/>
                </a:cubicBezTo>
                <a:lnTo>
                  <a:pt x="7057" y="10398"/>
                </a:lnTo>
                <a:cubicBezTo>
                  <a:pt x="7089" y="10271"/>
                  <a:pt x="7089" y="10177"/>
                  <a:pt x="7057" y="10082"/>
                </a:cubicBezTo>
                <a:lnTo>
                  <a:pt x="6805" y="9610"/>
                </a:lnTo>
                <a:lnTo>
                  <a:pt x="7278" y="9862"/>
                </a:lnTo>
                <a:cubicBezTo>
                  <a:pt x="7341" y="9878"/>
                  <a:pt x="7404" y="9886"/>
                  <a:pt x="7467" y="9886"/>
                </a:cubicBezTo>
                <a:cubicBezTo>
                  <a:pt x="7530" y="9886"/>
                  <a:pt x="7593" y="9878"/>
                  <a:pt x="7656" y="9862"/>
                </a:cubicBezTo>
                <a:cubicBezTo>
                  <a:pt x="7750" y="9799"/>
                  <a:pt x="7845" y="9736"/>
                  <a:pt x="7877" y="9610"/>
                </a:cubicBezTo>
                <a:lnTo>
                  <a:pt x="8034" y="9106"/>
                </a:lnTo>
                <a:lnTo>
                  <a:pt x="8192" y="9610"/>
                </a:lnTo>
                <a:cubicBezTo>
                  <a:pt x="8223" y="9736"/>
                  <a:pt x="8318" y="9799"/>
                  <a:pt x="8444" y="9862"/>
                </a:cubicBezTo>
                <a:lnTo>
                  <a:pt x="9924" y="10366"/>
                </a:lnTo>
                <a:cubicBezTo>
                  <a:pt x="9957" y="10373"/>
                  <a:pt x="9990" y="10377"/>
                  <a:pt x="10023" y="10377"/>
                </a:cubicBezTo>
                <a:cubicBezTo>
                  <a:pt x="10268" y="10377"/>
                  <a:pt x="10477" y="10175"/>
                  <a:pt x="10365" y="9925"/>
                </a:cubicBezTo>
                <a:lnTo>
                  <a:pt x="9861" y="8444"/>
                </a:lnTo>
                <a:cubicBezTo>
                  <a:pt x="9798" y="8318"/>
                  <a:pt x="9735" y="8224"/>
                  <a:pt x="9609" y="8192"/>
                </a:cubicBezTo>
                <a:lnTo>
                  <a:pt x="9105" y="8035"/>
                </a:lnTo>
                <a:lnTo>
                  <a:pt x="9609" y="7877"/>
                </a:lnTo>
                <a:cubicBezTo>
                  <a:pt x="9735" y="7846"/>
                  <a:pt x="9798" y="7751"/>
                  <a:pt x="9861" y="7657"/>
                </a:cubicBezTo>
                <a:cubicBezTo>
                  <a:pt x="9893" y="7531"/>
                  <a:pt x="9924" y="7405"/>
                  <a:pt x="9861" y="7279"/>
                </a:cubicBezTo>
                <a:lnTo>
                  <a:pt x="9609" y="6806"/>
                </a:lnTo>
                <a:lnTo>
                  <a:pt x="10082" y="7058"/>
                </a:lnTo>
                <a:cubicBezTo>
                  <a:pt x="10145" y="7074"/>
                  <a:pt x="10208" y="7082"/>
                  <a:pt x="10263" y="7082"/>
                </a:cubicBezTo>
                <a:cubicBezTo>
                  <a:pt x="10318" y="7082"/>
                  <a:pt x="10365" y="7074"/>
                  <a:pt x="10397" y="7058"/>
                </a:cubicBezTo>
                <a:lnTo>
                  <a:pt x="11846" y="6333"/>
                </a:lnTo>
                <a:cubicBezTo>
                  <a:pt x="11972" y="6270"/>
                  <a:pt x="12067" y="6144"/>
                  <a:pt x="12067" y="6018"/>
                </a:cubicBezTo>
                <a:cubicBezTo>
                  <a:pt x="12067" y="5924"/>
                  <a:pt x="11972" y="5766"/>
                  <a:pt x="11846" y="5703"/>
                </a:cubicBezTo>
                <a:lnTo>
                  <a:pt x="10397" y="5010"/>
                </a:lnTo>
                <a:cubicBezTo>
                  <a:pt x="10334" y="4994"/>
                  <a:pt x="10279" y="4987"/>
                  <a:pt x="10228" y="4987"/>
                </a:cubicBezTo>
                <a:cubicBezTo>
                  <a:pt x="10176" y="4987"/>
                  <a:pt x="10129" y="4994"/>
                  <a:pt x="10082" y="5010"/>
                </a:cubicBezTo>
                <a:lnTo>
                  <a:pt x="9609" y="5231"/>
                </a:lnTo>
                <a:lnTo>
                  <a:pt x="9861" y="4758"/>
                </a:lnTo>
                <a:cubicBezTo>
                  <a:pt x="9893" y="4664"/>
                  <a:pt x="9893" y="4538"/>
                  <a:pt x="9861" y="4412"/>
                </a:cubicBezTo>
                <a:cubicBezTo>
                  <a:pt x="9798" y="4286"/>
                  <a:pt x="9735" y="4223"/>
                  <a:pt x="9609" y="4191"/>
                </a:cubicBezTo>
                <a:lnTo>
                  <a:pt x="9105" y="4034"/>
                </a:lnTo>
                <a:lnTo>
                  <a:pt x="9609" y="3876"/>
                </a:lnTo>
                <a:cubicBezTo>
                  <a:pt x="9735" y="3813"/>
                  <a:pt x="9798" y="3750"/>
                  <a:pt x="9861" y="3624"/>
                </a:cubicBezTo>
                <a:lnTo>
                  <a:pt x="10365" y="2143"/>
                </a:lnTo>
                <a:cubicBezTo>
                  <a:pt x="10397" y="2017"/>
                  <a:pt x="10365" y="1860"/>
                  <a:pt x="10271" y="1765"/>
                </a:cubicBezTo>
                <a:cubicBezTo>
                  <a:pt x="10226" y="1721"/>
                  <a:pt x="10135" y="1676"/>
                  <a:pt x="10040" y="1676"/>
                </a:cubicBezTo>
                <a:cubicBezTo>
                  <a:pt x="10001" y="1676"/>
                  <a:pt x="9961" y="1684"/>
                  <a:pt x="9924" y="1702"/>
                </a:cubicBezTo>
                <a:lnTo>
                  <a:pt x="8444" y="2206"/>
                </a:lnTo>
                <a:cubicBezTo>
                  <a:pt x="8318" y="2238"/>
                  <a:pt x="8223" y="2332"/>
                  <a:pt x="8192" y="2458"/>
                </a:cubicBezTo>
                <a:lnTo>
                  <a:pt x="8034" y="2962"/>
                </a:lnTo>
                <a:lnTo>
                  <a:pt x="7877" y="2458"/>
                </a:lnTo>
                <a:cubicBezTo>
                  <a:pt x="7845" y="2332"/>
                  <a:pt x="7750" y="2238"/>
                  <a:pt x="7656" y="2206"/>
                </a:cubicBezTo>
                <a:cubicBezTo>
                  <a:pt x="7583" y="2188"/>
                  <a:pt x="7510" y="2170"/>
                  <a:pt x="7438" y="2170"/>
                </a:cubicBezTo>
                <a:cubicBezTo>
                  <a:pt x="7384" y="2170"/>
                  <a:pt x="7331" y="2180"/>
                  <a:pt x="7278" y="2206"/>
                </a:cubicBezTo>
                <a:lnTo>
                  <a:pt x="6805" y="2458"/>
                </a:lnTo>
                <a:lnTo>
                  <a:pt x="7057" y="1986"/>
                </a:lnTo>
                <a:cubicBezTo>
                  <a:pt x="7089" y="1860"/>
                  <a:pt x="7089" y="1734"/>
                  <a:pt x="7057" y="1671"/>
                </a:cubicBezTo>
                <a:lnTo>
                  <a:pt x="6333" y="190"/>
                </a:lnTo>
                <a:cubicBezTo>
                  <a:pt x="6270" y="95"/>
                  <a:pt x="6144" y="1"/>
                  <a:pt x="601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32" name="Google Shape;11932;p139"/>
          <p:cNvGrpSpPr/>
          <p:nvPr/>
        </p:nvGrpSpPr>
        <p:grpSpPr>
          <a:xfrm>
            <a:off x="4931233" y="3444650"/>
            <a:ext cx="476329" cy="475086"/>
            <a:chOff x="-15719925" y="2416825"/>
            <a:chExt cx="306400" cy="305600"/>
          </a:xfrm>
        </p:grpSpPr>
        <p:sp>
          <p:nvSpPr>
            <p:cNvPr id="11933" name="Google Shape;11933;p139"/>
            <p:cNvSpPr/>
            <p:nvPr/>
          </p:nvSpPr>
          <p:spPr>
            <a:xfrm>
              <a:off x="-15719925" y="2416825"/>
              <a:ext cx="306400" cy="305600"/>
            </a:xfrm>
            <a:custGeom>
              <a:rect b="b" l="l" r="r" t="t"/>
              <a:pathLst>
                <a:path extrusionOk="0" h="12224" w="12256">
                  <a:moveTo>
                    <a:pt x="6648" y="756"/>
                  </a:moveTo>
                  <a:lnTo>
                    <a:pt x="8002" y="3466"/>
                  </a:lnTo>
                  <a:cubicBezTo>
                    <a:pt x="8034" y="3560"/>
                    <a:pt x="8065" y="3592"/>
                    <a:pt x="8160" y="3623"/>
                  </a:cubicBezTo>
                  <a:lnTo>
                    <a:pt x="9451" y="4316"/>
                  </a:lnTo>
                  <a:lnTo>
                    <a:pt x="10617" y="7246"/>
                  </a:lnTo>
                  <a:lnTo>
                    <a:pt x="7845" y="7246"/>
                  </a:lnTo>
                  <a:lnTo>
                    <a:pt x="7215" y="5356"/>
                  </a:lnTo>
                  <a:cubicBezTo>
                    <a:pt x="7135" y="5198"/>
                    <a:pt x="6990" y="5128"/>
                    <a:pt x="6852" y="5128"/>
                  </a:cubicBezTo>
                  <a:cubicBezTo>
                    <a:pt x="6826" y="5128"/>
                    <a:pt x="6799" y="5130"/>
                    <a:pt x="6774" y="5135"/>
                  </a:cubicBezTo>
                  <a:cubicBezTo>
                    <a:pt x="6616" y="5167"/>
                    <a:pt x="6490" y="5419"/>
                    <a:pt x="6522" y="5576"/>
                  </a:cubicBezTo>
                  <a:lnTo>
                    <a:pt x="7089" y="7215"/>
                  </a:lnTo>
                  <a:lnTo>
                    <a:pt x="5167" y="7215"/>
                  </a:lnTo>
                  <a:lnTo>
                    <a:pt x="5797" y="4064"/>
                  </a:lnTo>
                  <a:cubicBezTo>
                    <a:pt x="5828" y="3875"/>
                    <a:pt x="5702" y="3686"/>
                    <a:pt x="5513" y="3623"/>
                  </a:cubicBezTo>
                  <a:cubicBezTo>
                    <a:pt x="5494" y="3620"/>
                    <a:pt x="5474" y="3618"/>
                    <a:pt x="5454" y="3618"/>
                  </a:cubicBezTo>
                  <a:cubicBezTo>
                    <a:pt x="5281" y="3618"/>
                    <a:pt x="5101" y="3737"/>
                    <a:pt x="5072" y="3907"/>
                  </a:cubicBezTo>
                  <a:lnTo>
                    <a:pt x="4411" y="7183"/>
                  </a:lnTo>
                  <a:lnTo>
                    <a:pt x="1607" y="7183"/>
                  </a:lnTo>
                  <a:lnTo>
                    <a:pt x="2142" y="4946"/>
                  </a:lnTo>
                  <a:lnTo>
                    <a:pt x="3466" y="4316"/>
                  </a:lnTo>
                  <a:cubicBezTo>
                    <a:pt x="3529" y="4253"/>
                    <a:pt x="3560" y="4222"/>
                    <a:pt x="3623" y="4159"/>
                  </a:cubicBezTo>
                  <a:lnTo>
                    <a:pt x="4253" y="2930"/>
                  </a:lnTo>
                  <a:lnTo>
                    <a:pt x="6175" y="2930"/>
                  </a:lnTo>
                  <a:cubicBezTo>
                    <a:pt x="6364" y="2930"/>
                    <a:pt x="6522" y="2772"/>
                    <a:pt x="6522" y="2583"/>
                  </a:cubicBezTo>
                  <a:cubicBezTo>
                    <a:pt x="6522" y="2363"/>
                    <a:pt x="6364" y="2205"/>
                    <a:pt x="6175" y="2205"/>
                  </a:cubicBezTo>
                  <a:lnTo>
                    <a:pt x="5230" y="2205"/>
                  </a:lnTo>
                  <a:lnTo>
                    <a:pt x="5702" y="756"/>
                  </a:lnTo>
                  <a:close/>
                  <a:moveTo>
                    <a:pt x="10397" y="7876"/>
                  </a:moveTo>
                  <a:lnTo>
                    <a:pt x="9830" y="8601"/>
                  </a:lnTo>
                  <a:lnTo>
                    <a:pt x="8916" y="8601"/>
                  </a:lnTo>
                  <a:cubicBezTo>
                    <a:pt x="8727" y="8601"/>
                    <a:pt x="8569" y="8758"/>
                    <a:pt x="8569" y="8947"/>
                  </a:cubicBezTo>
                  <a:cubicBezTo>
                    <a:pt x="8664" y="9199"/>
                    <a:pt x="8821" y="9357"/>
                    <a:pt x="9010" y="9357"/>
                  </a:cubicBezTo>
                  <a:lnTo>
                    <a:pt x="9357" y="9357"/>
                  </a:lnTo>
                  <a:lnTo>
                    <a:pt x="8821" y="10050"/>
                  </a:lnTo>
                  <a:lnTo>
                    <a:pt x="7561" y="10050"/>
                  </a:lnTo>
                  <a:cubicBezTo>
                    <a:pt x="7435" y="10050"/>
                    <a:pt x="7278" y="10145"/>
                    <a:pt x="7246" y="10239"/>
                  </a:cubicBezTo>
                  <a:lnTo>
                    <a:pt x="6616" y="11468"/>
                  </a:lnTo>
                  <a:lnTo>
                    <a:pt x="5576" y="11468"/>
                  </a:lnTo>
                  <a:lnTo>
                    <a:pt x="5041" y="10775"/>
                  </a:lnTo>
                  <a:lnTo>
                    <a:pt x="6080" y="10775"/>
                  </a:lnTo>
                  <a:cubicBezTo>
                    <a:pt x="6301" y="10775"/>
                    <a:pt x="6459" y="10617"/>
                    <a:pt x="6459" y="10397"/>
                  </a:cubicBezTo>
                  <a:cubicBezTo>
                    <a:pt x="6459" y="10208"/>
                    <a:pt x="6301" y="10050"/>
                    <a:pt x="6080" y="10050"/>
                  </a:cubicBezTo>
                  <a:lnTo>
                    <a:pt x="4474" y="10050"/>
                  </a:lnTo>
                  <a:lnTo>
                    <a:pt x="3529" y="8758"/>
                  </a:lnTo>
                  <a:cubicBezTo>
                    <a:pt x="3466" y="8664"/>
                    <a:pt x="3371" y="8601"/>
                    <a:pt x="3245" y="8601"/>
                  </a:cubicBezTo>
                  <a:lnTo>
                    <a:pt x="2048" y="8601"/>
                  </a:lnTo>
                  <a:lnTo>
                    <a:pt x="1670" y="7876"/>
                  </a:lnTo>
                  <a:close/>
                  <a:moveTo>
                    <a:pt x="5419" y="0"/>
                  </a:moveTo>
                  <a:cubicBezTo>
                    <a:pt x="5261" y="0"/>
                    <a:pt x="5135" y="126"/>
                    <a:pt x="5072" y="252"/>
                  </a:cubicBezTo>
                  <a:lnTo>
                    <a:pt x="4442" y="2174"/>
                  </a:lnTo>
                  <a:lnTo>
                    <a:pt x="3970" y="2174"/>
                  </a:lnTo>
                  <a:cubicBezTo>
                    <a:pt x="3844" y="2174"/>
                    <a:pt x="3686" y="2237"/>
                    <a:pt x="3655" y="2363"/>
                  </a:cubicBezTo>
                  <a:lnTo>
                    <a:pt x="2993" y="3718"/>
                  </a:lnTo>
                  <a:lnTo>
                    <a:pt x="1638" y="4379"/>
                  </a:lnTo>
                  <a:cubicBezTo>
                    <a:pt x="1575" y="4411"/>
                    <a:pt x="1481" y="4505"/>
                    <a:pt x="1449" y="4600"/>
                  </a:cubicBezTo>
                  <a:lnTo>
                    <a:pt x="819" y="7215"/>
                  </a:lnTo>
                  <a:lnTo>
                    <a:pt x="347" y="7215"/>
                  </a:lnTo>
                  <a:cubicBezTo>
                    <a:pt x="158" y="7215"/>
                    <a:pt x="0" y="7372"/>
                    <a:pt x="0" y="7561"/>
                  </a:cubicBezTo>
                  <a:cubicBezTo>
                    <a:pt x="0" y="7750"/>
                    <a:pt x="158" y="7908"/>
                    <a:pt x="347" y="7908"/>
                  </a:cubicBezTo>
                  <a:lnTo>
                    <a:pt x="851" y="7908"/>
                  </a:lnTo>
                  <a:lnTo>
                    <a:pt x="1481" y="9136"/>
                  </a:lnTo>
                  <a:cubicBezTo>
                    <a:pt x="1575" y="9262"/>
                    <a:pt x="1670" y="9325"/>
                    <a:pt x="1796" y="9325"/>
                  </a:cubicBezTo>
                  <a:lnTo>
                    <a:pt x="3056" y="9325"/>
                  </a:lnTo>
                  <a:lnTo>
                    <a:pt x="3623" y="10050"/>
                  </a:lnTo>
                  <a:lnTo>
                    <a:pt x="2552" y="10050"/>
                  </a:lnTo>
                  <a:cubicBezTo>
                    <a:pt x="2363" y="10050"/>
                    <a:pt x="2205" y="10208"/>
                    <a:pt x="2205" y="10397"/>
                  </a:cubicBezTo>
                  <a:cubicBezTo>
                    <a:pt x="2205" y="10617"/>
                    <a:pt x="2363" y="10775"/>
                    <a:pt x="2552" y="10775"/>
                  </a:cubicBezTo>
                  <a:lnTo>
                    <a:pt x="4159" y="10775"/>
                  </a:lnTo>
                  <a:lnTo>
                    <a:pt x="5104" y="12066"/>
                  </a:lnTo>
                  <a:cubicBezTo>
                    <a:pt x="5198" y="12129"/>
                    <a:pt x="5261" y="12224"/>
                    <a:pt x="5387" y="12224"/>
                  </a:cubicBezTo>
                  <a:lnTo>
                    <a:pt x="6805" y="12224"/>
                  </a:lnTo>
                  <a:cubicBezTo>
                    <a:pt x="6931" y="12224"/>
                    <a:pt x="7089" y="12129"/>
                    <a:pt x="7120" y="12035"/>
                  </a:cubicBezTo>
                  <a:lnTo>
                    <a:pt x="7750" y="10806"/>
                  </a:lnTo>
                  <a:lnTo>
                    <a:pt x="8979" y="10806"/>
                  </a:lnTo>
                  <a:cubicBezTo>
                    <a:pt x="9073" y="10806"/>
                    <a:pt x="9199" y="10775"/>
                    <a:pt x="9231" y="10649"/>
                  </a:cubicBezTo>
                  <a:lnTo>
                    <a:pt x="10176" y="9357"/>
                  </a:lnTo>
                  <a:lnTo>
                    <a:pt x="11184" y="9357"/>
                  </a:lnTo>
                  <a:cubicBezTo>
                    <a:pt x="11373" y="9357"/>
                    <a:pt x="11531" y="9199"/>
                    <a:pt x="11531" y="8979"/>
                  </a:cubicBezTo>
                  <a:cubicBezTo>
                    <a:pt x="11531" y="8790"/>
                    <a:pt x="11373" y="8632"/>
                    <a:pt x="11184" y="8632"/>
                  </a:cubicBezTo>
                  <a:lnTo>
                    <a:pt x="10775" y="8632"/>
                  </a:lnTo>
                  <a:lnTo>
                    <a:pt x="11342" y="7908"/>
                  </a:lnTo>
                  <a:lnTo>
                    <a:pt x="11877" y="7908"/>
                  </a:lnTo>
                  <a:cubicBezTo>
                    <a:pt x="12098" y="7908"/>
                    <a:pt x="12255" y="7750"/>
                    <a:pt x="12255" y="7561"/>
                  </a:cubicBezTo>
                  <a:cubicBezTo>
                    <a:pt x="12255" y="7372"/>
                    <a:pt x="12098" y="7215"/>
                    <a:pt x="11877" y="7215"/>
                  </a:cubicBezTo>
                  <a:lnTo>
                    <a:pt x="11373" y="7215"/>
                  </a:lnTo>
                  <a:lnTo>
                    <a:pt x="10019" y="3875"/>
                  </a:lnTo>
                  <a:cubicBezTo>
                    <a:pt x="9987" y="3781"/>
                    <a:pt x="9956" y="3718"/>
                    <a:pt x="9861" y="3655"/>
                  </a:cubicBezTo>
                  <a:lnTo>
                    <a:pt x="8538" y="2993"/>
                  </a:lnTo>
                  <a:lnTo>
                    <a:pt x="7152" y="189"/>
                  </a:lnTo>
                  <a:cubicBezTo>
                    <a:pt x="7089" y="95"/>
                    <a:pt x="6963" y="0"/>
                    <a:pt x="683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4" name="Google Shape;11934;p139"/>
            <p:cNvSpPr/>
            <p:nvPr/>
          </p:nvSpPr>
          <p:spPr>
            <a:xfrm>
              <a:off x="-15467900" y="2686175"/>
              <a:ext cx="53575" cy="17350"/>
            </a:xfrm>
            <a:custGeom>
              <a:rect b="b" l="l" r="r" t="t"/>
              <a:pathLst>
                <a:path extrusionOk="0" h="694" w="2143">
                  <a:moveTo>
                    <a:pt x="347" y="1"/>
                  </a:moveTo>
                  <a:cubicBezTo>
                    <a:pt x="158" y="1"/>
                    <a:pt x="1" y="158"/>
                    <a:pt x="1" y="347"/>
                  </a:cubicBezTo>
                  <a:cubicBezTo>
                    <a:pt x="1" y="536"/>
                    <a:pt x="158" y="694"/>
                    <a:pt x="347" y="694"/>
                  </a:cubicBezTo>
                  <a:lnTo>
                    <a:pt x="1796" y="694"/>
                  </a:lnTo>
                  <a:cubicBezTo>
                    <a:pt x="1985" y="694"/>
                    <a:pt x="2143" y="536"/>
                    <a:pt x="2143" y="347"/>
                  </a:cubicBezTo>
                  <a:cubicBezTo>
                    <a:pt x="2143" y="158"/>
                    <a:pt x="1985" y="1"/>
                    <a:pt x="179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5" name="Google Shape;11935;p139"/>
            <p:cNvSpPr/>
            <p:nvPr/>
          </p:nvSpPr>
          <p:spPr>
            <a:xfrm>
              <a:off x="-15718350" y="2703500"/>
              <a:ext cx="54350" cy="18150"/>
            </a:xfrm>
            <a:custGeom>
              <a:rect b="b" l="l" r="r" t="t"/>
              <a:pathLst>
                <a:path extrusionOk="0" h="726" w="2174">
                  <a:moveTo>
                    <a:pt x="347" y="1"/>
                  </a:moveTo>
                  <a:cubicBezTo>
                    <a:pt x="158" y="1"/>
                    <a:pt x="0" y="158"/>
                    <a:pt x="0" y="347"/>
                  </a:cubicBezTo>
                  <a:cubicBezTo>
                    <a:pt x="0" y="568"/>
                    <a:pt x="158" y="725"/>
                    <a:pt x="347" y="725"/>
                  </a:cubicBezTo>
                  <a:lnTo>
                    <a:pt x="1827" y="725"/>
                  </a:lnTo>
                  <a:cubicBezTo>
                    <a:pt x="2016" y="725"/>
                    <a:pt x="2174" y="568"/>
                    <a:pt x="2174" y="347"/>
                  </a:cubicBezTo>
                  <a:cubicBezTo>
                    <a:pt x="2174" y="158"/>
                    <a:pt x="2016" y="1"/>
                    <a:pt x="182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936" name="Google Shape;11936;p139"/>
          <p:cNvSpPr/>
          <p:nvPr/>
        </p:nvSpPr>
        <p:spPr>
          <a:xfrm>
            <a:off x="2017508" y="1687545"/>
            <a:ext cx="477534" cy="475746"/>
          </a:xfrm>
          <a:custGeom>
            <a:rect b="b" l="l" r="r" t="t"/>
            <a:pathLst>
              <a:path extrusionOk="0" h="12241" w="12287">
                <a:moveTo>
                  <a:pt x="6207" y="1056"/>
                </a:moveTo>
                <a:lnTo>
                  <a:pt x="6553" y="1560"/>
                </a:lnTo>
                <a:cubicBezTo>
                  <a:pt x="6994" y="2253"/>
                  <a:pt x="7656" y="2663"/>
                  <a:pt x="8443" y="2820"/>
                </a:cubicBezTo>
                <a:cubicBezTo>
                  <a:pt x="8191" y="3261"/>
                  <a:pt x="8097" y="3765"/>
                  <a:pt x="8002" y="4332"/>
                </a:cubicBezTo>
                <a:cubicBezTo>
                  <a:pt x="7939" y="5152"/>
                  <a:pt x="8097" y="5939"/>
                  <a:pt x="8443" y="6506"/>
                </a:cubicBezTo>
                <a:cubicBezTo>
                  <a:pt x="8498" y="6588"/>
                  <a:pt x="8623" y="6670"/>
                  <a:pt x="8758" y="6670"/>
                </a:cubicBezTo>
                <a:cubicBezTo>
                  <a:pt x="8779" y="6670"/>
                  <a:pt x="8800" y="6668"/>
                  <a:pt x="8821" y="6664"/>
                </a:cubicBezTo>
                <a:cubicBezTo>
                  <a:pt x="9420" y="6506"/>
                  <a:pt x="9924" y="6223"/>
                  <a:pt x="10365" y="5908"/>
                </a:cubicBezTo>
                <a:cubicBezTo>
                  <a:pt x="10680" y="6254"/>
                  <a:pt x="11090" y="6569"/>
                  <a:pt x="11499" y="6853"/>
                </a:cubicBezTo>
                <a:cubicBezTo>
                  <a:pt x="11279" y="7325"/>
                  <a:pt x="11153" y="7798"/>
                  <a:pt x="11153" y="8271"/>
                </a:cubicBezTo>
                <a:cubicBezTo>
                  <a:pt x="10586" y="8302"/>
                  <a:pt x="10082" y="8428"/>
                  <a:pt x="9578" y="8617"/>
                </a:cubicBezTo>
                <a:cubicBezTo>
                  <a:pt x="9389" y="8712"/>
                  <a:pt x="9294" y="8932"/>
                  <a:pt x="9389" y="9090"/>
                </a:cubicBezTo>
                <a:lnTo>
                  <a:pt x="9704" y="9751"/>
                </a:lnTo>
                <a:lnTo>
                  <a:pt x="7183" y="8932"/>
                </a:lnTo>
                <a:lnTo>
                  <a:pt x="9861" y="7861"/>
                </a:lnTo>
                <a:cubicBezTo>
                  <a:pt x="10050" y="7798"/>
                  <a:pt x="10145" y="7609"/>
                  <a:pt x="10050" y="7388"/>
                </a:cubicBezTo>
                <a:cubicBezTo>
                  <a:pt x="10003" y="7247"/>
                  <a:pt x="9867" y="7176"/>
                  <a:pt x="9722" y="7176"/>
                </a:cubicBezTo>
                <a:cubicBezTo>
                  <a:pt x="9674" y="7176"/>
                  <a:pt x="9625" y="7184"/>
                  <a:pt x="9578" y="7199"/>
                </a:cubicBezTo>
                <a:lnTo>
                  <a:pt x="6522" y="8428"/>
                </a:lnTo>
                <a:lnTo>
                  <a:pt x="6522" y="3986"/>
                </a:lnTo>
                <a:cubicBezTo>
                  <a:pt x="6522" y="3765"/>
                  <a:pt x="6364" y="3608"/>
                  <a:pt x="6144" y="3608"/>
                </a:cubicBezTo>
                <a:cubicBezTo>
                  <a:pt x="5955" y="3608"/>
                  <a:pt x="5797" y="3765"/>
                  <a:pt x="5797" y="3986"/>
                </a:cubicBezTo>
                <a:lnTo>
                  <a:pt x="5797" y="8428"/>
                </a:lnTo>
                <a:lnTo>
                  <a:pt x="2710" y="7199"/>
                </a:lnTo>
                <a:cubicBezTo>
                  <a:pt x="2662" y="7184"/>
                  <a:pt x="2615" y="7176"/>
                  <a:pt x="2570" y="7176"/>
                </a:cubicBezTo>
                <a:cubicBezTo>
                  <a:pt x="2434" y="7176"/>
                  <a:pt x="2316" y="7247"/>
                  <a:pt x="2268" y="7388"/>
                </a:cubicBezTo>
                <a:cubicBezTo>
                  <a:pt x="2174" y="7609"/>
                  <a:pt x="2268" y="7798"/>
                  <a:pt x="2457" y="7861"/>
                </a:cubicBezTo>
                <a:lnTo>
                  <a:pt x="5135" y="8932"/>
                </a:lnTo>
                <a:lnTo>
                  <a:pt x="2615" y="9751"/>
                </a:lnTo>
                <a:lnTo>
                  <a:pt x="2930" y="9090"/>
                </a:lnTo>
                <a:cubicBezTo>
                  <a:pt x="2993" y="8901"/>
                  <a:pt x="2930" y="8712"/>
                  <a:pt x="2741" y="8617"/>
                </a:cubicBezTo>
                <a:cubicBezTo>
                  <a:pt x="2205" y="8397"/>
                  <a:pt x="1701" y="8271"/>
                  <a:pt x="1166" y="8271"/>
                </a:cubicBezTo>
                <a:cubicBezTo>
                  <a:pt x="1166" y="7798"/>
                  <a:pt x="1040" y="7325"/>
                  <a:pt x="882" y="6853"/>
                </a:cubicBezTo>
                <a:cubicBezTo>
                  <a:pt x="1323" y="6569"/>
                  <a:pt x="1701" y="6254"/>
                  <a:pt x="2016" y="5908"/>
                </a:cubicBezTo>
                <a:cubicBezTo>
                  <a:pt x="2457" y="6254"/>
                  <a:pt x="2962" y="6506"/>
                  <a:pt x="3560" y="6664"/>
                </a:cubicBezTo>
                <a:cubicBezTo>
                  <a:pt x="3596" y="6671"/>
                  <a:pt x="3631" y="6675"/>
                  <a:pt x="3665" y="6675"/>
                </a:cubicBezTo>
                <a:cubicBezTo>
                  <a:pt x="3784" y="6675"/>
                  <a:pt x="3889" y="6628"/>
                  <a:pt x="3938" y="6506"/>
                </a:cubicBezTo>
                <a:cubicBezTo>
                  <a:pt x="4316" y="5939"/>
                  <a:pt x="4411" y="5152"/>
                  <a:pt x="4379" y="4332"/>
                </a:cubicBezTo>
                <a:cubicBezTo>
                  <a:pt x="4348" y="3734"/>
                  <a:pt x="4190" y="3230"/>
                  <a:pt x="3938" y="2820"/>
                </a:cubicBezTo>
                <a:cubicBezTo>
                  <a:pt x="4694" y="2663"/>
                  <a:pt x="5356" y="2190"/>
                  <a:pt x="5828" y="1560"/>
                </a:cubicBezTo>
                <a:lnTo>
                  <a:pt x="6207" y="1056"/>
                </a:lnTo>
                <a:close/>
                <a:moveTo>
                  <a:pt x="6116" y="1"/>
                </a:moveTo>
                <a:cubicBezTo>
                  <a:pt x="6002" y="1"/>
                  <a:pt x="5892" y="48"/>
                  <a:pt x="5828" y="142"/>
                </a:cubicBezTo>
                <a:lnTo>
                  <a:pt x="5198" y="1150"/>
                </a:lnTo>
                <a:cubicBezTo>
                  <a:pt x="4789" y="1781"/>
                  <a:pt x="4064" y="2159"/>
                  <a:pt x="3277" y="2159"/>
                </a:cubicBezTo>
                <a:cubicBezTo>
                  <a:pt x="2962" y="2159"/>
                  <a:pt x="2804" y="2568"/>
                  <a:pt x="3056" y="2757"/>
                </a:cubicBezTo>
                <a:cubicBezTo>
                  <a:pt x="3371" y="3072"/>
                  <a:pt x="3592" y="3671"/>
                  <a:pt x="3623" y="4364"/>
                </a:cubicBezTo>
                <a:cubicBezTo>
                  <a:pt x="3686" y="4931"/>
                  <a:pt x="3592" y="5467"/>
                  <a:pt x="3434" y="5876"/>
                </a:cubicBezTo>
                <a:cubicBezTo>
                  <a:pt x="2962" y="5719"/>
                  <a:pt x="2520" y="5435"/>
                  <a:pt x="2174" y="5120"/>
                </a:cubicBezTo>
                <a:cubicBezTo>
                  <a:pt x="2103" y="5049"/>
                  <a:pt x="2019" y="5016"/>
                  <a:pt x="1937" y="5016"/>
                </a:cubicBezTo>
                <a:cubicBezTo>
                  <a:pt x="1837" y="5016"/>
                  <a:pt x="1739" y="5065"/>
                  <a:pt x="1670" y="5152"/>
                </a:cubicBezTo>
                <a:cubicBezTo>
                  <a:pt x="1323" y="5624"/>
                  <a:pt x="851" y="6065"/>
                  <a:pt x="252" y="6349"/>
                </a:cubicBezTo>
                <a:cubicBezTo>
                  <a:pt x="95" y="6412"/>
                  <a:pt x="0" y="6601"/>
                  <a:pt x="95" y="6790"/>
                </a:cubicBezTo>
                <a:cubicBezTo>
                  <a:pt x="347" y="7388"/>
                  <a:pt x="441" y="8018"/>
                  <a:pt x="410" y="8586"/>
                </a:cubicBezTo>
                <a:cubicBezTo>
                  <a:pt x="410" y="8712"/>
                  <a:pt x="441" y="8775"/>
                  <a:pt x="536" y="8838"/>
                </a:cubicBezTo>
                <a:cubicBezTo>
                  <a:pt x="630" y="8964"/>
                  <a:pt x="788" y="8964"/>
                  <a:pt x="945" y="8964"/>
                </a:cubicBezTo>
                <a:cubicBezTo>
                  <a:pt x="1355" y="8964"/>
                  <a:pt x="1701" y="9058"/>
                  <a:pt x="2111" y="9153"/>
                </a:cubicBezTo>
                <a:lnTo>
                  <a:pt x="1544" y="10224"/>
                </a:lnTo>
                <a:cubicBezTo>
                  <a:pt x="1406" y="10472"/>
                  <a:pt x="1606" y="10745"/>
                  <a:pt x="1870" y="10745"/>
                </a:cubicBezTo>
                <a:cubicBezTo>
                  <a:pt x="1907" y="10745"/>
                  <a:pt x="1946" y="10740"/>
                  <a:pt x="1985" y="10728"/>
                </a:cubicBezTo>
                <a:lnTo>
                  <a:pt x="5797" y="9499"/>
                </a:lnTo>
                <a:lnTo>
                  <a:pt x="5797" y="11894"/>
                </a:lnTo>
                <a:cubicBezTo>
                  <a:pt x="5797" y="12083"/>
                  <a:pt x="5955" y="12240"/>
                  <a:pt x="6144" y="12240"/>
                </a:cubicBezTo>
                <a:cubicBezTo>
                  <a:pt x="6364" y="12240"/>
                  <a:pt x="6522" y="12083"/>
                  <a:pt x="6522" y="11894"/>
                </a:cubicBezTo>
                <a:lnTo>
                  <a:pt x="6522" y="9499"/>
                </a:lnTo>
                <a:lnTo>
                  <a:pt x="10334" y="10728"/>
                </a:lnTo>
                <a:cubicBezTo>
                  <a:pt x="10382" y="10747"/>
                  <a:pt x="10431" y="10756"/>
                  <a:pt x="10476" y="10756"/>
                </a:cubicBezTo>
                <a:cubicBezTo>
                  <a:pt x="10726" y="10756"/>
                  <a:pt x="10908" y="10490"/>
                  <a:pt x="10775" y="10224"/>
                </a:cubicBezTo>
                <a:lnTo>
                  <a:pt x="10208" y="9153"/>
                </a:lnTo>
                <a:cubicBezTo>
                  <a:pt x="10554" y="9058"/>
                  <a:pt x="10964" y="8964"/>
                  <a:pt x="11342" y="8964"/>
                </a:cubicBezTo>
                <a:cubicBezTo>
                  <a:pt x="11387" y="8964"/>
                  <a:pt x="11432" y="8966"/>
                  <a:pt x="11476" y="8966"/>
                </a:cubicBezTo>
                <a:cubicBezTo>
                  <a:pt x="11587" y="8966"/>
                  <a:pt x="11693" y="8950"/>
                  <a:pt x="11783" y="8838"/>
                </a:cubicBezTo>
                <a:cubicBezTo>
                  <a:pt x="11846" y="8775"/>
                  <a:pt x="11909" y="8680"/>
                  <a:pt x="11909" y="8586"/>
                </a:cubicBezTo>
                <a:cubicBezTo>
                  <a:pt x="11877" y="7987"/>
                  <a:pt x="11972" y="7388"/>
                  <a:pt x="12224" y="6790"/>
                </a:cubicBezTo>
                <a:cubicBezTo>
                  <a:pt x="12287" y="6601"/>
                  <a:pt x="12224" y="6412"/>
                  <a:pt x="12003" y="6349"/>
                </a:cubicBezTo>
                <a:cubicBezTo>
                  <a:pt x="11436" y="6065"/>
                  <a:pt x="10964" y="5624"/>
                  <a:pt x="10586" y="5152"/>
                </a:cubicBezTo>
                <a:cubicBezTo>
                  <a:pt x="10534" y="5065"/>
                  <a:pt x="10434" y="5016"/>
                  <a:pt x="10329" y="5016"/>
                </a:cubicBezTo>
                <a:cubicBezTo>
                  <a:pt x="10243" y="5016"/>
                  <a:pt x="10153" y="5049"/>
                  <a:pt x="10082" y="5120"/>
                </a:cubicBezTo>
                <a:cubicBezTo>
                  <a:pt x="9735" y="5435"/>
                  <a:pt x="9294" y="5719"/>
                  <a:pt x="8821" y="5876"/>
                </a:cubicBezTo>
                <a:cubicBezTo>
                  <a:pt x="8664" y="5467"/>
                  <a:pt x="8601" y="4931"/>
                  <a:pt x="8632" y="4364"/>
                </a:cubicBezTo>
                <a:cubicBezTo>
                  <a:pt x="8664" y="3702"/>
                  <a:pt x="8916" y="3072"/>
                  <a:pt x="9231" y="2757"/>
                </a:cubicBezTo>
                <a:cubicBezTo>
                  <a:pt x="9452" y="2505"/>
                  <a:pt x="9294" y="2159"/>
                  <a:pt x="8979" y="2159"/>
                </a:cubicBezTo>
                <a:cubicBezTo>
                  <a:pt x="8191" y="2159"/>
                  <a:pt x="7498" y="1781"/>
                  <a:pt x="7057" y="1150"/>
                </a:cubicBezTo>
                <a:lnTo>
                  <a:pt x="6427" y="142"/>
                </a:lnTo>
                <a:cubicBezTo>
                  <a:pt x="6348" y="48"/>
                  <a:pt x="6230" y="1"/>
                  <a:pt x="611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7" name="Google Shape;11937;p139"/>
          <p:cNvSpPr/>
          <p:nvPr/>
        </p:nvSpPr>
        <p:spPr>
          <a:xfrm>
            <a:off x="2019335" y="2331824"/>
            <a:ext cx="473881" cy="359346"/>
          </a:xfrm>
          <a:custGeom>
            <a:rect b="b" l="l" r="r" t="t"/>
            <a:pathLst>
              <a:path extrusionOk="0" h="9246" w="12193">
                <a:moveTo>
                  <a:pt x="3781" y="1936"/>
                </a:moveTo>
                <a:lnTo>
                  <a:pt x="3907" y="2881"/>
                </a:lnTo>
                <a:lnTo>
                  <a:pt x="3466" y="2881"/>
                </a:lnTo>
                <a:lnTo>
                  <a:pt x="3781" y="1936"/>
                </a:lnTo>
                <a:close/>
                <a:moveTo>
                  <a:pt x="2489" y="3574"/>
                </a:moveTo>
                <a:lnTo>
                  <a:pt x="2017" y="4961"/>
                </a:lnTo>
                <a:cubicBezTo>
                  <a:pt x="1387" y="4771"/>
                  <a:pt x="914" y="4267"/>
                  <a:pt x="757" y="3574"/>
                </a:cubicBezTo>
                <a:close/>
                <a:moveTo>
                  <a:pt x="7877" y="3574"/>
                </a:moveTo>
                <a:lnTo>
                  <a:pt x="7877" y="3952"/>
                </a:lnTo>
                <a:cubicBezTo>
                  <a:pt x="7877" y="4425"/>
                  <a:pt x="7562" y="4835"/>
                  <a:pt x="7089" y="4961"/>
                </a:cubicBezTo>
                <a:cubicBezTo>
                  <a:pt x="7058" y="4835"/>
                  <a:pt x="7026" y="4740"/>
                  <a:pt x="6932" y="4614"/>
                </a:cubicBezTo>
                <a:lnTo>
                  <a:pt x="6302" y="3574"/>
                </a:lnTo>
                <a:close/>
                <a:moveTo>
                  <a:pt x="4033" y="3574"/>
                </a:moveTo>
                <a:lnTo>
                  <a:pt x="4222" y="4992"/>
                </a:lnTo>
                <a:lnTo>
                  <a:pt x="2773" y="4992"/>
                </a:lnTo>
                <a:lnTo>
                  <a:pt x="3246" y="3574"/>
                </a:lnTo>
                <a:close/>
                <a:moveTo>
                  <a:pt x="10712" y="3574"/>
                </a:moveTo>
                <a:cubicBezTo>
                  <a:pt x="11153" y="3637"/>
                  <a:pt x="11468" y="3952"/>
                  <a:pt x="11468" y="4330"/>
                </a:cubicBezTo>
                <a:cubicBezTo>
                  <a:pt x="11437" y="4740"/>
                  <a:pt x="11153" y="4992"/>
                  <a:pt x="10775" y="4992"/>
                </a:cubicBezTo>
                <a:cubicBezTo>
                  <a:pt x="10366" y="4992"/>
                  <a:pt x="10051" y="4677"/>
                  <a:pt x="10051" y="4299"/>
                </a:cubicBezTo>
                <a:cubicBezTo>
                  <a:pt x="10051" y="3889"/>
                  <a:pt x="10334" y="3574"/>
                  <a:pt x="10712" y="3574"/>
                </a:cubicBezTo>
                <a:close/>
                <a:moveTo>
                  <a:pt x="4537" y="2062"/>
                </a:moveTo>
                <a:lnTo>
                  <a:pt x="6365" y="4992"/>
                </a:lnTo>
                <a:cubicBezTo>
                  <a:pt x="6428" y="5118"/>
                  <a:pt x="6491" y="5244"/>
                  <a:pt x="6491" y="5370"/>
                </a:cubicBezTo>
                <a:cubicBezTo>
                  <a:pt x="6491" y="5748"/>
                  <a:pt x="6176" y="6063"/>
                  <a:pt x="5766" y="6063"/>
                </a:cubicBezTo>
                <a:cubicBezTo>
                  <a:pt x="5356" y="6063"/>
                  <a:pt x="5104" y="5843"/>
                  <a:pt x="5010" y="5465"/>
                </a:cubicBezTo>
                <a:lnTo>
                  <a:pt x="4537" y="2062"/>
                </a:lnTo>
                <a:close/>
                <a:moveTo>
                  <a:pt x="9515" y="3543"/>
                </a:moveTo>
                <a:cubicBezTo>
                  <a:pt x="9389" y="3732"/>
                  <a:pt x="9295" y="3984"/>
                  <a:pt x="9295" y="4236"/>
                </a:cubicBezTo>
                <a:cubicBezTo>
                  <a:pt x="9295" y="5024"/>
                  <a:pt x="9925" y="5654"/>
                  <a:pt x="10712" y="5654"/>
                </a:cubicBezTo>
                <a:lnTo>
                  <a:pt x="10870" y="5654"/>
                </a:lnTo>
                <a:lnTo>
                  <a:pt x="10397" y="6693"/>
                </a:lnTo>
                <a:cubicBezTo>
                  <a:pt x="10303" y="6977"/>
                  <a:pt x="10019" y="7134"/>
                  <a:pt x="9704" y="7134"/>
                </a:cubicBezTo>
                <a:lnTo>
                  <a:pt x="4663" y="7134"/>
                </a:lnTo>
                <a:cubicBezTo>
                  <a:pt x="3781" y="7134"/>
                  <a:pt x="3088" y="6504"/>
                  <a:pt x="2931" y="5717"/>
                </a:cubicBezTo>
                <a:lnTo>
                  <a:pt x="4348" y="5717"/>
                </a:lnTo>
                <a:cubicBezTo>
                  <a:pt x="4506" y="6347"/>
                  <a:pt x="5041" y="6788"/>
                  <a:pt x="5734" y="6788"/>
                </a:cubicBezTo>
                <a:cubicBezTo>
                  <a:pt x="6396" y="6788"/>
                  <a:pt x="6932" y="6315"/>
                  <a:pt x="7089" y="5654"/>
                </a:cubicBezTo>
                <a:cubicBezTo>
                  <a:pt x="7940" y="5496"/>
                  <a:pt x="8570" y="4803"/>
                  <a:pt x="8570" y="3889"/>
                </a:cubicBezTo>
                <a:lnTo>
                  <a:pt x="8570" y="3543"/>
                </a:lnTo>
                <a:close/>
                <a:moveTo>
                  <a:pt x="3928" y="1"/>
                </a:moveTo>
                <a:cubicBezTo>
                  <a:pt x="3795" y="1"/>
                  <a:pt x="3661" y="81"/>
                  <a:pt x="3592" y="235"/>
                </a:cubicBezTo>
                <a:lnTo>
                  <a:pt x="2742" y="2850"/>
                </a:lnTo>
                <a:lnTo>
                  <a:pt x="379" y="2850"/>
                </a:lnTo>
                <a:cubicBezTo>
                  <a:pt x="158" y="2850"/>
                  <a:pt x="1" y="3007"/>
                  <a:pt x="1" y="3196"/>
                </a:cubicBezTo>
                <a:cubicBezTo>
                  <a:pt x="1" y="4330"/>
                  <a:pt x="757" y="5276"/>
                  <a:pt x="1828" y="5591"/>
                </a:cubicBezTo>
                <a:lnTo>
                  <a:pt x="851" y="8552"/>
                </a:lnTo>
                <a:lnTo>
                  <a:pt x="379" y="8552"/>
                </a:lnTo>
                <a:cubicBezTo>
                  <a:pt x="158" y="8552"/>
                  <a:pt x="1" y="8710"/>
                  <a:pt x="1" y="8899"/>
                </a:cubicBezTo>
                <a:cubicBezTo>
                  <a:pt x="1" y="9088"/>
                  <a:pt x="158" y="9245"/>
                  <a:pt x="379" y="9245"/>
                </a:cubicBezTo>
                <a:lnTo>
                  <a:pt x="1072" y="9245"/>
                </a:lnTo>
                <a:cubicBezTo>
                  <a:pt x="1229" y="9245"/>
                  <a:pt x="1355" y="9182"/>
                  <a:pt x="1450" y="9025"/>
                </a:cubicBezTo>
                <a:lnTo>
                  <a:pt x="2332" y="6252"/>
                </a:lnTo>
                <a:cubicBezTo>
                  <a:pt x="2710" y="7166"/>
                  <a:pt x="3592" y="7827"/>
                  <a:pt x="4663" y="7827"/>
                </a:cubicBezTo>
                <a:lnTo>
                  <a:pt x="6837" y="7827"/>
                </a:lnTo>
                <a:lnTo>
                  <a:pt x="6554" y="8552"/>
                </a:lnTo>
                <a:lnTo>
                  <a:pt x="6081" y="8552"/>
                </a:lnTo>
                <a:cubicBezTo>
                  <a:pt x="5892" y="8552"/>
                  <a:pt x="5734" y="8710"/>
                  <a:pt x="5734" y="8899"/>
                </a:cubicBezTo>
                <a:cubicBezTo>
                  <a:pt x="5734" y="9088"/>
                  <a:pt x="5892" y="9245"/>
                  <a:pt x="6081" y="9245"/>
                </a:cubicBezTo>
                <a:lnTo>
                  <a:pt x="6806" y="9245"/>
                </a:lnTo>
                <a:cubicBezTo>
                  <a:pt x="6963" y="9245"/>
                  <a:pt x="7058" y="9182"/>
                  <a:pt x="7121" y="9025"/>
                </a:cubicBezTo>
                <a:lnTo>
                  <a:pt x="7593" y="7796"/>
                </a:lnTo>
                <a:lnTo>
                  <a:pt x="8853" y="7796"/>
                </a:lnTo>
                <a:lnTo>
                  <a:pt x="9326" y="9025"/>
                </a:lnTo>
                <a:cubicBezTo>
                  <a:pt x="9358" y="9151"/>
                  <a:pt x="9515" y="9245"/>
                  <a:pt x="9641" y="9245"/>
                </a:cubicBezTo>
                <a:lnTo>
                  <a:pt x="10334" y="9245"/>
                </a:lnTo>
                <a:cubicBezTo>
                  <a:pt x="10523" y="9245"/>
                  <a:pt x="10681" y="9088"/>
                  <a:pt x="10681" y="8899"/>
                </a:cubicBezTo>
                <a:cubicBezTo>
                  <a:pt x="10681" y="8710"/>
                  <a:pt x="10523" y="8552"/>
                  <a:pt x="10334" y="8552"/>
                </a:cubicBezTo>
                <a:lnTo>
                  <a:pt x="9862" y="8552"/>
                </a:lnTo>
                <a:lnTo>
                  <a:pt x="9578" y="7827"/>
                </a:lnTo>
                <a:lnTo>
                  <a:pt x="9641" y="7827"/>
                </a:lnTo>
                <a:cubicBezTo>
                  <a:pt x="10208" y="7827"/>
                  <a:pt x="10744" y="7512"/>
                  <a:pt x="10964" y="7008"/>
                </a:cubicBezTo>
                <a:lnTo>
                  <a:pt x="11941" y="5055"/>
                </a:lnTo>
                <a:cubicBezTo>
                  <a:pt x="12067" y="4835"/>
                  <a:pt x="12098" y="4614"/>
                  <a:pt x="12098" y="4362"/>
                </a:cubicBezTo>
                <a:cubicBezTo>
                  <a:pt x="12193" y="4362"/>
                  <a:pt x="12193" y="4330"/>
                  <a:pt x="12193" y="4330"/>
                </a:cubicBezTo>
                <a:cubicBezTo>
                  <a:pt x="12130" y="3543"/>
                  <a:pt x="11468" y="2881"/>
                  <a:pt x="10681" y="2881"/>
                </a:cubicBezTo>
                <a:lnTo>
                  <a:pt x="10082" y="2881"/>
                </a:lnTo>
                <a:cubicBezTo>
                  <a:pt x="10240" y="2062"/>
                  <a:pt x="10996" y="1463"/>
                  <a:pt x="11815" y="1463"/>
                </a:cubicBezTo>
                <a:cubicBezTo>
                  <a:pt x="12035" y="1463"/>
                  <a:pt x="12193" y="1306"/>
                  <a:pt x="12193" y="1117"/>
                </a:cubicBezTo>
                <a:cubicBezTo>
                  <a:pt x="12193" y="896"/>
                  <a:pt x="12035" y="739"/>
                  <a:pt x="11815" y="739"/>
                </a:cubicBezTo>
                <a:cubicBezTo>
                  <a:pt x="10555" y="739"/>
                  <a:pt x="9547" y="1684"/>
                  <a:pt x="9358" y="2881"/>
                </a:cubicBezTo>
                <a:lnTo>
                  <a:pt x="5829" y="2881"/>
                </a:lnTo>
                <a:lnTo>
                  <a:pt x="4222" y="203"/>
                </a:lnTo>
                <a:lnTo>
                  <a:pt x="4222" y="172"/>
                </a:lnTo>
                <a:cubicBezTo>
                  <a:pt x="4150" y="57"/>
                  <a:pt x="4039" y="1"/>
                  <a:pt x="392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38" name="Google Shape;11938;p139"/>
          <p:cNvGrpSpPr/>
          <p:nvPr/>
        </p:nvGrpSpPr>
        <p:grpSpPr>
          <a:xfrm>
            <a:off x="2017527" y="2851506"/>
            <a:ext cx="479983" cy="472676"/>
            <a:chOff x="-20550425" y="2789350"/>
            <a:chExt cx="308750" cy="304050"/>
          </a:xfrm>
        </p:grpSpPr>
        <p:sp>
          <p:nvSpPr>
            <p:cNvPr id="11939" name="Google Shape;11939;p139"/>
            <p:cNvSpPr/>
            <p:nvPr/>
          </p:nvSpPr>
          <p:spPr>
            <a:xfrm>
              <a:off x="-20550425" y="2824800"/>
              <a:ext cx="308750" cy="268600"/>
            </a:xfrm>
            <a:custGeom>
              <a:rect b="b" l="l" r="r" t="t"/>
              <a:pathLst>
                <a:path extrusionOk="0" h="10744" w="12350">
                  <a:moveTo>
                    <a:pt x="2962" y="662"/>
                  </a:moveTo>
                  <a:cubicBezTo>
                    <a:pt x="3403" y="662"/>
                    <a:pt x="3718" y="1009"/>
                    <a:pt x="3686" y="1450"/>
                  </a:cubicBezTo>
                  <a:cubicBezTo>
                    <a:pt x="3529" y="1481"/>
                    <a:pt x="3403" y="1576"/>
                    <a:pt x="3277" y="1670"/>
                  </a:cubicBezTo>
                  <a:cubicBezTo>
                    <a:pt x="3119" y="1828"/>
                    <a:pt x="3119" y="2048"/>
                    <a:pt x="3277" y="2206"/>
                  </a:cubicBezTo>
                  <a:cubicBezTo>
                    <a:pt x="3355" y="2285"/>
                    <a:pt x="3442" y="2324"/>
                    <a:pt x="3529" y="2324"/>
                  </a:cubicBezTo>
                  <a:cubicBezTo>
                    <a:pt x="3615" y="2324"/>
                    <a:pt x="3702" y="2285"/>
                    <a:pt x="3781" y="2206"/>
                  </a:cubicBezTo>
                  <a:cubicBezTo>
                    <a:pt x="3844" y="2174"/>
                    <a:pt x="3907" y="2111"/>
                    <a:pt x="3938" y="2111"/>
                  </a:cubicBezTo>
                  <a:lnTo>
                    <a:pt x="4064" y="2111"/>
                  </a:lnTo>
                  <a:cubicBezTo>
                    <a:pt x="4190" y="2111"/>
                    <a:pt x="4316" y="2237"/>
                    <a:pt x="4379" y="2363"/>
                  </a:cubicBezTo>
                  <a:cubicBezTo>
                    <a:pt x="4474" y="2584"/>
                    <a:pt x="4316" y="2836"/>
                    <a:pt x="4064" y="2836"/>
                  </a:cubicBezTo>
                  <a:lnTo>
                    <a:pt x="1953" y="2836"/>
                  </a:lnTo>
                  <a:cubicBezTo>
                    <a:pt x="1544" y="2836"/>
                    <a:pt x="1386" y="2489"/>
                    <a:pt x="1607" y="2237"/>
                  </a:cubicBezTo>
                  <a:cubicBezTo>
                    <a:pt x="1701" y="2174"/>
                    <a:pt x="1764" y="2111"/>
                    <a:pt x="1859" y="2111"/>
                  </a:cubicBezTo>
                  <a:lnTo>
                    <a:pt x="1985" y="2111"/>
                  </a:lnTo>
                  <a:cubicBezTo>
                    <a:pt x="2048" y="2111"/>
                    <a:pt x="2111" y="2174"/>
                    <a:pt x="2142" y="2206"/>
                  </a:cubicBezTo>
                  <a:cubicBezTo>
                    <a:pt x="2221" y="2285"/>
                    <a:pt x="2308" y="2324"/>
                    <a:pt x="2394" y="2324"/>
                  </a:cubicBezTo>
                  <a:cubicBezTo>
                    <a:pt x="2481" y="2324"/>
                    <a:pt x="2568" y="2285"/>
                    <a:pt x="2646" y="2206"/>
                  </a:cubicBezTo>
                  <a:cubicBezTo>
                    <a:pt x="2804" y="2048"/>
                    <a:pt x="2804" y="1828"/>
                    <a:pt x="2646" y="1670"/>
                  </a:cubicBezTo>
                  <a:cubicBezTo>
                    <a:pt x="2520" y="1576"/>
                    <a:pt x="2426" y="1481"/>
                    <a:pt x="2268" y="1450"/>
                  </a:cubicBezTo>
                  <a:lnTo>
                    <a:pt x="2268" y="1387"/>
                  </a:lnTo>
                  <a:cubicBezTo>
                    <a:pt x="2268" y="977"/>
                    <a:pt x="2583" y="662"/>
                    <a:pt x="2962" y="662"/>
                  </a:cubicBezTo>
                  <a:close/>
                  <a:moveTo>
                    <a:pt x="5009" y="2899"/>
                  </a:moveTo>
                  <a:cubicBezTo>
                    <a:pt x="5198" y="2994"/>
                    <a:pt x="5324" y="3120"/>
                    <a:pt x="5387" y="3309"/>
                  </a:cubicBezTo>
                  <a:lnTo>
                    <a:pt x="6553" y="5860"/>
                  </a:lnTo>
                  <a:lnTo>
                    <a:pt x="6112" y="6302"/>
                  </a:lnTo>
                  <a:lnTo>
                    <a:pt x="4915" y="5104"/>
                  </a:lnTo>
                  <a:cubicBezTo>
                    <a:pt x="4836" y="5026"/>
                    <a:pt x="4749" y="4986"/>
                    <a:pt x="4663" y="4986"/>
                  </a:cubicBezTo>
                  <a:cubicBezTo>
                    <a:pt x="4576" y="4986"/>
                    <a:pt x="4490" y="5026"/>
                    <a:pt x="4411" y="5104"/>
                  </a:cubicBezTo>
                  <a:lnTo>
                    <a:pt x="3245" y="6302"/>
                  </a:lnTo>
                  <a:lnTo>
                    <a:pt x="2804" y="5860"/>
                  </a:lnTo>
                  <a:lnTo>
                    <a:pt x="3812" y="3592"/>
                  </a:lnTo>
                  <a:cubicBezTo>
                    <a:pt x="4033" y="3592"/>
                    <a:pt x="4411" y="3592"/>
                    <a:pt x="4757" y="3277"/>
                  </a:cubicBezTo>
                  <a:cubicBezTo>
                    <a:pt x="4883" y="3151"/>
                    <a:pt x="4978" y="3025"/>
                    <a:pt x="5009" y="2899"/>
                  </a:cubicBezTo>
                  <a:close/>
                  <a:moveTo>
                    <a:pt x="4694" y="5829"/>
                  </a:moveTo>
                  <a:lnTo>
                    <a:pt x="5860" y="6995"/>
                  </a:lnTo>
                  <a:cubicBezTo>
                    <a:pt x="5955" y="7073"/>
                    <a:pt x="6049" y="7113"/>
                    <a:pt x="6140" y="7113"/>
                  </a:cubicBezTo>
                  <a:cubicBezTo>
                    <a:pt x="6230" y="7113"/>
                    <a:pt x="6317" y="7073"/>
                    <a:pt x="6396" y="6995"/>
                  </a:cubicBezTo>
                  <a:lnTo>
                    <a:pt x="6868" y="6522"/>
                  </a:lnTo>
                  <a:lnTo>
                    <a:pt x="8443" y="9988"/>
                  </a:lnTo>
                  <a:lnTo>
                    <a:pt x="945" y="9988"/>
                  </a:lnTo>
                  <a:lnTo>
                    <a:pt x="2520" y="6522"/>
                  </a:lnTo>
                  <a:lnTo>
                    <a:pt x="2993" y="6995"/>
                  </a:lnTo>
                  <a:cubicBezTo>
                    <a:pt x="3072" y="7073"/>
                    <a:pt x="3158" y="7113"/>
                    <a:pt x="3245" y="7113"/>
                  </a:cubicBezTo>
                  <a:cubicBezTo>
                    <a:pt x="3332" y="7113"/>
                    <a:pt x="3418" y="7073"/>
                    <a:pt x="3497" y="6995"/>
                  </a:cubicBezTo>
                  <a:lnTo>
                    <a:pt x="4694" y="5829"/>
                  </a:lnTo>
                  <a:close/>
                  <a:moveTo>
                    <a:pt x="8270" y="4986"/>
                  </a:moveTo>
                  <a:cubicBezTo>
                    <a:pt x="8554" y="4986"/>
                    <a:pt x="8837" y="5120"/>
                    <a:pt x="8979" y="5388"/>
                  </a:cubicBezTo>
                  <a:lnTo>
                    <a:pt x="11310" y="9988"/>
                  </a:lnTo>
                  <a:lnTo>
                    <a:pt x="9231" y="9988"/>
                  </a:lnTo>
                  <a:lnTo>
                    <a:pt x="7341" y="5860"/>
                  </a:lnTo>
                  <a:lnTo>
                    <a:pt x="7561" y="5388"/>
                  </a:lnTo>
                  <a:cubicBezTo>
                    <a:pt x="7703" y="5120"/>
                    <a:pt x="7987" y="4986"/>
                    <a:pt x="8270" y="4986"/>
                  </a:cubicBezTo>
                  <a:close/>
                  <a:moveTo>
                    <a:pt x="2962" y="1"/>
                  </a:moveTo>
                  <a:cubicBezTo>
                    <a:pt x="2174" y="1"/>
                    <a:pt x="1512" y="662"/>
                    <a:pt x="1544" y="1481"/>
                  </a:cubicBezTo>
                  <a:cubicBezTo>
                    <a:pt x="1166" y="1639"/>
                    <a:pt x="851" y="2048"/>
                    <a:pt x="851" y="2521"/>
                  </a:cubicBezTo>
                  <a:cubicBezTo>
                    <a:pt x="851" y="3120"/>
                    <a:pt x="1323" y="3592"/>
                    <a:pt x="1890" y="3592"/>
                  </a:cubicBezTo>
                  <a:lnTo>
                    <a:pt x="3151" y="3592"/>
                  </a:lnTo>
                  <a:lnTo>
                    <a:pt x="126" y="10240"/>
                  </a:lnTo>
                  <a:cubicBezTo>
                    <a:pt x="0" y="10460"/>
                    <a:pt x="189" y="10744"/>
                    <a:pt x="441" y="10744"/>
                  </a:cubicBezTo>
                  <a:lnTo>
                    <a:pt x="11909" y="10744"/>
                  </a:lnTo>
                  <a:cubicBezTo>
                    <a:pt x="12161" y="10744"/>
                    <a:pt x="12350" y="10460"/>
                    <a:pt x="12224" y="10240"/>
                  </a:cubicBezTo>
                  <a:lnTo>
                    <a:pt x="9609" y="5073"/>
                  </a:lnTo>
                  <a:cubicBezTo>
                    <a:pt x="9339" y="4533"/>
                    <a:pt x="8814" y="4265"/>
                    <a:pt x="8290" y="4265"/>
                  </a:cubicBezTo>
                  <a:cubicBezTo>
                    <a:pt x="7774" y="4265"/>
                    <a:pt x="7260" y="4525"/>
                    <a:pt x="6994" y="5041"/>
                  </a:cubicBezTo>
                  <a:lnTo>
                    <a:pt x="6081" y="2994"/>
                  </a:lnTo>
                  <a:cubicBezTo>
                    <a:pt x="5860" y="2552"/>
                    <a:pt x="5482" y="2237"/>
                    <a:pt x="5041" y="2174"/>
                  </a:cubicBezTo>
                  <a:cubicBezTo>
                    <a:pt x="5009" y="2017"/>
                    <a:pt x="4883" y="1859"/>
                    <a:pt x="4789" y="1733"/>
                  </a:cubicBezTo>
                  <a:cubicBezTo>
                    <a:pt x="4663" y="1607"/>
                    <a:pt x="4537" y="1544"/>
                    <a:pt x="4379" y="1481"/>
                  </a:cubicBezTo>
                  <a:cubicBezTo>
                    <a:pt x="4411" y="662"/>
                    <a:pt x="3781" y="1"/>
                    <a:pt x="296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0" name="Google Shape;11940;p139"/>
            <p:cNvSpPr/>
            <p:nvPr/>
          </p:nvSpPr>
          <p:spPr>
            <a:xfrm>
              <a:off x="-20388175" y="2789350"/>
              <a:ext cx="144150" cy="106350"/>
            </a:xfrm>
            <a:custGeom>
              <a:rect b="b" l="l" r="r" t="t"/>
              <a:pathLst>
                <a:path extrusionOk="0" h="4254" w="5766">
                  <a:moveTo>
                    <a:pt x="3938" y="662"/>
                  </a:moveTo>
                  <a:cubicBezTo>
                    <a:pt x="4537" y="662"/>
                    <a:pt x="5009" y="1135"/>
                    <a:pt x="5009" y="1734"/>
                  </a:cubicBezTo>
                  <a:cubicBezTo>
                    <a:pt x="5009" y="2238"/>
                    <a:pt x="4694" y="2647"/>
                    <a:pt x="4222" y="2742"/>
                  </a:cubicBezTo>
                  <a:cubicBezTo>
                    <a:pt x="4190" y="2647"/>
                    <a:pt x="4096" y="2490"/>
                    <a:pt x="4001" y="2395"/>
                  </a:cubicBezTo>
                  <a:cubicBezTo>
                    <a:pt x="3875" y="2269"/>
                    <a:pt x="3749" y="2206"/>
                    <a:pt x="3592" y="2175"/>
                  </a:cubicBezTo>
                  <a:lnTo>
                    <a:pt x="3592" y="2080"/>
                  </a:lnTo>
                  <a:cubicBezTo>
                    <a:pt x="3592" y="1639"/>
                    <a:pt x="3403" y="1293"/>
                    <a:pt x="3119" y="1009"/>
                  </a:cubicBezTo>
                  <a:cubicBezTo>
                    <a:pt x="3371" y="820"/>
                    <a:pt x="3623" y="662"/>
                    <a:pt x="3938" y="662"/>
                  </a:cubicBezTo>
                  <a:close/>
                  <a:moveTo>
                    <a:pt x="2174" y="1387"/>
                  </a:moveTo>
                  <a:cubicBezTo>
                    <a:pt x="2584" y="1387"/>
                    <a:pt x="2899" y="1702"/>
                    <a:pt x="2899" y="2080"/>
                  </a:cubicBezTo>
                  <a:lnTo>
                    <a:pt x="2899" y="2175"/>
                  </a:lnTo>
                  <a:cubicBezTo>
                    <a:pt x="2741" y="2206"/>
                    <a:pt x="2615" y="2269"/>
                    <a:pt x="2489" y="2395"/>
                  </a:cubicBezTo>
                  <a:cubicBezTo>
                    <a:pt x="2331" y="2553"/>
                    <a:pt x="2331" y="2742"/>
                    <a:pt x="2489" y="2899"/>
                  </a:cubicBezTo>
                  <a:cubicBezTo>
                    <a:pt x="2568" y="2978"/>
                    <a:pt x="2662" y="3017"/>
                    <a:pt x="2757" y="3017"/>
                  </a:cubicBezTo>
                  <a:cubicBezTo>
                    <a:pt x="2851" y="3017"/>
                    <a:pt x="2946" y="2978"/>
                    <a:pt x="3025" y="2899"/>
                  </a:cubicBezTo>
                  <a:cubicBezTo>
                    <a:pt x="3056" y="2868"/>
                    <a:pt x="3119" y="2836"/>
                    <a:pt x="3182" y="2836"/>
                  </a:cubicBezTo>
                  <a:lnTo>
                    <a:pt x="3277" y="2836"/>
                  </a:lnTo>
                  <a:cubicBezTo>
                    <a:pt x="3371" y="2836"/>
                    <a:pt x="3434" y="2868"/>
                    <a:pt x="3529" y="2962"/>
                  </a:cubicBezTo>
                  <a:cubicBezTo>
                    <a:pt x="3749" y="3183"/>
                    <a:pt x="3592" y="3529"/>
                    <a:pt x="3277" y="3529"/>
                  </a:cubicBezTo>
                  <a:lnTo>
                    <a:pt x="1166" y="3529"/>
                  </a:lnTo>
                  <a:cubicBezTo>
                    <a:pt x="977" y="3529"/>
                    <a:pt x="756" y="3340"/>
                    <a:pt x="819" y="3151"/>
                  </a:cubicBezTo>
                  <a:lnTo>
                    <a:pt x="819" y="3120"/>
                  </a:lnTo>
                  <a:cubicBezTo>
                    <a:pt x="851" y="2962"/>
                    <a:pt x="977" y="2836"/>
                    <a:pt x="1134" y="2805"/>
                  </a:cubicBezTo>
                  <a:lnTo>
                    <a:pt x="1229" y="2805"/>
                  </a:lnTo>
                  <a:cubicBezTo>
                    <a:pt x="1323" y="2805"/>
                    <a:pt x="1355" y="2836"/>
                    <a:pt x="1386" y="2868"/>
                  </a:cubicBezTo>
                  <a:cubicBezTo>
                    <a:pt x="1465" y="2947"/>
                    <a:pt x="1560" y="2986"/>
                    <a:pt x="1654" y="2986"/>
                  </a:cubicBezTo>
                  <a:cubicBezTo>
                    <a:pt x="1749" y="2986"/>
                    <a:pt x="1843" y="2947"/>
                    <a:pt x="1922" y="2868"/>
                  </a:cubicBezTo>
                  <a:cubicBezTo>
                    <a:pt x="2079" y="2710"/>
                    <a:pt x="2079" y="2521"/>
                    <a:pt x="1922" y="2364"/>
                  </a:cubicBezTo>
                  <a:cubicBezTo>
                    <a:pt x="1796" y="2238"/>
                    <a:pt x="1670" y="2175"/>
                    <a:pt x="1512" y="2112"/>
                  </a:cubicBezTo>
                  <a:cubicBezTo>
                    <a:pt x="1418" y="1734"/>
                    <a:pt x="1733" y="1387"/>
                    <a:pt x="2174" y="1387"/>
                  </a:cubicBezTo>
                  <a:close/>
                  <a:moveTo>
                    <a:pt x="4001" y="1"/>
                  </a:moveTo>
                  <a:cubicBezTo>
                    <a:pt x="3403" y="1"/>
                    <a:pt x="2836" y="284"/>
                    <a:pt x="2520" y="757"/>
                  </a:cubicBezTo>
                  <a:cubicBezTo>
                    <a:pt x="2426" y="694"/>
                    <a:pt x="2331" y="694"/>
                    <a:pt x="2205" y="694"/>
                  </a:cubicBezTo>
                  <a:cubicBezTo>
                    <a:pt x="1386" y="694"/>
                    <a:pt x="756" y="1387"/>
                    <a:pt x="788" y="2206"/>
                  </a:cubicBezTo>
                  <a:cubicBezTo>
                    <a:pt x="378" y="2269"/>
                    <a:pt x="63" y="2679"/>
                    <a:pt x="63" y="3120"/>
                  </a:cubicBezTo>
                  <a:cubicBezTo>
                    <a:pt x="0" y="3687"/>
                    <a:pt x="473" y="4222"/>
                    <a:pt x="1071" y="4254"/>
                  </a:cubicBezTo>
                  <a:lnTo>
                    <a:pt x="3434" y="4254"/>
                  </a:lnTo>
                  <a:cubicBezTo>
                    <a:pt x="3844" y="4159"/>
                    <a:pt x="4159" y="3907"/>
                    <a:pt x="4253" y="3529"/>
                  </a:cubicBezTo>
                  <a:cubicBezTo>
                    <a:pt x="5104" y="3372"/>
                    <a:pt x="5766" y="2679"/>
                    <a:pt x="5766" y="1765"/>
                  </a:cubicBezTo>
                  <a:cubicBezTo>
                    <a:pt x="5766" y="788"/>
                    <a:pt x="4978" y="1"/>
                    <a:pt x="400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41" name="Google Shape;11941;p139"/>
          <p:cNvGrpSpPr/>
          <p:nvPr/>
        </p:nvGrpSpPr>
        <p:grpSpPr>
          <a:xfrm>
            <a:off x="4932894" y="1688158"/>
            <a:ext cx="473920" cy="474192"/>
            <a:chOff x="-18666450" y="2059825"/>
            <a:chExt cx="304850" cy="305025"/>
          </a:xfrm>
        </p:grpSpPr>
        <p:sp>
          <p:nvSpPr>
            <p:cNvPr id="11942" name="Google Shape;11942;p139"/>
            <p:cNvSpPr/>
            <p:nvPr/>
          </p:nvSpPr>
          <p:spPr>
            <a:xfrm>
              <a:off x="-18471100" y="2202575"/>
              <a:ext cx="18125" cy="70925"/>
            </a:xfrm>
            <a:custGeom>
              <a:rect b="b" l="l" r="r" t="t"/>
              <a:pathLst>
                <a:path extrusionOk="0" h="2837" w="725">
                  <a:moveTo>
                    <a:pt x="347" y="1"/>
                  </a:moveTo>
                  <a:cubicBezTo>
                    <a:pt x="158" y="1"/>
                    <a:pt x="0" y="158"/>
                    <a:pt x="0" y="347"/>
                  </a:cubicBezTo>
                  <a:lnTo>
                    <a:pt x="0" y="2490"/>
                  </a:lnTo>
                  <a:cubicBezTo>
                    <a:pt x="0" y="2679"/>
                    <a:pt x="158" y="2836"/>
                    <a:pt x="347" y="2836"/>
                  </a:cubicBezTo>
                  <a:cubicBezTo>
                    <a:pt x="567" y="2836"/>
                    <a:pt x="725" y="2679"/>
                    <a:pt x="725" y="2490"/>
                  </a:cubicBezTo>
                  <a:lnTo>
                    <a:pt x="725" y="347"/>
                  </a:lnTo>
                  <a:cubicBezTo>
                    <a:pt x="725" y="190"/>
                    <a:pt x="567"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3" name="Google Shape;11943;p139"/>
            <p:cNvSpPr/>
            <p:nvPr/>
          </p:nvSpPr>
          <p:spPr>
            <a:xfrm>
              <a:off x="-18666450" y="2059825"/>
              <a:ext cx="304850" cy="305025"/>
            </a:xfrm>
            <a:custGeom>
              <a:rect b="b" l="l" r="r" t="t"/>
              <a:pathLst>
                <a:path extrusionOk="0" h="12201" w="12194">
                  <a:moveTo>
                    <a:pt x="8539" y="859"/>
                  </a:moveTo>
                  <a:cubicBezTo>
                    <a:pt x="8728" y="1017"/>
                    <a:pt x="8948" y="1300"/>
                    <a:pt x="9106" y="1647"/>
                  </a:cubicBezTo>
                  <a:cubicBezTo>
                    <a:pt x="8759" y="2088"/>
                    <a:pt x="8539" y="2623"/>
                    <a:pt x="8539" y="3253"/>
                  </a:cubicBezTo>
                  <a:lnTo>
                    <a:pt x="8539" y="3505"/>
                  </a:lnTo>
                  <a:cubicBezTo>
                    <a:pt x="8255" y="3222"/>
                    <a:pt x="7814" y="2749"/>
                    <a:pt x="7814" y="2214"/>
                  </a:cubicBezTo>
                  <a:cubicBezTo>
                    <a:pt x="7814" y="1615"/>
                    <a:pt x="8255" y="1111"/>
                    <a:pt x="8539" y="859"/>
                  </a:cubicBezTo>
                  <a:close/>
                  <a:moveTo>
                    <a:pt x="2080" y="2151"/>
                  </a:moveTo>
                  <a:lnTo>
                    <a:pt x="2080" y="2529"/>
                  </a:lnTo>
                  <a:cubicBezTo>
                    <a:pt x="2080" y="3096"/>
                    <a:pt x="1608" y="3568"/>
                    <a:pt x="1009" y="3568"/>
                  </a:cubicBezTo>
                  <a:lnTo>
                    <a:pt x="663" y="3568"/>
                  </a:lnTo>
                  <a:lnTo>
                    <a:pt x="663" y="3222"/>
                  </a:lnTo>
                  <a:cubicBezTo>
                    <a:pt x="663" y="2623"/>
                    <a:pt x="1135" y="2151"/>
                    <a:pt x="1702" y="2151"/>
                  </a:cubicBezTo>
                  <a:close/>
                  <a:moveTo>
                    <a:pt x="11374" y="1458"/>
                  </a:moveTo>
                  <a:lnTo>
                    <a:pt x="11374" y="1804"/>
                  </a:lnTo>
                  <a:cubicBezTo>
                    <a:pt x="11374" y="2749"/>
                    <a:pt x="10650" y="3505"/>
                    <a:pt x="9736" y="3568"/>
                  </a:cubicBezTo>
                  <a:lnTo>
                    <a:pt x="10587" y="2749"/>
                  </a:lnTo>
                  <a:cubicBezTo>
                    <a:pt x="10744" y="2592"/>
                    <a:pt x="10744" y="2403"/>
                    <a:pt x="10587" y="2245"/>
                  </a:cubicBezTo>
                  <a:cubicBezTo>
                    <a:pt x="10508" y="2166"/>
                    <a:pt x="10413" y="2127"/>
                    <a:pt x="10319" y="2127"/>
                  </a:cubicBezTo>
                  <a:cubicBezTo>
                    <a:pt x="10224" y="2127"/>
                    <a:pt x="10130" y="2166"/>
                    <a:pt x="10051" y="2245"/>
                  </a:cubicBezTo>
                  <a:lnTo>
                    <a:pt x="9232" y="3064"/>
                  </a:lnTo>
                  <a:cubicBezTo>
                    <a:pt x="9326" y="2151"/>
                    <a:pt x="10051" y="1458"/>
                    <a:pt x="11028" y="1458"/>
                  </a:cubicBezTo>
                  <a:close/>
                  <a:moveTo>
                    <a:pt x="663" y="4356"/>
                  </a:moveTo>
                  <a:cubicBezTo>
                    <a:pt x="1072" y="4514"/>
                    <a:pt x="1356" y="4923"/>
                    <a:pt x="1356" y="5396"/>
                  </a:cubicBezTo>
                  <a:lnTo>
                    <a:pt x="1356" y="6089"/>
                  </a:lnTo>
                  <a:cubicBezTo>
                    <a:pt x="1356" y="7097"/>
                    <a:pt x="2143" y="7885"/>
                    <a:pt x="3120" y="7885"/>
                  </a:cubicBezTo>
                  <a:lnTo>
                    <a:pt x="4191" y="7885"/>
                  </a:lnTo>
                  <a:cubicBezTo>
                    <a:pt x="4601" y="7885"/>
                    <a:pt x="4916" y="8200"/>
                    <a:pt x="4916" y="8578"/>
                  </a:cubicBezTo>
                  <a:cubicBezTo>
                    <a:pt x="4916" y="8987"/>
                    <a:pt x="4601" y="9302"/>
                    <a:pt x="4191" y="9302"/>
                  </a:cubicBezTo>
                  <a:lnTo>
                    <a:pt x="3845" y="9302"/>
                  </a:lnTo>
                  <a:cubicBezTo>
                    <a:pt x="2080" y="9302"/>
                    <a:pt x="663" y="7822"/>
                    <a:pt x="663" y="6089"/>
                  </a:cubicBezTo>
                  <a:lnTo>
                    <a:pt x="663" y="4356"/>
                  </a:lnTo>
                  <a:close/>
                  <a:moveTo>
                    <a:pt x="9169" y="4293"/>
                  </a:moveTo>
                  <a:lnTo>
                    <a:pt x="9169" y="6057"/>
                  </a:lnTo>
                  <a:cubicBezTo>
                    <a:pt x="9169" y="6273"/>
                    <a:pt x="9334" y="6416"/>
                    <a:pt x="9510" y="6416"/>
                  </a:cubicBezTo>
                  <a:cubicBezTo>
                    <a:pt x="9564" y="6416"/>
                    <a:pt x="9620" y="6402"/>
                    <a:pt x="9673" y="6372"/>
                  </a:cubicBezTo>
                  <a:lnTo>
                    <a:pt x="10587" y="5900"/>
                  </a:lnTo>
                  <a:lnTo>
                    <a:pt x="10587" y="6656"/>
                  </a:lnTo>
                  <a:lnTo>
                    <a:pt x="10650" y="6656"/>
                  </a:lnTo>
                  <a:lnTo>
                    <a:pt x="9358" y="7948"/>
                  </a:lnTo>
                  <a:cubicBezTo>
                    <a:pt x="9263" y="8042"/>
                    <a:pt x="9232" y="8137"/>
                    <a:pt x="9232" y="8231"/>
                  </a:cubicBezTo>
                  <a:cubicBezTo>
                    <a:pt x="9358" y="9460"/>
                    <a:pt x="9862" y="10626"/>
                    <a:pt x="10744" y="11445"/>
                  </a:cubicBezTo>
                  <a:lnTo>
                    <a:pt x="7783" y="11445"/>
                  </a:lnTo>
                  <a:lnTo>
                    <a:pt x="7783" y="9649"/>
                  </a:lnTo>
                  <a:cubicBezTo>
                    <a:pt x="7783" y="9460"/>
                    <a:pt x="7625" y="9302"/>
                    <a:pt x="7436" y="9302"/>
                  </a:cubicBezTo>
                  <a:cubicBezTo>
                    <a:pt x="7216" y="9302"/>
                    <a:pt x="7058" y="9460"/>
                    <a:pt x="7058" y="9649"/>
                  </a:cubicBezTo>
                  <a:lnTo>
                    <a:pt x="7058" y="11445"/>
                  </a:lnTo>
                  <a:lnTo>
                    <a:pt x="4853" y="11445"/>
                  </a:lnTo>
                  <a:lnTo>
                    <a:pt x="4853" y="11098"/>
                  </a:lnTo>
                  <a:cubicBezTo>
                    <a:pt x="4853" y="10909"/>
                    <a:pt x="4695" y="10752"/>
                    <a:pt x="4506" y="10752"/>
                  </a:cubicBezTo>
                  <a:cubicBezTo>
                    <a:pt x="4317" y="10752"/>
                    <a:pt x="4160" y="10909"/>
                    <a:pt x="4160" y="11098"/>
                  </a:cubicBezTo>
                  <a:lnTo>
                    <a:pt x="4160" y="11445"/>
                  </a:lnTo>
                  <a:lnTo>
                    <a:pt x="1923" y="11445"/>
                  </a:lnTo>
                  <a:cubicBezTo>
                    <a:pt x="2332" y="11035"/>
                    <a:pt x="2710" y="10468"/>
                    <a:pt x="2962" y="9869"/>
                  </a:cubicBezTo>
                  <a:cubicBezTo>
                    <a:pt x="3246" y="9901"/>
                    <a:pt x="3530" y="9964"/>
                    <a:pt x="3813" y="9964"/>
                  </a:cubicBezTo>
                  <a:lnTo>
                    <a:pt x="4160" y="9964"/>
                  </a:lnTo>
                  <a:cubicBezTo>
                    <a:pt x="4947" y="9964"/>
                    <a:pt x="5577" y="9334"/>
                    <a:pt x="5577" y="8546"/>
                  </a:cubicBezTo>
                  <a:cubicBezTo>
                    <a:pt x="5577" y="7759"/>
                    <a:pt x="4947" y="7128"/>
                    <a:pt x="4160" y="7128"/>
                  </a:cubicBezTo>
                  <a:lnTo>
                    <a:pt x="3435" y="7128"/>
                  </a:lnTo>
                  <a:lnTo>
                    <a:pt x="3435" y="4293"/>
                  </a:lnTo>
                  <a:lnTo>
                    <a:pt x="4160" y="4293"/>
                  </a:lnTo>
                  <a:lnTo>
                    <a:pt x="4160" y="5364"/>
                  </a:lnTo>
                  <a:cubicBezTo>
                    <a:pt x="4160" y="5553"/>
                    <a:pt x="4317" y="5711"/>
                    <a:pt x="4506" y="5711"/>
                  </a:cubicBezTo>
                  <a:cubicBezTo>
                    <a:pt x="4695" y="5711"/>
                    <a:pt x="4853" y="5553"/>
                    <a:pt x="4853" y="5364"/>
                  </a:cubicBezTo>
                  <a:lnTo>
                    <a:pt x="4853" y="4293"/>
                  </a:lnTo>
                  <a:lnTo>
                    <a:pt x="6333" y="4293"/>
                  </a:lnTo>
                  <a:lnTo>
                    <a:pt x="6333" y="6782"/>
                  </a:lnTo>
                  <a:cubicBezTo>
                    <a:pt x="6333" y="6971"/>
                    <a:pt x="6491" y="7128"/>
                    <a:pt x="6680" y="7128"/>
                  </a:cubicBezTo>
                  <a:cubicBezTo>
                    <a:pt x="6869" y="7128"/>
                    <a:pt x="7027" y="6971"/>
                    <a:pt x="7027" y="6782"/>
                  </a:cubicBezTo>
                  <a:lnTo>
                    <a:pt x="7027" y="4293"/>
                  </a:lnTo>
                  <a:close/>
                  <a:moveTo>
                    <a:pt x="8539" y="1"/>
                  </a:moveTo>
                  <a:cubicBezTo>
                    <a:pt x="8460" y="1"/>
                    <a:pt x="8381" y="24"/>
                    <a:pt x="8318" y="71"/>
                  </a:cubicBezTo>
                  <a:cubicBezTo>
                    <a:pt x="8287" y="103"/>
                    <a:pt x="7121" y="985"/>
                    <a:pt x="7121" y="2151"/>
                  </a:cubicBezTo>
                  <a:cubicBezTo>
                    <a:pt x="7121" y="2718"/>
                    <a:pt x="7373" y="3222"/>
                    <a:pt x="7657" y="3568"/>
                  </a:cubicBezTo>
                  <a:lnTo>
                    <a:pt x="3151" y="3568"/>
                  </a:lnTo>
                  <a:cubicBezTo>
                    <a:pt x="2931" y="3568"/>
                    <a:pt x="2773" y="3726"/>
                    <a:pt x="2773" y="3946"/>
                  </a:cubicBezTo>
                  <a:lnTo>
                    <a:pt x="2773" y="7097"/>
                  </a:lnTo>
                  <a:cubicBezTo>
                    <a:pt x="2364" y="6939"/>
                    <a:pt x="2080" y="6530"/>
                    <a:pt x="2080" y="6057"/>
                  </a:cubicBezTo>
                  <a:lnTo>
                    <a:pt x="2080" y="5364"/>
                  </a:lnTo>
                  <a:cubicBezTo>
                    <a:pt x="2080" y="4892"/>
                    <a:pt x="1923" y="4482"/>
                    <a:pt x="1639" y="4167"/>
                  </a:cubicBezTo>
                  <a:cubicBezTo>
                    <a:pt x="2301" y="3946"/>
                    <a:pt x="2836" y="3253"/>
                    <a:pt x="2836" y="2529"/>
                  </a:cubicBezTo>
                  <a:lnTo>
                    <a:pt x="2836" y="1804"/>
                  </a:lnTo>
                  <a:cubicBezTo>
                    <a:pt x="2836" y="1615"/>
                    <a:pt x="2647" y="1458"/>
                    <a:pt x="2458" y="1458"/>
                  </a:cubicBezTo>
                  <a:lnTo>
                    <a:pt x="1765" y="1458"/>
                  </a:lnTo>
                  <a:cubicBezTo>
                    <a:pt x="789" y="1458"/>
                    <a:pt x="1" y="2245"/>
                    <a:pt x="1" y="3222"/>
                  </a:cubicBezTo>
                  <a:lnTo>
                    <a:pt x="1" y="3946"/>
                  </a:lnTo>
                  <a:lnTo>
                    <a:pt x="1" y="6057"/>
                  </a:lnTo>
                  <a:cubicBezTo>
                    <a:pt x="1" y="7664"/>
                    <a:pt x="978" y="9082"/>
                    <a:pt x="2395" y="9680"/>
                  </a:cubicBezTo>
                  <a:cubicBezTo>
                    <a:pt x="2017" y="10436"/>
                    <a:pt x="1482" y="11067"/>
                    <a:pt x="852" y="11539"/>
                  </a:cubicBezTo>
                  <a:cubicBezTo>
                    <a:pt x="568" y="11728"/>
                    <a:pt x="694" y="12201"/>
                    <a:pt x="1041" y="12201"/>
                  </a:cubicBezTo>
                  <a:lnTo>
                    <a:pt x="11784" y="12201"/>
                  </a:lnTo>
                  <a:cubicBezTo>
                    <a:pt x="11941" y="12201"/>
                    <a:pt x="12099" y="12075"/>
                    <a:pt x="12162" y="11949"/>
                  </a:cubicBezTo>
                  <a:cubicBezTo>
                    <a:pt x="12193" y="11791"/>
                    <a:pt x="12162" y="11634"/>
                    <a:pt x="12004" y="11571"/>
                  </a:cubicBezTo>
                  <a:cubicBezTo>
                    <a:pt x="10933" y="10846"/>
                    <a:pt x="10209" y="9680"/>
                    <a:pt x="10051" y="8389"/>
                  </a:cubicBezTo>
                  <a:lnTo>
                    <a:pt x="11374" y="7065"/>
                  </a:lnTo>
                  <a:cubicBezTo>
                    <a:pt x="11437" y="7002"/>
                    <a:pt x="11469" y="6908"/>
                    <a:pt x="11469" y="6845"/>
                  </a:cubicBezTo>
                  <a:lnTo>
                    <a:pt x="11469" y="5427"/>
                  </a:lnTo>
                  <a:cubicBezTo>
                    <a:pt x="11469" y="5301"/>
                    <a:pt x="11406" y="5175"/>
                    <a:pt x="11311" y="5112"/>
                  </a:cubicBezTo>
                  <a:cubicBezTo>
                    <a:pt x="11264" y="5065"/>
                    <a:pt x="11209" y="5041"/>
                    <a:pt x="11150" y="5041"/>
                  </a:cubicBezTo>
                  <a:cubicBezTo>
                    <a:pt x="11091" y="5041"/>
                    <a:pt x="11028" y="5065"/>
                    <a:pt x="10965" y="5112"/>
                  </a:cubicBezTo>
                  <a:lnTo>
                    <a:pt x="10051" y="5585"/>
                  </a:lnTo>
                  <a:lnTo>
                    <a:pt x="10051" y="4356"/>
                  </a:lnTo>
                  <a:cubicBezTo>
                    <a:pt x="11154" y="4104"/>
                    <a:pt x="12099" y="3064"/>
                    <a:pt x="12099" y="1804"/>
                  </a:cubicBezTo>
                  <a:lnTo>
                    <a:pt x="12099" y="1111"/>
                  </a:lnTo>
                  <a:cubicBezTo>
                    <a:pt x="12099" y="891"/>
                    <a:pt x="11941" y="733"/>
                    <a:pt x="11752" y="733"/>
                  </a:cubicBezTo>
                  <a:lnTo>
                    <a:pt x="11059" y="733"/>
                  </a:lnTo>
                  <a:cubicBezTo>
                    <a:pt x="10524" y="733"/>
                    <a:pt x="10051" y="891"/>
                    <a:pt x="9673" y="1143"/>
                  </a:cubicBezTo>
                  <a:cubicBezTo>
                    <a:pt x="9326" y="512"/>
                    <a:pt x="8759" y="103"/>
                    <a:pt x="8759" y="71"/>
                  </a:cubicBezTo>
                  <a:cubicBezTo>
                    <a:pt x="8696" y="24"/>
                    <a:pt x="8618" y="1"/>
                    <a:pt x="853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44" name="Google Shape;11944;p139"/>
          <p:cNvGrpSpPr/>
          <p:nvPr/>
        </p:nvGrpSpPr>
        <p:grpSpPr>
          <a:xfrm>
            <a:off x="4932292" y="2275584"/>
            <a:ext cx="475125" cy="471432"/>
            <a:chOff x="-18668025" y="2435725"/>
            <a:chExt cx="305625" cy="303250"/>
          </a:xfrm>
        </p:grpSpPr>
        <p:sp>
          <p:nvSpPr>
            <p:cNvPr id="11945" name="Google Shape;11945;p139"/>
            <p:cNvSpPr/>
            <p:nvPr/>
          </p:nvSpPr>
          <p:spPr>
            <a:xfrm>
              <a:off x="-18668025" y="2435725"/>
              <a:ext cx="305625" cy="303250"/>
            </a:xfrm>
            <a:custGeom>
              <a:rect b="b" l="l" r="r" t="t"/>
              <a:pathLst>
                <a:path extrusionOk="0" h="12130" w="12225">
                  <a:moveTo>
                    <a:pt x="2143" y="662"/>
                  </a:moveTo>
                  <a:cubicBezTo>
                    <a:pt x="2395" y="662"/>
                    <a:pt x="2679" y="756"/>
                    <a:pt x="2931" y="914"/>
                  </a:cubicBezTo>
                  <a:cubicBezTo>
                    <a:pt x="2679" y="977"/>
                    <a:pt x="2490" y="1103"/>
                    <a:pt x="2301" y="1260"/>
                  </a:cubicBezTo>
                  <a:cubicBezTo>
                    <a:pt x="1734" y="1670"/>
                    <a:pt x="1419" y="2206"/>
                    <a:pt x="1419" y="2804"/>
                  </a:cubicBezTo>
                  <a:lnTo>
                    <a:pt x="1419" y="3308"/>
                  </a:lnTo>
                  <a:cubicBezTo>
                    <a:pt x="978" y="3088"/>
                    <a:pt x="726" y="2647"/>
                    <a:pt x="726" y="2079"/>
                  </a:cubicBezTo>
                  <a:cubicBezTo>
                    <a:pt x="726" y="1292"/>
                    <a:pt x="1356" y="662"/>
                    <a:pt x="2143" y="662"/>
                  </a:cubicBezTo>
                  <a:close/>
                  <a:moveTo>
                    <a:pt x="10020" y="662"/>
                  </a:moveTo>
                  <a:cubicBezTo>
                    <a:pt x="10807" y="662"/>
                    <a:pt x="11437" y="1292"/>
                    <a:pt x="11437" y="2079"/>
                  </a:cubicBezTo>
                  <a:cubicBezTo>
                    <a:pt x="11437" y="2647"/>
                    <a:pt x="11122" y="3119"/>
                    <a:pt x="10681" y="3340"/>
                  </a:cubicBezTo>
                  <a:lnTo>
                    <a:pt x="10681" y="2804"/>
                  </a:lnTo>
                  <a:cubicBezTo>
                    <a:pt x="10681" y="2206"/>
                    <a:pt x="10366" y="1638"/>
                    <a:pt x="9799" y="1260"/>
                  </a:cubicBezTo>
                  <a:cubicBezTo>
                    <a:pt x="9610" y="1134"/>
                    <a:pt x="9421" y="1008"/>
                    <a:pt x="9169" y="945"/>
                  </a:cubicBezTo>
                  <a:cubicBezTo>
                    <a:pt x="9452" y="756"/>
                    <a:pt x="9736" y="662"/>
                    <a:pt x="10020" y="662"/>
                  </a:cubicBezTo>
                  <a:close/>
                  <a:moveTo>
                    <a:pt x="7909" y="1355"/>
                  </a:moveTo>
                  <a:cubicBezTo>
                    <a:pt x="8476" y="1355"/>
                    <a:pt x="9011" y="1512"/>
                    <a:pt x="9484" y="1827"/>
                  </a:cubicBezTo>
                  <a:cubicBezTo>
                    <a:pt x="9893" y="2079"/>
                    <a:pt x="10083" y="2458"/>
                    <a:pt x="10083" y="2804"/>
                  </a:cubicBezTo>
                  <a:lnTo>
                    <a:pt x="10083" y="3434"/>
                  </a:lnTo>
                  <a:cubicBezTo>
                    <a:pt x="10083" y="5072"/>
                    <a:pt x="10587" y="6774"/>
                    <a:pt x="11500" y="8223"/>
                  </a:cubicBezTo>
                  <a:cubicBezTo>
                    <a:pt x="10555" y="10176"/>
                    <a:pt x="8633" y="11436"/>
                    <a:pt x="6491" y="11436"/>
                  </a:cubicBezTo>
                  <a:lnTo>
                    <a:pt x="5640" y="11436"/>
                  </a:lnTo>
                  <a:cubicBezTo>
                    <a:pt x="3561" y="11436"/>
                    <a:pt x="1576" y="10176"/>
                    <a:pt x="757" y="8223"/>
                  </a:cubicBezTo>
                  <a:cubicBezTo>
                    <a:pt x="1671" y="6805"/>
                    <a:pt x="2143" y="5135"/>
                    <a:pt x="2143" y="3434"/>
                  </a:cubicBezTo>
                  <a:lnTo>
                    <a:pt x="2143" y="2804"/>
                  </a:lnTo>
                  <a:cubicBezTo>
                    <a:pt x="2143" y="2458"/>
                    <a:pt x="2332" y="2079"/>
                    <a:pt x="2710" y="1827"/>
                  </a:cubicBezTo>
                  <a:cubicBezTo>
                    <a:pt x="3120" y="1544"/>
                    <a:pt x="3719" y="1355"/>
                    <a:pt x="4286" y="1355"/>
                  </a:cubicBezTo>
                  <a:cubicBezTo>
                    <a:pt x="4884" y="1355"/>
                    <a:pt x="5483" y="1512"/>
                    <a:pt x="5924" y="1827"/>
                  </a:cubicBezTo>
                  <a:cubicBezTo>
                    <a:pt x="5971" y="1859"/>
                    <a:pt x="6034" y="1875"/>
                    <a:pt x="6105" y="1875"/>
                  </a:cubicBezTo>
                  <a:cubicBezTo>
                    <a:pt x="6176" y="1875"/>
                    <a:pt x="6255" y="1859"/>
                    <a:pt x="6333" y="1827"/>
                  </a:cubicBezTo>
                  <a:cubicBezTo>
                    <a:pt x="6743" y="1512"/>
                    <a:pt x="7342" y="1355"/>
                    <a:pt x="7909" y="1355"/>
                  </a:cubicBezTo>
                  <a:close/>
                  <a:moveTo>
                    <a:pt x="2143" y="0"/>
                  </a:moveTo>
                  <a:cubicBezTo>
                    <a:pt x="946" y="0"/>
                    <a:pt x="1" y="945"/>
                    <a:pt x="1" y="2143"/>
                  </a:cubicBezTo>
                  <a:cubicBezTo>
                    <a:pt x="1" y="3025"/>
                    <a:pt x="568" y="3812"/>
                    <a:pt x="1419" y="4127"/>
                  </a:cubicBezTo>
                  <a:cubicBezTo>
                    <a:pt x="1293" y="5514"/>
                    <a:pt x="820" y="6900"/>
                    <a:pt x="95" y="8034"/>
                  </a:cubicBezTo>
                  <a:cubicBezTo>
                    <a:pt x="1" y="8128"/>
                    <a:pt x="1" y="8286"/>
                    <a:pt x="32" y="8349"/>
                  </a:cubicBezTo>
                  <a:cubicBezTo>
                    <a:pt x="474" y="9483"/>
                    <a:pt x="1261" y="10428"/>
                    <a:pt x="2301" y="11121"/>
                  </a:cubicBezTo>
                  <a:cubicBezTo>
                    <a:pt x="3309" y="11783"/>
                    <a:pt x="4443" y="12130"/>
                    <a:pt x="5672" y="12130"/>
                  </a:cubicBezTo>
                  <a:lnTo>
                    <a:pt x="6554" y="12130"/>
                  </a:lnTo>
                  <a:cubicBezTo>
                    <a:pt x="7751" y="12130"/>
                    <a:pt x="8948" y="11783"/>
                    <a:pt x="9925" y="11121"/>
                  </a:cubicBezTo>
                  <a:cubicBezTo>
                    <a:pt x="10965" y="10428"/>
                    <a:pt x="11689" y="9483"/>
                    <a:pt x="12162" y="8349"/>
                  </a:cubicBezTo>
                  <a:cubicBezTo>
                    <a:pt x="12225" y="8223"/>
                    <a:pt x="12225" y="8128"/>
                    <a:pt x="12130" y="8034"/>
                  </a:cubicBezTo>
                  <a:cubicBezTo>
                    <a:pt x="11311" y="6868"/>
                    <a:pt x="10839" y="5514"/>
                    <a:pt x="10713" y="4127"/>
                  </a:cubicBezTo>
                  <a:cubicBezTo>
                    <a:pt x="11532" y="3812"/>
                    <a:pt x="12130" y="3025"/>
                    <a:pt x="12130" y="2143"/>
                  </a:cubicBezTo>
                  <a:cubicBezTo>
                    <a:pt x="12130" y="945"/>
                    <a:pt x="11185" y="0"/>
                    <a:pt x="10020" y="0"/>
                  </a:cubicBezTo>
                  <a:cubicBezTo>
                    <a:pt x="9389" y="0"/>
                    <a:pt x="8791" y="284"/>
                    <a:pt x="8381" y="756"/>
                  </a:cubicBezTo>
                  <a:cubicBezTo>
                    <a:pt x="8224" y="725"/>
                    <a:pt x="8035" y="725"/>
                    <a:pt x="7846" y="725"/>
                  </a:cubicBezTo>
                  <a:cubicBezTo>
                    <a:pt x="7184" y="725"/>
                    <a:pt x="6554" y="882"/>
                    <a:pt x="6081" y="1197"/>
                  </a:cubicBezTo>
                  <a:cubicBezTo>
                    <a:pt x="5546" y="851"/>
                    <a:pt x="4916" y="725"/>
                    <a:pt x="4254" y="725"/>
                  </a:cubicBezTo>
                  <a:cubicBezTo>
                    <a:pt x="4097" y="725"/>
                    <a:pt x="3908" y="725"/>
                    <a:pt x="3750" y="756"/>
                  </a:cubicBezTo>
                  <a:cubicBezTo>
                    <a:pt x="3340" y="284"/>
                    <a:pt x="2773" y="0"/>
                    <a:pt x="21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6" name="Google Shape;11946;p139"/>
            <p:cNvSpPr/>
            <p:nvPr/>
          </p:nvSpPr>
          <p:spPr>
            <a:xfrm>
              <a:off x="-18596350" y="2524725"/>
              <a:ext cx="160700" cy="178800"/>
            </a:xfrm>
            <a:custGeom>
              <a:rect b="b" l="l" r="r" t="t"/>
              <a:pathLst>
                <a:path extrusionOk="0" h="7152" w="6428">
                  <a:moveTo>
                    <a:pt x="1072" y="693"/>
                  </a:moveTo>
                  <a:cubicBezTo>
                    <a:pt x="1261" y="693"/>
                    <a:pt x="1419" y="851"/>
                    <a:pt x="1419" y="1040"/>
                  </a:cubicBezTo>
                  <a:cubicBezTo>
                    <a:pt x="1419" y="1260"/>
                    <a:pt x="1261" y="1418"/>
                    <a:pt x="1072" y="1418"/>
                  </a:cubicBezTo>
                  <a:cubicBezTo>
                    <a:pt x="883" y="1418"/>
                    <a:pt x="726" y="1260"/>
                    <a:pt x="726" y="1040"/>
                  </a:cubicBezTo>
                  <a:cubicBezTo>
                    <a:pt x="726" y="851"/>
                    <a:pt x="883" y="693"/>
                    <a:pt x="1072" y="693"/>
                  </a:cubicBezTo>
                  <a:close/>
                  <a:moveTo>
                    <a:pt x="5325" y="693"/>
                  </a:moveTo>
                  <a:cubicBezTo>
                    <a:pt x="5514" y="693"/>
                    <a:pt x="5672" y="851"/>
                    <a:pt x="5672" y="1040"/>
                  </a:cubicBezTo>
                  <a:cubicBezTo>
                    <a:pt x="5672" y="1260"/>
                    <a:pt x="5514" y="1418"/>
                    <a:pt x="5325" y="1418"/>
                  </a:cubicBezTo>
                  <a:cubicBezTo>
                    <a:pt x="5136" y="1418"/>
                    <a:pt x="4979" y="1260"/>
                    <a:pt x="4979" y="1040"/>
                  </a:cubicBezTo>
                  <a:cubicBezTo>
                    <a:pt x="4979" y="851"/>
                    <a:pt x="5136" y="693"/>
                    <a:pt x="5325" y="693"/>
                  </a:cubicBezTo>
                  <a:close/>
                  <a:moveTo>
                    <a:pt x="3214" y="3781"/>
                  </a:moveTo>
                  <a:cubicBezTo>
                    <a:pt x="3372" y="3781"/>
                    <a:pt x="3529" y="3875"/>
                    <a:pt x="3561" y="4001"/>
                  </a:cubicBezTo>
                  <a:lnTo>
                    <a:pt x="3214" y="4442"/>
                  </a:lnTo>
                  <a:lnTo>
                    <a:pt x="2836" y="4001"/>
                  </a:lnTo>
                  <a:cubicBezTo>
                    <a:pt x="2899" y="3844"/>
                    <a:pt x="3057" y="3781"/>
                    <a:pt x="3214" y="3781"/>
                  </a:cubicBezTo>
                  <a:close/>
                  <a:moveTo>
                    <a:pt x="3214" y="1449"/>
                  </a:moveTo>
                  <a:cubicBezTo>
                    <a:pt x="3876" y="1449"/>
                    <a:pt x="4475" y="1922"/>
                    <a:pt x="4632" y="2552"/>
                  </a:cubicBezTo>
                  <a:lnTo>
                    <a:pt x="5136" y="4631"/>
                  </a:lnTo>
                  <a:cubicBezTo>
                    <a:pt x="5357" y="5545"/>
                    <a:pt x="4664" y="6459"/>
                    <a:pt x="3718" y="6459"/>
                  </a:cubicBezTo>
                  <a:lnTo>
                    <a:pt x="3561" y="6459"/>
                  </a:lnTo>
                  <a:lnTo>
                    <a:pt x="3561" y="5136"/>
                  </a:lnTo>
                  <a:lnTo>
                    <a:pt x="4191" y="4348"/>
                  </a:lnTo>
                  <a:cubicBezTo>
                    <a:pt x="4223" y="4285"/>
                    <a:pt x="4254" y="4190"/>
                    <a:pt x="4254" y="4127"/>
                  </a:cubicBezTo>
                  <a:cubicBezTo>
                    <a:pt x="4254" y="3529"/>
                    <a:pt x="3781" y="3056"/>
                    <a:pt x="3214" y="3056"/>
                  </a:cubicBezTo>
                  <a:cubicBezTo>
                    <a:pt x="2616" y="3056"/>
                    <a:pt x="2143" y="3529"/>
                    <a:pt x="2143" y="4127"/>
                  </a:cubicBezTo>
                  <a:cubicBezTo>
                    <a:pt x="2143" y="4190"/>
                    <a:pt x="2175" y="4285"/>
                    <a:pt x="2206" y="4348"/>
                  </a:cubicBezTo>
                  <a:lnTo>
                    <a:pt x="2836" y="5136"/>
                  </a:lnTo>
                  <a:lnTo>
                    <a:pt x="2836" y="6459"/>
                  </a:lnTo>
                  <a:lnTo>
                    <a:pt x="2679" y="6459"/>
                  </a:lnTo>
                  <a:cubicBezTo>
                    <a:pt x="1734" y="6459"/>
                    <a:pt x="1041" y="5545"/>
                    <a:pt x="1261" y="4631"/>
                  </a:cubicBezTo>
                  <a:lnTo>
                    <a:pt x="1797" y="2552"/>
                  </a:lnTo>
                  <a:cubicBezTo>
                    <a:pt x="1954" y="1891"/>
                    <a:pt x="2521" y="1449"/>
                    <a:pt x="3214" y="1449"/>
                  </a:cubicBezTo>
                  <a:close/>
                  <a:moveTo>
                    <a:pt x="1072" y="0"/>
                  </a:moveTo>
                  <a:cubicBezTo>
                    <a:pt x="473" y="0"/>
                    <a:pt x="1" y="441"/>
                    <a:pt x="1" y="1040"/>
                  </a:cubicBezTo>
                  <a:cubicBezTo>
                    <a:pt x="1" y="1638"/>
                    <a:pt x="473" y="2111"/>
                    <a:pt x="1072" y="2111"/>
                  </a:cubicBezTo>
                  <a:lnTo>
                    <a:pt x="1167" y="2111"/>
                  </a:lnTo>
                  <a:cubicBezTo>
                    <a:pt x="1104" y="2174"/>
                    <a:pt x="1104" y="2269"/>
                    <a:pt x="1072" y="2332"/>
                  </a:cubicBezTo>
                  <a:lnTo>
                    <a:pt x="568" y="4442"/>
                  </a:lnTo>
                  <a:cubicBezTo>
                    <a:pt x="221" y="5797"/>
                    <a:pt x="1261" y="7152"/>
                    <a:pt x="2679" y="7152"/>
                  </a:cubicBezTo>
                  <a:lnTo>
                    <a:pt x="3718" y="7152"/>
                  </a:lnTo>
                  <a:cubicBezTo>
                    <a:pt x="5136" y="7152"/>
                    <a:pt x="6207" y="5797"/>
                    <a:pt x="5829" y="4442"/>
                  </a:cubicBezTo>
                  <a:lnTo>
                    <a:pt x="5325" y="2332"/>
                  </a:lnTo>
                  <a:cubicBezTo>
                    <a:pt x="5294" y="2269"/>
                    <a:pt x="5294" y="2174"/>
                    <a:pt x="5262" y="2111"/>
                  </a:cubicBezTo>
                  <a:lnTo>
                    <a:pt x="5325" y="2111"/>
                  </a:lnTo>
                  <a:cubicBezTo>
                    <a:pt x="5924" y="2111"/>
                    <a:pt x="6396" y="1638"/>
                    <a:pt x="6396" y="1040"/>
                  </a:cubicBezTo>
                  <a:cubicBezTo>
                    <a:pt x="6428" y="473"/>
                    <a:pt x="5924" y="0"/>
                    <a:pt x="5325" y="0"/>
                  </a:cubicBezTo>
                  <a:cubicBezTo>
                    <a:pt x="4790" y="0"/>
                    <a:pt x="4317" y="410"/>
                    <a:pt x="4254" y="977"/>
                  </a:cubicBezTo>
                  <a:cubicBezTo>
                    <a:pt x="3939" y="788"/>
                    <a:pt x="3592" y="693"/>
                    <a:pt x="3214" y="693"/>
                  </a:cubicBezTo>
                  <a:cubicBezTo>
                    <a:pt x="2805" y="693"/>
                    <a:pt x="2458" y="819"/>
                    <a:pt x="2143" y="977"/>
                  </a:cubicBezTo>
                  <a:cubicBezTo>
                    <a:pt x="2112" y="410"/>
                    <a:pt x="1639" y="0"/>
                    <a:pt x="10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47" name="Google Shape;11947;p139"/>
          <p:cNvGrpSpPr/>
          <p:nvPr/>
        </p:nvGrpSpPr>
        <p:grpSpPr>
          <a:xfrm>
            <a:off x="4931689" y="2850902"/>
            <a:ext cx="476329" cy="473881"/>
            <a:chOff x="-18668800" y="2807475"/>
            <a:chExt cx="306400" cy="304825"/>
          </a:xfrm>
        </p:grpSpPr>
        <p:sp>
          <p:nvSpPr>
            <p:cNvPr id="11948" name="Google Shape;11948;p139"/>
            <p:cNvSpPr/>
            <p:nvPr/>
          </p:nvSpPr>
          <p:spPr>
            <a:xfrm>
              <a:off x="-18632575" y="2951600"/>
              <a:ext cx="18150" cy="35475"/>
            </a:xfrm>
            <a:custGeom>
              <a:rect b="b" l="l" r="r" t="t"/>
              <a:pathLst>
                <a:path extrusionOk="0" h="1419" w="726">
                  <a:moveTo>
                    <a:pt x="347" y="1"/>
                  </a:moveTo>
                  <a:cubicBezTo>
                    <a:pt x="158" y="1"/>
                    <a:pt x="1" y="158"/>
                    <a:pt x="1" y="347"/>
                  </a:cubicBezTo>
                  <a:lnTo>
                    <a:pt x="1" y="1072"/>
                  </a:lnTo>
                  <a:cubicBezTo>
                    <a:pt x="1" y="1261"/>
                    <a:pt x="158" y="1419"/>
                    <a:pt x="347" y="1419"/>
                  </a:cubicBezTo>
                  <a:cubicBezTo>
                    <a:pt x="568" y="1419"/>
                    <a:pt x="725" y="1261"/>
                    <a:pt x="725" y="1072"/>
                  </a:cubicBezTo>
                  <a:lnTo>
                    <a:pt x="725" y="347"/>
                  </a:lnTo>
                  <a:cubicBezTo>
                    <a:pt x="725" y="158"/>
                    <a:pt x="568"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9" name="Google Shape;11949;p139"/>
            <p:cNvSpPr/>
            <p:nvPr/>
          </p:nvSpPr>
          <p:spPr>
            <a:xfrm>
              <a:off x="-18597125" y="2916175"/>
              <a:ext cx="18125" cy="35450"/>
            </a:xfrm>
            <a:custGeom>
              <a:rect b="b" l="l" r="r" t="t"/>
              <a:pathLst>
                <a:path extrusionOk="0" h="1418" w="725">
                  <a:moveTo>
                    <a:pt x="347" y="0"/>
                  </a:moveTo>
                  <a:cubicBezTo>
                    <a:pt x="158" y="0"/>
                    <a:pt x="0" y="158"/>
                    <a:pt x="0" y="347"/>
                  </a:cubicBezTo>
                  <a:lnTo>
                    <a:pt x="0" y="1071"/>
                  </a:lnTo>
                  <a:cubicBezTo>
                    <a:pt x="0" y="1260"/>
                    <a:pt x="158" y="1418"/>
                    <a:pt x="347" y="1418"/>
                  </a:cubicBezTo>
                  <a:cubicBezTo>
                    <a:pt x="567" y="1418"/>
                    <a:pt x="725" y="1260"/>
                    <a:pt x="725" y="1071"/>
                  </a:cubicBezTo>
                  <a:lnTo>
                    <a:pt x="725" y="347"/>
                  </a:lnTo>
                  <a:cubicBezTo>
                    <a:pt x="725" y="158"/>
                    <a:pt x="567"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0" name="Google Shape;11950;p139"/>
            <p:cNvSpPr/>
            <p:nvPr/>
          </p:nvSpPr>
          <p:spPr>
            <a:xfrm>
              <a:off x="-18668800" y="2807475"/>
              <a:ext cx="306400" cy="304825"/>
            </a:xfrm>
            <a:custGeom>
              <a:rect b="b" l="l" r="r" t="t"/>
              <a:pathLst>
                <a:path extrusionOk="0" h="12193" w="12256">
                  <a:moveTo>
                    <a:pt x="3970" y="946"/>
                  </a:moveTo>
                  <a:cubicBezTo>
                    <a:pt x="4128" y="1198"/>
                    <a:pt x="4348" y="1513"/>
                    <a:pt x="4348" y="1859"/>
                  </a:cubicBezTo>
                  <a:lnTo>
                    <a:pt x="4348" y="2017"/>
                  </a:lnTo>
                  <a:cubicBezTo>
                    <a:pt x="4299" y="2260"/>
                    <a:pt x="4476" y="2447"/>
                    <a:pt x="4690" y="2447"/>
                  </a:cubicBezTo>
                  <a:cubicBezTo>
                    <a:pt x="4753" y="2447"/>
                    <a:pt x="4819" y="2431"/>
                    <a:pt x="4884" y="2395"/>
                  </a:cubicBezTo>
                  <a:cubicBezTo>
                    <a:pt x="5041" y="2269"/>
                    <a:pt x="5230" y="2237"/>
                    <a:pt x="5451" y="2237"/>
                  </a:cubicBezTo>
                  <a:lnTo>
                    <a:pt x="5766" y="2237"/>
                  </a:lnTo>
                  <a:cubicBezTo>
                    <a:pt x="5608" y="2647"/>
                    <a:pt x="5199" y="2930"/>
                    <a:pt x="4726" y="2930"/>
                  </a:cubicBezTo>
                  <a:lnTo>
                    <a:pt x="3214" y="2930"/>
                  </a:lnTo>
                  <a:cubicBezTo>
                    <a:pt x="2741" y="2930"/>
                    <a:pt x="2363" y="2615"/>
                    <a:pt x="2206" y="2237"/>
                  </a:cubicBezTo>
                  <a:lnTo>
                    <a:pt x="2521" y="2237"/>
                  </a:lnTo>
                  <a:cubicBezTo>
                    <a:pt x="2710" y="2237"/>
                    <a:pt x="2899" y="2269"/>
                    <a:pt x="3056" y="2395"/>
                  </a:cubicBezTo>
                  <a:cubicBezTo>
                    <a:pt x="3117" y="2428"/>
                    <a:pt x="3179" y="2443"/>
                    <a:pt x="3238" y="2443"/>
                  </a:cubicBezTo>
                  <a:cubicBezTo>
                    <a:pt x="3459" y="2443"/>
                    <a:pt x="3648" y="2240"/>
                    <a:pt x="3624" y="2017"/>
                  </a:cubicBezTo>
                  <a:lnTo>
                    <a:pt x="3624" y="1859"/>
                  </a:lnTo>
                  <a:cubicBezTo>
                    <a:pt x="3624" y="1513"/>
                    <a:pt x="3813" y="1198"/>
                    <a:pt x="3970" y="946"/>
                  </a:cubicBezTo>
                  <a:close/>
                  <a:moveTo>
                    <a:pt x="8853" y="3718"/>
                  </a:moveTo>
                  <a:lnTo>
                    <a:pt x="9042" y="3907"/>
                  </a:lnTo>
                  <a:cubicBezTo>
                    <a:pt x="9168" y="4033"/>
                    <a:pt x="9294" y="4222"/>
                    <a:pt x="9326" y="4443"/>
                  </a:cubicBezTo>
                  <a:cubicBezTo>
                    <a:pt x="9382" y="4591"/>
                    <a:pt x="9536" y="4685"/>
                    <a:pt x="9686" y="4685"/>
                  </a:cubicBezTo>
                  <a:cubicBezTo>
                    <a:pt x="9790" y="4685"/>
                    <a:pt x="9892" y="4640"/>
                    <a:pt x="9956" y="4537"/>
                  </a:cubicBezTo>
                  <a:cubicBezTo>
                    <a:pt x="9988" y="4506"/>
                    <a:pt x="10051" y="4474"/>
                    <a:pt x="10051" y="4443"/>
                  </a:cubicBezTo>
                  <a:cubicBezTo>
                    <a:pt x="10271" y="4191"/>
                    <a:pt x="10681" y="4065"/>
                    <a:pt x="10901" y="4033"/>
                  </a:cubicBezTo>
                  <a:lnTo>
                    <a:pt x="10901" y="4033"/>
                  </a:lnTo>
                  <a:cubicBezTo>
                    <a:pt x="10870" y="4317"/>
                    <a:pt x="10775" y="4663"/>
                    <a:pt x="10523" y="4915"/>
                  </a:cubicBezTo>
                  <a:cubicBezTo>
                    <a:pt x="10460" y="4947"/>
                    <a:pt x="10429" y="4947"/>
                    <a:pt x="10397" y="4978"/>
                  </a:cubicBezTo>
                  <a:cubicBezTo>
                    <a:pt x="10145" y="5167"/>
                    <a:pt x="10240" y="5545"/>
                    <a:pt x="10523" y="5608"/>
                  </a:cubicBezTo>
                  <a:cubicBezTo>
                    <a:pt x="10712" y="5640"/>
                    <a:pt x="10870" y="5766"/>
                    <a:pt x="11027" y="5892"/>
                  </a:cubicBezTo>
                  <a:lnTo>
                    <a:pt x="11216" y="6081"/>
                  </a:lnTo>
                  <a:cubicBezTo>
                    <a:pt x="11059" y="6144"/>
                    <a:pt x="10901" y="6207"/>
                    <a:pt x="10744" y="6207"/>
                  </a:cubicBezTo>
                  <a:cubicBezTo>
                    <a:pt x="10460" y="6207"/>
                    <a:pt x="10208" y="6081"/>
                    <a:pt x="9988" y="5892"/>
                  </a:cubicBezTo>
                  <a:lnTo>
                    <a:pt x="8979" y="4852"/>
                  </a:lnTo>
                  <a:cubicBezTo>
                    <a:pt x="8727" y="4632"/>
                    <a:pt x="8664" y="4159"/>
                    <a:pt x="8853" y="3718"/>
                  </a:cubicBezTo>
                  <a:close/>
                  <a:moveTo>
                    <a:pt x="3970" y="3687"/>
                  </a:moveTo>
                  <a:cubicBezTo>
                    <a:pt x="4852" y="3687"/>
                    <a:pt x="5514" y="3750"/>
                    <a:pt x="6018" y="3939"/>
                  </a:cubicBezTo>
                  <a:cubicBezTo>
                    <a:pt x="5640" y="4096"/>
                    <a:pt x="5199" y="4348"/>
                    <a:pt x="4852" y="4726"/>
                  </a:cubicBezTo>
                  <a:cubicBezTo>
                    <a:pt x="4033" y="5577"/>
                    <a:pt x="3340" y="6837"/>
                    <a:pt x="3025" y="8129"/>
                  </a:cubicBezTo>
                  <a:cubicBezTo>
                    <a:pt x="2804" y="9042"/>
                    <a:pt x="2804" y="9830"/>
                    <a:pt x="2993" y="10492"/>
                  </a:cubicBezTo>
                  <a:cubicBezTo>
                    <a:pt x="2426" y="10113"/>
                    <a:pt x="2017" y="9578"/>
                    <a:pt x="1639" y="8948"/>
                  </a:cubicBezTo>
                  <a:cubicBezTo>
                    <a:pt x="1103" y="7971"/>
                    <a:pt x="757" y="6742"/>
                    <a:pt x="757" y="5797"/>
                  </a:cubicBezTo>
                  <a:cubicBezTo>
                    <a:pt x="757" y="4222"/>
                    <a:pt x="1576" y="3687"/>
                    <a:pt x="3970" y="3687"/>
                  </a:cubicBezTo>
                  <a:close/>
                  <a:moveTo>
                    <a:pt x="6672" y="4532"/>
                  </a:moveTo>
                  <a:cubicBezTo>
                    <a:pt x="7416" y="4532"/>
                    <a:pt x="8169" y="5082"/>
                    <a:pt x="9042" y="5955"/>
                  </a:cubicBezTo>
                  <a:cubicBezTo>
                    <a:pt x="10555" y="7467"/>
                    <a:pt x="11059" y="8538"/>
                    <a:pt x="9798" y="9735"/>
                  </a:cubicBezTo>
                  <a:cubicBezTo>
                    <a:pt x="9105" y="10460"/>
                    <a:pt x="7908" y="11090"/>
                    <a:pt x="6774" y="11374"/>
                  </a:cubicBezTo>
                  <a:cubicBezTo>
                    <a:pt x="6350" y="11482"/>
                    <a:pt x="5952" y="11535"/>
                    <a:pt x="5591" y="11535"/>
                  </a:cubicBezTo>
                  <a:cubicBezTo>
                    <a:pt x="4905" y="11535"/>
                    <a:pt x="4352" y="11346"/>
                    <a:pt x="4002" y="10996"/>
                  </a:cubicBezTo>
                  <a:cubicBezTo>
                    <a:pt x="3466" y="10460"/>
                    <a:pt x="3340" y="9452"/>
                    <a:pt x="3655" y="8255"/>
                  </a:cubicBezTo>
                  <a:cubicBezTo>
                    <a:pt x="3939" y="7089"/>
                    <a:pt x="4569" y="5923"/>
                    <a:pt x="5262" y="5230"/>
                  </a:cubicBezTo>
                  <a:cubicBezTo>
                    <a:pt x="5746" y="4746"/>
                    <a:pt x="6207" y="4532"/>
                    <a:pt x="6672" y="4532"/>
                  </a:cubicBezTo>
                  <a:close/>
                  <a:moveTo>
                    <a:pt x="3935" y="0"/>
                  </a:moveTo>
                  <a:cubicBezTo>
                    <a:pt x="3844" y="0"/>
                    <a:pt x="3750" y="32"/>
                    <a:pt x="3687" y="95"/>
                  </a:cubicBezTo>
                  <a:cubicBezTo>
                    <a:pt x="3655" y="126"/>
                    <a:pt x="3025" y="694"/>
                    <a:pt x="2899" y="1481"/>
                  </a:cubicBezTo>
                  <a:cubicBezTo>
                    <a:pt x="2804" y="1418"/>
                    <a:pt x="2647" y="1418"/>
                    <a:pt x="2521" y="1418"/>
                  </a:cubicBezTo>
                  <a:lnTo>
                    <a:pt x="1796" y="1418"/>
                  </a:lnTo>
                  <a:cubicBezTo>
                    <a:pt x="1607" y="1418"/>
                    <a:pt x="1450" y="1576"/>
                    <a:pt x="1450" y="1796"/>
                  </a:cubicBezTo>
                  <a:cubicBezTo>
                    <a:pt x="1450" y="2300"/>
                    <a:pt x="1639" y="2741"/>
                    <a:pt x="1954" y="3056"/>
                  </a:cubicBezTo>
                  <a:cubicBezTo>
                    <a:pt x="694" y="3371"/>
                    <a:pt x="0" y="4222"/>
                    <a:pt x="0" y="5671"/>
                  </a:cubicBezTo>
                  <a:cubicBezTo>
                    <a:pt x="0" y="6774"/>
                    <a:pt x="378" y="8097"/>
                    <a:pt x="1009" y="9200"/>
                  </a:cubicBezTo>
                  <a:cubicBezTo>
                    <a:pt x="1702" y="10397"/>
                    <a:pt x="2552" y="11153"/>
                    <a:pt x="3466" y="11405"/>
                  </a:cubicBezTo>
                  <a:cubicBezTo>
                    <a:pt x="4002" y="11941"/>
                    <a:pt x="4758" y="12193"/>
                    <a:pt x="5545" y="12193"/>
                  </a:cubicBezTo>
                  <a:cubicBezTo>
                    <a:pt x="5986" y="12193"/>
                    <a:pt x="6427" y="12098"/>
                    <a:pt x="6932" y="11972"/>
                  </a:cubicBezTo>
                  <a:cubicBezTo>
                    <a:pt x="8192" y="11657"/>
                    <a:pt x="9483" y="10964"/>
                    <a:pt x="10303" y="10177"/>
                  </a:cubicBezTo>
                  <a:cubicBezTo>
                    <a:pt x="11374" y="9105"/>
                    <a:pt x="11468" y="8034"/>
                    <a:pt x="10838" y="6900"/>
                  </a:cubicBezTo>
                  <a:lnTo>
                    <a:pt x="10838" y="6900"/>
                  </a:lnTo>
                  <a:cubicBezTo>
                    <a:pt x="10921" y="6917"/>
                    <a:pt x="11002" y="6924"/>
                    <a:pt x="11081" y="6924"/>
                  </a:cubicBezTo>
                  <a:cubicBezTo>
                    <a:pt x="11453" y="6924"/>
                    <a:pt x="11787" y="6750"/>
                    <a:pt x="12098" y="6490"/>
                  </a:cubicBezTo>
                  <a:cubicBezTo>
                    <a:pt x="12256" y="6333"/>
                    <a:pt x="12256" y="6112"/>
                    <a:pt x="12098" y="5955"/>
                  </a:cubicBezTo>
                  <a:lnTo>
                    <a:pt x="11563" y="5451"/>
                  </a:lnTo>
                  <a:cubicBezTo>
                    <a:pt x="11500" y="5388"/>
                    <a:pt x="11374" y="5293"/>
                    <a:pt x="11248" y="5230"/>
                  </a:cubicBezTo>
                  <a:cubicBezTo>
                    <a:pt x="11689" y="4537"/>
                    <a:pt x="11657" y="3718"/>
                    <a:pt x="11657" y="3687"/>
                  </a:cubicBezTo>
                  <a:cubicBezTo>
                    <a:pt x="11657" y="3497"/>
                    <a:pt x="11500" y="3371"/>
                    <a:pt x="11311" y="3308"/>
                  </a:cubicBezTo>
                  <a:cubicBezTo>
                    <a:pt x="11303" y="3308"/>
                    <a:pt x="11283" y="3308"/>
                    <a:pt x="11252" y="3308"/>
                  </a:cubicBezTo>
                  <a:cubicBezTo>
                    <a:pt x="11038" y="3308"/>
                    <a:pt x="10318" y="3332"/>
                    <a:pt x="9767" y="3718"/>
                  </a:cubicBezTo>
                  <a:cubicBezTo>
                    <a:pt x="9672" y="3592"/>
                    <a:pt x="9609" y="3529"/>
                    <a:pt x="9515" y="3403"/>
                  </a:cubicBezTo>
                  <a:lnTo>
                    <a:pt x="9011" y="2899"/>
                  </a:lnTo>
                  <a:cubicBezTo>
                    <a:pt x="8932" y="2820"/>
                    <a:pt x="8845" y="2781"/>
                    <a:pt x="8759" y="2781"/>
                  </a:cubicBezTo>
                  <a:cubicBezTo>
                    <a:pt x="8672" y="2781"/>
                    <a:pt x="8586" y="2820"/>
                    <a:pt x="8507" y="2899"/>
                  </a:cubicBezTo>
                  <a:cubicBezTo>
                    <a:pt x="8160" y="3245"/>
                    <a:pt x="8003" y="3718"/>
                    <a:pt x="8003" y="4159"/>
                  </a:cubicBezTo>
                  <a:cubicBezTo>
                    <a:pt x="7751" y="4033"/>
                    <a:pt x="7530" y="3907"/>
                    <a:pt x="7278" y="3844"/>
                  </a:cubicBezTo>
                  <a:cubicBezTo>
                    <a:pt x="7247" y="3844"/>
                    <a:pt x="7215" y="3844"/>
                    <a:pt x="7215" y="3781"/>
                  </a:cubicBezTo>
                  <a:cubicBezTo>
                    <a:pt x="6900" y="3466"/>
                    <a:pt x="6459" y="3214"/>
                    <a:pt x="5860" y="3088"/>
                  </a:cubicBezTo>
                  <a:cubicBezTo>
                    <a:pt x="6207" y="2773"/>
                    <a:pt x="6427" y="2300"/>
                    <a:pt x="6427" y="1796"/>
                  </a:cubicBezTo>
                  <a:cubicBezTo>
                    <a:pt x="6427" y="1576"/>
                    <a:pt x="6270" y="1418"/>
                    <a:pt x="6049" y="1418"/>
                  </a:cubicBezTo>
                  <a:lnTo>
                    <a:pt x="5356" y="1418"/>
                  </a:lnTo>
                  <a:cubicBezTo>
                    <a:pt x="5230" y="1418"/>
                    <a:pt x="5073" y="1418"/>
                    <a:pt x="4947" y="1481"/>
                  </a:cubicBezTo>
                  <a:cubicBezTo>
                    <a:pt x="4789" y="694"/>
                    <a:pt x="4159" y="126"/>
                    <a:pt x="4159" y="95"/>
                  </a:cubicBezTo>
                  <a:cubicBezTo>
                    <a:pt x="4112" y="32"/>
                    <a:pt x="4025" y="0"/>
                    <a:pt x="393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1" name="Google Shape;11951;p139"/>
            <p:cNvSpPr/>
            <p:nvPr/>
          </p:nvSpPr>
          <p:spPr>
            <a:xfrm>
              <a:off x="-18496300" y="2977800"/>
              <a:ext cx="33100" cy="31925"/>
            </a:xfrm>
            <a:custGeom>
              <a:rect b="b" l="l" r="r" t="t"/>
              <a:pathLst>
                <a:path extrusionOk="0" h="1277" w="1324">
                  <a:moveTo>
                    <a:pt x="914" y="0"/>
                  </a:moveTo>
                  <a:cubicBezTo>
                    <a:pt x="827" y="0"/>
                    <a:pt x="740" y="40"/>
                    <a:pt x="662" y="119"/>
                  </a:cubicBezTo>
                  <a:lnTo>
                    <a:pt x="158" y="654"/>
                  </a:lnTo>
                  <a:cubicBezTo>
                    <a:pt x="0" y="812"/>
                    <a:pt x="0" y="1001"/>
                    <a:pt x="158" y="1158"/>
                  </a:cubicBezTo>
                  <a:cubicBezTo>
                    <a:pt x="205" y="1237"/>
                    <a:pt x="291" y="1276"/>
                    <a:pt x="386" y="1276"/>
                  </a:cubicBezTo>
                  <a:cubicBezTo>
                    <a:pt x="480" y="1276"/>
                    <a:pt x="583" y="1237"/>
                    <a:pt x="662" y="1158"/>
                  </a:cubicBezTo>
                  <a:lnTo>
                    <a:pt x="1166" y="654"/>
                  </a:lnTo>
                  <a:cubicBezTo>
                    <a:pt x="1323" y="497"/>
                    <a:pt x="1323" y="276"/>
                    <a:pt x="1166" y="119"/>
                  </a:cubicBezTo>
                  <a:cubicBezTo>
                    <a:pt x="1087" y="40"/>
                    <a:pt x="1000" y="0"/>
                    <a:pt x="91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2" name="Google Shape;11952;p139"/>
            <p:cNvSpPr/>
            <p:nvPr/>
          </p:nvSpPr>
          <p:spPr>
            <a:xfrm>
              <a:off x="-18559325" y="3042375"/>
              <a:ext cx="33100" cy="31150"/>
            </a:xfrm>
            <a:custGeom>
              <a:rect b="b" l="l" r="r" t="t"/>
              <a:pathLst>
                <a:path extrusionOk="0" h="1246" w="1324">
                  <a:moveTo>
                    <a:pt x="902" y="1"/>
                  </a:moveTo>
                  <a:cubicBezTo>
                    <a:pt x="812" y="1"/>
                    <a:pt x="725" y="40"/>
                    <a:pt x="662" y="119"/>
                  </a:cubicBezTo>
                  <a:lnTo>
                    <a:pt x="158" y="623"/>
                  </a:lnTo>
                  <a:cubicBezTo>
                    <a:pt x="1" y="781"/>
                    <a:pt x="1" y="970"/>
                    <a:pt x="158" y="1127"/>
                  </a:cubicBezTo>
                  <a:cubicBezTo>
                    <a:pt x="237" y="1206"/>
                    <a:pt x="324" y="1245"/>
                    <a:pt x="410" y="1245"/>
                  </a:cubicBezTo>
                  <a:cubicBezTo>
                    <a:pt x="497" y="1245"/>
                    <a:pt x="583" y="1206"/>
                    <a:pt x="662" y="1127"/>
                  </a:cubicBezTo>
                  <a:lnTo>
                    <a:pt x="1166" y="623"/>
                  </a:lnTo>
                  <a:cubicBezTo>
                    <a:pt x="1324" y="465"/>
                    <a:pt x="1324" y="276"/>
                    <a:pt x="1166" y="119"/>
                  </a:cubicBezTo>
                  <a:cubicBezTo>
                    <a:pt x="1088" y="40"/>
                    <a:pt x="993" y="1"/>
                    <a:pt x="90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3" name="Google Shape;11953;p139"/>
            <p:cNvSpPr/>
            <p:nvPr/>
          </p:nvSpPr>
          <p:spPr>
            <a:xfrm>
              <a:off x="-18559325" y="2991175"/>
              <a:ext cx="33100" cy="31150"/>
            </a:xfrm>
            <a:custGeom>
              <a:rect b="b" l="l" r="r" t="t"/>
              <a:pathLst>
                <a:path extrusionOk="0" h="1246" w="1324">
                  <a:moveTo>
                    <a:pt x="914" y="1"/>
                  </a:moveTo>
                  <a:cubicBezTo>
                    <a:pt x="828" y="1"/>
                    <a:pt x="741" y="40"/>
                    <a:pt x="662" y="119"/>
                  </a:cubicBezTo>
                  <a:lnTo>
                    <a:pt x="158" y="623"/>
                  </a:lnTo>
                  <a:cubicBezTo>
                    <a:pt x="1" y="781"/>
                    <a:pt x="1" y="970"/>
                    <a:pt x="158" y="1127"/>
                  </a:cubicBezTo>
                  <a:cubicBezTo>
                    <a:pt x="205" y="1206"/>
                    <a:pt x="292" y="1245"/>
                    <a:pt x="387" y="1245"/>
                  </a:cubicBezTo>
                  <a:cubicBezTo>
                    <a:pt x="481" y="1245"/>
                    <a:pt x="583" y="1206"/>
                    <a:pt x="662" y="1127"/>
                  </a:cubicBezTo>
                  <a:lnTo>
                    <a:pt x="1166" y="623"/>
                  </a:lnTo>
                  <a:cubicBezTo>
                    <a:pt x="1324" y="466"/>
                    <a:pt x="1324" y="277"/>
                    <a:pt x="1166" y="119"/>
                  </a:cubicBezTo>
                  <a:cubicBezTo>
                    <a:pt x="1088" y="40"/>
                    <a:pt x="1001" y="1"/>
                    <a:pt x="91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4" name="Google Shape;11954;p139"/>
            <p:cNvSpPr/>
            <p:nvPr/>
          </p:nvSpPr>
          <p:spPr>
            <a:xfrm>
              <a:off x="-18491575" y="3024275"/>
              <a:ext cx="33100" cy="31925"/>
            </a:xfrm>
            <a:custGeom>
              <a:rect b="b" l="l" r="r" t="t"/>
              <a:pathLst>
                <a:path extrusionOk="0" h="1277" w="1324">
                  <a:moveTo>
                    <a:pt x="902" y="0"/>
                  </a:moveTo>
                  <a:cubicBezTo>
                    <a:pt x="811" y="0"/>
                    <a:pt x="725" y="40"/>
                    <a:pt x="662" y="118"/>
                  </a:cubicBezTo>
                  <a:lnTo>
                    <a:pt x="158" y="654"/>
                  </a:lnTo>
                  <a:cubicBezTo>
                    <a:pt x="0" y="811"/>
                    <a:pt x="0" y="1000"/>
                    <a:pt x="158" y="1158"/>
                  </a:cubicBezTo>
                  <a:cubicBezTo>
                    <a:pt x="236" y="1237"/>
                    <a:pt x="323" y="1276"/>
                    <a:pt x="410" y="1276"/>
                  </a:cubicBezTo>
                  <a:cubicBezTo>
                    <a:pt x="496" y="1276"/>
                    <a:pt x="583" y="1237"/>
                    <a:pt x="662" y="1158"/>
                  </a:cubicBezTo>
                  <a:lnTo>
                    <a:pt x="1166" y="654"/>
                  </a:lnTo>
                  <a:cubicBezTo>
                    <a:pt x="1323" y="496"/>
                    <a:pt x="1323" y="276"/>
                    <a:pt x="1166" y="118"/>
                  </a:cubicBezTo>
                  <a:cubicBezTo>
                    <a:pt x="1087" y="40"/>
                    <a:pt x="992" y="0"/>
                    <a:pt x="90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5" name="Google Shape;11955;p139"/>
            <p:cNvSpPr/>
            <p:nvPr/>
          </p:nvSpPr>
          <p:spPr>
            <a:xfrm>
              <a:off x="-18522300" y="2928175"/>
              <a:ext cx="32300" cy="31125"/>
            </a:xfrm>
            <a:custGeom>
              <a:rect b="b" l="l" r="r" t="t"/>
              <a:pathLst>
                <a:path extrusionOk="0" h="1245" w="1292">
                  <a:moveTo>
                    <a:pt x="930" y="1"/>
                  </a:moveTo>
                  <a:cubicBezTo>
                    <a:pt x="835" y="1"/>
                    <a:pt x="741" y="40"/>
                    <a:pt x="662" y="119"/>
                  </a:cubicBezTo>
                  <a:lnTo>
                    <a:pt x="158" y="623"/>
                  </a:lnTo>
                  <a:cubicBezTo>
                    <a:pt x="0" y="780"/>
                    <a:pt x="0" y="969"/>
                    <a:pt x="158" y="1127"/>
                  </a:cubicBezTo>
                  <a:cubicBezTo>
                    <a:pt x="237" y="1206"/>
                    <a:pt x="331" y="1245"/>
                    <a:pt x="422" y="1245"/>
                  </a:cubicBezTo>
                  <a:cubicBezTo>
                    <a:pt x="512" y="1245"/>
                    <a:pt x="599" y="1206"/>
                    <a:pt x="662" y="1127"/>
                  </a:cubicBezTo>
                  <a:lnTo>
                    <a:pt x="1198" y="623"/>
                  </a:lnTo>
                  <a:cubicBezTo>
                    <a:pt x="1292" y="497"/>
                    <a:pt x="1292" y="276"/>
                    <a:pt x="1198" y="119"/>
                  </a:cubicBezTo>
                  <a:cubicBezTo>
                    <a:pt x="1119" y="40"/>
                    <a:pt x="1024" y="1"/>
                    <a:pt x="9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6" name="Google Shape;11956;p139"/>
            <p:cNvSpPr/>
            <p:nvPr/>
          </p:nvSpPr>
          <p:spPr>
            <a:xfrm>
              <a:off x="-18446700" y="3004375"/>
              <a:ext cx="33900" cy="31325"/>
            </a:xfrm>
            <a:custGeom>
              <a:rect b="b" l="l" r="r" t="t"/>
              <a:pathLst>
                <a:path extrusionOk="0" h="1253" w="1356">
                  <a:moveTo>
                    <a:pt x="922" y="1"/>
                  </a:moveTo>
                  <a:cubicBezTo>
                    <a:pt x="828" y="1"/>
                    <a:pt x="741" y="32"/>
                    <a:pt x="694" y="95"/>
                  </a:cubicBezTo>
                  <a:lnTo>
                    <a:pt x="158" y="599"/>
                  </a:lnTo>
                  <a:cubicBezTo>
                    <a:pt x="1" y="757"/>
                    <a:pt x="1" y="977"/>
                    <a:pt x="158" y="1135"/>
                  </a:cubicBezTo>
                  <a:cubicBezTo>
                    <a:pt x="253" y="1214"/>
                    <a:pt x="347" y="1253"/>
                    <a:pt x="438" y="1253"/>
                  </a:cubicBezTo>
                  <a:cubicBezTo>
                    <a:pt x="529" y="1253"/>
                    <a:pt x="615" y="1214"/>
                    <a:pt x="694" y="1135"/>
                  </a:cubicBezTo>
                  <a:lnTo>
                    <a:pt x="1198" y="599"/>
                  </a:lnTo>
                  <a:cubicBezTo>
                    <a:pt x="1356" y="442"/>
                    <a:pt x="1356" y="253"/>
                    <a:pt x="1198" y="95"/>
                  </a:cubicBezTo>
                  <a:cubicBezTo>
                    <a:pt x="1119" y="32"/>
                    <a:pt x="1017" y="1"/>
                    <a:pt x="92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57" name="Google Shape;11957;p139"/>
          <p:cNvGrpSpPr/>
          <p:nvPr/>
        </p:nvGrpSpPr>
        <p:grpSpPr>
          <a:xfrm>
            <a:off x="7885658" y="1687693"/>
            <a:ext cx="416361" cy="475125"/>
            <a:chOff x="-16798200" y="2050575"/>
            <a:chExt cx="267825" cy="305625"/>
          </a:xfrm>
        </p:grpSpPr>
        <p:sp>
          <p:nvSpPr>
            <p:cNvPr id="11958" name="Google Shape;11958;p139"/>
            <p:cNvSpPr/>
            <p:nvPr/>
          </p:nvSpPr>
          <p:spPr>
            <a:xfrm>
              <a:off x="-16798200" y="2050575"/>
              <a:ext cx="267825" cy="305625"/>
            </a:xfrm>
            <a:custGeom>
              <a:rect b="b" l="l" r="r" t="t"/>
              <a:pathLst>
                <a:path extrusionOk="0" h="12225" w="10713">
                  <a:moveTo>
                    <a:pt x="5388" y="725"/>
                  </a:moveTo>
                  <a:cubicBezTo>
                    <a:pt x="7940" y="725"/>
                    <a:pt x="10051" y="2804"/>
                    <a:pt x="10051" y="5356"/>
                  </a:cubicBezTo>
                  <a:cubicBezTo>
                    <a:pt x="9988" y="5545"/>
                    <a:pt x="9830" y="5734"/>
                    <a:pt x="9641" y="5734"/>
                  </a:cubicBezTo>
                  <a:lnTo>
                    <a:pt x="1103" y="5734"/>
                  </a:lnTo>
                  <a:cubicBezTo>
                    <a:pt x="914" y="5734"/>
                    <a:pt x="757" y="5545"/>
                    <a:pt x="757" y="5356"/>
                  </a:cubicBezTo>
                  <a:cubicBezTo>
                    <a:pt x="757" y="2804"/>
                    <a:pt x="2836" y="725"/>
                    <a:pt x="5388" y="725"/>
                  </a:cubicBezTo>
                  <a:close/>
                  <a:moveTo>
                    <a:pt x="6050" y="6459"/>
                  </a:moveTo>
                  <a:cubicBezTo>
                    <a:pt x="6113" y="7561"/>
                    <a:pt x="6428" y="8664"/>
                    <a:pt x="6743" y="9609"/>
                  </a:cubicBezTo>
                  <a:cubicBezTo>
                    <a:pt x="6774" y="9767"/>
                    <a:pt x="6806" y="9893"/>
                    <a:pt x="6806" y="10050"/>
                  </a:cubicBezTo>
                  <a:cubicBezTo>
                    <a:pt x="6806" y="10491"/>
                    <a:pt x="6617" y="10901"/>
                    <a:pt x="6270" y="11185"/>
                  </a:cubicBezTo>
                  <a:cubicBezTo>
                    <a:pt x="6004" y="11387"/>
                    <a:pt x="5692" y="11481"/>
                    <a:pt x="5383" y="11481"/>
                  </a:cubicBezTo>
                  <a:cubicBezTo>
                    <a:pt x="4778" y="11481"/>
                    <a:pt x="4190" y="11118"/>
                    <a:pt x="4002" y="10491"/>
                  </a:cubicBezTo>
                  <a:cubicBezTo>
                    <a:pt x="3939" y="10176"/>
                    <a:pt x="3939" y="9861"/>
                    <a:pt x="4065" y="9546"/>
                  </a:cubicBezTo>
                  <a:cubicBezTo>
                    <a:pt x="4443" y="8601"/>
                    <a:pt x="4632" y="7530"/>
                    <a:pt x="4632" y="6459"/>
                  </a:cubicBezTo>
                  <a:close/>
                  <a:moveTo>
                    <a:pt x="5357" y="0"/>
                  </a:moveTo>
                  <a:cubicBezTo>
                    <a:pt x="2395" y="0"/>
                    <a:pt x="1" y="2395"/>
                    <a:pt x="1" y="5356"/>
                  </a:cubicBezTo>
                  <a:cubicBezTo>
                    <a:pt x="1" y="5955"/>
                    <a:pt x="473" y="6427"/>
                    <a:pt x="1072" y="6427"/>
                  </a:cubicBezTo>
                  <a:lnTo>
                    <a:pt x="3907" y="6427"/>
                  </a:lnTo>
                  <a:cubicBezTo>
                    <a:pt x="3907" y="7404"/>
                    <a:pt x="3718" y="8381"/>
                    <a:pt x="3340" y="9263"/>
                  </a:cubicBezTo>
                  <a:cubicBezTo>
                    <a:pt x="3151" y="9704"/>
                    <a:pt x="3151" y="10208"/>
                    <a:pt x="3277" y="10680"/>
                  </a:cubicBezTo>
                  <a:cubicBezTo>
                    <a:pt x="3498" y="11500"/>
                    <a:pt x="4285" y="12224"/>
                    <a:pt x="5325" y="12224"/>
                  </a:cubicBezTo>
                  <a:cubicBezTo>
                    <a:pt x="6491" y="12224"/>
                    <a:pt x="7436" y="11279"/>
                    <a:pt x="7436" y="10082"/>
                  </a:cubicBezTo>
                  <a:cubicBezTo>
                    <a:pt x="7436" y="9861"/>
                    <a:pt x="7404" y="9641"/>
                    <a:pt x="7341" y="9420"/>
                  </a:cubicBezTo>
                  <a:cubicBezTo>
                    <a:pt x="7058" y="8538"/>
                    <a:pt x="6743" y="7498"/>
                    <a:pt x="6743" y="6459"/>
                  </a:cubicBezTo>
                  <a:lnTo>
                    <a:pt x="9578" y="6459"/>
                  </a:lnTo>
                  <a:cubicBezTo>
                    <a:pt x="10177" y="6459"/>
                    <a:pt x="10649" y="5986"/>
                    <a:pt x="10649" y="5388"/>
                  </a:cubicBezTo>
                  <a:cubicBezTo>
                    <a:pt x="10712" y="2395"/>
                    <a:pt x="8350" y="0"/>
                    <a:pt x="535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9" name="Google Shape;11959;p139"/>
            <p:cNvSpPr/>
            <p:nvPr/>
          </p:nvSpPr>
          <p:spPr>
            <a:xfrm>
              <a:off x="-16743850" y="2123025"/>
              <a:ext cx="52800" cy="52800"/>
            </a:xfrm>
            <a:custGeom>
              <a:rect b="b" l="l" r="r" t="t"/>
              <a:pathLst>
                <a:path extrusionOk="0" h="2112" w="2112">
                  <a:moveTo>
                    <a:pt x="1040" y="694"/>
                  </a:moveTo>
                  <a:cubicBezTo>
                    <a:pt x="1261" y="694"/>
                    <a:pt x="1418" y="851"/>
                    <a:pt x="1418" y="1040"/>
                  </a:cubicBezTo>
                  <a:cubicBezTo>
                    <a:pt x="1418" y="1261"/>
                    <a:pt x="1261" y="1418"/>
                    <a:pt x="1040" y="1418"/>
                  </a:cubicBezTo>
                  <a:cubicBezTo>
                    <a:pt x="851" y="1418"/>
                    <a:pt x="694" y="1261"/>
                    <a:pt x="694" y="1040"/>
                  </a:cubicBezTo>
                  <a:cubicBezTo>
                    <a:pt x="694" y="851"/>
                    <a:pt x="851" y="694"/>
                    <a:pt x="1040" y="694"/>
                  </a:cubicBezTo>
                  <a:close/>
                  <a:moveTo>
                    <a:pt x="1040" y="1"/>
                  </a:moveTo>
                  <a:cubicBezTo>
                    <a:pt x="473" y="1"/>
                    <a:pt x="1" y="473"/>
                    <a:pt x="1" y="1040"/>
                  </a:cubicBezTo>
                  <a:cubicBezTo>
                    <a:pt x="1" y="1639"/>
                    <a:pt x="473" y="2112"/>
                    <a:pt x="1040" y="2112"/>
                  </a:cubicBezTo>
                  <a:cubicBezTo>
                    <a:pt x="1639" y="2112"/>
                    <a:pt x="2111" y="1639"/>
                    <a:pt x="2111" y="1040"/>
                  </a:cubicBezTo>
                  <a:cubicBezTo>
                    <a:pt x="2111" y="473"/>
                    <a:pt x="1639" y="1"/>
                    <a:pt x="10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0" name="Google Shape;11960;p139"/>
            <p:cNvSpPr/>
            <p:nvPr/>
          </p:nvSpPr>
          <p:spPr>
            <a:xfrm>
              <a:off x="-16691075" y="2087600"/>
              <a:ext cx="35475" cy="35450"/>
            </a:xfrm>
            <a:custGeom>
              <a:rect b="b" l="l" r="r" t="t"/>
              <a:pathLst>
                <a:path extrusionOk="0" h="1418" w="1419">
                  <a:moveTo>
                    <a:pt x="725" y="0"/>
                  </a:moveTo>
                  <a:cubicBezTo>
                    <a:pt x="315" y="0"/>
                    <a:pt x="0" y="315"/>
                    <a:pt x="0" y="693"/>
                  </a:cubicBezTo>
                  <a:cubicBezTo>
                    <a:pt x="0" y="1103"/>
                    <a:pt x="315" y="1418"/>
                    <a:pt x="725" y="1418"/>
                  </a:cubicBezTo>
                  <a:cubicBezTo>
                    <a:pt x="1103" y="1418"/>
                    <a:pt x="1418" y="1103"/>
                    <a:pt x="1418" y="693"/>
                  </a:cubicBezTo>
                  <a:cubicBezTo>
                    <a:pt x="1418" y="315"/>
                    <a:pt x="1103" y="0"/>
                    <a:pt x="72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61" name="Google Shape;11961;p139"/>
          <p:cNvGrpSpPr/>
          <p:nvPr/>
        </p:nvGrpSpPr>
        <p:grpSpPr>
          <a:xfrm>
            <a:off x="7856276" y="2852127"/>
            <a:ext cx="475125" cy="471432"/>
            <a:chOff x="-16817100" y="2801175"/>
            <a:chExt cx="305625" cy="303250"/>
          </a:xfrm>
        </p:grpSpPr>
        <p:sp>
          <p:nvSpPr>
            <p:cNvPr id="11962" name="Google Shape;11962;p139"/>
            <p:cNvSpPr/>
            <p:nvPr/>
          </p:nvSpPr>
          <p:spPr>
            <a:xfrm>
              <a:off x="-16817100" y="2801175"/>
              <a:ext cx="305625" cy="232375"/>
            </a:xfrm>
            <a:custGeom>
              <a:rect b="b" l="l" r="r" t="t"/>
              <a:pathLst>
                <a:path extrusionOk="0" h="9295" w="12225">
                  <a:moveTo>
                    <a:pt x="8633" y="1418"/>
                  </a:moveTo>
                  <a:lnTo>
                    <a:pt x="8633" y="7152"/>
                  </a:lnTo>
                  <a:cubicBezTo>
                    <a:pt x="8507" y="7152"/>
                    <a:pt x="8381" y="7120"/>
                    <a:pt x="8286" y="7120"/>
                  </a:cubicBezTo>
                  <a:cubicBezTo>
                    <a:pt x="8034" y="7120"/>
                    <a:pt x="7845" y="7152"/>
                    <a:pt x="7656" y="7247"/>
                  </a:cubicBezTo>
                  <a:cubicBezTo>
                    <a:pt x="7373" y="6837"/>
                    <a:pt x="6963" y="6522"/>
                    <a:pt x="6491" y="6459"/>
                  </a:cubicBezTo>
                  <a:lnTo>
                    <a:pt x="6491" y="4600"/>
                  </a:lnTo>
                  <a:cubicBezTo>
                    <a:pt x="6491" y="4411"/>
                    <a:pt x="6333" y="4254"/>
                    <a:pt x="6144" y="4254"/>
                  </a:cubicBezTo>
                  <a:cubicBezTo>
                    <a:pt x="5955" y="4254"/>
                    <a:pt x="5798" y="4411"/>
                    <a:pt x="5798" y="4600"/>
                  </a:cubicBezTo>
                  <a:lnTo>
                    <a:pt x="5798" y="6459"/>
                  </a:lnTo>
                  <a:cubicBezTo>
                    <a:pt x="5325" y="6522"/>
                    <a:pt x="4884" y="6837"/>
                    <a:pt x="4663" y="7247"/>
                  </a:cubicBezTo>
                  <a:cubicBezTo>
                    <a:pt x="4443" y="7152"/>
                    <a:pt x="4222" y="7120"/>
                    <a:pt x="4033" y="7120"/>
                  </a:cubicBezTo>
                  <a:cubicBezTo>
                    <a:pt x="3907" y="7120"/>
                    <a:pt x="3781" y="7120"/>
                    <a:pt x="3655" y="7152"/>
                  </a:cubicBezTo>
                  <a:lnTo>
                    <a:pt x="3655" y="1418"/>
                  </a:lnTo>
                  <a:lnTo>
                    <a:pt x="4380" y="1418"/>
                  </a:lnTo>
                  <a:lnTo>
                    <a:pt x="4380" y="2458"/>
                  </a:lnTo>
                  <a:cubicBezTo>
                    <a:pt x="4380" y="2678"/>
                    <a:pt x="4537" y="2836"/>
                    <a:pt x="4726" y="2836"/>
                  </a:cubicBezTo>
                  <a:cubicBezTo>
                    <a:pt x="4915" y="2836"/>
                    <a:pt x="5073" y="2678"/>
                    <a:pt x="5073" y="2458"/>
                  </a:cubicBezTo>
                  <a:lnTo>
                    <a:pt x="5073" y="1418"/>
                  </a:lnTo>
                  <a:lnTo>
                    <a:pt x="5798" y="1418"/>
                  </a:lnTo>
                  <a:lnTo>
                    <a:pt x="5798" y="3182"/>
                  </a:lnTo>
                  <a:cubicBezTo>
                    <a:pt x="5798" y="3371"/>
                    <a:pt x="5955" y="3529"/>
                    <a:pt x="6144" y="3529"/>
                  </a:cubicBezTo>
                  <a:cubicBezTo>
                    <a:pt x="6333" y="3529"/>
                    <a:pt x="6491" y="3371"/>
                    <a:pt x="6491" y="3182"/>
                  </a:cubicBezTo>
                  <a:lnTo>
                    <a:pt x="6491" y="1418"/>
                  </a:lnTo>
                  <a:lnTo>
                    <a:pt x="7215" y="1418"/>
                  </a:lnTo>
                  <a:lnTo>
                    <a:pt x="7215" y="2458"/>
                  </a:lnTo>
                  <a:cubicBezTo>
                    <a:pt x="7215" y="2678"/>
                    <a:pt x="7373" y="2836"/>
                    <a:pt x="7562" y="2836"/>
                  </a:cubicBezTo>
                  <a:cubicBezTo>
                    <a:pt x="7751" y="2836"/>
                    <a:pt x="7940" y="2678"/>
                    <a:pt x="7940" y="2458"/>
                  </a:cubicBezTo>
                  <a:lnTo>
                    <a:pt x="7940" y="1418"/>
                  </a:lnTo>
                  <a:close/>
                  <a:moveTo>
                    <a:pt x="6144" y="7120"/>
                  </a:moveTo>
                  <a:cubicBezTo>
                    <a:pt x="6585" y="7120"/>
                    <a:pt x="7026" y="7404"/>
                    <a:pt x="7184" y="7845"/>
                  </a:cubicBezTo>
                  <a:cubicBezTo>
                    <a:pt x="7227" y="7998"/>
                    <a:pt x="7378" y="8091"/>
                    <a:pt x="7528" y="8091"/>
                  </a:cubicBezTo>
                  <a:cubicBezTo>
                    <a:pt x="7595" y="8091"/>
                    <a:pt x="7662" y="8073"/>
                    <a:pt x="7719" y="8034"/>
                  </a:cubicBezTo>
                  <a:cubicBezTo>
                    <a:pt x="7877" y="7908"/>
                    <a:pt x="8129" y="7845"/>
                    <a:pt x="8318" y="7845"/>
                  </a:cubicBezTo>
                  <a:cubicBezTo>
                    <a:pt x="8790" y="7845"/>
                    <a:pt x="9169" y="8160"/>
                    <a:pt x="9326" y="8538"/>
                  </a:cubicBezTo>
                  <a:lnTo>
                    <a:pt x="3025" y="8538"/>
                  </a:lnTo>
                  <a:cubicBezTo>
                    <a:pt x="3120" y="8160"/>
                    <a:pt x="3498" y="7845"/>
                    <a:pt x="3970" y="7845"/>
                  </a:cubicBezTo>
                  <a:cubicBezTo>
                    <a:pt x="4191" y="7845"/>
                    <a:pt x="4411" y="7908"/>
                    <a:pt x="4569" y="8034"/>
                  </a:cubicBezTo>
                  <a:cubicBezTo>
                    <a:pt x="4624" y="8071"/>
                    <a:pt x="4680" y="8086"/>
                    <a:pt x="4741" y="8086"/>
                  </a:cubicBezTo>
                  <a:cubicBezTo>
                    <a:pt x="4785" y="8086"/>
                    <a:pt x="4832" y="8079"/>
                    <a:pt x="4884" y="8066"/>
                  </a:cubicBezTo>
                  <a:cubicBezTo>
                    <a:pt x="5010" y="8034"/>
                    <a:pt x="5073" y="7940"/>
                    <a:pt x="5136" y="7845"/>
                  </a:cubicBezTo>
                  <a:cubicBezTo>
                    <a:pt x="5293" y="7404"/>
                    <a:pt x="5671" y="7120"/>
                    <a:pt x="6144" y="7120"/>
                  </a:cubicBezTo>
                  <a:close/>
                  <a:moveTo>
                    <a:pt x="9704" y="694"/>
                  </a:moveTo>
                  <a:cubicBezTo>
                    <a:pt x="9893" y="694"/>
                    <a:pt x="10051" y="851"/>
                    <a:pt x="10051" y="1072"/>
                  </a:cubicBezTo>
                  <a:lnTo>
                    <a:pt x="10051" y="6049"/>
                  </a:lnTo>
                  <a:cubicBezTo>
                    <a:pt x="10051" y="6270"/>
                    <a:pt x="10208" y="6427"/>
                    <a:pt x="10397" y="6427"/>
                  </a:cubicBezTo>
                  <a:cubicBezTo>
                    <a:pt x="10618" y="6427"/>
                    <a:pt x="10775" y="6270"/>
                    <a:pt x="10775" y="6049"/>
                  </a:cubicBezTo>
                  <a:lnTo>
                    <a:pt x="10775" y="2111"/>
                  </a:lnTo>
                  <a:lnTo>
                    <a:pt x="11122" y="2111"/>
                  </a:lnTo>
                  <a:cubicBezTo>
                    <a:pt x="11311" y="2111"/>
                    <a:pt x="11500" y="2269"/>
                    <a:pt x="11500" y="2489"/>
                  </a:cubicBezTo>
                  <a:lnTo>
                    <a:pt x="11500" y="8538"/>
                  </a:lnTo>
                  <a:lnTo>
                    <a:pt x="10019" y="8538"/>
                  </a:lnTo>
                  <a:cubicBezTo>
                    <a:pt x="9925" y="8097"/>
                    <a:pt x="9641" y="7719"/>
                    <a:pt x="9326" y="7467"/>
                  </a:cubicBezTo>
                  <a:lnTo>
                    <a:pt x="9326" y="1072"/>
                  </a:lnTo>
                  <a:cubicBezTo>
                    <a:pt x="9326" y="851"/>
                    <a:pt x="9515" y="694"/>
                    <a:pt x="9704" y="694"/>
                  </a:cubicBezTo>
                  <a:close/>
                  <a:moveTo>
                    <a:pt x="2584" y="694"/>
                  </a:moveTo>
                  <a:cubicBezTo>
                    <a:pt x="2773" y="694"/>
                    <a:pt x="2931" y="851"/>
                    <a:pt x="2931" y="1072"/>
                  </a:cubicBezTo>
                  <a:lnTo>
                    <a:pt x="2931" y="7530"/>
                  </a:lnTo>
                  <a:cubicBezTo>
                    <a:pt x="2584" y="7782"/>
                    <a:pt x="2332" y="8160"/>
                    <a:pt x="2269" y="8570"/>
                  </a:cubicBezTo>
                  <a:lnTo>
                    <a:pt x="757" y="8570"/>
                  </a:lnTo>
                  <a:lnTo>
                    <a:pt x="757" y="2489"/>
                  </a:lnTo>
                  <a:cubicBezTo>
                    <a:pt x="757" y="2269"/>
                    <a:pt x="946" y="2111"/>
                    <a:pt x="1135" y="2111"/>
                  </a:cubicBezTo>
                  <a:lnTo>
                    <a:pt x="1513" y="2111"/>
                  </a:lnTo>
                  <a:lnTo>
                    <a:pt x="1513" y="6049"/>
                  </a:lnTo>
                  <a:cubicBezTo>
                    <a:pt x="1513" y="6270"/>
                    <a:pt x="1670" y="6427"/>
                    <a:pt x="1859" y="6427"/>
                  </a:cubicBezTo>
                  <a:cubicBezTo>
                    <a:pt x="2048" y="6427"/>
                    <a:pt x="2206" y="6270"/>
                    <a:pt x="2206" y="6049"/>
                  </a:cubicBezTo>
                  <a:lnTo>
                    <a:pt x="2206" y="1072"/>
                  </a:lnTo>
                  <a:cubicBezTo>
                    <a:pt x="2206" y="851"/>
                    <a:pt x="2363" y="694"/>
                    <a:pt x="2584" y="694"/>
                  </a:cubicBezTo>
                  <a:close/>
                  <a:moveTo>
                    <a:pt x="2521" y="0"/>
                  </a:moveTo>
                  <a:cubicBezTo>
                    <a:pt x="1922" y="0"/>
                    <a:pt x="1450" y="473"/>
                    <a:pt x="1450" y="1072"/>
                  </a:cubicBezTo>
                  <a:lnTo>
                    <a:pt x="1450" y="1418"/>
                  </a:lnTo>
                  <a:lnTo>
                    <a:pt x="1103" y="1418"/>
                  </a:lnTo>
                  <a:cubicBezTo>
                    <a:pt x="505" y="1418"/>
                    <a:pt x="1" y="1891"/>
                    <a:pt x="1" y="2489"/>
                  </a:cubicBezTo>
                  <a:lnTo>
                    <a:pt x="1" y="8948"/>
                  </a:lnTo>
                  <a:cubicBezTo>
                    <a:pt x="1" y="9137"/>
                    <a:pt x="158" y="9294"/>
                    <a:pt x="347" y="9294"/>
                  </a:cubicBezTo>
                  <a:lnTo>
                    <a:pt x="11815" y="9294"/>
                  </a:lnTo>
                  <a:cubicBezTo>
                    <a:pt x="12004" y="9294"/>
                    <a:pt x="12162" y="9137"/>
                    <a:pt x="12162" y="8948"/>
                  </a:cubicBezTo>
                  <a:lnTo>
                    <a:pt x="12162" y="2489"/>
                  </a:lnTo>
                  <a:cubicBezTo>
                    <a:pt x="12225" y="1891"/>
                    <a:pt x="11689" y="1418"/>
                    <a:pt x="11122" y="1418"/>
                  </a:cubicBezTo>
                  <a:lnTo>
                    <a:pt x="10744" y="1418"/>
                  </a:lnTo>
                  <a:lnTo>
                    <a:pt x="10744" y="1072"/>
                  </a:lnTo>
                  <a:cubicBezTo>
                    <a:pt x="10744" y="473"/>
                    <a:pt x="10271" y="0"/>
                    <a:pt x="9704" y="0"/>
                  </a:cubicBezTo>
                  <a:cubicBezTo>
                    <a:pt x="9232" y="0"/>
                    <a:pt x="8822" y="315"/>
                    <a:pt x="8664" y="694"/>
                  </a:cubicBezTo>
                  <a:lnTo>
                    <a:pt x="3561" y="694"/>
                  </a:lnTo>
                  <a:cubicBezTo>
                    <a:pt x="3403" y="284"/>
                    <a:pt x="2994" y="0"/>
                    <a:pt x="252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3" name="Google Shape;11963;p139"/>
            <p:cNvSpPr/>
            <p:nvPr/>
          </p:nvSpPr>
          <p:spPr>
            <a:xfrm>
              <a:off x="-16636725" y="2889375"/>
              <a:ext cx="18125" cy="72500"/>
            </a:xfrm>
            <a:custGeom>
              <a:rect b="b" l="l" r="r" t="t"/>
              <a:pathLst>
                <a:path extrusionOk="0" h="2900" w="725">
                  <a:moveTo>
                    <a:pt x="347" y="1"/>
                  </a:moveTo>
                  <a:cubicBezTo>
                    <a:pt x="158" y="1"/>
                    <a:pt x="0" y="158"/>
                    <a:pt x="0" y="379"/>
                  </a:cubicBezTo>
                  <a:lnTo>
                    <a:pt x="0" y="2521"/>
                  </a:lnTo>
                  <a:cubicBezTo>
                    <a:pt x="0" y="2742"/>
                    <a:pt x="158" y="2899"/>
                    <a:pt x="347" y="2899"/>
                  </a:cubicBezTo>
                  <a:cubicBezTo>
                    <a:pt x="536" y="2899"/>
                    <a:pt x="725" y="2742"/>
                    <a:pt x="725" y="2521"/>
                  </a:cubicBezTo>
                  <a:lnTo>
                    <a:pt x="725" y="379"/>
                  </a:ln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4" name="Google Shape;11964;p139"/>
            <p:cNvSpPr/>
            <p:nvPr/>
          </p:nvSpPr>
          <p:spPr>
            <a:xfrm>
              <a:off x="-16708400" y="2889375"/>
              <a:ext cx="17350" cy="72500"/>
            </a:xfrm>
            <a:custGeom>
              <a:rect b="b" l="l" r="r" t="t"/>
              <a:pathLst>
                <a:path extrusionOk="0" h="2900" w="694">
                  <a:moveTo>
                    <a:pt x="347" y="1"/>
                  </a:moveTo>
                  <a:cubicBezTo>
                    <a:pt x="158" y="1"/>
                    <a:pt x="0" y="158"/>
                    <a:pt x="0" y="379"/>
                  </a:cubicBezTo>
                  <a:lnTo>
                    <a:pt x="0" y="2521"/>
                  </a:lnTo>
                  <a:cubicBezTo>
                    <a:pt x="0" y="2742"/>
                    <a:pt x="158" y="2899"/>
                    <a:pt x="347" y="2899"/>
                  </a:cubicBezTo>
                  <a:cubicBezTo>
                    <a:pt x="536" y="2899"/>
                    <a:pt x="693" y="2742"/>
                    <a:pt x="693" y="2521"/>
                  </a:cubicBezTo>
                  <a:lnTo>
                    <a:pt x="693" y="379"/>
                  </a:ln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5" name="Google Shape;11965;p139"/>
            <p:cNvSpPr/>
            <p:nvPr/>
          </p:nvSpPr>
          <p:spPr>
            <a:xfrm>
              <a:off x="-16816300" y="3050850"/>
              <a:ext cx="72475" cy="18150"/>
            </a:xfrm>
            <a:custGeom>
              <a:rect b="b" l="l" r="r" t="t"/>
              <a:pathLst>
                <a:path extrusionOk="0" h="726" w="2899">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6" name="Google Shape;11966;p139"/>
            <p:cNvSpPr/>
            <p:nvPr/>
          </p:nvSpPr>
          <p:spPr>
            <a:xfrm>
              <a:off x="-16779300" y="3086300"/>
              <a:ext cx="88250" cy="18125"/>
            </a:xfrm>
            <a:custGeom>
              <a:rect b="b" l="l" r="r" t="t"/>
              <a:pathLst>
                <a:path extrusionOk="0" h="725" w="3530">
                  <a:moveTo>
                    <a:pt x="347" y="0"/>
                  </a:moveTo>
                  <a:cubicBezTo>
                    <a:pt x="158" y="0"/>
                    <a:pt x="1" y="158"/>
                    <a:pt x="1" y="378"/>
                  </a:cubicBezTo>
                  <a:cubicBezTo>
                    <a:pt x="1" y="567"/>
                    <a:pt x="158" y="725"/>
                    <a:pt x="347" y="725"/>
                  </a:cubicBezTo>
                  <a:lnTo>
                    <a:pt x="3183" y="725"/>
                  </a:lnTo>
                  <a:cubicBezTo>
                    <a:pt x="3372" y="725"/>
                    <a:pt x="3529" y="567"/>
                    <a:pt x="3529" y="378"/>
                  </a:cubicBezTo>
                  <a:cubicBezTo>
                    <a:pt x="3529" y="221"/>
                    <a:pt x="3372" y="0"/>
                    <a:pt x="318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7" name="Google Shape;11967;p139"/>
            <p:cNvSpPr/>
            <p:nvPr/>
          </p:nvSpPr>
          <p:spPr>
            <a:xfrm>
              <a:off x="-16636725" y="3086300"/>
              <a:ext cx="88225" cy="18125"/>
            </a:xfrm>
            <a:custGeom>
              <a:rect b="b" l="l" r="r" t="t"/>
              <a:pathLst>
                <a:path extrusionOk="0" h="725" w="3529">
                  <a:moveTo>
                    <a:pt x="347" y="0"/>
                  </a:moveTo>
                  <a:cubicBezTo>
                    <a:pt x="158" y="0"/>
                    <a:pt x="0" y="158"/>
                    <a:pt x="0" y="378"/>
                  </a:cubicBezTo>
                  <a:cubicBezTo>
                    <a:pt x="0" y="567"/>
                    <a:pt x="158" y="725"/>
                    <a:pt x="347" y="725"/>
                  </a:cubicBezTo>
                  <a:lnTo>
                    <a:pt x="3182" y="725"/>
                  </a:lnTo>
                  <a:cubicBezTo>
                    <a:pt x="3371" y="725"/>
                    <a:pt x="3529" y="567"/>
                    <a:pt x="3529" y="378"/>
                  </a:cubicBezTo>
                  <a:cubicBezTo>
                    <a:pt x="3529" y="221"/>
                    <a:pt x="3371" y="0"/>
                    <a:pt x="318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8" name="Google Shape;11968;p139"/>
            <p:cNvSpPr/>
            <p:nvPr/>
          </p:nvSpPr>
          <p:spPr>
            <a:xfrm>
              <a:off x="-16583950" y="3050850"/>
              <a:ext cx="72475" cy="18150"/>
            </a:xfrm>
            <a:custGeom>
              <a:rect b="b" l="l" r="r" t="t"/>
              <a:pathLst>
                <a:path extrusionOk="0" h="726" w="2899">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9" name="Google Shape;11969;p139"/>
            <p:cNvSpPr/>
            <p:nvPr/>
          </p:nvSpPr>
          <p:spPr>
            <a:xfrm>
              <a:off x="-16726525" y="3050850"/>
              <a:ext cx="125250" cy="18150"/>
            </a:xfrm>
            <a:custGeom>
              <a:rect b="b" l="l" r="r" t="t"/>
              <a:pathLst>
                <a:path extrusionOk="0" h="726" w="5010">
                  <a:moveTo>
                    <a:pt x="347" y="0"/>
                  </a:moveTo>
                  <a:cubicBezTo>
                    <a:pt x="158" y="0"/>
                    <a:pt x="1" y="158"/>
                    <a:pt x="1" y="378"/>
                  </a:cubicBezTo>
                  <a:cubicBezTo>
                    <a:pt x="1" y="568"/>
                    <a:pt x="158" y="725"/>
                    <a:pt x="347" y="725"/>
                  </a:cubicBezTo>
                  <a:lnTo>
                    <a:pt x="4663" y="725"/>
                  </a:lnTo>
                  <a:cubicBezTo>
                    <a:pt x="4852" y="725"/>
                    <a:pt x="5010" y="568"/>
                    <a:pt x="5010" y="378"/>
                  </a:cubicBezTo>
                  <a:cubicBezTo>
                    <a:pt x="5010" y="158"/>
                    <a:pt x="4852" y="0"/>
                    <a:pt x="466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70" name="Google Shape;11970;p139"/>
          <p:cNvGrpSpPr/>
          <p:nvPr/>
        </p:nvGrpSpPr>
        <p:grpSpPr>
          <a:xfrm>
            <a:off x="7263396" y="3444614"/>
            <a:ext cx="476329" cy="475125"/>
            <a:chOff x="-15717575" y="2786200"/>
            <a:chExt cx="306400" cy="305625"/>
          </a:xfrm>
        </p:grpSpPr>
        <p:sp>
          <p:nvSpPr>
            <p:cNvPr id="11971" name="Google Shape;11971;p139"/>
            <p:cNvSpPr/>
            <p:nvPr/>
          </p:nvSpPr>
          <p:spPr>
            <a:xfrm>
              <a:off x="-15717575" y="2786200"/>
              <a:ext cx="306400" cy="305625"/>
            </a:xfrm>
            <a:custGeom>
              <a:rect b="b" l="l" r="r" t="t"/>
              <a:pathLst>
                <a:path extrusionOk="0" h="12225" w="12256">
                  <a:moveTo>
                    <a:pt x="1387" y="788"/>
                  </a:moveTo>
                  <a:cubicBezTo>
                    <a:pt x="1796" y="788"/>
                    <a:pt x="2111" y="1103"/>
                    <a:pt x="2111" y="1513"/>
                  </a:cubicBezTo>
                  <a:lnTo>
                    <a:pt x="2111" y="4727"/>
                  </a:lnTo>
                  <a:cubicBezTo>
                    <a:pt x="2111" y="5325"/>
                    <a:pt x="2584" y="5798"/>
                    <a:pt x="3151" y="5798"/>
                  </a:cubicBezTo>
                  <a:lnTo>
                    <a:pt x="3907" y="5798"/>
                  </a:lnTo>
                  <a:cubicBezTo>
                    <a:pt x="4096" y="5798"/>
                    <a:pt x="4254" y="5640"/>
                    <a:pt x="4254" y="5420"/>
                  </a:cubicBezTo>
                  <a:lnTo>
                    <a:pt x="4254" y="3309"/>
                  </a:lnTo>
                  <a:cubicBezTo>
                    <a:pt x="4254" y="2332"/>
                    <a:pt x="5041" y="1545"/>
                    <a:pt x="6049" y="1545"/>
                  </a:cubicBezTo>
                  <a:cubicBezTo>
                    <a:pt x="7026" y="1545"/>
                    <a:pt x="7814" y="2332"/>
                    <a:pt x="7814" y="3309"/>
                  </a:cubicBezTo>
                  <a:lnTo>
                    <a:pt x="7814" y="8318"/>
                  </a:lnTo>
                  <a:cubicBezTo>
                    <a:pt x="7814" y="8507"/>
                    <a:pt x="7971" y="8665"/>
                    <a:pt x="8160" y="8665"/>
                  </a:cubicBezTo>
                  <a:lnTo>
                    <a:pt x="8916" y="8665"/>
                  </a:lnTo>
                  <a:cubicBezTo>
                    <a:pt x="9515" y="8665"/>
                    <a:pt x="9988" y="8192"/>
                    <a:pt x="9988" y="7593"/>
                  </a:cubicBezTo>
                  <a:lnTo>
                    <a:pt x="9988" y="5105"/>
                  </a:lnTo>
                  <a:cubicBezTo>
                    <a:pt x="9988" y="4727"/>
                    <a:pt x="10303" y="4411"/>
                    <a:pt x="10681" y="4411"/>
                  </a:cubicBezTo>
                  <a:cubicBezTo>
                    <a:pt x="11090" y="4411"/>
                    <a:pt x="11405" y="4727"/>
                    <a:pt x="11405" y="5105"/>
                  </a:cubicBezTo>
                  <a:lnTo>
                    <a:pt x="11405" y="7562"/>
                  </a:lnTo>
                  <a:lnTo>
                    <a:pt x="11437" y="7562"/>
                  </a:lnTo>
                  <a:cubicBezTo>
                    <a:pt x="11437" y="8948"/>
                    <a:pt x="10334" y="10051"/>
                    <a:pt x="8948" y="10051"/>
                  </a:cubicBezTo>
                  <a:lnTo>
                    <a:pt x="8192" y="10051"/>
                  </a:lnTo>
                  <a:cubicBezTo>
                    <a:pt x="8003" y="10051"/>
                    <a:pt x="7845" y="10208"/>
                    <a:pt x="7845" y="10397"/>
                  </a:cubicBezTo>
                  <a:lnTo>
                    <a:pt x="7845" y="11500"/>
                  </a:lnTo>
                  <a:lnTo>
                    <a:pt x="4254" y="11500"/>
                  </a:lnTo>
                  <a:lnTo>
                    <a:pt x="4254" y="7562"/>
                  </a:lnTo>
                  <a:cubicBezTo>
                    <a:pt x="4254" y="7373"/>
                    <a:pt x="4096" y="7215"/>
                    <a:pt x="3907" y="7215"/>
                  </a:cubicBezTo>
                  <a:lnTo>
                    <a:pt x="3151" y="7215"/>
                  </a:lnTo>
                  <a:cubicBezTo>
                    <a:pt x="1796" y="7215"/>
                    <a:pt x="694" y="6113"/>
                    <a:pt x="694" y="4727"/>
                  </a:cubicBezTo>
                  <a:lnTo>
                    <a:pt x="694" y="1513"/>
                  </a:lnTo>
                  <a:cubicBezTo>
                    <a:pt x="694" y="1103"/>
                    <a:pt x="1009" y="788"/>
                    <a:pt x="1387" y="788"/>
                  </a:cubicBezTo>
                  <a:close/>
                  <a:moveTo>
                    <a:pt x="1418" y="1"/>
                  </a:moveTo>
                  <a:cubicBezTo>
                    <a:pt x="631" y="1"/>
                    <a:pt x="1" y="631"/>
                    <a:pt x="1" y="1419"/>
                  </a:cubicBezTo>
                  <a:lnTo>
                    <a:pt x="1" y="4664"/>
                  </a:lnTo>
                  <a:cubicBezTo>
                    <a:pt x="1" y="6428"/>
                    <a:pt x="1481" y="7877"/>
                    <a:pt x="3246" y="7877"/>
                  </a:cubicBezTo>
                  <a:lnTo>
                    <a:pt x="3624" y="7877"/>
                  </a:lnTo>
                  <a:lnTo>
                    <a:pt x="3624" y="11500"/>
                  </a:lnTo>
                  <a:lnTo>
                    <a:pt x="2584" y="11500"/>
                  </a:lnTo>
                  <a:cubicBezTo>
                    <a:pt x="2363" y="11500"/>
                    <a:pt x="2206" y="11658"/>
                    <a:pt x="2206" y="11847"/>
                  </a:cubicBezTo>
                  <a:cubicBezTo>
                    <a:pt x="2206" y="12036"/>
                    <a:pt x="2363" y="12225"/>
                    <a:pt x="2584" y="12225"/>
                  </a:cubicBezTo>
                  <a:lnTo>
                    <a:pt x="9704" y="12225"/>
                  </a:lnTo>
                  <a:cubicBezTo>
                    <a:pt x="9893" y="12225"/>
                    <a:pt x="10051" y="12036"/>
                    <a:pt x="10051" y="11847"/>
                  </a:cubicBezTo>
                  <a:cubicBezTo>
                    <a:pt x="10051" y="11658"/>
                    <a:pt x="9893" y="11500"/>
                    <a:pt x="9704" y="11500"/>
                  </a:cubicBezTo>
                  <a:lnTo>
                    <a:pt x="8633" y="11500"/>
                  </a:lnTo>
                  <a:lnTo>
                    <a:pt x="8633" y="10744"/>
                  </a:lnTo>
                  <a:lnTo>
                    <a:pt x="9042" y="10744"/>
                  </a:lnTo>
                  <a:cubicBezTo>
                    <a:pt x="10807" y="10744"/>
                    <a:pt x="12256" y="9295"/>
                    <a:pt x="12256" y="7530"/>
                  </a:cubicBezTo>
                  <a:lnTo>
                    <a:pt x="12256" y="5042"/>
                  </a:lnTo>
                  <a:cubicBezTo>
                    <a:pt x="12130" y="4285"/>
                    <a:pt x="11500" y="3624"/>
                    <a:pt x="10712" y="3624"/>
                  </a:cubicBezTo>
                  <a:cubicBezTo>
                    <a:pt x="9925" y="3624"/>
                    <a:pt x="9294" y="4254"/>
                    <a:pt x="9294" y="5042"/>
                  </a:cubicBezTo>
                  <a:lnTo>
                    <a:pt x="9294" y="7530"/>
                  </a:lnTo>
                  <a:cubicBezTo>
                    <a:pt x="9294" y="7719"/>
                    <a:pt x="9137" y="7877"/>
                    <a:pt x="8948" y="7877"/>
                  </a:cubicBezTo>
                  <a:lnTo>
                    <a:pt x="8570" y="7877"/>
                  </a:lnTo>
                  <a:lnTo>
                    <a:pt x="8570" y="3246"/>
                  </a:lnTo>
                  <a:cubicBezTo>
                    <a:pt x="8570" y="1860"/>
                    <a:pt x="7467" y="757"/>
                    <a:pt x="6081" y="757"/>
                  </a:cubicBezTo>
                  <a:cubicBezTo>
                    <a:pt x="4695" y="757"/>
                    <a:pt x="3592" y="1860"/>
                    <a:pt x="3592" y="3246"/>
                  </a:cubicBezTo>
                  <a:lnTo>
                    <a:pt x="3592" y="5010"/>
                  </a:lnTo>
                  <a:lnTo>
                    <a:pt x="3214" y="5010"/>
                  </a:lnTo>
                  <a:cubicBezTo>
                    <a:pt x="2993" y="5010"/>
                    <a:pt x="2836" y="4853"/>
                    <a:pt x="2836" y="4664"/>
                  </a:cubicBezTo>
                  <a:lnTo>
                    <a:pt x="2836" y="1419"/>
                  </a:lnTo>
                  <a:cubicBezTo>
                    <a:pt x="2836" y="631"/>
                    <a:pt x="2206" y="1"/>
                    <a:pt x="141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2" name="Google Shape;11972;p139"/>
            <p:cNvSpPr/>
            <p:nvPr/>
          </p:nvSpPr>
          <p:spPr>
            <a:xfrm>
              <a:off x="-15593125" y="2859450"/>
              <a:ext cx="18125" cy="35475"/>
            </a:xfrm>
            <a:custGeom>
              <a:rect b="b" l="l" r="r" t="t"/>
              <a:pathLst>
                <a:path extrusionOk="0" h="1419" w="725">
                  <a:moveTo>
                    <a:pt x="347" y="1"/>
                  </a:moveTo>
                  <a:cubicBezTo>
                    <a:pt x="158" y="1"/>
                    <a:pt x="0" y="158"/>
                    <a:pt x="0" y="347"/>
                  </a:cubicBezTo>
                  <a:lnTo>
                    <a:pt x="0" y="1040"/>
                  </a:lnTo>
                  <a:cubicBezTo>
                    <a:pt x="0" y="1261"/>
                    <a:pt x="158" y="1418"/>
                    <a:pt x="347" y="1418"/>
                  </a:cubicBezTo>
                  <a:cubicBezTo>
                    <a:pt x="536" y="1418"/>
                    <a:pt x="725" y="1261"/>
                    <a:pt x="725" y="1040"/>
                  </a:cubicBezTo>
                  <a:lnTo>
                    <a:pt x="725" y="347"/>
                  </a:lnTo>
                  <a:cubicBezTo>
                    <a:pt x="725"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3" name="Google Shape;11973;p139"/>
            <p:cNvSpPr/>
            <p:nvPr/>
          </p:nvSpPr>
          <p:spPr>
            <a:xfrm>
              <a:off x="-15593125" y="2966575"/>
              <a:ext cx="17350" cy="35475"/>
            </a:xfrm>
            <a:custGeom>
              <a:rect b="b" l="l" r="r" t="t"/>
              <a:pathLst>
                <a:path extrusionOk="0" h="1419" w="694">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4" name="Google Shape;11974;p139"/>
            <p:cNvSpPr/>
            <p:nvPr/>
          </p:nvSpPr>
          <p:spPr>
            <a:xfrm>
              <a:off x="-15557675" y="2859450"/>
              <a:ext cx="17350" cy="35475"/>
            </a:xfrm>
            <a:custGeom>
              <a:rect b="b" l="l" r="r" t="t"/>
              <a:pathLst>
                <a:path extrusionOk="0" h="1419" w="694">
                  <a:moveTo>
                    <a:pt x="347" y="1"/>
                  </a:moveTo>
                  <a:cubicBezTo>
                    <a:pt x="158" y="1"/>
                    <a:pt x="0" y="158"/>
                    <a:pt x="0" y="347"/>
                  </a:cubicBezTo>
                  <a:lnTo>
                    <a:pt x="0" y="1040"/>
                  </a:lnTo>
                  <a:cubicBezTo>
                    <a:pt x="0" y="1261"/>
                    <a:pt x="158" y="1418"/>
                    <a:pt x="347" y="1418"/>
                  </a:cubicBezTo>
                  <a:cubicBezTo>
                    <a:pt x="536" y="1418"/>
                    <a:pt x="693" y="1261"/>
                    <a:pt x="693" y="1040"/>
                  </a:cubicBezTo>
                  <a:lnTo>
                    <a:pt x="693" y="347"/>
                  </a:ln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5" name="Google Shape;11975;p139"/>
            <p:cNvSpPr/>
            <p:nvPr/>
          </p:nvSpPr>
          <p:spPr>
            <a:xfrm>
              <a:off x="-15557675" y="2966575"/>
              <a:ext cx="17350" cy="35475"/>
            </a:xfrm>
            <a:custGeom>
              <a:rect b="b" l="l" r="r" t="t"/>
              <a:pathLst>
                <a:path extrusionOk="0" h="1419" w="694">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6" name="Google Shape;11976;p139"/>
            <p:cNvSpPr/>
            <p:nvPr/>
          </p:nvSpPr>
          <p:spPr>
            <a:xfrm>
              <a:off x="-15575800" y="2913025"/>
              <a:ext cx="18125" cy="35450"/>
            </a:xfrm>
            <a:custGeom>
              <a:rect b="b" l="l" r="r" t="t"/>
              <a:pathLst>
                <a:path extrusionOk="0" h="1418" w="725">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7" name="Google Shape;11977;p139"/>
            <p:cNvSpPr/>
            <p:nvPr/>
          </p:nvSpPr>
          <p:spPr>
            <a:xfrm>
              <a:off x="-15575800" y="3019350"/>
              <a:ext cx="18125" cy="35450"/>
            </a:xfrm>
            <a:custGeom>
              <a:rect b="b" l="l" r="r" t="t"/>
              <a:pathLst>
                <a:path extrusionOk="0" h="1418" w="725">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78" name="Google Shape;11978;p139"/>
          <p:cNvGrpSpPr/>
          <p:nvPr/>
        </p:nvGrpSpPr>
        <p:grpSpPr>
          <a:xfrm>
            <a:off x="2600969" y="1688296"/>
            <a:ext cx="475125" cy="473920"/>
            <a:chOff x="-20173175" y="2038750"/>
            <a:chExt cx="305625" cy="304850"/>
          </a:xfrm>
        </p:grpSpPr>
        <p:sp>
          <p:nvSpPr>
            <p:cNvPr id="11979" name="Google Shape;11979;p139"/>
            <p:cNvSpPr/>
            <p:nvPr/>
          </p:nvSpPr>
          <p:spPr>
            <a:xfrm>
              <a:off x="-20173175" y="2038750"/>
              <a:ext cx="197725" cy="303275"/>
            </a:xfrm>
            <a:custGeom>
              <a:rect b="b" l="l" r="r" t="t"/>
              <a:pathLst>
                <a:path extrusionOk="0" h="12131" w="7909">
                  <a:moveTo>
                    <a:pt x="2175" y="3624"/>
                  </a:moveTo>
                  <a:cubicBezTo>
                    <a:pt x="3120" y="3781"/>
                    <a:pt x="3908" y="4506"/>
                    <a:pt x="4160" y="5451"/>
                  </a:cubicBezTo>
                  <a:cubicBezTo>
                    <a:pt x="3845" y="5294"/>
                    <a:pt x="3372" y="5136"/>
                    <a:pt x="2931" y="5042"/>
                  </a:cubicBezTo>
                  <a:cubicBezTo>
                    <a:pt x="2521" y="4663"/>
                    <a:pt x="2238" y="4191"/>
                    <a:pt x="2175" y="3624"/>
                  </a:cubicBezTo>
                  <a:close/>
                  <a:moveTo>
                    <a:pt x="6932" y="725"/>
                  </a:moveTo>
                  <a:cubicBezTo>
                    <a:pt x="6302" y="2332"/>
                    <a:pt x="6302" y="4159"/>
                    <a:pt x="6932" y="5766"/>
                  </a:cubicBezTo>
                  <a:lnTo>
                    <a:pt x="5168" y="5766"/>
                  </a:lnTo>
                  <a:cubicBezTo>
                    <a:pt x="5798" y="4159"/>
                    <a:pt x="5798" y="2332"/>
                    <a:pt x="5168" y="725"/>
                  </a:cubicBezTo>
                  <a:close/>
                  <a:moveTo>
                    <a:pt x="2490" y="5766"/>
                  </a:moveTo>
                  <a:cubicBezTo>
                    <a:pt x="3025" y="5766"/>
                    <a:pt x="3530" y="5955"/>
                    <a:pt x="3908" y="6113"/>
                  </a:cubicBezTo>
                  <a:cubicBezTo>
                    <a:pt x="3530" y="6270"/>
                    <a:pt x="3025" y="6459"/>
                    <a:pt x="2490" y="6459"/>
                  </a:cubicBezTo>
                  <a:cubicBezTo>
                    <a:pt x="1923" y="6459"/>
                    <a:pt x="1419" y="6270"/>
                    <a:pt x="1009" y="6113"/>
                  </a:cubicBezTo>
                  <a:cubicBezTo>
                    <a:pt x="1387" y="5924"/>
                    <a:pt x="1891" y="5766"/>
                    <a:pt x="2490" y="5766"/>
                  </a:cubicBezTo>
                  <a:close/>
                  <a:moveTo>
                    <a:pt x="4128" y="6743"/>
                  </a:moveTo>
                  <a:lnTo>
                    <a:pt x="4128" y="6743"/>
                  </a:lnTo>
                  <a:cubicBezTo>
                    <a:pt x="3908" y="7688"/>
                    <a:pt x="3120" y="8444"/>
                    <a:pt x="2112" y="8570"/>
                  </a:cubicBezTo>
                  <a:cubicBezTo>
                    <a:pt x="2206" y="8003"/>
                    <a:pt x="2490" y="7530"/>
                    <a:pt x="2868" y="7152"/>
                  </a:cubicBezTo>
                  <a:cubicBezTo>
                    <a:pt x="3372" y="7058"/>
                    <a:pt x="3813" y="6900"/>
                    <a:pt x="4128" y="6743"/>
                  </a:cubicBezTo>
                  <a:close/>
                  <a:moveTo>
                    <a:pt x="6932" y="6428"/>
                  </a:moveTo>
                  <a:cubicBezTo>
                    <a:pt x="6270" y="8034"/>
                    <a:pt x="6270" y="9893"/>
                    <a:pt x="6932" y="11469"/>
                  </a:cubicBezTo>
                  <a:lnTo>
                    <a:pt x="5168" y="11469"/>
                  </a:lnTo>
                  <a:cubicBezTo>
                    <a:pt x="5798" y="9862"/>
                    <a:pt x="5798" y="8034"/>
                    <a:pt x="5168" y="6428"/>
                  </a:cubicBezTo>
                  <a:close/>
                  <a:moveTo>
                    <a:pt x="4664" y="1"/>
                  </a:moveTo>
                  <a:cubicBezTo>
                    <a:pt x="4380" y="1"/>
                    <a:pt x="4223" y="284"/>
                    <a:pt x="4349" y="536"/>
                  </a:cubicBezTo>
                  <a:cubicBezTo>
                    <a:pt x="5010" y="1860"/>
                    <a:pt x="5168" y="3403"/>
                    <a:pt x="4758" y="4853"/>
                  </a:cubicBezTo>
                  <a:cubicBezTo>
                    <a:pt x="4286" y="3718"/>
                    <a:pt x="3151" y="2868"/>
                    <a:pt x="1797" y="2868"/>
                  </a:cubicBezTo>
                  <a:cubicBezTo>
                    <a:pt x="1608" y="2868"/>
                    <a:pt x="1450" y="3057"/>
                    <a:pt x="1450" y="3246"/>
                  </a:cubicBezTo>
                  <a:cubicBezTo>
                    <a:pt x="1450" y="3907"/>
                    <a:pt x="1639" y="4537"/>
                    <a:pt x="2017" y="5042"/>
                  </a:cubicBezTo>
                  <a:cubicBezTo>
                    <a:pt x="978" y="5199"/>
                    <a:pt x="158" y="5766"/>
                    <a:pt x="158" y="5798"/>
                  </a:cubicBezTo>
                  <a:cubicBezTo>
                    <a:pt x="95" y="5861"/>
                    <a:pt x="1" y="5955"/>
                    <a:pt x="1" y="6081"/>
                  </a:cubicBezTo>
                  <a:cubicBezTo>
                    <a:pt x="1" y="6207"/>
                    <a:pt x="32" y="6302"/>
                    <a:pt x="158" y="6333"/>
                  </a:cubicBezTo>
                  <a:cubicBezTo>
                    <a:pt x="190" y="6396"/>
                    <a:pt x="978" y="6932"/>
                    <a:pt x="2017" y="7089"/>
                  </a:cubicBezTo>
                  <a:cubicBezTo>
                    <a:pt x="1639" y="7593"/>
                    <a:pt x="1450" y="8287"/>
                    <a:pt x="1450" y="8917"/>
                  </a:cubicBezTo>
                  <a:cubicBezTo>
                    <a:pt x="1450" y="9106"/>
                    <a:pt x="1608" y="9263"/>
                    <a:pt x="1797" y="9263"/>
                  </a:cubicBezTo>
                  <a:cubicBezTo>
                    <a:pt x="3151" y="9263"/>
                    <a:pt x="4286" y="8476"/>
                    <a:pt x="4758" y="7278"/>
                  </a:cubicBezTo>
                  <a:lnTo>
                    <a:pt x="4758" y="7278"/>
                  </a:lnTo>
                  <a:cubicBezTo>
                    <a:pt x="5168" y="8696"/>
                    <a:pt x="5010" y="10271"/>
                    <a:pt x="4349" y="11626"/>
                  </a:cubicBezTo>
                  <a:cubicBezTo>
                    <a:pt x="4223" y="11847"/>
                    <a:pt x="4380" y="12130"/>
                    <a:pt x="4664" y="12130"/>
                  </a:cubicBezTo>
                  <a:lnTo>
                    <a:pt x="7499" y="12130"/>
                  </a:lnTo>
                  <a:cubicBezTo>
                    <a:pt x="7751" y="12130"/>
                    <a:pt x="7909" y="11878"/>
                    <a:pt x="7814" y="11626"/>
                  </a:cubicBezTo>
                  <a:cubicBezTo>
                    <a:pt x="6932" y="9925"/>
                    <a:pt x="6932" y="7908"/>
                    <a:pt x="7814" y="6239"/>
                  </a:cubicBezTo>
                  <a:cubicBezTo>
                    <a:pt x="7846" y="6144"/>
                    <a:pt x="7846" y="6018"/>
                    <a:pt x="7814" y="5924"/>
                  </a:cubicBezTo>
                  <a:cubicBezTo>
                    <a:pt x="6932" y="4222"/>
                    <a:pt x="6932" y="2206"/>
                    <a:pt x="7814" y="505"/>
                  </a:cubicBezTo>
                  <a:cubicBezTo>
                    <a:pt x="7909" y="284"/>
                    <a:pt x="7720" y="1"/>
                    <a:pt x="749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0" name="Google Shape;11980;p139"/>
            <p:cNvSpPr/>
            <p:nvPr/>
          </p:nvSpPr>
          <p:spPr>
            <a:xfrm>
              <a:off x="-19962875" y="2110425"/>
              <a:ext cx="95325" cy="233175"/>
            </a:xfrm>
            <a:custGeom>
              <a:rect b="b" l="l" r="r" t="t"/>
              <a:pathLst>
                <a:path extrusionOk="0" h="9327" w="3813">
                  <a:moveTo>
                    <a:pt x="2773" y="725"/>
                  </a:moveTo>
                  <a:cubicBezTo>
                    <a:pt x="2269" y="1859"/>
                    <a:pt x="2269" y="3151"/>
                    <a:pt x="2773" y="4317"/>
                  </a:cubicBezTo>
                  <a:lnTo>
                    <a:pt x="1103" y="4317"/>
                  </a:lnTo>
                  <a:cubicBezTo>
                    <a:pt x="1639" y="3151"/>
                    <a:pt x="1639" y="1859"/>
                    <a:pt x="1103" y="725"/>
                  </a:cubicBezTo>
                  <a:close/>
                  <a:moveTo>
                    <a:pt x="2742" y="4978"/>
                  </a:moveTo>
                  <a:cubicBezTo>
                    <a:pt x="2458" y="5546"/>
                    <a:pt x="2332" y="6176"/>
                    <a:pt x="2332" y="6806"/>
                  </a:cubicBezTo>
                  <a:cubicBezTo>
                    <a:pt x="2332" y="7467"/>
                    <a:pt x="2490" y="8066"/>
                    <a:pt x="2742" y="8602"/>
                  </a:cubicBezTo>
                  <a:lnTo>
                    <a:pt x="1072" y="8602"/>
                  </a:lnTo>
                  <a:cubicBezTo>
                    <a:pt x="1355" y="8066"/>
                    <a:pt x="1482" y="7436"/>
                    <a:pt x="1482" y="6806"/>
                  </a:cubicBezTo>
                  <a:cubicBezTo>
                    <a:pt x="1482" y="6176"/>
                    <a:pt x="1355" y="5546"/>
                    <a:pt x="1072" y="4978"/>
                  </a:cubicBezTo>
                  <a:close/>
                  <a:moveTo>
                    <a:pt x="473" y="1"/>
                  </a:moveTo>
                  <a:cubicBezTo>
                    <a:pt x="221" y="1"/>
                    <a:pt x="32" y="347"/>
                    <a:pt x="158" y="568"/>
                  </a:cubicBezTo>
                  <a:cubicBezTo>
                    <a:pt x="914" y="1670"/>
                    <a:pt x="1009" y="3151"/>
                    <a:pt x="158" y="4474"/>
                  </a:cubicBezTo>
                  <a:cubicBezTo>
                    <a:pt x="95" y="4600"/>
                    <a:pt x="95" y="4726"/>
                    <a:pt x="158" y="4852"/>
                  </a:cubicBezTo>
                  <a:cubicBezTo>
                    <a:pt x="946" y="6050"/>
                    <a:pt x="946" y="7625"/>
                    <a:pt x="158" y="8759"/>
                  </a:cubicBezTo>
                  <a:cubicBezTo>
                    <a:pt x="1" y="9011"/>
                    <a:pt x="158" y="9326"/>
                    <a:pt x="473" y="9326"/>
                  </a:cubicBezTo>
                  <a:lnTo>
                    <a:pt x="3309" y="9326"/>
                  </a:lnTo>
                  <a:cubicBezTo>
                    <a:pt x="3592" y="9326"/>
                    <a:pt x="3813" y="9011"/>
                    <a:pt x="3624" y="8759"/>
                  </a:cubicBezTo>
                  <a:cubicBezTo>
                    <a:pt x="2836" y="7593"/>
                    <a:pt x="2836" y="6018"/>
                    <a:pt x="3624" y="4852"/>
                  </a:cubicBezTo>
                  <a:cubicBezTo>
                    <a:pt x="3718" y="4726"/>
                    <a:pt x="3718" y="4600"/>
                    <a:pt x="3624" y="4474"/>
                  </a:cubicBezTo>
                  <a:cubicBezTo>
                    <a:pt x="2836" y="3277"/>
                    <a:pt x="2836" y="1765"/>
                    <a:pt x="3624" y="568"/>
                  </a:cubicBezTo>
                  <a:cubicBezTo>
                    <a:pt x="3813" y="347"/>
                    <a:pt x="3624" y="1"/>
                    <a:pt x="330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981" name="Google Shape;11981;p139"/>
          <p:cNvSpPr/>
          <p:nvPr/>
        </p:nvSpPr>
        <p:spPr>
          <a:xfrm>
            <a:off x="2600972" y="2275467"/>
            <a:ext cx="472676" cy="472054"/>
          </a:xfrm>
          <a:custGeom>
            <a:rect b="b" l="l" r="r" t="t"/>
            <a:pathLst>
              <a:path extrusionOk="0" h="12146" w="12162">
                <a:moveTo>
                  <a:pt x="8979" y="686"/>
                </a:moveTo>
                <a:lnTo>
                  <a:pt x="11437" y="1946"/>
                </a:lnTo>
                <a:lnTo>
                  <a:pt x="11437" y="5096"/>
                </a:lnTo>
                <a:lnTo>
                  <a:pt x="8979" y="6357"/>
                </a:lnTo>
                <a:lnTo>
                  <a:pt x="8444" y="6073"/>
                </a:lnTo>
                <a:cubicBezTo>
                  <a:pt x="8444" y="5821"/>
                  <a:pt x="8381" y="5569"/>
                  <a:pt x="8286" y="5285"/>
                </a:cubicBezTo>
                <a:lnTo>
                  <a:pt x="9767" y="4939"/>
                </a:lnTo>
                <a:cubicBezTo>
                  <a:pt x="9956" y="4907"/>
                  <a:pt x="10082" y="4718"/>
                  <a:pt x="10019" y="4498"/>
                </a:cubicBezTo>
                <a:cubicBezTo>
                  <a:pt x="9993" y="4342"/>
                  <a:pt x="9861" y="4229"/>
                  <a:pt x="9709" y="4229"/>
                </a:cubicBezTo>
                <a:cubicBezTo>
                  <a:pt x="9676" y="4229"/>
                  <a:pt x="9643" y="4235"/>
                  <a:pt x="9609" y="4246"/>
                </a:cubicBezTo>
                <a:lnTo>
                  <a:pt x="7940" y="4655"/>
                </a:lnTo>
                <a:cubicBezTo>
                  <a:pt x="7877" y="4592"/>
                  <a:pt x="7814" y="4498"/>
                  <a:pt x="7751" y="4435"/>
                </a:cubicBezTo>
                <a:lnTo>
                  <a:pt x="8570" y="2986"/>
                </a:lnTo>
                <a:cubicBezTo>
                  <a:pt x="8664" y="2828"/>
                  <a:pt x="8601" y="2576"/>
                  <a:pt x="8444" y="2513"/>
                </a:cubicBezTo>
                <a:cubicBezTo>
                  <a:pt x="8385" y="2477"/>
                  <a:pt x="8317" y="2460"/>
                  <a:pt x="8250" y="2460"/>
                </a:cubicBezTo>
                <a:cubicBezTo>
                  <a:pt x="8139" y="2460"/>
                  <a:pt x="8030" y="2509"/>
                  <a:pt x="7971" y="2607"/>
                </a:cubicBezTo>
                <a:lnTo>
                  <a:pt x="7184" y="3994"/>
                </a:lnTo>
                <a:cubicBezTo>
                  <a:pt x="6963" y="3868"/>
                  <a:pt x="6774" y="3805"/>
                  <a:pt x="6490" y="3710"/>
                </a:cubicBezTo>
                <a:lnTo>
                  <a:pt x="6490" y="1946"/>
                </a:lnTo>
                <a:lnTo>
                  <a:pt x="8979" y="686"/>
                </a:lnTo>
                <a:close/>
                <a:moveTo>
                  <a:pt x="2438" y="3498"/>
                </a:moveTo>
                <a:cubicBezTo>
                  <a:pt x="2782" y="3498"/>
                  <a:pt x="3112" y="3707"/>
                  <a:pt x="3245" y="4088"/>
                </a:cubicBezTo>
                <a:lnTo>
                  <a:pt x="4191" y="6451"/>
                </a:lnTo>
                <a:cubicBezTo>
                  <a:pt x="3876" y="6231"/>
                  <a:pt x="2363" y="5380"/>
                  <a:pt x="2017" y="5191"/>
                </a:cubicBezTo>
                <a:cubicBezTo>
                  <a:pt x="1481" y="4907"/>
                  <a:pt x="1387" y="4183"/>
                  <a:pt x="1796" y="3773"/>
                </a:cubicBezTo>
                <a:cubicBezTo>
                  <a:pt x="1983" y="3587"/>
                  <a:pt x="2213" y="3498"/>
                  <a:pt x="2438" y="3498"/>
                </a:cubicBezTo>
                <a:close/>
                <a:moveTo>
                  <a:pt x="5970" y="4409"/>
                </a:moveTo>
                <a:cubicBezTo>
                  <a:pt x="6417" y="4409"/>
                  <a:pt x="6857" y="4584"/>
                  <a:pt x="7184" y="4939"/>
                </a:cubicBezTo>
                <a:cubicBezTo>
                  <a:pt x="7940" y="5695"/>
                  <a:pt x="7877" y="6987"/>
                  <a:pt x="6995" y="7648"/>
                </a:cubicBezTo>
                <a:lnTo>
                  <a:pt x="5230" y="6955"/>
                </a:lnTo>
                <a:lnTo>
                  <a:pt x="4506" y="5191"/>
                </a:lnTo>
                <a:cubicBezTo>
                  <a:pt x="4870" y="4671"/>
                  <a:pt x="5424" y="4409"/>
                  <a:pt x="5970" y="4409"/>
                </a:cubicBezTo>
                <a:close/>
                <a:moveTo>
                  <a:pt x="3025" y="6609"/>
                </a:moveTo>
                <a:lnTo>
                  <a:pt x="4632" y="7491"/>
                </a:lnTo>
                <a:lnTo>
                  <a:pt x="5545" y="9129"/>
                </a:lnTo>
                <a:lnTo>
                  <a:pt x="5419" y="9223"/>
                </a:lnTo>
                <a:lnTo>
                  <a:pt x="2899" y="6703"/>
                </a:lnTo>
                <a:lnTo>
                  <a:pt x="3025" y="6609"/>
                </a:lnTo>
                <a:close/>
                <a:moveTo>
                  <a:pt x="2395" y="7207"/>
                </a:moveTo>
                <a:lnTo>
                  <a:pt x="4915" y="9759"/>
                </a:lnTo>
                <a:lnTo>
                  <a:pt x="4758" y="9917"/>
                </a:lnTo>
                <a:cubicBezTo>
                  <a:pt x="4632" y="10011"/>
                  <a:pt x="4537" y="10106"/>
                  <a:pt x="4411" y="10232"/>
                </a:cubicBezTo>
                <a:lnTo>
                  <a:pt x="1922" y="7743"/>
                </a:lnTo>
                <a:cubicBezTo>
                  <a:pt x="1985" y="7617"/>
                  <a:pt x="2111" y="7491"/>
                  <a:pt x="2237" y="7396"/>
                </a:cubicBezTo>
                <a:lnTo>
                  <a:pt x="2395" y="7207"/>
                </a:lnTo>
                <a:close/>
                <a:moveTo>
                  <a:pt x="5734" y="7900"/>
                </a:moveTo>
                <a:cubicBezTo>
                  <a:pt x="6018" y="8026"/>
                  <a:pt x="7782" y="8719"/>
                  <a:pt x="8066" y="8845"/>
                </a:cubicBezTo>
                <a:cubicBezTo>
                  <a:pt x="8664" y="9066"/>
                  <a:pt x="8822" y="9854"/>
                  <a:pt x="8381" y="10295"/>
                </a:cubicBezTo>
                <a:cubicBezTo>
                  <a:pt x="8196" y="10479"/>
                  <a:pt x="7968" y="10564"/>
                  <a:pt x="7744" y="10564"/>
                </a:cubicBezTo>
                <a:cubicBezTo>
                  <a:pt x="7432" y="10564"/>
                  <a:pt x="7128" y="10399"/>
                  <a:pt x="6963" y="10106"/>
                </a:cubicBezTo>
                <a:cubicBezTo>
                  <a:pt x="6837" y="9854"/>
                  <a:pt x="5860" y="8089"/>
                  <a:pt x="5734" y="7900"/>
                </a:cubicBezTo>
                <a:close/>
                <a:moveTo>
                  <a:pt x="1576" y="8404"/>
                </a:moveTo>
                <a:lnTo>
                  <a:pt x="3750" y="10578"/>
                </a:lnTo>
                <a:cubicBezTo>
                  <a:pt x="3447" y="10661"/>
                  <a:pt x="3132" y="10707"/>
                  <a:pt x="2819" y="10707"/>
                </a:cubicBezTo>
                <a:cubicBezTo>
                  <a:pt x="2414" y="10707"/>
                  <a:pt x="2012" y="10630"/>
                  <a:pt x="1639" y="10452"/>
                </a:cubicBezTo>
                <a:cubicBezTo>
                  <a:pt x="1324" y="9791"/>
                  <a:pt x="1324" y="9034"/>
                  <a:pt x="1576" y="8404"/>
                </a:cubicBezTo>
                <a:close/>
                <a:moveTo>
                  <a:pt x="8956" y="0"/>
                </a:moveTo>
                <a:cubicBezTo>
                  <a:pt x="8901" y="0"/>
                  <a:pt x="8853" y="8"/>
                  <a:pt x="8822" y="24"/>
                </a:cubicBezTo>
                <a:lnTo>
                  <a:pt x="5986" y="1442"/>
                </a:lnTo>
                <a:cubicBezTo>
                  <a:pt x="5860" y="1505"/>
                  <a:pt x="5766" y="1631"/>
                  <a:pt x="5766" y="1757"/>
                </a:cubicBezTo>
                <a:lnTo>
                  <a:pt x="5766" y="3710"/>
                </a:lnTo>
                <a:cubicBezTo>
                  <a:pt x="5199" y="3773"/>
                  <a:pt x="4632" y="4025"/>
                  <a:pt x="4254" y="4435"/>
                </a:cubicBezTo>
                <a:lnTo>
                  <a:pt x="4002" y="3805"/>
                </a:lnTo>
                <a:cubicBezTo>
                  <a:pt x="3751" y="3149"/>
                  <a:pt x="3134" y="2788"/>
                  <a:pt x="2505" y="2788"/>
                </a:cubicBezTo>
                <a:cubicBezTo>
                  <a:pt x="2107" y="2788"/>
                  <a:pt x="1704" y="2932"/>
                  <a:pt x="1387" y="3238"/>
                </a:cubicBezTo>
                <a:cubicBezTo>
                  <a:pt x="631" y="3994"/>
                  <a:pt x="788" y="5285"/>
                  <a:pt x="1733" y="5821"/>
                </a:cubicBezTo>
                <a:lnTo>
                  <a:pt x="2426" y="6199"/>
                </a:lnTo>
                <a:lnTo>
                  <a:pt x="1765" y="6861"/>
                </a:lnTo>
                <a:cubicBezTo>
                  <a:pt x="788" y="7869"/>
                  <a:pt x="473" y="9349"/>
                  <a:pt x="1009" y="10641"/>
                </a:cubicBezTo>
                <a:lnTo>
                  <a:pt x="158" y="11523"/>
                </a:lnTo>
                <a:cubicBezTo>
                  <a:pt x="0" y="11681"/>
                  <a:pt x="0" y="11870"/>
                  <a:pt x="158" y="12027"/>
                </a:cubicBezTo>
                <a:cubicBezTo>
                  <a:pt x="237" y="12106"/>
                  <a:pt x="323" y="12146"/>
                  <a:pt x="410" y="12146"/>
                </a:cubicBezTo>
                <a:cubicBezTo>
                  <a:pt x="497" y="12146"/>
                  <a:pt x="583" y="12106"/>
                  <a:pt x="662" y="12027"/>
                </a:cubicBezTo>
                <a:lnTo>
                  <a:pt x="1544" y="11177"/>
                </a:lnTo>
                <a:cubicBezTo>
                  <a:pt x="1966" y="11341"/>
                  <a:pt x="2408" y="11422"/>
                  <a:pt x="2846" y="11422"/>
                </a:cubicBezTo>
                <a:cubicBezTo>
                  <a:pt x="3752" y="11422"/>
                  <a:pt x="4646" y="11079"/>
                  <a:pt x="5325" y="10421"/>
                </a:cubicBezTo>
                <a:lnTo>
                  <a:pt x="5986" y="9759"/>
                </a:lnTo>
                <a:lnTo>
                  <a:pt x="6364" y="10452"/>
                </a:lnTo>
                <a:cubicBezTo>
                  <a:pt x="6672" y="10994"/>
                  <a:pt x="7217" y="11277"/>
                  <a:pt x="7776" y="11277"/>
                </a:cubicBezTo>
                <a:cubicBezTo>
                  <a:pt x="8190" y="11277"/>
                  <a:pt x="8612" y="11121"/>
                  <a:pt x="8948" y="10799"/>
                </a:cubicBezTo>
                <a:cubicBezTo>
                  <a:pt x="9767" y="9980"/>
                  <a:pt x="9483" y="8593"/>
                  <a:pt x="8381" y="8184"/>
                </a:cubicBezTo>
                <a:lnTo>
                  <a:pt x="7751" y="7932"/>
                </a:lnTo>
                <a:cubicBezTo>
                  <a:pt x="8066" y="7617"/>
                  <a:pt x="8255" y="7270"/>
                  <a:pt x="8381" y="6829"/>
                </a:cubicBezTo>
                <a:lnTo>
                  <a:pt x="8822" y="7081"/>
                </a:lnTo>
                <a:cubicBezTo>
                  <a:pt x="8885" y="7097"/>
                  <a:pt x="8940" y="7105"/>
                  <a:pt x="8991" y="7105"/>
                </a:cubicBezTo>
                <a:cubicBezTo>
                  <a:pt x="9042" y="7105"/>
                  <a:pt x="9090" y="7097"/>
                  <a:pt x="9137" y="7081"/>
                </a:cubicBezTo>
                <a:lnTo>
                  <a:pt x="11972" y="5663"/>
                </a:lnTo>
                <a:cubicBezTo>
                  <a:pt x="12098" y="5569"/>
                  <a:pt x="12161" y="5443"/>
                  <a:pt x="12161" y="5348"/>
                </a:cubicBezTo>
                <a:lnTo>
                  <a:pt x="12161" y="1757"/>
                </a:lnTo>
                <a:cubicBezTo>
                  <a:pt x="12161" y="1631"/>
                  <a:pt x="12067" y="1473"/>
                  <a:pt x="11972" y="1442"/>
                </a:cubicBezTo>
                <a:lnTo>
                  <a:pt x="9137" y="24"/>
                </a:lnTo>
                <a:cubicBezTo>
                  <a:pt x="9074" y="8"/>
                  <a:pt x="9011" y="0"/>
                  <a:pt x="895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82" name="Google Shape;11982;p139"/>
          <p:cNvGrpSpPr/>
          <p:nvPr/>
        </p:nvGrpSpPr>
        <p:grpSpPr>
          <a:xfrm>
            <a:off x="2602193" y="2850282"/>
            <a:ext cx="472676" cy="475125"/>
            <a:chOff x="-20173175" y="2787775"/>
            <a:chExt cx="304050" cy="305625"/>
          </a:xfrm>
        </p:grpSpPr>
        <p:sp>
          <p:nvSpPr>
            <p:cNvPr id="11983" name="Google Shape;11983;p139"/>
            <p:cNvSpPr/>
            <p:nvPr/>
          </p:nvSpPr>
          <p:spPr>
            <a:xfrm>
              <a:off x="-19959725" y="2896475"/>
              <a:ext cx="18150" cy="18150"/>
            </a:xfrm>
            <a:custGeom>
              <a:rect b="b" l="l" r="r" t="t"/>
              <a:pathLst>
                <a:path extrusionOk="0" h="726" w="726">
                  <a:moveTo>
                    <a:pt x="347" y="0"/>
                  </a:moveTo>
                  <a:cubicBezTo>
                    <a:pt x="158" y="0"/>
                    <a:pt x="1" y="158"/>
                    <a:pt x="1" y="347"/>
                  </a:cubicBezTo>
                  <a:cubicBezTo>
                    <a:pt x="1" y="505"/>
                    <a:pt x="158" y="725"/>
                    <a:pt x="347" y="725"/>
                  </a:cubicBezTo>
                  <a:cubicBezTo>
                    <a:pt x="568" y="725"/>
                    <a:pt x="725" y="568"/>
                    <a:pt x="725" y="347"/>
                  </a:cubicBezTo>
                  <a:cubicBezTo>
                    <a:pt x="725" y="158"/>
                    <a:pt x="568"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4" name="Google Shape;11984;p139"/>
            <p:cNvSpPr/>
            <p:nvPr/>
          </p:nvSpPr>
          <p:spPr>
            <a:xfrm>
              <a:off x="-19941600" y="2860250"/>
              <a:ext cx="17350" cy="17350"/>
            </a:xfrm>
            <a:custGeom>
              <a:rect b="b" l="l" r="r" t="t"/>
              <a:pathLst>
                <a:path extrusionOk="0" h="694" w="694">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5" name="Google Shape;11985;p139"/>
            <p:cNvSpPr/>
            <p:nvPr/>
          </p:nvSpPr>
          <p:spPr>
            <a:xfrm>
              <a:off x="-20102275" y="2895675"/>
              <a:ext cx="18125" cy="17375"/>
            </a:xfrm>
            <a:custGeom>
              <a:rect b="b" l="l" r="r" t="t"/>
              <a:pathLst>
                <a:path extrusionOk="0" h="695" w="725">
                  <a:moveTo>
                    <a:pt x="347" y="1"/>
                  </a:moveTo>
                  <a:cubicBezTo>
                    <a:pt x="158" y="1"/>
                    <a:pt x="0" y="159"/>
                    <a:pt x="0" y="348"/>
                  </a:cubicBezTo>
                  <a:cubicBezTo>
                    <a:pt x="0" y="537"/>
                    <a:pt x="158" y="694"/>
                    <a:pt x="347" y="694"/>
                  </a:cubicBezTo>
                  <a:cubicBezTo>
                    <a:pt x="536" y="694"/>
                    <a:pt x="725" y="537"/>
                    <a:pt x="725" y="348"/>
                  </a:cubicBezTo>
                  <a:cubicBezTo>
                    <a:pt x="725" y="159"/>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6" name="Google Shape;11986;p139"/>
            <p:cNvSpPr/>
            <p:nvPr/>
          </p:nvSpPr>
          <p:spPr>
            <a:xfrm>
              <a:off x="-20120400" y="2860250"/>
              <a:ext cx="18150" cy="17350"/>
            </a:xfrm>
            <a:custGeom>
              <a:rect b="b" l="l" r="r" t="t"/>
              <a:pathLst>
                <a:path extrusionOk="0" h="694" w="726">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7" name="Google Shape;11987;p139"/>
            <p:cNvSpPr/>
            <p:nvPr/>
          </p:nvSpPr>
          <p:spPr>
            <a:xfrm>
              <a:off x="-20173175" y="2787775"/>
              <a:ext cx="304050" cy="305625"/>
            </a:xfrm>
            <a:custGeom>
              <a:rect b="b" l="l" r="r" t="t"/>
              <a:pathLst>
                <a:path extrusionOk="0" h="12225" w="12162">
                  <a:moveTo>
                    <a:pt x="11437" y="1482"/>
                  </a:moveTo>
                  <a:lnTo>
                    <a:pt x="11437" y="3246"/>
                  </a:lnTo>
                  <a:lnTo>
                    <a:pt x="11406" y="3246"/>
                  </a:lnTo>
                  <a:cubicBezTo>
                    <a:pt x="11406" y="3844"/>
                    <a:pt x="10902" y="4317"/>
                    <a:pt x="10303" y="4317"/>
                  </a:cubicBezTo>
                  <a:cubicBezTo>
                    <a:pt x="10114" y="4317"/>
                    <a:pt x="9957" y="4475"/>
                    <a:pt x="9957" y="4664"/>
                  </a:cubicBezTo>
                  <a:cubicBezTo>
                    <a:pt x="9957" y="5262"/>
                    <a:pt x="9484" y="5735"/>
                    <a:pt x="8885" y="5735"/>
                  </a:cubicBezTo>
                  <a:lnTo>
                    <a:pt x="7121" y="5735"/>
                  </a:lnTo>
                  <a:cubicBezTo>
                    <a:pt x="7279" y="3435"/>
                    <a:pt x="9137" y="1639"/>
                    <a:pt x="11437" y="1482"/>
                  </a:cubicBezTo>
                  <a:close/>
                  <a:moveTo>
                    <a:pt x="663" y="1513"/>
                  </a:moveTo>
                  <a:cubicBezTo>
                    <a:pt x="2962" y="1671"/>
                    <a:pt x="4790" y="3529"/>
                    <a:pt x="4947" y="5766"/>
                  </a:cubicBezTo>
                  <a:lnTo>
                    <a:pt x="3183" y="5766"/>
                  </a:lnTo>
                  <a:cubicBezTo>
                    <a:pt x="2584" y="5766"/>
                    <a:pt x="2143" y="5294"/>
                    <a:pt x="2143" y="4695"/>
                  </a:cubicBezTo>
                  <a:cubicBezTo>
                    <a:pt x="2143" y="4506"/>
                    <a:pt x="1986" y="4348"/>
                    <a:pt x="1765" y="4348"/>
                  </a:cubicBezTo>
                  <a:cubicBezTo>
                    <a:pt x="1198" y="4348"/>
                    <a:pt x="663" y="3876"/>
                    <a:pt x="663" y="3277"/>
                  </a:cubicBezTo>
                  <a:lnTo>
                    <a:pt x="663" y="1513"/>
                  </a:lnTo>
                  <a:close/>
                  <a:moveTo>
                    <a:pt x="6018" y="4317"/>
                  </a:moveTo>
                  <a:cubicBezTo>
                    <a:pt x="6207" y="4317"/>
                    <a:pt x="6365" y="4475"/>
                    <a:pt x="6365" y="4664"/>
                  </a:cubicBezTo>
                  <a:lnTo>
                    <a:pt x="6365" y="8948"/>
                  </a:lnTo>
                  <a:cubicBezTo>
                    <a:pt x="6365" y="9169"/>
                    <a:pt x="6207" y="9326"/>
                    <a:pt x="6018" y="9326"/>
                  </a:cubicBezTo>
                  <a:cubicBezTo>
                    <a:pt x="5829" y="9326"/>
                    <a:pt x="5672" y="9169"/>
                    <a:pt x="5672" y="8948"/>
                  </a:cubicBezTo>
                  <a:lnTo>
                    <a:pt x="5672" y="4664"/>
                  </a:lnTo>
                  <a:cubicBezTo>
                    <a:pt x="5672" y="4475"/>
                    <a:pt x="5829" y="4317"/>
                    <a:pt x="6018" y="4317"/>
                  </a:cubicBezTo>
                  <a:close/>
                  <a:moveTo>
                    <a:pt x="4947" y="6459"/>
                  </a:moveTo>
                  <a:lnTo>
                    <a:pt x="4947" y="8948"/>
                  </a:lnTo>
                  <a:lnTo>
                    <a:pt x="4947" y="11122"/>
                  </a:lnTo>
                  <a:cubicBezTo>
                    <a:pt x="4947" y="11311"/>
                    <a:pt x="4790" y="11469"/>
                    <a:pt x="4601" y="11469"/>
                  </a:cubicBezTo>
                  <a:cubicBezTo>
                    <a:pt x="4412" y="11469"/>
                    <a:pt x="4254" y="11311"/>
                    <a:pt x="4254" y="11122"/>
                  </a:cubicBezTo>
                  <a:cubicBezTo>
                    <a:pt x="4254" y="10838"/>
                    <a:pt x="4128" y="10586"/>
                    <a:pt x="3939" y="10366"/>
                  </a:cubicBezTo>
                  <a:cubicBezTo>
                    <a:pt x="3750" y="10177"/>
                    <a:pt x="3467" y="10051"/>
                    <a:pt x="3183" y="10051"/>
                  </a:cubicBezTo>
                  <a:cubicBezTo>
                    <a:pt x="2175" y="10051"/>
                    <a:pt x="1324" y="9200"/>
                    <a:pt x="1419" y="8161"/>
                  </a:cubicBezTo>
                  <a:cubicBezTo>
                    <a:pt x="1450" y="7215"/>
                    <a:pt x="2332" y="6459"/>
                    <a:pt x="3309" y="6459"/>
                  </a:cubicBezTo>
                  <a:close/>
                  <a:moveTo>
                    <a:pt x="8791" y="6491"/>
                  </a:moveTo>
                  <a:cubicBezTo>
                    <a:pt x="9767" y="6491"/>
                    <a:pt x="10618" y="7215"/>
                    <a:pt x="10681" y="8161"/>
                  </a:cubicBezTo>
                  <a:cubicBezTo>
                    <a:pt x="10713" y="9200"/>
                    <a:pt x="9925" y="10051"/>
                    <a:pt x="8885" y="10051"/>
                  </a:cubicBezTo>
                  <a:cubicBezTo>
                    <a:pt x="8633" y="10051"/>
                    <a:pt x="8350" y="10177"/>
                    <a:pt x="8161" y="10366"/>
                  </a:cubicBezTo>
                  <a:cubicBezTo>
                    <a:pt x="7940" y="10586"/>
                    <a:pt x="7846" y="10838"/>
                    <a:pt x="7846" y="11122"/>
                  </a:cubicBezTo>
                  <a:cubicBezTo>
                    <a:pt x="7846" y="11311"/>
                    <a:pt x="7688" y="11469"/>
                    <a:pt x="7468" y="11469"/>
                  </a:cubicBezTo>
                  <a:cubicBezTo>
                    <a:pt x="7279" y="11469"/>
                    <a:pt x="7121" y="11311"/>
                    <a:pt x="7121" y="11122"/>
                  </a:cubicBezTo>
                  <a:lnTo>
                    <a:pt x="7121" y="8948"/>
                  </a:lnTo>
                  <a:lnTo>
                    <a:pt x="7121" y="6491"/>
                  </a:lnTo>
                  <a:close/>
                  <a:moveTo>
                    <a:pt x="4632" y="1"/>
                  </a:moveTo>
                  <a:cubicBezTo>
                    <a:pt x="4443" y="1"/>
                    <a:pt x="4286" y="158"/>
                    <a:pt x="4286" y="379"/>
                  </a:cubicBezTo>
                  <a:cubicBezTo>
                    <a:pt x="4286" y="568"/>
                    <a:pt x="4443" y="725"/>
                    <a:pt x="4632" y="725"/>
                  </a:cubicBezTo>
                  <a:cubicBezTo>
                    <a:pt x="5231" y="725"/>
                    <a:pt x="5703" y="1230"/>
                    <a:pt x="5703" y="1828"/>
                  </a:cubicBezTo>
                  <a:lnTo>
                    <a:pt x="5703" y="3687"/>
                  </a:lnTo>
                  <a:cubicBezTo>
                    <a:pt x="5546" y="3750"/>
                    <a:pt x="5388" y="3844"/>
                    <a:pt x="5262" y="4002"/>
                  </a:cubicBezTo>
                  <a:cubicBezTo>
                    <a:pt x="4443" y="2112"/>
                    <a:pt x="2553" y="757"/>
                    <a:pt x="348" y="757"/>
                  </a:cubicBezTo>
                  <a:cubicBezTo>
                    <a:pt x="158" y="757"/>
                    <a:pt x="1" y="914"/>
                    <a:pt x="1" y="1135"/>
                  </a:cubicBezTo>
                  <a:lnTo>
                    <a:pt x="1" y="3246"/>
                  </a:lnTo>
                  <a:cubicBezTo>
                    <a:pt x="1" y="4159"/>
                    <a:pt x="663" y="4853"/>
                    <a:pt x="1482" y="5010"/>
                  </a:cubicBezTo>
                  <a:cubicBezTo>
                    <a:pt x="1576" y="5451"/>
                    <a:pt x="1797" y="5798"/>
                    <a:pt x="2112" y="6081"/>
                  </a:cubicBezTo>
                  <a:cubicBezTo>
                    <a:pt x="1324" y="6491"/>
                    <a:pt x="820" y="7215"/>
                    <a:pt x="757" y="8129"/>
                  </a:cubicBezTo>
                  <a:cubicBezTo>
                    <a:pt x="663" y="9547"/>
                    <a:pt x="1797" y="10775"/>
                    <a:pt x="3214" y="10775"/>
                  </a:cubicBezTo>
                  <a:cubicBezTo>
                    <a:pt x="3435" y="10775"/>
                    <a:pt x="3593" y="10965"/>
                    <a:pt x="3593" y="11154"/>
                  </a:cubicBezTo>
                  <a:cubicBezTo>
                    <a:pt x="3593" y="11752"/>
                    <a:pt x="4065" y="12225"/>
                    <a:pt x="4632" y="12225"/>
                  </a:cubicBezTo>
                  <a:cubicBezTo>
                    <a:pt x="5231" y="12225"/>
                    <a:pt x="5703" y="11752"/>
                    <a:pt x="5703" y="11154"/>
                  </a:cubicBezTo>
                  <a:lnTo>
                    <a:pt x="5703" y="10019"/>
                  </a:lnTo>
                  <a:cubicBezTo>
                    <a:pt x="5829" y="10051"/>
                    <a:pt x="5955" y="10082"/>
                    <a:pt x="6050" y="10082"/>
                  </a:cubicBezTo>
                  <a:cubicBezTo>
                    <a:pt x="6176" y="10082"/>
                    <a:pt x="6302" y="10051"/>
                    <a:pt x="6428" y="10019"/>
                  </a:cubicBezTo>
                  <a:lnTo>
                    <a:pt x="6428" y="11154"/>
                  </a:lnTo>
                  <a:cubicBezTo>
                    <a:pt x="6428" y="11752"/>
                    <a:pt x="6901" y="12225"/>
                    <a:pt x="7468" y="12225"/>
                  </a:cubicBezTo>
                  <a:cubicBezTo>
                    <a:pt x="8066" y="12225"/>
                    <a:pt x="8539" y="11752"/>
                    <a:pt x="8539" y="11154"/>
                  </a:cubicBezTo>
                  <a:cubicBezTo>
                    <a:pt x="8539" y="10965"/>
                    <a:pt x="8696" y="10775"/>
                    <a:pt x="8885" y="10775"/>
                  </a:cubicBezTo>
                  <a:cubicBezTo>
                    <a:pt x="10303" y="10775"/>
                    <a:pt x="11469" y="9578"/>
                    <a:pt x="11374" y="8129"/>
                  </a:cubicBezTo>
                  <a:cubicBezTo>
                    <a:pt x="11343" y="7499"/>
                    <a:pt x="11059" y="6869"/>
                    <a:pt x="10555" y="6428"/>
                  </a:cubicBezTo>
                  <a:cubicBezTo>
                    <a:pt x="10398" y="6270"/>
                    <a:pt x="10209" y="6176"/>
                    <a:pt x="10051" y="6081"/>
                  </a:cubicBezTo>
                  <a:cubicBezTo>
                    <a:pt x="10366" y="5798"/>
                    <a:pt x="10587" y="5451"/>
                    <a:pt x="10681" y="5010"/>
                  </a:cubicBezTo>
                  <a:cubicBezTo>
                    <a:pt x="11500" y="4853"/>
                    <a:pt x="12162" y="4159"/>
                    <a:pt x="12162" y="3246"/>
                  </a:cubicBezTo>
                  <a:lnTo>
                    <a:pt x="12162" y="1135"/>
                  </a:lnTo>
                  <a:cubicBezTo>
                    <a:pt x="12130" y="914"/>
                    <a:pt x="11973" y="757"/>
                    <a:pt x="11784" y="757"/>
                  </a:cubicBezTo>
                  <a:cubicBezTo>
                    <a:pt x="9578" y="757"/>
                    <a:pt x="7688" y="2112"/>
                    <a:pt x="6838" y="4002"/>
                  </a:cubicBezTo>
                  <a:cubicBezTo>
                    <a:pt x="6743" y="3876"/>
                    <a:pt x="6585" y="3750"/>
                    <a:pt x="6428" y="3687"/>
                  </a:cubicBezTo>
                  <a:lnTo>
                    <a:pt x="6428" y="1828"/>
                  </a:lnTo>
                  <a:cubicBezTo>
                    <a:pt x="6428" y="1230"/>
                    <a:pt x="6901" y="725"/>
                    <a:pt x="7468" y="725"/>
                  </a:cubicBezTo>
                  <a:cubicBezTo>
                    <a:pt x="7688" y="725"/>
                    <a:pt x="7846" y="568"/>
                    <a:pt x="7846" y="379"/>
                  </a:cubicBezTo>
                  <a:cubicBezTo>
                    <a:pt x="7846" y="158"/>
                    <a:pt x="7688" y="1"/>
                    <a:pt x="7468" y="1"/>
                  </a:cubicBezTo>
                  <a:cubicBezTo>
                    <a:pt x="6995" y="1"/>
                    <a:pt x="6522" y="221"/>
                    <a:pt x="6207" y="568"/>
                  </a:cubicBezTo>
                  <a:cubicBezTo>
                    <a:pt x="6144" y="631"/>
                    <a:pt x="6113" y="694"/>
                    <a:pt x="6050" y="757"/>
                  </a:cubicBezTo>
                  <a:cubicBezTo>
                    <a:pt x="6018" y="694"/>
                    <a:pt x="5955" y="631"/>
                    <a:pt x="5892" y="568"/>
                  </a:cubicBezTo>
                  <a:cubicBezTo>
                    <a:pt x="5546" y="221"/>
                    <a:pt x="5105" y="1"/>
                    <a:pt x="463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8" name="Google Shape;11988;p139"/>
            <p:cNvSpPr/>
            <p:nvPr/>
          </p:nvSpPr>
          <p:spPr>
            <a:xfrm>
              <a:off x="-19977050" y="2967350"/>
              <a:ext cx="52800" cy="53600"/>
            </a:xfrm>
            <a:custGeom>
              <a:rect b="b" l="l" r="r" t="t"/>
              <a:pathLst>
                <a:path extrusionOk="0" h="2144" w="2112">
                  <a:moveTo>
                    <a:pt x="1040" y="726"/>
                  </a:moveTo>
                  <a:cubicBezTo>
                    <a:pt x="1261" y="726"/>
                    <a:pt x="1418" y="883"/>
                    <a:pt x="1418" y="1072"/>
                  </a:cubicBezTo>
                  <a:cubicBezTo>
                    <a:pt x="1418" y="1261"/>
                    <a:pt x="1261" y="1419"/>
                    <a:pt x="1040" y="1419"/>
                  </a:cubicBezTo>
                  <a:cubicBezTo>
                    <a:pt x="851" y="1419"/>
                    <a:pt x="694" y="1261"/>
                    <a:pt x="694" y="1072"/>
                  </a:cubicBezTo>
                  <a:cubicBezTo>
                    <a:pt x="694" y="883"/>
                    <a:pt x="851" y="726"/>
                    <a:pt x="1040" y="726"/>
                  </a:cubicBezTo>
                  <a:close/>
                  <a:moveTo>
                    <a:pt x="1040" y="1"/>
                  </a:moveTo>
                  <a:cubicBezTo>
                    <a:pt x="473" y="1"/>
                    <a:pt x="1" y="473"/>
                    <a:pt x="1" y="1072"/>
                  </a:cubicBezTo>
                  <a:cubicBezTo>
                    <a:pt x="1" y="1671"/>
                    <a:pt x="473" y="2143"/>
                    <a:pt x="1040" y="2143"/>
                  </a:cubicBezTo>
                  <a:cubicBezTo>
                    <a:pt x="1639" y="2143"/>
                    <a:pt x="2112" y="1671"/>
                    <a:pt x="2112" y="1072"/>
                  </a:cubicBezTo>
                  <a:cubicBezTo>
                    <a:pt x="2112" y="473"/>
                    <a:pt x="1639" y="1"/>
                    <a:pt x="10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9" name="Google Shape;11989;p139"/>
            <p:cNvSpPr/>
            <p:nvPr/>
          </p:nvSpPr>
          <p:spPr>
            <a:xfrm>
              <a:off x="-20119600" y="2967350"/>
              <a:ext cx="52800" cy="52800"/>
            </a:xfrm>
            <a:custGeom>
              <a:rect b="b" l="l" r="r" t="t"/>
              <a:pathLst>
                <a:path extrusionOk="0" h="2112" w="2112">
                  <a:moveTo>
                    <a:pt x="1040" y="726"/>
                  </a:moveTo>
                  <a:cubicBezTo>
                    <a:pt x="1229" y="726"/>
                    <a:pt x="1418" y="883"/>
                    <a:pt x="1418" y="1072"/>
                  </a:cubicBezTo>
                  <a:cubicBezTo>
                    <a:pt x="1418" y="1261"/>
                    <a:pt x="1229" y="1419"/>
                    <a:pt x="1040" y="1419"/>
                  </a:cubicBezTo>
                  <a:cubicBezTo>
                    <a:pt x="851" y="1419"/>
                    <a:pt x="693" y="1261"/>
                    <a:pt x="693" y="1072"/>
                  </a:cubicBezTo>
                  <a:cubicBezTo>
                    <a:pt x="693" y="883"/>
                    <a:pt x="851" y="726"/>
                    <a:pt x="1040" y="726"/>
                  </a:cubicBezTo>
                  <a:close/>
                  <a:moveTo>
                    <a:pt x="1040" y="1"/>
                  </a:moveTo>
                  <a:cubicBezTo>
                    <a:pt x="441" y="1"/>
                    <a:pt x="0" y="473"/>
                    <a:pt x="0" y="1072"/>
                  </a:cubicBezTo>
                  <a:cubicBezTo>
                    <a:pt x="0" y="1639"/>
                    <a:pt x="441" y="2112"/>
                    <a:pt x="1040" y="2112"/>
                  </a:cubicBezTo>
                  <a:cubicBezTo>
                    <a:pt x="1639" y="2112"/>
                    <a:pt x="2111" y="1639"/>
                    <a:pt x="2111" y="1072"/>
                  </a:cubicBezTo>
                  <a:cubicBezTo>
                    <a:pt x="2111" y="473"/>
                    <a:pt x="1639" y="1"/>
                    <a:pt x="10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90" name="Google Shape;11990;p139"/>
          <p:cNvGrpSpPr/>
          <p:nvPr/>
        </p:nvGrpSpPr>
        <p:grpSpPr>
          <a:xfrm>
            <a:off x="5527177" y="2275564"/>
            <a:ext cx="473881" cy="471471"/>
            <a:chOff x="-18294675" y="2434925"/>
            <a:chExt cx="304825" cy="303275"/>
          </a:xfrm>
        </p:grpSpPr>
        <p:sp>
          <p:nvSpPr>
            <p:cNvPr id="11991" name="Google Shape;11991;p139"/>
            <p:cNvSpPr/>
            <p:nvPr/>
          </p:nvSpPr>
          <p:spPr>
            <a:xfrm>
              <a:off x="-18294675" y="2434925"/>
              <a:ext cx="304825" cy="303275"/>
            </a:xfrm>
            <a:custGeom>
              <a:rect b="b" l="l" r="r" t="t"/>
              <a:pathLst>
                <a:path extrusionOk="0" h="12131" w="12193">
                  <a:moveTo>
                    <a:pt x="1103" y="694"/>
                  </a:moveTo>
                  <a:cubicBezTo>
                    <a:pt x="2363" y="694"/>
                    <a:pt x="3497" y="1450"/>
                    <a:pt x="4033" y="2584"/>
                  </a:cubicBezTo>
                  <a:cubicBezTo>
                    <a:pt x="3434" y="2836"/>
                    <a:pt x="2867" y="3214"/>
                    <a:pt x="2363" y="3687"/>
                  </a:cubicBezTo>
                  <a:lnTo>
                    <a:pt x="2237" y="3813"/>
                  </a:lnTo>
                  <a:cubicBezTo>
                    <a:pt x="1323" y="3214"/>
                    <a:pt x="756" y="2175"/>
                    <a:pt x="756" y="1072"/>
                  </a:cubicBezTo>
                  <a:lnTo>
                    <a:pt x="756" y="694"/>
                  </a:lnTo>
                  <a:close/>
                  <a:moveTo>
                    <a:pt x="11500" y="694"/>
                  </a:moveTo>
                  <a:lnTo>
                    <a:pt x="11500" y="1072"/>
                  </a:lnTo>
                  <a:cubicBezTo>
                    <a:pt x="11500" y="2175"/>
                    <a:pt x="10901" y="3214"/>
                    <a:pt x="9924" y="3813"/>
                  </a:cubicBezTo>
                  <a:cubicBezTo>
                    <a:pt x="9420" y="3277"/>
                    <a:pt x="8822" y="2868"/>
                    <a:pt x="8192" y="2584"/>
                  </a:cubicBezTo>
                  <a:cubicBezTo>
                    <a:pt x="8696" y="1450"/>
                    <a:pt x="9893" y="694"/>
                    <a:pt x="11153" y="694"/>
                  </a:cubicBezTo>
                  <a:close/>
                  <a:moveTo>
                    <a:pt x="2806" y="7389"/>
                  </a:moveTo>
                  <a:cubicBezTo>
                    <a:pt x="2924" y="7389"/>
                    <a:pt x="3043" y="7413"/>
                    <a:pt x="3151" y="7467"/>
                  </a:cubicBezTo>
                  <a:cubicBezTo>
                    <a:pt x="3434" y="7625"/>
                    <a:pt x="3623" y="7908"/>
                    <a:pt x="3623" y="8223"/>
                  </a:cubicBezTo>
                  <a:lnTo>
                    <a:pt x="3623" y="9011"/>
                  </a:lnTo>
                  <a:cubicBezTo>
                    <a:pt x="3182" y="8507"/>
                    <a:pt x="2552" y="8160"/>
                    <a:pt x="1891" y="7940"/>
                  </a:cubicBezTo>
                  <a:lnTo>
                    <a:pt x="2206" y="7625"/>
                  </a:lnTo>
                  <a:cubicBezTo>
                    <a:pt x="2351" y="7480"/>
                    <a:pt x="2578" y="7389"/>
                    <a:pt x="2806" y="7389"/>
                  </a:cubicBezTo>
                  <a:close/>
                  <a:moveTo>
                    <a:pt x="9468" y="7444"/>
                  </a:moveTo>
                  <a:cubicBezTo>
                    <a:pt x="9681" y="7444"/>
                    <a:pt x="9891" y="7528"/>
                    <a:pt x="10050" y="7688"/>
                  </a:cubicBezTo>
                  <a:lnTo>
                    <a:pt x="10365" y="8003"/>
                  </a:lnTo>
                  <a:cubicBezTo>
                    <a:pt x="9672" y="8160"/>
                    <a:pt x="9042" y="8507"/>
                    <a:pt x="8633" y="9043"/>
                  </a:cubicBezTo>
                  <a:lnTo>
                    <a:pt x="8633" y="8255"/>
                  </a:lnTo>
                  <a:cubicBezTo>
                    <a:pt x="8633" y="7940"/>
                    <a:pt x="8790" y="7688"/>
                    <a:pt x="9105" y="7530"/>
                  </a:cubicBezTo>
                  <a:cubicBezTo>
                    <a:pt x="9221" y="7473"/>
                    <a:pt x="9345" y="7444"/>
                    <a:pt x="9468" y="7444"/>
                  </a:cubicBezTo>
                  <a:close/>
                  <a:moveTo>
                    <a:pt x="6112" y="9484"/>
                  </a:moveTo>
                  <a:cubicBezTo>
                    <a:pt x="6270" y="9484"/>
                    <a:pt x="6427" y="9610"/>
                    <a:pt x="6459" y="9736"/>
                  </a:cubicBezTo>
                  <a:lnTo>
                    <a:pt x="6112" y="10145"/>
                  </a:lnTo>
                  <a:lnTo>
                    <a:pt x="5734" y="9736"/>
                  </a:lnTo>
                  <a:cubicBezTo>
                    <a:pt x="5797" y="9578"/>
                    <a:pt x="5955" y="9484"/>
                    <a:pt x="6112" y="9484"/>
                  </a:cubicBezTo>
                  <a:close/>
                  <a:moveTo>
                    <a:pt x="6270" y="2836"/>
                  </a:moveTo>
                  <a:cubicBezTo>
                    <a:pt x="8633" y="2899"/>
                    <a:pt x="10554" y="4884"/>
                    <a:pt x="10743" y="7310"/>
                  </a:cubicBezTo>
                  <a:lnTo>
                    <a:pt x="10554" y="7121"/>
                  </a:lnTo>
                  <a:cubicBezTo>
                    <a:pt x="10258" y="6824"/>
                    <a:pt x="9861" y="6664"/>
                    <a:pt x="9467" y="6664"/>
                  </a:cubicBezTo>
                  <a:cubicBezTo>
                    <a:pt x="9234" y="6664"/>
                    <a:pt x="9001" y="6720"/>
                    <a:pt x="8790" y="6837"/>
                  </a:cubicBezTo>
                  <a:cubicBezTo>
                    <a:pt x="8255" y="7121"/>
                    <a:pt x="7908" y="7625"/>
                    <a:pt x="7908" y="8223"/>
                  </a:cubicBezTo>
                  <a:lnTo>
                    <a:pt x="7908" y="9043"/>
                  </a:lnTo>
                  <a:cubicBezTo>
                    <a:pt x="7908" y="9641"/>
                    <a:pt x="7719" y="10240"/>
                    <a:pt x="7372" y="10744"/>
                  </a:cubicBezTo>
                  <a:cubicBezTo>
                    <a:pt x="7278" y="10870"/>
                    <a:pt x="7215" y="10933"/>
                    <a:pt x="7120" y="11027"/>
                  </a:cubicBezTo>
                  <a:cubicBezTo>
                    <a:pt x="6931" y="11216"/>
                    <a:pt x="6679" y="11342"/>
                    <a:pt x="6490" y="11374"/>
                  </a:cubicBezTo>
                  <a:lnTo>
                    <a:pt x="6490" y="10838"/>
                  </a:lnTo>
                  <a:lnTo>
                    <a:pt x="7120" y="10051"/>
                  </a:lnTo>
                  <a:cubicBezTo>
                    <a:pt x="7152" y="9956"/>
                    <a:pt x="7215" y="9893"/>
                    <a:pt x="7215" y="9799"/>
                  </a:cubicBezTo>
                  <a:cubicBezTo>
                    <a:pt x="7215" y="9200"/>
                    <a:pt x="6742" y="8728"/>
                    <a:pt x="6144" y="8728"/>
                  </a:cubicBezTo>
                  <a:cubicBezTo>
                    <a:pt x="5545" y="8728"/>
                    <a:pt x="5073" y="9200"/>
                    <a:pt x="5073" y="9799"/>
                  </a:cubicBezTo>
                  <a:cubicBezTo>
                    <a:pt x="5073" y="9893"/>
                    <a:pt x="5104" y="9956"/>
                    <a:pt x="5167" y="10051"/>
                  </a:cubicBezTo>
                  <a:lnTo>
                    <a:pt x="5797" y="10838"/>
                  </a:lnTo>
                  <a:lnTo>
                    <a:pt x="5797" y="11374"/>
                  </a:lnTo>
                  <a:cubicBezTo>
                    <a:pt x="5545" y="11311"/>
                    <a:pt x="5356" y="11185"/>
                    <a:pt x="5199" y="11027"/>
                  </a:cubicBezTo>
                  <a:cubicBezTo>
                    <a:pt x="5104" y="10933"/>
                    <a:pt x="5041" y="10838"/>
                    <a:pt x="4947" y="10744"/>
                  </a:cubicBezTo>
                  <a:cubicBezTo>
                    <a:pt x="4600" y="10271"/>
                    <a:pt x="4411" y="9673"/>
                    <a:pt x="4411" y="9043"/>
                  </a:cubicBezTo>
                  <a:lnTo>
                    <a:pt x="4411" y="8223"/>
                  </a:lnTo>
                  <a:cubicBezTo>
                    <a:pt x="4411" y="7625"/>
                    <a:pt x="4096" y="7121"/>
                    <a:pt x="3529" y="6837"/>
                  </a:cubicBezTo>
                  <a:cubicBezTo>
                    <a:pt x="3318" y="6720"/>
                    <a:pt x="3085" y="6664"/>
                    <a:pt x="2852" y="6664"/>
                  </a:cubicBezTo>
                  <a:cubicBezTo>
                    <a:pt x="2458" y="6664"/>
                    <a:pt x="2061" y="6824"/>
                    <a:pt x="1765" y="7121"/>
                  </a:cubicBezTo>
                  <a:lnTo>
                    <a:pt x="1576" y="7310"/>
                  </a:lnTo>
                  <a:cubicBezTo>
                    <a:pt x="1607" y="6270"/>
                    <a:pt x="2017" y="5230"/>
                    <a:pt x="2678" y="4443"/>
                  </a:cubicBezTo>
                  <a:cubicBezTo>
                    <a:pt x="2741" y="4317"/>
                    <a:pt x="2867" y="4254"/>
                    <a:pt x="2962" y="4128"/>
                  </a:cubicBezTo>
                  <a:cubicBezTo>
                    <a:pt x="3466" y="3655"/>
                    <a:pt x="4001" y="3309"/>
                    <a:pt x="4632" y="3057"/>
                  </a:cubicBezTo>
                  <a:cubicBezTo>
                    <a:pt x="5167" y="2899"/>
                    <a:pt x="5703" y="2836"/>
                    <a:pt x="6270" y="2836"/>
                  </a:cubicBezTo>
                  <a:close/>
                  <a:moveTo>
                    <a:pt x="11153" y="1"/>
                  </a:moveTo>
                  <a:cubicBezTo>
                    <a:pt x="10334" y="1"/>
                    <a:pt x="9483" y="253"/>
                    <a:pt x="8822" y="757"/>
                  </a:cubicBezTo>
                  <a:cubicBezTo>
                    <a:pt x="8255" y="1135"/>
                    <a:pt x="7782" y="1733"/>
                    <a:pt x="7530" y="2364"/>
                  </a:cubicBezTo>
                  <a:cubicBezTo>
                    <a:pt x="7120" y="2238"/>
                    <a:pt x="6679" y="2175"/>
                    <a:pt x="6270" y="2175"/>
                  </a:cubicBezTo>
                  <a:cubicBezTo>
                    <a:pt x="5703" y="2175"/>
                    <a:pt x="5199" y="2206"/>
                    <a:pt x="4695" y="2364"/>
                  </a:cubicBezTo>
                  <a:cubicBezTo>
                    <a:pt x="4411" y="1733"/>
                    <a:pt x="3938" y="1166"/>
                    <a:pt x="3371" y="788"/>
                  </a:cubicBezTo>
                  <a:cubicBezTo>
                    <a:pt x="2710" y="253"/>
                    <a:pt x="1891" y="32"/>
                    <a:pt x="1071" y="32"/>
                  </a:cubicBezTo>
                  <a:lnTo>
                    <a:pt x="347" y="32"/>
                  </a:lnTo>
                  <a:cubicBezTo>
                    <a:pt x="158" y="32"/>
                    <a:pt x="0" y="190"/>
                    <a:pt x="0" y="379"/>
                  </a:cubicBezTo>
                  <a:lnTo>
                    <a:pt x="0" y="1103"/>
                  </a:lnTo>
                  <a:cubicBezTo>
                    <a:pt x="0" y="1859"/>
                    <a:pt x="189" y="2553"/>
                    <a:pt x="599" y="3183"/>
                  </a:cubicBezTo>
                  <a:cubicBezTo>
                    <a:pt x="914" y="3655"/>
                    <a:pt x="1292" y="4096"/>
                    <a:pt x="1765" y="4411"/>
                  </a:cubicBezTo>
                  <a:cubicBezTo>
                    <a:pt x="1544" y="4726"/>
                    <a:pt x="1323" y="5073"/>
                    <a:pt x="1166" y="5420"/>
                  </a:cubicBezTo>
                  <a:cubicBezTo>
                    <a:pt x="914" y="6113"/>
                    <a:pt x="756" y="6806"/>
                    <a:pt x="756" y="7562"/>
                  </a:cubicBezTo>
                  <a:lnTo>
                    <a:pt x="756" y="8255"/>
                  </a:lnTo>
                  <a:cubicBezTo>
                    <a:pt x="756" y="8475"/>
                    <a:pt x="914" y="8633"/>
                    <a:pt x="1103" y="8633"/>
                  </a:cubicBezTo>
                  <a:cubicBezTo>
                    <a:pt x="1891" y="8633"/>
                    <a:pt x="2647" y="8980"/>
                    <a:pt x="3119" y="9610"/>
                  </a:cubicBezTo>
                  <a:lnTo>
                    <a:pt x="4316" y="11185"/>
                  </a:lnTo>
                  <a:cubicBezTo>
                    <a:pt x="4411" y="11311"/>
                    <a:pt x="4537" y="11405"/>
                    <a:pt x="4632" y="11531"/>
                  </a:cubicBezTo>
                  <a:cubicBezTo>
                    <a:pt x="5041" y="11941"/>
                    <a:pt x="5545" y="12130"/>
                    <a:pt x="6112" y="12130"/>
                  </a:cubicBezTo>
                  <a:cubicBezTo>
                    <a:pt x="6648" y="12130"/>
                    <a:pt x="7152" y="11941"/>
                    <a:pt x="7561" y="11531"/>
                  </a:cubicBezTo>
                  <a:cubicBezTo>
                    <a:pt x="7687" y="11405"/>
                    <a:pt x="7782" y="11311"/>
                    <a:pt x="7877" y="11185"/>
                  </a:cubicBezTo>
                  <a:lnTo>
                    <a:pt x="9105" y="9610"/>
                  </a:lnTo>
                  <a:cubicBezTo>
                    <a:pt x="9578" y="8980"/>
                    <a:pt x="10302" y="8633"/>
                    <a:pt x="11090" y="8633"/>
                  </a:cubicBezTo>
                  <a:cubicBezTo>
                    <a:pt x="11311" y="8633"/>
                    <a:pt x="11468" y="8475"/>
                    <a:pt x="11468" y="8255"/>
                  </a:cubicBezTo>
                  <a:lnTo>
                    <a:pt x="11468" y="7751"/>
                  </a:lnTo>
                  <a:cubicBezTo>
                    <a:pt x="11468" y="6522"/>
                    <a:pt x="11059" y="5388"/>
                    <a:pt x="10397" y="4411"/>
                  </a:cubicBezTo>
                  <a:cubicBezTo>
                    <a:pt x="10870" y="4096"/>
                    <a:pt x="11311" y="3655"/>
                    <a:pt x="11626" y="3151"/>
                  </a:cubicBezTo>
                  <a:cubicBezTo>
                    <a:pt x="12004" y="2521"/>
                    <a:pt x="12193" y="1796"/>
                    <a:pt x="12193" y="1072"/>
                  </a:cubicBezTo>
                  <a:lnTo>
                    <a:pt x="12193" y="347"/>
                  </a:lnTo>
                  <a:cubicBezTo>
                    <a:pt x="12193" y="158"/>
                    <a:pt x="12035" y="1"/>
                    <a:pt x="1184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2" name="Google Shape;11992;p139"/>
            <p:cNvSpPr/>
            <p:nvPr/>
          </p:nvSpPr>
          <p:spPr>
            <a:xfrm>
              <a:off x="-18223800" y="2559575"/>
              <a:ext cx="37050" cy="36850"/>
            </a:xfrm>
            <a:custGeom>
              <a:rect b="b" l="l" r="r" t="t"/>
              <a:pathLst>
                <a:path extrusionOk="0" h="1474" w="1482">
                  <a:moveTo>
                    <a:pt x="410" y="0"/>
                  </a:moveTo>
                  <a:cubicBezTo>
                    <a:pt x="324" y="0"/>
                    <a:pt x="237" y="40"/>
                    <a:pt x="158" y="118"/>
                  </a:cubicBezTo>
                  <a:cubicBezTo>
                    <a:pt x="1" y="276"/>
                    <a:pt x="1" y="497"/>
                    <a:pt x="158" y="654"/>
                  </a:cubicBezTo>
                  <a:lnTo>
                    <a:pt x="851" y="1347"/>
                  </a:lnTo>
                  <a:cubicBezTo>
                    <a:pt x="946" y="1442"/>
                    <a:pt x="1009" y="1473"/>
                    <a:pt x="1103" y="1473"/>
                  </a:cubicBezTo>
                  <a:cubicBezTo>
                    <a:pt x="1166" y="1473"/>
                    <a:pt x="1292" y="1442"/>
                    <a:pt x="1324" y="1347"/>
                  </a:cubicBezTo>
                  <a:cubicBezTo>
                    <a:pt x="1481" y="1190"/>
                    <a:pt x="1481" y="1001"/>
                    <a:pt x="1324" y="843"/>
                  </a:cubicBezTo>
                  <a:lnTo>
                    <a:pt x="662" y="118"/>
                  </a:lnTo>
                  <a:cubicBezTo>
                    <a:pt x="584" y="40"/>
                    <a:pt x="497" y="0"/>
                    <a:pt x="41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3" name="Google Shape;11993;p139"/>
            <p:cNvSpPr/>
            <p:nvPr/>
          </p:nvSpPr>
          <p:spPr>
            <a:xfrm>
              <a:off x="-18098550" y="2559575"/>
              <a:ext cx="37825" cy="36850"/>
            </a:xfrm>
            <a:custGeom>
              <a:rect b="b" l="l" r="r" t="t"/>
              <a:pathLst>
                <a:path extrusionOk="0" h="1474" w="1513">
                  <a:moveTo>
                    <a:pt x="1103" y="0"/>
                  </a:moveTo>
                  <a:cubicBezTo>
                    <a:pt x="1016" y="0"/>
                    <a:pt x="929" y="40"/>
                    <a:pt x="851" y="118"/>
                  </a:cubicBezTo>
                  <a:lnTo>
                    <a:pt x="158" y="843"/>
                  </a:lnTo>
                  <a:cubicBezTo>
                    <a:pt x="0" y="1001"/>
                    <a:pt x="0" y="1190"/>
                    <a:pt x="158" y="1347"/>
                  </a:cubicBezTo>
                  <a:cubicBezTo>
                    <a:pt x="221" y="1442"/>
                    <a:pt x="315" y="1473"/>
                    <a:pt x="410" y="1473"/>
                  </a:cubicBezTo>
                  <a:cubicBezTo>
                    <a:pt x="504" y="1473"/>
                    <a:pt x="630" y="1442"/>
                    <a:pt x="662" y="1347"/>
                  </a:cubicBezTo>
                  <a:lnTo>
                    <a:pt x="1355" y="623"/>
                  </a:lnTo>
                  <a:cubicBezTo>
                    <a:pt x="1512" y="465"/>
                    <a:pt x="1512" y="276"/>
                    <a:pt x="1355" y="118"/>
                  </a:cubicBezTo>
                  <a:cubicBezTo>
                    <a:pt x="1276" y="40"/>
                    <a:pt x="1189" y="0"/>
                    <a:pt x="110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94" name="Google Shape;11994;p139"/>
          <p:cNvGrpSpPr/>
          <p:nvPr/>
        </p:nvGrpSpPr>
        <p:grpSpPr>
          <a:xfrm>
            <a:off x="5583492" y="2852107"/>
            <a:ext cx="361250" cy="471471"/>
            <a:chOff x="-18258450" y="2809825"/>
            <a:chExt cx="232375" cy="303275"/>
          </a:xfrm>
        </p:grpSpPr>
        <p:sp>
          <p:nvSpPr>
            <p:cNvPr id="11995" name="Google Shape;11995;p139"/>
            <p:cNvSpPr/>
            <p:nvPr/>
          </p:nvSpPr>
          <p:spPr>
            <a:xfrm>
              <a:off x="-18177325" y="2908300"/>
              <a:ext cx="17350" cy="18125"/>
            </a:xfrm>
            <a:custGeom>
              <a:rect b="b" l="l" r="r" t="t"/>
              <a:pathLst>
                <a:path extrusionOk="0" h="725" w="694">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6" name="Google Shape;11996;p139"/>
            <p:cNvSpPr/>
            <p:nvPr/>
          </p:nvSpPr>
          <p:spPr>
            <a:xfrm>
              <a:off x="-18123775" y="2908300"/>
              <a:ext cx="18150" cy="18125"/>
            </a:xfrm>
            <a:custGeom>
              <a:rect b="b" l="l" r="r" t="t"/>
              <a:pathLst>
                <a:path extrusionOk="0" h="725" w="726">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7" name="Google Shape;11997;p139"/>
            <p:cNvSpPr/>
            <p:nvPr/>
          </p:nvSpPr>
          <p:spPr>
            <a:xfrm>
              <a:off x="-18258450" y="2809825"/>
              <a:ext cx="232375" cy="303275"/>
            </a:xfrm>
            <a:custGeom>
              <a:rect b="b" l="l" r="r" t="t"/>
              <a:pathLst>
                <a:path extrusionOk="0" h="12131" w="9295">
                  <a:moveTo>
                    <a:pt x="4663" y="726"/>
                  </a:moveTo>
                  <a:cubicBezTo>
                    <a:pt x="5640" y="726"/>
                    <a:pt x="6617" y="1387"/>
                    <a:pt x="7373" y="2553"/>
                  </a:cubicBezTo>
                  <a:cubicBezTo>
                    <a:pt x="7121" y="2490"/>
                    <a:pt x="6459" y="2238"/>
                    <a:pt x="6175" y="2175"/>
                  </a:cubicBezTo>
                  <a:cubicBezTo>
                    <a:pt x="6144" y="2159"/>
                    <a:pt x="6097" y="2151"/>
                    <a:pt x="6049" y="2151"/>
                  </a:cubicBezTo>
                  <a:cubicBezTo>
                    <a:pt x="6002" y="2151"/>
                    <a:pt x="5955" y="2159"/>
                    <a:pt x="5923" y="2175"/>
                  </a:cubicBezTo>
                  <a:lnTo>
                    <a:pt x="4663" y="2805"/>
                  </a:lnTo>
                  <a:lnTo>
                    <a:pt x="3403" y="2175"/>
                  </a:lnTo>
                  <a:cubicBezTo>
                    <a:pt x="3356" y="2159"/>
                    <a:pt x="3301" y="2151"/>
                    <a:pt x="3249" y="2151"/>
                  </a:cubicBezTo>
                  <a:cubicBezTo>
                    <a:pt x="3198" y="2151"/>
                    <a:pt x="3151" y="2159"/>
                    <a:pt x="3120" y="2175"/>
                  </a:cubicBezTo>
                  <a:lnTo>
                    <a:pt x="1922" y="2553"/>
                  </a:lnTo>
                  <a:cubicBezTo>
                    <a:pt x="2710" y="1387"/>
                    <a:pt x="3718" y="726"/>
                    <a:pt x="4663" y="726"/>
                  </a:cubicBezTo>
                  <a:close/>
                  <a:moveTo>
                    <a:pt x="6144" y="2868"/>
                  </a:moveTo>
                  <a:lnTo>
                    <a:pt x="6617" y="3025"/>
                  </a:lnTo>
                  <a:cubicBezTo>
                    <a:pt x="7341" y="3908"/>
                    <a:pt x="7404" y="5168"/>
                    <a:pt x="6743" y="6081"/>
                  </a:cubicBezTo>
                  <a:lnTo>
                    <a:pt x="6112" y="6396"/>
                  </a:lnTo>
                  <a:lnTo>
                    <a:pt x="5041" y="5829"/>
                  </a:lnTo>
                  <a:lnTo>
                    <a:pt x="5041" y="5325"/>
                  </a:lnTo>
                  <a:cubicBezTo>
                    <a:pt x="5041" y="5136"/>
                    <a:pt x="4884" y="4979"/>
                    <a:pt x="4695" y="4979"/>
                  </a:cubicBezTo>
                  <a:cubicBezTo>
                    <a:pt x="4506" y="4979"/>
                    <a:pt x="4348" y="5136"/>
                    <a:pt x="4348" y="5325"/>
                  </a:cubicBezTo>
                  <a:lnTo>
                    <a:pt x="4348" y="5829"/>
                  </a:lnTo>
                  <a:lnTo>
                    <a:pt x="3277" y="6396"/>
                  </a:lnTo>
                  <a:lnTo>
                    <a:pt x="2647" y="6081"/>
                  </a:lnTo>
                  <a:cubicBezTo>
                    <a:pt x="1985" y="5136"/>
                    <a:pt x="2048" y="3908"/>
                    <a:pt x="2773" y="3025"/>
                  </a:cubicBezTo>
                  <a:lnTo>
                    <a:pt x="3246" y="2868"/>
                  </a:lnTo>
                  <a:lnTo>
                    <a:pt x="4537" y="3498"/>
                  </a:lnTo>
                  <a:cubicBezTo>
                    <a:pt x="4600" y="3530"/>
                    <a:pt x="4655" y="3545"/>
                    <a:pt x="4707" y="3545"/>
                  </a:cubicBezTo>
                  <a:cubicBezTo>
                    <a:pt x="4758" y="3545"/>
                    <a:pt x="4805" y="3530"/>
                    <a:pt x="4852" y="3498"/>
                  </a:cubicBezTo>
                  <a:lnTo>
                    <a:pt x="6144" y="2868"/>
                  </a:lnTo>
                  <a:close/>
                  <a:moveTo>
                    <a:pt x="7530" y="6459"/>
                  </a:moveTo>
                  <a:lnTo>
                    <a:pt x="8601" y="7027"/>
                  </a:lnTo>
                  <a:cubicBezTo>
                    <a:pt x="8507" y="9641"/>
                    <a:pt x="6932" y="11469"/>
                    <a:pt x="4663" y="11469"/>
                  </a:cubicBezTo>
                  <a:cubicBezTo>
                    <a:pt x="2363" y="11469"/>
                    <a:pt x="788" y="9704"/>
                    <a:pt x="725" y="7027"/>
                  </a:cubicBezTo>
                  <a:lnTo>
                    <a:pt x="1765" y="6459"/>
                  </a:lnTo>
                  <a:lnTo>
                    <a:pt x="2206" y="6648"/>
                  </a:lnTo>
                  <a:lnTo>
                    <a:pt x="3088" y="7090"/>
                  </a:lnTo>
                  <a:cubicBezTo>
                    <a:pt x="3135" y="7105"/>
                    <a:pt x="3190" y="7113"/>
                    <a:pt x="3246" y="7113"/>
                  </a:cubicBezTo>
                  <a:cubicBezTo>
                    <a:pt x="3301" y="7113"/>
                    <a:pt x="3356" y="7105"/>
                    <a:pt x="3403" y="7090"/>
                  </a:cubicBezTo>
                  <a:lnTo>
                    <a:pt x="4663" y="6459"/>
                  </a:lnTo>
                  <a:lnTo>
                    <a:pt x="5923" y="7090"/>
                  </a:lnTo>
                  <a:cubicBezTo>
                    <a:pt x="5971" y="7105"/>
                    <a:pt x="6026" y="7113"/>
                    <a:pt x="6081" y="7113"/>
                  </a:cubicBezTo>
                  <a:cubicBezTo>
                    <a:pt x="6136" y="7113"/>
                    <a:pt x="6191" y="7105"/>
                    <a:pt x="6238" y="7090"/>
                  </a:cubicBezTo>
                  <a:lnTo>
                    <a:pt x="7089" y="6648"/>
                  </a:lnTo>
                  <a:lnTo>
                    <a:pt x="7530" y="6459"/>
                  </a:lnTo>
                  <a:close/>
                  <a:moveTo>
                    <a:pt x="4663" y="1"/>
                  </a:moveTo>
                  <a:cubicBezTo>
                    <a:pt x="3214" y="1"/>
                    <a:pt x="1796" y="1135"/>
                    <a:pt x="883" y="3025"/>
                  </a:cubicBezTo>
                  <a:cubicBezTo>
                    <a:pt x="776" y="3265"/>
                    <a:pt x="939" y="3527"/>
                    <a:pt x="1163" y="3527"/>
                  </a:cubicBezTo>
                  <a:cubicBezTo>
                    <a:pt x="1205" y="3527"/>
                    <a:pt x="1248" y="3518"/>
                    <a:pt x="1292" y="3498"/>
                  </a:cubicBezTo>
                  <a:lnTo>
                    <a:pt x="1702" y="3403"/>
                  </a:lnTo>
                  <a:lnTo>
                    <a:pt x="1702" y="3403"/>
                  </a:lnTo>
                  <a:cubicBezTo>
                    <a:pt x="1387" y="4128"/>
                    <a:pt x="1355" y="4979"/>
                    <a:pt x="1607" y="5766"/>
                  </a:cubicBezTo>
                  <a:lnTo>
                    <a:pt x="221" y="6459"/>
                  </a:lnTo>
                  <a:cubicBezTo>
                    <a:pt x="95" y="6554"/>
                    <a:pt x="1" y="6648"/>
                    <a:pt x="1" y="6774"/>
                  </a:cubicBezTo>
                  <a:cubicBezTo>
                    <a:pt x="1" y="10209"/>
                    <a:pt x="2143" y="12130"/>
                    <a:pt x="4663" y="12130"/>
                  </a:cubicBezTo>
                  <a:cubicBezTo>
                    <a:pt x="7184" y="12130"/>
                    <a:pt x="9294" y="10177"/>
                    <a:pt x="9294" y="6774"/>
                  </a:cubicBezTo>
                  <a:cubicBezTo>
                    <a:pt x="9294" y="6648"/>
                    <a:pt x="9231" y="6554"/>
                    <a:pt x="9105" y="6459"/>
                  </a:cubicBezTo>
                  <a:lnTo>
                    <a:pt x="7688" y="5766"/>
                  </a:lnTo>
                  <a:cubicBezTo>
                    <a:pt x="7971" y="5010"/>
                    <a:pt x="7971" y="4191"/>
                    <a:pt x="7593" y="3403"/>
                  </a:cubicBezTo>
                  <a:lnTo>
                    <a:pt x="7593" y="3403"/>
                  </a:lnTo>
                  <a:lnTo>
                    <a:pt x="8003" y="3498"/>
                  </a:lnTo>
                  <a:cubicBezTo>
                    <a:pt x="8052" y="3518"/>
                    <a:pt x="8099" y="3527"/>
                    <a:pt x="8144" y="3527"/>
                  </a:cubicBezTo>
                  <a:cubicBezTo>
                    <a:pt x="8387" y="3527"/>
                    <a:pt x="8550" y="3265"/>
                    <a:pt x="8444" y="3025"/>
                  </a:cubicBezTo>
                  <a:cubicBezTo>
                    <a:pt x="7530" y="1135"/>
                    <a:pt x="6112" y="1"/>
                    <a:pt x="466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998" name="Google Shape;11998;p139"/>
          <p:cNvSpPr/>
          <p:nvPr/>
        </p:nvSpPr>
        <p:spPr>
          <a:xfrm>
            <a:off x="1456589" y="3444743"/>
            <a:ext cx="471471" cy="475125"/>
          </a:xfrm>
          <a:custGeom>
            <a:rect b="b" l="l" r="r" t="t"/>
            <a:pathLst>
              <a:path extrusionOk="0" h="12225" w="12131">
                <a:moveTo>
                  <a:pt x="6050" y="756"/>
                </a:moveTo>
                <a:cubicBezTo>
                  <a:pt x="6239" y="756"/>
                  <a:pt x="6396" y="914"/>
                  <a:pt x="6396" y="1103"/>
                </a:cubicBezTo>
                <a:cubicBezTo>
                  <a:pt x="6396" y="1324"/>
                  <a:pt x="6239" y="1481"/>
                  <a:pt x="6050" y="1481"/>
                </a:cubicBezTo>
                <a:cubicBezTo>
                  <a:pt x="5861" y="1481"/>
                  <a:pt x="5703" y="1324"/>
                  <a:pt x="5703" y="1103"/>
                </a:cubicBezTo>
                <a:cubicBezTo>
                  <a:pt x="5703" y="914"/>
                  <a:pt x="5861" y="756"/>
                  <a:pt x="6050" y="756"/>
                </a:cubicBezTo>
                <a:close/>
                <a:moveTo>
                  <a:pt x="3183" y="2174"/>
                </a:moveTo>
                <a:cubicBezTo>
                  <a:pt x="3372" y="2174"/>
                  <a:pt x="3530" y="2332"/>
                  <a:pt x="3530" y="2521"/>
                </a:cubicBezTo>
                <a:cubicBezTo>
                  <a:pt x="3530" y="2741"/>
                  <a:pt x="3372" y="2899"/>
                  <a:pt x="3183" y="2899"/>
                </a:cubicBezTo>
                <a:cubicBezTo>
                  <a:pt x="2994" y="2899"/>
                  <a:pt x="2836" y="2741"/>
                  <a:pt x="2836" y="2521"/>
                </a:cubicBezTo>
                <a:cubicBezTo>
                  <a:pt x="2836" y="2332"/>
                  <a:pt x="2994" y="2174"/>
                  <a:pt x="3183" y="2174"/>
                </a:cubicBezTo>
                <a:close/>
                <a:moveTo>
                  <a:pt x="8885" y="2174"/>
                </a:moveTo>
                <a:cubicBezTo>
                  <a:pt x="9074" y="2174"/>
                  <a:pt x="9232" y="2332"/>
                  <a:pt x="9232" y="2521"/>
                </a:cubicBezTo>
                <a:cubicBezTo>
                  <a:pt x="9232" y="2741"/>
                  <a:pt x="9074" y="2899"/>
                  <a:pt x="8885" y="2899"/>
                </a:cubicBezTo>
                <a:cubicBezTo>
                  <a:pt x="8696" y="2899"/>
                  <a:pt x="8539" y="2741"/>
                  <a:pt x="8539" y="2521"/>
                </a:cubicBezTo>
                <a:cubicBezTo>
                  <a:pt x="8539" y="2332"/>
                  <a:pt x="8696" y="2174"/>
                  <a:pt x="8885" y="2174"/>
                </a:cubicBezTo>
                <a:close/>
                <a:moveTo>
                  <a:pt x="6050" y="3718"/>
                </a:moveTo>
                <a:cubicBezTo>
                  <a:pt x="6396" y="4033"/>
                  <a:pt x="7153" y="4726"/>
                  <a:pt x="7562" y="5640"/>
                </a:cubicBezTo>
                <a:cubicBezTo>
                  <a:pt x="6869" y="6238"/>
                  <a:pt x="6365" y="6931"/>
                  <a:pt x="6050" y="7814"/>
                </a:cubicBezTo>
                <a:cubicBezTo>
                  <a:pt x="5735" y="6994"/>
                  <a:pt x="5199" y="6238"/>
                  <a:pt x="4569" y="5640"/>
                </a:cubicBezTo>
                <a:cubicBezTo>
                  <a:pt x="4947" y="4726"/>
                  <a:pt x="5703" y="4033"/>
                  <a:pt x="6050" y="3718"/>
                </a:cubicBezTo>
                <a:close/>
                <a:moveTo>
                  <a:pt x="1009" y="5010"/>
                </a:moveTo>
                <a:cubicBezTo>
                  <a:pt x="3561" y="5010"/>
                  <a:pt x="5672" y="7089"/>
                  <a:pt x="5672" y="9704"/>
                </a:cubicBezTo>
                <a:lnTo>
                  <a:pt x="5672" y="10050"/>
                </a:lnTo>
                <a:lnTo>
                  <a:pt x="5294" y="10050"/>
                </a:lnTo>
                <a:cubicBezTo>
                  <a:pt x="2773" y="10050"/>
                  <a:pt x="663" y="7971"/>
                  <a:pt x="663" y="5356"/>
                </a:cubicBezTo>
                <a:lnTo>
                  <a:pt x="663" y="5010"/>
                </a:lnTo>
                <a:close/>
                <a:moveTo>
                  <a:pt x="11406" y="5010"/>
                </a:moveTo>
                <a:lnTo>
                  <a:pt x="11406" y="5356"/>
                </a:lnTo>
                <a:cubicBezTo>
                  <a:pt x="11406" y="7971"/>
                  <a:pt x="9326" y="10050"/>
                  <a:pt x="6775" y="10050"/>
                </a:cubicBezTo>
                <a:lnTo>
                  <a:pt x="6396" y="10050"/>
                </a:lnTo>
                <a:lnTo>
                  <a:pt x="6396" y="9704"/>
                </a:lnTo>
                <a:cubicBezTo>
                  <a:pt x="6396" y="7089"/>
                  <a:pt x="8507" y="5010"/>
                  <a:pt x="11059" y="5010"/>
                </a:cubicBezTo>
                <a:close/>
                <a:moveTo>
                  <a:pt x="7814" y="10649"/>
                </a:moveTo>
                <a:lnTo>
                  <a:pt x="7814" y="10775"/>
                </a:lnTo>
                <a:cubicBezTo>
                  <a:pt x="7814" y="11153"/>
                  <a:pt x="7499" y="11468"/>
                  <a:pt x="7121" y="11468"/>
                </a:cubicBezTo>
                <a:cubicBezTo>
                  <a:pt x="6712" y="11468"/>
                  <a:pt x="6396" y="11153"/>
                  <a:pt x="6396" y="10775"/>
                </a:cubicBezTo>
                <a:cubicBezTo>
                  <a:pt x="6838" y="10775"/>
                  <a:pt x="7247" y="10775"/>
                  <a:pt x="7814" y="10649"/>
                </a:cubicBezTo>
                <a:close/>
                <a:moveTo>
                  <a:pt x="4286" y="10680"/>
                </a:moveTo>
                <a:cubicBezTo>
                  <a:pt x="4884" y="10806"/>
                  <a:pt x="5262" y="10806"/>
                  <a:pt x="5703" y="10806"/>
                </a:cubicBezTo>
                <a:cubicBezTo>
                  <a:pt x="5703" y="11153"/>
                  <a:pt x="5388" y="11500"/>
                  <a:pt x="4979" y="11500"/>
                </a:cubicBezTo>
                <a:cubicBezTo>
                  <a:pt x="4601" y="11500"/>
                  <a:pt x="4286" y="11185"/>
                  <a:pt x="4286" y="10806"/>
                </a:cubicBezTo>
                <a:lnTo>
                  <a:pt x="4286" y="10680"/>
                </a:lnTo>
                <a:close/>
                <a:moveTo>
                  <a:pt x="6050" y="0"/>
                </a:moveTo>
                <a:cubicBezTo>
                  <a:pt x="5451" y="0"/>
                  <a:pt x="4979" y="473"/>
                  <a:pt x="4979" y="1071"/>
                </a:cubicBezTo>
                <a:cubicBezTo>
                  <a:pt x="4979" y="1544"/>
                  <a:pt x="5294" y="1922"/>
                  <a:pt x="5703" y="2080"/>
                </a:cubicBezTo>
                <a:lnTo>
                  <a:pt x="5703" y="3025"/>
                </a:lnTo>
                <a:cubicBezTo>
                  <a:pt x="5357" y="3308"/>
                  <a:pt x="4475" y="4096"/>
                  <a:pt x="3971" y="5167"/>
                </a:cubicBezTo>
                <a:cubicBezTo>
                  <a:pt x="3845" y="5104"/>
                  <a:pt x="3687" y="5010"/>
                  <a:pt x="3561" y="4947"/>
                </a:cubicBezTo>
                <a:lnTo>
                  <a:pt x="3561" y="3529"/>
                </a:lnTo>
                <a:cubicBezTo>
                  <a:pt x="4002" y="3371"/>
                  <a:pt x="4286" y="2962"/>
                  <a:pt x="4286" y="2489"/>
                </a:cubicBezTo>
                <a:cubicBezTo>
                  <a:pt x="4286" y="1891"/>
                  <a:pt x="3813" y="1418"/>
                  <a:pt x="3214" y="1418"/>
                </a:cubicBezTo>
                <a:cubicBezTo>
                  <a:pt x="2616" y="1418"/>
                  <a:pt x="2143" y="1891"/>
                  <a:pt x="2143" y="2489"/>
                </a:cubicBezTo>
                <a:cubicBezTo>
                  <a:pt x="2143" y="2962"/>
                  <a:pt x="2458" y="3371"/>
                  <a:pt x="2868" y="3529"/>
                </a:cubicBezTo>
                <a:lnTo>
                  <a:pt x="2868" y="4632"/>
                </a:lnTo>
                <a:cubicBezTo>
                  <a:pt x="2269" y="4411"/>
                  <a:pt x="1671" y="4316"/>
                  <a:pt x="1041" y="4316"/>
                </a:cubicBezTo>
                <a:lnTo>
                  <a:pt x="348" y="4316"/>
                </a:lnTo>
                <a:cubicBezTo>
                  <a:pt x="158" y="4316"/>
                  <a:pt x="1" y="4474"/>
                  <a:pt x="1" y="4663"/>
                </a:cubicBezTo>
                <a:lnTo>
                  <a:pt x="1" y="5356"/>
                </a:lnTo>
                <a:cubicBezTo>
                  <a:pt x="1" y="6774"/>
                  <a:pt x="537" y="8160"/>
                  <a:pt x="1576" y="9200"/>
                </a:cubicBezTo>
                <a:cubicBezTo>
                  <a:pt x="2143" y="9767"/>
                  <a:pt x="2836" y="10208"/>
                  <a:pt x="3561" y="10491"/>
                </a:cubicBezTo>
                <a:lnTo>
                  <a:pt x="3561" y="10806"/>
                </a:lnTo>
                <a:cubicBezTo>
                  <a:pt x="3561" y="11594"/>
                  <a:pt x="4191" y="12224"/>
                  <a:pt x="4979" y="12224"/>
                </a:cubicBezTo>
                <a:cubicBezTo>
                  <a:pt x="5420" y="12224"/>
                  <a:pt x="5829" y="12035"/>
                  <a:pt x="6050" y="11752"/>
                </a:cubicBezTo>
                <a:cubicBezTo>
                  <a:pt x="6333" y="12067"/>
                  <a:pt x="6680" y="12224"/>
                  <a:pt x="7121" y="12224"/>
                </a:cubicBezTo>
                <a:cubicBezTo>
                  <a:pt x="7909" y="12224"/>
                  <a:pt x="8539" y="11594"/>
                  <a:pt x="8539" y="10806"/>
                </a:cubicBezTo>
                <a:lnTo>
                  <a:pt x="8539" y="10491"/>
                </a:lnTo>
                <a:cubicBezTo>
                  <a:pt x="9295" y="10208"/>
                  <a:pt x="9957" y="9767"/>
                  <a:pt x="10555" y="9200"/>
                </a:cubicBezTo>
                <a:cubicBezTo>
                  <a:pt x="11563" y="8160"/>
                  <a:pt x="12130" y="6837"/>
                  <a:pt x="12130" y="5356"/>
                </a:cubicBezTo>
                <a:lnTo>
                  <a:pt x="12130" y="4663"/>
                </a:lnTo>
                <a:cubicBezTo>
                  <a:pt x="12130" y="4474"/>
                  <a:pt x="11973" y="4316"/>
                  <a:pt x="11752" y="4316"/>
                </a:cubicBezTo>
                <a:lnTo>
                  <a:pt x="11059" y="4316"/>
                </a:lnTo>
                <a:cubicBezTo>
                  <a:pt x="10429" y="4316"/>
                  <a:pt x="9831" y="4411"/>
                  <a:pt x="9232" y="4632"/>
                </a:cubicBezTo>
                <a:lnTo>
                  <a:pt x="9232" y="3529"/>
                </a:lnTo>
                <a:cubicBezTo>
                  <a:pt x="9673" y="3371"/>
                  <a:pt x="9957" y="2962"/>
                  <a:pt x="9957" y="2489"/>
                </a:cubicBezTo>
                <a:cubicBezTo>
                  <a:pt x="9957" y="1891"/>
                  <a:pt x="9484" y="1418"/>
                  <a:pt x="8885" y="1418"/>
                </a:cubicBezTo>
                <a:cubicBezTo>
                  <a:pt x="8287" y="1418"/>
                  <a:pt x="7814" y="1891"/>
                  <a:pt x="7814" y="2489"/>
                </a:cubicBezTo>
                <a:cubicBezTo>
                  <a:pt x="7814" y="2962"/>
                  <a:pt x="8129" y="3371"/>
                  <a:pt x="8539" y="3529"/>
                </a:cubicBezTo>
                <a:lnTo>
                  <a:pt x="8539" y="4947"/>
                </a:lnTo>
                <a:cubicBezTo>
                  <a:pt x="8381" y="5010"/>
                  <a:pt x="8255" y="5104"/>
                  <a:pt x="8129" y="5167"/>
                </a:cubicBezTo>
                <a:cubicBezTo>
                  <a:pt x="7625" y="4096"/>
                  <a:pt x="6775" y="3308"/>
                  <a:pt x="6396" y="3025"/>
                </a:cubicBezTo>
                <a:lnTo>
                  <a:pt x="6396" y="2080"/>
                </a:lnTo>
                <a:cubicBezTo>
                  <a:pt x="6838" y="1922"/>
                  <a:pt x="7121" y="1544"/>
                  <a:pt x="7121" y="1071"/>
                </a:cubicBezTo>
                <a:cubicBezTo>
                  <a:pt x="7121" y="473"/>
                  <a:pt x="6649" y="0"/>
                  <a:pt x="605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99" name="Google Shape;11999;p139"/>
          <p:cNvGrpSpPr/>
          <p:nvPr/>
        </p:nvGrpSpPr>
        <p:grpSpPr>
          <a:xfrm>
            <a:off x="3793692" y="3445233"/>
            <a:ext cx="415117" cy="473920"/>
            <a:chOff x="-16422500" y="2425450"/>
            <a:chExt cx="267025" cy="304850"/>
          </a:xfrm>
        </p:grpSpPr>
        <p:sp>
          <p:nvSpPr>
            <p:cNvPr id="12000" name="Google Shape;12000;p139"/>
            <p:cNvSpPr/>
            <p:nvPr/>
          </p:nvSpPr>
          <p:spPr>
            <a:xfrm>
              <a:off x="-16350825" y="2515275"/>
              <a:ext cx="17350" cy="18125"/>
            </a:xfrm>
            <a:custGeom>
              <a:rect b="b" l="l" r="r" t="t"/>
              <a:pathLst>
                <a:path extrusionOk="0" h="725" w="694">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1" name="Google Shape;12001;p139"/>
            <p:cNvSpPr/>
            <p:nvPr/>
          </p:nvSpPr>
          <p:spPr>
            <a:xfrm>
              <a:off x="-16245275" y="2515275"/>
              <a:ext cx="18125" cy="18125"/>
            </a:xfrm>
            <a:custGeom>
              <a:rect b="b" l="l" r="r" t="t"/>
              <a:pathLst>
                <a:path extrusionOk="0" h="725" w="725">
                  <a:moveTo>
                    <a:pt x="378" y="0"/>
                  </a:moveTo>
                  <a:cubicBezTo>
                    <a:pt x="158" y="0"/>
                    <a:pt x="0" y="158"/>
                    <a:pt x="0" y="378"/>
                  </a:cubicBezTo>
                  <a:cubicBezTo>
                    <a:pt x="0" y="567"/>
                    <a:pt x="158" y="725"/>
                    <a:pt x="378" y="725"/>
                  </a:cubicBezTo>
                  <a:cubicBezTo>
                    <a:pt x="567" y="725"/>
                    <a:pt x="725" y="567"/>
                    <a:pt x="725" y="378"/>
                  </a:cubicBezTo>
                  <a:cubicBezTo>
                    <a:pt x="725" y="158"/>
                    <a:pt x="567" y="0"/>
                    <a:pt x="37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2" name="Google Shape;12002;p139"/>
            <p:cNvSpPr/>
            <p:nvPr/>
          </p:nvSpPr>
          <p:spPr>
            <a:xfrm>
              <a:off x="-16422500" y="2425450"/>
              <a:ext cx="267025" cy="304850"/>
            </a:xfrm>
            <a:custGeom>
              <a:rect b="b" l="l" r="r" t="t"/>
              <a:pathLst>
                <a:path extrusionOk="0" h="12194" w="10681">
                  <a:moveTo>
                    <a:pt x="5325" y="5925"/>
                  </a:moveTo>
                  <a:cubicBezTo>
                    <a:pt x="5482" y="5925"/>
                    <a:pt x="5640" y="6051"/>
                    <a:pt x="5703" y="6177"/>
                  </a:cubicBezTo>
                  <a:lnTo>
                    <a:pt x="5325" y="6586"/>
                  </a:lnTo>
                  <a:lnTo>
                    <a:pt x="4978" y="6177"/>
                  </a:lnTo>
                  <a:cubicBezTo>
                    <a:pt x="5010" y="6019"/>
                    <a:pt x="5167" y="5925"/>
                    <a:pt x="5325" y="5925"/>
                  </a:cubicBezTo>
                  <a:close/>
                  <a:moveTo>
                    <a:pt x="4411" y="5767"/>
                  </a:moveTo>
                  <a:cubicBezTo>
                    <a:pt x="4348" y="5925"/>
                    <a:pt x="4254" y="6114"/>
                    <a:pt x="4254" y="6334"/>
                  </a:cubicBezTo>
                  <a:cubicBezTo>
                    <a:pt x="4254" y="6366"/>
                    <a:pt x="4254" y="6429"/>
                    <a:pt x="4348" y="6523"/>
                  </a:cubicBezTo>
                  <a:lnTo>
                    <a:pt x="4978" y="7311"/>
                  </a:lnTo>
                  <a:cubicBezTo>
                    <a:pt x="4884" y="8004"/>
                    <a:pt x="4317" y="8602"/>
                    <a:pt x="3561" y="8602"/>
                  </a:cubicBezTo>
                  <a:cubicBezTo>
                    <a:pt x="2773" y="8602"/>
                    <a:pt x="2143" y="7972"/>
                    <a:pt x="2143" y="7185"/>
                  </a:cubicBezTo>
                  <a:cubicBezTo>
                    <a:pt x="2143" y="6397"/>
                    <a:pt x="2773" y="5767"/>
                    <a:pt x="3561" y="5767"/>
                  </a:cubicBezTo>
                  <a:close/>
                  <a:moveTo>
                    <a:pt x="7089" y="5735"/>
                  </a:moveTo>
                  <a:cubicBezTo>
                    <a:pt x="7877" y="5735"/>
                    <a:pt x="8507" y="6366"/>
                    <a:pt x="8507" y="7153"/>
                  </a:cubicBezTo>
                  <a:cubicBezTo>
                    <a:pt x="8507" y="7972"/>
                    <a:pt x="7877" y="8602"/>
                    <a:pt x="7089" y="8602"/>
                  </a:cubicBezTo>
                  <a:cubicBezTo>
                    <a:pt x="6365" y="8602"/>
                    <a:pt x="5734" y="8004"/>
                    <a:pt x="5671" y="7311"/>
                  </a:cubicBezTo>
                  <a:lnTo>
                    <a:pt x="6302" y="6523"/>
                  </a:lnTo>
                  <a:cubicBezTo>
                    <a:pt x="6365" y="6429"/>
                    <a:pt x="6396" y="6366"/>
                    <a:pt x="6396" y="6271"/>
                  </a:cubicBezTo>
                  <a:cubicBezTo>
                    <a:pt x="6396" y="6082"/>
                    <a:pt x="6365" y="5893"/>
                    <a:pt x="6239" y="5735"/>
                  </a:cubicBezTo>
                  <a:close/>
                  <a:moveTo>
                    <a:pt x="5317" y="725"/>
                  </a:moveTo>
                  <a:cubicBezTo>
                    <a:pt x="6534" y="725"/>
                    <a:pt x="7685" y="1194"/>
                    <a:pt x="8570" y="2018"/>
                  </a:cubicBezTo>
                  <a:cubicBezTo>
                    <a:pt x="9452" y="2932"/>
                    <a:pt x="9988" y="4129"/>
                    <a:pt x="9988" y="5389"/>
                  </a:cubicBezTo>
                  <a:lnTo>
                    <a:pt x="9988" y="8256"/>
                  </a:lnTo>
                  <a:cubicBezTo>
                    <a:pt x="9988" y="8854"/>
                    <a:pt x="9515" y="9327"/>
                    <a:pt x="8916" y="9327"/>
                  </a:cubicBezTo>
                  <a:lnTo>
                    <a:pt x="8570" y="9327"/>
                  </a:lnTo>
                  <a:lnTo>
                    <a:pt x="8570" y="8760"/>
                  </a:lnTo>
                  <a:cubicBezTo>
                    <a:pt x="9043" y="8350"/>
                    <a:pt x="9263" y="7783"/>
                    <a:pt x="9263" y="7153"/>
                  </a:cubicBezTo>
                  <a:cubicBezTo>
                    <a:pt x="9263" y="5956"/>
                    <a:pt x="8318" y="5011"/>
                    <a:pt x="7152" y="5011"/>
                  </a:cubicBezTo>
                  <a:lnTo>
                    <a:pt x="3561" y="5011"/>
                  </a:lnTo>
                  <a:cubicBezTo>
                    <a:pt x="2363" y="5011"/>
                    <a:pt x="1418" y="5956"/>
                    <a:pt x="1418" y="7153"/>
                  </a:cubicBezTo>
                  <a:cubicBezTo>
                    <a:pt x="1418" y="7783"/>
                    <a:pt x="1702" y="8319"/>
                    <a:pt x="2143" y="8760"/>
                  </a:cubicBezTo>
                  <a:lnTo>
                    <a:pt x="2143" y="9327"/>
                  </a:lnTo>
                  <a:lnTo>
                    <a:pt x="1796" y="9327"/>
                  </a:lnTo>
                  <a:cubicBezTo>
                    <a:pt x="1198" y="9327"/>
                    <a:pt x="725" y="8854"/>
                    <a:pt x="725" y="8256"/>
                  </a:cubicBezTo>
                  <a:lnTo>
                    <a:pt x="725" y="5609"/>
                  </a:lnTo>
                  <a:cubicBezTo>
                    <a:pt x="725" y="3026"/>
                    <a:pt x="2742" y="821"/>
                    <a:pt x="5199" y="726"/>
                  </a:cubicBezTo>
                  <a:cubicBezTo>
                    <a:pt x="5238" y="725"/>
                    <a:pt x="5278" y="725"/>
                    <a:pt x="5317" y="725"/>
                  </a:cubicBezTo>
                  <a:close/>
                  <a:moveTo>
                    <a:pt x="5325" y="8382"/>
                  </a:moveTo>
                  <a:cubicBezTo>
                    <a:pt x="5577" y="8760"/>
                    <a:pt x="5955" y="9043"/>
                    <a:pt x="6396" y="9201"/>
                  </a:cubicBezTo>
                  <a:lnTo>
                    <a:pt x="6396" y="9674"/>
                  </a:lnTo>
                  <a:cubicBezTo>
                    <a:pt x="6081" y="9894"/>
                    <a:pt x="5734" y="10020"/>
                    <a:pt x="5325" y="10020"/>
                  </a:cubicBezTo>
                  <a:cubicBezTo>
                    <a:pt x="4947" y="10020"/>
                    <a:pt x="4569" y="9894"/>
                    <a:pt x="4254" y="9674"/>
                  </a:cubicBezTo>
                  <a:lnTo>
                    <a:pt x="4254" y="9201"/>
                  </a:lnTo>
                  <a:cubicBezTo>
                    <a:pt x="4695" y="9043"/>
                    <a:pt x="5104" y="8728"/>
                    <a:pt x="5325" y="8382"/>
                  </a:cubicBezTo>
                  <a:close/>
                  <a:moveTo>
                    <a:pt x="2836" y="9201"/>
                  </a:moveTo>
                  <a:cubicBezTo>
                    <a:pt x="3088" y="9264"/>
                    <a:pt x="3309" y="9327"/>
                    <a:pt x="3561" y="9327"/>
                  </a:cubicBezTo>
                  <a:lnTo>
                    <a:pt x="3561" y="11406"/>
                  </a:lnTo>
                  <a:cubicBezTo>
                    <a:pt x="3151" y="11249"/>
                    <a:pt x="2836" y="10839"/>
                    <a:pt x="2836" y="10367"/>
                  </a:cubicBezTo>
                  <a:lnTo>
                    <a:pt x="2836" y="9201"/>
                  </a:lnTo>
                  <a:close/>
                  <a:moveTo>
                    <a:pt x="7814" y="9201"/>
                  </a:moveTo>
                  <a:lnTo>
                    <a:pt x="7814" y="10367"/>
                  </a:lnTo>
                  <a:cubicBezTo>
                    <a:pt x="7814" y="10839"/>
                    <a:pt x="7499" y="11249"/>
                    <a:pt x="7089" y="11406"/>
                  </a:cubicBezTo>
                  <a:lnTo>
                    <a:pt x="7089" y="9327"/>
                  </a:lnTo>
                  <a:cubicBezTo>
                    <a:pt x="7341" y="9327"/>
                    <a:pt x="7562" y="9264"/>
                    <a:pt x="7814" y="9201"/>
                  </a:cubicBezTo>
                  <a:close/>
                  <a:moveTo>
                    <a:pt x="5317" y="0"/>
                  </a:moveTo>
                  <a:cubicBezTo>
                    <a:pt x="5278" y="0"/>
                    <a:pt x="5238" y="1"/>
                    <a:pt x="5199" y="2"/>
                  </a:cubicBezTo>
                  <a:cubicBezTo>
                    <a:pt x="3781" y="65"/>
                    <a:pt x="2489" y="695"/>
                    <a:pt x="1513" y="1766"/>
                  </a:cubicBezTo>
                  <a:cubicBezTo>
                    <a:pt x="568" y="2806"/>
                    <a:pt x="1" y="4160"/>
                    <a:pt x="1" y="5609"/>
                  </a:cubicBezTo>
                  <a:lnTo>
                    <a:pt x="1" y="8256"/>
                  </a:lnTo>
                  <a:cubicBezTo>
                    <a:pt x="1" y="9233"/>
                    <a:pt x="788" y="10020"/>
                    <a:pt x="1796" y="10020"/>
                  </a:cubicBezTo>
                  <a:lnTo>
                    <a:pt x="2143" y="10020"/>
                  </a:lnTo>
                  <a:lnTo>
                    <a:pt x="2143" y="10367"/>
                  </a:lnTo>
                  <a:cubicBezTo>
                    <a:pt x="2143" y="10839"/>
                    <a:pt x="2332" y="11312"/>
                    <a:pt x="2647" y="11627"/>
                  </a:cubicBezTo>
                  <a:cubicBezTo>
                    <a:pt x="2994" y="12005"/>
                    <a:pt x="3435" y="12194"/>
                    <a:pt x="3907" y="12194"/>
                  </a:cubicBezTo>
                  <a:cubicBezTo>
                    <a:pt x="4096" y="12194"/>
                    <a:pt x="4254" y="12036"/>
                    <a:pt x="4254" y="11847"/>
                  </a:cubicBezTo>
                  <a:lnTo>
                    <a:pt x="4254" y="10493"/>
                  </a:lnTo>
                  <a:cubicBezTo>
                    <a:pt x="4569" y="10650"/>
                    <a:pt x="4978" y="10713"/>
                    <a:pt x="5325" y="10713"/>
                  </a:cubicBezTo>
                  <a:cubicBezTo>
                    <a:pt x="5703" y="10713"/>
                    <a:pt x="6081" y="10650"/>
                    <a:pt x="6396" y="10493"/>
                  </a:cubicBezTo>
                  <a:lnTo>
                    <a:pt x="6396" y="11847"/>
                  </a:lnTo>
                  <a:cubicBezTo>
                    <a:pt x="6396" y="12036"/>
                    <a:pt x="6554" y="12194"/>
                    <a:pt x="6743" y="12194"/>
                  </a:cubicBezTo>
                  <a:cubicBezTo>
                    <a:pt x="7215" y="12194"/>
                    <a:pt x="7656" y="12005"/>
                    <a:pt x="8003" y="11627"/>
                  </a:cubicBezTo>
                  <a:cubicBezTo>
                    <a:pt x="8381" y="11280"/>
                    <a:pt x="8538" y="10839"/>
                    <a:pt x="8538" y="10367"/>
                  </a:cubicBezTo>
                  <a:lnTo>
                    <a:pt x="8538" y="10020"/>
                  </a:lnTo>
                  <a:lnTo>
                    <a:pt x="8885" y="10020"/>
                  </a:lnTo>
                  <a:cubicBezTo>
                    <a:pt x="9862" y="10020"/>
                    <a:pt x="10649" y="9233"/>
                    <a:pt x="10649" y="8256"/>
                  </a:cubicBezTo>
                  <a:lnTo>
                    <a:pt x="10649" y="5420"/>
                  </a:lnTo>
                  <a:cubicBezTo>
                    <a:pt x="10681" y="4664"/>
                    <a:pt x="10523" y="3908"/>
                    <a:pt x="10240" y="3247"/>
                  </a:cubicBezTo>
                  <a:cubicBezTo>
                    <a:pt x="9988" y="2585"/>
                    <a:pt x="9578" y="2018"/>
                    <a:pt x="9074" y="1514"/>
                  </a:cubicBezTo>
                  <a:cubicBezTo>
                    <a:pt x="8033" y="534"/>
                    <a:pt x="6694" y="0"/>
                    <a:pt x="531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03" name="Google Shape;12003;p139"/>
          <p:cNvGrpSpPr/>
          <p:nvPr/>
        </p:nvGrpSpPr>
        <p:grpSpPr>
          <a:xfrm>
            <a:off x="6096453" y="3445838"/>
            <a:ext cx="473920" cy="472676"/>
            <a:chOff x="-16442200" y="2801175"/>
            <a:chExt cx="304850" cy="304050"/>
          </a:xfrm>
        </p:grpSpPr>
        <p:sp>
          <p:nvSpPr>
            <p:cNvPr id="12004" name="Google Shape;12004;p139"/>
            <p:cNvSpPr/>
            <p:nvPr/>
          </p:nvSpPr>
          <p:spPr>
            <a:xfrm>
              <a:off x="-16369725" y="2942950"/>
              <a:ext cx="17350" cy="17350"/>
            </a:xfrm>
            <a:custGeom>
              <a:rect b="b" l="l" r="r" t="t"/>
              <a:pathLst>
                <a:path extrusionOk="0" h="694" w="694">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5" name="Google Shape;12005;p139"/>
            <p:cNvSpPr/>
            <p:nvPr/>
          </p:nvSpPr>
          <p:spPr>
            <a:xfrm>
              <a:off x="-16442200" y="2801175"/>
              <a:ext cx="304850" cy="304050"/>
            </a:xfrm>
            <a:custGeom>
              <a:rect b="b" l="l" r="r" t="t"/>
              <a:pathLst>
                <a:path extrusionOk="0" h="12162" w="12194">
                  <a:moveTo>
                    <a:pt x="7940" y="694"/>
                  </a:moveTo>
                  <a:cubicBezTo>
                    <a:pt x="8255" y="694"/>
                    <a:pt x="8539" y="914"/>
                    <a:pt x="8602" y="1229"/>
                  </a:cubicBezTo>
                  <a:cubicBezTo>
                    <a:pt x="8633" y="1324"/>
                    <a:pt x="8728" y="1418"/>
                    <a:pt x="8854" y="1450"/>
                  </a:cubicBezTo>
                  <a:cubicBezTo>
                    <a:pt x="9169" y="1544"/>
                    <a:pt x="9358" y="1796"/>
                    <a:pt x="9358" y="2111"/>
                  </a:cubicBezTo>
                  <a:cubicBezTo>
                    <a:pt x="9358" y="2426"/>
                    <a:pt x="9169" y="2710"/>
                    <a:pt x="8854" y="2804"/>
                  </a:cubicBezTo>
                  <a:cubicBezTo>
                    <a:pt x="8728" y="2836"/>
                    <a:pt x="8633" y="2899"/>
                    <a:pt x="8602" y="3025"/>
                  </a:cubicBezTo>
                  <a:cubicBezTo>
                    <a:pt x="8539" y="3340"/>
                    <a:pt x="8255" y="3529"/>
                    <a:pt x="7940" y="3529"/>
                  </a:cubicBezTo>
                  <a:cubicBezTo>
                    <a:pt x="7625" y="3529"/>
                    <a:pt x="7373" y="3340"/>
                    <a:pt x="7279" y="3056"/>
                  </a:cubicBezTo>
                  <a:cubicBezTo>
                    <a:pt x="7216" y="2899"/>
                    <a:pt x="7058" y="2836"/>
                    <a:pt x="6901" y="2836"/>
                  </a:cubicBezTo>
                  <a:lnTo>
                    <a:pt x="6806" y="2836"/>
                  </a:lnTo>
                  <a:cubicBezTo>
                    <a:pt x="6649" y="2836"/>
                    <a:pt x="6522" y="2899"/>
                    <a:pt x="6428" y="3056"/>
                  </a:cubicBezTo>
                  <a:cubicBezTo>
                    <a:pt x="6333" y="3340"/>
                    <a:pt x="6081" y="3529"/>
                    <a:pt x="5766" y="3529"/>
                  </a:cubicBezTo>
                  <a:cubicBezTo>
                    <a:pt x="5451" y="3529"/>
                    <a:pt x="5231" y="3340"/>
                    <a:pt x="5105" y="3056"/>
                  </a:cubicBezTo>
                  <a:cubicBezTo>
                    <a:pt x="5073" y="2899"/>
                    <a:pt x="4916" y="2836"/>
                    <a:pt x="4758" y="2836"/>
                  </a:cubicBezTo>
                  <a:lnTo>
                    <a:pt x="4632" y="2836"/>
                  </a:lnTo>
                  <a:cubicBezTo>
                    <a:pt x="4475" y="2836"/>
                    <a:pt x="4349" y="2899"/>
                    <a:pt x="4254" y="3056"/>
                  </a:cubicBezTo>
                  <a:cubicBezTo>
                    <a:pt x="4191" y="3340"/>
                    <a:pt x="3908" y="3529"/>
                    <a:pt x="3593" y="3529"/>
                  </a:cubicBezTo>
                  <a:cubicBezTo>
                    <a:pt x="3277" y="3529"/>
                    <a:pt x="2994" y="3340"/>
                    <a:pt x="2931" y="3025"/>
                  </a:cubicBezTo>
                  <a:cubicBezTo>
                    <a:pt x="2899" y="2899"/>
                    <a:pt x="2805" y="2836"/>
                    <a:pt x="2679" y="2804"/>
                  </a:cubicBezTo>
                  <a:cubicBezTo>
                    <a:pt x="2395" y="2710"/>
                    <a:pt x="2175" y="2426"/>
                    <a:pt x="2175" y="2111"/>
                  </a:cubicBezTo>
                  <a:cubicBezTo>
                    <a:pt x="2175" y="1796"/>
                    <a:pt x="2395" y="1544"/>
                    <a:pt x="2679" y="1450"/>
                  </a:cubicBezTo>
                  <a:cubicBezTo>
                    <a:pt x="2805" y="1418"/>
                    <a:pt x="2899" y="1324"/>
                    <a:pt x="2931" y="1229"/>
                  </a:cubicBezTo>
                  <a:cubicBezTo>
                    <a:pt x="2994" y="914"/>
                    <a:pt x="3277" y="694"/>
                    <a:pt x="3593" y="694"/>
                  </a:cubicBezTo>
                  <a:cubicBezTo>
                    <a:pt x="3908" y="694"/>
                    <a:pt x="4160" y="914"/>
                    <a:pt x="4254" y="1166"/>
                  </a:cubicBezTo>
                  <a:cubicBezTo>
                    <a:pt x="4317" y="1324"/>
                    <a:pt x="4475" y="1418"/>
                    <a:pt x="4632" y="1418"/>
                  </a:cubicBezTo>
                  <a:lnTo>
                    <a:pt x="4758" y="1418"/>
                  </a:lnTo>
                  <a:cubicBezTo>
                    <a:pt x="4916" y="1418"/>
                    <a:pt x="5010" y="1324"/>
                    <a:pt x="5105" y="1166"/>
                  </a:cubicBezTo>
                  <a:cubicBezTo>
                    <a:pt x="5231" y="914"/>
                    <a:pt x="5451" y="694"/>
                    <a:pt x="5766" y="694"/>
                  </a:cubicBezTo>
                  <a:cubicBezTo>
                    <a:pt x="6081" y="694"/>
                    <a:pt x="6333" y="914"/>
                    <a:pt x="6428" y="1166"/>
                  </a:cubicBezTo>
                  <a:cubicBezTo>
                    <a:pt x="6491" y="1324"/>
                    <a:pt x="6649" y="1418"/>
                    <a:pt x="6806" y="1418"/>
                  </a:cubicBezTo>
                  <a:lnTo>
                    <a:pt x="6901" y="1418"/>
                  </a:lnTo>
                  <a:cubicBezTo>
                    <a:pt x="7058" y="1418"/>
                    <a:pt x="7184" y="1324"/>
                    <a:pt x="7279" y="1166"/>
                  </a:cubicBezTo>
                  <a:cubicBezTo>
                    <a:pt x="7373" y="914"/>
                    <a:pt x="7625" y="694"/>
                    <a:pt x="7940" y="694"/>
                  </a:cubicBezTo>
                  <a:close/>
                  <a:moveTo>
                    <a:pt x="6459" y="4065"/>
                  </a:moveTo>
                  <a:cubicBezTo>
                    <a:pt x="6522" y="4128"/>
                    <a:pt x="7184" y="4632"/>
                    <a:pt x="7184" y="5671"/>
                  </a:cubicBezTo>
                  <a:cubicBezTo>
                    <a:pt x="7184" y="6207"/>
                    <a:pt x="6995" y="6711"/>
                    <a:pt x="6585" y="7120"/>
                  </a:cubicBezTo>
                  <a:cubicBezTo>
                    <a:pt x="6428" y="7120"/>
                    <a:pt x="6270" y="7089"/>
                    <a:pt x="6081" y="7089"/>
                  </a:cubicBezTo>
                  <a:cubicBezTo>
                    <a:pt x="5798" y="7089"/>
                    <a:pt x="5514" y="7120"/>
                    <a:pt x="5294" y="7152"/>
                  </a:cubicBezTo>
                  <a:cubicBezTo>
                    <a:pt x="5577" y="6711"/>
                    <a:pt x="5735" y="6175"/>
                    <a:pt x="5735" y="5608"/>
                  </a:cubicBezTo>
                  <a:cubicBezTo>
                    <a:pt x="5735" y="5104"/>
                    <a:pt x="5577" y="4569"/>
                    <a:pt x="5294" y="4128"/>
                  </a:cubicBezTo>
                  <a:lnTo>
                    <a:pt x="5294" y="4128"/>
                  </a:lnTo>
                  <a:cubicBezTo>
                    <a:pt x="5420" y="4159"/>
                    <a:pt x="5577" y="4191"/>
                    <a:pt x="5735" y="4191"/>
                  </a:cubicBezTo>
                  <a:cubicBezTo>
                    <a:pt x="5792" y="4205"/>
                    <a:pt x="5848" y="4211"/>
                    <a:pt x="5905" y="4211"/>
                  </a:cubicBezTo>
                  <a:cubicBezTo>
                    <a:pt x="6099" y="4211"/>
                    <a:pt x="6289" y="4138"/>
                    <a:pt x="6459" y="4065"/>
                  </a:cubicBezTo>
                  <a:close/>
                  <a:moveTo>
                    <a:pt x="8602" y="4065"/>
                  </a:moveTo>
                  <a:cubicBezTo>
                    <a:pt x="8633" y="4128"/>
                    <a:pt x="9295" y="4632"/>
                    <a:pt x="9295" y="5671"/>
                  </a:cubicBezTo>
                  <a:cubicBezTo>
                    <a:pt x="9295" y="6459"/>
                    <a:pt x="9043" y="7404"/>
                    <a:pt x="8287" y="7751"/>
                  </a:cubicBezTo>
                  <a:cubicBezTo>
                    <a:pt x="8003" y="7562"/>
                    <a:pt x="7688" y="7404"/>
                    <a:pt x="7373" y="7310"/>
                  </a:cubicBezTo>
                  <a:cubicBezTo>
                    <a:pt x="7751" y="6837"/>
                    <a:pt x="7909" y="6270"/>
                    <a:pt x="7909" y="5671"/>
                  </a:cubicBezTo>
                  <a:cubicBezTo>
                    <a:pt x="7877" y="5167"/>
                    <a:pt x="7720" y="4632"/>
                    <a:pt x="7468" y="4159"/>
                  </a:cubicBezTo>
                  <a:lnTo>
                    <a:pt x="7468" y="4159"/>
                  </a:lnTo>
                  <a:cubicBezTo>
                    <a:pt x="7619" y="4209"/>
                    <a:pt x="7775" y="4235"/>
                    <a:pt x="7930" y="4235"/>
                  </a:cubicBezTo>
                  <a:cubicBezTo>
                    <a:pt x="8163" y="4235"/>
                    <a:pt x="8394" y="4178"/>
                    <a:pt x="8602" y="4065"/>
                  </a:cubicBezTo>
                  <a:close/>
                  <a:moveTo>
                    <a:pt x="9894" y="2710"/>
                  </a:moveTo>
                  <a:cubicBezTo>
                    <a:pt x="10870" y="3371"/>
                    <a:pt x="11469" y="4474"/>
                    <a:pt x="11469" y="5671"/>
                  </a:cubicBezTo>
                  <a:cubicBezTo>
                    <a:pt x="11469" y="7367"/>
                    <a:pt x="9957" y="9278"/>
                    <a:pt x="8454" y="9278"/>
                  </a:cubicBezTo>
                  <a:cubicBezTo>
                    <a:pt x="8141" y="9278"/>
                    <a:pt x="7829" y="9195"/>
                    <a:pt x="7531" y="9011"/>
                  </a:cubicBezTo>
                  <a:lnTo>
                    <a:pt x="7405" y="8948"/>
                  </a:lnTo>
                  <a:cubicBezTo>
                    <a:pt x="7011" y="8648"/>
                    <a:pt x="6562" y="8499"/>
                    <a:pt x="6117" y="8499"/>
                  </a:cubicBezTo>
                  <a:cubicBezTo>
                    <a:pt x="5672" y="8499"/>
                    <a:pt x="5231" y="8648"/>
                    <a:pt x="4853" y="8948"/>
                  </a:cubicBezTo>
                  <a:cubicBezTo>
                    <a:pt x="4601" y="9137"/>
                    <a:pt x="4309" y="9231"/>
                    <a:pt x="4018" y="9231"/>
                  </a:cubicBezTo>
                  <a:cubicBezTo>
                    <a:pt x="3726" y="9231"/>
                    <a:pt x="3435" y="9137"/>
                    <a:pt x="3183" y="8948"/>
                  </a:cubicBezTo>
                  <a:cubicBezTo>
                    <a:pt x="2789" y="8622"/>
                    <a:pt x="2329" y="8464"/>
                    <a:pt x="1870" y="8464"/>
                  </a:cubicBezTo>
                  <a:cubicBezTo>
                    <a:pt x="1486" y="8464"/>
                    <a:pt x="1102" y="8575"/>
                    <a:pt x="757" y="8790"/>
                  </a:cubicBezTo>
                  <a:lnTo>
                    <a:pt x="757" y="7940"/>
                  </a:lnTo>
                  <a:cubicBezTo>
                    <a:pt x="1080" y="7815"/>
                    <a:pt x="1423" y="7752"/>
                    <a:pt x="1769" y="7752"/>
                  </a:cubicBezTo>
                  <a:cubicBezTo>
                    <a:pt x="2469" y="7752"/>
                    <a:pt x="3180" y="8011"/>
                    <a:pt x="3750" y="8538"/>
                  </a:cubicBezTo>
                  <a:cubicBezTo>
                    <a:pt x="3813" y="8601"/>
                    <a:pt x="3900" y="8633"/>
                    <a:pt x="3986" y="8633"/>
                  </a:cubicBezTo>
                  <a:cubicBezTo>
                    <a:pt x="4073" y="8633"/>
                    <a:pt x="4160" y="8601"/>
                    <a:pt x="4223" y="8538"/>
                  </a:cubicBezTo>
                  <a:cubicBezTo>
                    <a:pt x="4724" y="8069"/>
                    <a:pt x="5416" y="7833"/>
                    <a:pt x="6124" y="7833"/>
                  </a:cubicBezTo>
                  <a:cubicBezTo>
                    <a:pt x="6796" y="7833"/>
                    <a:pt x="7483" y="8046"/>
                    <a:pt x="8035" y="8475"/>
                  </a:cubicBezTo>
                  <a:cubicBezTo>
                    <a:pt x="8090" y="8512"/>
                    <a:pt x="8167" y="8527"/>
                    <a:pt x="8234" y="8527"/>
                  </a:cubicBezTo>
                  <a:cubicBezTo>
                    <a:pt x="8281" y="8527"/>
                    <a:pt x="8324" y="8520"/>
                    <a:pt x="8350" y="8507"/>
                  </a:cubicBezTo>
                  <a:cubicBezTo>
                    <a:pt x="8917" y="8318"/>
                    <a:pt x="9358" y="7908"/>
                    <a:pt x="9673" y="7373"/>
                  </a:cubicBezTo>
                  <a:cubicBezTo>
                    <a:pt x="9894" y="6900"/>
                    <a:pt x="10051" y="6301"/>
                    <a:pt x="10051" y="5671"/>
                  </a:cubicBezTo>
                  <a:cubicBezTo>
                    <a:pt x="10051" y="4884"/>
                    <a:pt x="9736" y="4128"/>
                    <a:pt x="9137" y="3560"/>
                  </a:cubicBezTo>
                  <a:lnTo>
                    <a:pt x="9106" y="3529"/>
                  </a:lnTo>
                  <a:cubicBezTo>
                    <a:pt x="9137" y="3497"/>
                    <a:pt x="9200" y="3403"/>
                    <a:pt x="9200" y="3371"/>
                  </a:cubicBezTo>
                  <a:cubicBezTo>
                    <a:pt x="9515" y="3214"/>
                    <a:pt x="9736" y="2993"/>
                    <a:pt x="9894" y="2710"/>
                  </a:cubicBezTo>
                  <a:close/>
                  <a:moveTo>
                    <a:pt x="11500" y="8034"/>
                  </a:moveTo>
                  <a:lnTo>
                    <a:pt x="11500" y="11468"/>
                  </a:lnTo>
                  <a:lnTo>
                    <a:pt x="726" y="11468"/>
                  </a:lnTo>
                  <a:lnTo>
                    <a:pt x="726" y="11405"/>
                  </a:lnTo>
                  <a:lnTo>
                    <a:pt x="726" y="9672"/>
                  </a:lnTo>
                  <a:cubicBezTo>
                    <a:pt x="789" y="9641"/>
                    <a:pt x="883" y="9578"/>
                    <a:pt x="946" y="9515"/>
                  </a:cubicBezTo>
                  <a:cubicBezTo>
                    <a:pt x="1214" y="9326"/>
                    <a:pt x="1521" y="9231"/>
                    <a:pt x="1824" y="9231"/>
                  </a:cubicBezTo>
                  <a:cubicBezTo>
                    <a:pt x="2128" y="9231"/>
                    <a:pt x="2427" y="9326"/>
                    <a:pt x="2679" y="9515"/>
                  </a:cubicBezTo>
                  <a:cubicBezTo>
                    <a:pt x="3073" y="9830"/>
                    <a:pt x="3530" y="9987"/>
                    <a:pt x="3986" y="9987"/>
                  </a:cubicBezTo>
                  <a:cubicBezTo>
                    <a:pt x="4443" y="9987"/>
                    <a:pt x="4900" y="9830"/>
                    <a:pt x="5294" y="9515"/>
                  </a:cubicBezTo>
                  <a:cubicBezTo>
                    <a:pt x="5546" y="9326"/>
                    <a:pt x="5837" y="9231"/>
                    <a:pt x="6133" y="9231"/>
                  </a:cubicBezTo>
                  <a:cubicBezTo>
                    <a:pt x="6428" y="9231"/>
                    <a:pt x="6727" y="9326"/>
                    <a:pt x="6995" y="9515"/>
                  </a:cubicBezTo>
                  <a:cubicBezTo>
                    <a:pt x="7027" y="9515"/>
                    <a:pt x="7027" y="9578"/>
                    <a:pt x="7184" y="9641"/>
                  </a:cubicBezTo>
                  <a:cubicBezTo>
                    <a:pt x="7562" y="9893"/>
                    <a:pt x="8003" y="9987"/>
                    <a:pt x="8476" y="9987"/>
                  </a:cubicBezTo>
                  <a:cubicBezTo>
                    <a:pt x="9704" y="9987"/>
                    <a:pt x="10839" y="9105"/>
                    <a:pt x="11500" y="8034"/>
                  </a:cubicBezTo>
                  <a:close/>
                  <a:moveTo>
                    <a:pt x="3624" y="0"/>
                  </a:moveTo>
                  <a:cubicBezTo>
                    <a:pt x="3088" y="0"/>
                    <a:pt x="2584" y="315"/>
                    <a:pt x="2332" y="820"/>
                  </a:cubicBezTo>
                  <a:cubicBezTo>
                    <a:pt x="1828" y="1040"/>
                    <a:pt x="1513" y="1544"/>
                    <a:pt x="1513" y="2111"/>
                  </a:cubicBezTo>
                  <a:cubicBezTo>
                    <a:pt x="1513" y="2678"/>
                    <a:pt x="1828" y="3182"/>
                    <a:pt x="2332" y="3434"/>
                  </a:cubicBezTo>
                  <a:cubicBezTo>
                    <a:pt x="2584" y="3939"/>
                    <a:pt x="3057" y="4254"/>
                    <a:pt x="3624" y="4254"/>
                  </a:cubicBezTo>
                  <a:cubicBezTo>
                    <a:pt x="3876" y="4254"/>
                    <a:pt x="4160" y="4159"/>
                    <a:pt x="4349" y="4065"/>
                  </a:cubicBezTo>
                  <a:cubicBezTo>
                    <a:pt x="4380" y="4128"/>
                    <a:pt x="5042" y="4632"/>
                    <a:pt x="5042" y="5671"/>
                  </a:cubicBezTo>
                  <a:cubicBezTo>
                    <a:pt x="5042" y="6522"/>
                    <a:pt x="4538" y="7278"/>
                    <a:pt x="3750" y="7625"/>
                  </a:cubicBezTo>
                  <a:cubicBezTo>
                    <a:pt x="3164" y="7245"/>
                    <a:pt x="2502" y="7045"/>
                    <a:pt x="1837" y="7045"/>
                  </a:cubicBezTo>
                  <a:cubicBezTo>
                    <a:pt x="1287" y="7045"/>
                    <a:pt x="735" y="7182"/>
                    <a:pt x="221" y="7467"/>
                  </a:cubicBezTo>
                  <a:cubicBezTo>
                    <a:pt x="95" y="7562"/>
                    <a:pt x="1" y="7688"/>
                    <a:pt x="1" y="7782"/>
                  </a:cubicBezTo>
                  <a:lnTo>
                    <a:pt x="1" y="11815"/>
                  </a:lnTo>
                  <a:cubicBezTo>
                    <a:pt x="1" y="12004"/>
                    <a:pt x="158" y="12161"/>
                    <a:pt x="379" y="12161"/>
                  </a:cubicBezTo>
                  <a:lnTo>
                    <a:pt x="11815" y="12161"/>
                  </a:lnTo>
                  <a:cubicBezTo>
                    <a:pt x="12036" y="12161"/>
                    <a:pt x="12193" y="12004"/>
                    <a:pt x="12193" y="11815"/>
                  </a:cubicBezTo>
                  <a:lnTo>
                    <a:pt x="12193" y="5671"/>
                  </a:lnTo>
                  <a:cubicBezTo>
                    <a:pt x="12193" y="4128"/>
                    <a:pt x="11343" y="2710"/>
                    <a:pt x="10020" y="1954"/>
                  </a:cubicBezTo>
                  <a:cubicBezTo>
                    <a:pt x="9988" y="1450"/>
                    <a:pt x="9673" y="1009"/>
                    <a:pt x="9200" y="820"/>
                  </a:cubicBezTo>
                  <a:cubicBezTo>
                    <a:pt x="8948" y="315"/>
                    <a:pt x="8476" y="0"/>
                    <a:pt x="7909" y="0"/>
                  </a:cubicBezTo>
                  <a:cubicBezTo>
                    <a:pt x="7468" y="0"/>
                    <a:pt x="7121" y="189"/>
                    <a:pt x="6838" y="473"/>
                  </a:cubicBezTo>
                  <a:cubicBezTo>
                    <a:pt x="6554" y="158"/>
                    <a:pt x="6144" y="0"/>
                    <a:pt x="5766" y="0"/>
                  </a:cubicBezTo>
                  <a:cubicBezTo>
                    <a:pt x="5357" y="0"/>
                    <a:pt x="4979" y="189"/>
                    <a:pt x="4695" y="473"/>
                  </a:cubicBezTo>
                  <a:cubicBezTo>
                    <a:pt x="4412" y="158"/>
                    <a:pt x="4034" y="0"/>
                    <a:pt x="362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6" name="Google Shape;12006;p139"/>
            <p:cNvSpPr/>
            <p:nvPr/>
          </p:nvSpPr>
          <p:spPr>
            <a:xfrm>
              <a:off x="-16423275" y="2907500"/>
              <a:ext cx="35450" cy="35475"/>
            </a:xfrm>
            <a:custGeom>
              <a:rect b="b" l="l" r="r" t="t"/>
              <a:pathLst>
                <a:path extrusionOk="0" h="1419" w="1418">
                  <a:moveTo>
                    <a:pt x="725" y="1"/>
                  </a:moveTo>
                  <a:cubicBezTo>
                    <a:pt x="315" y="1"/>
                    <a:pt x="0" y="316"/>
                    <a:pt x="0" y="694"/>
                  </a:cubicBezTo>
                  <a:cubicBezTo>
                    <a:pt x="0"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007" name="Google Shape;12007;p139"/>
          <p:cNvSpPr/>
          <p:nvPr/>
        </p:nvSpPr>
        <p:spPr>
          <a:xfrm>
            <a:off x="3207661" y="3447191"/>
            <a:ext cx="471432" cy="470228"/>
          </a:xfrm>
          <a:custGeom>
            <a:rect b="b" l="l" r="r" t="t"/>
            <a:pathLst>
              <a:path extrusionOk="0" h="12099" w="12130">
                <a:moveTo>
                  <a:pt x="6018" y="1072"/>
                </a:moveTo>
                <a:cubicBezTo>
                  <a:pt x="6396" y="1923"/>
                  <a:pt x="7089" y="3624"/>
                  <a:pt x="7089" y="5577"/>
                </a:cubicBezTo>
                <a:cubicBezTo>
                  <a:pt x="6869" y="6018"/>
                  <a:pt x="6680" y="6459"/>
                  <a:pt x="6522" y="6932"/>
                </a:cubicBezTo>
                <a:cubicBezTo>
                  <a:pt x="6333" y="7467"/>
                  <a:pt x="6176" y="8035"/>
                  <a:pt x="6018" y="8633"/>
                </a:cubicBezTo>
                <a:cubicBezTo>
                  <a:pt x="5892" y="8035"/>
                  <a:pt x="5703" y="7467"/>
                  <a:pt x="5514" y="6932"/>
                </a:cubicBezTo>
                <a:cubicBezTo>
                  <a:pt x="5356" y="6459"/>
                  <a:pt x="5136" y="6018"/>
                  <a:pt x="4947" y="5577"/>
                </a:cubicBezTo>
                <a:cubicBezTo>
                  <a:pt x="4978" y="3655"/>
                  <a:pt x="5608" y="1923"/>
                  <a:pt x="6018" y="1072"/>
                </a:cubicBezTo>
                <a:close/>
                <a:moveTo>
                  <a:pt x="2552" y="3183"/>
                </a:moveTo>
                <a:cubicBezTo>
                  <a:pt x="4285" y="5199"/>
                  <a:pt x="5356" y="7720"/>
                  <a:pt x="5608" y="10366"/>
                </a:cubicBezTo>
                <a:cubicBezTo>
                  <a:pt x="4947" y="9452"/>
                  <a:pt x="4411" y="9043"/>
                  <a:pt x="3529" y="8381"/>
                </a:cubicBezTo>
                <a:cubicBezTo>
                  <a:pt x="3529" y="7152"/>
                  <a:pt x="3340" y="5955"/>
                  <a:pt x="3025" y="4790"/>
                </a:cubicBezTo>
                <a:lnTo>
                  <a:pt x="2552" y="3183"/>
                </a:lnTo>
                <a:close/>
                <a:moveTo>
                  <a:pt x="9515" y="3183"/>
                </a:moveTo>
                <a:lnTo>
                  <a:pt x="9043" y="4790"/>
                </a:lnTo>
                <a:cubicBezTo>
                  <a:pt x="8727" y="5987"/>
                  <a:pt x="8538" y="7152"/>
                  <a:pt x="8538" y="8381"/>
                </a:cubicBezTo>
                <a:cubicBezTo>
                  <a:pt x="7719" y="9043"/>
                  <a:pt x="7152" y="9452"/>
                  <a:pt x="6459" y="10366"/>
                </a:cubicBezTo>
                <a:cubicBezTo>
                  <a:pt x="6711" y="7720"/>
                  <a:pt x="7782" y="5199"/>
                  <a:pt x="9515" y="3183"/>
                </a:cubicBezTo>
                <a:close/>
                <a:moveTo>
                  <a:pt x="662" y="5703"/>
                </a:moveTo>
                <a:cubicBezTo>
                  <a:pt x="1166" y="6995"/>
                  <a:pt x="2017" y="8066"/>
                  <a:pt x="3025" y="8885"/>
                </a:cubicBezTo>
                <a:cubicBezTo>
                  <a:pt x="3970" y="9641"/>
                  <a:pt x="4663" y="10145"/>
                  <a:pt x="5419" y="11374"/>
                </a:cubicBezTo>
                <a:cubicBezTo>
                  <a:pt x="2584" y="11374"/>
                  <a:pt x="662" y="9169"/>
                  <a:pt x="662" y="6680"/>
                </a:cubicBezTo>
                <a:lnTo>
                  <a:pt x="662" y="5703"/>
                </a:lnTo>
                <a:close/>
                <a:moveTo>
                  <a:pt x="11405" y="5703"/>
                </a:moveTo>
                <a:lnTo>
                  <a:pt x="11405" y="6680"/>
                </a:lnTo>
                <a:cubicBezTo>
                  <a:pt x="11405" y="9169"/>
                  <a:pt x="9484" y="11374"/>
                  <a:pt x="6648" y="11374"/>
                </a:cubicBezTo>
                <a:cubicBezTo>
                  <a:pt x="7436" y="10051"/>
                  <a:pt x="8192" y="9578"/>
                  <a:pt x="9137" y="8822"/>
                </a:cubicBezTo>
                <a:cubicBezTo>
                  <a:pt x="10145" y="8003"/>
                  <a:pt x="10901" y="6963"/>
                  <a:pt x="11405" y="5703"/>
                </a:cubicBezTo>
                <a:close/>
                <a:moveTo>
                  <a:pt x="6050" y="1"/>
                </a:moveTo>
                <a:cubicBezTo>
                  <a:pt x="5924" y="1"/>
                  <a:pt x="5829" y="64"/>
                  <a:pt x="5734" y="158"/>
                </a:cubicBezTo>
                <a:cubicBezTo>
                  <a:pt x="5734" y="190"/>
                  <a:pt x="5356" y="788"/>
                  <a:pt x="4978" y="1765"/>
                </a:cubicBezTo>
                <a:cubicBezTo>
                  <a:pt x="4758" y="2427"/>
                  <a:pt x="4474" y="3372"/>
                  <a:pt x="4317" y="4443"/>
                </a:cubicBezTo>
                <a:cubicBezTo>
                  <a:pt x="3939" y="3813"/>
                  <a:pt x="3529" y="3277"/>
                  <a:pt x="3057" y="2710"/>
                </a:cubicBezTo>
                <a:lnTo>
                  <a:pt x="2048" y="1482"/>
                </a:lnTo>
                <a:cubicBezTo>
                  <a:pt x="1966" y="1420"/>
                  <a:pt x="1871" y="1372"/>
                  <a:pt x="1771" y="1372"/>
                </a:cubicBezTo>
                <a:cubicBezTo>
                  <a:pt x="1717" y="1372"/>
                  <a:pt x="1662" y="1386"/>
                  <a:pt x="1607" y="1419"/>
                </a:cubicBezTo>
                <a:cubicBezTo>
                  <a:pt x="1450" y="1482"/>
                  <a:pt x="1355" y="1639"/>
                  <a:pt x="1450" y="1797"/>
                </a:cubicBezTo>
                <a:lnTo>
                  <a:pt x="2363" y="5010"/>
                </a:lnTo>
                <a:cubicBezTo>
                  <a:pt x="2584" y="5892"/>
                  <a:pt x="2773" y="6806"/>
                  <a:pt x="2836" y="7720"/>
                </a:cubicBezTo>
                <a:cubicBezTo>
                  <a:pt x="2206" y="7089"/>
                  <a:pt x="1733" y="6302"/>
                  <a:pt x="1355" y="5514"/>
                </a:cubicBezTo>
                <a:lnTo>
                  <a:pt x="662" y="3750"/>
                </a:lnTo>
                <a:cubicBezTo>
                  <a:pt x="568" y="3592"/>
                  <a:pt x="410" y="3498"/>
                  <a:pt x="253" y="3498"/>
                </a:cubicBezTo>
                <a:cubicBezTo>
                  <a:pt x="95" y="3529"/>
                  <a:pt x="1" y="3687"/>
                  <a:pt x="1" y="3844"/>
                </a:cubicBezTo>
                <a:lnTo>
                  <a:pt x="1" y="6680"/>
                </a:lnTo>
                <a:cubicBezTo>
                  <a:pt x="1" y="8098"/>
                  <a:pt x="536" y="9484"/>
                  <a:pt x="1576" y="10523"/>
                </a:cubicBezTo>
                <a:cubicBezTo>
                  <a:pt x="2584" y="11532"/>
                  <a:pt x="3939" y="12099"/>
                  <a:pt x="5356" y="12099"/>
                </a:cubicBezTo>
                <a:lnTo>
                  <a:pt x="6774" y="12099"/>
                </a:lnTo>
                <a:cubicBezTo>
                  <a:pt x="8192" y="12099"/>
                  <a:pt x="9547" y="11532"/>
                  <a:pt x="10555" y="10523"/>
                </a:cubicBezTo>
                <a:cubicBezTo>
                  <a:pt x="11563" y="9484"/>
                  <a:pt x="12130" y="8161"/>
                  <a:pt x="12130" y="6680"/>
                </a:cubicBezTo>
                <a:lnTo>
                  <a:pt x="12130" y="3844"/>
                </a:lnTo>
                <a:cubicBezTo>
                  <a:pt x="12130" y="3687"/>
                  <a:pt x="12004" y="3529"/>
                  <a:pt x="11846" y="3498"/>
                </a:cubicBezTo>
                <a:cubicBezTo>
                  <a:pt x="11821" y="3493"/>
                  <a:pt x="11794" y="3490"/>
                  <a:pt x="11768" y="3490"/>
                </a:cubicBezTo>
                <a:cubicBezTo>
                  <a:pt x="11631" y="3490"/>
                  <a:pt x="11490" y="3560"/>
                  <a:pt x="11437" y="3718"/>
                </a:cubicBezTo>
                <a:lnTo>
                  <a:pt x="10744" y="5514"/>
                </a:lnTo>
                <a:cubicBezTo>
                  <a:pt x="10429" y="6333"/>
                  <a:pt x="9925" y="7089"/>
                  <a:pt x="9295" y="7720"/>
                </a:cubicBezTo>
                <a:cubicBezTo>
                  <a:pt x="9358" y="6806"/>
                  <a:pt x="9515" y="5861"/>
                  <a:pt x="9767" y="4979"/>
                </a:cubicBezTo>
                <a:lnTo>
                  <a:pt x="10649" y="1797"/>
                </a:lnTo>
                <a:cubicBezTo>
                  <a:pt x="10712" y="1639"/>
                  <a:pt x="10618" y="1482"/>
                  <a:pt x="10492" y="1419"/>
                </a:cubicBezTo>
                <a:cubicBezTo>
                  <a:pt x="10454" y="1381"/>
                  <a:pt x="10398" y="1364"/>
                  <a:pt x="10337" y="1364"/>
                </a:cubicBezTo>
                <a:cubicBezTo>
                  <a:pt x="10243" y="1364"/>
                  <a:pt x="10139" y="1405"/>
                  <a:pt x="10082" y="1482"/>
                </a:cubicBezTo>
                <a:lnTo>
                  <a:pt x="9043" y="2710"/>
                </a:lnTo>
                <a:cubicBezTo>
                  <a:pt x="8570" y="3277"/>
                  <a:pt x="8129" y="3844"/>
                  <a:pt x="7782" y="4443"/>
                </a:cubicBezTo>
                <a:cubicBezTo>
                  <a:pt x="7656" y="3372"/>
                  <a:pt x="7404" y="2427"/>
                  <a:pt x="7121" y="1765"/>
                </a:cubicBezTo>
                <a:cubicBezTo>
                  <a:pt x="6774" y="788"/>
                  <a:pt x="6396" y="158"/>
                  <a:pt x="6365" y="158"/>
                </a:cubicBezTo>
                <a:cubicBezTo>
                  <a:pt x="6302" y="32"/>
                  <a:pt x="6176" y="1"/>
                  <a:pt x="605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8" name="Google Shape;12008;p139"/>
          <p:cNvSpPr/>
          <p:nvPr/>
        </p:nvSpPr>
        <p:spPr>
          <a:xfrm>
            <a:off x="3174039" y="1706376"/>
            <a:ext cx="475125" cy="438086"/>
          </a:xfrm>
          <a:custGeom>
            <a:rect b="b" l="l" r="r" t="t"/>
            <a:pathLst>
              <a:path extrusionOk="0" h="11272" w="12225">
                <a:moveTo>
                  <a:pt x="2490" y="1190"/>
                </a:moveTo>
                <a:lnTo>
                  <a:pt x="4065" y="4372"/>
                </a:lnTo>
                <a:lnTo>
                  <a:pt x="4159" y="4624"/>
                </a:lnTo>
                <a:lnTo>
                  <a:pt x="3183" y="6577"/>
                </a:lnTo>
                <a:cubicBezTo>
                  <a:pt x="3151" y="6671"/>
                  <a:pt x="3120" y="6766"/>
                  <a:pt x="3057" y="6892"/>
                </a:cubicBezTo>
                <a:cubicBezTo>
                  <a:pt x="2868" y="6923"/>
                  <a:pt x="2679" y="6986"/>
                  <a:pt x="2490" y="6986"/>
                </a:cubicBezTo>
                <a:cubicBezTo>
                  <a:pt x="1482" y="6986"/>
                  <a:pt x="662" y="6199"/>
                  <a:pt x="662" y="5191"/>
                </a:cubicBezTo>
                <a:cubicBezTo>
                  <a:pt x="662" y="4939"/>
                  <a:pt x="757" y="4655"/>
                  <a:pt x="851" y="4372"/>
                </a:cubicBezTo>
                <a:cubicBezTo>
                  <a:pt x="851" y="4372"/>
                  <a:pt x="2269" y="1568"/>
                  <a:pt x="2490" y="1190"/>
                </a:cubicBezTo>
                <a:close/>
                <a:moveTo>
                  <a:pt x="9610" y="1190"/>
                </a:moveTo>
                <a:lnTo>
                  <a:pt x="11217" y="4372"/>
                </a:lnTo>
                <a:cubicBezTo>
                  <a:pt x="11343" y="4655"/>
                  <a:pt x="11406" y="4876"/>
                  <a:pt x="11406" y="5191"/>
                </a:cubicBezTo>
                <a:cubicBezTo>
                  <a:pt x="11406" y="6136"/>
                  <a:pt x="10618" y="6986"/>
                  <a:pt x="9610" y="6986"/>
                </a:cubicBezTo>
                <a:cubicBezTo>
                  <a:pt x="9421" y="6986"/>
                  <a:pt x="9200" y="6923"/>
                  <a:pt x="9011" y="6892"/>
                </a:cubicBezTo>
                <a:cubicBezTo>
                  <a:pt x="8980" y="6766"/>
                  <a:pt x="8948" y="6703"/>
                  <a:pt x="8885" y="6577"/>
                </a:cubicBezTo>
                <a:lnTo>
                  <a:pt x="7909" y="4624"/>
                </a:lnTo>
                <a:lnTo>
                  <a:pt x="8035" y="4372"/>
                </a:lnTo>
                <a:cubicBezTo>
                  <a:pt x="8035" y="4372"/>
                  <a:pt x="9452" y="1536"/>
                  <a:pt x="9610" y="1190"/>
                </a:cubicBezTo>
                <a:close/>
                <a:moveTo>
                  <a:pt x="6050" y="2387"/>
                </a:moveTo>
                <a:lnTo>
                  <a:pt x="8255" y="6892"/>
                </a:lnTo>
                <a:cubicBezTo>
                  <a:pt x="8476" y="7238"/>
                  <a:pt x="8539" y="7648"/>
                  <a:pt x="8539" y="8026"/>
                </a:cubicBezTo>
                <a:cubicBezTo>
                  <a:pt x="8539" y="9412"/>
                  <a:pt x="7436" y="10515"/>
                  <a:pt x="6050" y="10515"/>
                </a:cubicBezTo>
                <a:cubicBezTo>
                  <a:pt x="4695" y="10515"/>
                  <a:pt x="3592" y="9412"/>
                  <a:pt x="3592" y="8026"/>
                </a:cubicBezTo>
                <a:cubicBezTo>
                  <a:pt x="3592" y="7648"/>
                  <a:pt x="3655" y="7238"/>
                  <a:pt x="3844" y="6892"/>
                </a:cubicBezTo>
                <a:lnTo>
                  <a:pt x="6050" y="2387"/>
                </a:lnTo>
                <a:close/>
                <a:moveTo>
                  <a:pt x="2521" y="0"/>
                </a:moveTo>
                <a:cubicBezTo>
                  <a:pt x="2395" y="0"/>
                  <a:pt x="2269" y="71"/>
                  <a:pt x="2206" y="213"/>
                </a:cubicBezTo>
                <a:cubicBezTo>
                  <a:pt x="2112" y="307"/>
                  <a:pt x="284" y="4025"/>
                  <a:pt x="284" y="4025"/>
                </a:cubicBezTo>
                <a:cubicBezTo>
                  <a:pt x="64" y="4372"/>
                  <a:pt x="1" y="4781"/>
                  <a:pt x="1" y="5159"/>
                </a:cubicBezTo>
                <a:cubicBezTo>
                  <a:pt x="1" y="5821"/>
                  <a:pt x="284" y="6451"/>
                  <a:pt x="757" y="6923"/>
                </a:cubicBezTo>
                <a:cubicBezTo>
                  <a:pt x="1230" y="7396"/>
                  <a:pt x="1860" y="7680"/>
                  <a:pt x="2521" y="7680"/>
                </a:cubicBezTo>
                <a:cubicBezTo>
                  <a:pt x="2647" y="7680"/>
                  <a:pt x="2742" y="7680"/>
                  <a:pt x="2899" y="7648"/>
                </a:cubicBezTo>
                <a:lnTo>
                  <a:pt x="2899" y="7648"/>
                </a:lnTo>
                <a:cubicBezTo>
                  <a:pt x="2899" y="7774"/>
                  <a:pt x="2868" y="7932"/>
                  <a:pt x="2868" y="8026"/>
                </a:cubicBezTo>
                <a:cubicBezTo>
                  <a:pt x="2868" y="9822"/>
                  <a:pt x="4348" y="11271"/>
                  <a:pt x="6113" y="11271"/>
                </a:cubicBezTo>
                <a:cubicBezTo>
                  <a:pt x="7877" y="11271"/>
                  <a:pt x="9326" y="9822"/>
                  <a:pt x="9326" y="8026"/>
                </a:cubicBezTo>
                <a:cubicBezTo>
                  <a:pt x="9326" y="7932"/>
                  <a:pt x="9326" y="7774"/>
                  <a:pt x="9295" y="7648"/>
                </a:cubicBezTo>
                <a:cubicBezTo>
                  <a:pt x="9421" y="7648"/>
                  <a:pt x="9547" y="7680"/>
                  <a:pt x="9704" y="7680"/>
                </a:cubicBezTo>
                <a:cubicBezTo>
                  <a:pt x="11059" y="7680"/>
                  <a:pt x="12225" y="6577"/>
                  <a:pt x="12225" y="5191"/>
                </a:cubicBezTo>
                <a:cubicBezTo>
                  <a:pt x="12130" y="4750"/>
                  <a:pt x="12036" y="4372"/>
                  <a:pt x="11847" y="4025"/>
                </a:cubicBezTo>
                <a:lnTo>
                  <a:pt x="9925" y="213"/>
                </a:lnTo>
                <a:cubicBezTo>
                  <a:pt x="9862" y="71"/>
                  <a:pt x="9736" y="0"/>
                  <a:pt x="9610" y="0"/>
                </a:cubicBezTo>
                <a:cubicBezTo>
                  <a:pt x="9484" y="0"/>
                  <a:pt x="9358" y="71"/>
                  <a:pt x="9295" y="213"/>
                </a:cubicBezTo>
                <a:cubicBezTo>
                  <a:pt x="8948" y="906"/>
                  <a:pt x="7530" y="3773"/>
                  <a:pt x="7530" y="3773"/>
                </a:cubicBezTo>
                <a:lnTo>
                  <a:pt x="6365" y="1473"/>
                </a:lnTo>
                <a:cubicBezTo>
                  <a:pt x="6318" y="1331"/>
                  <a:pt x="6192" y="1260"/>
                  <a:pt x="6062" y="1260"/>
                </a:cubicBezTo>
                <a:cubicBezTo>
                  <a:pt x="5932" y="1260"/>
                  <a:pt x="5798" y="1331"/>
                  <a:pt x="5735" y="1473"/>
                </a:cubicBezTo>
                <a:lnTo>
                  <a:pt x="4601" y="3773"/>
                </a:lnTo>
                <a:lnTo>
                  <a:pt x="2836" y="213"/>
                </a:lnTo>
                <a:cubicBezTo>
                  <a:pt x="2773" y="71"/>
                  <a:pt x="2647" y="0"/>
                  <a:pt x="252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009" name="Google Shape;12009;p139"/>
          <p:cNvGrpSpPr/>
          <p:nvPr/>
        </p:nvGrpSpPr>
        <p:grpSpPr>
          <a:xfrm>
            <a:off x="3172167" y="2276343"/>
            <a:ext cx="481265" cy="469917"/>
            <a:chOff x="-19802200" y="2416025"/>
            <a:chExt cx="309575" cy="302275"/>
          </a:xfrm>
        </p:grpSpPr>
        <p:sp>
          <p:nvSpPr>
            <p:cNvPr id="12010" name="Google Shape;12010;p139"/>
            <p:cNvSpPr/>
            <p:nvPr/>
          </p:nvSpPr>
          <p:spPr>
            <a:xfrm>
              <a:off x="-19602925" y="2575125"/>
              <a:ext cx="17350" cy="18150"/>
            </a:xfrm>
            <a:custGeom>
              <a:rect b="b" l="l" r="r" t="t"/>
              <a:pathLst>
                <a:path extrusionOk="0" h="726" w="694">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1" name="Google Shape;12011;p139"/>
            <p:cNvSpPr/>
            <p:nvPr/>
          </p:nvSpPr>
          <p:spPr>
            <a:xfrm>
              <a:off x="-19710825" y="2575925"/>
              <a:ext cx="18925" cy="17350"/>
            </a:xfrm>
            <a:custGeom>
              <a:rect b="b" l="l" r="r" t="t"/>
              <a:pathLst>
                <a:path extrusionOk="0" h="694" w="757">
                  <a:moveTo>
                    <a:pt x="378" y="0"/>
                  </a:moveTo>
                  <a:cubicBezTo>
                    <a:pt x="158" y="0"/>
                    <a:pt x="0" y="158"/>
                    <a:pt x="0" y="347"/>
                  </a:cubicBezTo>
                  <a:cubicBezTo>
                    <a:pt x="0" y="536"/>
                    <a:pt x="158" y="693"/>
                    <a:pt x="378" y="693"/>
                  </a:cubicBezTo>
                  <a:cubicBezTo>
                    <a:pt x="567" y="693"/>
                    <a:pt x="725" y="536"/>
                    <a:pt x="725" y="347"/>
                  </a:cubicBezTo>
                  <a:cubicBezTo>
                    <a:pt x="756" y="158"/>
                    <a:pt x="567" y="0"/>
                    <a:pt x="37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2" name="Google Shape;12012;p139"/>
            <p:cNvSpPr/>
            <p:nvPr/>
          </p:nvSpPr>
          <p:spPr>
            <a:xfrm>
              <a:off x="-19602925" y="2611350"/>
              <a:ext cx="35475" cy="35475"/>
            </a:xfrm>
            <a:custGeom>
              <a:rect b="b" l="l" r="r" t="t"/>
              <a:pathLst>
                <a:path extrusionOk="0" h="1419" w="1419">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3" name="Google Shape;12013;p139"/>
            <p:cNvSpPr/>
            <p:nvPr/>
          </p:nvSpPr>
          <p:spPr>
            <a:xfrm>
              <a:off x="-19728150" y="2611350"/>
              <a:ext cx="35450" cy="35475"/>
            </a:xfrm>
            <a:custGeom>
              <a:rect b="b" l="l" r="r" t="t"/>
              <a:pathLst>
                <a:path extrusionOk="0" h="1419" w="1418">
                  <a:moveTo>
                    <a:pt x="725" y="1"/>
                  </a:moveTo>
                  <a:cubicBezTo>
                    <a:pt x="315" y="1"/>
                    <a:pt x="0" y="316"/>
                    <a:pt x="0" y="694"/>
                  </a:cubicBezTo>
                  <a:cubicBezTo>
                    <a:pt x="0" y="1072"/>
                    <a:pt x="315" y="1418"/>
                    <a:pt x="725" y="1418"/>
                  </a:cubicBezTo>
                  <a:cubicBezTo>
                    <a:pt x="1103" y="1418"/>
                    <a:pt x="1418" y="1072"/>
                    <a:pt x="1418" y="694"/>
                  </a:cubicBezTo>
                  <a:cubicBezTo>
                    <a:pt x="1418" y="316"/>
                    <a:pt x="1103" y="1"/>
                    <a:pt x="72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4" name="Google Shape;12014;p139"/>
            <p:cNvSpPr/>
            <p:nvPr/>
          </p:nvSpPr>
          <p:spPr>
            <a:xfrm>
              <a:off x="-19802200" y="2416025"/>
              <a:ext cx="309575" cy="302275"/>
            </a:xfrm>
            <a:custGeom>
              <a:rect b="b" l="l" r="r" t="t"/>
              <a:pathLst>
                <a:path extrusionOk="0" h="12091" w="12383">
                  <a:moveTo>
                    <a:pt x="6176" y="2080"/>
                  </a:moveTo>
                  <a:cubicBezTo>
                    <a:pt x="6711" y="2080"/>
                    <a:pt x="7121" y="2458"/>
                    <a:pt x="7215" y="2931"/>
                  </a:cubicBezTo>
                  <a:cubicBezTo>
                    <a:pt x="6869" y="2836"/>
                    <a:pt x="6554" y="2804"/>
                    <a:pt x="6176" y="2804"/>
                  </a:cubicBezTo>
                  <a:cubicBezTo>
                    <a:pt x="5829" y="2804"/>
                    <a:pt x="5483" y="2836"/>
                    <a:pt x="5168" y="2931"/>
                  </a:cubicBezTo>
                  <a:cubicBezTo>
                    <a:pt x="5231" y="2458"/>
                    <a:pt x="5672" y="2080"/>
                    <a:pt x="6176" y="2080"/>
                  </a:cubicBezTo>
                  <a:close/>
                  <a:moveTo>
                    <a:pt x="6176" y="3561"/>
                  </a:moveTo>
                  <a:cubicBezTo>
                    <a:pt x="6900" y="3561"/>
                    <a:pt x="7562" y="3750"/>
                    <a:pt x="8129" y="4065"/>
                  </a:cubicBezTo>
                  <a:cubicBezTo>
                    <a:pt x="7656" y="4600"/>
                    <a:pt x="6932" y="4978"/>
                    <a:pt x="6176" y="4978"/>
                  </a:cubicBezTo>
                  <a:cubicBezTo>
                    <a:pt x="5451" y="4978"/>
                    <a:pt x="4727" y="4600"/>
                    <a:pt x="4254" y="4065"/>
                  </a:cubicBezTo>
                  <a:cubicBezTo>
                    <a:pt x="4853" y="3750"/>
                    <a:pt x="5483" y="3561"/>
                    <a:pt x="6176" y="3561"/>
                  </a:cubicBezTo>
                  <a:close/>
                  <a:moveTo>
                    <a:pt x="6176" y="6932"/>
                  </a:moveTo>
                  <a:lnTo>
                    <a:pt x="7026" y="10555"/>
                  </a:lnTo>
                  <a:cubicBezTo>
                    <a:pt x="6743" y="10649"/>
                    <a:pt x="6459" y="10681"/>
                    <a:pt x="6176" y="10681"/>
                  </a:cubicBezTo>
                  <a:cubicBezTo>
                    <a:pt x="5924" y="10681"/>
                    <a:pt x="5640" y="10649"/>
                    <a:pt x="5357" y="10555"/>
                  </a:cubicBezTo>
                  <a:lnTo>
                    <a:pt x="6176" y="6932"/>
                  </a:lnTo>
                  <a:close/>
                  <a:moveTo>
                    <a:pt x="3655" y="4443"/>
                  </a:moveTo>
                  <a:cubicBezTo>
                    <a:pt x="4191" y="5073"/>
                    <a:pt x="4884" y="5514"/>
                    <a:pt x="5766" y="5640"/>
                  </a:cubicBezTo>
                  <a:lnTo>
                    <a:pt x="4538" y="11027"/>
                  </a:lnTo>
                  <a:cubicBezTo>
                    <a:pt x="3151" y="10366"/>
                    <a:pt x="2238" y="8979"/>
                    <a:pt x="2238" y="7436"/>
                  </a:cubicBezTo>
                  <a:cubicBezTo>
                    <a:pt x="2238" y="6239"/>
                    <a:pt x="2805" y="5167"/>
                    <a:pt x="3655" y="4443"/>
                  </a:cubicBezTo>
                  <a:close/>
                  <a:moveTo>
                    <a:pt x="8696" y="4443"/>
                  </a:moveTo>
                  <a:cubicBezTo>
                    <a:pt x="9578" y="5167"/>
                    <a:pt x="10114" y="6270"/>
                    <a:pt x="10114" y="7436"/>
                  </a:cubicBezTo>
                  <a:cubicBezTo>
                    <a:pt x="10082" y="8979"/>
                    <a:pt x="9232" y="10366"/>
                    <a:pt x="7846" y="11027"/>
                  </a:cubicBezTo>
                  <a:lnTo>
                    <a:pt x="6617" y="5640"/>
                  </a:lnTo>
                  <a:cubicBezTo>
                    <a:pt x="7499" y="5514"/>
                    <a:pt x="8192" y="5073"/>
                    <a:pt x="8696" y="4443"/>
                  </a:cubicBezTo>
                  <a:close/>
                  <a:moveTo>
                    <a:pt x="4727" y="1"/>
                  </a:moveTo>
                  <a:cubicBezTo>
                    <a:pt x="4538" y="1"/>
                    <a:pt x="4380" y="158"/>
                    <a:pt x="4380" y="347"/>
                  </a:cubicBezTo>
                  <a:cubicBezTo>
                    <a:pt x="4380" y="946"/>
                    <a:pt x="4664" y="1513"/>
                    <a:pt x="5073" y="1828"/>
                  </a:cubicBezTo>
                  <a:cubicBezTo>
                    <a:pt x="4664" y="2143"/>
                    <a:pt x="4380" y="2678"/>
                    <a:pt x="4380" y="3246"/>
                  </a:cubicBezTo>
                  <a:cubicBezTo>
                    <a:pt x="3592" y="3561"/>
                    <a:pt x="2931" y="4096"/>
                    <a:pt x="2395" y="4758"/>
                  </a:cubicBezTo>
                  <a:lnTo>
                    <a:pt x="1387" y="4380"/>
                  </a:lnTo>
                  <a:lnTo>
                    <a:pt x="725" y="3088"/>
                  </a:lnTo>
                  <a:cubicBezTo>
                    <a:pt x="657" y="2974"/>
                    <a:pt x="522" y="2893"/>
                    <a:pt x="393" y="2893"/>
                  </a:cubicBezTo>
                  <a:cubicBezTo>
                    <a:pt x="344" y="2893"/>
                    <a:pt x="296" y="2904"/>
                    <a:pt x="253" y="2931"/>
                  </a:cubicBezTo>
                  <a:cubicBezTo>
                    <a:pt x="95" y="2994"/>
                    <a:pt x="1" y="3246"/>
                    <a:pt x="95" y="3403"/>
                  </a:cubicBezTo>
                  <a:lnTo>
                    <a:pt x="788" y="4789"/>
                  </a:lnTo>
                  <a:cubicBezTo>
                    <a:pt x="820" y="4884"/>
                    <a:pt x="914" y="4978"/>
                    <a:pt x="977" y="4978"/>
                  </a:cubicBezTo>
                  <a:lnTo>
                    <a:pt x="2017" y="5356"/>
                  </a:lnTo>
                  <a:cubicBezTo>
                    <a:pt x="1734" y="5923"/>
                    <a:pt x="1545" y="6491"/>
                    <a:pt x="1513" y="7121"/>
                  </a:cubicBezTo>
                  <a:lnTo>
                    <a:pt x="410" y="7121"/>
                  </a:lnTo>
                  <a:cubicBezTo>
                    <a:pt x="190" y="7121"/>
                    <a:pt x="32" y="7278"/>
                    <a:pt x="32" y="7499"/>
                  </a:cubicBezTo>
                  <a:cubicBezTo>
                    <a:pt x="32" y="7688"/>
                    <a:pt x="190" y="7845"/>
                    <a:pt x="410" y="7845"/>
                  </a:cubicBezTo>
                  <a:lnTo>
                    <a:pt x="1513" y="7845"/>
                  </a:lnTo>
                  <a:cubicBezTo>
                    <a:pt x="1545" y="8475"/>
                    <a:pt x="1734" y="9074"/>
                    <a:pt x="2017" y="9610"/>
                  </a:cubicBezTo>
                  <a:lnTo>
                    <a:pt x="977" y="10019"/>
                  </a:lnTo>
                  <a:cubicBezTo>
                    <a:pt x="914" y="10051"/>
                    <a:pt x="820" y="10082"/>
                    <a:pt x="788" y="10177"/>
                  </a:cubicBezTo>
                  <a:lnTo>
                    <a:pt x="95" y="11594"/>
                  </a:lnTo>
                  <a:cubicBezTo>
                    <a:pt x="1" y="11752"/>
                    <a:pt x="95" y="11972"/>
                    <a:pt x="253" y="12067"/>
                  </a:cubicBezTo>
                  <a:cubicBezTo>
                    <a:pt x="292" y="12083"/>
                    <a:pt x="336" y="12091"/>
                    <a:pt x="380" y="12091"/>
                  </a:cubicBezTo>
                  <a:cubicBezTo>
                    <a:pt x="513" y="12091"/>
                    <a:pt x="655" y="12020"/>
                    <a:pt x="725" y="11878"/>
                  </a:cubicBezTo>
                  <a:lnTo>
                    <a:pt x="1387" y="10586"/>
                  </a:lnTo>
                  <a:lnTo>
                    <a:pt x="2395" y="10208"/>
                  </a:lnTo>
                  <a:cubicBezTo>
                    <a:pt x="2962" y="10933"/>
                    <a:pt x="3718" y="11531"/>
                    <a:pt x="4664" y="11846"/>
                  </a:cubicBezTo>
                  <a:cubicBezTo>
                    <a:pt x="4706" y="11868"/>
                    <a:pt x="4750" y="11878"/>
                    <a:pt x="4794" y="11878"/>
                  </a:cubicBezTo>
                  <a:cubicBezTo>
                    <a:pt x="4944" y="11878"/>
                    <a:pt x="5087" y="11758"/>
                    <a:pt x="5136" y="11563"/>
                  </a:cubicBezTo>
                  <a:lnTo>
                    <a:pt x="5199" y="11248"/>
                  </a:lnTo>
                  <a:cubicBezTo>
                    <a:pt x="5514" y="11342"/>
                    <a:pt x="5829" y="11374"/>
                    <a:pt x="6176" y="11374"/>
                  </a:cubicBezTo>
                  <a:cubicBezTo>
                    <a:pt x="6491" y="11374"/>
                    <a:pt x="6869" y="11342"/>
                    <a:pt x="7184" y="11248"/>
                  </a:cubicBezTo>
                  <a:lnTo>
                    <a:pt x="7247" y="11563"/>
                  </a:lnTo>
                  <a:cubicBezTo>
                    <a:pt x="7275" y="11756"/>
                    <a:pt x="7471" y="11852"/>
                    <a:pt x="7646" y="11852"/>
                  </a:cubicBezTo>
                  <a:cubicBezTo>
                    <a:pt x="7671" y="11852"/>
                    <a:pt x="7696" y="11850"/>
                    <a:pt x="7720" y="11846"/>
                  </a:cubicBezTo>
                  <a:cubicBezTo>
                    <a:pt x="8633" y="11531"/>
                    <a:pt x="9421" y="10933"/>
                    <a:pt x="9956" y="10208"/>
                  </a:cubicBezTo>
                  <a:lnTo>
                    <a:pt x="10996" y="10586"/>
                  </a:lnTo>
                  <a:lnTo>
                    <a:pt x="11658" y="11878"/>
                  </a:lnTo>
                  <a:cubicBezTo>
                    <a:pt x="11729" y="12020"/>
                    <a:pt x="11870" y="12091"/>
                    <a:pt x="12003" y="12091"/>
                  </a:cubicBezTo>
                  <a:cubicBezTo>
                    <a:pt x="12048" y="12091"/>
                    <a:pt x="12091" y="12083"/>
                    <a:pt x="12130" y="12067"/>
                  </a:cubicBezTo>
                  <a:cubicBezTo>
                    <a:pt x="12288" y="11972"/>
                    <a:pt x="12382" y="11720"/>
                    <a:pt x="12288" y="11594"/>
                  </a:cubicBezTo>
                  <a:lnTo>
                    <a:pt x="11500" y="10177"/>
                  </a:lnTo>
                  <a:cubicBezTo>
                    <a:pt x="11469" y="10082"/>
                    <a:pt x="11374" y="10019"/>
                    <a:pt x="11311" y="10019"/>
                  </a:cubicBezTo>
                  <a:lnTo>
                    <a:pt x="10271" y="9610"/>
                  </a:lnTo>
                  <a:cubicBezTo>
                    <a:pt x="10555" y="9074"/>
                    <a:pt x="10712" y="8475"/>
                    <a:pt x="10807" y="7845"/>
                  </a:cubicBezTo>
                  <a:lnTo>
                    <a:pt x="11910" y="7845"/>
                  </a:lnTo>
                  <a:cubicBezTo>
                    <a:pt x="12099" y="7845"/>
                    <a:pt x="12256" y="7688"/>
                    <a:pt x="12256" y="7499"/>
                  </a:cubicBezTo>
                  <a:cubicBezTo>
                    <a:pt x="12256" y="7278"/>
                    <a:pt x="12099" y="7121"/>
                    <a:pt x="11910" y="7121"/>
                  </a:cubicBezTo>
                  <a:lnTo>
                    <a:pt x="10807" y="7121"/>
                  </a:lnTo>
                  <a:cubicBezTo>
                    <a:pt x="10775" y="6491"/>
                    <a:pt x="10555" y="5923"/>
                    <a:pt x="10271" y="5356"/>
                  </a:cubicBezTo>
                  <a:lnTo>
                    <a:pt x="11311" y="4978"/>
                  </a:lnTo>
                  <a:cubicBezTo>
                    <a:pt x="11374" y="4915"/>
                    <a:pt x="11469" y="4884"/>
                    <a:pt x="11500" y="4789"/>
                  </a:cubicBezTo>
                  <a:lnTo>
                    <a:pt x="12225" y="3403"/>
                  </a:lnTo>
                  <a:cubicBezTo>
                    <a:pt x="12288" y="3214"/>
                    <a:pt x="12225" y="2994"/>
                    <a:pt x="12067" y="2931"/>
                  </a:cubicBezTo>
                  <a:cubicBezTo>
                    <a:pt x="12024" y="2904"/>
                    <a:pt x="11973" y="2893"/>
                    <a:pt x="11922" y="2893"/>
                  </a:cubicBezTo>
                  <a:cubicBezTo>
                    <a:pt x="11785" y="2893"/>
                    <a:pt x="11640" y="2974"/>
                    <a:pt x="11595" y="3088"/>
                  </a:cubicBezTo>
                  <a:lnTo>
                    <a:pt x="10902" y="4380"/>
                  </a:lnTo>
                  <a:lnTo>
                    <a:pt x="9893" y="4758"/>
                  </a:lnTo>
                  <a:cubicBezTo>
                    <a:pt x="9389" y="4096"/>
                    <a:pt x="8696" y="3561"/>
                    <a:pt x="7909" y="3246"/>
                  </a:cubicBezTo>
                  <a:cubicBezTo>
                    <a:pt x="7909" y="2647"/>
                    <a:pt x="7656" y="2143"/>
                    <a:pt x="7215" y="1828"/>
                  </a:cubicBezTo>
                  <a:cubicBezTo>
                    <a:pt x="7656" y="1450"/>
                    <a:pt x="7909" y="946"/>
                    <a:pt x="7909" y="347"/>
                  </a:cubicBezTo>
                  <a:cubicBezTo>
                    <a:pt x="7909" y="158"/>
                    <a:pt x="7751" y="1"/>
                    <a:pt x="7562" y="1"/>
                  </a:cubicBezTo>
                  <a:cubicBezTo>
                    <a:pt x="7373" y="1"/>
                    <a:pt x="7215" y="158"/>
                    <a:pt x="7215" y="347"/>
                  </a:cubicBezTo>
                  <a:cubicBezTo>
                    <a:pt x="7215" y="946"/>
                    <a:pt x="6743" y="1450"/>
                    <a:pt x="6144" y="1450"/>
                  </a:cubicBezTo>
                  <a:cubicBezTo>
                    <a:pt x="5546" y="1450"/>
                    <a:pt x="5073" y="946"/>
                    <a:pt x="5073" y="347"/>
                  </a:cubicBezTo>
                  <a:cubicBezTo>
                    <a:pt x="5073" y="158"/>
                    <a:pt x="4916" y="1"/>
                    <a:pt x="472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15" name="Google Shape;12015;p139"/>
          <p:cNvGrpSpPr/>
          <p:nvPr/>
        </p:nvGrpSpPr>
        <p:grpSpPr>
          <a:xfrm>
            <a:off x="3175238" y="2851506"/>
            <a:ext cx="475125" cy="472676"/>
            <a:chOff x="-19801400" y="2788575"/>
            <a:chExt cx="305625" cy="304050"/>
          </a:xfrm>
        </p:grpSpPr>
        <p:sp>
          <p:nvSpPr>
            <p:cNvPr id="12016" name="Google Shape;12016;p139"/>
            <p:cNvSpPr/>
            <p:nvPr/>
          </p:nvSpPr>
          <p:spPr>
            <a:xfrm>
              <a:off x="-19744700" y="2931925"/>
              <a:ext cx="52800" cy="18125"/>
            </a:xfrm>
            <a:custGeom>
              <a:rect b="b" l="l" r="r" t="t"/>
              <a:pathLst>
                <a:path extrusionOk="0" h="725" w="2112">
                  <a:moveTo>
                    <a:pt x="347" y="0"/>
                  </a:moveTo>
                  <a:cubicBezTo>
                    <a:pt x="158" y="0"/>
                    <a:pt x="1" y="158"/>
                    <a:pt x="1" y="347"/>
                  </a:cubicBezTo>
                  <a:cubicBezTo>
                    <a:pt x="1" y="567"/>
                    <a:pt x="158" y="725"/>
                    <a:pt x="347" y="725"/>
                  </a:cubicBezTo>
                  <a:lnTo>
                    <a:pt x="1765" y="725"/>
                  </a:lnTo>
                  <a:cubicBezTo>
                    <a:pt x="1922" y="725"/>
                    <a:pt x="2111" y="567"/>
                    <a:pt x="2111" y="347"/>
                  </a:cubicBezTo>
                  <a:cubicBezTo>
                    <a:pt x="2111" y="158"/>
                    <a:pt x="1954" y="0"/>
                    <a:pt x="17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7" name="Google Shape;12017;p139"/>
            <p:cNvSpPr/>
            <p:nvPr/>
          </p:nvSpPr>
          <p:spPr>
            <a:xfrm>
              <a:off x="-19709250" y="2967350"/>
              <a:ext cx="52800" cy="18150"/>
            </a:xfrm>
            <a:custGeom>
              <a:rect b="b" l="l" r="r" t="t"/>
              <a:pathLst>
                <a:path extrusionOk="0" h="726" w="2112">
                  <a:moveTo>
                    <a:pt x="347" y="1"/>
                  </a:moveTo>
                  <a:cubicBezTo>
                    <a:pt x="158" y="1"/>
                    <a:pt x="0" y="158"/>
                    <a:pt x="0" y="347"/>
                  </a:cubicBezTo>
                  <a:cubicBezTo>
                    <a:pt x="0" y="568"/>
                    <a:pt x="158" y="726"/>
                    <a:pt x="347" y="726"/>
                  </a:cubicBezTo>
                  <a:lnTo>
                    <a:pt x="1765" y="726"/>
                  </a:lnTo>
                  <a:cubicBezTo>
                    <a:pt x="1954" y="726"/>
                    <a:pt x="2111" y="568"/>
                    <a:pt x="2111" y="347"/>
                  </a:cubicBezTo>
                  <a:cubicBezTo>
                    <a:pt x="2111" y="190"/>
                    <a:pt x="1954" y="1"/>
                    <a:pt x="176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8" name="Google Shape;12018;p139"/>
            <p:cNvSpPr/>
            <p:nvPr/>
          </p:nvSpPr>
          <p:spPr>
            <a:xfrm>
              <a:off x="-19638375" y="2968150"/>
              <a:ext cx="52800" cy="18150"/>
            </a:xfrm>
            <a:custGeom>
              <a:rect b="b" l="l" r="r" t="t"/>
              <a:pathLst>
                <a:path extrusionOk="0" h="726" w="2112">
                  <a:moveTo>
                    <a:pt x="347" y="0"/>
                  </a:moveTo>
                  <a:cubicBezTo>
                    <a:pt x="158" y="0"/>
                    <a:pt x="1" y="158"/>
                    <a:pt x="1" y="378"/>
                  </a:cubicBezTo>
                  <a:cubicBezTo>
                    <a:pt x="1" y="568"/>
                    <a:pt x="158" y="725"/>
                    <a:pt x="347" y="725"/>
                  </a:cubicBezTo>
                  <a:lnTo>
                    <a:pt x="1765" y="725"/>
                  </a:lnTo>
                  <a:cubicBezTo>
                    <a:pt x="1954" y="725"/>
                    <a:pt x="2112" y="568"/>
                    <a:pt x="2112" y="378"/>
                  </a:cubicBezTo>
                  <a:cubicBezTo>
                    <a:pt x="2112" y="158"/>
                    <a:pt x="1954" y="0"/>
                    <a:pt x="17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9" name="Google Shape;12019;p139"/>
            <p:cNvSpPr/>
            <p:nvPr/>
          </p:nvSpPr>
          <p:spPr>
            <a:xfrm>
              <a:off x="-19673800" y="2931925"/>
              <a:ext cx="52775" cy="18125"/>
            </a:xfrm>
            <a:custGeom>
              <a:rect b="b" l="l" r="r" t="t"/>
              <a:pathLst>
                <a:path extrusionOk="0" h="725" w="2111">
                  <a:moveTo>
                    <a:pt x="347" y="0"/>
                  </a:moveTo>
                  <a:cubicBezTo>
                    <a:pt x="158" y="0"/>
                    <a:pt x="0" y="158"/>
                    <a:pt x="0" y="347"/>
                  </a:cubicBezTo>
                  <a:cubicBezTo>
                    <a:pt x="0" y="567"/>
                    <a:pt x="158" y="725"/>
                    <a:pt x="347" y="725"/>
                  </a:cubicBezTo>
                  <a:lnTo>
                    <a:pt x="1764" y="725"/>
                  </a:lnTo>
                  <a:cubicBezTo>
                    <a:pt x="1953" y="725"/>
                    <a:pt x="2111" y="567"/>
                    <a:pt x="2111" y="347"/>
                  </a:cubicBezTo>
                  <a:cubicBezTo>
                    <a:pt x="2111" y="158"/>
                    <a:pt x="1953" y="0"/>
                    <a:pt x="176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0" name="Google Shape;12020;p139"/>
            <p:cNvSpPr/>
            <p:nvPr/>
          </p:nvSpPr>
          <p:spPr>
            <a:xfrm>
              <a:off x="-19602925" y="2931925"/>
              <a:ext cx="52800" cy="18125"/>
            </a:xfrm>
            <a:custGeom>
              <a:rect b="b" l="l" r="r" t="t"/>
              <a:pathLst>
                <a:path extrusionOk="0" h="725" w="2112">
                  <a:moveTo>
                    <a:pt x="347" y="0"/>
                  </a:moveTo>
                  <a:cubicBezTo>
                    <a:pt x="158" y="0"/>
                    <a:pt x="1" y="158"/>
                    <a:pt x="1" y="347"/>
                  </a:cubicBezTo>
                  <a:cubicBezTo>
                    <a:pt x="1" y="567"/>
                    <a:pt x="158" y="725"/>
                    <a:pt x="347" y="725"/>
                  </a:cubicBezTo>
                  <a:lnTo>
                    <a:pt x="1765" y="725"/>
                  </a:lnTo>
                  <a:cubicBezTo>
                    <a:pt x="1954" y="725"/>
                    <a:pt x="2111" y="567"/>
                    <a:pt x="2111" y="347"/>
                  </a:cubicBezTo>
                  <a:cubicBezTo>
                    <a:pt x="2111" y="158"/>
                    <a:pt x="1954" y="0"/>
                    <a:pt x="17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1" name="Google Shape;12021;p139"/>
            <p:cNvSpPr/>
            <p:nvPr/>
          </p:nvSpPr>
          <p:spPr>
            <a:xfrm>
              <a:off x="-19801400" y="2788575"/>
              <a:ext cx="305625" cy="304050"/>
            </a:xfrm>
            <a:custGeom>
              <a:rect b="b" l="l" r="r" t="t"/>
              <a:pathLst>
                <a:path extrusionOk="0" h="12162" w="12225">
                  <a:moveTo>
                    <a:pt x="6144" y="693"/>
                  </a:moveTo>
                  <a:cubicBezTo>
                    <a:pt x="7026" y="693"/>
                    <a:pt x="7940" y="2584"/>
                    <a:pt x="7940" y="4316"/>
                  </a:cubicBezTo>
                  <a:lnTo>
                    <a:pt x="4348" y="4316"/>
                  </a:lnTo>
                  <a:cubicBezTo>
                    <a:pt x="4348" y="2584"/>
                    <a:pt x="5293" y="693"/>
                    <a:pt x="6144" y="693"/>
                  </a:cubicBezTo>
                  <a:close/>
                  <a:moveTo>
                    <a:pt x="9677" y="1496"/>
                  </a:moveTo>
                  <a:cubicBezTo>
                    <a:pt x="9731" y="1496"/>
                    <a:pt x="9781" y="1501"/>
                    <a:pt x="9830" y="1513"/>
                  </a:cubicBezTo>
                  <a:cubicBezTo>
                    <a:pt x="10145" y="1607"/>
                    <a:pt x="10397" y="1985"/>
                    <a:pt x="10617" y="2552"/>
                  </a:cubicBezTo>
                  <a:cubicBezTo>
                    <a:pt x="10775" y="3056"/>
                    <a:pt x="10838" y="3686"/>
                    <a:pt x="10806" y="4316"/>
                  </a:cubicBezTo>
                  <a:lnTo>
                    <a:pt x="8633" y="4316"/>
                  </a:lnTo>
                  <a:cubicBezTo>
                    <a:pt x="8633" y="3686"/>
                    <a:pt x="8507" y="2993"/>
                    <a:pt x="8318" y="2300"/>
                  </a:cubicBezTo>
                  <a:cubicBezTo>
                    <a:pt x="8762" y="1800"/>
                    <a:pt x="9280" y="1496"/>
                    <a:pt x="9677" y="1496"/>
                  </a:cubicBezTo>
                  <a:close/>
                  <a:moveTo>
                    <a:pt x="2638" y="1496"/>
                  </a:moveTo>
                  <a:cubicBezTo>
                    <a:pt x="3024" y="1496"/>
                    <a:pt x="3501" y="1807"/>
                    <a:pt x="4001" y="2363"/>
                  </a:cubicBezTo>
                  <a:cubicBezTo>
                    <a:pt x="3781" y="2993"/>
                    <a:pt x="3686" y="3686"/>
                    <a:pt x="3686" y="4348"/>
                  </a:cubicBezTo>
                  <a:lnTo>
                    <a:pt x="1513" y="4348"/>
                  </a:lnTo>
                  <a:cubicBezTo>
                    <a:pt x="1481" y="3686"/>
                    <a:pt x="1544" y="3056"/>
                    <a:pt x="1702" y="2552"/>
                  </a:cubicBezTo>
                  <a:cubicBezTo>
                    <a:pt x="1891" y="1954"/>
                    <a:pt x="2174" y="1607"/>
                    <a:pt x="2489" y="1513"/>
                  </a:cubicBezTo>
                  <a:cubicBezTo>
                    <a:pt x="2537" y="1502"/>
                    <a:pt x="2587" y="1496"/>
                    <a:pt x="2638" y="1496"/>
                  </a:cubicBezTo>
                  <a:close/>
                  <a:moveTo>
                    <a:pt x="11153" y="5041"/>
                  </a:moveTo>
                  <a:cubicBezTo>
                    <a:pt x="11342" y="5041"/>
                    <a:pt x="11500" y="5199"/>
                    <a:pt x="11500" y="5388"/>
                  </a:cubicBezTo>
                  <a:cubicBezTo>
                    <a:pt x="11500" y="7152"/>
                    <a:pt x="10050" y="8601"/>
                    <a:pt x="8286" y="8601"/>
                  </a:cubicBezTo>
                  <a:lnTo>
                    <a:pt x="4001" y="8601"/>
                  </a:lnTo>
                  <a:cubicBezTo>
                    <a:pt x="2206" y="8601"/>
                    <a:pt x="756" y="7152"/>
                    <a:pt x="756" y="5388"/>
                  </a:cubicBezTo>
                  <a:cubicBezTo>
                    <a:pt x="756" y="5199"/>
                    <a:pt x="914" y="5041"/>
                    <a:pt x="1103" y="5041"/>
                  </a:cubicBezTo>
                  <a:close/>
                  <a:moveTo>
                    <a:pt x="9357" y="9326"/>
                  </a:moveTo>
                  <a:lnTo>
                    <a:pt x="9357" y="9672"/>
                  </a:lnTo>
                  <a:cubicBezTo>
                    <a:pt x="9357" y="10271"/>
                    <a:pt x="8885" y="10743"/>
                    <a:pt x="8286" y="10743"/>
                  </a:cubicBezTo>
                  <a:lnTo>
                    <a:pt x="7940" y="10743"/>
                  </a:lnTo>
                  <a:lnTo>
                    <a:pt x="7940" y="10397"/>
                  </a:lnTo>
                  <a:cubicBezTo>
                    <a:pt x="7940" y="9798"/>
                    <a:pt x="8412" y="9326"/>
                    <a:pt x="8979" y="9326"/>
                  </a:cubicBezTo>
                  <a:close/>
                  <a:moveTo>
                    <a:pt x="10050" y="9357"/>
                  </a:moveTo>
                  <a:cubicBezTo>
                    <a:pt x="10870" y="9515"/>
                    <a:pt x="11500" y="10208"/>
                    <a:pt x="11500" y="11090"/>
                  </a:cubicBezTo>
                  <a:lnTo>
                    <a:pt x="11500" y="11437"/>
                  </a:lnTo>
                  <a:lnTo>
                    <a:pt x="11153" y="11437"/>
                  </a:lnTo>
                  <a:cubicBezTo>
                    <a:pt x="10617" y="11437"/>
                    <a:pt x="10050" y="11185"/>
                    <a:pt x="9704" y="10743"/>
                  </a:cubicBezTo>
                  <a:cubicBezTo>
                    <a:pt x="9924" y="10428"/>
                    <a:pt x="10050" y="10082"/>
                    <a:pt x="10050" y="9672"/>
                  </a:cubicBezTo>
                  <a:lnTo>
                    <a:pt x="10050" y="9357"/>
                  </a:lnTo>
                  <a:close/>
                  <a:moveTo>
                    <a:pt x="6112" y="0"/>
                  </a:moveTo>
                  <a:cubicBezTo>
                    <a:pt x="5419" y="0"/>
                    <a:pt x="4789" y="536"/>
                    <a:pt x="4253" y="1513"/>
                  </a:cubicBezTo>
                  <a:cubicBezTo>
                    <a:pt x="4253" y="1576"/>
                    <a:pt x="4222" y="1576"/>
                    <a:pt x="4222" y="1607"/>
                  </a:cubicBezTo>
                  <a:cubicBezTo>
                    <a:pt x="3680" y="1065"/>
                    <a:pt x="3096" y="777"/>
                    <a:pt x="2591" y="777"/>
                  </a:cubicBezTo>
                  <a:cubicBezTo>
                    <a:pt x="2479" y="777"/>
                    <a:pt x="2371" y="791"/>
                    <a:pt x="2269" y="819"/>
                  </a:cubicBezTo>
                  <a:cubicBezTo>
                    <a:pt x="1166" y="1135"/>
                    <a:pt x="630" y="2836"/>
                    <a:pt x="725" y="4348"/>
                  </a:cubicBezTo>
                  <a:cubicBezTo>
                    <a:pt x="284" y="4506"/>
                    <a:pt x="0" y="4915"/>
                    <a:pt x="0" y="5388"/>
                  </a:cubicBezTo>
                  <a:cubicBezTo>
                    <a:pt x="0" y="7561"/>
                    <a:pt x="1796" y="9326"/>
                    <a:pt x="3938" y="9326"/>
                  </a:cubicBezTo>
                  <a:lnTo>
                    <a:pt x="7530" y="9326"/>
                  </a:lnTo>
                  <a:cubicBezTo>
                    <a:pt x="7309" y="9641"/>
                    <a:pt x="7183" y="9987"/>
                    <a:pt x="7183" y="10365"/>
                  </a:cubicBezTo>
                  <a:lnTo>
                    <a:pt x="7183" y="11090"/>
                  </a:lnTo>
                  <a:cubicBezTo>
                    <a:pt x="7183" y="11279"/>
                    <a:pt x="7341" y="11437"/>
                    <a:pt x="7530" y="11437"/>
                  </a:cubicBezTo>
                  <a:lnTo>
                    <a:pt x="8255" y="11437"/>
                  </a:lnTo>
                  <a:cubicBezTo>
                    <a:pt x="8570" y="11437"/>
                    <a:pt x="8885" y="11374"/>
                    <a:pt x="9137" y="11216"/>
                  </a:cubicBezTo>
                  <a:cubicBezTo>
                    <a:pt x="9609" y="11815"/>
                    <a:pt x="10365" y="12161"/>
                    <a:pt x="11122" y="12161"/>
                  </a:cubicBezTo>
                  <a:lnTo>
                    <a:pt x="11815" y="12161"/>
                  </a:lnTo>
                  <a:cubicBezTo>
                    <a:pt x="12035" y="12161"/>
                    <a:pt x="12193" y="12004"/>
                    <a:pt x="12193" y="11815"/>
                  </a:cubicBezTo>
                  <a:lnTo>
                    <a:pt x="12193" y="11090"/>
                  </a:lnTo>
                  <a:cubicBezTo>
                    <a:pt x="12224" y="9956"/>
                    <a:pt x="11468" y="9011"/>
                    <a:pt x="10397" y="8696"/>
                  </a:cubicBezTo>
                  <a:cubicBezTo>
                    <a:pt x="11500" y="7971"/>
                    <a:pt x="12224" y="6774"/>
                    <a:pt x="12224" y="5388"/>
                  </a:cubicBezTo>
                  <a:cubicBezTo>
                    <a:pt x="12224" y="4915"/>
                    <a:pt x="11909" y="4506"/>
                    <a:pt x="11500" y="4348"/>
                  </a:cubicBezTo>
                  <a:cubicBezTo>
                    <a:pt x="11594" y="2773"/>
                    <a:pt x="11122" y="1103"/>
                    <a:pt x="9987" y="819"/>
                  </a:cubicBezTo>
                  <a:cubicBezTo>
                    <a:pt x="9879" y="791"/>
                    <a:pt x="9767" y="777"/>
                    <a:pt x="9651" y="777"/>
                  </a:cubicBezTo>
                  <a:cubicBezTo>
                    <a:pt x="9129" y="777"/>
                    <a:pt x="8544" y="1065"/>
                    <a:pt x="8003" y="1607"/>
                  </a:cubicBezTo>
                  <a:cubicBezTo>
                    <a:pt x="8003" y="1576"/>
                    <a:pt x="7971" y="1576"/>
                    <a:pt x="7971" y="1513"/>
                  </a:cubicBezTo>
                  <a:cubicBezTo>
                    <a:pt x="7498" y="536"/>
                    <a:pt x="6837" y="0"/>
                    <a:pt x="611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22" name="Google Shape;12022;p139"/>
          <p:cNvGrpSpPr/>
          <p:nvPr/>
        </p:nvGrpSpPr>
        <p:grpSpPr>
          <a:xfrm>
            <a:off x="6130314" y="1688916"/>
            <a:ext cx="422463" cy="472676"/>
            <a:chOff x="-17903225" y="2060800"/>
            <a:chExt cx="271750" cy="304050"/>
          </a:xfrm>
        </p:grpSpPr>
        <p:sp>
          <p:nvSpPr>
            <p:cNvPr id="12023" name="Google Shape;12023;p139"/>
            <p:cNvSpPr/>
            <p:nvPr/>
          </p:nvSpPr>
          <p:spPr>
            <a:xfrm>
              <a:off x="-17722875" y="2204150"/>
              <a:ext cx="18150" cy="18150"/>
            </a:xfrm>
            <a:custGeom>
              <a:rect b="b" l="l" r="r" t="t"/>
              <a:pathLst>
                <a:path extrusionOk="0" h="726" w="726">
                  <a:moveTo>
                    <a:pt x="347" y="1"/>
                  </a:moveTo>
                  <a:cubicBezTo>
                    <a:pt x="158" y="1"/>
                    <a:pt x="1" y="158"/>
                    <a:pt x="1" y="379"/>
                  </a:cubicBezTo>
                  <a:cubicBezTo>
                    <a:pt x="1" y="568"/>
                    <a:pt x="158" y="725"/>
                    <a:pt x="347" y="725"/>
                  </a:cubicBezTo>
                  <a:cubicBezTo>
                    <a:pt x="568" y="725"/>
                    <a:pt x="726" y="568"/>
                    <a:pt x="726" y="379"/>
                  </a:cubicBezTo>
                  <a:cubicBezTo>
                    <a:pt x="726" y="158"/>
                    <a:pt x="568"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4" name="Google Shape;12024;p139"/>
            <p:cNvSpPr/>
            <p:nvPr/>
          </p:nvSpPr>
          <p:spPr>
            <a:xfrm>
              <a:off x="-17829200" y="2204150"/>
              <a:ext cx="18150" cy="18150"/>
            </a:xfrm>
            <a:custGeom>
              <a:rect b="b" l="l" r="r" t="t"/>
              <a:pathLst>
                <a:path extrusionOk="0" h="726" w="726">
                  <a:moveTo>
                    <a:pt x="347" y="1"/>
                  </a:moveTo>
                  <a:cubicBezTo>
                    <a:pt x="158" y="1"/>
                    <a:pt x="1" y="158"/>
                    <a:pt x="1" y="379"/>
                  </a:cubicBezTo>
                  <a:cubicBezTo>
                    <a:pt x="1" y="568"/>
                    <a:pt x="158" y="725"/>
                    <a:pt x="347" y="725"/>
                  </a:cubicBezTo>
                  <a:cubicBezTo>
                    <a:pt x="568" y="725"/>
                    <a:pt x="725" y="568"/>
                    <a:pt x="725" y="379"/>
                  </a:cubicBezTo>
                  <a:cubicBezTo>
                    <a:pt x="725" y="158"/>
                    <a:pt x="568"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5" name="Google Shape;12025;p139"/>
            <p:cNvSpPr/>
            <p:nvPr/>
          </p:nvSpPr>
          <p:spPr>
            <a:xfrm>
              <a:off x="-17903225" y="2060800"/>
              <a:ext cx="271750" cy="304050"/>
            </a:xfrm>
            <a:custGeom>
              <a:rect b="b" l="l" r="r" t="t"/>
              <a:pathLst>
                <a:path extrusionOk="0" h="12162" w="10870">
                  <a:moveTo>
                    <a:pt x="1040" y="694"/>
                  </a:moveTo>
                  <a:cubicBezTo>
                    <a:pt x="1891" y="694"/>
                    <a:pt x="2615" y="1293"/>
                    <a:pt x="2773" y="2112"/>
                  </a:cubicBezTo>
                  <a:cubicBezTo>
                    <a:pt x="2552" y="2364"/>
                    <a:pt x="2332" y="2679"/>
                    <a:pt x="2143" y="2994"/>
                  </a:cubicBezTo>
                  <a:lnTo>
                    <a:pt x="1040" y="694"/>
                  </a:lnTo>
                  <a:close/>
                  <a:moveTo>
                    <a:pt x="9861" y="694"/>
                  </a:moveTo>
                  <a:lnTo>
                    <a:pt x="8727" y="2994"/>
                  </a:lnTo>
                  <a:cubicBezTo>
                    <a:pt x="8507" y="2679"/>
                    <a:pt x="8318" y="2395"/>
                    <a:pt x="8097" y="2112"/>
                  </a:cubicBezTo>
                  <a:cubicBezTo>
                    <a:pt x="8255" y="1293"/>
                    <a:pt x="8979" y="694"/>
                    <a:pt x="9830" y="694"/>
                  </a:cubicBezTo>
                  <a:close/>
                  <a:moveTo>
                    <a:pt x="5451" y="1419"/>
                  </a:moveTo>
                  <a:cubicBezTo>
                    <a:pt x="6144" y="1419"/>
                    <a:pt x="6900" y="1860"/>
                    <a:pt x="7561" y="2584"/>
                  </a:cubicBezTo>
                  <a:lnTo>
                    <a:pt x="6994" y="2994"/>
                  </a:lnTo>
                  <a:cubicBezTo>
                    <a:pt x="6270" y="3466"/>
                    <a:pt x="5829" y="4254"/>
                    <a:pt x="5829" y="5136"/>
                  </a:cubicBezTo>
                  <a:lnTo>
                    <a:pt x="5829" y="6522"/>
                  </a:lnTo>
                  <a:cubicBezTo>
                    <a:pt x="5734" y="6491"/>
                    <a:pt x="5608" y="6491"/>
                    <a:pt x="5482" y="6491"/>
                  </a:cubicBezTo>
                  <a:cubicBezTo>
                    <a:pt x="5356" y="6491"/>
                    <a:pt x="5199" y="6522"/>
                    <a:pt x="5104" y="6554"/>
                  </a:cubicBezTo>
                  <a:lnTo>
                    <a:pt x="5104" y="5199"/>
                  </a:lnTo>
                  <a:cubicBezTo>
                    <a:pt x="5104" y="4317"/>
                    <a:pt x="4663" y="3498"/>
                    <a:pt x="3938" y="3025"/>
                  </a:cubicBezTo>
                  <a:lnTo>
                    <a:pt x="3371" y="2616"/>
                  </a:lnTo>
                  <a:cubicBezTo>
                    <a:pt x="4001" y="1797"/>
                    <a:pt x="4726" y="1419"/>
                    <a:pt x="5451" y="1419"/>
                  </a:cubicBezTo>
                  <a:close/>
                  <a:moveTo>
                    <a:pt x="5451" y="7152"/>
                  </a:moveTo>
                  <a:cubicBezTo>
                    <a:pt x="5608" y="7152"/>
                    <a:pt x="5734" y="7279"/>
                    <a:pt x="5797" y="7405"/>
                  </a:cubicBezTo>
                  <a:lnTo>
                    <a:pt x="5797" y="7562"/>
                  </a:lnTo>
                  <a:cubicBezTo>
                    <a:pt x="5766" y="7625"/>
                    <a:pt x="5608" y="7751"/>
                    <a:pt x="5451" y="7846"/>
                  </a:cubicBezTo>
                  <a:cubicBezTo>
                    <a:pt x="5262" y="7720"/>
                    <a:pt x="5104" y="7594"/>
                    <a:pt x="5104" y="7499"/>
                  </a:cubicBezTo>
                  <a:cubicBezTo>
                    <a:pt x="5104" y="7310"/>
                    <a:pt x="5262" y="7152"/>
                    <a:pt x="5451" y="7152"/>
                  </a:cubicBezTo>
                  <a:close/>
                  <a:moveTo>
                    <a:pt x="2899" y="3151"/>
                  </a:moveTo>
                  <a:lnTo>
                    <a:pt x="3560" y="3561"/>
                  </a:lnTo>
                  <a:cubicBezTo>
                    <a:pt x="4064" y="3907"/>
                    <a:pt x="4379" y="4538"/>
                    <a:pt x="4379" y="5105"/>
                  </a:cubicBezTo>
                  <a:lnTo>
                    <a:pt x="4379" y="7499"/>
                  </a:lnTo>
                  <a:cubicBezTo>
                    <a:pt x="4379" y="7562"/>
                    <a:pt x="4379" y="7625"/>
                    <a:pt x="4411" y="7688"/>
                  </a:cubicBezTo>
                  <a:cubicBezTo>
                    <a:pt x="4505" y="8035"/>
                    <a:pt x="4852" y="8287"/>
                    <a:pt x="5104" y="8413"/>
                  </a:cubicBezTo>
                  <a:lnTo>
                    <a:pt x="5104" y="8948"/>
                  </a:lnTo>
                  <a:lnTo>
                    <a:pt x="5104" y="8980"/>
                  </a:lnTo>
                  <a:cubicBezTo>
                    <a:pt x="5059" y="9813"/>
                    <a:pt x="4353" y="10357"/>
                    <a:pt x="3575" y="10357"/>
                  </a:cubicBezTo>
                  <a:cubicBezTo>
                    <a:pt x="3264" y="10357"/>
                    <a:pt x="2943" y="10271"/>
                    <a:pt x="2647" y="10082"/>
                  </a:cubicBezTo>
                  <a:cubicBezTo>
                    <a:pt x="1859" y="9547"/>
                    <a:pt x="1512" y="8728"/>
                    <a:pt x="1512" y="7499"/>
                  </a:cubicBezTo>
                  <a:cubicBezTo>
                    <a:pt x="1512" y="6144"/>
                    <a:pt x="2017" y="4443"/>
                    <a:pt x="2899" y="3151"/>
                  </a:cubicBezTo>
                  <a:close/>
                  <a:moveTo>
                    <a:pt x="8066" y="3151"/>
                  </a:moveTo>
                  <a:cubicBezTo>
                    <a:pt x="8916" y="4412"/>
                    <a:pt x="9420" y="6144"/>
                    <a:pt x="9420" y="7499"/>
                  </a:cubicBezTo>
                  <a:cubicBezTo>
                    <a:pt x="9389" y="8696"/>
                    <a:pt x="8979" y="9578"/>
                    <a:pt x="8192" y="10082"/>
                  </a:cubicBezTo>
                  <a:cubicBezTo>
                    <a:pt x="7913" y="10271"/>
                    <a:pt x="7599" y="10357"/>
                    <a:pt x="7293" y="10357"/>
                  </a:cubicBezTo>
                  <a:cubicBezTo>
                    <a:pt x="6522" y="10357"/>
                    <a:pt x="5797" y="9813"/>
                    <a:pt x="5797" y="8980"/>
                  </a:cubicBezTo>
                  <a:lnTo>
                    <a:pt x="5797" y="8917"/>
                  </a:lnTo>
                  <a:lnTo>
                    <a:pt x="5797" y="8476"/>
                  </a:lnTo>
                  <a:cubicBezTo>
                    <a:pt x="6175" y="8255"/>
                    <a:pt x="6553" y="7940"/>
                    <a:pt x="6553" y="7499"/>
                  </a:cubicBezTo>
                  <a:lnTo>
                    <a:pt x="6553" y="7310"/>
                  </a:lnTo>
                  <a:lnTo>
                    <a:pt x="6553" y="5105"/>
                  </a:lnTo>
                  <a:cubicBezTo>
                    <a:pt x="6553" y="4475"/>
                    <a:pt x="6868" y="3907"/>
                    <a:pt x="7372" y="3561"/>
                  </a:cubicBezTo>
                  <a:lnTo>
                    <a:pt x="8066" y="3151"/>
                  </a:lnTo>
                  <a:close/>
                  <a:moveTo>
                    <a:pt x="5451" y="10145"/>
                  </a:moveTo>
                  <a:cubicBezTo>
                    <a:pt x="5577" y="10303"/>
                    <a:pt x="5671" y="10429"/>
                    <a:pt x="5797" y="10555"/>
                  </a:cubicBezTo>
                  <a:lnTo>
                    <a:pt x="5797" y="11437"/>
                  </a:lnTo>
                  <a:lnTo>
                    <a:pt x="5104" y="11437"/>
                  </a:lnTo>
                  <a:lnTo>
                    <a:pt x="5104" y="10555"/>
                  </a:lnTo>
                  <a:cubicBezTo>
                    <a:pt x="5199" y="10429"/>
                    <a:pt x="5356" y="10303"/>
                    <a:pt x="5451" y="10145"/>
                  </a:cubicBezTo>
                  <a:close/>
                  <a:moveTo>
                    <a:pt x="441" y="1"/>
                  </a:moveTo>
                  <a:cubicBezTo>
                    <a:pt x="158" y="1"/>
                    <a:pt x="0" y="284"/>
                    <a:pt x="126" y="505"/>
                  </a:cubicBezTo>
                  <a:lnTo>
                    <a:pt x="1733" y="3750"/>
                  </a:lnTo>
                  <a:cubicBezTo>
                    <a:pt x="1166" y="4947"/>
                    <a:pt x="788" y="6302"/>
                    <a:pt x="788" y="7499"/>
                  </a:cubicBezTo>
                  <a:cubicBezTo>
                    <a:pt x="788" y="8917"/>
                    <a:pt x="1260" y="9988"/>
                    <a:pt x="2269" y="10650"/>
                  </a:cubicBezTo>
                  <a:cubicBezTo>
                    <a:pt x="2670" y="10930"/>
                    <a:pt x="3134" y="11071"/>
                    <a:pt x="3598" y="11071"/>
                  </a:cubicBezTo>
                  <a:cubicBezTo>
                    <a:pt x="3863" y="11071"/>
                    <a:pt x="4127" y="11025"/>
                    <a:pt x="4379" y="10933"/>
                  </a:cubicBezTo>
                  <a:lnTo>
                    <a:pt x="4379" y="11815"/>
                  </a:lnTo>
                  <a:cubicBezTo>
                    <a:pt x="4379" y="12004"/>
                    <a:pt x="4537" y="12162"/>
                    <a:pt x="4726" y="12162"/>
                  </a:cubicBezTo>
                  <a:lnTo>
                    <a:pt x="6144" y="12162"/>
                  </a:lnTo>
                  <a:cubicBezTo>
                    <a:pt x="6364" y="12162"/>
                    <a:pt x="6522" y="12004"/>
                    <a:pt x="6522" y="11815"/>
                  </a:cubicBezTo>
                  <a:lnTo>
                    <a:pt x="6522" y="10933"/>
                  </a:lnTo>
                  <a:cubicBezTo>
                    <a:pt x="6774" y="11025"/>
                    <a:pt x="7038" y="11071"/>
                    <a:pt x="7303" y="11071"/>
                  </a:cubicBezTo>
                  <a:cubicBezTo>
                    <a:pt x="7767" y="11071"/>
                    <a:pt x="8232" y="10930"/>
                    <a:pt x="8633" y="10650"/>
                  </a:cubicBezTo>
                  <a:cubicBezTo>
                    <a:pt x="9641" y="9988"/>
                    <a:pt x="10113" y="8917"/>
                    <a:pt x="10113" y="7499"/>
                  </a:cubicBezTo>
                  <a:cubicBezTo>
                    <a:pt x="10113" y="6302"/>
                    <a:pt x="9735" y="4916"/>
                    <a:pt x="9137" y="3750"/>
                  </a:cubicBezTo>
                  <a:lnTo>
                    <a:pt x="10775" y="505"/>
                  </a:lnTo>
                  <a:cubicBezTo>
                    <a:pt x="10869" y="284"/>
                    <a:pt x="10680" y="1"/>
                    <a:pt x="10460" y="1"/>
                  </a:cubicBezTo>
                  <a:lnTo>
                    <a:pt x="9861" y="1"/>
                  </a:lnTo>
                  <a:cubicBezTo>
                    <a:pt x="8853" y="1"/>
                    <a:pt x="7940" y="631"/>
                    <a:pt x="7530" y="1576"/>
                  </a:cubicBezTo>
                  <a:cubicBezTo>
                    <a:pt x="7467" y="1545"/>
                    <a:pt x="7404" y="1450"/>
                    <a:pt x="7341" y="1419"/>
                  </a:cubicBezTo>
                  <a:cubicBezTo>
                    <a:pt x="6742" y="946"/>
                    <a:pt x="6112" y="694"/>
                    <a:pt x="5451" y="694"/>
                  </a:cubicBezTo>
                  <a:cubicBezTo>
                    <a:pt x="4663" y="694"/>
                    <a:pt x="3938" y="1072"/>
                    <a:pt x="3371" y="1576"/>
                  </a:cubicBezTo>
                  <a:cubicBezTo>
                    <a:pt x="2993" y="631"/>
                    <a:pt x="2111" y="1"/>
                    <a:pt x="10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26" name="Google Shape;12026;p139"/>
          <p:cNvGrpSpPr/>
          <p:nvPr/>
        </p:nvGrpSpPr>
        <p:grpSpPr>
          <a:xfrm>
            <a:off x="6104605" y="2274962"/>
            <a:ext cx="473881" cy="472676"/>
            <a:chOff x="-17918975" y="2435725"/>
            <a:chExt cx="304825" cy="304050"/>
          </a:xfrm>
        </p:grpSpPr>
        <p:sp>
          <p:nvSpPr>
            <p:cNvPr id="12027" name="Google Shape;12027;p139"/>
            <p:cNvSpPr/>
            <p:nvPr/>
          </p:nvSpPr>
          <p:spPr>
            <a:xfrm>
              <a:off x="-17918975" y="2435725"/>
              <a:ext cx="304825" cy="304050"/>
            </a:xfrm>
            <a:custGeom>
              <a:rect b="b" l="l" r="r" t="t"/>
              <a:pathLst>
                <a:path extrusionOk="0" h="12162" w="12193">
                  <a:moveTo>
                    <a:pt x="1040" y="662"/>
                  </a:moveTo>
                  <a:cubicBezTo>
                    <a:pt x="1229" y="662"/>
                    <a:pt x="1386" y="819"/>
                    <a:pt x="1386" y="1040"/>
                  </a:cubicBezTo>
                  <a:cubicBezTo>
                    <a:pt x="1386" y="1229"/>
                    <a:pt x="1229" y="1386"/>
                    <a:pt x="1040" y="1386"/>
                  </a:cubicBezTo>
                  <a:cubicBezTo>
                    <a:pt x="851" y="1386"/>
                    <a:pt x="693" y="1229"/>
                    <a:pt x="693" y="1040"/>
                  </a:cubicBezTo>
                  <a:cubicBezTo>
                    <a:pt x="693" y="819"/>
                    <a:pt x="851" y="662"/>
                    <a:pt x="1040" y="662"/>
                  </a:cubicBezTo>
                  <a:close/>
                  <a:moveTo>
                    <a:pt x="3907" y="662"/>
                  </a:moveTo>
                  <a:cubicBezTo>
                    <a:pt x="4096" y="662"/>
                    <a:pt x="4253" y="819"/>
                    <a:pt x="4253" y="1040"/>
                  </a:cubicBezTo>
                  <a:cubicBezTo>
                    <a:pt x="4253" y="1229"/>
                    <a:pt x="4096" y="1386"/>
                    <a:pt x="3907" y="1386"/>
                  </a:cubicBezTo>
                  <a:cubicBezTo>
                    <a:pt x="3718" y="1386"/>
                    <a:pt x="3560" y="1229"/>
                    <a:pt x="3560" y="1040"/>
                  </a:cubicBezTo>
                  <a:cubicBezTo>
                    <a:pt x="3560" y="819"/>
                    <a:pt x="3718" y="662"/>
                    <a:pt x="3907" y="662"/>
                  </a:cubicBezTo>
                  <a:close/>
                  <a:moveTo>
                    <a:pt x="7828" y="2853"/>
                  </a:moveTo>
                  <a:cubicBezTo>
                    <a:pt x="9848" y="2853"/>
                    <a:pt x="11436" y="4484"/>
                    <a:pt x="11436" y="6427"/>
                  </a:cubicBezTo>
                  <a:lnTo>
                    <a:pt x="11436" y="6774"/>
                  </a:lnTo>
                  <a:cubicBezTo>
                    <a:pt x="11436" y="8538"/>
                    <a:pt x="9987" y="10019"/>
                    <a:pt x="8191" y="10019"/>
                  </a:cubicBezTo>
                  <a:cubicBezTo>
                    <a:pt x="6837" y="10019"/>
                    <a:pt x="5671" y="8916"/>
                    <a:pt x="5671" y="7530"/>
                  </a:cubicBezTo>
                  <a:lnTo>
                    <a:pt x="5671" y="6931"/>
                  </a:lnTo>
                  <a:cubicBezTo>
                    <a:pt x="5671" y="5955"/>
                    <a:pt x="6427" y="5072"/>
                    <a:pt x="7372" y="5041"/>
                  </a:cubicBezTo>
                  <a:cubicBezTo>
                    <a:pt x="7392" y="5040"/>
                    <a:pt x="7413" y="5040"/>
                    <a:pt x="7433" y="5040"/>
                  </a:cubicBezTo>
                  <a:cubicBezTo>
                    <a:pt x="8445" y="5040"/>
                    <a:pt x="9263" y="5817"/>
                    <a:pt x="9263" y="6805"/>
                  </a:cubicBezTo>
                  <a:lnTo>
                    <a:pt x="9263" y="7152"/>
                  </a:lnTo>
                  <a:cubicBezTo>
                    <a:pt x="9263" y="7561"/>
                    <a:pt x="8948" y="7876"/>
                    <a:pt x="8570" y="7876"/>
                  </a:cubicBezTo>
                  <a:cubicBezTo>
                    <a:pt x="8160" y="7876"/>
                    <a:pt x="7845" y="7561"/>
                    <a:pt x="7845" y="7152"/>
                  </a:cubicBezTo>
                  <a:lnTo>
                    <a:pt x="7845" y="6805"/>
                  </a:lnTo>
                  <a:cubicBezTo>
                    <a:pt x="7845" y="6616"/>
                    <a:pt x="7687" y="6459"/>
                    <a:pt x="7498" y="6459"/>
                  </a:cubicBezTo>
                  <a:cubicBezTo>
                    <a:pt x="7309" y="6459"/>
                    <a:pt x="7152" y="6616"/>
                    <a:pt x="7152" y="6805"/>
                  </a:cubicBezTo>
                  <a:lnTo>
                    <a:pt x="7152" y="7152"/>
                  </a:lnTo>
                  <a:cubicBezTo>
                    <a:pt x="7152" y="7939"/>
                    <a:pt x="7782" y="8569"/>
                    <a:pt x="8570" y="8569"/>
                  </a:cubicBezTo>
                  <a:cubicBezTo>
                    <a:pt x="9357" y="8569"/>
                    <a:pt x="9987" y="7939"/>
                    <a:pt x="9987" y="7152"/>
                  </a:cubicBezTo>
                  <a:lnTo>
                    <a:pt x="9987" y="6805"/>
                  </a:lnTo>
                  <a:cubicBezTo>
                    <a:pt x="9987" y="5425"/>
                    <a:pt x="8853" y="4314"/>
                    <a:pt x="7456" y="4314"/>
                  </a:cubicBezTo>
                  <a:cubicBezTo>
                    <a:pt x="7418" y="4314"/>
                    <a:pt x="7379" y="4315"/>
                    <a:pt x="7341" y="4316"/>
                  </a:cubicBezTo>
                  <a:cubicBezTo>
                    <a:pt x="5986" y="4411"/>
                    <a:pt x="4946" y="5577"/>
                    <a:pt x="4946" y="6931"/>
                  </a:cubicBezTo>
                  <a:lnTo>
                    <a:pt x="4946" y="7530"/>
                  </a:lnTo>
                  <a:cubicBezTo>
                    <a:pt x="4946" y="8191"/>
                    <a:pt x="5135" y="8790"/>
                    <a:pt x="5482" y="9294"/>
                  </a:cubicBezTo>
                  <a:lnTo>
                    <a:pt x="5293" y="9294"/>
                  </a:lnTo>
                  <a:cubicBezTo>
                    <a:pt x="4694" y="9294"/>
                    <a:pt x="4222" y="8822"/>
                    <a:pt x="4222" y="8223"/>
                  </a:cubicBezTo>
                  <a:lnTo>
                    <a:pt x="4222" y="6616"/>
                  </a:lnTo>
                  <a:cubicBezTo>
                    <a:pt x="4253" y="4663"/>
                    <a:pt x="5671" y="3025"/>
                    <a:pt x="7498" y="2867"/>
                  </a:cubicBezTo>
                  <a:cubicBezTo>
                    <a:pt x="7609" y="2857"/>
                    <a:pt x="7719" y="2853"/>
                    <a:pt x="7828" y="2853"/>
                  </a:cubicBezTo>
                  <a:close/>
                  <a:moveTo>
                    <a:pt x="2518" y="4236"/>
                  </a:moveTo>
                  <a:cubicBezTo>
                    <a:pt x="3101" y="4236"/>
                    <a:pt x="3592" y="4754"/>
                    <a:pt x="3592" y="5324"/>
                  </a:cubicBezTo>
                  <a:lnTo>
                    <a:pt x="3592" y="8160"/>
                  </a:lnTo>
                  <a:cubicBezTo>
                    <a:pt x="3592" y="9137"/>
                    <a:pt x="4379" y="9924"/>
                    <a:pt x="5356" y="9924"/>
                  </a:cubicBezTo>
                  <a:lnTo>
                    <a:pt x="6207" y="9924"/>
                  </a:lnTo>
                  <a:cubicBezTo>
                    <a:pt x="6742" y="10365"/>
                    <a:pt x="7467" y="10617"/>
                    <a:pt x="8254" y="10617"/>
                  </a:cubicBezTo>
                  <a:cubicBezTo>
                    <a:pt x="9011" y="10617"/>
                    <a:pt x="9704" y="10428"/>
                    <a:pt x="10334" y="10050"/>
                  </a:cubicBezTo>
                  <a:cubicBezTo>
                    <a:pt x="10838" y="10334"/>
                    <a:pt x="11279" y="10838"/>
                    <a:pt x="11405" y="11436"/>
                  </a:cubicBezTo>
                  <a:lnTo>
                    <a:pt x="3907" y="11436"/>
                  </a:lnTo>
                  <a:cubicBezTo>
                    <a:pt x="2521" y="11436"/>
                    <a:pt x="1418" y="10271"/>
                    <a:pt x="1418" y="8916"/>
                  </a:cubicBezTo>
                  <a:lnTo>
                    <a:pt x="1418" y="5388"/>
                  </a:lnTo>
                  <a:cubicBezTo>
                    <a:pt x="1418" y="4852"/>
                    <a:pt x="1827" y="4348"/>
                    <a:pt x="2332" y="4253"/>
                  </a:cubicBezTo>
                  <a:cubicBezTo>
                    <a:pt x="2394" y="4241"/>
                    <a:pt x="2457" y="4236"/>
                    <a:pt x="2518" y="4236"/>
                  </a:cubicBezTo>
                  <a:close/>
                  <a:moveTo>
                    <a:pt x="1071" y="0"/>
                  </a:moveTo>
                  <a:cubicBezTo>
                    <a:pt x="473" y="0"/>
                    <a:pt x="0" y="473"/>
                    <a:pt x="0" y="1071"/>
                  </a:cubicBezTo>
                  <a:cubicBezTo>
                    <a:pt x="0" y="1652"/>
                    <a:pt x="504" y="2144"/>
                    <a:pt x="1052" y="2144"/>
                  </a:cubicBezTo>
                  <a:cubicBezTo>
                    <a:pt x="1069" y="2144"/>
                    <a:pt x="1086" y="2143"/>
                    <a:pt x="1103" y="2143"/>
                  </a:cubicBezTo>
                  <a:lnTo>
                    <a:pt x="1733" y="3749"/>
                  </a:lnTo>
                  <a:cubicBezTo>
                    <a:pt x="1103" y="4001"/>
                    <a:pt x="725" y="4694"/>
                    <a:pt x="725" y="5451"/>
                  </a:cubicBezTo>
                  <a:lnTo>
                    <a:pt x="725" y="8948"/>
                  </a:lnTo>
                  <a:cubicBezTo>
                    <a:pt x="725" y="10712"/>
                    <a:pt x="2174" y="12161"/>
                    <a:pt x="3938" y="12161"/>
                  </a:cubicBezTo>
                  <a:lnTo>
                    <a:pt x="11815" y="12161"/>
                  </a:lnTo>
                  <a:cubicBezTo>
                    <a:pt x="12035" y="12161"/>
                    <a:pt x="12193" y="12004"/>
                    <a:pt x="12193" y="11814"/>
                  </a:cubicBezTo>
                  <a:cubicBezTo>
                    <a:pt x="12193" y="11279"/>
                    <a:pt x="11972" y="10712"/>
                    <a:pt x="11657" y="10271"/>
                  </a:cubicBezTo>
                  <a:cubicBezTo>
                    <a:pt x="11468" y="10019"/>
                    <a:pt x="11247" y="9798"/>
                    <a:pt x="10964" y="9641"/>
                  </a:cubicBezTo>
                  <a:cubicBezTo>
                    <a:pt x="11657" y="8916"/>
                    <a:pt x="12193" y="7876"/>
                    <a:pt x="12193" y="6774"/>
                  </a:cubicBezTo>
                  <a:lnTo>
                    <a:pt x="12193" y="6427"/>
                  </a:lnTo>
                  <a:cubicBezTo>
                    <a:pt x="12193" y="4080"/>
                    <a:pt x="10259" y="2153"/>
                    <a:pt x="7898" y="2153"/>
                  </a:cubicBezTo>
                  <a:cubicBezTo>
                    <a:pt x="7756" y="2153"/>
                    <a:pt x="7612" y="2160"/>
                    <a:pt x="7467" y="2174"/>
                  </a:cubicBezTo>
                  <a:cubicBezTo>
                    <a:pt x="5986" y="2332"/>
                    <a:pt x="4726" y="3214"/>
                    <a:pt x="4064" y="4537"/>
                  </a:cubicBezTo>
                  <a:cubicBezTo>
                    <a:pt x="3875" y="4190"/>
                    <a:pt x="3592" y="3907"/>
                    <a:pt x="3245" y="3749"/>
                  </a:cubicBezTo>
                  <a:lnTo>
                    <a:pt x="3875" y="2143"/>
                  </a:lnTo>
                  <a:lnTo>
                    <a:pt x="3907" y="2143"/>
                  </a:lnTo>
                  <a:cubicBezTo>
                    <a:pt x="4505" y="2143"/>
                    <a:pt x="4978" y="1670"/>
                    <a:pt x="4978" y="1071"/>
                  </a:cubicBezTo>
                  <a:cubicBezTo>
                    <a:pt x="4978" y="473"/>
                    <a:pt x="4505" y="0"/>
                    <a:pt x="3907" y="0"/>
                  </a:cubicBezTo>
                  <a:cubicBezTo>
                    <a:pt x="3308" y="0"/>
                    <a:pt x="2836" y="473"/>
                    <a:pt x="2836" y="1071"/>
                  </a:cubicBezTo>
                  <a:cubicBezTo>
                    <a:pt x="2836" y="1386"/>
                    <a:pt x="2993" y="1670"/>
                    <a:pt x="3214" y="1859"/>
                  </a:cubicBezTo>
                  <a:lnTo>
                    <a:pt x="2521" y="3592"/>
                  </a:lnTo>
                  <a:lnTo>
                    <a:pt x="2458" y="3592"/>
                  </a:lnTo>
                  <a:lnTo>
                    <a:pt x="1796" y="1859"/>
                  </a:lnTo>
                  <a:cubicBezTo>
                    <a:pt x="2016" y="1670"/>
                    <a:pt x="2142" y="1386"/>
                    <a:pt x="2142" y="1071"/>
                  </a:cubicBezTo>
                  <a:cubicBezTo>
                    <a:pt x="2142" y="473"/>
                    <a:pt x="1670" y="0"/>
                    <a:pt x="10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8" name="Google Shape;12028;p139"/>
            <p:cNvSpPr/>
            <p:nvPr/>
          </p:nvSpPr>
          <p:spPr>
            <a:xfrm>
              <a:off x="-17865425" y="2560150"/>
              <a:ext cx="17350" cy="17375"/>
            </a:xfrm>
            <a:custGeom>
              <a:rect b="b" l="l" r="r" t="t"/>
              <a:pathLst>
                <a:path extrusionOk="0" h="695" w="694">
                  <a:moveTo>
                    <a:pt x="347" y="1"/>
                  </a:moveTo>
                  <a:cubicBezTo>
                    <a:pt x="158" y="1"/>
                    <a:pt x="0" y="158"/>
                    <a:pt x="0" y="347"/>
                  </a:cubicBezTo>
                  <a:cubicBezTo>
                    <a:pt x="0" y="537"/>
                    <a:pt x="158" y="694"/>
                    <a:pt x="347" y="694"/>
                  </a:cubicBezTo>
                  <a:cubicBezTo>
                    <a:pt x="536" y="694"/>
                    <a:pt x="694" y="537"/>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29" name="Google Shape;12029;p139"/>
          <p:cNvGrpSpPr/>
          <p:nvPr/>
        </p:nvGrpSpPr>
        <p:grpSpPr>
          <a:xfrm>
            <a:off x="6133365" y="2852729"/>
            <a:ext cx="416361" cy="470228"/>
            <a:chOff x="-17899300" y="2810625"/>
            <a:chExt cx="267825" cy="302475"/>
          </a:xfrm>
        </p:grpSpPr>
        <p:sp>
          <p:nvSpPr>
            <p:cNvPr id="12030" name="Google Shape;12030;p139"/>
            <p:cNvSpPr/>
            <p:nvPr/>
          </p:nvSpPr>
          <p:spPr>
            <a:xfrm>
              <a:off x="-17899300" y="2810625"/>
              <a:ext cx="267825" cy="302475"/>
            </a:xfrm>
            <a:custGeom>
              <a:rect b="b" l="l" r="r" t="t"/>
              <a:pathLst>
                <a:path extrusionOk="0" h="12099" w="10713">
                  <a:moveTo>
                    <a:pt x="1009" y="4978"/>
                  </a:moveTo>
                  <a:cubicBezTo>
                    <a:pt x="1482" y="4978"/>
                    <a:pt x="1860" y="5293"/>
                    <a:pt x="2017" y="5671"/>
                  </a:cubicBezTo>
                  <a:lnTo>
                    <a:pt x="1702" y="5671"/>
                  </a:lnTo>
                  <a:cubicBezTo>
                    <a:pt x="1229" y="5671"/>
                    <a:pt x="851" y="5356"/>
                    <a:pt x="694" y="4978"/>
                  </a:cubicBezTo>
                  <a:close/>
                  <a:moveTo>
                    <a:pt x="9862" y="4978"/>
                  </a:moveTo>
                  <a:cubicBezTo>
                    <a:pt x="9704" y="5356"/>
                    <a:pt x="9295" y="5671"/>
                    <a:pt x="8822" y="5671"/>
                  </a:cubicBezTo>
                  <a:lnTo>
                    <a:pt x="8507" y="5671"/>
                  </a:lnTo>
                  <a:cubicBezTo>
                    <a:pt x="8696" y="5262"/>
                    <a:pt x="9074" y="4978"/>
                    <a:pt x="9547" y="4978"/>
                  </a:cubicBezTo>
                  <a:close/>
                  <a:moveTo>
                    <a:pt x="5294" y="7845"/>
                  </a:moveTo>
                  <a:cubicBezTo>
                    <a:pt x="5451" y="7845"/>
                    <a:pt x="5609" y="7971"/>
                    <a:pt x="5640" y="8097"/>
                  </a:cubicBezTo>
                  <a:lnTo>
                    <a:pt x="5294" y="8507"/>
                  </a:lnTo>
                  <a:lnTo>
                    <a:pt x="4947" y="8097"/>
                  </a:lnTo>
                  <a:cubicBezTo>
                    <a:pt x="4979" y="7971"/>
                    <a:pt x="5136" y="7845"/>
                    <a:pt x="5294" y="7845"/>
                  </a:cubicBezTo>
                  <a:close/>
                  <a:moveTo>
                    <a:pt x="5294" y="4254"/>
                  </a:moveTo>
                  <a:cubicBezTo>
                    <a:pt x="6774" y="4254"/>
                    <a:pt x="7783" y="5104"/>
                    <a:pt x="7783" y="6742"/>
                  </a:cubicBezTo>
                  <a:cubicBezTo>
                    <a:pt x="7783" y="7467"/>
                    <a:pt x="7625" y="8192"/>
                    <a:pt x="7310" y="8885"/>
                  </a:cubicBezTo>
                  <a:lnTo>
                    <a:pt x="7310" y="8822"/>
                  </a:lnTo>
                  <a:cubicBezTo>
                    <a:pt x="7152" y="7845"/>
                    <a:pt x="6270" y="7152"/>
                    <a:pt x="5294" y="7152"/>
                  </a:cubicBezTo>
                  <a:cubicBezTo>
                    <a:pt x="4317" y="7152"/>
                    <a:pt x="3435" y="7845"/>
                    <a:pt x="3277" y="8822"/>
                  </a:cubicBezTo>
                  <a:lnTo>
                    <a:pt x="3277" y="8885"/>
                  </a:lnTo>
                  <a:cubicBezTo>
                    <a:pt x="2962" y="8192"/>
                    <a:pt x="2805" y="7467"/>
                    <a:pt x="2805" y="6742"/>
                  </a:cubicBezTo>
                  <a:cubicBezTo>
                    <a:pt x="2805" y="5104"/>
                    <a:pt x="3844" y="4254"/>
                    <a:pt x="5294" y="4254"/>
                  </a:cubicBezTo>
                  <a:close/>
                  <a:moveTo>
                    <a:pt x="4254" y="8412"/>
                  </a:moveTo>
                  <a:cubicBezTo>
                    <a:pt x="4317" y="8444"/>
                    <a:pt x="4254" y="8412"/>
                    <a:pt x="4947" y="9263"/>
                  </a:cubicBezTo>
                  <a:lnTo>
                    <a:pt x="4947" y="9546"/>
                  </a:lnTo>
                  <a:lnTo>
                    <a:pt x="4348" y="10114"/>
                  </a:lnTo>
                  <a:cubicBezTo>
                    <a:pt x="4191" y="10271"/>
                    <a:pt x="4191" y="10492"/>
                    <a:pt x="4348" y="10649"/>
                  </a:cubicBezTo>
                  <a:cubicBezTo>
                    <a:pt x="4427" y="10728"/>
                    <a:pt x="4514" y="10767"/>
                    <a:pt x="4601" y="10767"/>
                  </a:cubicBezTo>
                  <a:cubicBezTo>
                    <a:pt x="4687" y="10767"/>
                    <a:pt x="4774" y="10728"/>
                    <a:pt x="4853" y="10649"/>
                  </a:cubicBezTo>
                  <a:lnTo>
                    <a:pt x="5325" y="10177"/>
                  </a:lnTo>
                  <a:lnTo>
                    <a:pt x="5798" y="10649"/>
                  </a:lnTo>
                  <a:cubicBezTo>
                    <a:pt x="5876" y="10728"/>
                    <a:pt x="5971" y="10767"/>
                    <a:pt x="6065" y="10767"/>
                  </a:cubicBezTo>
                  <a:cubicBezTo>
                    <a:pt x="6160" y="10767"/>
                    <a:pt x="6255" y="10728"/>
                    <a:pt x="6333" y="10649"/>
                  </a:cubicBezTo>
                  <a:cubicBezTo>
                    <a:pt x="6491" y="10492"/>
                    <a:pt x="6491" y="10271"/>
                    <a:pt x="6333" y="10114"/>
                  </a:cubicBezTo>
                  <a:lnTo>
                    <a:pt x="5735" y="9546"/>
                  </a:lnTo>
                  <a:lnTo>
                    <a:pt x="5735" y="9263"/>
                  </a:lnTo>
                  <a:cubicBezTo>
                    <a:pt x="6428" y="8412"/>
                    <a:pt x="6396" y="8444"/>
                    <a:pt x="6396" y="8412"/>
                  </a:cubicBezTo>
                  <a:lnTo>
                    <a:pt x="6396" y="8412"/>
                  </a:lnTo>
                  <a:cubicBezTo>
                    <a:pt x="6522" y="8570"/>
                    <a:pt x="6617" y="8790"/>
                    <a:pt x="6680" y="8979"/>
                  </a:cubicBezTo>
                  <a:lnTo>
                    <a:pt x="6837" y="9893"/>
                  </a:lnTo>
                  <a:cubicBezTo>
                    <a:pt x="6869" y="10681"/>
                    <a:pt x="6270" y="11437"/>
                    <a:pt x="5451" y="11437"/>
                  </a:cubicBezTo>
                  <a:lnTo>
                    <a:pt x="5136" y="11437"/>
                  </a:lnTo>
                  <a:cubicBezTo>
                    <a:pt x="4317" y="11437"/>
                    <a:pt x="3687" y="10681"/>
                    <a:pt x="3844" y="9893"/>
                  </a:cubicBezTo>
                  <a:lnTo>
                    <a:pt x="4002" y="8979"/>
                  </a:lnTo>
                  <a:cubicBezTo>
                    <a:pt x="4033" y="8759"/>
                    <a:pt x="4096" y="8570"/>
                    <a:pt x="4254" y="8412"/>
                  </a:cubicBezTo>
                  <a:close/>
                  <a:moveTo>
                    <a:pt x="1040" y="0"/>
                  </a:moveTo>
                  <a:cubicBezTo>
                    <a:pt x="851" y="0"/>
                    <a:pt x="694" y="158"/>
                    <a:pt x="694" y="379"/>
                  </a:cubicBezTo>
                  <a:lnTo>
                    <a:pt x="694" y="1072"/>
                  </a:lnTo>
                  <a:cubicBezTo>
                    <a:pt x="694" y="1670"/>
                    <a:pt x="1166" y="2143"/>
                    <a:pt x="1734" y="2143"/>
                  </a:cubicBezTo>
                  <a:lnTo>
                    <a:pt x="2112" y="2143"/>
                  </a:lnTo>
                  <a:lnTo>
                    <a:pt x="2112" y="3529"/>
                  </a:lnTo>
                  <a:cubicBezTo>
                    <a:pt x="2112" y="3907"/>
                    <a:pt x="2332" y="4317"/>
                    <a:pt x="2679" y="4474"/>
                  </a:cubicBezTo>
                  <a:lnTo>
                    <a:pt x="2899" y="4537"/>
                  </a:lnTo>
                  <a:cubicBezTo>
                    <a:pt x="2742" y="4695"/>
                    <a:pt x="2616" y="4852"/>
                    <a:pt x="2521" y="5041"/>
                  </a:cubicBezTo>
                  <a:cubicBezTo>
                    <a:pt x="2206" y="4569"/>
                    <a:pt x="1671" y="4254"/>
                    <a:pt x="1072" y="4254"/>
                  </a:cubicBezTo>
                  <a:lnTo>
                    <a:pt x="379" y="4254"/>
                  </a:lnTo>
                  <a:cubicBezTo>
                    <a:pt x="158" y="4254"/>
                    <a:pt x="1" y="4411"/>
                    <a:pt x="1" y="4632"/>
                  </a:cubicBezTo>
                  <a:cubicBezTo>
                    <a:pt x="1" y="5608"/>
                    <a:pt x="788" y="6396"/>
                    <a:pt x="1797" y="6396"/>
                  </a:cubicBezTo>
                  <a:lnTo>
                    <a:pt x="2143" y="6396"/>
                  </a:lnTo>
                  <a:lnTo>
                    <a:pt x="2143" y="6742"/>
                  </a:lnTo>
                  <a:cubicBezTo>
                    <a:pt x="2143" y="7877"/>
                    <a:pt x="2521" y="9105"/>
                    <a:pt x="3151" y="10019"/>
                  </a:cubicBezTo>
                  <a:cubicBezTo>
                    <a:pt x="3120" y="11153"/>
                    <a:pt x="4065" y="12098"/>
                    <a:pt x="5199" y="12098"/>
                  </a:cubicBezTo>
                  <a:lnTo>
                    <a:pt x="5514" y="12098"/>
                  </a:lnTo>
                  <a:cubicBezTo>
                    <a:pt x="6680" y="12098"/>
                    <a:pt x="7625" y="11153"/>
                    <a:pt x="7562" y="10019"/>
                  </a:cubicBezTo>
                  <a:cubicBezTo>
                    <a:pt x="8192" y="9105"/>
                    <a:pt x="8602" y="7845"/>
                    <a:pt x="8602" y="6742"/>
                  </a:cubicBezTo>
                  <a:lnTo>
                    <a:pt x="8602" y="6396"/>
                  </a:lnTo>
                  <a:lnTo>
                    <a:pt x="8948" y="6396"/>
                  </a:lnTo>
                  <a:cubicBezTo>
                    <a:pt x="9925" y="6396"/>
                    <a:pt x="10712" y="5608"/>
                    <a:pt x="10712" y="4632"/>
                  </a:cubicBezTo>
                  <a:cubicBezTo>
                    <a:pt x="10649" y="4411"/>
                    <a:pt x="10492" y="4254"/>
                    <a:pt x="10303" y="4254"/>
                  </a:cubicBezTo>
                  <a:lnTo>
                    <a:pt x="9578" y="4254"/>
                  </a:lnTo>
                  <a:cubicBezTo>
                    <a:pt x="8980" y="4254"/>
                    <a:pt x="8444" y="4569"/>
                    <a:pt x="8129" y="5041"/>
                  </a:cubicBezTo>
                  <a:cubicBezTo>
                    <a:pt x="8003" y="4852"/>
                    <a:pt x="7909" y="4695"/>
                    <a:pt x="7783" y="4537"/>
                  </a:cubicBezTo>
                  <a:lnTo>
                    <a:pt x="7972" y="4474"/>
                  </a:lnTo>
                  <a:cubicBezTo>
                    <a:pt x="8318" y="4254"/>
                    <a:pt x="8570" y="3907"/>
                    <a:pt x="8570" y="3529"/>
                  </a:cubicBezTo>
                  <a:lnTo>
                    <a:pt x="8570" y="2143"/>
                  </a:lnTo>
                  <a:lnTo>
                    <a:pt x="8917" y="2143"/>
                  </a:lnTo>
                  <a:cubicBezTo>
                    <a:pt x="9515" y="2143"/>
                    <a:pt x="9988" y="1670"/>
                    <a:pt x="9988" y="1072"/>
                  </a:cubicBezTo>
                  <a:lnTo>
                    <a:pt x="9988" y="379"/>
                  </a:lnTo>
                  <a:cubicBezTo>
                    <a:pt x="9988" y="158"/>
                    <a:pt x="9830" y="0"/>
                    <a:pt x="9610" y="0"/>
                  </a:cubicBezTo>
                  <a:cubicBezTo>
                    <a:pt x="9421" y="0"/>
                    <a:pt x="9263" y="158"/>
                    <a:pt x="9263" y="379"/>
                  </a:cubicBezTo>
                  <a:lnTo>
                    <a:pt x="9263" y="1072"/>
                  </a:lnTo>
                  <a:cubicBezTo>
                    <a:pt x="9263" y="1261"/>
                    <a:pt x="9106" y="1418"/>
                    <a:pt x="8917" y="1418"/>
                  </a:cubicBezTo>
                  <a:lnTo>
                    <a:pt x="8570" y="1418"/>
                  </a:lnTo>
                  <a:lnTo>
                    <a:pt x="8570" y="1072"/>
                  </a:lnTo>
                  <a:cubicBezTo>
                    <a:pt x="8570" y="883"/>
                    <a:pt x="8413" y="725"/>
                    <a:pt x="8192" y="725"/>
                  </a:cubicBezTo>
                  <a:cubicBezTo>
                    <a:pt x="8003" y="725"/>
                    <a:pt x="7846" y="883"/>
                    <a:pt x="7846" y="1072"/>
                  </a:cubicBezTo>
                  <a:lnTo>
                    <a:pt x="7846" y="2143"/>
                  </a:lnTo>
                  <a:lnTo>
                    <a:pt x="7499" y="2143"/>
                  </a:lnTo>
                  <a:cubicBezTo>
                    <a:pt x="7310" y="2143"/>
                    <a:pt x="7152" y="1985"/>
                    <a:pt x="7152" y="1796"/>
                  </a:cubicBezTo>
                  <a:lnTo>
                    <a:pt x="7152" y="1072"/>
                  </a:lnTo>
                  <a:cubicBezTo>
                    <a:pt x="7152" y="883"/>
                    <a:pt x="6995" y="725"/>
                    <a:pt x="6774" y="725"/>
                  </a:cubicBezTo>
                  <a:cubicBezTo>
                    <a:pt x="6585" y="725"/>
                    <a:pt x="6428" y="883"/>
                    <a:pt x="6428" y="1072"/>
                  </a:cubicBezTo>
                  <a:lnTo>
                    <a:pt x="6428" y="1796"/>
                  </a:lnTo>
                  <a:cubicBezTo>
                    <a:pt x="6428" y="2363"/>
                    <a:pt x="6900" y="2836"/>
                    <a:pt x="7499" y="2836"/>
                  </a:cubicBezTo>
                  <a:lnTo>
                    <a:pt x="7846" y="2836"/>
                  </a:lnTo>
                  <a:lnTo>
                    <a:pt x="7846" y="3498"/>
                  </a:lnTo>
                  <a:cubicBezTo>
                    <a:pt x="7846" y="3624"/>
                    <a:pt x="7783" y="3781"/>
                    <a:pt x="7656" y="3813"/>
                  </a:cubicBezTo>
                  <a:lnTo>
                    <a:pt x="7184" y="4065"/>
                  </a:lnTo>
                  <a:cubicBezTo>
                    <a:pt x="6680" y="3750"/>
                    <a:pt x="6050" y="3592"/>
                    <a:pt x="5325" y="3592"/>
                  </a:cubicBezTo>
                  <a:cubicBezTo>
                    <a:pt x="4632" y="3592"/>
                    <a:pt x="4002" y="3750"/>
                    <a:pt x="3466" y="4065"/>
                  </a:cubicBezTo>
                  <a:lnTo>
                    <a:pt x="2994" y="3813"/>
                  </a:lnTo>
                  <a:cubicBezTo>
                    <a:pt x="2899" y="3750"/>
                    <a:pt x="2805" y="3624"/>
                    <a:pt x="2805" y="3498"/>
                  </a:cubicBezTo>
                  <a:lnTo>
                    <a:pt x="2805" y="2836"/>
                  </a:lnTo>
                  <a:lnTo>
                    <a:pt x="3151" y="2836"/>
                  </a:lnTo>
                  <a:cubicBezTo>
                    <a:pt x="3750" y="2836"/>
                    <a:pt x="4222" y="2363"/>
                    <a:pt x="4222" y="1796"/>
                  </a:cubicBezTo>
                  <a:lnTo>
                    <a:pt x="4222" y="1072"/>
                  </a:lnTo>
                  <a:cubicBezTo>
                    <a:pt x="4222" y="883"/>
                    <a:pt x="4065" y="725"/>
                    <a:pt x="3876" y="725"/>
                  </a:cubicBezTo>
                  <a:cubicBezTo>
                    <a:pt x="3687" y="725"/>
                    <a:pt x="3529" y="883"/>
                    <a:pt x="3529" y="1072"/>
                  </a:cubicBezTo>
                  <a:lnTo>
                    <a:pt x="3529" y="1796"/>
                  </a:lnTo>
                  <a:cubicBezTo>
                    <a:pt x="3529" y="1985"/>
                    <a:pt x="3372" y="2143"/>
                    <a:pt x="3151" y="2143"/>
                  </a:cubicBezTo>
                  <a:lnTo>
                    <a:pt x="2805" y="2143"/>
                  </a:lnTo>
                  <a:lnTo>
                    <a:pt x="2805" y="1072"/>
                  </a:lnTo>
                  <a:cubicBezTo>
                    <a:pt x="2805" y="883"/>
                    <a:pt x="2647" y="725"/>
                    <a:pt x="2458" y="725"/>
                  </a:cubicBezTo>
                  <a:cubicBezTo>
                    <a:pt x="2269" y="725"/>
                    <a:pt x="2112" y="883"/>
                    <a:pt x="2112" y="1072"/>
                  </a:cubicBezTo>
                  <a:lnTo>
                    <a:pt x="2112" y="1418"/>
                  </a:lnTo>
                  <a:lnTo>
                    <a:pt x="1734" y="1418"/>
                  </a:lnTo>
                  <a:cubicBezTo>
                    <a:pt x="1545" y="1418"/>
                    <a:pt x="1387" y="1261"/>
                    <a:pt x="1387" y="1072"/>
                  </a:cubicBezTo>
                  <a:lnTo>
                    <a:pt x="1387" y="379"/>
                  </a:lnTo>
                  <a:cubicBezTo>
                    <a:pt x="1387" y="158"/>
                    <a:pt x="1229" y="0"/>
                    <a:pt x="104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1" name="Google Shape;12031;p139"/>
            <p:cNvSpPr/>
            <p:nvPr/>
          </p:nvSpPr>
          <p:spPr>
            <a:xfrm>
              <a:off x="-17740200" y="2952400"/>
              <a:ext cx="17350" cy="18125"/>
            </a:xfrm>
            <a:custGeom>
              <a:rect b="b" l="l" r="r" t="t"/>
              <a:pathLst>
                <a:path extrusionOk="0" h="725" w="694">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2" name="Google Shape;12032;p139"/>
            <p:cNvSpPr/>
            <p:nvPr/>
          </p:nvSpPr>
          <p:spPr>
            <a:xfrm>
              <a:off x="-17811075" y="2952400"/>
              <a:ext cx="17350" cy="18125"/>
            </a:xfrm>
            <a:custGeom>
              <a:rect b="b" l="l" r="r" t="t"/>
              <a:pathLst>
                <a:path extrusionOk="0" h="725" w="694">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33" name="Google Shape;12033;p139"/>
          <p:cNvGrpSpPr/>
          <p:nvPr/>
        </p:nvGrpSpPr>
        <p:grpSpPr>
          <a:xfrm>
            <a:off x="2039218" y="3461166"/>
            <a:ext cx="472676" cy="442089"/>
            <a:chOff x="-16066500" y="2060800"/>
            <a:chExt cx="304050" cy="284375"/>
          </a:xfrm>
        </p:grpSpPr>
        <p:sp>
          <p:nvSpPr>
            <p:cNvPr id="12034" name="Google Shape;12034;p139"/>
            <p:cNvSpPr/>
            <p:nvPr/>
          </p:nvSpPr>
          <p:spPr>
            <a:xfrm>
              <a:off x="-15978275" y="2203375"/>
              <a:ext cx="18125" cy="18125"/>
            </a:xfrm>
            <a:custGeom>
              <a:rect b="b" l="l" r="r" t="t"/>
              <a:pathLst>
                <a:path extrusionOk="0" h="725" w="725">
                  <a:moveTo>
                    <a:pt x="347" y="0"/>
                  </a:moveTo>
                  <a:cubicBezTo>
                    <a:pt x="158" y="0"/>
                    <a:pt x="0" y="158"/>
                    <a:pt x="0" y="347"/>
                  </a:cubicBezTo>
                  <a:cubicBezTo>
                    <a:pt x="0" y="567"/>
                    <a:pt x="158" y="725"/>
                    <a:pt x="347" y="725"/>
                  </a:cubicBezTo>
                  <a:cubicBezTo>
                    <a:pt x="567" y="725"/>
                    <a:pt x="725" y="567"/>
                    <a:pt x="725" y="347"/>
                  </a:cubicBezTo>
                  <a:cubicBezTo>
                    <a:pt x="725" y="158"/>
                    <a:pt x="567"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5" name="Google Shape;12035;p139"/>
            <p:cNvSpPr/>
            <p:nvPr/>
          </p:nvSpPr>
          <p:spPr>
            <a:xfrm>
              <a:off x="-15869575" y="2203375"/>
              <a:ext cx="17350" cy="18125"/>
            </a:xfrm>
            <a:custGeom>
              <a:rect b="b" l="l" r="r" t="t"/>
              <a:pathLst>
                <a:path extrusionOk="0" h="725" w="694">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6" name="Google Shape;12036;p139"/>
            <p:cNvSpPr/>
            <p:nvPr/>
          </p:nvSpPr>
          <p:spPr>
            <a:xfrm>
              <a:off x="-15954650" y="2186825"/>
              <a:ext cx="78775" cy="88250"/>
            </a:xfrm>
            <a:custGeom>
              <a:rect b="b" l="l" r="r" t="t"/>
              <a:pathLst>
                <a:path extrusionOk="0" h="3530" w="3151">
                  <a:moveTo>
                    <a:pt x="1607" y="662"/>
                  </a:moveTo>
                  <a:cubicBezTo>
                    <a:pt x="1891" y="662"/>
                    <a:pt x="2080" y="820"/>
                    <a:pt x="2174" y="1103"/>
                  </a:cubicBezTo>
                  <a:lnTo>
                    <a:pt x="2458" y="2111"/>
                  </a:lnTo>
                  <a:cubicBezTo>
                    <a:pt x="2489" y="2269"/>
                    <a:pt x="2458" y="2490"/>
                    <a:pt x="2332" y="2584"/>
                  </a:cubicBezTo>
                  <a:cubicBezTo>
                    <a:pt x="2206" y="2710"/>
                    <a:pt x="2048" y="2805"/>
                    <a:pt x="1891" y="2805"/>
                  </a:cubicBezTo>
                  <a:lnTo>
                    <a:pt x="1387" y="2805"/>
                  </a:lnTo>
                  <a:cubicBezTo>
                    <a:pt x="1229" y="2805"/>
                    <a:pt x="1072" y="2710"/>
                    <a:pt x="946" y="2584"/>
                  </a:cubicBezTo>
                  <a:cubicBezTo>
                    <a:pt x="788" y="2458"/>
                    <a:pt x="757" y="2269"/>
                    <a:pt x="788" y="2111"/>
                  </a:cubicBezTo>
                  <a:lnTo>
                    <a:pt x="1072" y="1103"/>
                  </a:lnTo>
                  <a:cubicBezTo>
                    <a:pt x="1135" y="851"/>
                    <a:pt x="1355" y="662"/>
                    <a:pt x="1607" y="662"/>
                  </a:cubicBezTo>
                  <a:close/>
                  <a:moveTo>
                    <a:pt x="1576" y="1"/>
                  </a:moveTo>
                  <a:cubicBezTo>
                    <a:pt x="977" y="1"/>
                    <a:pt x="473" y="379"/>
                    <a:pt x="347" y="946"/>
                  </a:cubicBezTo>
                  <a:lnTo>
                    <a:pt x="95" y="1954"/>
                  </a:lnTo>
                  <a:cubicBezTo>
                    <a:pt x="1" y="2364"/>
                    <a:pt x="95" y="2742"/>
                    <a:pt x="316" y="3057"/>
                  </a:cubicBezTo>
                  <a:cubicBezTo>
                    <a:pt x="599" y="3340"/>
                    <a:pt x="946" y="3529"/>
                    <a:pt x="1355" y="3529"/>
                  </a:cubicBezTo>
                  <a:lnTo>
                    <a:pt x="1859" y="3529"/>
                  </a:lnTo>
                  <a:cubicBezTo>
                    <a:pt x="2237" y="3529"/>
                    <a:pt x="2615" y="3340"/>
                    <a:pt x="2836" y="3057"/>
                  </a:cubicBezTo>
                  <a:cubicBezTo>
                    <a:pt x="3088" y="2742"/>
                    <a:pt x="3151" y="2364"/>
                    <a:pt x="3088" y="1954"/>
                  </a:cubicBezTo>
                  <a:lnTo>
                    <a:pt x="2804" y="946"/>
                  </a:lnTo>
                  <a:cubicBezTo>
                    <a:pt x="2647" y="379"/>
                    <a:pt x="2174" y="1"/>
                    <a:pt x="157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7" name="Google Shape;12037;p139"/>
            <p:cNvSpPr/>
            <p:nvPr/>
          </p:nvSpPr>
          <p:spPr>
            <a:xfrm>
              <a:off x="-16066500" y="2060800"/>
              <a:ext cx="304050" cy="284375"/>
            </a:xfrm>
            <a:custGeom>
              <a:rect b="b" l="l" r="r" t="t"/>
              <a:pathLst>
                <a:path extrusionOk="0" h="11375" w="12162">
                  <a:moveTo>
                    <a:pt x="9326" y="694"/>
                  </a:moveTo>
                  <a:cubicBezTo>
                    <a:pt x="10492" y="694"/>
                    <a:pt x="11437" y="1639"/>
                    <a:pt x="11437" y="2836"/>
                  </a:cubicBezTo>
                  <a:cubicBezTo>
                    <a:pt x="11437" y="2962"/>
                    <a:pt x="11437" y="3025"/>
                    <a:pt x="11406" y="3120"/>
                  </a:cubicBezTo>
                  <a:cubicBezTo>
                    <a:pt x="10996" y="2584"/>
                    <a:pt x="10334" y="2269"/>
                    <a:pt x="9673" y="2175"/>
                  </a:cubicBezTo>
                  <a:cubicBezTo>
                    <a:pt x="9649" y="2170"/>
                    <a:pt x="9625" y="2168"/>
                    <a:pt x="9602" y="2168"/>
                  </a:cubicBezTo>
                  <a:cubicBezTo>
                    <a:pt x="9302" y="2168"/>
                    <a:pt x="9153" y="2537"/>
                    <a:pt x="9358" y="2742"/>
                  </a:cubicBezTo>
                  <a:cubicBezTo>
                    <a:pt x="9767" y="3151"/>
                    <a:pt x="9988" y="3687"/>
                    <a:pt x="9988" y="4254"/>
                  </a:cubicBezTo>
                  <a:cubicBezTo>
                    <a:pt x="9988" y="4412"/>
                    <a:pt x="9988" y="4569"/>
                    <a:pt x="9956" y="4727"/>
                  </a:cubicBezTo>
                  <a:cubicBezTo>
                    <a:pt x="9484" y="3844"/>
                    <a:pt x="8759" y="3120"/>
                    <a:pt x="7909" y="2616"/>
                  </a:cubicBezTo>
                  <a:cubicBezTo>
                    <a:pt x="7657" y="2521"/>
                    <a:pt x="7468" y="2395"/>
                    <a:pt x="7247" y="2301"/>
                  </a:cubicBezTo>
                  <a:cubicBezTo>
                    <a:pt x="7468" y="1356"/>
                    <a:pt x="8287" y="694"/>
                    <a:pt x="9326" y="694"/>
                  </a:cubicBezTo>
                  <a:close/>
                  <a:moveTo>
                    <a:pt x="2836" y="757"/>
                  </a:moveTo>
                  <a:cubicBezTo>
                    <a:pt x="3813" y="757"/>
                    <a:pt x="4664" y="1419"/>
                    <a:pt x="4916" y="2364"/>
                  </a:cubicBezTo>
                  <a:cubicBezTo>
                    <a:pt x="3718" y="2742"/>
                    <a:pt x="2773" y="3687"/>
                    <a:pt x="2206" y="4758"/>
                  </a:cubicBezTo>
                  <a:cubicBezTo>
                    <a:pt x="2143" y="4601"/>
                    <a:pt x="2112" y="4443"/>
                    <a:pt x="2112" y="4286"/>
                  </a:cubicBezTo>
                  <a:cubicBezTo>
                    <a:pt x="2112" y="3750"/>
                    <a:pt x="2364" y="3183"/>
                    <a:pt x="2742" y="2773"/>
                  </a:cubicBezTo>
                  <a:cubicBezTo>
                    <a:pt x="2970" y="2574"/>
                    <a:pt x="2811" y="2193"/>
                    <a:pt x="2521" y="2193"/>
                  </a:cubicBezTo>
                  <a:cubicBezTo>
                    <a:pt x="2491" y="2193"/>
                    <a:pt x="2459" y="2197"/>
                    <a:pt x="2427" y="2206"/>
                  </a:cubicBezTo>
                  <a:cubicBezTo>
                    <a:pt x="1765" y="2269"/>
                    <a:pt x="1135" y="2616"/>
                    <a:pt x="694" y="3151"/>
                  </a:cubicBezTo>
                  <a:cubicBezTo>
                    <a:pt x="536" y="1891"/>
                    <a:pt x="1513" y="757"/>
                    <a:pt x="2836" y="757"/>
                  </a:cubicBezTo>
                  <a:close/>
                  <a:moveTo>
                    <a:pt x="6050" y="2836"/>
                  </a:moveTo>
                  <a:cubicBezTo>
                    <a:pt x="8224" y="2836"/>
                    <a:pt x="9988" y="5325"/>
                    <a:pt x="9988" y="7468"/>
                  </a:cubicBezTo>
                  <a:cubicBezTo>
                    <a:pt x="10019" y="9862"/>
                    <a:pt x="7909" y="10713"/>
                    <a:pt x="6050" y="10713"/>
                  </a:cubicBezTo>
                  <a:cubicBezTo>
                    <a:pt x="4254" y="10713"/>
                    <a:pt x="2112" y="9893"/>
                    <a:pt x="2112" y="7468"/>
                  </a:cubicBezTo>
                  <a:cubicBezTo>
                    <a:pt x="2112" y="5325"/>
                    <a:pt x="3876" y="2836"/>
                    <a:pt x="6050" y="2836"/>
                  </a:cubicBezTo>
                  <a:close/>
                  <a:moveTo>
                    <a:pt x="2836" y="1"/>
                  </a:moveTo>
                  <a:cubicBezTo>
                    <a:pt x="1261" y="1"/>
                    <a:pt x="1" y="1293"/>
                    <a:pt x="1" y="2836"/>
                  </a:cubicBezTo>
                  <a:cubicBezTo>
                    <a:pt x="1" y="3246"/>
                    <a:pt x="64" y="3655"/>
                    <a:pt x="253" y="4034"/>
                  </a:cubicBezTo>
                  <a:cubicBezTo>
                    <a:pt x="316" y="4175"/>
                    <a:pt x="450" y="4246"/>
                    <a:pt x="580" y="4246"/>
                  </a:cubicBezTo>
                  <a:cubicBezTo>
                    <a:pt x="710" y="4246"/>
                    <a:pt x="836" y="4175"/>
                    <a:pt x="883" y="4034"/>
                  </a:cubicBezTo>
                  <a:cubicBezTo>
                    <a:pt x="1040" y="3687"/>
                    <a:pt x="1293" y="3403"/>
                    <a:pt x="1608" y="3214"/>
                  </a:cubicBezTo>
                  <a:lnTo>
                    <a:pt x="1608" y="3214"/>
                  </a:lnTo>
                  <a:cubicBezTo>
                    <a:pt x="1482" y="3529"/>
                    <a:pt x="1419" y="3876"/>
                    <a:pt x="1419" y="4254"/>
                  </a:cubicBezTo>
                  <a:cubicBezTo>
                    <a:pt x="1419" y="4727"/>
                    <a:pt x="1513" y="5199"/>
                    <a:pt x="1765" y="5577"/>
                  </a:cubicBezTo>
                  <a:cubicBezTo>
                    <a:pt x="1513" y="6176"/>
                    <a:pt x="1419" y="6806"/>
                    <a:pt x="1419" y="7436"/>
                  </a:cubicBezTo>
                  <a:cubicBezTo>
                    <a:pt x="1419" y="9988"/>
                    <a:pt x="3498" y="11374"/>
                    <a:pt x="6050" y="11374"/>
                  </a:cubicBezTo>
                  <a:cubicBezTo>
                    <a:pt x="8665" y="11374"/>
                    <a:pt x="10713" y="9988"/>
                    <a:pt x="10713" y="7436"/>
                  </a:cubicBezTo>
                  <a:cubicBezTo>
                    <a:pt x="10713" y="6806"/>
                    <a:pt x="10586" y="6176"/>
                    <a:pt x="10334" y="5577"/>
                  </a:cubicBezTo>
                  <a:cubicBezTo>
                    <a:pt x="10586" y="5136"/>
                    <a:pt x="10713" y="4727"/>
                    <a:pt x="10713" y="4254"/>
                  </a:cubicBezTo>
                  <a:cubicBezTo>
                    <a:pt x="10713" y="3876"/>
                    <a:pt x="10618" y="3529"/>
                    <a:pt x="10492" y="3214"/>
                  </a:cubicBezTo>
                  <a:lnTo>
                    <a:pt x="10492" y="3214"/>
                  </a:lnTo>
                  <a:cubicBezTo>
                    <a:pt x="10776" y="3403"/>
                    <a:pt x="11028" y="3687"/>
                    <a:pt x="11217" y="4034"/>
                  </a:cubicBezTo>
                  <a:cubicBezTo>
                    <a:pt x="11280" y="4175"/>
                    <a:pt x="11406" y="4246"/>
                    <a:pt x="11532" y="4246"/>
                  </a:cubicBezTo>
                  <a:cubicBezTo>
                    <a:pt x="11658" y="4246"/>
                    <a:pt x="11784" y="4175"/>
                    <a:pt x="11847" y="4034"/>
                  </a:cubicBezTo>
                  <a:cubicBezTo>
                    <a:pt x="12036" y="3655"/>
                    <a:pt x="12130" y="3246"/>
                    <a:pt x="12130" y="2836"/>
                  </a:cubicBezTo>
                  <a:cubicBezTo>
                    <a:pt x="12162" y="1293"/>
                    <a:pt x="10870" y="1"/>
                    <a:pt x="9295" y="1"/>
                  </a:cubicBezTo>
                  <a:cubicBezTo>
                    <a:pt x="7940" y="1"/>
                    <a:pt x="6837" y="915"/>
                    <a:pt x="6522" y="2175"/>
                  </a:cubicBezTo>
                  <a:cubicBezTo>
                    <a:pt x="6365" y="2112"/>
                    <a:pt x="6207" y="2112"/>
                    <a:pt x="6050" y="2112"/>
                  </a:cubicBezTo>
                  <a:cubicBezTo>
                    <a:pt x="5892" y="2112"/>
                    <a:pt x="5735" y="2112"/>
                    <a:pt x="5577" y="2175"/>
                  </a:cubicBezTo>
                  <a:cubicBezTo>
                    <a:pt x="5262" y="915"/>
                    <a:pt x="4128" y="1"/>
                    <a:pt x="283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8" name="Google Shape;12038;p139"/>
            <p:cNvSpPr/>
            <p:nvPr/>
          </p:nvSpPr>
          <p:spPr>
            <a:xfrm>
              <a:off x="-15960175" y="2287225"/>
              <a:ext cx="91400" cy="24075"/>
            </a:xfrm>
            <a:custGeom>
              <a:rect b="b" l="l" r="r" t="t"/>
              <a:pathLst>
                <a:path extrusionOk="0" h="963" w="3656">
                  <a:moveTo>
                    <a:pt x="437" y="1"/>
                  </a:moveTo>
                  <a:cubicBezTo>
                    <a:pt x="284" y="1"/>
                    <a:pt x="142" y="114"/>
                    <a:pt x="64" y="269"/>
                  </a:cubicBezTo>
                  <a:cubicBezTo>
                    <a:pt x="1" y="458"/>
                    <a:pt x="96" y="647"/>
                    <a:pt x="316" y="742"/>
                  </a:cubicBezTo>
                  <a:cubicBezTo>
                    <a:pt x="852" y="931"/>
                    <a:pt x="1450" y="962"/>
                    <a:pt x="1828" y="962"/>
                  </a:cubicBezTo>
                  <a:cubicBezTo>
                    <a:pt x="2238" y="962"/>
                    <a:pt x="2836" y="931"/>
                    <a:pt x="3372" y="742"/>
                  </a:cubicBezTo>
                  <a:cubicBezTo>
                    <a:pt x="3593" y="647"/>
                    <a:pt x="3656" y="458"/>
                    <a:pt x="3624" y="269"/>
                  </a:cubicBezTo>
                  <a:cubicBezTo>
                    <a:pt x="3546" y="114"/>
                    <a:pt x="3383" y="1"/>
                    <a:pt x="3240" y="1"/>
                  </a:cubicBezTo>
                  <a:cubicBezTo>
                    <a:pt x="3209" y="1"/>
                    <a:pt x="3179" y="6"/>
                    <a:pt x="3151" y="17"/>
                  </a:cubicBezTo>
                  <a:cubicBezTo>
                    <a:pt x="2679" y="206"/>
                    <a:pt x="2143" y="238"/>
                    <a:pt x="1828" y="238"/>
                  </a:cubicBezTo>
                  <a:cubicBezTo>
                    <a:pt x="1482" y="238"/>
                    <a:pt x="1009" y="206"/>
                    <a:pt x="537" y="17"/>
                  </a:cubicBezTo>
                  <a:cubicBezTo>
                    <a:pt x="503" y="6"/>
                    <a:pt x="470" y="1"/>
                    <a:pt x="43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039" name="Google Shape;12039;p139"/>
          <p:cNvSpPr/>
          <p:nvPr/>
        </p:nvSpPr>
        <p:spPr>
          <a:xfrm>
            <a:off x="4344952" y="3444762"/>
            <a:ext cx="475125" cy="475086"/>
          </a:xfrm>
          <a:custGeom>
            <a:rect b="b" l="l" r="r" t="t"/>
            <a:pathLst>
              <a:path extrusionOk="0" h="12224" w="12225">
                <a:moveTo>
                  <a:pt x="6522" y="1638"/>
                </a:moveTo>
                <a:lnTo>
                  <a:pt x="9074" y="2678"/>
                </a:lnTo>
                <a:lnTo>
                  <a:pt x="8507" y="3245"/>
                </a:lnTo>
                <a:lnTo>
                  <a:pt x="6522" y="2426"/>
                </a:lnTo>
                <a:lnTo>
                  <a:pt x="6522" y="1638"/>
                </a:lnTo>
                <a:close/>
                <a:moveTo>
                  <a:pt x="5766" y="1670"/>
                </a:moveTo>
                <a:lnTo>
                  <a:pt x="5766" y="2457"/>
                </a:lnTo>
                <a:lnTo>
                  <a:pt x="3750" y="3277"/>
                </a:lnTo>
                <a:lnTo>
                  <a:pt x="3214" y="2741"/>
                </a:lnTo>
                <a:lnTo>
                  <a:pt x="5766" y="1670"/>
                </a:lnTo>
                <a:close/>
                <a:moveTo>
                  <a:pt x="5766" y="3214"/>
                </a:moveTo>
                <a:lnTo>
                  <a:pt x="5766" y="4001"/>
                </a:lnTo>
                <a:lnTo>
                  <a:pt x="4821" y="4348"/>
                </a:lnTo>
                <a:lnTo>
                  <a:pt x="4254" y="3781"/>
                </a:lnTo>
                <a:lnTo>
                  <a:pt x="5766" y="3214"/>
                </a:lnTo>
                <a:close/>
                <a:moveTo>
                  <a:pt x="6459" y="3214"/>
                </a:moveTo>
                <a:lnTo>
                  <a:pt x="7972" y="3781"/>
                </a:lnTo>
                <a:lnTo>
                  <a:pt x="7404" y="4348"/>
                </a:lnTo>
                <a:lnTo>
                  <a:pt x="6459" y="4001"/>
                </a:lnTo>
                <a:lnTo>
                  <a:pt x="6459" y="3214"/>
                </a:lnTo>
                <a:close/>
                <a:moveTo>
                  <a:pt x="5766" y="4726"/>
                </a:moveTo>
                <a:lnTo>
                  <a:pt x="5766" y="5293"/>
                </a:lnTo>
                <a:lnTo>
                  <a:pt x="5357" y="4883"/>
                </a:lnTo>
                <a:lnTo>
                  <a:pt x="5766" y="4726"/>
                </a:lnTo>
                <a:close/>
                <a:moveTo>
                  <a:pt x="6459" y="4726"/>
                </a:moveTo>
                <a:lnTo>
                  <a:pt x="6869" y="4883"/>
                </a:lnTo>
                <a:lnTo>
                  <a:pt x="6459" y="5293"/>
                </a:lnTo>
                <a:lnTo>
                  <a:pt x="6459" y="4726"/>
                </a:lnTo>
                <a:close/>
                <a:moveTo>
                  <a:pt x="2679" y="3214"/>
                </a:moveTo>
                <a:lnTo>
                  <a:pt x="3246" y="3749"/>
                </a:lnTo>
                <a:lnTo>
                  <a:pt x="2427" y="5765"/>
                </a:lnTo>
                <a:lnTo>
                  <a:pt x="1639" y="5765"/>
                </a:lnTo>
                <a:lnTo>
                  <a:pt x="2679" y="3214"/>
                </a:lnTo>
                <a:close/>
                <a:moveTo>
                  <a:pt x="4853" y="5356"/>
                </a:moveTo>
                <a:lnTo>
                  <a:pt x="5262" y="5765"/>
                </a:lnTo>
                <a:lnTo>
                  <a:pt x="4695" y="5765"/>
                </a:lnTo>
                <a:lnTo>
                  <a:pt x="4853" y="5356"/>
                </a:lnTo>
                <a:close/>
                <a:moveTo>
                  <a:pt x="7373" y="5356"/>
                </a:moveTo>
                <a:lnTo>
                  <a:pt x="7531" y="5765"/>
                </a:lnTo>
                <a:lnTo>
                  <a:pt x="6995" y="5765"/>
                </a:lnTo>
                <a:lnTo>
                  <a:pt x="7373" y="5356"/>
                </a:lnTo>
                <a:close/>
                <a:moveTo>
                  <a:pt x="8476" y="4253"/>
                </a:moveTo>
                <a:lnTo>
                  <a:pt x="9074" y="5765"/>
                </a:lnTo>
                <a:lnTo>
                  <a:pt x="8287" y="5765"/>
                </a:lnTo>
                <a:lnTo>
                  <a:pt x="7940" y="4820"/>
                </a:lnTo>
                <a:lnTo>
                  <a:pt x="8476" y="4253"/>
                </a:lnTo>
                <a:close/>
                <a:moveTo>
                  <a:pt x="9547" y="3214"/>
                </a:moveTo>
                <a:lnTo>
                  <a:pt x="10618" y="5765"/>
                </a:lnTo>
                <a:lnTo>
                  <a:pt x="9830" y="5765"/>
                </a:lnTo>
                <a:lnTo>
                  <a:pt x="8980" y="3749"/>
                </a:lnTo>
                <a:lnTo>
                  <a:pt x="9547" y="3214"/>
                </a:lnTo>
                <a:close/>
                <a:moveTo>
                  <a:pt x="3781" y="4316"/>
                </a:moveTo>
                <a:lnTo>
                  <a:pt x="4348" y="4852"/>
                </a:lnTo>
                <a:lnTo>
                  <a:pt x="4002" y="5797"/>
                </a:lnTo>
                <a:lnTo>
                  <a:pt x="3214" y="5797"/>
                </a:lnTo>
                <a:lnTo>
                  <a:pt x="3781" y="4316"/>
                </a:lnTo>
                <a:close/>
                <a:moveTo>
                  <a:pt x="5262" y="6522"/>
                </a:moveTo>
                <a:lnTo>
                  <a:pt x="4853" y="6900"/>
                </a:lnTo>
                <a:lnTo>
                  <a:pt x="4695" y="6522"/>
                </a:lnTo>
                <a:close/>
                <a:moveTo>
                  <a:pt x="7531" y="6522"/>
                </a:moveTo>
                <a:lnTo>
                  <a:pt x="7373" y="6900"/>
                </a:lnTo>
                <a:lnTo>
                  <a:pt x="6995" y="6522"/>
                </a:lnTo>
                <a:close/>
                <a:moveTo>
                  <a:pt x="5766" y="6994"/>
                </a:moveTo>
                <a:lnTo>
                  <a:pt x="5766" y="7530"/>
                </a:lnTo>
                <a:lnTo>
                  <a:pt x="5357" y="7372"/>
                </a:lnTo>
                <a:lnTo>
                  <a:pt x="5766" y="6994"/>
                </a:lnTo>
                <a:close/>
                <a:moveTo>
                  <a:pt x="6459" y="6994"/>
                </a:moveTo>
                <a:lnTo>
                  <a:pt x="6869" y="7372"/>
                </a:lnTo>
                <a:lnTo>
                  <a:pt x="6459" y="7530"/>
                </a:lnTo>
                <a:lnTo>
                  <a:pt x="6459" y="6994"/>
                </a:lnTo>
                <a:close/>
                <a:moveTo>
                  <a:pt x="9074" y="6459"/>
                </a:moveTo>
                <a:lnTo>
                  <a:pt x="8476" y="7971"/>
                </a:lnTo>
                <a:lnTo>
                  <a:pt x="7940" y="7404"/>
                </a:lnTo>
                <a:lnTo>
                  <a:pt x="8287" y="6459"/>
                </a:lnTo>
                <a:close/>
                <a:moveTo>
                  <a:pt x="3939" y="6522"/>
                </a:moveTo>
                <a:lnTo>
                  <a:pt x="4317" y="7467"/>
                </a:lnTo>
                <a:lnTo>
                  <a:pt x="3750" y="8002"/>
                </a:lnTo>
                <a:lnTo>
                  <a:pt x="3151" y="6522"/>
                </a:lnTo>
                <a:close/>
                <a:moveTo>
                  <a:pt x="2458" y="6522"/>
                </a:moveTo>
                <a:lnTo>
                  <a:pt x="3277" y="8506"/>
                </a:lnTo>
                <a:lnTo>
                  <a:pt x="2742" y="9073"/>
                </a:lnTo>
                <a:lnTo>
                  <a:pt x="1671" y="6522"/>
                </a:lnTo>
                <a:close/>
                <a:moveTo>
                  <a:pt x="4853" y="7939"/>
                </a:moveTo>
                <a:lnTo>
                  <a:pt x="5798" y="8286"/>
                </a:lnTo>
                <a:lnTo>
                  <a:pt x="5798" y="9073"/>
                </a:lnTo>
                <a:lnTo>
                  <a:pt x="4317" y="8475"/>
                </a:lnTo>
                <a:lnTo>
                  <a:pt x="4853" y="7939"/>
                </a:lnTo>
                <a:close/>
                <a:moveTo>
                  <a:pt x="7404" y="7939"/>
                </a:moveTo>
                <a:lnTo>
                  <a:pt x="7972" y="8475"/>
                </a:lnTo>
                <a:lnTo>
                  <a:pt x="6491" y="9073"/>
                </a:lnTo>
                <a:lnTo>
                  <a:pt x="6491" y="8286"/>
                </a:lnTo>
                <a:lnTo>
                  <a:pt x="6459" y="8286"/>
                </a:lnTo>
                <a:lnTo>
                  <a:pt x="7404" y="7939"/>
                </a:lnTo>
                <a:close/>
                <a:moveTo>
                  <a:pt x="10649" y="6522"/>
                </a:moveTo>
                <a:lnTo>
                  <a:pt x="9578" y="9073"/>
                </a:lnTo>
                <a:lnTo>
                  <a:pt x="9043" y="8506"/>
                </a:lnTo>
                <a:lnTo>
                  <a:pt x="9862" y="6522"/>
                </a:lnTo>
                <a:close/>
                <a:moveTo>
                  <a:pt x="8476" y="8979"/>
                </a:moveTo>
                <a:lnTo>
                  <a:pt x="9043" y="9546"/>
                </a:lnTo>
                <a:lnTo>
                  <a:pt x="6459" y="10617"/>
                </a:lnTo>
                <a:lnTo>
                  <a:pt x="6459" y="9830"/>
                </a:lnTo>
                <a:lnTo>
                  <a:pt x="8476" y="8979"/>
                </a:lnTo>
                <a:close/>
                <a:moveTo>
                  <a:pt x="3750" y="9042"/>
                </a:moveTo>
                <a:lnTo>
                  <a:pt x="5766" y="9861"/>
                </a:lnTo>
                <a:lnTo>
                  <a:pt x="5766" y="10649"/>
                </a:lnTo>
                <a:lnTo>
                  <a:pt x="3214" y="9578"/>
                </a:lnTo>
                <a:lnTo>
                  <a:pt x="3750" y="9042"/>
                </a:lnTo>
                <a:close/>
                <a:moveTo>
                  <a:pt x="6113" y="0"/>
                </a:moveTo>
                <a:cubicBezTo>
                  <a:pt x="5924" y="0"/>
                  <a:pt x="5766" y="158"/>
                  <a:pt x="5766" y="347"/>
                </a:cubicBezTo>
                <a:lnTo>
                  <a:pt x="5766" y="882"/>
                </a:lnTo>
                <a:lnTo>
                  <a:pt x="2647" y="2142"/>
                </a:lnTo>
                <a:lnTo>
                  <a:pt x="2332" y="1827"/>
                </a:lnTo>
                <a:cubicBezTo>
                  <a:pt x="2253" y="1749"/>
                  <a:pt x="2167" y="1709"/>
                  <a:pt x="2080" y="1709"/>
                </a:cubicBezTo>
                <a:cubicBezTo>
                  <a:pt x="1994" y="1709"/>
                  <a:pt x="1907" y="1749"/>
                  <a:pt x="1828" y="1827"/>
                </a:cubicBezTo>
                <a:cubicBezTo>
                  <a:pt x="1671" y="1985"/>
                  <a:pt x="1671" y="2174"/>
                  <a:pt x="1828" y="2331"/>
                </a:cubicBezTo>
                <a:lnTo>
                  <a:pt x="2143" y="2647"/>
                </a:lnTo>
                <a:lnTo>
                  <a:pt x="883" y="5765"/>
                </a:lnTo>
                <a:lnTo>
                  <a:pt x="379" y="5765"/>
                </a:lnTo>
                <a:cubicBezTo>
                  <a:pt x="158" y="5765"/>
                  <a:pt x="1" y="5923"/>
                  <a:pt x="1" y="6112"/>
                </a:cubicBezTo>
                <a:cubicBezTo>
                  <a:pt x="1" y="6301"/>
                  <a:pt x="158" y="6459"/>
                  <a:pt x="379" y="6459"/>
                </a:cubicBezTo>
                <a:lnTo>
                  <a:pt x="883" y="6459"/>
                </a:lnTo>
                <a:lnTo>
                  <a:pt x="2143" y="9578"/>
                </a:lnTo>
                <a:lnTo>
                  <a:pt x="1828" y="9893"/>
                </a:lnTo>
                <a:cubicBezTo>
                  <a:pt x="1671" y="10050"/>
                  <a:pt x="1671" y="10239"/>
                  <a:pt x="1828" y="10397"/>
                </a:cubicBezTo>
                <a:cubicBezTo>
                  <a:pt x="1907" y="10475"/>
                  <a:pt x="1994" y="10515"/>
                  <a:pt x="2080" y="10515"/>
                </a:cubicBezTo>
                <a:cubicBezTo>
                  <a:pt x="2167" y="10515"/>
                  <a:pt x="2253" y="10475"/>
                  <a:pt x="2332" y="10397"/>
                </a:cubicBezTo>
                <a:lnTo>
                  <a:pt x="2647" y="10082"/>
                </a:lnTo>
                <a:lnTo>
                  <a:pt x="5766" y="11342"/>
                </a:lnTo>
                <a:lnTo>
                  <a:pt x="5766" y="11877"/>
                </a:lnTo>
                <a:cubicBezTo>
                  <a:pt x="5766" y="12066"/>
                  <a:pt x="5924" y="12224"/>
                  <a:pt x="6113" y="12224"/>
                </a:cubicBezTo>
                <a:cubicBezTo>
                  <a:pt x="6302" y="12224"/>
                  <a:pt x="6459" y="12066"/>
                  <a:pt x="6459" y="11877"/>
                </a:cubicBezTo>
                <a:lnTo>
                  <a:pt x="6459" y="11405"/>
                </a:lnTo>
                <a:lnTo>
                  <a:pt x="9578" y="10145"/>
                </a:lnTo>
                <a:lnTo>
                  <a:pt x="9893" y="10460"/>
                </a:lnTo>
                <a:cubicBezTo>
                  <a:pt x="9972" y="10538"/>
                  <a:pt x="10067" y="10578"/>
                  <a:pt x="10157" y="10578"/>
                </a:cubicBezTo>
                <a:cubicBezTo>
                  <a:pt x="10248" y="10578"/>
                  <a:pt x="10334" y="10538"/>
                  <a:pt x="10397" y="10460"/>
                </a:cubicBezTo>
                <a:cubicBezTo>
                  <a:pt x="10555" y="10302"/>
                  <a:pt x="10555" y="10082"/>
                  <a:pt x="10397" y="9924"/>
                </a:cubicBezTo>
                <a:lnTo>
                  <a:pt x="10082" y="9609"/>
                </a:lnTo>
                <a:lnTo>
                  <a:pt x="11343" y="6522"/>
                </a:lnTo>
                <a:lnTo>
                  <a:pt x="11878" y="6522"/>
                </a:lnTo>
                <a:cubicBezTo>
                  <a:pt x="12067" y="6522"/>
                  <a:pt x="12225" y="6364"/>
                  <a:pt x="12225" y="6144"/>
                </a:cubicBezTo>
                <a:cubicBezTo>
                  <a:pt x="12225" y="5955"/>
                  <a:pt x="12067" y="5765"/>
                  <a:pt x="11878" y="5765"/>
                </a:cubicBezTo>
                <a:lnTo>
                  <a:pt x="11343" y="5765"/>
                </a:lnTo>
                <a:lnTo>
                  <a:pt x="10082" y="2647"/>
                </a:lnTo>
                <a:lnTo>
                  <a:pt x="10397" y="2331"/>
                </a:lnTo>
                <a:cubicBezTo>
                  <a:pt x="10555" y="2174"/>
                  <a:pt x="10555" y="1985"/>
                  <a:pt x="10397" y="1827"/>
                </a:cubicBezTo>
                <a:cubicBezTo>
                  <a:pt x="10319" y="1749"/>
                  <a:pt x="10232" y="1709"/>
                  <a:pt x="10145" y="1709"/>
                </a:cubicBezTo>
                <a:cubicBezTo>
                  <a:pt x="10059" y="1709"/>
                  <a:pt x="9972" y="1749"/>
                  <a:pt x="9893" y="1827"/>
                </a:cubicBezTo>
                <a:lnTo>
                  <a:pt x="9578" y="2142"/>
                </a:lnTo>
                <a:lnTo>
                  <a:pt x="6459" y="882"/>
                </a:lnTo>
                <a:lnTo>
                  <a:pt x="6459" y="347"/>
                </a:lnTo>
                <a:cubicBezTo>
                  <a:pt x="6459" y="158"/>
                  <a:pt x="6302" y="0"/>
                  <a:pt x="611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0" name="Google Shape;12040;p139"/>
          <p:cNvSpPr/>
          <p:nvPr/>
        </p:nvSpPr>
        <p:spPr>
          <a:xfrm>
            <a:off x="6718741" y="3444898"/>
            <a:ext cx="391876" cy="474814"/>
          </a:xfrm>
          <a:custGeom>
            <a:rect b="b" l="l" r="r" t="t"/>
            <a:pathLst>
              <a:path extrusionOk="0" h="12217" w="10083">
                <a:moveTo>
                  <a:pt x="5356" y="1001"/>
                </a:moveTo>
                <a:cubicBezTo>
                  <a:pt x="5577" y="1316"/>
                  <a:pt x="5734" y="1694"/>
                  <a:pt x="5734" y="2104"/>
                </a:cubicBezTo>
                <a:cubicBezTo>
                  <a:pt x="5734" y="2135"/>
                  <a:pt x="5734" y="2198"/>
                  <a:pt x="5766" y="2261"/>
                </a:cubicBezTo>
                <a:cubicBezTo>
                  <a:pt x="5624" y="2230"/>
                  <a:pt x="5498" y="2214"/>
                  <a:pt x="5372" y="2214"/>
                </a:cubicBezTo>
                <a:cubicBezTo>
                  <a:pt x="5246" y="2214"/>
                  <a:pt x="5120" y="2230"/>
                  <a:pt x="4978" y="2261"/>
                </a:cubicBezTo>
                <a:cubicBezTo>
                  <a:pt x="5010" y="2198"/>
                  <a:pt x="5010" y="2135"/>
                  <a:pt x="5010" y="2104"/>
                </a:cubicBezTo>
                <a:cubicBezTo>
                  <a:pt x="5041" y="1663"/>
                  <a:pt x="5167" y="1316"/>
                  <a:pt x="5356" y="1001"/>
                </a:cubicBezTo>
                <a:close/>
                <a:moveTo>
                  <a:pt x="3529" y="1474"/>
                </a:moveTo>
                <a:cubicBezTo>
                  <a:pt x="3876" y="1631"/>
                  <a:pt x="4159" y="1883"/>
                  <a:pt x="4380" y="2261"/>
                </a:cubicBezTo>
                <a:lnTo>
                  <a:pt x="4506" y="2356"/>
                </a:lnTo>
                <a:cubicBezTo>
                  <a:pt x="4254" y="2450"/>
                  <a:pt x="4033" y="2608"/>
                  <a:pt x="3844" y="2765"/>
                </a:cubicBezTo>
                <a:cubicBezTo>
                  <a:pt x="3844" y="2734"/>
                  <a:pt x="3844" y="2639"/>
                  <a:pt x="3781" y="2608"/>
                </a:cubicBezTo>
                <a:cubicBezTo>
                  <a:pt x="3592" y="2261"/>
                  <a:pt x="3529" y="1852"/>
                  <a:pt x="3529" y="1474"/>
                </a:cubicBezTo>
                <a:close/>
                <a:moveTo>
                  <a:pt x="7247" y="1474"/>
                </a:moveTo>
                <a:lnTo>
                  <a:pt x="7247" y="1474"/>
                </a:lnTo>
                <a:cubicBezTo>
                  <a:pt x="7310" y="1852"/>
                  <a:pt x="7215" y="2261"/>
                  <a:pt x="7026" y="2608"/>
                </a:cubicBezTo>
                <a:cubicBezTo>
                  <a:pt x="6995" y="2639"/>
                  <a:pt x="6995" y="2734"/>
                  <a:pt x="6995" y="2765"/>
                </a:cubicBezTo>
                <a:cubicBezTo>
                  <a:pt x="6806" y="2608"/>
                  <a:pt x="6554" y="2450"/>
                  <a:pt x="6301" y="2356"/>
                </a:cubicBezTo>
                <a:cubicBezTo>
                  <a:pt x="6301" y="2324"/>
                  <a:pt x="6364" y="2293"/>
                  <a:pt x="6396" y="2261"/>
                </a:cubicBezTo>
                <a:cubicBezTo>
                  <a:pt x="6585" y="1883"/>
                  <a:pt x="6900" y="1663"/>
                  <a:pt x="7247" y="1474"/>
                </a:cubicBezTo>
                <a:close/>
                <a:moveTo>
                  <a:pt x="2143" y="2797"/>
                </a:moveTo>
                <a:cubicBezTo>
                  <a:pt x="2521" y="2797"/>
                  <a:pt x="2930" y="2891"/>
                  <a:pt x="3277" y="3080"/>
                </a:cubicBezTo>
                <a:cubicBezTo>
                  <a:pt x="3309" y="3112"/>
                  <a:pt x="3403" y="3112"/>
                  <a:pt x="3435" y="3112"/>
                </a:cubicBezTo>
                <a:cubicBezTo>
                  <a:pt x="3277" y="3301"/>
                  <a:pt x="3119" y="3553"/>
                  <a:pt x="3056" y="3773"/>
                </a:cubicBezTo>
                <a:lnTo>
                  <a:pt x="2930" y="3647"/>
                </a:lnTo>
                <a:cubicBezTo>
                  <a:pt x="2584" y="3458"/>
                  <a:pt x="2332" y="3143"/>
                  <a:pt x="2143" y="2797"/>
                </a:cubicBezTo>
                <a:close/>
                <a:moveTo>
                  <a:pt x="8487" y="2822"/>
                </a:moveTo>
                <a:cubicBezTo>
                  <a:pt x="8536" y="2822"/>
                  <a:pt x="8585" y="2824"/>
                  <a:pt x="8633" y="2828"/>
                </a:cubicBezTo>
                <a:cubicBezTo>
                  <a:pt x="8475" y="3206"/>
                  <a:pt x="8192" y="3458"/>
                  <a:pt x="7845" y="3710"/>
                </a:cubicBezTo>
                <a:lnTo>
                  <a:pt x="7719" y="3836"/>
                </a:lnTo>
                <a:cubicBezTo>
                  <a:pt x="7656" y="3584"/>
                  <a:pt x="7499" y="3364"/>
                  <a:pt x="7341" y="3143"/>
                </a:cubicBezTo>
                <a:cubicBezTo>
                  <a:pt x="7373" y="3112"/>
                  <a:pt x="7404" y="3112"/>
                  <a:pt x="7499" y="3080"/>
                </a:cubicBezTo>
                <a:cubicBezTo>
                  <a:pt x="7801" y="2915"/>
                  <a:pt x="8152" y="2822"/>
                  <a:pt x="8487" y="2822"/>
                </a:cubicBezTo>
                <a:close/>
                <a:moveTo>
                  <a:pt x="2930" y="4309"/>
                </a:moveTo>
                <a:lnTo>
                  <a:pt x="2930" y="4309"/>
                </a:lnTo>
                <a:cubicBezTo>
                  <a:pt x="2899" y="4561"/>
                  <a:pt x="2899" y="4813"/>
                  <a:pt x="2930" y="5097"/>
                </a:cubicBezTo>
                <a:cubicBezTo>
                  <a:pt x="2899" y="5034"/>
                  <a:pt x="2804" y="5034"/>
                  <a:pt x="2773" y="5034"/>
                </a:cubicBezTo>
                <a:cubicBezTo>
                  <a:pt x="2363" y="5034"/>
                  <a:pt x="1985" y="4939"/>
                  <a:pt x="1670" y="4687"/>
                </a:cubicBezTo>
                <a:cubicBezTo>
                  <a:pt x="1985" y="4498"/>
                  <a:pt x="2363" y="4341"/>
                  <a:pt x="2773" y="4341"/>
                </a:cubicBezTo>
                <a:cubicBezTo>
                  <a:pt x="2804" y="4341"/>
                  <a:pt x="2899" y="4341"/>
                  <a:pt x="2930" y="4309"/>
                </a:cubicBezTo>
                <a:close/>
                <a:moveTo>
                  <a:pt x="7845" y="4309"/>
                </a:moveTo>
                <a:cubicBezTo>
                  <a:pt x="7877" y="4341"/>
                  <a:pt x="7971" y="4341"/>
                  <a:pt x="8003" y="4341"/>
                </a:cubicBezTo>
                <a:cubicBezTo>
                  <a:pt x="8412" y="4372"/>
                  <a:pt x="8790" y="4498"/>
                  <a:pt x="9105" y="4687"/>
                </a:cubicBezTo>
                <a:cubicBezTo>
                  <a:pt x="8790" y="4876"/>
                  <a:pt x="8412" y="5034"/>
                  <a:pt x="8003" y="5034"/>
                </a:cubicBezTo>
                <a:cubicBezTo>
                  <a:pt x="7971" y="5034"/>
                  <a:pt x="7877" y="5034"/>
                  <a:pt x="7845" y="5097"/>
                </a:cubicBezTo>
                <a:cubicBezTo>
                  <a:pt x="7877" y="4813"/>
                  <a:pt x="7877" y="4561"/>
                  <a:pt x="7845" y="4309"/>
                </a:cubicBezTo>
                <a:close/>
                <a:moveTo>
                  <a:pt x="5356" y="2923"/>
                </a:moveTo>
                <a:cubicBezTo>
                  <a:pt x="6364" y="2923"/>
                  <a:pt x="7152" y="3710"/>
                  <a:pt x="7152" y="4687"/>
                </a:cubicBezTo>
                <a:cubicBezTo>
                  <a:pt x="7152" y="5664"/>
                  <a:pt x="6364" y="6451"/>
                  <a:pt x="5356" y="6451"/>
                </a:cubicBezTo>
                <a:cubicBezTo>
                  <a:pt x="4380" y="6451"/>
                  <a:pt x="3592" y="5664"/>
                  <a:pt x="3592" y="4687"/>
                </a:cubicBezTo>
                <a:cubicBezTo>
                  <a:pt x="3592" y="3710"/>
                  <a:pt x="4380" y="2923"/>
                  <a:pt x="5356" y="2923"/>
                </a:cubicBezTo>
                <a:close/>
                <a:moveTo>
                  <a:pt x="3056" y="5601"/>
                </a:moveTo>
                <a:cubicBezTo>
                  <a:pt x="3119" y="5821"/>
                  <a:pt x="3277" y="6073"/>
                  <a:pt x="3435" y="6262"/>
                </a:cubicBezTo>
                <a:cubicBezTo>
                  <a:pt x="3403" y="6262"/>
                  <a:pt x="3309" y="6262"/>
                  <a:pt x="3277" y="6294"/>
                </a:cubicBezTo>
                <a:cubicBezTo>
                  <a:pt x="2985" y="6479"/>
                  <a:pt x="2649" y="6554"/>
                  <a:pt x="2324" y="6554"/>
                </a:cubicBezTo>
                <a:cubicBezTo>
                  <a:pt x="2263" y="6554"/>
                  <a:pt x="2203" y="6551"/>
                  <a:pt x="2143" y="6546"/>
                </a:cubicBezTo>
                <a:cubicBezTo>
                  <a:pt x="2300" y="6199"/>
                  <a:pt x="2584" y="5916"/>
                  <a:pt x="2930" y="5664"/>
                </a:cubicBezTo>
                <a:cubicBezTo>
                  <a:pt x="2962" y="5664"/>
                  <a:pt x="2993" y="5632"/>
                  <a:pt x="3056" y="5601"/>
                </a:cubicBezTo>
                <a:close/>
                <a:moveTo>
                  <a:pt x="7719" y="5601"/>
                </a:moveTo>
                <a:lnTo>
                  <a:pt x="7845" y="5727"/>
                </a:lnTo>
                <a:cubicBezTo>
                  <a:pt x="8192" y="5916"/>
                  <a:pt x="8444" y="6231"/>
                  <a:pt x="8633" y="6577"/>
                </a:cubicBezTo>
                <a:cubicBezTo>
                  <a:pt x="8571" y="6583"/>
                  <a:pt x="8509" y="6585"/>
                  <a:pt x="8447" y="6585"/>
                </a:cubicBezTo>
                <a:cubicBezTo>
                  <a:pt x="8124" y="6585"/>
                  <a:pt x="7789" y="6515"/>
                  <a:pt x="7499" y="6357"/>
                </a:cubicBezTo>
                <a:cubicBezTo>
                  <a:pt x="7467" y="6294"/>
                  <a:pt x="7373" y="6294"/>
                  <a:pt x="7341" y="6294"/>
                </a:cubicBezTo>
                <a:cubicBezTo>
                  <a:pt x="7499" y="6073"/>
                  <a:pt x="7625" y="5821"/>
                  <a:pt x="7719" y="5601"/>
                </a:cubicBezTo>
                <a:close/>
                <a:moveTo>
                  <a:pt x="3781" y="6609"/>
                </a:moveTo>
                <a:cubicBezTo>
                  <a:pt x="4002" y="6766"/>
                  <a:pt x="4222" y="6924"/>
                  <a:pt x="4474" y="7018"/>
                </a:cubicBezTo>
                <a:lnTo>
                  <a:pt x="4348" y="7144"/>
                </a:lnTo>
                <a:cubicBezTo>
                  <a:pt x="4159" y="7491"/>
                  <a:pt x="3844" y="7712"/>
                  <a:pt x="3466" y="7932"/>
                </a:cubicBezTo>
                <a:cubicBezTo>
                  <a:pt x="3529" y="7523"/>
                  <a:pt x="3592" y="7144"/>
                  <a:pt x="3750" y="6766"/>
                </a:cubicBezTo>
                <a:cubicBezTo>
                  <a:pt x="3781" y="6735"/>
                  <a:pt x="3781" y="6672"/>
                  <a:pt x="3781" y="6609"/>
                </a:cubicBezTo>
                <a:close/>
                <a:moveTo>
                  <a:pt x="6932" y="6609"/>
                </a:moveTo>
                <a:cubicBezTo>
                  <a:pt x="6932" y="6672"/>
                  <a:pt x="6932" y="6735"/>
                  <a:pt x="6995" y="6766"/>
                </a:cubicBezTo>
                <a:cubicBezTo>
                  <a:pt x="7184" y="7144"/>
                  <a:pt x="7247" y="7523"/>
                  <a:pt x="7215" y="7932"/>
                </a:cubicBezTo>
                <a:cubicBezTo>
                  <a:pt x="6869" y="7775"/>
                  <a:pt x="6585" y="7491"/>
                  <a:pt x="6364" y="7144"/>
                </a:cubicBezTo>
                <a:lnTo>
                  <a:pt x="6238" y="7018"/>
                </a:lnTo>
                <a:cubicBezTo>
                  <a:pt x="6522" y="6924"/>
                  <a:pt x="6743" y="6829"/>
                  <a:pt x="6932" y="6609"/>
                </a:cubicBezTo>
                <a:close/>
                <a:moveTo>
                  <a:pt x="5766" y="7176"/>
                </a:moveTo>
                <a:cubicBezTo>
                  <a:pt x="5766" y="7207"/>
                  <a:pt x="5734" y="7239"/>
                  <a:pt x="5734" y="7334"/>
                </a:cubicBezTo>
                <a:cubicBezTo>
                  <a:pt x="5734" y="7712"/>
                  <a:pt x="5608" y="8121"/>
                  <a:pt x="5356" y="8436"/>
                </a:cubicBezTo>
                <a:cubicBezTo>
                  <a:pt x="5167" y="8121"/>
                  <a:pt x="5010" y="7712"/>
                  <a:pt x="5010" y="7334"/>
                </a:cubicBezTo>
                <a:cubicBezTo>
                  <a:pt x="5010" y="7302"/>
                  <a:pt x="5010" y="7207"/>
                  <a:pt x="4978" y="7176"/>
                </a:cubicBezTo>
                <a:lnTo>
                  <a:pt x="4978" y="7176"/>
                </a:lnTo>
                <a:cubicBezTo>
                  <a:pt x="5120" y="7192"/>
                  <a:pt x="5246" y="7200"/>
                  <a:pt x="5372" y="7200"/>
                </a:cubicBezTo>
                <a:cubicBezTo>
                  <a:pt x="5498" y="7200"/>
                  <a:pt x="5624" y="7192"/>
                  <a:pt x="5766" y="7176"/>
                </a:cubicBezTo>
                <a:close/>
                <a:moveTo>
                  <a:pt x="7971" y="7460"/>
                </a:moveTo>
                <a:cubicBezTo>
                  <a:pt x="8790" y="7869"/>
                  <a:pt x="9357" y="8751"/>
                  <a:pt x="9357" y="9728"/>
                </a:cubicBezTo>
                <a:lnTo>
                  <a:pt x="9357" y="10295"/>
                </a:lnTo>
                <a:lnTo>
                  <a:pt x="8538" y="9444"/>
                </a:lnTo>
                <a:cubicBezTo>
                  <a:pt x="8460" y="9366"/>
                  <a:pt x="8365" y="9326"/>
                  <a:pt x="8271" y="9326"/>
                </a:cubicBezTo>
                <a:cubicBezTo>
                  <a:pt x="8176" y="9326"/>
                  <a:pt x="8082" y="9366"/>
                  <a:pt x="8003" y="9444"/>
                </a:cubicBezTo>
                <a:cubicBezTo>
                  <a:pt x="7845" y="9602"/>
                  <a:pt x="7845" y="9822"/>
                  <a:pt x="8003" y="9980"/>
                </a:cubicBezTo>
                <a:lnTo>
                  <a:pt x="8853" y="10799"/>
                </a:lnTo>
                <a:lnTo>
                  <a:pt x="8286" y="10799"/>
                </a:lnTo>
                <a:cubicBezTo>
                  <a:pt x="7152" y="10799"/>
                  <a:pt x="6144" y="10043"/>
                  <a:pt x="5829" y="8972"/>
                </a:cubicBezTo>
                <a:cubicBezTo>
                  <a:pt x="6049" y="8751"/>
                  <a:pt x="6207" y="8436"/>
                  <a:pt x="6301" y="8121"/>
                </a:cubicBezTo>
                <a:cubicBezTo>
                  <a:pt x="6617" y="8405"/>
                  <a:pt x="7026" y="8625"/>
                  <a:pt x="7467" y="8720"/>
                </a:cubicBezTo>
                <a:cubicBezTo>
                  <a:pt x="7487" y="8723"/>
                  <a:pt x="7507" y="8725"/>
                  <a:pt x="7526" y="8725"/>
                </a:cubicBezTo>
                <a:cubicBezTo>
                  <a:pt x="7694" y="8725"/>
                  <a:pt x="7849" y="8609"/>
                  <a:pt x="7877" y="8468"/>
                </a:cubicBezTo>
                <a:cubicBezTo>
                  <a:pt x="7971" y="8121"/>
                  <a:pt x="8003" y="7806"/>
                  <a:pt x="7971" y="7460"/>
                </a:cubicBezTo>
                <a:close/>
                <a:moveTo>
                  <a:pt x="2836" y="7365"/>
                </a:moveTo>
                <a:cubicBezTo>
                  <a:pt x="2804" y="7712"/>
                  <a:pt x="2804" y="8121"/>
                  <a:pt x="2930" y="8468"/>
                </a:cubicBezTo>
                <a:cubicBezTo>
                  <a:pt x="2956" y="8623"/>
                  <a:pt x="3089" y="8736"/>
                  <a:pt x="3258" y="8736"/>
                </a:cubicBezTo>
                <a:cubicBezTo>
                  <a:pt x="3294" y="8736"/>
                  <a:pt x="3332" y="8731"/>
                  <a:pt x="3372" y="8720"/>
                </a:cubicBezTo>
                <a:cubicBezTo>
                  <a:pt x="3781" y="8594"/>
                  <a:pt x="4159" y="8373"/>
                  <a:pt x="4506" y="8121"/>
                </a:cubicBezTo>
                <a:cubicBezTo>
                  <a:pt x="4632" y="8436"/>
                  <a:pt x="4789" y="8751"/>
                  <a:pt x="4978" y="8972"/>
                </a:cubicBezTo>
                <a:cubicBezTo>
                  <a:pt x="4569" y="10452"/>
                  <a:pt x="3277" y="11492"/>
                  <a:pt x="1828" y="11492"/>
                </a:cubicBezTo>
                <a:lnTo>
                  <a:pt x="1261" y="11492"/>
                </a:lnTo>
                <a:lnTo>
                  <a:pt x="2804" y="9980"/>
                </a:lnTo>
                <a:cubicBezTo>
                  <a:pt x="2962" y="9822"/>
                  <a:pt x="2962" y="9602"/>
                  <a:pt x="2804" y="9444"/>
                </a:cubicBezTo>
                <a:cubicBezTo>
                  <a:pt x="2726" y="9366"/>
                  <a:pt x="2639" y="9326"/>
                  <a:pt x="2552" y="9326"/>
                </a:cubicBezTo>
                <a:cubicBezTo>
                  <a:pt x="2466" y="9326"/>
                  <a:pt x="2379" y="9366"/>
                  <a:pt x="2300" y="9444"/>
                </a:cubicBezTo>
                <a:lnTo>
                  <a:pt x="757" y="10988"/>
                </a:lnTo>
                <a:lnTo>
                  <a:pt x="757" y="10452"/>
                </a:lnTo>
                <a:cubicBezTo>
                  <a:pt x="757" y="9066"/>
                  <a:pt x="1639" y="7838"/>
                  <a:pt x="2836" y="7365"/>
                </a:cubicBezTo>
                <a:close/>
                <a:moveTo>
                  <a:pt x="5388" y="1"/>
                </a:moveTo>
                <a:cubicBezTo>
                  <a:pt x="5301" y="1"/>
                  <a:pt x="5215" y="40"/>
                  <a:pt x="5136" y="119"/>
                </a:cubicBezTo>
                <a:cubicBezTo>
                  <a:pt x="4821" y="434"/>
                  <a:pt x="4569" y="781"/>
                  <a:pt x="4474" y="1222"/>
                </a:cubicBezTo>
                <a:cubicBezTo>
                  <a:pt x="4159" y="938"/>
                  <a:pt x="3750" y="718"/>
                  <a:pt x="3309" y="623"/>
                </a:cubicBezTo>
                <a:cubicBezTo>
                  <a:pt x="3289" y="620"/>
                  <a:pt x="3269" y="618"/>
                  <a:pt x="3250" y="618"/>
                </a:cubicBezTo>
                <a:cubicBezTo>
                  <a:pt x="3082" y="618"/>
                  <a:pt x="2927" y="734"/>
                  <a:pt x="2899" y="875"/>
                </a:cubicBezTo>
                <a:cubicBezTo>
                  <a:pt x="2773" y="1316"/>
                  <a:pt x="2773" y="1726"/>
                  <a:pt x="2836" y="2135"/>
                </a:cubicBezTo>
                <a:cubicBezTo>
                  <a:pt x="2646" y="2091"/>
                  <a:pt x="2449" y="2068"/>
                  <a:pt x="2252" y="2068"/>
                </a:cubicBezTo>
                <a:cubicBezTo>
                  <a:pt x="2024" y="2068"/>
                  <a:pt x="1795" y="2099"/>
                  <a:pt x="1576" y="2167"/>
                </a:cubicBezTo>
                <a:cubicBezTo>
                  <a:pt x="1513" y="2198"/>
                  <a:pt x="1418" y="2261"/>
                  <a:pt x="1387" y="2324"/>
                </a:cubicBezTo>
                <a:cubicBezTo>
                  <a:pt x="1355" y="2419"/>
                  <a:pt x="1324" y="2513"/>
                  <a:pt x="1355" y="2608"/>
                </a:cubicBezTo>
                <a:cubicBezTo>
                  <a:pt x="1481" y="3049"/>
                  <a:pt x="1670" y="3395"/>
                  <a:pt x="1954" y="3742"/>
                </a:cubicBezTo>
                <a:cubicBezTo>
                  <a:pt x="1544" y="3868"/>
                  <a:pt x="1166" y="4089"/>
                  <a:pt x="851" y="4404"/>
                </a:cubicBezTo>
                <a:cubicBezTo>
                  <a:pt x="694" y="4561"/>
                  <a:pt x="694" y="4782"/>
                  <a:pt x="851" y="4939"/>
                </a:cubicBezTo>
                <a:cubicBezTo>
                  <a:pt x="1166" y="5254"/>
                  <a:pt x="1513" y="5475"/>
                  <a:pt x="1954" y="5601"/>
                </a:cubicBezTo>
                <a:cubicBezTo>
                  <a:pt x="1670" y="5916"/>
                  <a:pt x="1418" y="6294"/>
                  <a:pt x="1355" y="6735"/>
                </a:cubicBezTo>
                <a:cubicBezTo>
                  <a:pt x="1324" y="6924"/>
                  <a:pt x="1418" y="7144"/>
                  <a:pt x="1576" y="7176"/>
                </a:cubicBezTo>
                <a:cubicBezTo>
                  <a:pt x="1639" y="7176"/>
                  <a:pt x="1670" y="7176"/>
                  <a:pt x="1702" y="7207"/>
                </a:cubicBezTo>
                <a:cubicBezTo>
                  <a:pt x="1418" y="7397"/>
                  <a:pt x="1198" y="7649"/>
                  <a:pt x="946" y="7869"/>
                </a:cubicBezTo>
                <a:cubicBezTo>
                  <a:pt x="379" y="8594"/>
                  <a:pt x="0" y="9507"/>
                  <a:pt x="0" y="10452"/>
                </a:cubicBezTo>
                <a:lnTo>
                  <a:pt x="0" y="11870"/>
                </a:lnTo>
                <a:cubicBezTo>
                  <a:pt x="0" y="12028"/>
                  <a:pt x="127" y="12185"/>
                  <a:pt x="284" y="12217"/>
                </a:cubicBezTo>
                <a:lnTo>
                  <a:pt x="1733" y="12217"/>
                </a:lnTo>
                <a:cubicBezTo>
                  <a:pt x="2647" y="12217"/>
                  <a:pt x="3561" y="11870"/>
                  <a:pt x="4254" y="11272"/>
                </a:cubicBezTo>
                <a:cubicBezTo>
                  <a:pt x="4726" y="10862"/>
                  <a:pt x="5104" y="10358"/>
                  <a:pt x="5325" y="9822"/>
                </a:cubicBezTo>
                <a:cubicBezTo>
                  <a:pt x="5892" y="10831"/>
                  <a:pt x="6995" y="11492"/>
                  <a:pt x="8129" y="11492"/>
                </a:cubicBezTo>
                <a:lnTo>
                  <a:pt x="9546" y="11492"/>
                </a:lnTo>
                <a:cubicBezTo>
                  <a:pt x="9862" y="11492"/>
                  <a:pt x="10019" y="11335"/>
                  <a:pt x="10019" y="11146"/>
                </a:cubicBezTo>
                <a:lnTo>
                  <a:pt x="10019" y="9728"/>
                </a:lnTo>
                <a:cubicBezTo>
                  <a:pt x="10019" y="8751"/>
                  <a:pt x="9578" y="7838"/>
                  <a:pt x="8885" y="7239"/>
                </a:cubicBezTo>
                <a:cubicBezTo>
                  <a:pt x="8979" y="7239"/>
                  <a:pt x="9074" y="7207"/>
                  <a:pt x="9200" y="7176"/>
                </a:cubicBezTo>
                <a:cubicBezTo>
                  <a:pt x="9389" y="7144"/>
                  <a:pt x="9515" y="6924"/>
                  <a:pt x="9420" y="6735"/>
                </a:cubicBezTo>
                <a:cubicBezTo>
                  <a:pt x="9294" y="6294"/>
                  <a:pt x="9105" y="5947"/>
                  <a:pt x="8822" y="5601"/>
                </a:cubicBezTo>
                <a:cubicBezTo>
                  <a:pt x="9231" y="5475"/>
                  <a:pt x="9610" y="5254"/>
                  <a:pt x="9925" y="4939"/>
                </a:cubicBezTo>
                <a:cubicBezTo>
                  <a:pt x="10082" y="4782"/>
                  <a:pt x="10082" y="4561"/>
                  <a:pt x="9925" y="4404"/>
                </a:cubicBezTo>
                <a:cubicBezTo>
                  <a:pt x="9610" y="4089"/>
                  <a:pt x="9263" y="3868"/>
                  <a:pt x="8822" y="3742"/>
                </a:cubicBezTo>
                <a:cubicBezTo>
                  <a:pt x="9105" y="3427"/>
                  <a:pt x="9357" y="3049"/>
                  <a:pt x="9420" y="2608"/>
                </a:cubicBezTo>
                <a:cubicBezTo>
                  <a:pt x="9452" y="2419"/>
                  <a:pt x="9357" y="2198"/>
                  <a:pt x="9200" y="2167"/>
                </a:cubicBezTo>
                <a:cubicBezTo>
                  <a:pt x="8964" y="2099"/>
                  <a:pt x="8727" y="2068"/>
                  <a:pt x="8501" y="2068"/>
                </a:cubicBezTo>
                <a:cubicBezTo>
                  <a:pt x="8304" y="2068"/>
                  <a:pt x="8115" y="2091"/>
                  <a:pt x="7940" y="2135"/>
                </a:cubicBezTo>
                <a:cubicBezTo>
                  <a:pt x="8003" y="1694"/>
                  <a:pt x="8003" y="1253"/>
                  <a:pt x="7877" y="875"/>
                </a:cubicBezTo>
                <a:cubicBezTo>
                  <a:pt x="7851" y="719"/>
                  <a:pt x="7718" y="607"/>
                  <a:pt x="7567" y="607"/>
                </a:cubicBezTo>
                <a:cubicBezTo>
                  <a:pt x="7534" y="607"/>
                  <a:pt x="7501" y="612"/>
                  <a:pt x="7467" y="623"/>
                </a:cubicBezTo>
                <a:cubicBezTo>
                  <a:pt x="7026" y="749"/>
                  <a:pt x="6680" y="938"/>
                  <a:pt x="6301" y="1222"/>
                </a:cubicBezTo>
                <a:cubicBezTo>
                  <a:pt x="6207" y="844"/>
                  <a:pt x="5955" y="434"/>
                  <a:pt x="5640" y="119"/>
                </a:cubicBezTo>
                <a:cubicBezTo>
                  <a:pt x="5561" y="40"/>
                  <a:pt x="5474" y="1"/>
                  <a:pt x="538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1" name="Google Shape;12041;p139"/>
          <p:cNvSpPr/>
          <p:nvPr/>
        </p:nvSpPr>
        <p:spPr>
          <a:xfrm>
            <a:off x="5513765" y="3446880"/>
            <a:ext cx="475086" cy="470849"/>
          </a:xfrm>
          <a:custGeom>
            <a:rect b="b" l="l" r="r" t="t"/>
            <a:pathLst>
              <a:path extrusionOk="0" h="12115" w="12224">
                <a:moveTo>
                  <a:pt x="3245" y="741"/>
                </a:moveTo>
                <a:cubicBezTo>
                  <a:pt x="3497" y="993"/>
                  <a:pt x="3938" y="1465"/>
                  <a:pt x="3938" y="2033"/>
                </a:cubicBezTo>
                <a:cubicBezTo>
                  <a:pt x="3938" y="2568"/>
                  <a:pt x="3497" y="3104"/>
                  <a:pt x="3245" y="3324"/>
                </a:cubicBezTo>
                <a:cubicBezTo>
                  <a:pt x="2962" y="3041"/>
                  <a:pt x="2520" y="2568"/>
                  <a:pt x="2520" y="2033"/>
                </a:cubicBezTo>
                <a:cubicBezTo>
                  <a:pt x="2520" y="1528"/>
                  <a:pt x="2962" y="993"/>
                  <a:pt x="3245" y="741"/>
                </a:cubicBezTo>
                <a:close/>
                <a:moveTo>
                  <a:pt x="8979" y="741"/>
                </a:moveTo>
                <a:cubicBezTo>
                  <a:pt x="9263" y="993"/>
                  <a:pt x="9704" y="1465"/>
                  <a:pt x="9704" y="2033"/>
                </a:cubicBezTo>
                <a:cubicBezTo>
                  <a:pt x="9704" y="2568"/>
                  <a:pt x="9263" y="3104"/>
                  <a:pt x="8979" y="3324"/>
                </a:cubicBezTo>
                <a:cubicBezTo>
                  <a:pt x="8695" y="3041"/>
                  <a:pt x="8286" y="2568"/>
                  <a:pt x="8286" y="2033"/>
                </a:cubicBezTo>
                <a:cubicBezTo>
                  <a:pt x="8286" y="1528"/>
                  <a:pt x="8758" y="993"/>
                  <a:pt x="8979" y="741"/>
                </a:cubicBezTo>
                <a:close/>
                <a:moveTo>
                  <a:pt x="1827" y="3482"/>
                </a:moveTo>
                <a:cubicBezTo>
                  <a:pt x="2394" y="3482"/>
                  <a:pt x="2899" y="3954"/>
                  <a:pt x="2899" y="4553"/>
                </a:cubicBezTo>
                <a:lnTo>
                  <a:pt x="2899" y="4899"/>
                </a:lnTo>
                <a:lnTo>
                  <a:pt x="2520" y="4899"/>
                </a:lnTo>
                <a:cubicBezTo>
                  <a:pt x="1922" y="4899"/>
                  <a:pt x="1449" y="4427"/>
                  <a:pt x="1449" y="3828"/>
                </a:cubicBezTo>
                <a:lnTo>
                  <a:pt x="1449" y="3482"/>
                </a:lnTo>
                <a:close/>
                <a:moveTo>
                  <a:pt x="5041" y="3482"/>
                </a:moveTo>
                <a:lnTo>
                  <a:pt x="5041" y="3828"/>
                </a:lnTo>
                <a:cubicBezTo>
                  <a:pt x="5041" y="4427"/>
                  <a:pt x="4568" y="4899"/>
                  <a:pt x="3970" y="4899"/>
                </a:cubicBezTo>
                <a:lnTo>
                  <a:pt x="3623" y="4899"/>
                </a:lnTo>
                <a:lnTo>
                  <a:pt x="3623" y="4553"/>
                </a:lnTo>
                <a:cubicBezTo>
                  <a:pt x="3623" y="3954"/>
                  <a:pt x="4096" y="3482"/>
                  <a:pt x="4694" y="3482"/>
                </a:cubicBezTo>
                <a:close/>
                <a:moveTo>
                  <a:pt x="7561" y="3482"/>
                </a:moveTo>
                <a:cubicBezTo>
                  <a:pt x="8160" y="3482"/>
                  <a:pt x="8632" y="3954"/>
                  <a:pt x="8632" y="4553"/>
                </a:cubicBezTo>
                <a:lnTo>
                  <a:pt x="8632" y="4899"/>
                </a:lnTo>
                <a:lnTo>
                  <a:pt x="8286" y="4899"/>
                </a:lnTo>
                <a:cubicBezTo>
                  <a:pt x="7687" y="4899"/>
                  <a:pt x="7215" y="4427"/>
                  <a:pt x="7215" y="3828"/>
                </a:cubicBezTo>
                <a:lnTo>
                  <a:pt x="7215" y="3482"/>
                </a:lnTo>
                <a:close/>
                <a:moveTo>
                  <a:pt x="10806" y="3482"/>
                </a:moveTo>
                <a:lnTo>
                  <a:pt x="10806" y="3828"/>
                </a:lnTo>
                <a:cubicBezTo>
                  <a:pt x="10806" y="4427"/>
                  <a:pt x="10334" y="4899"/>
                  <a:pt x="9735" y="4899"/>
                </a:cubicBezTo>
                <a:lnTo>
                  <a:pt x="9389" y="4899"/>
                </a:lnTo>
                <a:lnTo>
                  <a:pt x="9389" y="4553"/>
                </a:lnTo>
                <a:cubicBezTo>
                  <a:pt x="9389" y="3954"/>
                  <a:pt x="9861" y="3482"/>
                  <a:pt x="10428" y="3482"/>
                </a:cubicBezTo>
                <a:close/>
                <a:moveTo>
                  <a:pt x="1827" y="5624"/>
                </a:moveTo>
                <a:cubicBezTo>
                  <a:pt x="2394" y="5624"/>
                  <a:pt x="2899" y="6065"/>
                  <a:pt x="2899" y="6664"/>
                </a:cubicBezTo>
                <a:lnTo>
                  <a:pt x="2899" y="7042"/>
                </a:lnTo>
                <a:lnTo>
                  <a:pt x="2520" y="7042"/>
                </a:lnTo>
                <a:cubicBezTo>
                  <a:pt x="1922" y="7042"/>
                  <a:pt x="1449" y="6569"/>
                  <a:pt x="1449" y="5971"/>
                </a:cubicBezTo>
                <a:lnTo>
                  <a:pt x="1449" y="5624"/>
                </a:lnTo>
                <a:close/>
                <a:moveTo>
                  <a:pt x="7561" y="5624"/>
                </a:moveTo>
                <a:cubicBezTo>
                  <a:pt x="8160" y="5624"/>
                  <a:pt x="8632" y="6065"/>
                  <a:pt x="8632" y="6664"/>
                </a:cubicBezTo>
                <a:lnTo>
                  <a:pt x="8632" y="7042"/>
                </a:lnTo>
                <a:lnTo>
                  <a:pt x="8286" y="7042"/>
                </a:lnTo>
                <a:cubicBezTo>
                  <a:pt x="7687" y="7042"/>
                  <a:pt x="7215" y="6569"/>
                  <a:pt x="7215" y="5971"/>
                </a:cubicBezTo>
                <a:lnTo>
                  <a:pt x="7215" y="5624"/>
                </a:lnTo>
                <a:close/>
                <a:moveTo>
                  <a:pt x="5009" y="5656"/>
                </a:moveTo>
                <a:lnTo>
                  <a:pt x="5009" y="6002"/>
                </a:lnTo>
                <a:cubicBezTo>
                  <a:pt x="5009" y="6601"/>
                  <a:pt x="4537" y="7073"/>
                  <a:pt x="3938" y="7073"/>
                </a:cubicBezTo>
                <a:lnTo>
                  <a:pt x="3592" y="7073"/>
                </a:lnTo>
                <a:lnTo>
                  <a:pt x="3592" y="6727"/>
                </a:lnTo>
                <a:cubicBezTo>
                  <a:pt x="3592" y="6128"/>
                  <a:pt x="4064" y="5656"/>
                  <a:pt x="4663" y="5656"/>
                </a:cubicBezTo>
                <a:close/>
                <a:moveTo>
                  <a:pt x="10806" y="5656"/>
                </a:moveTo>
                <a:lnTo>
                  <a:pt x="10806" y="6002"/>
                </a:lnTo>
                <a:cubicBezTo>
                  <a:pt x="10806" y="6601"/>
                  <a:pt x="10334" y="7073"/>
                  <a:pt x="9735" y="7073"/>
                </a:cubicBezTo>
                <a:lnTo>
                  <a:pt x="9389" y="7073"/>
                </a:lnTo>
                <a:lnTo>
                  <a:pt x="9389" y="6727"/>
                </a:lnTo>
                <a:cubicBezTo>
                  <a:pt x="9389" y="6128"/>
                  <a:pt x="9861" y="5656"/>
                  <a:pt x="10428" y="5656"/>
                </a:cubicBezTo>
                <a:close/>
                <a:moveTo>
                  <a:pt x="1827" y="7766"/>
                </a:moveTo>
                <a:cubicBezTo>
                  <a:pt x="2394" y="7766"/>
                  <a:pt x="2899" y="8239"/>
                  <a:pt x="2899" y="8838"/>
                </a:cubicBezTo>
                <a:lnTo>
                  <a:pt x="2899" y="9184"/>
                </a:lnTo>
                <a:lnTo>
                  <a:pt x="2520" y="9184"/>
                </a:lnTo>
                <a:cubicBezTo>
                  <a:pt x="1922" y="9184"/>
                  <a:pt x="1449" y="8712"/>
                  <a:pt x="1449" y="8144"/>
                </a:cubicBezTo>
                <a:lnTo>
                  <a:pt x="1449" y="7766"/>
                </a:lnTo>
                <a:close/>
                <a:moveTo>
                  <a:pt x="5041" y="7766"/>
                </a:moveTo>
                <a:lnTo>
                  <a:pt x="5041" y="8144"/>
                </a:lnTo>
                <a:cubicBezTo>
                  <a:pt x="5041" y="8712"/>
                  <a:pt x="4568" y="9184"/>
                  <a:pt x="3970" y="9184"/>
                </a:cubicBezTo>
                <a:lnTo>
                  <a:pt x="3623" y="9184"/>
                </a:lnTo>
                <a:lnTo>
                  <a:pt x="3623" y="8838"/>
                </a:lnTo>
                <a:cubicBezTo>
                  <a:pt x="3623" y="8239"/>
                  <a:pt x="4096" y="7766"/>
                  <a:pt x="4694" y="7766"/>
                </a:cubicBezTo>
                <a:close/>
                <a:moveTo>
                  <a:pt x="7561" y="7766"/>
                </a:moveTo>
                <a:cubicBezTo>
                  <a:pt x="8160" y="7766"/>
                  <a:pt x="8632" y="8239"/>
                  <a:pt x="8632" y="8838"/>
                </a:cubicBezTo>
                <a:lnTo>
                  <a:pt x="8632" y="9184"/>
                </a:lnTo>
                <a:lnTo>
                  <a:pt x="8286" y="9184"/>
                </a:lnTo>
                <a:cubicBezTo>
                  <a:pt x="7687" y="9184"/>
                  <a:pt x="7215" y="8712"/>
                  <a:pt x="7215" y="8144"/>
                </a:cubicBezTo>
                <a:lnTo>
                  <a:pt x="7215" y="7766"/>
                </a:lnTo>
                <a:close/>
                <a:moveTo>
                  <a:pt x="10806" y="7766"/>
                </a:moveTo>
                <a:lnTo>
                  <a:pt x="10806" y="8144"/>
                </a:lnTo>
                <a:cubicBezTo>
                  <a:pt x="10806" y="8712"/>
                  <a:pt x="10334" y="9184"/>
                  <a:pt x="9735" y="9184"/>
                </a:cubicBezTo>
                <a:lnTo>
                  <a:pt x="9389" y="9184"/>
                </a:lnTo>
                <a:lnTo>
                  <a:pt x="9389" y="8838"/>
                </a:lnTo>
                <a:cubicBezTo>
                  <a:pt x="9389" y="8239"/>
                  <a:pt x="9861" y="7766"/>
                  <a:pt x="10428" y="7766"/>
                </a:cubicBezTo>
                <a:close/>
                <a:moveTo>
                  <a:pt x="3214" y="0"/>
                </a:moveTo>
                <a:cubicBezTo>
                  <a:pt x="3135" y="0"/>
                  <a:pt x="3056" y="16"/>
                  <a:pt x="2993" y="48"/>
                </a:cubicBezTo>
                <a:cubicBezTo>
                  <a:pt x="2962" y="79"/>
                  <a:pt x="1796" y="961"/>
                  <a:pt x="1796" y="2127"/>
                </a:cubicBezTo>
                <a:cubicBezTo>
                  <a:pt x="1796" y="2379"/>
                  <a:pt x="1827" y="2663"/>
                  <a:pt x="1953" y="2852"/>
                </a:cubicBezTo>
                <a:lnTo>
                  <a:pt x="1071" y="2852"/>
                </a:lnTo>
                <a:cubicBezTo>
                  <a:pt x="882" y="2852"/>
                  <a:pt x="725" y="3009"/>
                  <a:pt x="725" y="3198"/>
                </a:cubicBezTo>
                <a:lnTo>
                  <a:pt x="725" y="3923"/>
                </a:lnTo>
                <a:cubicBezTo>
                  <a:pt x="725" y="4301"/>
                  <a:pt x="851" y="4710"/>
                  <a:pt x="1071" y="4994"/>
                </a:cubicBezTo>
                <a:cubicBezTo>
                  <a:pt x="882" y="4994"/>
                  <a:pt x="725" y="5152"/>
                  <a:pt x="725" y="5341"/>
                </a:cubicBezTo>
                <a:lnTo>
                  <a:pt x="725" y="6034"/>
                </a:lnTo>
                <a:cubicBezTo>
                  <a:pt x="725" y="6443"/>
                  <a:pt x="851" y="6821"/>
                  <a:pt x="1071" y="7105"/>
                </a:cubicBezTo>
                <a:cubicBezTo>
                  <a:pt x="882" y="7105"/>
                  <a:pt x="725" y="7262"/>
                  <a:pt x="725" y="7451"/>
                </a:cubicBezTo>
                <a:lnTo>
                  <a:pt x="725" y="8176"/>
                </a:lnTo>
                <a:cubicBezTo>
                  <a:pt x="725" y="9153"/>
                  <a:pt x="1512" y="9940"/>
                  <a:pt x="2489" y="9940"/>
                </a:cubicBezTo>
                <a:lnTo>
                  <a:pt x="2836" y="9940"/>
                </a:lnTo>
                <a:lnTo>
                  <a:pt x="2836" y="11389"/>
                </a:lnTo>
                <a:lnTo>
                  <a:pt x="378" y="11389"/>
                </a:lnTo>
                <a:cubicBezTo>
                  <a:pt x="158" y="11389"/>
                  <a:pt x="0" y="11547"/>
                  <a:pt x="0" y="11768"/>
                </a:cubicBezTo>
                <a:cubicBezTo>
                  <a:pt x="0" y="11957"/>
                  <a:pt x="158" y="12114"/>
                  <a:pt x="378" y="12114"/>
                </a:cubicBezTo>
                <a:lnTo>
                  <a:pt x="11814" y="12114"/>
                </a:lnTo>
                <a:cubicBezTo>
                  <a:pt x="12035" y="12114"/>
                  <a:pt x="12192" y="11957"/>
                  <a:pt x="12192" y="11768"/>
                </a:cubicBezTo>
                <a:cubicBezTo>
                  <a:pt x="12224" y="11547"/>
                  <a:pt x="12066" y="11389"/>
                  <a:pt x="11846" y="11389"/>
                </a:cubicBezTo>
                <a:lnTo>
                  <a:pt x="9389" y="11389"/>
                </a:lnTo>
                <a:lnTo>
                  <a:pt x="9389" y="9940"/>
                </a:lnTo>
                <a:lnTo>
                  <a:pt x="9735" y="9940"/>
                </a:lnTo>
                <a:cubicBezTo>
                  <a:pt x="10712" y="9940"/>
                  <a:pt x="11499" y="9153"/>
                  <a:pt x="11499" y="8176"/>
                </a:cubicBezTo>
                <a:lnTo>
                  <a:pt x="11499" y="7451"/>
                </a:lnTo>
                <a:cubicBezTo>
                  <a:pt x="11499" y="7262"/>
                  <a:pt x="11342" y="7105"/>
                  <a:pt x="11153" y="7105"/>
                </a:cubicBezTo>
                <a:cubicBezTo>
                  <a:pt x="11373" y="6790"/>
                  <a:pt x="11499" y="6443"/>
                  <a:pt x="11499" y="6034"/>
                </a:cubicBezTo>
                <a:lnTo>
                  <a:pt x="11499" y="5341"/>
                </a:lnTo>
                <a:cubicBezTo>
                  <a:pt x="11499" y="5152"/>
                  <a:pt x="11342" y="4994"/>
                  <a:pt x="11153" y="4994"/>
                </a:cubicBezTo>
                <a:cubicBezTo>
                  <a:pt x="11373" y="4679"/>
                  <a:pt x="11499" y="4301"/>
                  <a:pt x="11499" y="3923"/>
                </a:cubicBezTo>
                <a:lnTo>
                  <a:pt x="11499" y="3198"/>
                </a:lnTo>
                <a:cubicBezTo>
                  <a:pt x="11499" y="3009"/>
                  <a:pt x="11342" y="2852"/>
                  <a:pt x="11153" y="2852"/>
                </a:cubicBezTo>
                <a:lnTo>
                  <a:pt x="10271" y="2852"/>
                </a:lnTo>
                <a:cubicBezTo>
                  <a:pt x="10365" y="2631"/>
                  <a:pt x="10428" y="2379"/>
                  <a:pt x="10428" y="2127"/>
                </a:cubicBezTo>
                <a:cubicBezTo>
                  <a:pt x="10428" y="993"/>
                  <a:pt x="9263" y="79"/>
                  <a:pt x="9231" y="48"/>
                </a:cubicBezTo>
                <a:cubicBezTo>
                  <a:pt x="9168" y="16"/>
                  <a:pt x="9089" y="0"/>
                  <a:pt x="9010" y="0"/>
                </a:cubicBezTo>
                <a:cubicBezTo>
                  <a:pt x="8932" y="0"/>
                  <a:pt x="8853" y="16"/>
                  <a:pt x="8790" y="48"/>
                </a:cubicBezTo>
                <a:cubicBezTo>
                  <a:pt x="8758" y="79"/>
                  <a:pt x="7561" y="961"/>
                  <a:pt x="7561" y="2127"/>
                </a:cubicBezTo>
                <a:cubicBezTo>
                  <a:pt x="7561" y="2379"/>
                  <a:pt x="7624" y="2663"/>
                  <a:pt x="7719" y="2852"/>
                </a:cubicBezTo>
                <a:lnTo>
                  <a:pt x="6868" y="2852"/>
                </a:lnTo>
                <a:cubicBezTo>
                  <a:pt x="6679" y="2852"/>
                  <a:pt x="6522" y="3009"/>
                  <a:pt x="6522" y="3198"/>
                </a:cubicBezTo>
                <a:lnTo>
                  <a:pt x="6522" y="3923"/>
                </a:lnTo>
                <a:cubicBezTo>
                  <a:pt x="6522" y="4301"/>
                  <a:pt x="6616" y="4710"/>
                  <a:pt x="6868" y="4994"/>
                </a:cubicBezTo>
                <a:cubicBezTo>
                  <a:pt x="6679" y="4994"/>
                  <a:pt x="6522" y="5152"/>
                  <a:pt x="6522" y="5341"/>
                </a:cubicBezTo>
                <a:lnTo>
                  <a:pt x="6522" y="6034"/>
                </a:lnTo>
                <a:cubicBezTo>
                  <a:pt x="6522" y="6443"/>
                  <a:pt x="6616" y="6821"/>
                  <a:pt x="6868" y="7105"/>
                </a:cubicBezTo>
                <a:cubicBezTo>
                  <a:pt x="6679" y="7105"/>
                  <a:pt x="6522" y="7262"/>
                  <a:pt x="6522" y="7451"/>
                </a:cubicBezTo>
                <a:lnTo>
                  <a:pt x="6522" y="8176"/>
                </a:lnTo>
                <a:cubicBezTo>
                  <a:pt x="6522" y="9153"/>
                  <a:pt x="7309" y="9940"/>
                  <a:pt x="8286" y="9940"/>
                </a:cubicBezTo>
                <a:lnTo>
                  <a:pt x="8632" y="9940"/>
                </a:lnTo>
                <a:lnTo>
                  <a:pt x="8632" y="11389"/>
                </a:lnTo>
                <a:lnTo>
                  <a:pt x="3592" y="11389"/>
                </a:lnTo>
                <a:lnTo>
                  <a:pt x="3592" y="9940"/>
                </a:lnTo>
                <a:lnTo>
                  <a:pt x="3938" y="9940"/>
                </a:lnTo>
                <a:cubicBezTo>
                  <a:pt x="4946" y="9940"/>
                  <a:pt x="5734" y="9153"/>
                  <a:pt x="5734" y="8176"/>
                </a:cubicBezTo>
                <a:lnTo>
                  <a:pt x="5734" y="7451"/>
                </a:lnTo>
                <a:cubicBezTo>
                  <a:pt x="5734" y="7262"/>
                  <a:pt x="5576" y="7105"/>
                  <a:pt x="5356" y="7105"/>
                </a:cubicBezTo>
                <a:cubicBezTo>
                  <a:pt x="5608" y="6790"/>
                  <a:pt x="5734" y="6443"/>
                  <a:pt x="5734" y="6034"/>
                </a:cubicBezTo>
                <a:lnTo>
                  <a:pt x="5734" y="5341"/>
                </a:lnTo>
                <a:cubicBezTo>
                  <a:pt x="5734" y="5152"/>
                  <a:pt x="5576" y="4994"/>
                  <a:pt x="5356" y="4994"/>
                </a:cubicBezTo>
                <a:cubicBezTo>
                  <a:pt x="5608" y="4679"/>
                  <a:pt x="5734" y="4301"/>
                  <a:pt x="5734" y="3923"/>
                </a:cubicBezTo>
                <a:lnTo>
                  <a:pt x="5734" y="3198"/>
                </a:lnTo>
                <a:cubicBezTo>
                  <a:pt x="5734" y="3009"/>
                  <a:pt x="5576" y="2852"/>
                  <a:pt x="5356" y="2852"/>
                </a:cubicBezTo>
                <a:lnTo>
                  <a:pt x="4505" y="2852"/>
                </a:lnTo>
                <a:cubicBezTo>
                  <a:pt x="4568" y="2631"/>
                  <a:pt x="4663" y="2379"/>
                  <a:pt x="4663" y="2127"/>
                </a:cubicBezTo>
                <a:cubicBezTo>
                  <a:pt x="4663" y="993"/>
                  <a:pt x="3466" y="79"/>
                  <a:pt x="3434" y="48"/>
                </a:cubicBezTo>
                <a:cubicBezTo>
                  <a:pt x="3371" y="16"/>
                  <a:pt x="3292" y="0"/>
                  <a:pt x="321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042" name="Google Shape;12042;p139"/>
          <p:cNvGrpSpPr/>
          <p:nvPr/>
        </p:nvGrpSpPr>
        <p:grpSpPr>
          <a:xfrm>
            <a:off x="7923925" y="2297751"/>
            <a:ext cx="368362" cy="419314"/>
            <a:chOff x="4995050" y="3245650"/>
            <a:chExt cx="236950" cy="269725"/>
          </a:xfrm>
        </p:grpSpPr>
        <p:sp>
          <p:nvSpPr>
            <p:cNvPr id="12043" name="Google Shape;12043;p139"/>
            <p:cNvSpPr/>
            <p:nvPr/>
          </p:nvSpPr>
          <p:spPr>
            <a:xfrm>
              <a:off x="5074475" y="3356450"/>
              <a:ext cx="16050" cy="16050"/>
            </a:xfrm>
            <a:custGeom>
              <a:rect b="b" l="l" r="r" t="t"/>
              <a:pathLst>
                <a:path extrusionOk="0" h="642" w="642">
                  <a:moveTo>
                    <a:pt x="307" y="1"/>
                  </a:moveTo>
                  <a:cubicBezTo>
                    <a:pt x="140" y="1"/>
                    <a:pt x="1" y="140"/>
                    <a:pt x="1" y="307"/>
                  </a:cubicBezTo>
                  <a:cubicBezTo>
                    <a:pt x="1" y="502"/>
                    <a:pt x="140" y="642"/>
                    <a:pt x="307" y="642"/>
                  </a:cubicBezTo>
                  <a:cubicBezTo>
                    <a:pt x="503" y="642"/>
                    <a:pt x="642" y="502"/>
                    <a:pt x="642" y="307"/>
                  </a:cubicBezTo>
                  <a:cubicBezTo>
                    <a:pt x="642" y="140"/>
                    <a:pt x="503" y="1"/>
                    <a:pt x="30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4" name="Google Shape;12044;p139"/>
            <p:cNvSpPr/>
            <p:nvPr/>
          </p:nvSpPr>
          <p:spPr>
            <a:xfrm>
              <a:off x="5137200" y="3356450"/>
              <a:ext cx="16050" cy="16050"/>
            </a:xfrm>
            <a:custGeom>
              <a:rect b="b" l="l" r="r" t="t"/>
              <a:pathLst>
                <a:path extrusionOk="0" h="642" w="642">
                  <a:moveTo>
                    <a:pt x="307" y="1"/>
                  </a:moveTo>
                  <a:cubicBezTo>
                    <a:pt x="140" y="1"/>
                    <a:pt x="1" y="140"/>
                    <a:pt x="1" y="307"/>
                  </a:cubicBezTo>
                  <a:cubicBezTo>
                    <a:pt x="1" y="502"/>
                    <a:pt x="140" y="642"/>
                    <a:pt x="307" y="642"/>
                  </a:cubicBezTo>
                  <a:cubicBezTo>
                    <a:pt x="474" y="642"/>
                    <a:pt x="614" y="502"/>
                    <a:pt x="614" y="307"/>
                  </a:cubicBezTo>
                  <a:cubicBezTo>
                    <a:pt x="642" y="140"/>
                    <a:pt x="474" y="1"/>
                    <a:pt x="30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5" name="Google Shape;12045;p139"/>
            <p:cNvSpPr/>
            <p:nvPr/>
          </p:nvSpPr>
          <p:spPr>
            <a:xfrm>
              <a:off x="5089125" y="3371950"/>
              <a:ext cx="48100" cy="63100"/>
            </a:xfrm>
            <a:custGeom>
              <a:rect b="b" l="l" r="r" t="t"/>
              <a:pathLst>
                <a:path extrusionOk="0" h="2524" w="1924">
                  <a:moveTo>
                    <a:pt x="976" y="774"/>
                  </a:moveTo>
                  <a:lnTo>
                    <a:pt x="1227" y="1025"/>
                  </a:lnTo>
                  <a:lnTo>
                    <a:pt x="976" y="1499"/>
                  </a:lnTo>
                  <a:lnTo>
                    <a:pt x="753" y="1025"/>
                  </a:lnTo>
                  <a:lnTo>
                    <a:pt x="976" y="774"/>
                  </a:lnTo>
                  <a:close/>
                  <a:moveTo>
                    <a:pt x="976" y="1"/>
                  </a:moveTo>
                  <a:cubicBezTo>
                    <a:pt x="899" y="1"/>
                    <a:pt x="822" y="36"/>
                    <a:pt x="753" y="105"/>
                  </a:cubicBezTo>
                  <a:lnTo>
                    <a:pt x="112" y="747"/>
                  </a:lnTo>
                  <a:cubicBezTo>
                    <a:pt x="0" y="858"/>
                    <a:pt x="0" y="997"/>
                    <a:pt x="56" y="1081"/>
                  </a:cubicBezTo>
                  <a:lnTo>
                    <a:pt x="669" y="2335"/>
                  </a:lnTo>
                  <a:cubicBezTo>
                    <a:pt x="725" y="2461"/>
                    <a:pt x="836" y="2524"/>
                    <a:pt x="948" y="2524"/>
                  </a:cubicBezTo>
                  <a:cubicBezTo>
                    <a:pt x="1059" y="2524"/>
                    <a:pt x="1171" y="2461"/>
                    <a:pt x="1227" y="2335"/>
                  </a:cubicBezTo>
                  <a:lnTo>
                    <a:pt x="1840" y="1081"/>
                  </a:lnTo>
                  <a:cubicBezTo>
                    <a:pt x="1924" y="997"/>
                    <a:pt x="1896" y="802"/>
                    <a:pt x="1784" y="747"/>
                  </a:cubicBezTo>
                  <a:lnTo>
                    <a:pt x="1199" y="105"/>
                  </a:lnTo>
                  <a:cubicBezTo>
                    <a:pt x="1129" y="36"/>
                    <a:pt x="1052" y="1"/>
                    <a:pt x="97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046" name="Google Shape;12046;p139"/>
            <p:cNvGrpSpPr/>
            <p:nvPr/>
          </p:nvGrpSpPr>
          <p:grpSpPr>
            <a:xfrm>
              <a:off x="4995050" y="3245650"/>
              <a:ext cx="236950" cy="269725"/>
              <a:chOff x="4995050" y="3245650"/>
              <a:chExt cx="236950" cy="269725"/>
            </a:xfrm>
          </p:grpSpPr>
          <p:sp>
            <p:nvSpPr>
              <p:cNvPr id="12047" name="Google Shape;12047;p139"/>
              <p:cNvSpPr/>
              <p:nvPr/>
            </p:nvSpPr>
            <p:spPr>
              <a:xfrm>
                <a:off x="4995050" y="3245650"/>
                <a:ext cx="236950" cy="269725"/>
              </a:xfrm>
              <a:custGeom>
                <a:rect b="b" l="l" r="r" t="t"/>
                <a:pathLst>
                  <a:path extrusionOk="0" h="10789" w="9478">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8" name="Google Shape;12048;p139"/>
              <p:cNvSpPr/>
              <p:nvPr/>
            </p:nvSpPr>
            <p:spPr>
              <a:xfrm flipH="1">
                <a:off x="4995050" y="3245650"/>
                <a:ext cx="236950" cy="269725"/>
              </a:xfrm>
              <a:custGeom>
                <a:rect b="b" l="l" r="r" t="t"/>
                <a:pathLst>
                  <a:path extrusionOk="0" h="10789" w="9478">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2049" name="Google Shape;12049;p139"/>
          <p:cNvGrpSpPr/>
          <p:nvPr/>
        </p:nvGrpSpPr>
        <p:grpSpPr>
          <a:xfrm>
            <a:off x="5523718" y="1689744"/>
            <a:ext cx="483749" cy="481292"/>
            <a:chOff x="4724650" y="2885700"/>
            <a:chExt cx="270750" cy="269375"/>
          </a:xfrm>
        </p:grpSpPr>
        <p:sp>
          <p:nvSpPr>
            <p:cNvPr id="12050" name="Google Shape;12050;p139"/>
            <p:cNvSpPr/>
            <p:nvPr/>
          </p:nvSpPr>
          <p:spPr>
            <a:xfrm flipH="1">
              <a:off x="4725000" y="2885700"/>
              <a:ext cx="270400" cy="269375"/>
            </a:xfrm>
            <a:custGeom>
              <a:rect b="b" l="l" r="r" t="t"/>
              <a:pathLst>
                <a:path extrusionOk="0" h="10775" w="10816">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1" name="Google Shape;12051;p139"/>
            <p:cNvSpPr/>
            <p:nvPr/>
          </p:nvSpPr>
          <p:spPr>
            <a:xfrm>
              <a:off x="4724650" y="2885700"/>
              <a:ext cx="270400" cy="269375"/>
            </a:xfrm>
            <a:custGeom>
              <a:rect b="b" l="l" r="r" t="t"/>
              <a:pathLst>
                <a:path extrusionOk="0" h="10775" w="10816">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2" name="Google Shape;12052;p139"/>
            <p:cNvSpPr/>
            <p:nvPr/>
          </p:nvSpPr>
          <p:spPr>
            <a:xfrm>
              <a:off x="4900250" y="3027525"/>
              <a:ext cx="16075" cy="15350"/>
            </a:xfrm>
            <a:custGeom>
              <a:rect b="b" l="l" r="r" t="t"/>
              <a:pathLst>
                <a:path extrusionOk="0" h="614" w="643">
                  <a:moveTo>
                    <a:pt x="308" y="1"/>
                  </a:moveTo>
                  <a:cubicBezTo>
                    <a:pt x="140" y="1"/>
                    <a:pt x="1" y="140"/>
                    <a:pt x="1" y="307"/>
                  </a:cubicBezTo>
                  <a:cubicBezTo>
                    <a:pt x="1" y="474"/>
                    <a:pt x="140" y="614"/>
                    <a:pt x="308" y="614"/>
                  </a:cubicBezTo>
                  <a:cubicBezTo>
                    <a:pt x="503" y="614"/>
                    <a:pt x="642" y="474"/>
                    <a:pt x="642" y="307"/>
                  </a:cubicBezTo>
                  <a:cubicBezTo>
                    <a:pt x="642" y="140"/>
                    <a:pt x="503" y="1"/>
                    <a:pt x="3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3" name="Google Shape;12053;p139"/>
            <p:cNvSpPr/>
            <p:nvPr/>
          </p:nvSpPr>
          <p:spPr>
            <a:xfrm>
              <a:off x="4805475" y="3027525"/>
              <a:ext cx="15375" cy="15350"/>
            </a:xfrm>
            <a:custGeom>
              <a:rect b="b" l="l" r="r" t="t"/>
              <a:pathLst>
                <a:path extrusionOk="0" h="614" w="615">
                  <a:moveTo>
                    <a:pt x="308" y="1"/>
                  </a:moveTo>
                  <a:cubicBezTo>
                    <a:pt x="140" y="1"/>
                    <a:pt x="1" y="140"/>
                    <a:pt x="1" y="307"/>
                  </a:cubicBezTo>
                  <a:cubicBezTo>
                    <a:pt x="1" y="474"/>
                    <a:pt x="140" y="614"/>
                    <a:pt x="308" y="614"/>
                  </a:cubicBezTo>
                  <a:cubicBezTo>
                    <a:pt x="475" y="614"/>
                    <a:pt x="614" y="474"/>
                    <a:pt x="614" y="307"/>
                  </a:cubicBezTo>
                  <a:cubicBezTo>
                    <a:pt x="614" y="140"/>
                    <a:pt x="475" y="1"/>
                    <a:pt x="3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4" name="Google Shape;12054;p139"/>
            <p:cNvSpPr/>
            <p:nvPr/>
          </p:nvSpPr>
          <p:spPr>
            <a:xfrm>
              <a:off x="4820825" y="2932750"/>
              <a:ext cx="16050" cy="32075"/>
            </a:xfrm>
            <a:custGeom>
              <a:rect b="b" l="l" r="r" t="t"/>
              <a:pathLst>
                <a:path extrusionOk="0" h="1283" w="642">
                  <a:moveTo>
                    <a:pt x="335" y="1"/>
                  </a:moveTo>
                  <a:cubicBezTo>
                    <a:pt x="140" y="1"/>
                    <a:pt x="0" y="140"/>
                    <a:pt x="0" y="335"/>
                  </a:cubicBezTo>
                  <a:lnTo>
                    <a:pt x="0" y="948"/>
                  </a:lnTo>
                  <a:cubicBezTo>
                    <a:pt x="0" y="1143"/>
                    <a:pt x="140" y="1283"/>
                    <a:pt x="335" y="1283"/>
                  </a:cubicBezTo>
                  <a:cubicBezTo>
                    <a:pt x="502" y="1283"/>
                    <a:pt x="641" y="1143"/>
                    <a:pt x="641" y="948"/>
                  </a:cubicBezTo>
                  <a:lnTo>
                    <a:pt x="641" y="335"/>
                  </a:lnTo>
                  <a:cubicBezTo>
                    <a:pt x="641" y="140"/>
                    <a:pt x="502" y="1"/>
                    <a:pt x="33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5" name="Google Shape;12055;p139"/>
            <p:cNvSpPr/>
            <p:nvPr/>
          </p:nvSpPr>
          <p:spPr>
            <a:xfrm>
              <a:off x="4884925" y="2932750"/>
              <a:ext cx="15350" cy="32075"/>
            </a:xfrm>
            <a:custGeom>
              <a:rect b="b" l="l" r="r" t="t"/>
              <a:pathLst>
                <a:path extrusionOk="0" h="1283" w="614">
                  <a:moveTo>
                    <a:pt x="307" y="1"/>
                  </a:moveTo>
                  <a:cubicBezTo>
                    <a:pt x="112" y="1"/>
                    <a:pt x="1" y="140"/>
                    <a:pt x="1" y="335"/>
                  </a:cubicBezTo>
                  <a:lnTo>
                    <a:pt x="1" y="948"/>
                  </a:lnTo>
                  <a:cubicBezTo>
                    <a:pt x="1" y="1143"/>
                    <a:pt x="112" y="1283"/>
                    <a:pt x="307" y="1283"/>
                  </a:cubicBezTo>
                  <a:cubicBezTo>
                    <a:pt x="475" y="1283"/>
                    <a:pt x="614" y="1143"/>
                    <a:pt x="614" y="948"/>
                  </a:cubicBezTo>
                  <a:lnTo>
                    <a:pt x="614" y="335"/>
                  </a:lnTo>
                  <a:cubicBezTo>
                    <a:pt x="614" y="140"/>
                    <a:pt x="475" y="1"/>
                    <a:pt x="30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6" name="Google Shape;12056;p139"/>
            <p:cNvSpPr/>
            <p:nvPr/>
          </p:nvSpPr>
          <p:spPr>
            <a:xfrm>
              <a:off x="4852175" y="2948775"/>
              <a:ext cx="16050" cy="31400"/>
            </a:xfrm>
            <a:custGeom>
              <a:rect b="b" l="l" r="r" t="t"/>
              <a:pathLst>
                <a:path extrusionOk="0" h="1256" w="642">
                  <a:moveTo>
                    <a:pt x="335" y="1"/>
                  </a:moveTo>
                  <a:cubicBezTo>
                    <a:pt x="140" y="1"/>
                    <a:pt x="1" y="140"/>
                    <a:pt x="1" y="307"/>
                  </a:cubicBezTo>
                  <a:lnTo>
                    <a:pt x="1" y="948"/>
                  </a:lnTo>
                  <a:cubicBezTo>
                    <a:pt x="1" y="1116"/>
                    <a:pt x="140" y="1255"/>
                    <a:pt x="335" y="1255"/>
                  </a:cubicBezTo>
                  <a:cubicBezTo>
                    <a:pt x="502" y="1255"/>
                    <a:pt x="642" y="1116"/>
                    <a:pt x="642" y="948"/>
                  </a:cubicBezTo>
                  <a:lnTo>
                    <a:pt x="642" y="307"/>
                  </a:lnTo>
                  <a:cubicBezTo>
                    <a:pt x="642" y="140"/>
                    <a:pt x="502" y="1"/>
                    <a:pt x="33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57" name="Google Shape;12057;p139"/>
          <p:cNvGrpSpPr/>
          <p:nvPr/>
        </p:nvGrpSpPr>
        <p:grpSpPr>
          <a:xfrm>
            <a:off x="4390823" y="1683870"/>
            <a:ext cx="389425" cy="467822"/>
            <a:chOff x="4459350" y="2882125"/>
            <a:chExt cx="228375" cy="274350"/>
          </a:xfrm>
        </p:grpSpPr>
        <p:sp>
          <p:nvSpPr>
            <p:cNvPr id="12058" name="Google Shape;12058;p139"/>
            <p:cNvSpPr/>
            <p:nvPr/>
          </p:nvSpPr>
          <p:spPr>
            <a:xfrm>
              <a:off x="4537175" y="3045650"/>
              <a:ext cx="15375" cy="15350"/>
            </a:xfrm>
            <a:custGeom>
              <a:rect b="b" l="l" r="r" t="t"/>
              <a:pathLst>
                <a:path extrusionOk="0" h="614" w="615">
                  <a:moveTo>
                    <a:pt x="308" y="0"/>
                  </a:moveTo>
                  <a:cubicBezTo>
                    <a:pt x="140" y="0"/>
                    <a:pt x="1" y="140"/>
                    <a:pt x="1" y="307"/>
                  </a:cubicBezTo>
                  <a:cubicBezTo>
                    <a:pt x="1" y="474"/>
                    <a:pt x="140" y="614"/>
                    <a:pt x="308" y="614"/>
                  </a:cubicBezTo>
                  <a:cubicBezTo>
                    <a:pt x="475" y="614"/>
                    <a:pt x="614" y="474"/>
                    <a:pt x="614" y="307"/>
                  </a:cubicBezTo>
                  <a:cubicBezTo>
                    <a:pt x="614" y="140"/>
                    <a:pt x="475" y="0"/>
                    <a:pt x="30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9" name="Google Shape;12059;p139"/>
            <p:cNvSpPr/>
            <p:nvPr/>
          </p:nvSpPr>
          <p:spPr>
            <a:xfrm>
              <a:off x="4599900" y="3045650"/>
              <a:ext cx="15350" cy="15350"/>
            </a:xfrm>
            <a:custGeom>
              <a:rect b="b" l="l" r="r" t="t"/>
              <a:pathLst>
                <a:path extrusionOk="0" h="614" w="614">
                  <a:moveTo>
                    <a:pt x="307" y="0"/>
                  </a:moveTo>
                  <a:cubicBezTo>
                    <a:pt x="140" y="0"/>
                    <a:pt x="1" y="140"/>
                    <a:pt x="1" y="307"/>
                  </a:cubicBezTo>
                  <a:cubicBezTo>
                    <a:pt x="1" y="474"/>
                    <a:pt x="140" y="614"/>
                    <a:pt x="307" y="614"/>
                  </a:cubicBezTo>
                  <a:cubicBezTo>
                    <a:pt x="475" y="614"/>
                    <a:pt x="614" y="474"/>
                    <a:pt x="614" y="307"/>
                  </a:cubicBezTo>
                  <a:cubicBezTo>
                    <a:pt x="614" y="140"/>
                    <a:pt x="475" y="0"/>
                    <a:pt x="30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0" name="Google Shape;12060;p139"/>
            <p:cNvSpPr/>
            <p:nvPr/>
          </p:nvSpPr>
          <p:spPr>
            <a:xfrm>
              <a:off x="4464700" y="2886250"/>
              <a:ext cx="223025" cy="270225"/>
            </a:xfrm>
            <a:custGeom>
              <a:rect b="b" l="l" r="r" t="t"/>
              <a:pathLst>
                <a:path extrusionOk="0" h="10809" w="8921">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1" name="Google Shape;12061;p139"/>
            <p:cNvSpPr/>
            <p:nvPr/>
          </p:nvSpPr>
          <p:spPr>
            <a:xfrm flipH="1">
              <a:off x="4459350" y="2886250"/>
              <a:ext cx="223025" cy="270225"/>
            </a:xfrm>
            <a:custGeom>
              <a:rect b="b" l="l" r="r" t="t"/>
              <a:pathLst>
                <a:path extrusionOk="0" h="10809" w="8921">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2" name="Google Shape;12062;p139"/>
            <p:cNvSpPr/>
            <p:nvPr/>
          </p:nvSpPr>
          <p:spPr>
            <a:xfrm rot="-537108">
              <a:off x="4468759" y="2883937"/>
              <a:ext cx="24732" cy="18476"/>
            </a:xfrm>
            <a:custGeom>
              <a:rect b="b" l="l" r="r" t="t"/>
              <a:pathLst>
                <a:path extrusionOk="0" h="721" w="1081">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sp>
          <p:nvSpPr>
            <p:cNvPr id="12063" name="Google Shape;12063;p139"/>
            <p:cNvSpPr/>
            <p:nvPr/>
          </p:nvSpPr>
          <p:spPr>
            <a:xfrm flipH="1" rot="537108">
              <a:off x="4653897" y="2883937"/>
              <a:ext cx="24732" cy="18476"/>
            </a:xfrm>
            <a:custGeom>
              <a:rect b="b" l="l" r="r" t="t"/>
              <a:pathLst>
                <a:path extrusionOk="0" h="721" w="1081">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grpSp>
      <p:sp>
        <p:nvSpPr>
          <p:cNvPr id="12064" name="Google Shape;12064;p139"/>
          <p:cNvSpPr txBox="1"/>
          <p:nvPr/>
        </p:nvSpPr>
        <p:spPr>
          <a:xfrm>
            <a:off x="1048350" y="721025"/>
            <a:ext cx="70473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rgbClr val="FFFFFF"/>
                </a:solidFill>
              </a:rPr>
              <a:t>Nature Icons</a:t>
            </a:r>
            <a:endParaRPr sz="2400">
              <a:solidFill>
                <a:srgbClr val="FFFFFF"/>
              </a:solidFill>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2068" name="Shape 12068"/>
        <p:cNvGrpSpPr/>
        <p:nvPr/>
      </p:nvGrpSpPr>
      <p:grpSpPr>
        <a:xfrm>
          <a:off x="0" y="0"/>
          <a:ext cx="0" cy="0"/>
          <a:chOff x="0" y="0"/>
          <a:chExt cx="0" cy="0"/>
        </a:xfrm>
      </p:grpSpPr>
      <p:sp>
        <p:nvSpPr>
          <p:cNvPr id="12069" name="Google Shape;12069;p140"/>
          <p:cNvSpPr txBox="1"/>
          <p:nvPr>
            <p:ph idx="4294967295" type="title"/>
          </p:nvPr>
        </p:nvSpPr>
        <p:spPr>
          <a:xfrm>
            <a:off x="1048350" y="719652"/>
            <a:ext cx="70473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sp>
        <p:nvSpPr>
          <p:cNvPr id="12070" name="Google Shape;12070;p140"/>
          <p:cNvSpPr/>
          <p:nvPr/>
        </p:nvSpPr>
        <p:spPr>
          <a:xfrm>
            <a:off x="844100" y="1630139"/>
            <a:ext cx="433284" cy="422781"/>
          </a:xfrm>
          <a:custGeom>
            <a:rect b="b" l="l" r="r" t="t"/>
            <a:pathLst>
              <a:path extrusionOk="0" h="11713" w="12004">
                <a:moveTo>
                  <a:pt x="8633" y="2088"/>
                </a:moveTo>
                <a:cubicBezTo>
                  <a:pt x="8900" y="2088"/>
                  <a:pt x="9168" y="2182"/>
                  <a:pt x="9357" y="2371"/>
                </a:cubicBezTo>
                <a:cubicBezTo>
                  <a:pt x="9767" y="2781"/>
                  <a:pt x="9767" y="3442"/>
                  <a:pt x="9357" y="3820"/>
                </a:cubicBezTo>
                <a:lnTo>
                  <a:pt x="8128" y="5018"/>
                </a:lnTo>
                <a:cubicBezTo>
                  <a:pt x="7939" y="4702"/>
                  <a:pt x="7750" y="4419"/>
                  <a:pt x="7498" y="4135"/>
                </a:cubicBezTo>
                <a:cubicBezTo>
                  <a:pt x="7278" y="3915"/>
                  <a:pt x="6994" y="3726"/>
                  <a:pt x="6679" y="3568"/>
                </a:cubicBezTo>
                <a:lnTo>
                  <a:pt x="7908" y="2371"/>
                </a:lnTo>
                <a:cubicBezTo>
                  <a:pt x="8097" y="2182"/>
                  <a:pt x="8365" y="2088"/>
                  <a:pt x="8633" y="2088"/>
                </a:cubicBezTo>
                <a:close/>
                <a:moveTo>
                  <a:pt x="5230" y="5333"/>
                </a:moveTo>
                <a:cubicBezTo>
                  <a:pt x="5514" y="5333"/>
                  <a:pt x="5829" y="5396"/>
                  <a:pt x="6018" y="5648"/>
                </a:cubicBezTo>
                <a:cubicBezTo>
                  <a:pt x="6207" y="5837"/>
                  <a:pt x="6333" y="6120"/>
                  <a:pt x="6333" y="6435"/>
                </a:cubicBezTo>
                <a:cubicBezTo>
                  <a:pt x="6049" y="6435"/>
                  <a:pt x="5766" y="6309"/>
                  <a:pt x="5545" y="6120"/>
                </a:cubicBezTo>
                <a:cubicBezTo>
                  <a:pt x="5356" y="5931"/>
                  <a:pt x="5230" y="5648"/>
                  <a:pt x="5230" y="5333"/>
                </a:cubicBezTo>
                <a:close/>
                <a:moveTo>
                  <a:pt x="8617" y="717"/>
                </a:moveTo>
                <a:cubicBezTo>
                  <a:pt x="9223" y="717"/>
                  <a:pt x="9830" y="953"/>
                  <a:pt x="10302" y="1426"/>
                </a:cubicBezTo>
                <a:cubicBezTo>
                  <a:pt x="11247" y="2340"/>
                  <a:pt x="11247" y="3883"/>
                  <a:pt x="10302" y="4828"/>
                </a:cubicBezTo>
                <a:lnTo>
                  <a:pt x="8381" y="6719"/>
                </a:lnTo>
                <a:cubicBezTo>
                  <a:pt x="8412" y="6404"/>
                  <a:pt x="8412" y="6089"/>
                  <a:pt x="8349" y="5774"/>
                </a:cubicBezTo>
                <a:lnTo>
                  <a:pt x="9798" y="4356"/>
                </a:lnTo>
                <a:cubicBezTo>
                  <a:pt x="10460" y="3663"/>
                  <a:pt x="10460" y="2560"/>
                  <a:pt x="9798" y="1930"/>
                </a:cubicBezTo>
                <a:cubicBezTo>
                  <a:pt x="9467" y="1599"/>
                  <a:pt x="9034" y="1434"/>
                  <a:pt x="8601" y="1434"/>
                </a:cubicBezTo>
                <a:cubicBezTo>
                  <a:pt x="8168" y="1434"/>
                  <a:pt x="7735" y="1599"/>
                  <a:pt x="7404" y="1930"/>
                </a:cubicBezTo>
                <a:cubicBezTo>
                  <a:pt x="7309" y="2025"/>
                  <a:pt x="5356" y="3946"/>
                  <a:pt x="5073" y="4230"/>
                </a:cubicBezTo>
                <a:cubicBezTo>
                  <a:pt x="4411" y="4892"/>
                  <a:pt x="4411" y="5963"/>
                  <a:pt x="5073" y="6624"/>
                </a:cubicBezTo>
                <a:cubicBezTo>
                  <a:pt x="5356" y="6908"/>
                  <a:pt x="5671" y="7065"/>
                  <a:pt x="6049" y="7097"/>
                </a:cubicBezTo>
                <a:lnTo>
                  <a:pt x="5514" y="7664"/>
                </a:lnTo>
                <a:cubicBezTo>
                  <a:pt x="5167" y="7538"/>
                  <a:pt x="4883" y="7349"/>
                  <a:pt x="4600" y="7097"/>
                </a:cubicBezTo>
                <a:cubicBezTo>
                  <a:pt x="3655" y="6152"/>
                  <a:pt x="3655" y="4671"/>
                  <a:pt x="4600" y="3726"/>
                </a:cubicBezTo>
                <a:lnTo>
                  <a:pt x="6931" y="1426"/>
                </a:lnTo>
                <a:cubicBezTo>
                  <a:pt x="7404" y="953"/>
                  <a:pt x="8010" y="717"/>
                  <a:pt x="8617" y="717"/>
                </a:cubicBezTo>
                <a:close/>
                <a:moveTo>
                  <a:pt x="3497" y="6719"/>
                </a:moveTo>
                <a:cubicBezTo>
                  <a:pt x="3655" y="7034"/>
                  <a:pt x="3844" y="7286"/>
                  <a:pt x="4127" y="7569"/>
                </a:cubicBezTo>
                <a:cubicBezTo>
                  <a:pt x="4348" y="7821"/>
                  <a:pt x="4663" y="8042"/>
                  <a:pt x="4978" y="8168"/>
                </a:cubicBezTo>
                <a:lnTo>
                  <a:pt x="3812" y="9334"/>
                </a:lnTo>
                <a:cubicBezTo>
                  <a:pt x="3608" y="9538"/>
                  <a:pt x="3340" y="9641"/>
                  <a:pt x="3076" y="9641"/>
                </a:cubicBezTo>
                <a:cubicBezTo>
                  <a:pt x="2812" y="9641"/>
                  <a:pt x="2552" y="9538"/>
                  <a:pt x="2363" y="9334"/>
                </a:cubicBezTo>
                <a:cubicBezTo>
                  <a:pt x="1954" y="8956"/>
                  <a:pt x="1954" y="8294"/>
                  <a:pt x="2363" y="7884"/>
                </a:cubicBezTo>
                <a:lnTo>
                  <a:pt x="3497" y="6719"/>
                </a:lnTo>
                <a:close/>
                <a:moveTo>
                  <a:pt x="6112" y="4135"/>
                </a:moveTo>
                <a:cubicBezTo>
                  <a:pt x="6396" y="4261"/>
                  <a:pt x="6742" y="4450"/>
                  <a:pt x="6963" y="4702"/>
                </a:cubicBezTo>
                <a:cubicBezTo>
                  <a:pt x="7908" y="5648"/>
                  <a:pt x="7908" y="7128"/>
                  <a:pt x="6963" y="8073"/>
                </a:cubicBezTo>
                <a:lnTo>
                  <a:pt x="4757" y="10342"/>
                </a:lnTo>
                <a:cubicBezTo>
                  <a:pt x="4285" y="10814"/>
                  <a:pt x="3671" y="11051"/>
                  <a:pt x="3056" y="11051"/>
                </a:cubicBezTo>
                <a:cubicBezTo>
                  <a:pt x="2442" y="11051"/>
                  <a:pt x="1828" y="10814"/>
                  <a:pt x="1355" y="10342"/>
                </a:cubicBezTo>
                <a:cubicBezTo>
                  <a:pt x="945" y="9901"/>
                  <a:pt x="662" y="9271"/>
                  <a:pt x="662" y="8641"/>
                </a:cubicBezTo>
                <a:cubicBezTo>
                  <a:pt x="662" y="8010"/>
                  <a:pt x="882" y="7380"/>
                  <a:pt x="1355" y="6939"/>
                </a:cubicBezTo>
                <a:lnTo>
                  <a:pt x="3214" y="5081"/>
                </a:lnTo>
                <a:lnTo>
                  <a:pt x="3214" y="5081"/>
                </a:lnTo>
                <a:cubicBezTo>
                  <a:pt x="3182" y="5396"/>
                  <a:pt x="3214" y="5679"/>
                  <a:pt x="3245" y="5994"/>
                </a:cubicBezTo>
                <a:lnTo>
                  <a:pt x="1828" y="7443"/>
                </a:lnTo>
                <a:cubicBezTo>
                  <a:pt x="1166" y="8105"/>
                  <a:pt x="1166" y="9176"/>
                  <a:pt x="1828" y="9838"/>
                </a:cubicBezTo>
                <a:cubicBezTo>
                  <a:pt x="2174" y="10184"/>
                  <a:pt x="2623" y="10358"/>
                  <a:pt x="3064" y="10358"/>
                </a:cubicBezTo>
                <a:cubicBezTo>
                  <a:pt x="3505" y="10358"/>
                  <a:pt x="3938" y="10184"/>
                  <a:pt x="4253" y="9838"/>
                </a:cubicBezTo>
                <a:lnTo>
                  <a:pt x="6490" y="7569"/>
                </a:lnTo>
                <a:cubicBezTo>
                  <a:pt x="7152" y="6908"/>
                  <a:pt x="7152" y="5837"/>
                  <a:pt x="6490" y="5175"/>
                </a:cubicBezTo>
                <a:cubicBezTo>
                  <a:pt x="6207" y="4892"/>
                  <a:pt x="5892" y="4734"/>
                  <a:pt x="5514" y="4702"/>
                </a:cubicBezTo>
                <a:lnTo>
                  <a:pt x="6112" y="4135"/>
                </a:lnTo>
                <a:close/>
                <a:moveTo>
                  <a:pt x="8585" y="0"/>
                </a:moveTo>
                <a:cubicBezTo>
                  <a:pt x="7798" y="0"/>
                  <a:pt x="7010" y="308"/>
                  <a:pt x="6396" y="922"/>
                </a:cubicBezTo>
                <a:lnTo>
                  <a:pt x="4096" y="3190"/>
                </a:lnTo>
                <a:lnTo>
                  <a:pt x="882" y="6467"/>
                </a:lnTo>
                <a:cubicBezTo>
                  <a:pt x="315" y="7065"/>
                  <a:pt x="0" y="7821"/>
                  <a:pt x="0" y="8641"/>
                </a:cubicBezTo>
                <a:cubicBezTo>
                  <a:pt x="0" y="9460"/>
                  <a:pt x="315" y="10247"/>
                  <a:pt x="882" y="10814"/>
                </a:cubicBezTo>
                <a:cubicBezTo>
                  <a:pt x="1497" y="11413"/>
                  <a:pt x="2284" y="11712"/>
                  <a:pt x="3072" y="11712"/>
                </a:cubicBezTo>
                <a:cubicBezTo>
                  <a:pt x="3860" y="11712"/>
                  <a:pt x="4647" y="11413"/>
                  <a:pt x="5262" y="10814"/>
                </a:cubicBezTo>
                <a:cubicBezTo>
                  <a:pt x="8034" y="8010"/>
                  <a:pt x="6837" y="9145"/>
                  <a:pt x="10775" y="5301"/>
                </a:cubicBezTo>
                <a:cubicBezTo>
                  <a:pt x="12004" y="4072"/>
                  <a:pt x="12004" y="2151"/>
                  <a:pt x="10775" y="922"/>
                </a:cubicBezTo>
                <a:cubicBezTo>
                  <a:pt x="10161" y="308"/>
                  <a:pt x="9373" y="0"/>
                  <a:pt x="858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071" name="Google Shape;12071;p140"/>
          <p:cNvGrpSpPr/>
          <p:nvPr/>
        </p:nvGrpSpPr>
        <p:grpSpPr>
          <a:xfrm>
            <a:off x="847082" y="2140412"/>
            <a:ext cx="426462" cy="420796"/>
            <a:chOff x="-6713450" y="2397900"/>
            <a:chExt cx="295375" cy="291450"/>
          </a:xfrm>
        </p:grpSpPr>
        <p:sp>
          <p:nvSpPr>
            <p:cNvPr id="12072" name="Google Shape;12072;p140"/>
            <p:cNvSpPr/>
            <p:nvPr/>
          </p:nvSpPr>
          <p:spPr>
            <a:xfrm>
              <a:off x="-6628400" y="2465650"/>
              <a:ext cx="69350" cy="17350"/>
            </a:xfrm>
            <a:custGeom>
              <a:rect b="b" l="l" r="r" t="t"/>
              <a:pathLst>
                <a:path extrusionOk="0" h="694" w="2774">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3" name="Google Shape;12073;p140"/>
            <p:cNvSpPr/>
            <p:nvPr/>
          </p:nvSpPr>
          <p:spPr>
            <a:xfrm>
              <a:off x="-6713450" y="2397900"/>
              <a:ext cx="295375" cy="291450"/>
            </a:xfrm>
            <a:custGeom>
              <a:rect b="b" l="l" r="r" t="t"/>
              <a:pathLst>
                <a:path extrusionOk="0" h="11658" w="11815">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074" name="Google Shape;12074;p140"/>
          <p:cNvSpPr/>
          <p:nvPr/>
        </p:nvSpPr>
        <p:spPr>
          <a:xfrm>
            <a:off x="859424" y="2660229"/>
            <a:ext cx="426499" cy="421914"/>
          </a:xfrm>
          <a:custGeom>
            <a:rect b="b" l="l" r="r" t="t"/>
            <a:pathLst>
              <a:path extrusionOk="0" h="11689" w="11816">
                <a:moveTo>
                  <a:pt x="7026" y="757"/>
                </a:moveTo>
                <a:lnTo>
                  <a:pt x="7026" y="2710"/>
                </a:lnTo>
                <a:lnTo>
                  <a:pt x="5829" y="2710"/>
                </a:lnTo>
                <a:cubicBezTo>
                  <a:pt x="5924" y="2332"/>
                  <a:pt x="6081" y="1954"/>
                  <a:pt x="6176" y="1702"/>
                </a:cubicBezTo>
                <a:cubicBezTo>
                  <a:pt x="6428" y="1229"/>
                  <a:pt x="6711" y="914"/>
                  <a:pt x="7026" y="757"/>
                </a:cubicBezTo>
                <a:close/>
                <a:moveTo>
                  <a:pt x="7688" y="757"/>
                </a:moveTo>
                <a:cubicBezTo>
                  <a:pt x="8003" y="914"/>
                  <a:pt x="8287" y="1229"/>
                  <a:pt x="8507" y="1702"/>
                </a:cubicBezTo>
                <a:cubicBezTo>
                  <a:pt x="8665" y="2017"/>
                  <a:pt x="8791" y="2364"/>
                  <a:pt x="8854" y="2710"/>
                </a:cubicBezTo>
                <a:lnTo>
                  <a:pt x="7688" y="2710"/>
                </a:lnTo>
                <a:lnTo>
                  <a:pt x="7688" y="757"/>
                </a:lnTo>
                <a:close/>
                <a:moveTo>
                  <a:pt x="8917" y="977"/>
                </a:moveTo>
                <a:cubicBezTo>
                  <a:pt x="9704" y="1387"/>
                  <a:pt x="10334" y="1954"/>
                  <a:pt x="10712" y="2710"/>
                </a:cubicBezTo>
                <a:lnTo>
                  <a:pt x="9578" y="2710"/>
                </a:lnTo>
                <a:cubicBezTo>
                  <a:pt x="9452" y="2206"/>
                  <a:pt x="9295" y="1765"/>
                  <a:pt x="9106" y="1387"/>
                </a:cubicBezTo>
                <a:cubicBezTo>
                  <a:pt x="9011" y="1261"/>
                  <a:pt x="8948" y="1103"/>
                  <a:pt x="8917" y="977"/>
                </a:cubicBezTo>
                <a:close/>
                <a:moveTo>
                  <a:pt x="5798" y="1009"/>
                </a:moveTo>
                <a:lnTo>
                  <a:pt x="5798" y="1009"/>
                </a:lnTo>
                <a:cubicBezTo>
                  <a:pt x="5703" y="1135"/>
                  <a:pt x="5640" y="1261"/>
                  <a:pt x="5609" y="1418"/>
                </a:cubicBezTo>
                <a:cubicBezTo>
                  <a:pt x="5388" y="1796"/>
                  <a:pt x="5231" y="2269"/>
                  <a:pt x="5136" y="2742"/>
                </a:cubicBezTo>
                <a:lnTo>
                  <a:pt x="3970" y="2742"/>
                </a:lnTo>
                <a:cubicBezTo>
                  <a:pt x="4380" y="1954"/>
                  <a:pt x="5042" y="1387"/>
                  <a:pt x="5798" y="1009"/>
                </a:cubicBezTo>
                <a:close/>
                <a:moveTo>
                  <a:pt x="5010" y="3435"/>
                </a:moveTo>
                <a:cubicBezTo>
                  <a:pt x="4978" y="3750"/>
                  <a:pt x="4915" y="4096"/>
                  <a:pt x="4915" y="4443"/>
                </a:cubicBezTo>
                <a:cubicBezTo>
                  <a:pt x="4978" y="4789"/>
                  <a:pt x="4978" y="5167"/>
                  <a:pt x="5010" y="5482"/>
                </a:cubicBezTo>
                <a:lnTo>
                  <a:pt x="3718" y="5482"/>
                </a:lnTo>
                <a:cubicBezTo>
                  <a:pt x="3624" y="5167"/>
                  <a:pt x="3561" y="4789"/>
                  <a:pt x="3561" y="4443"/>
                </a:cubicBezTo>
                <a:cubicBezTo>
                  <a:pt x="3561" y="4096"/>
                  <a:pt x="3592" y="3750"/>
                  <a:pt x="3718" y="3435"/>
                </a:cubicBezTo>
                <a:close/>
                <a:moveTo>
                  <a:pt x="7026" y="3435"/>
                </a:moveTo>
                <a:lnTo>
                  <a:pt x="7026" y="5482"/>
                </a:lnTo>
                <a:lnTo>
                  <a:pt x="5703" y="5482"/>
                </a:lnTo>
                <a:cubicBezTo>
                  <a:pt x="5672" y="5136"/>
                  <a:pt x="5640" y="4789"/>
                  <a:pt x="5640" y="4443"/>
                </a:cubicBezTo>
                <a:cubicBezTo>
                  <a:pt x="5640" y="4096"/>
                  <a:pt x="5672" y="3718"/>
                  <a:pt x="5703" y="3435"/>
                </a:cubicBezTo>
                <a:close/>
                <a:moveTo>
                  <a:pt x="8980" y="3435"/>
                </a:moveTo>
                <a:cubicBezTo>
                  <a:pt x="9011" y="3750"/>
                  <a:pt x="9074" y="4096"/>
                  <a:pt x="9074" y="4443"/>
                </a:cubicBezTo>
                <a:cubicBezTo>
                  <a:pt x="9074" y="4789"/>
                  <a:pt x="9011" y="5167"/>
                  <a:pt x="8980" y="5482"/>
                </a:cubicBezTo>
                <a:lnTo>
                  <a:pt x="7688" y="5482"/>
                </a:lnTo>
                <a:lnTo>
                  <a:pt x="7688" y="3435"/>
                </a:lnTo>
                <a:close/>
                <a:moveTo>
                  <a:pt x="10996" y="3435"/>
                </a:moveTo>
                <a:cubicBezTo>
                  <a:pt x="11059" y="3750"/>
                  <a:pt x="11153" y="4096"/>
                  <a:pt x="11153" y="4443"/>
                </a:cubicBezTo>
                <a:cubicBezTo>
                  <a:pt x="11153" y="4789"/>
                  <a:pt x="11122" y="5167"/>
                  <a:pt x="10996" y="5482"/>
                </a:cubicBezTo>
                <a:lnTo>
                  <a:pt x="9704" y="5482"/>
                </a:lnTo>
                <a:cubicBezTo>
                  <a:pt x="9736" y="5136"/>
                  <a:pt x="9767" y="4789"/>
                  <a:pt x="9767" y="4443"/>
                </a:cubicBezTo>
                <a:cubicBezTo>
                  <a:pt x="9736" y="4096"/>
                  <a:pt x="9736" y="3750"/>
                  <a:pt x="9704" y="3435"/>
                </a:cubicBezTo>
                <a:close/>
                <a:moveTo>
                  <a:pt x="5136" y="6144"/>
                </a:moveTo>
                <a:cubicBezTo>
                  <a:pt x="5231" y="6648"/>
                  <a:pt x="5388" y="7089"/>
                  <a:pt x="5609" y="7467"/>
                </a:cubicBezTo>
                <a:cubicBezTo>
                  <a:pt x="5672" y="7593"/>
                  <a:pt x="5766" y="7751"/>
                  <a:pt x="5798" y="7877"/>
                </a:cubicBezTo>
                <a:cubicBezTo>
                  <a:pt x="5042" y="7530"/>
                  <a:pt x="4380" y="6932"/>
                  <a:pt x="3970" y="6144"/>
                </a:cubicBezTo>
                <a:close/>
                <a:moveTo>
                  <a:pt x="10712" y="6144"/>
                </a:moveTo>
                <a:cubicBezTo>
                  <a:pt x="10334" y="6932"/>
                  <a:pt x="9704" y="7530"/>
                  <a:pt x="8917" y="7877"/>
                </a:cubicBezTo>
                <a:cubicBezTo>
                  <a:pt x="8980" y="7751"/>
                  <a:pt x="9074" y="7625"/>
                  <a:pt x="9106" y="7467"/>
                </a:cubicBezTo>
                <a:cubicBezTo>
                  <a:pt x="9295" y="7089"/>
                  <a:pt x="9452" y="6617"/>
                  <a:pt x="9578" y="6144"/>
                </a:cubicBezTo>
                <a:close/>
                <a:moveTo>
                  <a:pt x="7026" y="6144"/>
                </a:moveTo>
                <a:lnTo>
                  <a:pt x="7026" y="8097"/>
                </a:lnTo>
                <a:cubicBezTo>
                  <a:pt x="6743" y="7940"/>
                  <a:pt x="6428" y="7625"/>
                  <a:pt x="6239" y="7152"/>
                </a:cubicBezTo>
                <a:cubicBezTo>
                  <a:pt x="6081" y="6837"/>
                  <a:pt x="5955" y="6491"/>
                  <a:pt x="5861" y="6144"/>
                </a:cubicBezTo>
                <a:close/>
                <a:moveTo>
                  <a:pt x="8854" y="6144"/>
                </a:moveTo>
                <a:cubicBezTo>
                  <a:pt x="8791" y="6522"/>
                  <a:pt x="8633" y="6900"/>
                  <a:pt x="8507" y="7152"/>
                </a:cubicBezTo>
                <a:cubicBezTo>
                  <a:pt x="8287" y="7688"/>
                  <a:pt x="8003" y="8003"/>
                  <a:pt x="7688" y="8097"/>
                </a:cubicBezTo>
                <a:lnTo>
                  <a:pt x="7688" y="6144"/>
                </a:lnTo>
                <a:close/>
                <a:moveTo>
                  <a:pt x="2726" y="8759"/>
                </a:moveTo>
                <a:cubicBezTo>
                  <a:pt x="2813" y="8759"/>
                  <a:pt x="2899" y="8790"/>
                  <a:pt x="2962" y="8853"/>
                </a:cubicBezTo>
                <a:cubicBezTo>
                  <a:pt x="3088" y="8980"/>
                  <a:pt x="3088" y="9169"/>
                  <a:pt x="2962" y="9326"/>
                </a:cubicBezTo>
                <a:lnTo>
                  <a:pt x="1387" y="10901"/>
                </a:lnTo>
                <a:cubicBezTo>
                  <a:pt x="1324" y="10964"/>
                  <a:pt x="1237" y="10996"/>
                  <a:pt x="1151" y="10996"/>
                </a:cubicBezTo>
                <a:cubicBezTo>
                  <a:pt x="1064" y="10996"/>
                  <a:pt x="977" y="10964"/>
                  <a:pt x="914" y="10901"/>
                </a:cubicBezTo>
                <a:cubicBezTo>
                  <a:pt x="788" y="10775"/>
                  <a:pt x="788" y="10555"/>
                  <a:pt x="914" y="10429"/>
                </a:cubicBezTo>
                <a:lnTo>
                  <a:pt x="2490" y="8853"/>
                </a:lnTo>
                <a:cubicBezTo>
                  <a:pt x="2553" y="8790"/>
                  <a:pt x="2639" y="8759"/>
                  <a:pt x="2726" y="8759"/>
                </a:cubicBezTo>
                <a:close/>
                <a:moveTo>
                  <a:pt x="7373" y="1"/>
                </a:moveTo>
                <a:cubicBezTo>
                  <a:pt x="4915" y="1"/>
                  <a:pt x="2931" y="1985"/>
                  <a:pt x="2931" y="4443"/>
                </a:cubicBezTo>
                <a:cubicBezTo>
                  <a:pt x="2931" y="5514"/>
                  <a:pt x="3309" y="6522"/>
                  <a:pt x="4002" y="7310"/>
                </a:cubicBezTo>
                <a:lnTo>
                  <a:pt x="3151" y="8160"/>
                </a:lnTo>
                <a:cubicBezTo>
                  <a:pt x="3011" y="8079"/>
                  <a:pt x="2858" y="8040"/>
                  <a:pt x="2705" y="8040"/>
                </a:cubicBezTo>
                <a:cubicBezTo>
                  <a:pt x="2445" y="8040"/>
                  <a:pt x="2184" y="8151"/>
                  <a:pt x="1986" y="8349"/>
                </a:cubicBezTo>
                <a:lnTo>
                  <a:pt x="410" y="9925"/>
                </a:lnTo>
                <a:cubicBezTo>
                  <a:pt x="1" y="10303"/>
                  <a:pt x="1" y="10996"/>
                  <a:pt x="410" y="11374"/>
                </a:cubicBezTo>
                <a:cubicBezTo>
                  <a:pt x="599" y="11563"/>
                  <a:pt x="883" y="11689"/>
                  <a:pt x="1103" y="11689"/>
                </a:cubicBezTo>
                <a:cubicBezTo>
                  <a:pt x="1387" y="11689"/>
                  <a:pt x="1607" y="11563"/>
                  <a:pt x="1828" y="11374"/>
                </a:cubicBezTo>
                <a:lnTo>
                  <a:pt x="3403" y="9799"/>
                </a:lnTo>
                <a:cubicBezTo>
                  <a:pt x="3718" y="9484"/>
                  <a:pt x="3781" y="9011"/>
                  <a:pt x="3592" y="8633"/>
                </a:cubicBezTo>
                <a:lnTo>
                  <a:pt x="4411" y="7782"/>
                </a:lnTo>
                <a:cubicBezTo>
                  <a:pt x="5199" y="8444"/>
                  <a:pt x="6207" y="8853"/>
                  <a:pt x="7278" y="8853"/>
                </a:cubicBezTo>
                <a:cubicBezTo>
                  <a:pt x="7298" y="8854"/>
                  <a:pt x="7318" y="8854"/>
                  <a:pt x="7338" y="8854"/>
                </a:cubicBezTo>
                <a:cubicBezTo>
                  <a:pt x="9830" y="8854"/>
                  <a:pt x="11815" y="6881"/>
                  <a:pt x="11815" y="4443"/>
                </a:cubicBezTo>
                <a:cubicBezTo>
                  <a:pt x="11815" y="2017"/>
                  <a:pt x="9799" y="1"/>
                  <a:pt x="737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075" name="Google Shape;12075;p140"/>
          <p:cNvGrpSpPr/>
          <p:nvPr/>
        </p:nvGrpSpPr>
        <p:grpSpPr>
          <a:xfrm>
            <a:off x="3551844" y="1631401"/>
            <a:ext cx="423069" cy="420507"/>
            <a:chOff x="-4932650" y="2046625"/>
            <a:chExt cx="293025" cy="291250"/>
          </a:xfrm>
        </p:grpSpPr>
        <p:sp>
          <p:nvSpPr>
            <p:cNvPr id="12076" name="Google Shape;12076;p140"/>
            <p:cNvSpPr/>
            <p:nvPr/>
          </p:nvSpPr>
          <p:spPr>
            <a:xfrm>
              <a:off x="-4932650" y="2046625"/>
              <a:ext cx="293025" cy="291250"/>
            </a:xfrm>
            <a:custGeom>
              <a:rect b="b" l="l" r="r" t="t"/>
              <a:pathLst>
                <a:path extrusionOk="0" h="11650" w="11721">
                  <a:moveTo>
                    <a:pt x="7625" y="694"/>
                  </a:moveTo>
                  <a:cubicBezTo>
                    <a:pt x="9515" y="694"/>
                    <a:pt x="11059" y="2206"/>
                    <a:pt x="11059" y="4096"/>
                  </a:cubicBezTo>
                  <a:cubicBezTo>
                    <a:pt x="11059" y="5987"/>
                    <a:pt x="9515" y="7530"/>
                    <a:pt x="7625" y="7530"/>
                  </a:cubicBezTo>
                  <a:cubicBezTo>
                    <a:pt x="5735" y="7530"/>
                    <a:pt x="4223" y="5987"/>
                    <a:pt x="4223" y="4096"/>
                  </a:cubicBezTo>
                  <a:cubicBezTo>
                    <a:pt x="4223" y="2206"/>
                    <a:pt x="5735" y="694"/>
                    <a:pt x="7625" y="694"/>
                  </a:cubicBezTo>
                  <a:close/>
                  <a:moveTo>
                    <a:pt x="3344" y="8066"/>
                  </a:moveTo>
                  <a:cubicBezTo>
                    <a:pt x="3435" y="8066"/>
                    <a:pt x="3529" y="8098"/>
                    <a:pt x="3593" y="8161"/>
                  </a:cubicBezTo>
                  <a:cubicBezTo>
                    <a:pt x="3719" y="8287"/>
                    <a:pt x="3719" y="8507"/>
                    <a:pt x="3593" y="8633"/>
                  </a:cubicBezTo>
                  <a:lnTo>
                    <a:pt x="1324" y="10870"/>
                  </a:lnTo>
                  <a:cubicBezTo>
                    <a:pt x="1277" y="10933"/>
                    <a:pt x="1190" y="10964"/>
                    <a:pt x="1100" y="10964"/>
                  </a:cubicBezTo>
                  <a:cubicBezTo>
                    <a:pt x="1009" y="10964"/>
                    <a:pt x="915" y="10933"/>
                    <a:pt x="852" y="10870"/>
                  </a:cubicBezTo>
                  <a:cubicBezTo>
                    <a:pt x="757" y="10744"/>
                    <a:pt x="757" y="10523"/>
                    <a:pt x="852" y="10397"/>
                  </a:cubicBezTo>
                  <a:lnTo>
                    <a:pt x="3120" y="8161"/>
                  </a:lnTo>
                  <a:cubicBezTo>
                    <a:pt x="3167" y="8098"/>
                    <a:pt x="3254" y="8066"/>
                    <a:pt x="3344" y="8066"/>
                  </a:cubicBezTo>
                  <a:close/>
                  <a:moveTo>
                    <a:pt x="7625" y="1"/>
                  </a:moveTo>
                  <a:cubicBezTo>
                    <a:pt x="5357" y="1"/>
                    <a:pt x="3529" y="1860"/>
                    <a:pt x="3529" y="4096"/>
                  </a:cubicBezTo>
                  <a:cubicBezTo>
                    <a:pt x="3529" y="5136"/>
                    <a:pt x="3908" y="6050"/>
                    <a:pt x="4538" y="6743"/>
                  </a:cubicBezTo>
                  <a:lnTo>
                    <a:pt x="3813" y="7467"/>
                  </a:lnTo>
                  <a:cubicBezTo>
                    <a:pt x="3673" y="7386"/>
                    <a:pt x="3520" y="7347"/>
                    <a:pt x="3367" y="7347"/>
                  </a:cubicBezTo>
                  <a:cubicBezTo>
                    <a:pt x="3106" y="7347"/>
                    <a:pt x="2846" y="7458"/>
                    <a:pt x="2647" y="7656"/>
                  </a:cubicBezTo>
                  <a:lnTo>
                    <a:pt x="379" y="9893"/>
                  </a:lnTo>
                  <a:cubicBezTo>
                    <a:pt x="1" y="10271"/>
                    <a:pt x="1" y="10964"/>
                    <a:pt x="379" y="11343"/>
                  </a:cubicBezTo>
                  <a:cubicBezTo>
                    <a:pt x="584" y="11547"/>
                    <a:pt x="852" y="11650"/>
                    <a:pt x="1119" y="11650"/>
                  </a:cubicBezTo>
                  <a:cubicBezTo>
                    <a:pt x="1387" y="11650"/>
                    <a:pt x="1655" y="11547"/>
                    <a:pt x="1860" y="11343"/>
                  </a:cubicBezTo>
                  <a:lnTo>
                    <a:pt x="4097" y="9106"/>
                  </a:lnTo>
                  <a:cubicBezTo>
                    <a:pt x="4412" y="8791"/>
                    <a:pt x="4506" y="8318"/>
                    <a:pt x="4286" y="7909"/>
                  </a:cubicBezTo>
                  <a:lnTo>
                    <a:pt x="5010" y="7215"/>
                  </a:lnTo>
                  <a:cubicBezTo>
                    <a:pt x="5703" y="7814"/>
                    <a:pt x="6648" y="8192"/>
                    <a:pt x="7625" y="8192"/>
                  </a:cubicBezTo>
                  <a:cubicBezTo>
                    <a:pt x="9925" y="8192"/>
                    <a:pt x="11721" y="6333"/>
                    <a:pt x="11721" y="4096"/>
                  </a:cubicBezTo>
                  <a:cubicBezTo>
                    <a:pt x="11721" y="1828"/>
                    <a:pt x="9893" y="1"/>
                    <a:pt x="762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7" name="Google Shape;12077;p140"/>
            <p:cNvSpPr/>
            <p:nvPr/>
          </p:nvSpPr>
          <p:spPr>
            <a:xfrm>
              <a:off x="-4802675" y="2115050"/>
              <a:ext cx="122100" cy="86075"/>
            </a:xfrm>
            <a:custGeom>
              <a:rect b="b" l="l" r="r" t="t"/>
              <a:pathLst>
                <a:path extrusionOk="0" h="3443" w="4884">
                  <a:moveTo>
                    <a:pt x="2428" y="1"/>
                  </a:moveTo>
                  <a:cubicBezTo>
                    <a:pt x="2301" y="1"/>
                    <a:pt x="2172" y="72"/>
                    <a:pt x="2111" y="225"/>
                  </a:cubicBezTo>
                  <a:lnTo>
                    <a:pt x="1418" y="2116"/>
                  </a:lnTo>
                  <a:lnTo>
                    <a:pt x="693" y="225"/>
                  </a:lnTo>
                  <a:cubicBezTo>
                    <a:pt x="645" y="105"/>
                    <a:pt x="524" y="4"/>
                    <a:pt x="400" y="4"/>
                  </a:cubicBezTo>
                  <a:cubicBezTo>
                    <a:pt x="361" y="4"/>
                    <a:pt x="321" y="14"/>
                    <a:pt x="284" y="36"/>
                  </a:cubicBezTo>
                  <a:cubicBezTo>
                    <a:pt x="126" y="99"/>
                    <a:pt x="0" y="288"/>
                    <a:pt x="63" y="446"/>
                  </a:cubicBezTo>
                  <a:lnTo>
                    <a:pt x="1103" y="3218"/>
                  </a:lnTo>
                  <a:cubicBezTo>
                    <a:pt x="1168" y="3364"/>
                    <a:pt x="1299" y="3443"/>
                    <a:pt x="1428" y="3443"/>
                  </a:cubicBezTo>
                  <a:cubicBezTo>
                    <a:pt x="1551" y="3443"/>
                    <a:pt x="1672" y="3372"/>
                    <a:pt x="1733" y="3218"/>
                  </a:cubicBezTo>
                  <a:lnTo>
                    <a:pt x="2426" y="1328"/>
                  </a:lnTo>
                  <a:lnTo>
                    <a:pt x="3151" y="3218"/>
                  </a:lnTo>
                  <a:cubicBezTo>
                    <a:pt x="3215" y="3364"/>
                    <a:pt x="3346" y="3443"/>
                    <a:pt x="3476" y="3443"/>
                  </a:cubicBezTo>
                  <a:cubicBezTo>
                    <a:pt x="3598" y="3443"/>
                    <a:pt x="3719" y="3372"/>
                    <a:pt x="3781" y="3218"/>
                  </a:cubicBezTo>
                  <a:lnTo>
                    <a:pt x="4789" y="446"/>
                  </a:lnTo>
                  <a:cubicBezTo>
                    <a:pt x="4884" y="257"/>
                    <a:pt x="4789" y="68"/>
                    <a:pt x="4600" y="36"/>
                  </a:cubicBezTo>
                  <a:cubicBezTo>
                    <a:pt x="4562" y="14"/>
                    <a:pt x="4521" y="4"/>
                    <a:pt x="4479" y="4"/>
                  </a:cubicBezTo>
                  <a:cubicBezTo>
                    <a:pt x="4346" y="4"/>
                    <a:pt x="4207" y="105"/>
                    <a:pt x="4159" y="225"/>
                  </a:cubicBezTo>
                  <a:lnTo>
                    <a:pt x="3466" y="2116"/>
                  </a:lnTo>
                  <a:lnTo>
                    <a:pt x="2741" y="225"/>
                  </a:lnTo>
                  <a:cubicBezTo>
                    <a:pt x="2693" y="80"/>
                    <a:pt x="2561" y="1"/>
                    <a:pt x="242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078" name="Google Shape;12078;p140"/>
          <p:cNvSpPr/>
          <p:nvPr/>
        </p:nvSpPr>
        <p:spPr>
          <a:xfrm>
            <a:off x="3553296" y="2140826"/>
            <a:ext cx="420796" cy="419677"/>
          </a:xfrm>
          <a:custGeom>
            <a:rect b="b" l="l" r="r" t="t"/>
            <a:pathLst>
              <a:path extrusionOk="0" h="11627" w="11658">
                <a:moveTo>
                  <a:pt x="6806" y="2017"/>
                </a:moveTo>
                <a:lnTo>
                  <a:pt x="6806" y="2773"/>
                </a:lnTo>
                <a:lnTo>
                  <a:pt x="4758" y="2773"/>
                </a:lnTo>
                <a:lnTo>
                  <a:pt x="4758" y="2017"/>
                </a:lnTo>
                <a:close/>
                <a:moveTo>
                  <a:pt x="7152" y="694"/>
                </a:moveTo>
                <a:cubicBezTo>
                  <a:pt x="7688" y="694"/>
                  <a:pt x="8192" y="1167"/>
                  <a:pt x="8192" y="1702"/>
                </a:cubicBezTo>
                <a:lnTo>
                  <a:pt x="8192" y="2773"/>
                </a:lnTo>
                <a:lnTo>
                  <a:pt x="7499" y="2773"/>
                </a:lnTo>
                <a:lnTo>
                  <a:pt x="7499" y="1702"/>
                </a:lnTo>
                <a:cubicBezTo>
                  <a:pt x="7499" y="1513"/>
                  <a:pt x="7341" y="1356"/>
                  <a:pt x="7152" y="1356"/>
                </a:cubicBezTo>
                <a:lnTo>
                  <a:pt x="4411" y="1356"/>
                </a:lnTo>
                <a:cubicBezTo>
                  <a:pt x="4191" y="1356"/>
                  <a:pt x="4033" y="1513"/>
                  <a:pt x="4033" y="1702"/>
                </a:cubicBezTo>
                <a:lnTo>
                  <a:pt x="4033" y="2773"/>
                </a:lnTo>
                <a:lnTo>
                  <a:pt x="3371" y="2773"/>
                </a:lnTo>
                <a:lnTo>
                  <a:pt x="3371" y="1702"/>
                </a:lnTo>
                <a:cubicBezTo>
                  <a:pt x="3371" y="1167"/>
                  <a:pt x="3844" y="694"/>
                  <a:pt x="4411" y="694"/>
                </a:cubicBezTo>
                <a:close/>
                <a:moveTo>
                  <a:pt x="10618" y="3498"/>
                </a:moveTo>
                <a:cubicBezTo>
                  <a:pt x="10807" y="3498"/>
                  <a:pt x="10964" y="3656"/>
                  <a:pt x="10964" y="3845"/>
                </a:cubicBezTo>
                <a:lnTo>
                  <a:pt x="10964" y="5010"/>
                </a:lnTo>
                <a:cubicBezTo>
                  <a:pt x="9546" y="6239"/>
                  <a:pt x="7688" y="6901"/>
                  <a:pt x="5766" y="6901"/>
                </a:cubicBezTo>
                <a:cubicBezTo>
                  <a:pt x="3876" y="6901"/>
                  <a:pt x="2080" y="6239"/>
                  <a:pt x="662" y="5010"/>
                </a:cubicBezTo>
                <a:lnTo>
                  <a:pt x="662" y="3971"/>
                </a:lnTo>
                <a:cubicBezTo>
                  <a:pt x="662" y="3687"/>
                  <a:pt x="851" y="3498"/>
                  <a:pt x="1135" y="3498"/>
                </a:cubicBezTo>
                <a:close/>
                <a:moveTo>
                  <a:pt x="6806" y="7531"/>
                </a:moveTo>
                <a:lnTo>
                  <a:pt x="6806" y="7940"/>
                </a:lnTo>
                <a:cubicBezTo>
                  <a:pt x="6806" y="8129"/>
                  <a:pt x="6648" y="8287"/>
                  <a:pt x="6459" y="8287"/>
                </a:cubicBezTo>
                <a:lnTo>
                  <a:pt x="5073" y="8287"/>
                </a:lnTo>
                <a:cubicBezTo>
                  <a:pt x="4884" y="8287"/>
                  <a:pt x="4726" y="8129"/>
                  <a:pt x="4726" y="7940"/>
                </a:cubicBezTo>
                <a:lnTo>
                  <a:pt x="4726" y="7531"/>
                </a:lnTo>
                <a:lnTo>
                  <a:pt x="4758" y="7531"/>
                </a:lnTo>
                <a:cubicBezTo>
                  <a:pt x="5104" y="7594"/>
                  <a:pt x="5419" y="7625"/>
                  <a:pt x="5766" y="7625"/>
                </a:cubicBezTo>
                <a:cubicBezTo>
                  <a:pt x="6112" y="7625"/>
                  <a:pt x="6427" y="7594"/>
                  <a:pt x="6806" y="7531"/>
                </a:cubicBezTo>
                <a:close/>
                <a:moveTo>
                  <a:pt x="10964" y="5892"/>
                </a:moveTo>
                <a:lnTo>
                  <a:pt x="10964" y="9988"/>
                </a:lnTo>
                <a:cubicBezTo>
                  <a:pt x="10964" y="10524"/>
                  <a:pt x="10492" y="10996"/>
                  <a:pt x="9956" y="10996"/>
                </a:cubicBezTo>
                <a:lnTo>
                  <a:pt x="1670" y="10996"/>
                </a:lnTo>
                <a:cubicBezTo>
                  <a:pt x="1135" y="10996"/>
                  <a:pt x="662" y="10524"/>
                  <a:pt x="662" y="9988"/>
                </a:cubicBezTo>
                <a:lnTo>
                  <a:pt x="662" y="5892"/>
                </a:lnTo>
                <a:cubicBezTo>
                  <a:pt x="1670" y="6649"/>
                  <a:pt x="2804" y="7184"/>
                  <a:pt x="4065" y="7436"/>
                </a:cubicBezTo>
                <a:lnTo>
                  <a:pt x="4065" y="7940"/>
                </a:lnTo>
                <a:cubicBezTo>
                  <a:pt x="4065" y="8476"/>
                  <a:pt x="4537" y="8948"/>
                  <a:pt x="5104" y="8948"/>
                </a:cubicBezTo>
                <a:lnTo>
                  <a:pt x="6490" y="8948"/>
                </a:lnTo>
                <a:cubicBezTo>
                  <a:pt x="7026" y="8948"/>
                  <a:pt x="7499" y="8476"/>
                  <a:pt x="7499" y="7940"/>
                </a:cubicBezTo>
                <a:lnTo>
                  <a:pt x="7499" y="7436"/>
                </a:lnTo>
                <a:cubicBezTo>
                  <a:pt x="7971" y="7342"/>
                  <a:pt x="8444" y="7184"/>
                  <a:pt x="8916" y="7027"/>
                </a:cubicBezTo>
                <a:cubicBezTo>
                  <a:pt x="9672" y="6743"/>
                  <a:pt x="10334" y="6365"/>
                  <a:pt x="10964" y="5892"/>
                </a:cubicBezTo>
                <a:close/>
                <a:moveTo>
                  <a:pt x="4411" y="1"/>
                </a:moveTo>
                <a:cubicBezTo>
                  <a:pt x="3466" y="1"/>
                  <a:pt x="2710" y="757"/>
                  <a:pt x="2710" y="1702"/>
                </a:cubicBezTo>
                <a:lnTo>
                  <a:pt x="2710" y="2773"/>
                </a:lnTo>
                <a:lnTo>
                  <a:pt x="1135" y="2773"/>
                </a:lnTo>
                <a:cubicBezTo>
                  <a:pt x="505" y="2773"/>
                  <a:pt x="0" y="3277"/>
                  <a:pt x="0" y="3908"/>
                </a:cubicBezTo>
                <a:lnTo>
                  <a:pt x="0" y="9957"/>
                </a:lnTo>
                <a:cubicBezTo>
                  <a:pt x="0" y="10902"/>
                  <a:pt x="725" y="11626"/>
                  <a:pt x="1670" y="11626"/>
                </a:cubicBezTo>
                <a:lnTo>
                  <a:pt x="9956" y="11626"/>
                </a:lnTo>
                <a:cubicBezTo>
                  <a:pt x="10901" y="11626"/>
                  <a:pt x="11657" y="10902"/>
                  <a:pt x="11657" y="9957"/>
                </a:cubicBezTo>
                <a:lnTo>
                  <a:pt x="11657" y="3813"/>
                </a:lnTo>
                <a:cubicBezTo>
                  <a:pt x="11626" y="3246"/>
                  <a:pt x="11153" y="2773"/>
                  <a:pt x="10618" y="2773"/>
                </a:cubicBezTo>
                <a:lnTo>
                  <a:pt x="8853" y="2773"/>
                </a:lnTo>
                <a:lnTo>
                  <a:pt x="8853" y="1702"/>
                </a:lnTo>
                <a:cubicBezTo>
                  <a:pt x="8853" y="757"/>
                  <a:pt x="8097" y="1"/>
                  <a:pt x="715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079" name="Google Shape;12079;p140"/>
          <p:cNvGrpSpPr/>
          <p:nvPr/>
        </p:nvGrpSpPr>
        <p:grpSpPr>
          <a:xfrm>
            <a:off x="3563775" y="2660957"/>
            <a:ext cx="423069" cy="420796"/>
            <a:chOff x="-4931075" y="2765725"/>
            <a:chExt cx="293025" cy="291450"/>
          </a:xfrm>
        </p:grpSpPr>
        <p:sp>
          <p:nvSpPr>
            <p:cNvPr id="12080" name="Google Shape;12080;p140"/>
            <p:cNvSpPr/>
            <p:nvPr/>
          </p:nvSpPr>
          <p:spPr>
            <a:xfrm>
              <a:off x="-4810550" y="2884650"/>
              <a:ext cx="51225" cy="51225"/>
            </a:xfrm>
            <a:custGeom>
              <a:rect b="b" l="l" r="r" t="t"/>
              <a:pathLst>
                <a:path extrusionOk="0" h="2049" w="2049">
                  <a:moveTo>
                    <a:pt x="1008" y="663"/>
                  </a:moveTo>
                  <a:cubicBezTo>
                    <a:pt x="1229" y="663"/>
                    <a:pt x="1386" y="820"/>
                    <a:pt x="1386" y="1041"/>
                  </a:cubicBezTo>
                  <a:cubicBezTo>
                    <a:pt x="1386" y="1230"/>
                    <a:pt x="1229" y="1387"/>
                    <a:pt x="1008" y="1387"/>
                  </a:cubicBezTo>
                  <a:cubicBezTo>
                    <a:pt x="819" y="1387"/>
                    <a:pt x="662" y="1230"/>
                    <a:pt x="662" y="1041"/>
                  </a:cubicBezTo>
                  <a:cubicBezTo>
                    <a:pt x="662" y="820"/>
                    <a:pt x="819" y="663"/>
                    <a:pt x="1008" y="663"/>
                  </a:cubicBezTo>
                  <a:close/>
                  <a:moveTo>
                    <a:pt x="1008" y="1"/>
                  </a:moveTo>
                  <a:cubicBezTo>
                    <a:pt x="473" y="1"/>
                    <a:pt x="0" y="473"/>
                    <a:pt x="0" y="1041"/>
                  </a:cubicBezTo>
                  <a:cubicBezTo>
                    <a:pt x="0" y="1576"/>
                    <a:pt x="473" y="2049"/>
                    <a:pt x="1040" y="2049"/>
                  </a:cubicBezTo>
                  <a:cubicBezTo>
                    <a:pt x="1575" y="2049"/>
                    <a:pt x="2048" y="1576"/>
                    <a:pt x="2048" y="1041"/>
                  </a:cubicBezTo>
                  <a:cubicBezTo>
                    <a:pt x="2048" y="473"/>
                    <a:pt x="1607" y="1"/>
                    <a:pt x="10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1" name="Google Shape;12081;p140"/>
            <p:cNvSpPr/>
            <p:nvPr/>
          </p:nvSpPr>
          <p:spPr>
            <a:xfrm>
              <a:off x="-4931075" y="2765725"/>
              <a:ext cx="293025" cy="291450"/>
            </a:xfrm>
            <a:custGeom>
              <a:rect b="b" l="l" r="r" t="t"/>
              <a:pathLst>
                <a:path extrusionOk="0" h="11658" w="11721">
                  <a:moveTo>
                    <a:pt x="3214" y="1387"/>
                  </a:moveTo>
                  <a:lnTo>
                    <a:pt x="4475" y="3844"/>
                  </a:lnTo>
                  <a:cubicBezTo>
                    <a:pt x="4223" y="4002"/>
                    <a:pt x="4034" y="4222"/>
                    <a:pt x="3876" y="4443"/>
                  </a:cubicBezTo>
                  <a:lnTo>
                    <a:pt x="1356" y="3214"/>
                  </a:lnTo>
                  <a:cubicBezTo>
                    <a:pt x="1828" y="2427"/>
                    <a:pt x="2458" y="1796"/>
                    <a:pt x="3214" y="1387"/>
                  </a:cubicBezTo>
                  <a:close/>
                  <a:moveTo>
                    <a:pt x="5829" y="4128"/>
                  </a:moveTo>
                  <a:cubicBezTo>
                    <a:pt x="6775" y="4128"/>
                    <a:pt x="7531" y="4884"/>
                    <a:pt x="7531" y="5829"/>
                  </a:cubicBezTo>
                  <a:cubicBezTo>
                    <a:pt x="7562" y="6743"/>
                    <a:pt x="6775" y="7530"/>
                    <a:pt x="5829" y="7530"/>
                  </a:cubicBezTo>
                  <a:cubicBezTo>
                    <a:pt x="4884" y="7530"/>
                    <a:pt x="4160" y="6774"/>
                    <a:pt x="4160" y="5829"/>
                  </a:cubicBezTo>
                  <a:cubicBezTo>
                    <a:pt x="4160" y="4884"/>
                    <a:pt x="4884" y="4128"/>
                    <a:pt x="5829" y="4128"/>
                  </a:cubicBezTo>
                  <a:close/>
                  <a:moveTo>
                    <a:pt x="5798" y="662"/>
                  </a:moveTo>
                  <a:cubicBezTo>
                    <a:pt x="8665" y="662"/>
                    <a:pt x="10996" y="2994"/>
                    <a:pt x="10996" y="5861"/>
                  </a:cubicBezTo>
                  <a:cubicBezTo>
                    <a:pt x="10996" y="6585"/>
                    <a:pt x="10839" y="7247"/>
                    <a:pt x="10618" y="7845"/>
                  </a:cubicBezTo>
                  <a:lnTo>
                    <a:pt x="8129" y="6585"/>
                  </a:lnTo>
                  <a:cubicBezTo>
                    <a:pt x="8192" y="6333"/>
                    <a:pt x="8255" y="6050"/>
                    <a:pt x="8255" y="5829"/>
                  </a:cubicBezTo>
                  <a:cubicBezTo>
                    <a:pt x="8255" y="4474"/>
                    <a:pt x="7184" y="3435"/>
                    <a:pt x="5829" y="3435"/>
                  </a:cubicBezTo>
                  <a:cubicBezTo>
                    <a:pt x="5577" y="3435"/>
                    <a:pt x="5325" y="3466"/>
                    <a:pt x="5105" y="3529"/>
                  </a:cubicBezTo>
                  <a:lnTo>
                    <a:pt x="3845" y="1072"/>
                  </a:lnTo>
                  <a:cubicBezTo>
                    <a:pt x="4412" y="820"/>
                    <a:pt x="5105" y="662"/>
                    <a:pt x="5798" y="662"/>
                  </a:cubicBezTo>
                  <a:close/>
                  <a:moveTo>
                    <a:pt x="7814" y="7152"/>
                  </a:moveTo>
                  <a:lnTo>
                    <a:pt x="10303" y="8412"/>
                  </a:lnTo>
                  <a:cubicBezTo>
                    <a:pt x="9862" y="9200"/>
                    <a:pt x="9232" y="9830"/>
                    <a:pt x="8444" y="10271"/>
                  </a:cubicBezTo>
                  <a:lnTo>
                    <a:pt x="7216" y="7751"/>
                  </a:lnTo>
                  <a:cubicBezTo>
                    <a:pt x="7468" y="7593"/>
                    <a:pt x="7657" y="7404"/>
                    <a:pt x="7814" y="7152"/>
                  </a:cubicBezTo>
                  <a:close/>
                  <a:moveTo>
                    <a:pt x="1072" y="3844"/>
                  </a:moveTo>
                  <a:lnTo>
                    <a:pt x="3593" y="5073"/>
                  </a:lnTo>
                  <a:cubicBezTo>
                    <a:pt x="3530" y="5325"/>
                    <a:pt x="3498" y="5546"/>
                    <a:pt x="3498" y="5829"/>
                  </a:cubicBezTo>
                  <a:cubicBezTo>
                    <a:pt x="3498" y="7152"/>
                    <a:pt x="4538" y="8223"/>
                    <a:pt x="5892" y="8223"/>
                  </a:cubicBezTo>
                  <a:cubicBezTo>
                    <a:pt x="6176" y="8223"/>
                    <a:pt x="6396" y="8192"/>
                    <a:pt x="6648" y="8097"/>
                  </a:cubicBezTo>
                  <a:lnTo>
                    <a:pt x="7846" y="10618"/>
                  </a:lnTo>
                  <a:cubicBezTo>
                    <a:pt x="7216" y="10901"/>
                    <a:pt x="6554" y="11027"/>
                    <a:pt x="5892" y="11027"/>
                  </a:cubicBezTo>
                  <a:cubicBezTo>
                    <a:pt x="2994" y="10996"/>
                    <a:pt x="694" y="8665"/>
                    <a:pt x="694" y="5829"/>
                  </a:cubicBezTo>
                  <a:cubicBezTo>
                    <a:pt x="694" y="5104"/>
                    <a:pt x="852" y="4443"/>
                    <a:pt x="1072" y="3844"/>
                  </a:cubicBezTo>
                  <a:close/>
                  <a:moveTo>
                    <a:pt x="5798" y="1"/>
                  </a:moveTo>
                  <a:cubicBezTo>
                    <a:pt x="4254" y="1"/>
                    <a:pt x="2773" y="599"/>
                    <a:pt x="1702" y="1702"/>
                  </a:cubicBezTo>
                  <a:cubicBezTo>
                    <a:pt x="600" y="2805"/>
                    <a:pt x="1" y="4254"/>
                    <a:pt x="1" y="5798"/>
                  </a:cubicBezTo>
                  <a:cubicBezTo>
                    <a:pt x="1" y="8980"/>
                    <a:pt x="2647" y="11657"/>
                    <a:pt x="5892" y="11657"/>
                  </a:cubicBezTo>
                  <a:cubicBezTo>
                    <a:pt x="9106" y="11657"/>
                    <a:pt x="11721" y="9043"/>
                    <a:pt x="11721" y="5829"/>
                  </a:cubicBezTo>
                  <a:cubicBezTo>
                    <a:pt x="11658" y="2647"/>
                    <a:pt x="9043" y="1"/>
                    <a:pt x="579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82" name="Google Shape;12082;p140"/>
          <p:cNvGrpSpPr/>
          <p:nvPr/>
        </p:nvGrpSpPr>
        <p:grpSpPr>
          <a:xfrm>
            <a:off x="6269343" y="1656289"/>
            <a:ext cx="420796" cy="370732"/>
            <a:chOff x="-3137650" y="2067900"/>
            <a:chExt cx="291450" cy="256775"/>
          </a:xfrm>
        </p:grpSpPr>
        <p:sp>
          <p:nvSpPr>
            <p:cNvPr id="12083" name="Google Shape;12083;p140"/>
            <p:cNvSpPr/>
            <p:nvPr/>
          </p:nvSpPr>
          <p:spPr>
            <a:xfrm>
              <a:off x="-3137650" y="2067900"/>
              <a:ext cx="291450" cy="187475"/>
            </a:xfrm>
            <a:custGeom>
              <a:rect b="b" l="l" r="r" t="t"/>
              <a:pathLst>
                <a:path extrusionOk="0" h="7499" w="11658">
                  <a:moveTo>
                    <a:pt x="10618" y="694"/>
                  </a:moveTo>
                  <a:cubicBezTo>
                    <a:pt x="10838" y="694"/>
                    <a:pt x="10964" y="851"/>
                    <a:pt x="10964" y="1040"/>
                  </a:cubicBezTo>
                  <a:lnTo>
                    <a:pt x="10964" y="6522"/>
                  </a:lnTo>
                  <a:cubicBezTo>
                    <a:pt x="10964" y="6711"/>
                    <a:pt x="10838" y="6868"/>
                    <a:pt x="10618" y="6868"/>
                  </a:cubicBezTo>
                  <a:lnTo>
                    <a:pt x="1009" y="6868"/>
                  </a:lnTo>
                  <a:cubicBezTo>
                    <a:pt x="820" y="6868"/>
                    <a:pt x="662" y="6711"/>
                    <a:pt x="662" y="6522"/>
                  </a:cubicBezTo>
                  <a:lnTo>
                    <a:pt x="662" y="1040"/>
                  </a:lnTo>
                  <a:cubicBezTo>
                    <a:pt x="662" y="851"/>
                    <a:pt x="820" y="694"/>
                    <a:pt x="1009" y="694"/>
                  </a:cubicBezTo>
                  <a:close/>
                  <a:moveTo>
                    <a:pt x="1009" y="0"/>
                  </a:moveTo>
                  <a:cubicBezTo>
                    <a:pt x="473" y="0"/>
                    <a:pt x="1" y="473"/>
                    <a:pt x="1" y="1009"/>
                  </a:cubicBezTo>
                  <a:lnTo>
                    <a:pt x="1" y="6490"/>
                  </a:lnTo>
                  <a:cubicBezTo>
                    <a:pt x="1" y="7026"/>
                    <a:pt x="473" y="7499"/>
                    <a:pt x="1009" y="7499"/>
                  </a:cubicBezTo>
                  <a:lnTo>
                    <a:pt x="10618" y="7499"/>
                  </a:lnTo>
                  <a:cubicBezTo>
                    <a:pt x="11185" y="7499"/>
                    <a:pt x="11658" y="7026"/>
                    <a:pt x="11658" y="6490"/>
                  </a:cubicBezTo>
                  <a:lnTo>
                    <a:pt x="11658" y="1009"/>
                  </a:lnTo>
                  <a:cubicBezTo>
                    <a:pt x="11658" y="473"/>
                    <a:pt x="11217" y="0"/>
                    <a:pt x="1061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4" name="Google Shape;12084;p140"/>
            <p:cNvSpPr/>
            <p:nvPr/>
          </p:nvSpPr>
          <p:spPr>
            <a:xfrm>
              <a:off x="-3137650" y="2273475"/>
              <a:ext cx="291450" cy="51200"/>
            </a:xfrm>
            <a:custGeom>
              <a:rect b="b" l="l" r="r" t="t"/>
              <a:pathLst>
                <a:path extrusionOk="0" h="2048" w="11658">
                  <a:moveTo>
                    <a:pt x="10618" y="662"/>
                  </a:moveTo>
                  <a:cubicBezTo>
                    <a:pt x="10838" y="662"/>
                    <a:pt x="10964" y="819"/>
                    <a:pt x="10964" y="1008"/>
                  </a:cubicBezTo>
                  <a:cubicBezTo>
                    <a:pt x="10964" y="1197"/>
                    <a:pt x="10838" y="1355"/>
                    <a:pt x="10618" y="1355"/>
                  </a:cubicBezTo>
                  <a:lnTo>
                    <a:pt x="6050" y="1355"/>
                  </a:lnTo>
                  <a:cubicBezTo>
                    <a:pt x="6113" y="1260"/>
                    <a:pt x="6113" y="1134"/>
                    <a:pt x="6113" y="1008"/>
                  </a:cubicBezTo>
                  <a:cubicBezTo>
                    <a:pt x="6113" y="882"/>
                    <a:pt x="6050" y="788"/>
                    <a:pt x="6050" y="662"/>
                  </a:cubicBezTo>
                  <a:close/>
                  <a:moveTo>
                    <a:pt x="5105" y="662"/>
                  </a:moveTo>
                  <a:cubicBezTo>
                    <a:pt x="5294" y="662"/>
                    <a:pt x="5451" y="819"/>
                    <a:pt x="5451" y="1008"/>
                  </a:cubicBezTo>
                  <a:cubicBezTo>
                    <a:pt x="5451" y="1229"/>
                    <a:pt x="5294" y="1386"/>
                    <a:pt x="5105" y="1386"/>
                  </a:cubicBezTo>
                  <a:lnTo>
                    <a:pt x="1009" y="1386"/>
                  </a:lnTo>
                  <a:cubicBezTo>
                    <a:pt x="820" y="1355"/>
                    <a:pt x="662" y="1229"/>
                    <a:pt x="662" y="1008"/>
                  </a:cubicBezTo>
                  <a:cubicBezTo>
                    <a:pt x="662" y="819"/>
                    <a:pt x="820" y="662"/>
                    <a:pt x="1009" y="662"/>
                  </a:cubicBezTo>
                  <a:close/>
                  <a:moveTo>
                    <a:pt x="1009" y="0"/>
                  </a:moveTo>
                  <a:cubicBezTo>
                    <a:pt x="473" y="0"/>
                    <a:pt x="1" y="473"/>
                    <a:pt x="1" y="1008"/>
                  </a:cubicBezTo>
                  <a:cubicBezTo>
                    <a:pt x="1" y="1575"/>
                    <a:pt x="473" y="2048"/>
                    <a:pt x="1009" y="2048"/>
                  </a:cubicBezTo>
                  <a:lnTo>
                    <a:pt x="10618" y="2048"/>
                  </a:lnTo>
                  <a:cubicBezTo>
                    <a:pt x="11185" y="2048"/>
                    <a:pt x="11658" y="1575"/>
                    <a:pt x="11658" y="1008"/>
                  </a:cubicBezTo>
                  <a:cubicBezTo>
                    <a:pt x="11658" y="473"/>
                    <a:pt x="11217" y="0"/>
                    <a:pt x="1061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5" name="Google Shape;12085;p140"/>
            <p:cNvSpPr/>
            <p:nvPr/>
          </p:nvSpPr>
          <p:spPr>
            <a:xfrm>
              <a:off x="-3035250" y="2103000"/>
              <a:ext cx="104000" cy="118500"/>
            </a:xfrm>
            <a:custGeom>
              <a:rect b="b" l="l" r="r" t="t"/>
              <a:pathLst>
                <a:path extrusionOk="0" h="4740" w="4160">
                  <a:moveTo>
                    <a:pt x="662" y="896"/>
                  </a:moveTo>
                  <a:lnTo>
                    <a:pt x="3056" y="2346"/>
                  </a:lnTo>
                  <a:lnTo>
                    <a:pt x="662" y="3826"/>
                  </a:lnTo>
                  <a:lnTo>
                    <a:pt x="662" y="896"/>
                  </a:lnTo>
                  <a:close/>
                  <a:moveTo>
                    <a:pt x="322" y="1"/>
                  </a:moveTo>
                  <a:cubicBezTo>
                    <a:pt x="144" y="1"/>
                    <a:pt x="0" y="131"/>
                    <a:pt x="0" y="298"/>
                  </a:cubicBezTo>
                  <a:lnTo>
                    <a:pt x="0" y="4425"/>
                  </a:lnTo>
                  <a:cubicBezTo>
                    <a:pt x="0" y="4607"/>
                    <a:pt x="132" y="4740"/>
                    <a:pt x="301" y="4740"/>
                  </a:cubicBezTo>
                  <a:cubicBezTo>
                    <a:pt x="365" y="4740"/>
                    <a:pt x="435" y="4720"/>
                    <a:pt x="504" y="4677"/>
                  </a:cubicBezTo>
                  <a:lnTo>
                    <a:pt x="3939" y="2629"/>
                  </a:lnTo>
                  <a:cubicBezTo>
                    <a:pt x="4159" y="2535"/>
                    <a:pt x="4159" y="2219"/>
                    <a:pt x="3939" y="2093"/>
                  </a:cubicBezTo>
                  <a:lnTo>
                    <a:pt x="504" y="46"/>
                  </a:lnTo>
                  <a:cubicBezTo>
                    <a:pt x="443" y="15"/>
                    <a:pt x="381" y="1"/>
                    <a:pt x="32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86" name="Google Shape;12086;p140"/>
          <p:cNvGrpSpPr/>
          <p:nvPr/>
        </p:nvGrpSpPr>
        <p:grpSpPr>
          <a:xfrm>
            <a:off x="6269343" y="2139926"/>
            <a:ext cx="420796" cy="421770"/>
            <a:chOff x="-3137650" y="2408950"/>
            <a:chExt cx="291450" cy="292125"/>
          </a:xfrm>
        </p:grpSpPr>
        <p:sp>
          <p:nvSpPr>
            <p:cNvPr id="12087" name="Google Shape;12087;p140"/>
            <p:cNvSpPr/>
            <p:nvPr/>
          </p:nvSpPr>
          <p:spPr>
            <a:xfrm>
              <a:off x="-3137650" y="2408950"/>
              <a:ext cx="291450" cy="292125"/>
            </a:xfrm>
            <a:custGeom>
              <a:rect b="b" l="l" r="r" t="t"/>
              <a:pathLst>
                <a:path extrusionOk="0" h="11685" w="11658">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8" name="Google Shape;12088;p140"/>
            <p:cNvSpPr/>
            <p:nvPr/>
          </p:nvSpPr>
          <p:spPr>
            <a:xfrm>
              <a:off x="-3104575" y="2442800"/>
              <a:ext cx="18150" cy="17350"/>
            </a:xfrm>
            <a:custGeom>
              <a:rect b="b" l="l" r="r" t="t"/>
              <a:pathLst>
                <a:path extrusionOk="0" h="694" w="726">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9" name="Google Shape;12089;p140"/>
            <p:cNvSpPr/>
            <p:nvPr/>
          </p:nvSpPr>
          <p:spPr>
            <a:xfrm>
              <a:off x="-3069900" y="2442800"/>
              <a:ext cx="17350" cy="17350"/>
            </a:xfrm>
            <a:custGeom>
              <a:rect b="b" l="l" r="r" t="t"/>
              <a:pathLst>
                <a:path extrusionOk="0" h="694" w="694">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0" name="Google Shape;12090;p140"/>
            <p:cNvSpPr/>
            <p:nvPr/>
          </p:nvSpPr>
          <p:spPr>
            <a:xfrm>
              <a:off x="-3035250" y="2442800"/>
              <a:ext cx="17350" cy="17350"/>
            </a:xfrm>
            <a:custGeom>
              <a:rect b="b" l="l" r="r" t="t"/>
              <a:pathLst>
                <a:path extrusionOk="0" h="694" w="694">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1" name="Google Shape;12091;p140"/>
            <p:cNvSpPr/>
            <p:nvPr/>
          </p:nvSpPr>
          <p:spPr>
            <a:xfrm>
              <a:off x="-3002175" y="2442800"/>
              <a:ext cx="120525" cy="17350"/>
            </a:xfrm>
            <a:custGeom>
              <a:rect b="b" l="l" r="r" t="t"/>
              <a:pathLst>
                <a:path extrusionOk="0" h="694" w="4821">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92" name="Google Shape;12092;p140"/>
          <p:cNvGrpSpPr/>
          <p:nvPr/>
        </p:nvGrpSpPr>
        <p:grpSpPr>
          <a:xfrm>
            <a:off x="6281274" y="2685412"/>
            <a:ext cx="420796" cy="371887"/>
            <a:chOff x="-3137650" y="2787000"/>
            <a:chExt cx="291450" cy="257575"/>
          </a:xfrm>
        </p:grpSpPr>
        <p:sp>
          <p:nvSpPr>
            <p:cNvPr id="12093" name="Google Shape;12093;p140"/>
            <p:cNvSpPr/>
            <p:nvPr/>
          </p:nvSpPr>
          <p:spPr>
            <a:xfrm>
              <a:off x="-3137650" y="2787000"/>
              <a:ext cx="291450" cy="257575"/>
            </a:xfrm>
            <a:custGeom>
              <a:rect b="b" l="l" r="r" t="t"/>
              <a:pathLst>
                <a:path extrusionOk="0" h="10303" w="11658">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4" name="Google Shape;12094;p140"/>
            <p:cNvSpPr/>
            <p:nvPr/>
          </p:nvSpPr>
          <p:spPr>
            <a:xfrm>
              <a:off x="-3104575" y="2820875"/>
              <a:ext cx="18150" cy="17350"/>
            </a:xfrm>
            <a:custGeom>
              <a:rect b="b" l="l" r="r" t="t"/>
              <a:pathLst>
                <a:path extrusionOk="0" h="694" w="726">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5" name="Google Shape;12095;p140"/>
            <p:cNvSpPr/>
            <p:nvPr/>
          </p:nvSpPr>
          <p:spPr>
            <a:xfrm>
              <a:off x="-3069900" y="2820875"/>
              <a:ext cx="17350" cy="17350"/>
            </a:xfrm>
            <a:custGeom>
              <a:rect b="b" l="l" r="r" t="t"/>
              <a:pathLst>
                <a:path extrusionOk="0" h="694" w="694">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6" name="Google Shape;12096;p140"/>
            <p:cNvSpPr/>
            <p:nvPr/>
          </p:nvSpPr>
          <p:spPr>
            <a:xfrm>
              <a:off x="-3035250" y="2820875"/>
              <a:ext cx="17350" cy="17350"/>
            </a:xfrm>
            <a:custGeom>
              <a:rect b="b" l="l" r="r" t="t"/>
              <a:pathLst>
                <a:path extrusionOk="0" h="694" w="694">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7" name="Google Shape;12097;p140"/>
            <p:cNvSpPr/>
            <p:nvPr/>
          </p:nvSpPr>
          <p:spPr>
            <a:xfrm>
              <a:off x="-3002175" y="2820875"/>
              <a:ext cx="121325" cy="17350"/>
            </a:xfrm>
            <a:custGeom>
              <a:rect b="b" l="l" r="r" t="t"/>
              <a:pathLst>
                <a:path extrusionOk="0" h="694" w="4853">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8" name="Google Shape;12098;p140"/>
            <p:cNvSpPr/>
            <p:nvPr/>
          </p:nvSpPr>
          <p:spPr>
            <a:xfrm>
              <a:off x="-2948625" y="2907300"/>
              <a:ext cx="52025" cy="85300"/>
            </a:xfrm>
            <a:custGeom>
              <a:rect b="b" l="l" r="r" t="t"/>
              <a:pathLst>
                <a:path extrusionOk="0" h="3412" w="2081">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9" name="Google Shape;12099;p140"/>
            <p:cNvSpPr/>
            <p:nvPr/>
          </p:nvSpPr>
          <p:spPr>
            <a:xfrm>
              <a:off x="-3088025" y="2907300"/>
              <a:ext cx="53575" cy="85300"/>
            </a:xfrm>
            <a:custGeom>
              <a:rect b="b" l="l" r="r" t="t"/>
              <a:pathLst>
                <a:path extrusionOk="0" h="3412" w="2143">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0" name="Google Shape;12100;p140"/>
            <p:cNvSpPr/>
            <p:nvPr/>
          </p:nvSpPr>
          <p:spPr>
            <a:xfrm>
              <a:off x="-3019500" y="2888975"/>
              <a:ext cx="54375" cy="119400"/>
            </a:xfrm>
            <a:custGeom>
              <a:rect b="b" l="l" r="r" t="t"/>
              <a:pathLst>
                <a:path extrusionOk="0" h="4776" w="2175">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101" name="Google Shape;12101;p140"/>
          <p:cNvSpPr/>
          <p:nvPr/>
        </p:nvSpPr>
        <p:spPr>
          <a:xfrm>
            <a:off x="1359134" y="3294616"/>
            <a:ext cx="420796" cy="295690"/>
          </a:xfrm>
          <a:custGeom>
            <a:rect b="b" l="l" r="r" t="t"/>
            <a:pathLst>
              <a:path extrusionOk="0" h="8192" w="11658">
                <a:moveTo>
                  <a:pt x="10429" y="662"/>
                </a:moveTo>
                <a:cubicBezTo>
                  <a:pt x="10114" y="1008"/>
                  <a:pt x="6207" y="4915"/>
                  <a:pt x="6081" y="5072"/>
                </a:cubicBezTo>
                <a:cubicBezTo>
                  <a:pt x="6018" y="5135"/>
                  <a:pt x="5916" y="5167"/>
                  <a:pt x="5813" y="5167"/>
                </a:cubicBezTo>
                <a:cubicBezTo>
                  <a:pt x="5711" y="5167"/>
                  <a:pt x="5608" y="5135"/>
                  <a:pt x="5545" y="5072"/>
                </a:cubicBezTo>
                <a:lnTo>
                  <a:pt x="1135" y="662"/>
                </a:lnTo>
                <a:close/>
                <a:moveTo>
                  <a:pt x="662" y="1134"/>
                </a:moveTo>
                <a:lnTo>
                  <a:pt x="3624" y="4096"/>
                </a:lnTo>
                <a:lnTo>
                  <a:pt x="662" y="7057"/>
                </a:lnTo>
                <a:lnTo>
                  <a:pt x="662" y="1134"/>
                </a:lnTo>
                <a:close/>
                <a:moveTo>
                  <a:pt x="10996" y="1134"/>
                </a:moveTo>
                <a:lnTo>
                  <a:pt x="10996" y="7057"/>
                </a:lnTo>
                <a:lnTo>
                  <a:pt x="8034" y="4096"/>
                </a:lnTo>
                <a:lnTo>
                  <a:pt x="10996" y="1134"/>
                </a:lnTo>
                <a:close/>
                <a:moveTo>
                  <a:pt x="7562" y="4568"/>
                </a:moveTo>
                <a:lnTo>
                  <a:pt x="10492" y="7530"/>
                </a:lnTo>
                <a:lnTo>
                  <a:pt x="1198" y="7530"/>
                </a:lnTo>
                <a:lnTo>
                  <a:pt x="4096" y="4568"/>
                </a:lnTo>
                <a:lnTo>
                  <a:pt x="5073" y="5545"/>
                </a:lnTo>
                <a:cubicBezTo>
                  <a:pt x="5278" y="5750"/>
                  <a:pt x="5553" y="5852"/>
                  <a:pt x="5829" y="5852"/>
                </a:cubicBezTo>
                <a:cubicBezTo>
                  <a:pt x="6105" y="5852"/>
                  <a:pt x="6380" y="5750"/>
                  <a:pt x="6585" y="5545"/>
                </a:cubicBezTo>
                <a:lnTo>
                  <a:pt x="7562" y="4568"/>
                </a:lnTo>
                <a:close/>
                <a:moveTo>
                  <a:pt x="1009" y="0"/>
                </a:moveTo>
                <a:cubicBezTo>
                  <a:pt x="473" y="0"/>
                  <a:pt x="1" y="473"/>
                  <a:pt x="1" y="1008"/>
                </a:cubicBezTo>
                <a:lnTo>
                  <a:pt x="1" y="7152"/>
                </a:lnTo>
                <a:cubicBezTo>
                  <a:pt x="1" y="7719"/>
                  <a:pt x="473" y="8191"/>
                  <a:pt x="1009" y="8191"/>
                </a:cubicBezTo>
                <a:lnTo>
                  <a:pt x="10618" y="8191"/>
                </a:lnTo>
                <a:cubicBezTo>
                  <a:pt x="11185" y="8191"/>
                  <a:pt x="11657" y="7719"/>
                  <a:pt x="11657" y="7152"/>
                </a:cubicBezTo>
                <a:lnTo>
                  <a:pt x="11657" y="1008"/>
                </a:lnTo>
                <a:cubicBezTo>
                  <a:pt x="11657" y="441"/>
                  <a:pt x="11185" y="0"/>
                  <a:pt x="1061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2" name="Google Shape;12102;p140"/>
          <p:cNvSpPr/>
          <p:nvPr/>
        </p:nvSpPr>
        <p:spPr>
          <a:xfrm>
            <a:off x="1387926" y="1630482"/>
            <a:ext cx="421914" cy="422095"/>
          </a:xfrm>
          <a:custGeom>
            <a:rect b="b" l="l" r="r" t="t"/>
            <a:pathLst>
              <a:path extrusionOk="0" h="11694" w="11689">
                <a:moveTo>
                  <a:pt x="5829" y="2048"/>
                </a:moveTo>
                <a:cubicBezTo>
                  <a:pt x="6018" y="2048"/>
                  <a:pt x="6175" y="2206"/>
                  <a:pt x="6175" y="2395"/>
                </a:cubicBezTo>
                <a:cubicBezTo>
                  <a:pt x="6175" y="2615"/>
                  <a:pt x="6018" y="2804"/>
                  <a:pt x="5829" y="2804"/>
                </a:cubicBezTo>
                <a:cubicBezTo>
                  <a:pt x="5640" y="2804"/>
                  <a:pt x="5482" y="2615"/>
                  <a:pt x="5482" y="2395"/>
                </a:cubicBezTo>
                <a:cubicBezTo>
                  <a:pt x="5482" y="2206"/>
                  <a:pt x="5640" y="2048"/>
                  <a:pt x="5829" y="2048"/>
                </a:cubicBezTo>
                <a:close/>
                <a:moveTo>
                  <a:pt x="5829" y="725"/>
                </a:moveTo>
                <a:cubicBezTo>
                  <a:pt x="6774" y="725"/>
                  <a:pt x="7530" y="1449"/>
                  <a:pt x="7530" y="2395"/>
                </a:cubicBezTo>
                <a:cubicBezTo>
                  <a:pt x="7530" y="2521"/>
                  <a:pt x="7530" y="2678"/>
                  <a:pt x="7467" y="2804"/>
                </a:cubicBezTo>
                <a:lnTo>
                  <a:pt x="6774" y="2804"/>
                </a:lnTo>
                <a:cubicBezTo>
                  <a:pt x="6806" y="2678"/>
                  <a:pt x="6837" y="2552"/>
                  <a:pt x="6837" y="2395"/>
                </a:cubicBezTo>
                <a:cubicBezTo>
                  <a:pt x="6837" y="1859"/>
                  <a:pt x="6364" y="1386"/>
                  <a:pt x="5829" y="1386"/>
                </a:cubicBezTo>
                <a:cubicBezTo>
                  <a:pt x="5262" y="1386"/>
                  <a:pt x="4789" y="1859"/>
                  <a:pt x="4789" y="2395"/>
                </a:cubicBezTo>
                <a:cubicBezTo>
                  <a:pt x="4789" y="2521"/>
                  <a:pt x="4852" y="2678"/>
                  <a:pt x="4884" y="2804"/>
                </a:cubicBezTo>
                <a:lnTo>
                  <a:pt x="4159" y="2804"/>
                </a:lnTo>
                <a:cubicBezTo>
                  <a:pt x="4128" y="2678"/>
                  <a:pt x="4128" y="2521"/>
                  <a:pt x="4128" y="2395"/>
                </a:cubicBezTo>
                <a:cubicBezTo>
                  <a:pt x="4128" y="1449"/>
                  <a:pt x="4884" y="725"/>
                  <a:pt x="5829" y="725"/>
                </a:cubicBezTo>
                <a:close/>
                <a:moveTo>
                  <a:pt x="10681" y="3466"/>
                </a:moveTo>
                <a:cubicBezTo>
                  <a:pt x="10870" y="3466"/>
                  <a:pt x="11027" y="3623"/>
                  <a:pt x="11027" y="3812"/>
                </a:cubicBezTo>
                <a:cubicBezTo>
                  <a:pt x="11027" y="4033"/>
                  <a:pt x="10870" y="4190"/>
                  <a:pt x="10681" y="4190"/>
                </a:cubicBezTo>
                <a:lnTo>
                  <a:pt x="1009" y="4190"/>
                </a:lnTo>
                <a:cubicBezTo>
                  <a:pt x="820" y="4190"/>
                  <a:pt x="662" y="4033"/>
                  <a:pt x="662" y="3812"/>
                </a:cubicBezTo>
                <a:cubicBezTo>
                  <a:pt x="662" y="3623"/>
                  <a:pt x="851" y="3466"/>
                  <a:pt x="1009" y="3466"/>
                </a:cubicBezTo>
                <a:close/>
                <a:moveTo>
                  <a:pt x="9799" y="4852"/>
                </a:moveTo>
                <a:lnTo>
                  <a:pt x="7058" y="7593"/>
                </a:lnTo>
                <a:lnTo>
                  <a:pt x="4600" y="7593"/>
                </a:lnTo>
                <a:lnTo>
                  <a:pt x="1859" y="4852"/>
                </a:lnTo>
                <a:close/>
                <a:moveTo>
                  <a:pt x="6869" y="8255"/>
                </a:moveTo>
                <a:lnTo>
                  <a:pt x="6869" y="9767"/>
                </a:lnTo>
                <a:lnTo>
                  <a:pt x="4789" y="10775"/>
                </a:lnTo>
                <a:lnTo>
                  <a:pt x="4789" y="8255"/>
                </a:lnTo>
                <a:close/>
                <a:moveTo>
                  <a:pt x="5829" y="0"/>
                </a:moveTo>
                <a:cubicBezTo>
                  <a:pt x="4474" y="0"/>
                  <a:pt x="3435" y="1071"/>
                  <a:pt x="3435" y="2395"/>
                </a:cubicBezTo>
                <a:cubicBezTo>
                  <a:pt x="3435" y="2521"/>
                  <a:pt x="3435" y="2678"/>
                  <a:pt x="3466" y="2804"/>
                </a:cubicBezTo>
                <a:lnTo>
                  <a:pt x="1009" y="2804"/>
                </a:lnTo>
                <a:cubicBezTo>
                  <a:pt x="473" y="2804"/>
                  <a:pt x="0" y="3277"/>
                  <a:pt x="0" y="3812"/>
                </a:cubicBezTo>
                <a:cubicBezTo>
                  <a:pt x="0" y="4348"/>
                  <a:pt x="379" y="4757"/>
                  <a:pt x="851" y="4852"/>
                </a:cubicBezTo>
                <a:lnTo>
                  <a:pt x="4096" y="8065"/>
                </a:lnTo>
                <a:lnTo>
                  <a:pt x="4096" y="11342"/>
                </a:lnTo>
                <a:cubicBezTo>
                  <a:pt x="4096" y="11518"/>
                  <a:pt x="4277" y="11694"/>
                  <a:pt x="4462" y="11694"/>
                </a:cubicBezTo>
                <a:cubicBezTo>
                  <a:pt x="4508" y="11694"/>
                  <a:pt x="4556" y="11683"/>
                  <a:pt x="4600" y="11657"/>
                </a:cubicBezTo>
                <a:lnTo>
                  <a:pt x="7373" y="10271"/>
                </a:lnTo>
                <a:cubicBezTo>
                  <a:pt x="7467" y="10239"/>
                  <a:pt x="7562" y="10113"/>
                  <a:pt x="7562" y="9956"/>
                </a:cubicBezTo>
                <a:lnTo>
                  <a:pt x="7562" y="8034"/>
                </a:lnTo>
                <a:lnTo>
                  <a:pt x="10838" y="4820"/>
                </a:lnTo>
                <a:cubicBezTo>
                  <a:pt x="11311" y="4757"/>
                  <a:pt x="11689" y="4348"/>
                  <a:pt x="11689" y="3812"/>
                </a:cubicBezTo>
                <a:cubicBezTo>
                  <a:pt x="11689" y="3277"/>
                  <a:pt x="11216" y="2804"/>
                  <a:pt x="10681" y="2804"/>
                </a:cubicBezTo>
                <a:lnTo>
                  <a:pt x="8192" y="2804"/>
                </a:lnTo>
                <a:cubicBezTo>
                  <a:pt x="8192" y="2678"/>
                  <a:pt x="8223" y="2521"/>
                  <a:pt x="8223" y="2395"/>
                </a:cubicBezTo>
                <a:cubicBezTo>
                  <a:pt x="8223" y="1071"/>
                  <a:pt x="7152" y="0"/>
                  <a:pt x="58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3" name="Google Shape;12103;p140"/>
          <p:cNvSpPr/>
          <p:nvPr/>
        </p:nvSpPr>
        <p:spPr>
          <a:xfrm>
            <a:off x="1386211" y="2139274"/>
            <a:ext cx="425343" cy="422781"/>
          </a:xfrm>
          <a:custGeom>
            <a:rect b="b" l="l" r="r" t="t"/>
            <a:pathLst>
              <a:path extrusionOk="0" h="11713" w="11784">
                <a:moveTo>
                  <a:pt x="5136" y="4128"/>
                </a:moveTo>
                <a:cubicBezTo>
                  <a:pt x="5671" y="4128"/>
                  <a:pt x="6112" y="4569"/>
                  <a:pt x="6144" y="5136"/>
                </a:cubicBezTo>
                <a:lnTo>
                  <a:pt x="5230" y="4853"/>
                </a:lnTo>
                <a:cubicBezTo>
                  <a:pt x="5198" y="4839"/>
                  <a:pt x="5165" y="4832"/>
                  <a:pt x="5131" y="4832"/>
                </a:cubicBezTo>
                <a:cubicBezTo>
                  <a:pt x="4934" y="4832"/>
                  <a:pt x="4735" y="5052"/>
                  <a:pt x="4789" y="5294"/>
                </a:cubicBezTo>
                <a:lnTo>
                  <a:pt x="5073" y="6239"/>
                </a:lnTo>
                <a:cubicBezTo>
                  <a:pt x="4537" y="6176"/>
                  <a:pt x="4096" y="5703"/>
                  <a:pt x="4096" y="5168"/>
                </a:cubicBezTo>
                <a:cubicBezTo>
                  <a:pt x="4096" y="4601"/>
                  <a:pt x="4569" y="4128"/>
                  <a:pt x="5136" y="4128"/>
                </a:cubicBezTo>
                <a:close/>
                <a:moveTo>
                  <a:pt x="5199" y="2364"/>
                </a:moveTo>
                <a:cubicBezTo>
                  <a:pt x="6680" y="2364"/>
                  <a:pt x="7940" y="3592"/>
                  <a:pt x="7940" y="5136"/>
                </a:cubicBezTo>
                <a:cubicBezTo>
                  <a:pt x="7940" y="5294"/>
                  <a:pt x="7940" y="5388"/>
                  <a:pt x="7908" y="5546"/>
                </a:cubicBezTo>
                <a:lnTo>
                  <a:pt x="6932" y="5294"/>
                </a:lnTo>
                <a:lnTo>
                  <a:pt x="6932" y="5136"/>
                </a:lnTo>
                <a:cubicBezTo>
                  <a:pt x="6806" y="4223"/>
                  <a:pt x="6049" y="3466"/>
                  <a:pt x="5104" y="3466"/>
                </a:cubicBezTo>
                <a:cubicBezTo>
                  <a:pt x="4159" y="3466"/>
                  <a:pt x="3435" y="4223"/>
                  <a:pt x="3435" y="5168"/>
                </a:cubicBezTo>
                <a:cubicBezTo>
                  <a:pt x="3435" y="5609"/>
                  <a:pt x="3624" y="6081"/>
                  <a:pt x="3939" y="6396"/>
                </a:cubicBezTo>
                <a:cubicBezTo>
                  <a:pt x="4254" y="6743"/>
                  <a:pt x="4695" y="6900"/>
                  <a:pt x="5167" y="6900"/>
                </a:cubicBezTo>
                <a:lnTo>
                  <a:pt x="5325" y="6900"/>
                </a:lnTo>
                <a:lnTo>
                  <a:pt x="5577" y="7877"/>
                </a:lnTo>
                <a:cubicBezTo>
                  <a:pt x="5482" y="7909"/>
                  <a:pt x="5325" y="7909"/>
                  <a:pt x="5199" y="7909"/>
                </a:cubicBezTo>
                <a:cubicBezTo>
                  <a:pt x="3687" y="7909"/>
                  <a:pt x="2426" y="6648"/>
                  <a:pt x="2426" y="5136"/>
                </a:cubicBezTo>
                <a:cubicBezTo>
                  <a:pt x="2426" y="3624"/>
                  <a:pt x="3655" y="2364"/>
                  <a:pt x="5199" y="2364"/>
                </a:cubicBezTo>
                <a:close/>
                <a:moveTo>
                  <a:pt x="5167" y="726"/>
                </a:moveTo>
                <a:cubicBezTo>
                  <a:pt x="7940" y="726"/>
                  <a:pt x="10051" y="3277"/>
                  <a:pt x="9515" y="6018"/>
                </a:cubicBezTo>
                <a:lnTo>
                  <a:pt x="8507" y="5766"/>
                </a:lnTo>
                <a:cubicBezTo>
                  <a:pt x="8538" y="5546"/>
                  <a:pt x="8538" y="5357"/>
                  <a:pt x="8538" y="5136"/>
                </a:cubicBezTo>
                <a:cubicBezTo>
                  <a:pt x="8538" y="3246"/>
                  <a:pt x="7026" y="1702"/>
                  <a:pt x="5104" y="1702"/>
                </a:cubicBezTo>
                <a:cubicBezTo>
                  <a:pt x="3214" y="1702"/>
                  <a:pt x="1702" y="3246"/>
                  <a:pt x="1702" y="5136"/>
                </a:cubicBezTo>
                <a:cubicBezTo>
                  <a:pt x="1702" y="7027"/>
                  <a:pt x="3214" y="8602"/>
                  <a:pt x="5104" y="8602"/>
                </a:cubicBezTo>
                <a:cubicBezTo>
                  <a:pt x="5325" y="8602"/>
                  <a:pt x="5514" y="8602"/>
                  <a:pt x="5703" y="8539"/>
                </a:cubicBezTo>
                <a:lnTo>
                  <a:pt x="5986" y="9578"/>
                </a:lnTo>
                <a:cubicBezTo>
                  <a:pt x="5695" y="9636"/>
                  <a:pt x="5405" y="9664"/>
                  <a:pt x="5119" y="9664"/>
                </a:cubicBezTo>
                <a:cubicBezTo>
                  <a:pt x="2751" y="9664"/>
                  <a:pt x="694" y="7758"/>
                  <a:pt x="694" y="5199"/>
                </a:cubicBezTo>
                <a:cubicBezTo>
                  <a:pt x="694" y="2679"/>
                  <a:pt x="2773" y="726"/>
                  <a:pt x="5167" y="726"/>
                </a:cubicBezTo>
                <a:close/>
                <a:moveTo>
                  <a:pt x="5671" y="5672"/>
                </a:moveTo>
                <a:lnTo>
                  <a:pt x="5671" y="5672"/>
                </a:lnTo>
                <a:cubicBezTo>
                  <a:pt x="10240" y="6964"/>
                  <a:pt x="9578" y="6774"/>
                  <a:pt x="9704" y="6806"/>
                </a:cubicBezTo>
                <a:lnTo>
                  <a:pt x="8853" y="7373"/>
                </a:lnTo>
                <a:cubicBezTo>
                  <a:pt x="8664" y="7499"/>
                  <a:pt x="8664" y="7751"/>
                  <a:pt x="8822" y="7877"/>
                </a:cubicBezTo>
                <a:lnTo>
                  <a:pt x="10964" y="9956"/>
                </a:lnTo>
                <a:cubicBezTo>
                  <a:pt x="11027" y="10114"/>
                  <a:pt x="11027" y="10335"/>
                  <a:pt x="10901" y="10492"/>
                </a:cubicBezTo>
                <a:lnTo>
                  <a:pt x="10429" y="10965"/>
                </a:lnTo>
                <a:cubicBezTo>
                  <a:pt x="10366" y="11012"/>
                  <a:pt x="10279" y="11035"/>
                  <a:pt x="10192" y="11035"/>
                </a:cubicBezTo>
                <a:cubicBezTo>
                  <a:pt x="10106" y="11035"/>
                  <a:pt x="10019" y="11012"/>
                  <a:pt x="9956" y="10965"/>
                </a:cubicBezTo>
                <a:lnTo>
                  <a:pt x="7845" y="8854"/>
                </a:lnTo>
                <a:cubicBezTo>
                  <a:pt x="7777" y="8786"/>
                  <a:pt x="7691" y="8753"/>
                  <a:pt x="7606" y="8753"/>
                </a:cubicBezTo>
                <a:cubicBezTo>
                  <a:pt x="7493" y="8753"/>
                  <a:pt x="7381" y="8809"/>
                  <a:pt x="7310" y="8917"/>
                </a:cubicBezTo>
                <a:cubicBezTo>
                  <a:pt x="7247" y="8980"/>
                  <a:pt x="6806" y="9641"/>
                  <a:pt x="6774" y="9736"/>
                </a:cubicBezTo>
                <a:cubicBezTo>
                  <a:pt x="6680" y="9484"/>
                  <a:pt x="5703" y="5861"/>
                  <a:pt x="5671" y="5672"/>
                </a:cubicBezTo>
                <a:close/>
                <a:moveTo>
                  <a:pt x="5104" y="1"/>
                </a:moveTo>
                <a:cubicBezTo>
                  <a:pt x="2363" y="1"/>
                  <a:pt x="0" y="2238"/>
                  <a:pt x="0" y="5168"/>
                </a:cubicBezTo>
                <a:cubicBezTo>
                  <a:pt x="0" y="8066"/>
                  <a:pt x="2332" y="10303"/>
                  <a:pt x="5104" y="10303"/>
                </a:cubicBezTo>
                <a:cubicBezTo>
                  <a:pt x="5482" y="10303"/>
                  <a:pt x="5797" y="10272"/>
                  <a:pt x="6144" y="10208"/>
                </a:cubicBezTo>
                <a:lnTo>
                  <a:pt x="6270" y="10587"/>
                </a:lnTo>
                <a:cubicBezTo>
                  <a:pt x="6307" y="10755"/>
                  <a:pt x="6444" y="10845"/>
                  <a:pt x="6596" y="10845"/>
                </a:cubicBezTo>
                <a:cubicBezTo>
                  <a:pt x="6700" y="10845"/>
                  <a:pt x="6810" y="10802"/>
                  <a:pt x="6900" y="10713"/>
                </a:cubicBezTo>
                <a:lnTo>
                  <a:pt x="7625" y="9610"/>
                </a:lnTo>
                <a:lnTo>
                  <a:pt x="9483" y="11406"/>
                </a:lnTo>
                <a:cubicBezTo>
                  <a:pt x="9688" y="11610"/>
                  <a:pt x="9956" y="11713"/>
                  <a:pt x="10220" y="11713"/>
                </a:cubicBezTo>
                <a:cubicBezTo>
                  <a:pt x="10484" y="11713"/>
                  <a:pt x="10744" y="11610"/>
                  <a:pt x="10933" y="11406"/>
                </a:cubicBezTo>
                <a:lnTo>
                  <a:pt x="11405" y="10933"/>
                </a:lnTo>
                <a:cubicBezTo>
                  <a:pt x="11783" y="10555"/>
                  <a:pt x="11783" y="9893"/>
                  <a:pt x="11374" y="9484"/>
                </a:cubicBezTo>
                <a:lnTo>
                  <a:pt x="9515" y="7720"/>
                </a:lnTo>
                <a:lnTo>
                  <a:pt x="10618" y="6964"/>
                </a:lnTo>
                <a:cubicBezTo>
                  <a:pt x="10870" y="6806"/>
                  <a:pt x="10838" y="6428"/>
                  <a:pt x="10555" y="6333"/>
                </a:cubicBezTo>
                <a:lnTo>
                  <a:pt x="10145" y="6239"/>
                </a:lnTo>
                <a:cubicBezTo>
                  <a:pt x="10303" y="5483"/>
                  <a:pt x="10271" y="4695"/>
                  <a:pt x="10082" y="3908"/>
                </a:cubicBezTo>
                <a:cubicBezTo>
                  <a:pt x="9483" y="1576"/>
                  <a:pt x="7436" y="1"/>
                  <a:pt x="510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104" name="Google Shape;12104;p140"/>
          <p:cNvGrpSpPr/>
          <p:nvPr/>
        </p:nvGrpSpPr>
        <p:grpSpPr>
          <a:xfrm>
            <a:off x="1399451" y="2660397"/>
            <a:ext cx="421914" cy="421914"/>
            <a:chOff x="-6354300" y="2757075"/>
            <a:chExt cx="292225" cy="292225"/>
          </a:xfrm>
        </p:grpSpPr>
        <p:sp>
          <p:nvSpPr>
            <p:cNvPr id="12105" name="Google Shape;12105;p140"/>
            <p:cNvSpPr/>
            <p:nvPr/>
          </p:nvSpPr>
          <p:spPr>
            <a:xfrm>
              <a:off x="-6354300" y="2757075"/>
              <a:ext cx="292225" cy="292225"/>
            </a:xfrm>
            <a:custGeom>
              <a:rect b="b" l="l" r="r" t="t"/>
              <a:pathLst>
                <a:path extrusionOk="0" h="11689" w="11689">
                  <a:moveTo>
                    <a:pt x="10681" y="4159"/>
                  </a:moveTo>
                  <a:cubicBezTo>
                    <a:pt x="10870" y="4159"/>
                    <a:pt x="11027" y="4316"/>
                    <a:pt x="11027" y="4505"/>
                  </a:cubicBezTo>
                  <a:lnTo>
                    <a:pt x="11027" y="4915"/>
                  </a:lnTo>
                  <a:cubicBezTo>
                    <a:pt x="10901" y="4883"/>
                    <a:pt x="10775" y="4883"/>
                    <a:pt x="10681" y="4883"/>
                  </a:cubicBezTo>
                  <a:lnTo>
                    <a:pt x="9609" y="4883"/>
                  </a:lnTo>
                  <a:lnTo>
                    <a:pt x="9609" y="4190"/>
                  </a:lnTo>
                  <a:lnTo>
                    <a:pt x="10681" y="4190"/>
                  </a:lnTo>
                  <a:lnTo>
                    <a:pt x="10681" y="4159"/>
                  </a:lnTo>
                  <a:close/>
                  <a:moveTo>
                    <a:pt x="2048" y="2773"/>
                  </a:moveTo>
                  <a:lnTo>
                    <a:pt x="2048" y="6207"/>
                  </a:lnTo>
                  <a:lnTo>
                    <a:pt x="662" y="6207"/>
                  </a:lnTo>
                  <a:lnTo>
                    <a:pt x="662" y="3151"/>
                  </a:lnTo>
                  <a:cubicBezTo>
                    <a:pt x="694" y="2930"/>
                    <a:pt x="851" y="2773"/>
                    <a:pt x="1009" y="2773"/>
                  </a:cubicBezTo>
                  <a:close/>
                  <a:moveTo>
                    <a:pt x="8885" y="693"/>
                  </a:moveTo>
                  <a:lnTo>
                    <a:pt x="8885" y="4883"/>
                  </a:lnTo>
                  <a:cubicBezTo>
                    <a:pt x="8538" y="4915"/>
                    <a:pt x="8223" y="5104"/>
                    <a:pt x="8066" y="5419"/>
                  </a:cubicBezTo>
                  <a:lnTo>
                    <a:pt x="7751" y="6049"/>
                  </a:lnTo>
                  <a:cubicBezTo>
                    <a:pt x="7719" y="6175"/>
                    <a:pt x="7593" y="6238"/>
                    <a:pt x="7436" y="6238"/>
                  </a:cubicBezTo>
                  <a:lnTo>
                    <a:pt x="2710" y="6238"/>
                  </a:lnTo>
                  <a:lnTo>
                    <a:pt x="2710" y="693"/>
                  </a:lnTo>
                  <a:close/>
                  <a:moveTo>
                    <a:pt x="10681" y="5513"/>
                  </a:moveTo>
                  <a:cubicBezTo>
                    <a:pt x="10870" y="5513"/>
                    <a:pt x="11027" y="5671"/>
                    <a:pt x="11027" y="5860"/>
                  </a:cubicBezTo>
                  <a:lnTo>
                    <a:pt x="11027" y="10649"/>
                  </a:lnTo>
                  <a:cubicBezTo>
                    <a:pt x="11027" y="10869"/>
                    <a:pt x="10870" y="11027"/>
                    <a:pt x="10681" y="11027"/>
                  </a:cubicBezTo>
                  <a:lnTo>
                    <a:pt x="1009" y="11027"/>
                  </a:lnTo>
                  <a:cubicBezTo>
                    <a:pt x="820" y="11027"/>
                    <a:pt x="662" y="10869"/>
                    <a:pt x="662" y="10649"/>
                  </a:cubicBezTo>
                  <a:lnTo>
                    <a:pt x="662" y="6868"/>
                  </a:lnTo>
                  <a:lnTo>
                    <a:pt x="7436" y="6868"/>
                  </a:lnTo>
                  <a:cubicBezTo>
                    <a:pt x="7845" y="6868"/>
                    <a:pt x="8192" y="6648"/>
                    <a:pt x="8349" y="6333"/>
                  </a:cubicBezTo>
                  <a:lnTo>
                    <a:pt x="8664" y="5703"/>
                  </a:lnTo>
                  <a:cubicBezTo>
                    <a:pt x="8696" y="5576"/>
                    <a:pt x="8822" y="5513"/>
                    <a:pt x="8979" y="5513"/>
                  </a:cubicBezTo>
                  <a:close/>
                  <a:moveTo>
                    <a:pt x="2395" y="0"/>
                  </a:moveTo>
                  <a:cubicBezTo>
                    <a:pt x="2206" y="0"/>
                    <a:pt x="2048" y="158"/>
                    <a:pt x="2048" y="347"/>
                  </a:cubicBezTo>
                  <a:lnTo>
                    <a:pt x="2048" y="2111"/>
                  </a:lnTo>
                  <a:lnTo>
                    <a:pt x="1009" y="2111"/>
                  </a:lnTo>
                  <a:cubicBezTo>
                    <a:pt x="473" y="2111"/>
                    <a:pt x="0" y="2584"/>
                    <a:pt x="0" y="3151"/>
                  </a:cubicBezTo>
                  <a:lnTo>
                    <a:pt x="0" y="10649"/>
                  </a:lnTo>
                  <a:cubicBezTo>
                    <a:pt x="0" y="11216"/>
                    <a:pt x="473" y="11688"/>
                    <a:pt x="1009" y="11688"/>
                  </a:cubicBezTo>
                  <a:lnTo>
                    <a:pt x="10618" y="11688"/>
                  </a:lnTo>
                  <a:cubicBezTo>
                    <a:pt x="11185" y="11688"/>
                    <a:pt x="11657" y="11216"/>
                    <a:pt x="11657" y="10649"/>
                  </a:cubicBezTo>
                  <a:lnTo>
                    <a:pt x="11657" y="4505"/>
                  </a:lnTo>
                  <a:cubicBezTo>
                    <a:pt x="11689" y="3938"/>
                    <a:pt x="11216" y="3466"/>
                    <a:pt x="10681" y="3466"/>
                  </a:cubicBezTo>
                  <a:lnTo>
                    <a:pt x="9609" y="3466"/>
                  </a:lnTo>
                  <a:lnTo>
                    <a:pt x="9609" y="347"/>
                  </a:lnTo>
                  <a:cubicBezTo>
                    <a:pt x="9609" y="158"/>
                    <a:pt x="9452" y="0"/>
                    <a:pt x="926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6" name="Google Shape;12106;p140"/>
            <p:cNvSpPr/>
            <p:nvPr/>
          </p:nvSpPr>
          <p:spPr>
            <a:xfrm>
              <a:off x="-6268450" y="2790150"/>
              <a:ext cx="119750" cy="18125"/>
            </a:xfrm>
            <a:custGeom>
              <a:rect b="b" l="l" r="r" t="t"/>
              <a:pathLst>
                <a:path extrusionOk="0" h="725" w="479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7" name="Google Shape;12107;p140"/>
            <p:cNvSpPr/>
            <p:nvPr/>
          </p:nvSpPr>
          <p:spPr>
            <a:xfrm>
              <a:off x="-6268450" y="2825600"/>
              <a:ext cx="119750" cy="18125"/>
            </a:xfrm>
            <a:custGeom>
              <a:rect b="b" l="l" r="r" t="t"/>
              <a:pathLst>
                <a:path extrusionOk="0" h="725" w="479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8" name="Google Shape;12108;p140"/>
            <p:cNvSpPr/>
            <p:nvPr/>
          </p:nvSpPr>
          <p:spPr>
            <a:xfrm>
              <a:off x="-6268450" y="2860250"/>
              <a:ext cx="119750" cy="17350"/>
            </a:xfrm>
            <a:custGeom>
              <a:rect b="b" l="l" r="r" t="t"/>
              <a:pathLst>
                <a:path extrusionOk="0" h="694" w="4790">
                  <a:moveTo>
                    <a:pt x="347" y="0"/>
                  </a:moveTo>
                  <a:cubicBezTo>
                    <a:pt x="158" y="0"/>
                    <a:pt x="1" y="158"/>
                    <a:pt x="1" y="347"/>
                  </a:cubicBezTo>
                  <a:cubicBezTo>
                    <a:pt x="1" y="536"/>
                    <a:pt x="158" y="693"/>
                    <a:pt x="347" y="693"/>
                  </a:cubicBezTo>
                  <a:lnTo>
                    <a:pt x="4443" y="693"/>
                  </a:lnTo>
                  <a:cubicBezTo>
                    <a:pt x="4632" y="693"/>
                    <a:pt x="4789" y="536"/>
                    <a:pt x="4789" y="347"/>
                  </a:cubicBezTo>
                  <a:cubicBezTo>
                    <a:pt x="4789" y="158"/>
                    <a:pt x="4632" y="0"/>
                    <a:pt x="44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09" name="Google Shape;12109;p140"/>
          <p:cNvGrpSpPr/>
          <p:nvPr/>
        </p:nvGrpSpPr>
        <p:grpSpPr>
          <a:xfrm>
            <a:off x="4093454" y="1629560"/>
            <a:ext cx="424188" cy="424188"/>
            <a:chOff x="-4573475" y="2045850"/>
            <a:chExt cx="293800" cy="293800"/>
          </a:xfrm>
        </p:grpSpPr>
        <p:sp>
          <p:nvSpPr>
            <p:cNvPr id="12110" name="Google Shape;12110;p140"/>
            <p:cNvSpPr/>
            <p:nvPr/>
          </p:nvSpPr>
          <p:spPr>
            <a:xfrm>
              <a:off x="-4573475" y="2045850"/>
              <a:ext cx="293800" cy="293800"/>
            </a:xfrm>
            <a:custGeom>
              <a:rect b="b" l="l" r="r" t="t"/>
              <a:pathLst>
                <a:path extrusionOk="0" h="11752" w="11752">
                  <a:moveTo>
                    <a:pt x="6333" y="756"/>
                  </a:moveTo>
                  <a:lnTo>
                    <a:pt x="6459" y="1292"/>
                  </a:lnTo>
                  <a:cubicBezTo>
                    <a:pt x="6490" y="1418"/>
                    <a:pt x="6585" y="1544"/>
                    <a:pt x="6742" y="1576"/>
                  </a:cubicBezTo>
                  <a:cubicBezTo>
                    <a:pt x="7372" y="1702"/>
                    <a:pt x="7908" y="1922"/>
                    <a:pt x="8444" y="2300"/>
                  </a:cubicBezTo>
                  <a:cubicBezTo>
                    <a:pt x="8491" y="2332"/>
                    <a:pt x="8546" y="2347"/>
                    <a:pt x="8605" y="2347"/>
                  </a:cubicBezTo>
                  <a:cubicBezTo>
                    <a:pt x="8664" y="2347"/>
                    <a:pt x="8727" y="2332"/>
                    <a:pt x="8790" y="2300"/>
                  </a:cubicBezTo>
                  <a:lnTo>
                    <a:pt x="9231" y="2017"/>
                  </a:lnTo>
                  <a:lnTo>
                    <a:pt x="9798" y="2584"/>
                  </a:lnTo>
                  <a:lnTo>
                    <a:pt x="9546" y="3025"/>
                  </a:lnTo>
                  <a:cubicBezTo>
                    <a:pt x="9452" y="3151"/>
                    <a:pt x="9452" y="3308"/>
                    <a:pt x="9546" y="3371"/>
                  </a:cubicBezTo>
                  <a:cubicBezTo>
                    <a:pt x="9893" y="3907"/>
                    <a:pt x="10113" y="4505"/>
                    <a:pt x="10239" y="5073"/>
                  </a:cubicBezTo>
                  <a:cubicBezTo>
                    <a:pt x="10271" y="5199"/>
                    <a:pt x="10365" y="5325"/>
                    <a:pt x="10523" y="5356"/>
                  </a:cubicBezTo>
                  <a:lnTo>
                    <a:pt x="11058" y="5482"/>
                  </a:lnTo>
                  <a:lnTo>
                    <a:pt x="11058" y="6301"/>
                  </a:lnTo>
                  <a:lnTo>
                    <a:pt x="10523" y="6427"/>
                  </a:lnTo>
                  <a:cubicBezTo>
                    <a:pt x="10397" y="6459"/>
                    <a:pt x="10271" y="6553"/>
                    <a:pt x="10239" y="6711"/>
                  </a:cubicBezTo>
                  <a:cubicBezTo>
                    <a:pt x="10113" y="7309"/>
                    <a:pt x="9893" y="7877"/>
                    <a:pt x="9546" y="8381"/>
                  </a:cubicBezTo>
                  <a:cubicBezTo>
                    <a:pt x="9452" y="8507"/>
                    <a:pt x="9452" y="8633"/>
                    <a:pt x="9546" y="8759"/>
                  </a:cubicBezTo>
                  <a:lnTo>
                    <a:pt x="9798" y="9168"/>
                  </a:lnTo>
                  <a:lnTo>
                    <a:pt x="9231" y="9767"/>
                  </a:lnTo>
                  <a:lnTo>
                    <a:pt x="8790" y="9483"/>
                  </a:lnTo>
                  <a:cubicBezTo>
                    <a:pt x="8727" y="9452"/>
                    <a:pt x="8656" y="9436"/>
                    <a:pt x="8593" y="9436"/>
                  </a:cubicBezTo>
                  <a:cubicBezTo>
                    <a:pt x="8530" y="9436"/>
                    <a:pt x="8475" y="9452"/>
                    <a:pt x="8444" y="9483"/>
                  </a:cubicBezTo>
                  <a:cubicBezTo>
                    <a:pt x="7908" y="9861"/>
                    <a:pt x="7341" y="10082"/>
                    <a:pt x="6742" y="10208"/>
                  </a:cubicBezTo>
                  <a:cubicBezTo>
                    <a:pt x="6616" y="10239"/>
                    <a:pt x="6490" y="10334"/>
                    <a:pt x="6459" y="10428"/>
                  </a:cubicBezTo>
                  <a:lnTo>
                    <a:pt x="6333" y="10964"/>
                  </a:lnTo>
                  <a:lnTo>
                    <a:pt x="5514" y="10964"/>
                  </a:lnTo>
                  <a:lnTo>
                    <a:pt x="5388" y="10428"/>
                  </a:lnTo>
                  <a:cubicBezTo>
                    <a:pt x="5356" y="10334"/>
                    <a:pt x="5230" y="10208"/>
                    <a:pt x="5136" y="10208"/>
                  </a:cubicBezTo>
                  <a:cubicBezTo>
                    <a:pt x="4505" y="10082"/>
                    <a:pt x="3938" y="9861"/>
                    <a:pt x="3434" y="9483"/>
                  </a:cubicBezTo>
                  <a:cubicBezTo>
                    <a:pt x="3371" y="9452"/>
                    <a:pt x="3308" y="9436"/>
                    <a:pt x="3249" y="9436"/>
                  </a:cubicBezTo>
                  <a:cubicBezTo>
                    <a:pt x="3190" y="9436"/>
                    <a:pt x="3135" y="9452"/>
                    <a:pt x="3088" y="9483"/>
                  </a:cubicBezTo>
                  <a:lnTo>
                    <a:pt x="2647" y="9767"/>
                  </a:lnTo>
                  <a:lnTo>
                    <a:pt x="2048" y="9168"/>
                  </a:lnTo>
                  <a:lnTo>
                    <a:pt x="2332" y="8759"/>
                  </a:lnTo>
                  <a:cubicBezTo>
                    <a:pt x="2395" y="8633"/>
                    <a:pt x="2395" y="8475"/>
                    <a:pt x="2332" y="8381"/>
                  </a:cubicBezTo>
                  <a:cubicBezTo>
                    <a:pt x="1985" y="7877"/>
                    <a:pt x="1733" y="7278"/>
                    <a:pt x="1607" y="6711"/>
                  </a:cubicBezTo>
                  <a:cubicBezTo>
                    <a:pt x="1575" y="6585"/>
                    <a:pt x="1512" y="6459"/>
                    <a:pt x="1386" y="6427"/>
                  </a:cubicBezTo>
                  <a:lnTo>
                    <a:pt x="882" y="6301"/>
                  </a:lnTo>
                  <a:lnTo>
                    <a:pt x="882" y="5482"/>
                  </a:lnTo>
                  <a:lnTo>
                    <a:pt x="1386" y="5356"/>
                  </a:lnTo>
                  <a:cubicBezTo>
                    <a:pt x="1512" y="5325"/>
                    <a:pt x="1607" y="5199"/>
                    <a:pt x="1607" y="5073"/>
                  </a:cubicBezTo>
                  <a:cubicBezTo>
                    <a:pt x="1733" y="4442"/>
                    <a:pt x="1985" y="3907"/>
                    <a:pt x="2332" y="3371"/>
                  </a:cubicBezTo>
                  <a:cubicBezTo>
                    <a:pt x="2395" y="3277"/>
                    <a:pt x="2395" y="3151"/>
                    <a:pt x="2332" y="3025"/>
                  </a:cubicBezTo>
                  <a:lnTo>
                    <a:pt x="2048" y="2584"/>
                  </a:lnTo>
                  <a:lnTo>
                    <a:pt x="2647" y="2017"/>
                  </a:lnTo>
                  <a:lnTo>
                    <a:pt x="3088" y="2300"/>
                  </a:lnTo>
                  <a:cubicBezTo>
                    <a:pt x="3135" y="2332"/>
                    <a:pt x="3198" y="2347"/>
                    <a:pt x="3261" y="2347"/>
                  </a:cubicBezTo>
                  <a:cubicBezTo>
                    <a:pt x="3324" y="2347"/>
                    <a:pt x="3387" y="2332"/>
                    <a:pt x="3434" y="2300"/>
                  </a:cubicBezTo>
                  <a:cubicBezTo>
                    <a:pt x="3938" y="1922"/>
                    <a:pt x="4537" y="1702"/>
                    <a:pt x="5136" y="1576"/>
                  </a:cubicBezTo>
                  <a:cubicBezTo>
                    <a:pt x="5230" y="1544"/>
                    <a:pt x="5356" y="1450"/>
                    <a:pt x="5388" y="1292"/>
                  </a:cubicBezTo>
                  <a:lnTo>
                    <a:pt x="5514" y="756"/>
                  </a:lnTo>
                  <a:close/>
                  <a:moveTo>
                    <a:pt x="5167" y="0"/>
                  </a:moveTo>
                  <a:cubicBezTo>
                    <a:pt x="5009" y="0"/>
                    <a:pt x="4852" y="126"/>
                    <a:pt x="4852" y="284"/>
                  </a:cubicBezTo>
                  <a:lnTo>
                    <a:pt x="4694" y="882"/>
                  </a:lnTo>
                  <a:cubicBezTo>
                    <a:pt x="4127" y="977"/>
                    <a:pt x="3623" y="1229"/>
                    <a:pt x="3119" y="1513"/>
                  </a:cubicBezTo>
                  <a:lnTo>
                    <a:pt x="2615" y="1197"/>
                  </a:lnTo>
                  <a:cubicBezTo>
                    <a:pt x="2557" y="1154"/>
                    <a:pt x="2485" y="1130"/>
                    <a:pt x="2412" y="1130"/>
                  </a:cubicBezTo>
                  <a:cubicBezTo>
                    <a:pt x="2327" y="1130"/>
                    <a:pt x="2242" y="1161"/>
                    <a:pt x="2174" y="1229"/>
                  </a:cubicBezTo>
                  <a:lnTo>
                    <a:pt x="1197" y="2206"/>
                  </a:lnTo>
                  <a:cubicBezTo>
                    <a:pt x="1071" y="2332"/>
                    <a:pt x="1071" y="2489"/>
                    <a:pt x="1134" y="2647"/>
                  </a:cubicBezTo>
                  <a:lnTo>
                    <a:pt x="1449" y="3151"/>
                  </a:lnTo>
                  <a:cubicBezTo>
                    <a:pt x="1134" y="3623"/>
                    <a:pt x="945" y="4159"/>
                    <a:pt x="819" y="4726"/>
                  </a:cubicBezTo>
                  <a:lnTo>
                    <a:pt x="284" y="4884"/>
                  </a:lnTo>
                  <a:cubicBezTo>
                    <a:pt x="126" y="4915"/>
                    <a:pt x="0" y="5041"/>
                    <a:pt x="0" y="5199"/>
                  </a:cubicBezTo>
                  <a:lnTo>
                    <a:pt x="0" y="6585"/>
                  </a:lnTo>
                  <a:cubicBezTo>
                    <a:pt x="0" y="6742"/>
                    <a:pt x="126" y="6868"/>
                    <a:pt x="284" y="6900"/>
                  </a:cubicBezTo>
                  <a:lnTo>
                    <a:pt x="819" y="7057"/>
                  </a:lnTo>
                  <a:cubicBezTo>
                    <a:pt x="945" y="7593"/>
                    <a:pt x="1197" y="8129"/>
                    <a:pt x="1449" y="8633"/>
                  </a:cubicBezTo>
                  <a:lnTo>
                    <a:pt x="1134" y="9137"/>
                  </a:lnTo>
                  <a:cubicBezTo>
                    <a:pt x="1071" y="9263"/>
                    <a:pt x="1071" y="9452"/>
                    <a:pt x="1197" y="9578"/>
                  </a:cubicBezTo>
                  <a:lnTo>
                    <a:pt x="2174" y="10554"/>
                  </a:lnTo>
                  <a:cubicBezTo>
                    <a:pt x="2242" y="10622"/>
                    <a:pt x="2318" y="10653"/>
                    <a:pt x="2399" y="10653"/>
                  </a:cubicBezTo>
                  <a:cubicBezTo>
                    <a:pt x="2469" y="10653"/>
                    <a:pt x="2542" y="10630"/>
                    <a:pt x="2615" y="10586"/>
                  </a:cubicBezTo>
                  <a:lnTo>
                    <a:pt x="3119" y="10271"/>
                  </a:lnTo>
                  <a:cubicBezTo>
                    <a:pt x="3592" y="10586"/>
                    <a:pt x="4127" y="10806"/>
                    <a:pt x="4694" y="10901"/>
                  </a:cubicBezTo>
                  <a:lnTo>
                    <a:pt x="4852" y="11468"/>
                  </a:lnTo>
                  <a:cubicBezTo>
                    <a:pt x="4883" y="11626"/>
                    <a:pt x="5009" y="11752"/>
                    <a:pt x="5167" y="11752"/>
                  </a:cubicBezTo>
                  <a:lnTo>
                    <a:pt x="6553" y="11752"/>
                  </a:lnTo>
                  <a:cubicBezTo>
                    <a:pt x="6711" y="11752"/>
                    <a:pt x="6805" y="11626"/>
                    <a:pt x="6868" y="11468"/>
                  </a:cubicBezTo>
                  <a:lnTo>
                    <a:pt x="7026" y="10901"/>
                  </a:lnTo>
                  <a:cubicBezTo>
                    <a:pt x="7561" y="10806"/>
                    <a:pt x="8065" y="10554"/>
                    <a:pt x="8601" y="10271"/>
                  </a:cubicBezTo>
                  <a:lnTo>
                    <a:pt x="9105" y="10586"/>
                  </a:lnTo>
                  <a:cubicBezTo>
                    <a:pt x="9164" y="10630"/>
                    <a:pt x="9236" y="10653"/>
                    <a:pt x="9309" y="10653"/>
                  </a:cubicBezTo>
                  <a:cubicBezTo>
                    <a:pt x="9393" y="10653"/>
                    <a:pt x="9479" y="10622"/>
                    <a:pt x="9546" y="10554"/>
                  </a:cubicBezTo>
                  <a:lnTo>
                    <a:pt x="10523" y="9578"/>
                  </a:lnTo>
                  <a:cubicBezTo>
                    <a:pt x="10649" y="9452"/>
                    <a:pt x="10649" y="9294"/>
                    <a:pt x="10554" y="9137"/>
                  </a:cubicBezTo>
                  <a:lnTo>
                    <a:pt x="10239" y="8633"/>
                  </a:lnTo>
                  <a:cubicBezTo>
                    <a:pt x="10554" y="8160"/>
                    <a:pt x="10743" y="7656"/>
                    <a:pt x="10869" y="7057"/>
                  </a:cubicBezTo>
                  <a:lnTo>
                    <a:pt x="11468" y="6900"/>
                  </a:lnTo>
                  <a:cubicBezTo>
                    <a:pt x="11626" y="6868"/>
                    <a:pt x="11752" y="6742"/>
                    <a:pt x="11752" y="6585"/>
                  </a:cubicBezTo>
                  <a:lnTo>
                    <a:pt x="11752" y="5199"/>
                  </a:lnTo>
                  <a:cubicBezTo>
                    <a:pt x="11752" y="5041"/>
                    <a:pt x="11626" y="4915"/>
                    <a:pt x="11468" y="4884"/>
                  </a:cubicBezTo>
                  <a:lnTo>
                    <a:pt x="10869" y="4726"/>
                  </a:lnTo>
                  <a:cubicBezTo>
                    <a:pt x="10743" y="4159"/>
                    <a:pt x="10523" y="3655"/>
                    <a:pt x="10239" y="3151"/>
                  </a:cubicBezTo>
                  <a:lnTo>
                    <a:pt x="10554" y="2647"/>
                  </a:lnTo>
                  <a:cubicBezTo>
                    <a:pt x="10649" y="2521"/>
                    <a:pt x="10649" y="2332"/>
                    <a:pt x="10523" y="2206"/>
                  </a:cubicBezTo>
                  <a:lnTo>
                    <a:pt x="9546" y="1229"/>
                  </a:lnTo>
                  <a:cubicBezTo>
                    <a:pt x="9479" y="1161"/>
                    <a:pt x="9402" y="1130"/>
                    <a:pt x="9321" y="1130"/>
                  </a:cubicBezTo>
                  <a:cubicBezTo>
                    <a:pt x="9251" y="1130"/>
                    <a:pt x="9178" y="1154"/>
                    <a:pt x="9105" y="1197"/>
                  </a:cubicBezTo>
                  <a:lnTo>
                    <a:pt x="8601" y="1513"/>
                  </a:lnTo>
                  <a:cubicBezTo>
                    <a:pt x="8128" y="1197"/>
                    <a:pt x="7593" y="977"/>
                    <a:pt x="7026" y="882"/>
                  </a:cubicBezTo>
                  <a:lnTo>
                    <a:pt x="6868" y="284"/>
                  </a:lnTo>
                  <a:cubicBezTo>
                    <a:pt x="6805" y="126"/>
                    <a:pt x="6711" y="0"/>
                    <a:pt x="655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1" name="Google Shape;12111;p140"/>
            <p:cNvSpPr/>
            <p:nvPr/>
          </p:nvSpPr>
          <p:spPr>
            <a:xfrm>
              <a:off x="-4521500" y="2099400"/>
              <a:ext cx="189050" cy="188275"/>
            </a:xfrm>
            <a:custGeom>
              <a:rect b="b" l="l" r="r" t="t"/>
              <a:pathLst>
                <a:path extrusionOk="0" h="7531" w="7562">
                  <a:moveTo>
                    <a:pt x="3750" y="662"/>
                  </a:moveTo>
                  <a:cubicBezTo>
                    <a:pt x="5451" y="662"/>
                    <a:pt x="6837" y="2017"/>
                    <a:pt x="6837" y="3718"/>
                  </a:cubicBezTo>
                  <a:cubicBezTo>
                    <a:pt x="6869" y="5104"/>
                    <a:pt x="6049" y="6239"/>
                    <a:pt x="4821" y="6648"/>
                  </a:cubicBezTo>
                  <a:lnTo>
                    <a:pt x="4821" y="5892"/>
                  </a:lnTo>
                  <a:cubicBezTo>
                    <a:pt x="5640" y="5514"/>
                    <a:pt x="6207" y="4663"/>
                    <a:pt x="6207" y="3718"/>
                  </a:cubicBezTo>
                  <a:cubicBezTo>
                    <a:pt x="6207" y="2710"/>
                    <a:pt x="5577" y="1796"/>
                    <a:pt x="4569" y="1481"/>
                  </a:cubicBezTo>
                  <a:cubicBezTo>
                    <a:pt x="4535" y="1472"/>
                    <a:pt x="4501" y="1467"/>
                    <a:pt x="4468" y="1467"/>
                  </a:cubicBezTo>
                  <a:cubicBezTo>
                    <a:pt x="4278" y="1467"/>
                    <a:pt x="4096" y="1609"/>
                    <a:pt x="4096" y="1796"/>
                  </a:cubicBezTo>
                  <a:lnTo>
                    <a:pt x="4096" y="3372"/>
                  </a:lnTo>
                  <a:lnTo>
                    <a:pt x="3435" y="3372"/>
                  </a:lnTo>
                  <a:lnTo>
                    <a:pt x="3435" y="1796"/>
                  </a:lnTo>
                  <a:cubicBezTo>
                    <a:pt x="3435" y="1609"/>
                    <a:pt x="3276" y="1467"/>
                    <a:pt x="3073" y="1467"/>
                  </a:cubicBezTo>
                  <a:cubicBezTo>
                    <a:pt x="3037" y="1467"/>
                    <a:pt x="3000" y="1472"/>
                    <a:pt x="2962" y="1481"/>
                  </a:cubicBezTo>
                  <a:cubicBezTo>
                    <a:pt x="2017" y="1828"/>
                    <a:pt x="1355" y="2742"/>
                    <a:pt x="1355" y="3718"/>
                  </a:cubicBezTo>
                  <a:cubicBezTo>
                    <a:pt x="1355" y="4663"/>
                    <a:pt x="1891" y="5514"/>
                    <a:pt x="2741" y="5892"/>
                  </a:cubicBezTo>
                  <a:lnTo>
                    <a:pt x="2741" y="6648"/>
                  </a:lnTo>
                  <a:cubicBezTo>
                    <a:pt x="1544" y="6207"/>
                    <a:pt x="694" y="5073"/>
                    <a:pt x="694" y="3718"/>
                  </a:cubicBezTo>
                  <a:cubicBezTo>
                    <a:pt x="694" y="2017"/>
                    <a:pt x="2048" y="662"/>
                    <a:pt x="3750" y="662"/>
                  </a:cubicBezTo>
                  <a:close/>
                  <a:moveTo>
                    <a:pt x="4852" y="2363"/>
                  </a:moveTo>
                  <a:cubicBezTo>
                    <a:pt x="5293" y="2679"/>
                    <a:pt x="5514" y="3183"/>
                    <a:pt x="5514" y="3718"/>
                  </a:cubicBezTo>
                  <a:cubicBezTo>
                    <a:pt x="5514" y="4443"/>
                    <a:pt x="5041" y="5104"/>
                    <a:pt x="4380" y="5356"/>
                  </a:cubicBezTo>
                  <a:cubicBezTo>
                    <a:pt x="4254" y="5388"/>
                    <a:pt x="4159" y="5545"/>
                    <a:pt x="4159" y="5671"/>
                  </a:cubicBezTo>
                  <a:lnTo>
                    <a:pt x="4159" y="6806"/>
                  </a:lnTo>
                  <a:lnTo>
                    <a:pt x="3781" y="6806"/>
                  </a:lnTo>
                  <a:cubicBezTo>
                    <a:pt x="3734" y="6821"/>
                    <a:pt x="3679" y="6829"/>
                    <a:pt x="3624" y="6829"/>
                  </a:cubicBezTo>
                  <a:cubicBezTo>
                    <a:pt x="3568" y="6829"/>
                    <a:pt x="3513" y="6821"/>
                    <a:pt x="3466" y="6806"/>
                  </a:cubicBezTo>
                  <a:lnTo>
                    <a:pt x="3466" y="5671"/>
                  </a:lnTo>
                  <a:cubicBezTo>
                    <a:pt x="3466" y="5514"/>
                    <a:pt x="3403" y="5388"/>
                    <a:pt x="3246" y="5356"/>
                  </a:cubicBezTo>
                  <a:cubicBezTo>
                    <a:pt x="2584" y="5104"/>
                    <a:pt x="2111" y="4443"/>
                    <a:pt x="2111" y="3718"/>
                  </a:cubicBezTo>
                  <a:cubicBezTo>
                    <a:pt x="2111" y="3183"/>
                    <a:pt x="2363" y="2679"/>
                    <a:pt x="2773" y="2363"/>
                  </a:cubicBezTo>
                  <a:lnTo>
                    <a:pt x="2773" y="3718"/>
                  </a:lnTo>
                  <a:cubicBezTo>
                    <a:pt x="2773" y="3939"/>
                    <a:pt x="2930" y="4096"/>
                    <a:pt x="3120" y="4096"/>
                  </a:cubicBezTo>
                  <a:lnTo>
                    <a:pt x="4506" y="4096"/>
                  </a:lnTo>
                  <a:cubicBezTo>
                    <a:pt x="4695" y="4096"/>
                    <a:pt x="4852" y="3939"/>
                    <a:pt x="4852" y="3718"/>
                  </a:cubicBezTo>
                  <a:lnTo>
                    <a:pt x="4852" y="2363"/>
                  </a:lnTo>
                  <a:close/>
                  <a:moveTo>
                    <a:pt x="3781" y="1"/>
                  </a:moveTo>
                  <a:cubicBezTo>
                    <a:pt x="1702" y="1"/>
                    <a:pt x="1" y="1670"/>
                    <a:pt x="1" y="3781"/>
                  </a:cubicBezTo>
                  <a:cubicBezTo>
                    <a:pt x="1" y="5861"/>
                    <a:pt x="1702" y="7530"/>
                    <a:pt x="3781" y="7530"/>
                  </a:cubicBezTo>
                  <a:cubicBezTo>
                    <a:pt x="5892" y="7530"/>
                    <a:pt x="7562" y="5861"/>
                    <a:pt x="7562" y="3781"/>
                  </a:cubicBezTo>
                  <a:cubicBezTo>
                    <a:pt x="7562" y="1670"/>
                    <a:pt x="5892" y="1"/>
                    <a:pt x="378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12" name="Google Shape;12112;p140"/>
          <p:cNvGrpSpPr/>
          <p:nvPr/>
        </p:nvGrpSpPr>
        <p:grpSpPr>
          <a:xfrm>
            <a:off x="4092877" y="2138699"/>
            <a:ext cx="425343" cy="424225"/>
            <a:chOff x="-4570325" y="2405775"/>
            <a:chExt cx="294600" cy="293825"/>
          </a:xfrm>
        </p:grpSpPr>
        <p:sp>
          <p:nvSpPr>
            <p:cNvPr id="12113" name="Google Shape;12113;p140"/>
            <p:cNvSpPr/>
            <p:nvPr/>
          </p:nvSpPr>
          <p:spPr>
            <a:xfrm>
              <a:off x="-4570325" y="2405775"/>
              <a:ext cx="294600" cy="293825"/>
            </a:xfrm>
            <a:custGeom>
              <a:rect b="b" l="l" r="r" t="t"/>
              <a:pathLst>
                <a:path extrusionOk="0" h="11753" w="11784">
                  <a:moveTo>
                    <a:pt x="5734" y="694"/>
                  </a:moveTo>
                  <a:cubicBezTo>
                    <a:pt x="7624" y="694"/>
                    <a:pt x="9168" y="2238"/>
                    <a:pt x="9168" y="4128"/>
                  </a:cubicBezTo>
                  <a:cubicBezTo>
                    <a:pt x="9168" y="6050"/>
                    <a:pt x="7624" y="7594"/>
                    <a:pt x="5734" y="7594"/>
                  </a:cubicBezTo>
                  <a:cubicBezTo>
                    <a:pt x="3844" y="7594"/>
                    <a:pt x="2332" y="6018"/>
                    <a:pt x="2332" y="4128"/>
                  </a:cubicBezTo>
                  <a:cubicBezTo>
                    <a:pt x="2332" y="2238"/>
                    <a:pt x="3844" y="694"/>
                    <a:pt x="5734" y="694"/>
                  </a:cubicBezTo>
                  <a:close/>
                  <a:moveTo>
                    <a:pt x="977" y="7531"/>
                  </a:moveTo>
                  <a:cubicBezTo>
                    <a:pt x="1166" y="7531"/>
                    <a:pt x="1323" y="7688"/>
                    <a:pt x="1323" y="7909"/>
                  </a:cubicBezTo>
                  <a:cubicBezTo>
                    <a:pt x="1292" y="8129"/>
                    <a:pt x="1134" y="8255"/>
                    <a:pt x="977" y="8255"/>
                  </a:cubicBezTo>
                  <a:cubicBezTo>
                    <a:pt x="788" y="8255"/>
                    <a:pt x="630" y="8098"/>
                    <a:pt x="630" y="7909"/>
                  </a:cubicBezTo>
                  <a:cubicBezTo>
                    <a:pt x="630" y="7688"/>
                    <a:pt x="788" y="7531"/>
                    <a:pt x="977" y="7531"/>
                  </a:cubicBezTo>
                  <a:close/>
                  <a:moveTo>
                    <a:pt x="10586" y="7531"/>
                  </a:moveTo>
                  <a:cubicBezTo>
                    <a:pt x="10775" y="7531"/>
                    <a:pt x="10932" y="7688"/>
                    <a:pt x="10932" y="7909"/>
                  </a:cubicBezTo>
                  <a:cubicBezTo>
                    <a:pt x="10932" y="8129"/>
                    <a:pt x="10775" y="8255"/>
                    <a:pt x="10586" y="8255"/>
                  </a:cubicBezTo>
                  <a:cubicBezTo>
                    <a:pt x="10397" y="8255"/>
                    <a:pt x="10239" y="8098"/>
                    <a:pt x="10239" y="7909"/>
                  </a:cubicBezTo>
                  <a:cubicBezTo>
                    <a:pt x="10239" y="7688"/>
                    <a:pt x="10397" y="7531"/>
                    <a:pt x="10586" y="7531"/>
                  </a:cubicBezTo>
                  <a:close/>
                  <a:moveTo>
                    <a:pt x="3025" y="9641"/>
                  </a:moveTo>
                  <a:cubicBezTo>
                    <a:pt x="3214" y="9641"/>
                    <a:pt x="3371" y="9799"/>
                    <a:pt x="3371" y="9988"/>
                  </a:cubicBezTo>
                  <a:cubicBezTo>
                    <a:pt x="3340" y="10177"/>
                    <a:pt x="3214" y="10335"/>
                    <a:pt x="3025" y="10335"/>
                  </a:cubicBezTo>
                  <a:cubicBezTo>
                    <a:pt x="2836" y="10335"/>
                    <a:pt x="2678" y="10177"/>
                    <a:pt x="2678" y="9988"/>
                  </a:cubicBezTo>
                  <a:cubicBezTo>
                    <a:pt x="2678" y="9799"/>
                    <a:pt x="2836" y="9641"/>
                    <a:pt x="3025" y="9641"/>
                  </a:cubicBezTo>
                  <a:close/>
                  <a:moveTo>
                    <a:pt x="8475" y="9641"/>
                  </a:moveTo>
                  <a:cubicBezTo>
                    <a:pt x="8696" y="9641"/>
                    <a:pt x="8822" y="9799"/>
                    <a:pt x="8822" y="9988"/>
                  </a:cubicBezTo>
                  <a:cubicBezTo>
                    <a:pt x="8822" y="10177"/>
                    <a:pt x="8664" y="10335"/>
                    <a:pt x="8475" y="10335"/>
                  </a:cubicBezTo>
                  <a:cubicBezTo>
                    <a:pt x="8255" y="10335"/>
                    <a:pt x="8128" y="10177"/>
                    <a:pt x="8128" y="9988"/>
                  </a:cubicBezTo>
                  <a:cubicBezTo>
                    <a:pt x="8128" y="9799"/>
                    <a:pt x="8255" y="9641"/>
                    <a:pt x="8475" y="9641"/>
                  </a:cubicBezTo>
                  <a:close/>
                  <a:moveTo>
                    <a:pt x="5734" y="10303"/>
                  </a:moveTo>
                  <a:cubicBezTo>
                    <a:pt x="5955" y="10303"/>
                    <a:pt x="6112" y="10461"/>
                    <a:pt x="6112" y="10650"/>
                  </a:cubicBezTo>
                  <a:cubicBezTo>
                    <a:pt x="6112" y="10839"/>
                    <a:pt x="5955" y="10996"/>
                    <a:pt x="5734" y="10996"/>
                  </a:cubicBezTo>
                  <a:cubicBezTo>
                    <a:pt x="5545" y="10996"/>
                    <a:pt x="5388" y="10839"/>
                    <a:pt x="5388" y="10650"/>
                  </a:cubicBezTo>
                  <a:cubicBezTo>
                    <a:pt x="5388" y="10461"/>
                    <a:pt x="5545" y="10303"/>
                    <a:pt x="5734" y="10303"/>
                  </a:cubicBezTo>
                  <a:close/>
                  <a:moveTo>
                    <a:pt x="5797" y="1"/>
                  </a:moveTo>
                  <a:cubicBezTo>
                    <a:pt x="3497" y="1"/>
                    <a:pt x="1701" y="1860"/>
                    <a:pt x="1701" y="4097"/>
                  </a:cubicBezTo>
                  <a:cubicBezTo>
                    <a:pt x="1701" y="5010"/>
                    <a:pt x="2017" y="5924"/>
                    <a:pt x="2552" y="6617"/>
                  </a:cubicBezTo>
                  <a:lnTo>
                    <a:pt x="1701" y="7153"/>
                  </a:lnTo>
                  <a:cubicBezTo>
                    <a:pt x="1481" y="6995"/>
                    <a:pt x="1260" y="6901"/>
                    <a:pt x="1040" y="6901"/>
                  </a:cubicBezTo>
                  <a:cubicBezTo>
                    <a:pt x="473" y="6901"/>
                    <a:pt x="0" y="7373"/>
                    <a:pt x="0" y="7940"/>
                  </a:cubicBezTo>
                  <a:cubicBezTo>
                    <a:pt x="0" y="8476"/>
                    <a:pt x="473" y="8948"/>
                    <a:pt x="1040" y="8948"/>
                  </a:cubicBezTo>
                  <a:cubicBezTo>
                    <a:pt x="1575" y="8948"/>
                    <a:pt x="2048" y="8476"/>
                    <a:pt x="2048" y="7940"/>
                  </a:cubicBezTo>
                  <a:lnTo>
                    <a:pt x="2048" y="7751"/>
                  </a:lnTo>
                  <a:lnTo>
                    <a:pt x="3088" y="7153"/>
                  </a:lnTo>
                  <a:cubicBezTo>
                    <a:pt x="3340" y="7373"/>
                    <a:pt x="3623" y="7625"/>
                    <a:pt x="3970" y="7783"/>
                  </a:cubicBezTo>
                  <a:lnTo>
                    <a:pt x="3308" y="8948"/>
                  </a:lnTo>
                  <a:lnTo>
                    <a:pt x="3119" y="8948"/>
                  </a:lnTo>
                  <a:cubicBezTo>
                    <a:pt x="2552" y="8948"/>
                    <a:pt x="2080" y="9421"/>
                    <a:pt x="2080" y="9988"/>
                  </a:cubicBezTo>
                  <a:cubicBezTo>
                    <a:pt x="2080" y="10524"/>
                    <a:pt x="2552" y="10996"/>
                    <a:pt x="3119" y="10996"/>
                  </a:cubicBezTo>
                  <a:cubicBezTo>
                    <a:pt x="3655" y="10996"/>
                    <a:pt x="4127" y="10524"/>
                    <a:pt x="4127" y="9988"/>
                  </a:cubicBezTo>
                  <a:cubicBezTo>
                    <a:pt x="4127" y="9736"/>
                    <a:pt x="4064" y="9515"/>
                    <a:pt x="3907" y="9326"/>
                  </a:cubicBezTo>
                  <a:lnTo>
                    <a:pt x="4600" y="8098"/>
                  </a:lnTo>
                  <a:cubicBezTo>
                    <a:pt x="4883" y="8161"/>
                    <a:pt x="5199" y="8255"/>
                    <a:pt x="5514" y="8287"/>
                  </a:cubicBezTo>
                  <a:lnTo>
                    <a:pt x="5514" y="9736"/>
                  </a:lnTo>
                  <a:cubicBezTo>
                    <a:pt x="5136" y="9894"/>
                    <a:pt x="4852" y="10272"/>
                    <a:pt x="4852" y="10713"/>
                  </a:cubicBezTo>
                  <a:cubicBezTo>
                    <a:pt x="4852" y="11280"/>
                    <a:pt x="5325" y="11752"/>
                    <a:pt x="5860" y="11752"/>
                  </a:cubicBezTo>
                  <a:cubicBezTo>
                    <a:pt x="6427" y="11752"/>
                    <a:pt x="6900" y="11280"/>
                    <a:pt x="6900" y="10713"/>
                  </a:cubicBezTo>
                  <a:cubicBezTo>
                    <a:pt x="6900" y="10303"/>
                    <a:pt x="6616" y="9894"/>
                    <a:pt x="6238" y="9736"/>
                  </a:cubicBezTo>
                  <a:lnTo>
                    <a:pt x="6238" y="8287"/>
                  </a:lnTo>
                  <a:cubicBezTo>
                    <a:pt x="6553" y="8255"/>
                    <a:pt x="6868" y="8224"/>
                    <a:pt x="7120" y="8098"/>
                  </a:cubicBezTo>
                  <a:lnTo>
                    <a:pt x="7845" y="9326"/>
                  </a:lnTo>
                  <a:cubicBezTo>
                    <a:pt x="7687" y="9515"/>
                    <a:pt x="7593" y="9736"/>
                    <a:pt x="7593" y="9988"/>
                  </a:cubicBezTo>
                  <a:cubicBezTo>
                    <a:pt x="7593" y="10524"/>
                    <a:pt x="8065" y="10996"/>
                    <a:pt x="8633" y="10996"/>
                  </a:cubicBezTo>
                  <a:cubicBezTo>
                    <a:pt x="9168" y="10996"/>
                    <a:pt x="9641" y="10524"/>
                    <a:pt x="9641" y="9988"/>
                  </a:cubicBezTo>
                  <a:cubicBezTo>
                    <a:pt x="9641" y="9421"/>
                    <a:pt x="9168" y="8948"/>
                    <a:pt x="8633" y="8948"/>
                  </a:cubicBezTo>
                  <a:lnTo>
                    <a:pt x="8444" y="8948"/>
                  </a:lnTo>
                  <a:lnTo>
                    <a:pt x="7750" y="7783"/>
                  </a:lnTo>
                  <a:cubicBezTo>
                    <a:pt x="8065" y="7625"/>
                    <a:pt x="8381" y="7373"/>
                    <a:pt x="8664" y="7153"/>
                  </a:cubicBezTo>
                  <a:lnTo>
                    <a:pt x="9735" y="7751"/>
                  </a:lnTo>
                  <a:lnTo>
                    <a:pt x="9735" y="7940"/>
                  </a:lnTo>
                  <a:cubicBezTo>
                    <a:pt x="9735" y="8476"/>
                    <a:pt x="10208" y="8948"/>
                    <a:pt x="10743" y="8948"/>
                  </a:cubicBezTo>
                  <a:cubicBezTo>
                    <a:pt x="11310" y="8948"/>
                    <a:pt x="11783" y="8476"/>
                    <a:pt x="11783" y="7940"/>
                  </a:cubicBezTo>
                  <a:cubicBezTo>
                    <a:pt x="11626" y="7342"/>
                    <a:pt x="11153" y="6901"/>
                    <a:pt x="10586" y="6901"/>
                  </a:cubicBezTo>
                  <a:cubicBezTo>
                    <a:pt x="10302" y="6901"/>
                    <a:pt x="10082" y="6995"/>
                    <a:pt x="9924" y="7153"/>
                  </a:cubicBezTo>
                  <a:lnTo>
                    <a:pt x="9011" y="6617"/>
                  </a:lnTo>
                  <a:cubicBezTo>
                    <a:pt x="9578" y="5924"/>
                    <a:pt x="9893" y="5010"/>
                    <a:pt x="9893" y="4097"/>
                  </a:cubicBezTo>
                  <a:cubicBezTo>
                    <a:pt x="9893" y="1828"/>
                    <a:pt x="8034" y="1"/>
                    <a:pt x="579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4" name="Google Shape;12114;p140"/>
            <p:cNvSpPr/>
            <p:nvPr/>
          </p:nvSpPr>
          <p:spPr>
            <a:xfrm>
              <a:off x="-4478175" y="2439650"/>
              <a:ext cx="103975" cy="120525"/>
            </a:xfrm>
            <a:custGeom>
              <a:rect b="b" l="l" r="r" t="t"/>
              <a:pathLst>
                <a:path extrusionOk="0" h="4821" w="4159">
                  <a:moveTo>
                    <a:pt x="2048" y="725"/>
                  </a:moveTo>
                  <a:cubicBezTo>
                    <a:pt x="2458" y="725"/>
                    <a:pt x="2741" y="1040"/>
                    <a:pt x="2741" y="1387"/>
                  </a:cubicBezTo>
                  <a:cubicBezTo>
                    <a:pt x="2741" y="1765"/>
                    <a:pt x="2426" y="2049"/>
                    <a:pt x="2048" y="2049"/>
                  </a:cubicBezTo>
                  <a:cubicBezTo>
                    <a:pt x="1702" y="2049"/>
                    <a:pt x="1387" y="1733"/>
                    <a:pt x="1387" y="1387"/>
                  </a:cubicBezTo>
                  <a:cubicBezTo>
                    <a:pt x="1387" y="1040"/>
                    <a:pt x="1702" y="725"/>
                    <a:pt x="2048" y="725"/>
                  </a:cubicBezTo>
                  <a:close/>
                  <a:moveTo>
                    <a:pt x="2363" y="2773"/>
                  </a:moveTo>
                  <a:cubicBezTo>
                    <a:pt x="2930" y="2773"/>
                    <a:pt x="3403" y="3246"/>
                    <a:pt x="3403" y="3781"/>
                  </a:cubicBezTo>
                  <a:lnTo>
                    <a:pt x="3403" y="4128"/>
                  </a:lnTo>
                  <a:lnTo>
                    <a:pt x="630" y="4128"/>
                  </a:lnTo>
                  <a:lnTo>
                    <a:pt x="630" y="3781"/>
                  </a:lnTo>
                  <a:lnTo>
                    <a:pt x="693" y="3781"/>
                  </a:lnTo>
                  <a:cubicBezTo>
                    <a:pt x="693" y="3246"/>
                    <a:pt x="1166" y="2773"/>
                    <a:pt x="1702" y="2773"/>
                  </a:cubicBezTo>
                  <a:close/>
                  <a:moveTo>
                    <a:pt x="2111" y="1"/>
                  </a:moveTo>
                  <a:cubicBezTo>
                    <a:pt x="1355" y="1"/>
                    <a:pt x="725" y="631"/>
                    <a:pt x="725" y="1387"/>
                  </a:cubicBezTo>
                  <a:cubicBezTo>
                    <a:pt x="725" y="1702"/>
                    <a:pt x="851" y="2017"/>
                    <a:pt x="1040" y="2238"/>
                  </a:cubicBezTo>
                  <a:cubicBezTo>
                    <a:pt x="441" y="2521"/>
                    <a:pt x="63" y="3120"/>
                    <a:pt x="63" y="3781"/>
                  </a:cubicBezTo>
                  <a:lnTo>
                    <a:pt x="63" y="4443"/>
                  </a:lnTo>
                  <a:cubicBezTo>
                    <a:pt x="0" y="4663"/>
                    <a:pt x="158" y="4821"/>
                    <a:pt x="378" y="4821"/>
                  </a:cubicBezTo>
                  <a:lnTo>
                    <a:pt x="3781" y="4821"/>
                  </a:lnTo>
                  <a:cubicBezTo>
                    <a:pt x="4001" y="4821"/>
                    <a:pt x="4159" y="4663"/>
                    <a:pt x="4159" y="4443"/>
                  </a:cubicBezTo>
                  <a:lnTo>
                    <a:pt x="4159" y="3781"/>
                  </a:lnTo>
                  <a:cubicBezTo>
                    <a:pt x="4159" y="3120"/>
                    <a:pt x="3749" y="2521"/>
                    <a:pt x="3151" y="2238"/>
                  </a:cubicBezTo>
                  <a:cubicBezTo>
                    <a:pt x="3371" y="2017"/>
                    <a:pt x="3466" y="1733"/>
                    <a:pt x="3466" y="1387"/>
                  </a:cubicBezTo>
                  <a:cubicBezTo>
                    <a:pt x="3466" y="631"/>
                    <a:pt x="2836" y="1"/>
                    <a:pt x="211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15" name="Google Shape;12115;p140"/>
          <p:cNvGrpSpPr/>
          <p:nvPr/>
        </p:nvGrpSpPr>
        <p:grpSpPr>
          <a:xfrm>
            <a:off x="4105945" y="2659838"/>
            <a:ext cx="423069" cy="423033"/>
            <a:chOff x="-4572700" y="2764950"/>
            <a:chExt cx="293025" cy="293000"/>
          </a:xfrm>
        </p:grpSpPr>
        <p:sp>
          <p:nvSpPr>
            <p:cNvPr id="12116" name="Google Shape;12116;p140"/>
            <p:cNvSpPr/>
            <p:nvPr/>
          </p:nvSpPr>
          <p:spPr>
            <a:xfrm>
              <a:off x="-4572700" y="2764950"/>
              <a:ext cx="293025" cy="293000"/>
            </a:xfrm>
            <a:custGeom>
              <a:rect b="b" l="l" r="r" t="t"/>
              <a:pathLst>
                <a:path extrusionOk="0" h="11720" w="11721">
                  <a:moveTo>
                    <a:pt x="10681" y="2048"/>
                  </a:moveTo>
                  <a:cubicBezTo>
                    <a:pt x="10870" y="2048"/>
                    <a:pt x="11027" y="2206"/>
                    <a:pt x="11027" y="2395"/>
                  </a:cubicBezTo>
                  <a:lnTo>
                    <a:pt x="11027" y="7246"/>
                  </a:lnTo>
                  <a:cubicBezTo>
                    <a:pt x="11027" y="7435"/>
                    <a:pt x="10870" y="7593"/>
                    <a:pt x="10681" y="7593"/>
                  </a:cubicBezTo>
                  <a:lnTo>
                    <a:pt x="1072" y="7593"/>
                  </a:lnTo>
                  <a:cubicBezTo>
                    <a:pt x="883" y="7593"/>
                    <a:pt x="725" y="7435"/>
                    <a:pt x="725" y="7246"/>
                  </a:cubicBezTo>
                  <a:lnTo>
                    <a:pt x="725" y="2395"/>
                  </a:lnTo>
                  <a:cubicBezTo>
                    <a:pt x="725" y="2206"/>
                    <a:pt x="883" y="2048"/>
                    <a:pt x="1072" y="2048"/>
                  </a:cubicBezTo>
                  <a:close/>
                  <a:moveTo>
                    <a:pt x="4821" y="8286"/>
                  </a:moveTo>
                  <a:lnTo>
                    <a:pt x="4821" y="8979"/>
                  </a:lnTo>
                  <a:lnTo>
                    <a:pt x="3435" y="8979"/>
                  </a:lnTo>
                  <a:lnTo>
                    <a:pt x="3435" y="8286"/>
                  </a:lnTo>
                  <a:close/>
                  <a:moveTo>
                    <a:pt x="8287" y="8286"/>
                  </a:moveTo>
                  <a:lnTo>
                    <a:pt x="8287" y="8979"/>
                  </a:lnTo>
                  <a:lnTo>
                    <a:pt x="6869" y="8979"/>
                  </a:lnTo>
                  <a:lnTo>
                    <a:pt x="6869" y="8286"/>
                  </a:lnTo>
                  <a:close/>
                  <a:moveTo>
                    <a:pt x="6207" y="8254"/>
                  </a:moveTo>
                  <a:lnTo>
                    <a:pt x="6207" y="11027"/>
                  </a:lnTo>
                  <a:lnTo>
                    <a:pt x="5514" y="11027"/>
                  </a:lnTo>
                  <a:lnTo>
                    <a:pt x="5514" y="8254"/>
                  </a:lnTo>
                  <a:close/>
                  <a:moveTo>
                    <a:pt x="1733" y="0"/>
                  </a:moveTo>
                  <a:cubicBezTo>
                    <a:pt x="1544" y="0"/>
                    <a:pt x="1387" y="158"/>
                    <a:pt x="1387" y="347"/>
                  </a:cubicBezTo>
                  <a:cubicBezTo>
                    <a:pt x="1387" y="536"/>
                    <a:pt x="1544" y="693"/>
                    <a:pt x="1733" y="693"/>
                  </a:cubicBezTo>
                  <a:lnTo>
                    <a:pt x="2112" y="693"/>
                  </a:lnTo>
                  <a:lnTo>
                    <a:pt x="2112" y="1355"/>
                  </a:lnTo>
                  <a:lnTo>
                    <a:pt x="1072" y="1355"/>
                  </a:lnTo>
                  <a:cubicBezTo>
                    <a:pt x="536" y="1355"/>
                    <a:pt x="64" y="1827"/>
                    <a:pt x="64" y="2395"/>
                  </a:cubicBezTo>
                  <a:lnTo>
                    <a:pt x="64" y="7246"/>
                  </a:lnTo>
                  <a:cubicBezTo>
                    <a:pt x="64" y="7782"/>
                    <a:pt x="536" y="8254"/>
                    <a:pt x="1072" y="8254"/>
                  </a:cubicBezTo>
                  <a:lnTo>
                    <a:pt x="2773" y="8254"/>
                  </a:lnTo>
                  <a:lnTo>
                    <a:pt x="2773" y="8916"/>
                  </a:lnTo>
                  <a:lnTo>
                    <a:pt x="1733" y="8916"/>
                  </a:lnTo>
                  <a:cubicBezTo>
                    <a:pt x="1544" y="8916"/>
                    <a:pt x="1387" y="9074"/>
                    <a:pt x="1387" y="9294"/>
                  </a:cubicBezTo>
                  <a:cubicBezTo>
                    <a:pt x="1387" y="9483"/>
                    <a:pt x="1544" y="9641"/>
                    <a:pt x="1733" y="9641"/>
                  </a:cubicBezTo>
                  <a:lnTo>
                    <a:pt x="4821" y="9641"/>
                  </a:lnTo>
                  <a:lnTo>
                    <a:pt x="4821" y="11027"/>
                  </a:lnTo>
                  <a:lnTo>
                    <a:pt x="379" y="11027"/>
                  </a:lnTo>
                  <a:cubicBezTo>
                    <a:pt x="158" y="11027"/>
                    <a:pt x="1" y="11184"/>
                    <a:pt x="1" y="11373"/>
                  </a:cubicBezTo>
                  <a:cubicBezTo>
                    <a:pt x="1" y="11562"/>
                    <a:pt x="158" y="11720"/>
                    <a:pt x="379" y="11720"/>
                  </a:cubicBezTo>
                  <a:lnTo>
                    <a:pt x="11342" y="11720"/>
                  </a:lnTo>
                  <a:cubicBezTo>
                    <a:pt x="11563" y="11720"/>
                    <a:pt x="11721" y="11562"/>
                    <a:pt x="11721" y="11373"/>
                  </a:cubicBezTo>
                  <a:cubicBezTo>
                    <a:pt x="11721" y="11184"/>
                    <a:pt x="11563" y="11027"/>
                    <a:pt x="11342" y="11027"/>
                  </a:cubicBezTo>
                  <a:lnTo>
                    <a:pt x="6869" y="11027"/>
                  </a:lnTo>
                  <a:lnTo>
                    <a:pt x="6869" y="9641"/>
                  </a:lnTo>
                  <a:lnTo>
                    <a:pt x="9988" y="9641"/>
                  </a:lnTo>
                  <a:cubicBezTo>
                    <a:pt x="10177" y="9641"/>
                    <a:pt x="10334" y="9483"/>
                    <a:pt x="10334" y="9294"/>
                  </a:cubicBezTo>
                  <a:cubicBezTo>
                    <a:pt x="10334" y="9074"/>
                    <a:pt x="10177" y="8916"/>
                    <a:pt x="9988" y="8916"/>
                  </a:cubicBezTo>
                  <a:lnTo>
                    <a:pt x="8948" y="8916"/>
                  </a:lnTo>
                  <a:lnTo>
                    <a:pt x="8948" y="8254"/>
                  </a:lnTo>
                  <a:lnTo>
                    <a:pt x="10681" y="8254"/>
                  </a:lnTo>
                  <a:cubicBezTo>
                    <a:pt x="11248" y="8254"/>
                    <a:pt x="11721" y="7782"/>
                    <a:pt x="11721" y="7246"/>
                  </a:cubicBezTo>
                  <a:lnTo>
                    <a:pt x="11721" y="2395"/>
                  </a:lnTo>
                  <a:cubicBezTo>
                    <a:pt x="11721" y="1827"/>
                    <a:pt x="11248" y="1355"/>
                    <a:pt x="10681" y="1355"/>
                  </a:cubicBezTo>
                  <a:lnTo>
                    <a:pt x="9673" y="1355"/>
                  </a:lnTo>
                  <a:lnTo>
                    <a:pt x="9673" y="693"/>
                  </a:lnTo>
                  <a:lnTo>
                    <a:pt x="10019" y="693"/>
                  </a:lnTo>
                  <a:cubicBezTo>
                    <a:pt x="10208" y="693"/>
                    <a:pt x="10366" y="536"/>
                    <a:pt x="10366" y="347"/>
                  </a:cubicBezTo>
                  <a:cubicBezTo>
                    <a:pt x="10366" y="158"/>
                    <a:pt x="10208" y="0"/>
                    <a:pt x="10019" y="0"/>
                  </a:cubicBezTo>
                  <a:lnTo>
                    <a:pt x="8633" y="0"/>
                  </a:lnTo>
                  <a:cubicBezTo>
                    <a:pt x="8444" y="0"/>
                    <a:pt x="8287" y="158"/>
                    <a:pt x="8287" y="347"/>
                  </a:cubicBezTo>
                  <a:cubicBezTo>
                    <a:pt x="8287" y="536"/>
                    <a:pt x="8444" y="693"/>
                    <a:pt x="8633" y="693"/>
                  </a:cubicBezTo>
                  <a:lnTo>
                    <a:pt x="8980" y="693"/>
                  </a:lnTo>
                  <a:lnTo>
                    <a:pt x="8980" y="1355"/>
                  </a:lnTo>
                  <a:lnTo>
                    <a:pt x="6207" y="1355"/>
                  </a:lnTo>
                  <a:lnTo>
                    <a:pt x="6207" y="693"/>
                  </a:lnTo>
                  <a:lnTo>
                    <a:pt x="6554" y="693"/>
                  </a:lnTo>
                  <a:cubicBezTo>
                    <a:pt x="6743" y="693"/>
                    <a:pt x="6900" y="536"/>
                    <a:pt x="6900" y="347"/>
                  </a:cubicBezTo>
                  <a:cubicBezTo>
                    <a:pt x="6900" y="158"/>
                    <a:pt x="6743" y="0"/>
                    <a:pt x="6554" y="0"/>
                  </a:cubicBezTo>
                  <a:lnTo>
                    <a:pt x="5168" y="0"/>
                  </a:lnTo>
                  <a:cubicBezTo>
                    <a:pt x="4978" y="0"/>
                    <a:pt x="4821" y="158"/>
                    <a:pt x="4821" y="347"/>
                  </a:cubicBezTo>
                  <a:cubicBezTo>
                    <a:pt x="4821" y="536"/>
                    <a:pt x="4978" y="693"/>
                    <a:pt x="5168" y="693"/>
                  </a:cubicBezTo>
                  <a:lnTo>
                    <a:pt x="5514" y="693"/>
                  </a:lnTo>
                  <a:lnTo>
                    <a:pt x="5514" y="1355"/>
                  </a:lnTo>
                  <a:lnTo>
                    <a:pt x="2773" y="1355"/>
                  </a:lnTo>
                  <a:lnTo>
                    <a:pt x="2773" y="693"/>
                  </a:lnTo>
                  <a:lnTo>
                    <a:pt x="3120" y="693"/>
                  </a:lnTo>
                  <a:cubicBezTo>
                    <a:pt x="3309" y="693"/>
                    <a:pt x="3466" y="536"/>
                    <a:pt x="3466" y="347"/>
                  </a:cubicBezTo>
                  <a:cubicBezTo>
                    <a:pt x="3466" y="158"/>
                    <a:pt x="3309" y="0"/>
                    <a:pt x="312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7" name="Google Shape;12117;p140"/>
            <p:cNvSpPr/>
            <p:nvPr/>
          </p:nvSpPr>
          <p:spPr>
            <a:xfrm>
              <a:off x="-4538825" y="2833475"/>
              <a:ext cx="86650" cy="104775"/>
            </a:xfrm>
            <a:custGeom>
              <a:rect b="b" l="l" r="r" t="t"/>
              <a:pathLst>
                <a:path extrusionOk="0" h="4191" w="3466">
                  <a:moveTo>
                    <a:pt x="2804" y="662"/>
                  </a:moveTo>
                  <a:lnTo>
                    <a:pt x="2804" y="3466"/>
                  </a:lnTo>
                  <a:lnTo>
                    <a:pt x="757" y="3466"/>
                  </a:lnTo>
                  <a:lnTo>
                    <a:pt x="757" y="662"/>
                  </a:lnTo>
                  <a:close/>
                  <a:moveTo>
                    <a:pt x="347" y="0"/>
                  </a:moveTo>
                  <a:cubicBezTo>
                    <a:pt x="158" y="0"/>
                    <a:pt x="0" y="158"/>
                    <a:pt x="0" y="347"/>
                  </a:cubicBezTo>
                  <a:lnTo>
                    <a:pt x="0" y="3812"/>
                  </a:lnTo>
                  <a:cubicBezTo>
                    <a:pt x="0" y="4033"/>
                    <a:pt x="158" y="4190"/>
                    <a:pt x="347" y="4190"/>
                  </a:cubicBezTo>
                  <a:lnTo>
                    <a:pt x="3119" y="4190"/>
                  </a:lnTo>
                  <a:cubicBezTo>
                    <a:pt x="3308" y="4190"/>
                    <a:pt x="3466" y="4033"/>
                    <a:pt x="3466" y="3812"/>
                  </a:cubicBezTo>
                  <a:lnTo>
                    <a:pt x="3466" y="347"/>
                  </a:lnTo>
                  <a:cubicBezTo>
                    <a:pt x="3466" y="158"/>
                    <a:pt x="3308" y="0"/>
                    <a:pt x="31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8" name="Google Shape;12118;p140"/>
            <p:cNvSpPr/>
            <p:nvPr/>
          </p:nvSpPr>
          <p:spPr>
            <a:xfrm>
              <a:off x="-4435650" y="2902775"/>
              <a:ext cx="121325" cy="17350"/>
            </a:xfrm>
            <a:custGeom>
              <a:rect b="b" l="l" r="r" t="t"/>
              <a:pathLst>
                <a:path extrusionOk="0" h="694" w="4853">
                  <a:moveTo>
                    <a:pt x="347" y="1"/>
                  </a:moveTo>
                  <a:cubicBezTo>
                    <a:pt x="158" y="1"/>
                    <a:pt x="1" y="158"/>
                    <a:pt x="1" y="347"/>
                  </a:cubicBezTo>
                  <a:cubicBezTo>
                    <a:pt x="32" y="536"/>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9" name="Google Shape;12119;p140"/>
            <p:cNvSpPr/>
            <p:nvPr/>
          </p:nvSpPr>
          <p:spPr>
            <a:xfrm>
              <a:off x="-4435650" y="2867325"/>
              <a:ext cx="121325" cy="17350"/>
            </a:xfrm>
            <a:custGeom>
              <a:rect b="b" l="l" r="r" t="t"/>
              <a:pathLst>
                <a:path extrusionOk="0" h="694" w="4853">
                  <a:moveTo>
                    <a:pt x="347" y="1"/>
                  </a:moveTo>
                  <a:cubicBezTo>
                    <a:pt x="158" y="1"/>
                    <a:pt x="1" y="158"/>
                    <a:pt x="1" y="347"/>
                  </a:cubicBezTo>
                  <a:cubicBezTo>
                    <a:pt x="32" y="568"/>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0" name="Google Shape;12120;p140"/>
            <p:cNvSpPr/>
            <p:nvPr/>
          </p:nvSpPr>
          <p:spPr>
            <a:xfrm>
              <a:off x="-4435650" y="2833475"/>
              <a:ext cx="121325" cy="18125"/>
            </a:xfrm>
            <a:custGeom>
              <a:rect b="b" l="l" r="r" t="t"/>
              <a:pathLst>
                <a:path extrusionOk="0" h="725" w="4853">
                  <a:moveTo>
                    <a:pt x="347" y="0"/>
                  </a:moveTo>
                  <a:cubicBezTo>
                    <a:pt x="158" y="0"/>
                    <a:pt x="1" y="158"/>
                    <a:pt x="1" y="347"/>
                  </a:cubicBezTo>
                  <a:cubicBezTo>
                    <a:pt x="32" y="567"/>
                    <a:pt x="158" y="725"/>
                    <a:pt x="347" y="725"/>
                  </a:cubicBezTo>
                  <a:lnTo>
                    <a:pt x="4506" y="725"/>
                  </a:lnTo>
                  <a:cubicBezTo>
                    <a:pt x="4695" y="725"/>
                    <a:pt x="4852" y="567"/>
                    <a:pt x="4852" y="347"/>
                  </a:cubicBezTo>
                  <a:cubicBezTo>
                    <a:pt x="4852" y="158"/>
                    <a:pt x="4695" y="0"/>
                    <a:pt x="450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21" name="Google Shape;12121;p140"/>
          <p:cNvGrpSpPr/>
          <p:nvPr/>
        </p:nvGrpSpPr>
        <p:grpSpPr>
          <a:xfrm>
            <a:off x="6824707" y="1631239"/>
            <a:ext cx="414840" cy="420832"/>
            <a:chOff x="-2777700" y="2049775"/>
            <a:chExt cx="287325" cy="291475"/>
          </a:xfrm>
        </p:grpSpPr>
        <p:sp>
          <p:nvSpPr>
            <p:cNvPr id="12122" name="Google Shape;12122;p140"/>
            <p:cNvSpPr/>
            <p:nvPr/>
          </p:nvSpPr>
          <p:spPr>
            <a:xfrm>
              <a:off x="-2777700" y="2049775"/>
              <a:ext cx="287325" cy="291475"/>
            </a:xfrm>
            <a:custGeom>
              <a:rect b="b" l="l" r="r" t="t"/>
              <a:pathLst>
                <a:path extrusionOk="0" h="11659" w="11493">
                  <a:moveTo>
                    <a:pt x="7121" y="662"/>
                  </a:moveTo>
                  <a:cubicBezTo>
                    <a:pt x="7341" y="662"/>
                    <a:pt x="7499" y="820"/>
                    <a:pt x="7499" y="1040"/>
                  </a:cubicBezTo>
                  <a:cubicBezTo>
                    <a:pt x="7499" y="1230"/>
                    <a:pt x="7341" y="1387"/>
                    <a:pt x="7121" y="1387"/>
                  </a:cubicBezTo>
                  <a:lnTo>
                    <a:pt x="4380" y="1387"/>
                  </a:lnTo>
                  <a:cubicBezTo>
                    <a:pt x="4191" y="1387"/>
                    <a:pt x="4033" y="1230"/>
                    <a:pt x="4033" y="1040"/>
                  </a:cubicBezTo>
                  <a:cubicBezTo>
                    <a:pt x="4033" y="820"/>
                    <a:pt x="4191" y="662"/>
                    <a:pt x="4380" y="662"/>
                  </a:cubicBezTo>
                  <a:close/>
                  <a:moveTo>
                    <a:pt x="6774" y="2049"/>
                  </a:moveTo>
                  <a:lnTo>
                    <a:pt x="6774" y="4285"/>
                  </a:lnTo>
                  <a:cubicBezTo>
                    <a:pt x="6774" y="4412"/>
                    <a:pt x="6774" y="4443"/>
                    <a:pt x="7499" y="5514"/>
                  </a:cubicBezTo>
                  <a:lnTo>
                    <a:pt x="3970" y="5514"/>
                  </a:lnTo>
                  <a:cubicBezTo>
                    <a:pt x="4758" y="4412"/>
                    <a:pt x="4726" y="4443"/>
                    <a:pt x="4726" y="4348"/>
                  </a:cubicBezTo>
                  <a:lnTo>
                    <a:pt x="4726" y="2049"/>
                  </a:lnTo>
                  <a:close/>
                  <a:moveTo>
                    <a:pt x="8003" y="6176"/>
                  </a:moveTo>
                  <a:cubicBezTo>
                    <a:pt x="8696" y="7215"/>
                    <a:pt x="9578" y="8507"/>
                    <a:pt x="10177" y="9389"/>
                  </a:cubicBezTo>
                  <a:cubicBezTo>
                    <a:pt x="10649" y="10082"/>
                    <a:pt x="10177" y="10996"/>
                    <a:pt x="9294" y="10996"/>
                  </a:cubicBezTo>
                  <a:lnTo>
                    <a:pt x="2206" y="10996"/>
                  </a:lnTo>
                  <a:cubicBezTo>
                    <a:pt x="1387" y="10996"/>
                    <a:pt x="914" y="10051"/>
                    <a:pt x="1387" y="9389"/>
                  </a:cubicBezTo>
                  <a:cubicBezTo>
                    <a:pt x="1859" y="8665"/>
                    <a:pt x="2804" y="7341"/>
                    <a:pt x="3561" y="6176"/>
                  </a:cubicBezTo>
                  <a:close/>
                  <a:moveTo>
                    <a:pt x="4380" y="1"/>
                  </a:moveTo>
                  <a:cubicBezTo>
                    <a:pt x="3813" y="1"/>
                    <a:pt x="3340" y="473"/>
                    <a:pt x="3340" y="1040"/>
                  </a:cubicBezTo>
                  <a:cubicBezTo>
                    <a:pt x="3340" y="1513"/>
                    <a:pt x="3655" y="1860"/>
                    <a:pt x="4065" y="2017"/>
                  </a:cubicBezTo>
                  <a:lnTo>
                    <a:pt x="4065" y="4222"/>
                  </a:lnTo>
                  <a:cubicBezTo>
                    <a:pt x="3718" y="4790"/>
                    <a:pt x="1198" y="8413"/>
                    <a:pt x="788" y="8980"/>
                  </a:cubicBezTo>
                  <a:cubicBezTo>
                    <a:pt x="1" y="10114"/>
                    <a:pt x="820" y="11658"/>
                    <a:pt x="2206" y="11658"/>
                  </a:cubicBezTo>
                  <a:lnTo>
                    <a:pt x="9294" y="11658"/>
                  </a:lnTo>
                  <a:cubicBezTo>
                    <a:pt x="9308" y="11658"/>
                    <a:pt x="9322" y="11658"/>
                    <a:pt x="9335" y="11658"/>
                  </a:cubicBezTo>
                  <a:cubicBezTo>
                    <a:pt x="10697" y="11658"/>
                    <a:pt x="11492" y="10103"/>
                    <a:pt x="10712" y="9011"/>
                  </a:cubicBezTo>
                  <a:cubicBezTo>
                    <a:pt x="10271" y="8444"/>
                    <a:pt x="7845" y="4853"/>
                    <a:pt x="7499" y="4254"/>
                  </a:cubicBezTo>
                  <a:lnTo>
                    <a:pt x="7499" y="1986"/>
                  </a:lnTo>
                  <a:cubicBezTo>
                    <a:pt x="7877" y="1828"/>
                    <a:pt x="8160" y="1450"/>
                    <a:pt x="8160" y="1040"/>
                  </a:cubicBezTo>
                  <a:cubicBezTo>
                    <a:pt x="8160" y="473"/>
                    <a:pt x="7688" y="1"/>
                    <a:pt x="712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3" name="Google Shape;12123;p140"/>
            <p:cNvSpPr/>
            <p:nvPr/>
          </p:nvSpPr>
          <p:spPr>
            <a:xfrm>
              <a:off x="-2694200" y="2221475"/>
              <a:ext cx="69325" cy="68550"/>
            </a:xfrm>
            <a:custGeom>
              <a:rect b="b" l="l" r="r" t="t"/>
              <a:pathLst>
                <a:path extrusionOk="0" h="2742" w="2773">
                  <a:moveTo>
                    <a:pt x="1386" y="694"/>
                  </a:moveTo>
                  <a:cubicBezTo>
                    <a:pt x="1733" y="694"/>
                    <a:pt x="2048" y="1009"/>
                    <a:pt x="2048" y="1356"/>
                  </a:cubicBezTo>
                  <a:cubicBezTo>
                    <a:pt x="2048" y="1765"/>
                    <a:pt x="1764" y="2049"/>
                    <a:pt x="1386" y="2049"/>
                  </a:cubicBezTo>
                  <a:cubicBezTo>
                    <a:pt x="1008" y="2049"/>
                    <a:pt x="725" y="1702"/>
                    <a:pt x="725" y="1356"/>
                  </a:cubicBezTo>
                  <a:cubicBezTo>
                    <a:pt x="725" y="978"/>
                    <a:pt x="1040" y="694"/>
                    <a:pt x="1386" y="694"/>
                  </a:cubicBezTo>
                  <a:close/>
                  <a:moveTo>
                    <a:pt x="1386" y="1"/>
                  </a:moveTo>
                  <a:cubicBezTo>
                    <a:pt x="630" y="1"/>
                    <a:pt x="0" y="631"/>
                    <a:pt x="0" y="1356"/>
                  </a:cubicBezTo>
                  <a:cubicBezTo>
                    <a:pt x="0" y="2112"/>
                    <a:pt x="630" y="2742"/>
                    <a:pt x="1386" y="2742"/>
                  </a:cubicBezTo>
                  <a:cubicBezTo>
                    <a:pt x="2142" y="2742"/>
                    <a:pt x="2772" y="2112"/>
                    <a:pt x="2772" y="1356"/>
                  </a:cubicBezTo>
                  <a:cubicBezTo>
                    <a:pt x="2772" y="631"/>
                    <a:pt x="2142" y="1"/>
                    <a:pt x="13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4" name="Google Shape;12124;p140"/>
            <p:cNvSpPr/>
            <p:nvPr/>
          </p:nvSpPr>
          <p:spPr>
            <a:xfrm>
              <a:off x="-2608350" y="2255350"/>
              <a:ext cx="51200" cy="51225"/>
            </a:xfrm>
            <a:custGeom>
              <a:rect b="b" l="l" r="r" t="t"/>
              <a:pathLst>
                <a:path extrusionOk="0" h="2049" w="2048">
                  <a:moveTo>
                    <a:pt x="1040" y="694"/>
                  </a:moveTo>
                  <a:cubicBezTo>
                    <a:pt x="1229" y="694"/>
                    <a:pt x="1386" y="851"/>
                    <a:pt x="1386" y="1040"/>
                  </a:cubicBezTo>
                  <a:cubicBezTo>
                    <a:pt x="1386" y="1229"/>
                    <a:pt x="1229" y="1387"/>
                    <a:pt x="1040" y="1387"/>
                  </a:cubicBezTo>
                  <a:cubicBezTo>
                    <a:pt x="819" y="1387"/>
                    <a:pt x="693" y="1229"/>
                    <a:pt x="693" y="1040"/>
                  </a:cubicBezTo>
                  <a:cubicBezTo>
                    <a:pt x="693" y="851"/>
                    <a:pt x="819" y="694"/>
                    <a:pt x="1040" y="694"/>
                  </a:cubicBezTo>
                  <a:close/>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25" name="Google Shape;12125;p140"/>
          <p:cNvGrpSpPr/>
          <p:nvPr/>
        </p:nvGrpSpPr>
        <p:grpSpPr>
          <a:xfrm>
            <a:off x="6821170" y="2140431"/>
            <a:ext cx="421914" cy="420759"/>
            <a:chOff x="-2571737" y="2403625"/>
            <a:chExt cx="292225" cy="291425"/>
          </a:xfrm>
        </p:grpSpPr>
        <p:sp>
          <p:nvSpPr>
            <p:cNvPr id="12126" name="Google Shape;12126;p140"/>
            <p:cNvSpPr/>
            <p:nvPr/>
          </p:nvSpPr>
          <p:spPr>
            <a:xfrm>
              <a:off x="-2571737" y="2403625"/>
              <a:ext cx="292225" cy="291425"/>
            </a:xfrm>
            <a:custGeom>
              <a:rect b="b" l="l" r="r" t="t"/>
              <a:pathLst>
                <a:path extrusionOk="0" h="11657" w="11689">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7" name="Google Shape;12127;p140"/>
            <p:cNvSpPr/>
            <p:nvPr/>
          </p:nvSpPr>
          <p:spPr>
            <a:xfrm>
              <a:off x="-2485967" y="2649150"/>
              <a:ext cx="173300" cy="18150"/>
            </a:xfrm>
            <a:custGeom>
              <a:rect b="b" l="l" r="r" t="t"/>
              <a:pathLst>
                <a:path extrusionOk="0" h="726" w="6932">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8" name="Google Shape;12128;p140"/>
            <p:cNvSpPr/>
            <p:nvPr/>
          </p:nvSpPr>
          <p:spPr>
            <a:xfrm>
              <a:off x="-2485967" y="2511325"/>
              <a:ext cx="173300" cy="18150"/>
            </a:xfrm>
            <a:custGeom>
              <a:rect b="b" l="l" r="r" t="t"/>
              <a:pathLst>
                <a:path extrusionOk="0" h="726" w="6932">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9" name="Google Shape;12129;p140"/>
            <p:cNvSpPr/>
            <p:nvPr/>
          </p:nvSpPr>
          <p:spPr>
            <a:xfrm>
              <a:off x="-2540185" y="2511325"/>
              <a:ext cx="18125" cy="18925"/>
            </a:xfrm>
            <a:custGeom>
              <a:rect b="b" l="l" r="r" t="t"/>
              <a:pathLst>
                <a:path extrusionOk="0" h="757" w="725">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0" name="Google Shape;12130;p140"/>
            <p:cNvSpPr/>
            <p:nvPr/>
          </p:nvSpPr>
          <p:spPr>
            <a:xfrm>
              <a:off x="-2485579" y="2580625"/>
              <a:ext cx="172525" cy="17350"/>
            </a:xfrm>
            <a:custGeom>
              <a:rect b="b" l="l" r="r" t="t"/>
              <a:pathLst>
                <a:path extrusionOk="0" h="694" w="6901">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1" name="Google Shape;12131;p140"/>
            <p:cNvSpPr/>
            <p:nvPr/>
          </p:nvSpPr>
          <p:spPr>
            <a:xfrm>
              <a:off x="-2540185" y="2580625"/>
              <a:ext cx="18125" cy="17350"/>
            </a:xfrm>
            <a:custGeom>
              <a:rect b="b" l="l" r="r" t="t"/>
              <a:pathLst>
                <a:path extrusionOk="0" h="694" w="725">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2" name="Google Shape;12132;p140"/>
            <p:cNvSpPr/>
            <p:nvPr/>
          </p:nvSpPr>
          <p:spPr>
            <a:xfrm>
              <a:off x="-2540185" y="2649150"/>
              <a:ext cx="18125" cy="18150"/>
            </a:xfrm>
            <a:custGeom>
              <a:rect b="b" l="l" r="r" t="t"/>
              <a:pathLst>
                <a:path extrusionOk="0" h="726" w="725">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33" name="Google Shape;12133;p140"/>
          <p:cNvGrpSpPr/>
          <p:nvPr/>
        </p:nvGrpSpPr>
        <p:grpSpPr>
          <a:xfrm>
            <a:off x="6821170" y="2661534"/>
            <a:ext cx="421914" cy="419640"/>
            <a:chOff x="-2571737" y="2764550"/>
            <a:chExt cx="292225" cy="290650"/>
          </a:xfrm>
        </p:grpSpPr>
        <p:sp>
          <p:nvSpPr>
            <p:cNvPr id="12134" name="Google Shape;12134;p140"/>
            <p:cNvSpPr/>
            <p:nvPr/>
          </p:nvSpPr>
          <p:spPr>
            <a:xfrm>
              <a:off x="-2496085" y="3009100"/>
              <a:ext cx="17350" cy="17350"/>
            </a:xfrm>
            <a:custGeom>
              <a:rect b="b" l="l" r="r" t="t"/>
              <a:pathLst>
                <a:path extrusionOk="0" h="694" w="694">
                  <a:moveTo>
                    <a:pt x="347" y="1"/>
                  </a:moveTo>
                  <a:cubicBezTo>
                    <a:pt x="127" y="1"/>
                    <a:pt x="0" y="158"/>
                    <a:pt x="0" y="347"/>
                  </a:cubicBezTo>
                  <a:cubicBezTo>
                    <a:pt x="0" y="536"/>
                    <a:pt x="127" y="694"/>
                    <a:pt x="347" y="694"/>
                  </a:cubicBezTo>
                  <a:cubicBezTo>
                    <a:pt x="536" y="694"/>
                    <a:pt x="694" y="536"/>
                    <a:pt x="694" y="347"/>
                  </a:cubicBezTo>
                  <a:cubicBezTo>
                    <a:pt x="662" y="158"/>
                    <a:pt x="505"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5" name="Google Shape;12135;p140"/>
            <p:cNvSpPr/>
            <p:nvPr/>
          </p:nvSpPr>
          <p:spPr>
            <a:xfrm>
              <a:off x="-2398548" y="2800375"/>
              <a:ext cx="52000" cy="120525"/>
            </a:xfrm>
            <a:custGeom>
              <a:rect b="b" l="l" r="r" t="t"/>
              <a:pathLst>
                <a:path extrusionOk="0" h="4821" w="2080">
                  <a:moveTo>
                    <a:pt x="1008" y="0"/>
                  </a:moveTo>
                  <a:cubicBezTo>
                    <a:pt x="819" y="0"/>
                    <a:pt x="662" y="158"/>
                    <a:pt x="662" y="378"/>
                  </a:cubicBezTo>
                  <a:lnTo>
                    <a:pt x="662" y="757"/>
                  </a:lnTo>
                  <a:cubicBezTo>
                    <a:pt x="252" y="914"/>
                    <a:pt x="0" y="1261"/>
                    <a:pt x="0" y="1733"/>
                  </a:cubicBezTo>
                  <a:cubicBezTo>
                    <a:pt x="0" y="2300"/>
                    <a:pt x="473" y="2773"/>
                    <a:pt x="1008" y="2773"/>
                  </a:cubicBezTo>
                  <a:cubicBezTo>
                    <a:pt x="1323" y="2773"/>
                    <a:pt x="1481" y="3119"/>
                    <a:pt x="1260" y="3371"/>
                  </a:cubicBezTo>
                  <a:cubicBezTo>
                    <a:pt x="1197" y="3419"/>
                    <a:pt x="1103" y="3442"/>
                    <a:pt x="1012" y="3442"/>
                  </a:cubicBezTo>
                  <a:cubicBezTo>
                    <a:pt x="922" y="3442"/>
                    <a:pt x="835" y="3419"/>
                    <a:pt x="788" y="3371"/>
                  </a:cubicBezTo>
                  <a:cubicBezTo>
                    <a:pt x="725" y="3308"/>
                    <a:pt x="630" y="3277"/>
                    <a:pt x="540" y="3277"/>
                  </a:cubicBezTo>
                  <a:cubicBezTo>
                    <a:pt x="449" y="3277"/>
                    <a:pt x="362" y="3308"/>
                    <a:pt x="315" y="3371"/>
                  </a:cubicBezTo>
                  <a:cubicBezTo>
                    <a:pt x="189" y="3466"/>
                    <a:pt x="189" y="3718"/>
                    <a:pt x="315" y="3844"/>
                  </a:cubicBezTo>
                  <a:cubicBezTo>
                    <a:pt x="410" y="3939"/>
                    <a:pt x="536" y="4033"/>
                    <a:pt x="693" y="4065"/>
                  </a:cubicBezTo>
                  <a:lnTo>
                    <a:pt x="693" y="4474"/>
                  </a:lnTo>
                  <a:cubicBezTo>
                    <a:pt x="693" y="4663"/>
                    <a:pt x="851" y="4821"/>
                    <a:pt x="1040" y="4821"/>
                  </a:cubicBezTo>
                  <a:cubicBezTo>
                    <a:pt x="1260" y="4821"/>
                    <a:pt x="1418" y="4663"/>
                    <a:pt x="1418" y="4474"/>
                  </a:cubicBezTo>
                  <a:lnTo>
                    <a:pt x="1418" y="4065"/>
                  </a:lnTo>
                  <a:cubicBezTo>
                    <a:pt x="1796" y="3907"/>
                    <a:pt x="2079" y="3560"/>
                    <a:pt x="2079" y="3088"/>
                  </a:cubicBezTo>
                  <a:cubicBezTo>
                    <a:pt x="2079" y="2521"/>
                    <a:pt x="1607" y="2048"/>
                    <a:pt x="1040" y="2048"/>
                  </a:cubicBezTo>
                  <a:cubicBezTo>
                    <a:pt x="851" y="2048"/>
                    <a:pt x="693" y="1891"/>
                    <a:pt x="693" y="1702"/>
                  </a:cubicBezTo>
                  <a:cubicBezTo>
                    <a:pt x="693" y="1495"/>
                    <a:pt x="842" y="1356"/>
                    <a:pt x="1016" y="1356"/>
                  </a:cubicBezTo>
                  <a:cubicBezTo>
                    <a:pt x="1107" y="1356"/>
                    <a:pt x="1205" y="1394"/>
                    <a:pt x="1292" y="1481"/>
                  </a:cubicBezTo>
                  <a:cubicBezTo>
                    <a:pt x="1355" y="1528"/>
                    <a:pt x="1441" y="1552"/>
                    <a:pt x="1528" y="1552"/>
                  </a:cubicBezTo>
                  <a:cubicBezTo>
                    <a:pt x="1615" y="1552"/>
                    <a:pt x="1701" y="1528"/>
                    <a:pt x="1764" y="1481"/>
                  </a:cubicBezTo>
                  <a:cubicBezTo>
                    <a:pt x="1859" y="1355"/>
                    <a:pt x="1859" y="1103"/>
                    <a:pt x="1764" y="1009"/>
                  </a:cubicBezTo>
                  <a:cubicBezTo>
                    <a:pt x="1638" y="883"/>
                    <a:pt x="1512" y="788"/>
                    <a:pt x="1355" y="757"/>
                  </a:cubicBezTo>
                  <a:lnTo>
                    <a:pt x="1355" y="378"/>
                  </a:lnTo>
                  <a:cubicBezTo>
                    <a:pt x="1355" y="158"/>
                    <a:pt x="1197" y="0"/>
                    <a:pt x="100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6" name="Google Shape;12136;p140"/>
            <p:cNvSpPr/>
            <p:nvPr/>
          </p:nvSpPr>
          <p:spPr>
            <a:xfrm>
              <a:off x="-2571737" y="2764550"/>
              <a:ext cx="292225" cy="290650"/>
            </a:xfrm>
            <a:custGeom>
              <a:rect b="b" l="l" r="r" t="t"/>
              <a:pathLst>
                <a:path extrusionOk="0" h="11626" w="11689">
                  <a:moveTo>
                    <a:pt x="5009" y="1355"/>
                  </a:moveTo>
                  <a:cubicBezTo>
                    <a:pt x="4789" y="1576"/>
                    <a:pt x="4694" y="1796"/>
                    <a:pt x="4537" y="2049"/>
                  </a:cubicBezTo>
                  <a:lnTo>
                    <a:pt x="662" y="2049"/>
                  </a:lnTo>
                  <a:lnTo>
                    <a:pt x="662" y="1670"/>
                  </a:lnTo>
                  <a:cubicBezTo>
                    <a:pt x="662" y="1513"/>
                    <a:pt x="819" y="1355"/>
                    <a:pt x="1008" y="1355"/>
                  </a:cubicBezTo>
                  <a:close/>
                  <a:moveTo>
                    <a:pt x="7908" y="694"/>
                  </a:moveTo>
                  <a:cubicBezTo>
                    <a:pt x="9609" y="694"/>
                    <a:pt x="10995" y="2080"/>
                    <a:pt x="10995" y="3781"/>
                  </a:cubicBezTo>
                  <a:cubicBezTo>
                    <a:pt x="10995" y="5451"/>
                    <a:pt x="9609" y="6837"/>
                    <a:pt x="7908" y="6837"/>
                  </a:cubicBezTo>
                  <a:cubicBezTo>
                    <a:pt x="7309" y="6837"/>
                    <a:pt x="6679" y="6680"/>
                    <a:pt x="6206" y="6365"/>
                  </a:cubicBezTo>
                  <a:cubicBezTo>
                    <a:pt x="6162" y="6342"/>
                    <a:pt x="6086" y="6320"/>
                    <a:pt x="6023" y="6320"/>
                  </a:cubicBezTo>
                  <a:cubicBezTo>
                    <a:pt x="5997" y="6320"/>
                    <a:pt x="5973" y="6324"/>
                    <a:pt x="5954" y="6333"/>
                  </a:cubicBezTo>
                  <a:cubicBezTo>
                    <a:pt x="5671" y="6396"/>
                    <a:pt x="5324" y="6522"/>
                    <a:pt x="5009" y="6648"/>
                  </a:cubicBezTo>
                  <a:lnTo>
                    <a:pt x="5324" y="5703"/>
                  </a:lnTo>
                  <a:cubicBezTo>
                    <a:pt x="5356" y="5609"/>
                    <a:pt x="5324" y="5514"/>
                    <a:pt x="5261" y="5420"/>
                  </a:cubicBezTo>
                  <a:cubicBezTo>
                    <a:pt x="4946" y="4947"/>
                    <a:pt x="4789" y="4348"/>
                    <a:pt x="4789" y="3781"/>
                  </a:cubicBezTo>
                  <a:cubicBezTo>
                    <a:pt x="4789" y="2080"/>
                    <a:pt x="6238" y="694"/>
                    <a:pt x="7908" y="694"/>
                  </a:cubicBezTo>
                  <a:close/>
                  <a:moveTo>
                    <a:pt x="4253" y="2710"/>
                  </a:moveTo>
                  <a:cubicBezTo>
                    <a:pt x="4190" y="3025"/>
                    <a:pt x="4096" y="3372"/>
                    <a:pt x="4096" y="3718"/>
                  </a:cubicBezTo>
                  <a:cubicBezTo>
                    <a:pt x="4096" y="4411"/>
                    <a:pt x="4253" y="5041"/>
                    <a:pt x="4600" y="5609"/>
                  </a:cubicBezTo>
                  <a:lnTo>
                    <a:pt x="4127" y="7089"/>
                  </a:lnTo>
                  <a:cubicBezTo>
                    <a:pt x="4096" y="7184"/>
                    <a:pt x="4127" y="7341"/>
                    <a:pt x="4222" y="7436"/>
                  </a:cubicBezTo>
                  <a:cubicBezTo>
                    <a:pt x="4266" y="7480"/>
                    <a:pt x="4358" y="7525"/>
                    <a:pt x="4453" y="7525"/>
                  </a:cubicBezTo>
                  <a:cubicBezTo>
                    <a:pt x="4492" y="7525"/>
                    <a:pt x="4531" y="7517"/>
                    <a:pt x="4568" y="7499"/>
                  </a:cubicBezTo>
                  <a:cubicBezTo>
                    <a:pt x="4568" y="7499"/>
                    <a:pt x="5387" y="7247"/>
                    <a:pt x="6017" y="7026"/>
                  </a:cubicBezTo>
                  <a:cubicBezTo>
                    <a:pt x="6080" y="7089"/>
                    <a:pt x="6143" y="7089"/>
                    <a:pt x="6175" y="7121"/>
                  </a:cubicBezTo>
                  <a:lnTo>
                    <a:pt x="6175" y="8223"/>
                  </a:lnTo>
                  <a:lnTo>
                    <a:pt x="662" y="8223"/>
                  </a:lnTo>
                  <a:lnTo>
                    <a:pt x="662" y="2710"/>
                  </a:lnTo>
                  <a:close/>
                  <a:moveTo>
                    <a:pt x="6112" y="8885"/>
                  </a:moveTo>
                  <a:lnTo>
                    <a:pt x="6112" y="10618"/>
                  </a:lnTo>
                  <a:cubicBezTo>
                    <a:pt x="6143" y="10807"/>
                    <a:pt x="5986" y="10964"/>
                    <a:pt x="5797" y="10964"/>
                  </a:cubicBezTo>
                  <a:lnTo>
                    <a:pt x="977" y="10964"/>
                  </a:lnTo>
                  <a:cubicBezTo>
                    <a:pt x="788" y="10964"/>
                    <a:pt x="630" y="10807"/>
                    <a:pt x="630" y="10618"/>
                  </a:cubicBezTo>
                  <a:lnTo>
                    <a:pt x="630" y="8885"/>
                  </a:lnTo>
                  <a:close/>
                  <a:moveTo>
                    <a:pt x="7908" y="1"/>
                  </a:moveTo>
                  <a:cubicBezTo>
                    <a:pt x="7120" y="1"/>
                    <a:pt x="6364" y="221"/>
                    <a:pt x="5734" y="662"/>
                  </a:cubicBezTo>
                  <a:lnTo>
                    <a:pt x="1008" y="662"/>
                  </a:lnTo>
                  <a:cubicBezTo>
                    <a:pt x="473" y="662"/>
                    <a:pt x="0" y="1135"/>
                    <a:pt x="0" y="1670"/>
                  </a:cubicBezTo>
                  <a:lnTo>
                    <a:pt x="0" y="10618"/>
                  </a:lnTo>
                  <a:cubicBezTo>
                    <a:pt x="0" y="11153"/>
                    <a:pt x="473" y="11626"/>
                    <a:pt x="1008" y="11626"/>
                  </a:cubicBezTo>
                  <a:lnTo>
                    <a:pt x="5828" y="11626"/>
                  </a:lnTo>
                  <a:cubicBezTo>
                    <a:pt x="6364" y="11626"/>
                    <a:pt x="6837" y="11153"/>
                    <a:pt x="6837" y="10618"/>
                  </a:cubicBezTo>
                  <a:lnTo>
                    <a:pt x="6837" y="7341"/>
                  </a:lnTo>
                  <a:cubicBezTo>
                    <a:pt x="7215" y="7436"/>
                    <a:pt x="7561" y="7499"/>
                    <a:pt x="7908" y="7499"/>
                  </a:cubicBezTo>
                  <a:cubicBezTo>
                    <a:pt x="9987" y="7499"/>
                    <a:pt x="11688" y="5798"/>
                    <a:pt x="11688" y="3718"/>
                  </a:cubicBezTo>
                  <a:cubicBezTo>
                    <a:pt x="11657" y="1670"/>
                    <a:pt x="9956" y="1"/>
                    <a:pt x="79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37" name="Google Shape;12137;p140"/>
          <p:cNvGrpSpPr/>
          <p:nvPr/>
        </p:nvGrpSpPr>
        <p:grpSpPr>
          <a:xfrm>
            <a:off x="3020671" y="3230538"/>
            <a:ext cx="421914" cy="423864"/>
            <a:chOff x="-1333975" y="2365850"/>
            <a:chExt cx="292225" cy="293575"/>
          </a:xfrm>
        </p:grpSpPr>
        <p:sp>
          <p:nvSpPr>
            <p:cNvPr id="12138" name="Google Shape;12138;p140"/>
            <p:cNvSpPr/>
            <p:nvPr/>
          </p:nvSpPr>
          <p:spPr>
            <a:xfrm>
              <a:off x="-1285150" y="2365850"/>
              <a:ext cx="191225" cy="293575"/>
            </a:xfrm>
            <a:custGeom>
              <a:rect b="b" l="l" r="r" t="t"/>
              <a:pathLst>
                <a:path extrusionOk="0" h="11743" w="7649">
                  <a:moveTo>
                    <a:pt x="3813" y="684"/>
                  </a:moveTo>
                  <a:cubicBezTo>
                    <a:pt x="5545" y="684"/>
                    <a:pt x="6900" y="2039"/>
                    <a:pt x="6900" y="3740"/>
                  </a:cubicBezTo>
                  <a:cubicBezTo>
                    <a:pt x="6931" y="4780"/>
                    <a:pt x="6553" y="5347"/>
                    <a:pt x="6270" y="5788"/>
                  </a:cubicBezTo>
                  <a:cubicBezTo>
                    <a:pt x="5797" y="6544"/>
                    <a:pt x="5608" y="6922"/>
                    <a:pt x="5608" y="7930"/>
                  </a:cubicBezTo>
                  <a:cubicBezTo>
                    <a:pt x="5608" y="8119"/>
                    <a:pt x="5451" y="8277"/>
                    <a:pt x="5230" y="8277"/>
                  </a:cubicBezTo>
                  <a:lnTo>
                    <a:pt x="2489" y="8277"/>
                  </a:lnTo>
                  <a:cubicBezTo>
                    <a:pt x="2300" y="8277"/>
                    <a:pt x="2143" y="8119"/>
                    <a:pt x="2143" y="7930"/>
                  </a:cubicBezTo>
                  <a:cubicBezTo>
                    <a:pt x="2143" y="6922"/>
                    <a:pt x="1922" y="6576"/>
                    <a:pt x="1450" y="5820"/>
                  </a:cubicBezTo>
                  <a:cubicBezTo>
                    <a:pt x="1198" y="5347"/>
                    <a:pt x="567" y="4528"/>
                    <a:pt x="788" y="3205"/>
                  </a:cubicBezTo>
                  <a:cubicBezTo>
                    <a:pt x="1040" y="1819"/>
                    <a:pt x="2237" y="684"/>
                    <a:pt x="3813" y="684"/>
                  </a:cubicBezTo>
                  <a:close/>
                  <a:moveTo>
                    <a:pt x="4852" y="8907"/>
                  </a:moveTo>
                  <a:lnTo>
                    <a:pt x="4852" y="9569"/>
                  </a:lnTo>
                  <a:lnTo>
                    <a:pt x="4506" y="9569"/>
                  </a:lnTo>
                  <a:cubicBezTo>
                    <a:pt x="4285" y="9569"/>
                    <a:pt x="4128" y="9726"/>
                    <a:pt x="4128" y="9915"/>
                  </a:cubicBezTo>
                  <a:cubicBezTo>
                    <a:pt x="4128" y="10136"/>
                    <a:pt x="4285" y="10293"/>
                    <a:pt x="4506" y="10293"/>
                  </a:cubicBezTo>
                  <a:lnTo>
                    <a:pt x="4852" y="10293"/>
                  </a:lnTo>
                  <a:lnTo>
                    <a:pt x="4852" y="10640"/>
                  </a:lnTo>
                  <a:cubicBezTo>
                    <a:pt x="4884" y="10829"/>
                    <a:pt x="4726" y="10986"/>
                    <a:pt x="4537" y="10986"/>
                  </a:cubicBezTo>
                  <a:lnTo>
                    <a:pt x="3151" y="10986"/>
                  </a:lnTo>
                  <a:cubicBezTo>
                    <a:pt x="2962" y="10986"/>
                    <a:pt x="2804" y="10829"/>
                    <a:pt x="2804" y="10640"/>
                  </a:cubicBezTo>
                  <a:lnTo>
                    <a:pt x="2804" y="10293"/>
                  </a:lnTo>
                  <a:lnTo>
                    <a:pt x="3151" y="10293"/>
                  </a:lnTo>
                  <a:cubicBezTo>
                    <a:pt x="3371" y="10293"/>
                    <a:pt x="3529" y="10136"/>
                    <a:pt x="3529" y="9915"/>
                  </a:cubicBezTo>
                  <a:cubicBezTo>
                    <a:pt x="3529" y="9726"/>
                    <a:pt x="3371" y="9569"/>
                    <a:pt x="3151" y="9569"/>
                  </a:cubicBezTo>
                  <a:lnTo>
                    <a:pt x="2804" y="9569"/>
                  </a:lnTo>
                  <a:lnTo>
                    <a:pt x="2804" y="8907"/>
                  </a:lnTo>
                  <a:close/>
                  <a:moveTo>
                    <a:pt x="3897" y="1"/>
                  </a:moveTo>
                  <a:cubicBezTo>
                    <a:pt x="3632" y="1"/>
                    <a:pt x="3361" y="28"/>
                    <a:pt x="3088" y="86"/>
                  </a:cubicBezTo>
                  <a:cubicBezTo>
                    <a:pt x="1607" y="401"/>
                    <a:pt x="441" y="1566"/>
                    <a:pt x="158" y="3079"/>
                  </a:cubicBezTo>
                  <a:cubicBezTo>
                    <a:pt x="0" y="3992"/>
                    <a:pt x="158" y="4969"/>
                    <a:pt x="631" y="5757"/>
                  </a:cubicBezTo>
                  <a:cubicBezTo>
                    <a:pt x="757" y="5914"/>
                    <a:pt x="820" y="6072"/>
                    <a:pt x="914" y="6229"/>
                  </a:cubicBezTo>
                  <a:cubicBezTo>
                    <a:pt x="1355" y="6891"/>
                    <a:pt x="1450" y="7143"/>
                    <a:pt x="1450" y="7962"/>
                  </a:cubicBezTo>
                  <a:cubicBezTo>
                    <a:pt x="1450" y="8403"/>
                    <a:pt x="1733" y="8781"/>
                    <a:pt x="2143" y="8939"/>
                  </a:cubicBezTo>
                  <a:lnTo>
                    <a:pt x="2143" y="10703"/>
                  </a:lnTo>
                  <a:cubicBezTo>
                    <a:pt x="2143" y="11270"/>
                    <a:pt x="2615" y="11743"/>
                    <a:pt x="3151" y="11743"/>
                  </a:cubicBezTo>
                  <a:lnTo>
                    <a:pt x="4537" y="11743"/>
                  </a:lnTo>
                  <a:cubicBezTo>
                    <a:pt x="5073" y="11743"/>
                    <a:pt x="5545" y="11270"/>
                    <a:pt x="5545" y="10703"/>
                  </a:cubicBezTo>
                  <a:lnTo>
                    <a:pt x="5545" y="8939"/>
                  </a:lnTo>
                  <a:cubicBezTo>
                    <a:pt x="5955" y="8781"/>
                    <a:pt x="6238" y="8435"/>
                    <a:pt x="6238" y="7962"/>
                  </a:cubicBezTo>
                  <a:lnTo>
                    <a:pt x="6238" y="7930"/>
                  </a:lnTo>
                  <a:cubicBezTo>
                    <a:pt x="6238" y="7143"/>
                    <a:pt x="6427" y="6828"/>
                    <a:pt x="6805" y="6229"/>
                  </a:cubicBezTo>
                  <a:cubicBezTo>
                    <a:pt x="7089" y="5788"/>
                    <a:pt x="7593" y="5032"/>
                    <a:pt x="7593" y="3835"/>
                  </a:cubicBezTo>
                  <a:cubicBezTo>
                    <a:pt x="7649" y="1658"/>
                    <a:pt x="5950" y="1"/>
                    <a:pt x="389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9" name="Google Shape;12139;p140"/>
            <p:cNvSpPr/>
            <p:nvPr/>
          </p:nvSpPr>
          <p:spPr>
            <a:xfrm>
              <a:off x="-1076425" y="2452250"/>
              <a:ext cx="34675" cy="18150"/>
            </a:xfrm>
            <a:custGeom>
              <a:rect b="b" l="l" r="r" t="t"/>
              <a:pathLst>
                <a:path extrusionOk="0" h="726" w="1387">
                  <a:moveTo>
                    <a:pt x="347" y="1"/>
                  </a:moveTo>
                  <a:cubicBezTo>
                    <a:pt x="158" y="1"/>
                    <a:pt x="0" y="158"/>
                    <a:pt x="0" y="379"/>
                  </a:cubicBezTo>
                  <a:cubicBezTo>
                    <a:pt x="0" y="568"/>
                    <a:pt x="158" y="725"/>
                    <a:pt x="347" y="725"/>
                  </a:cubicBezTo>
                  <a:lnTo>
                    <a:pt x="1040" y="725"/>
                  </a:lnTo>
                  <a:cubicBezTo>
                    <a:pt x="1229" y="725"/>
                    <a:pt x="1386" y="568"/>
                    <a:pt x="1386" y="379"/>
                  </a:cubicBezTo>
                  <a:cubicBezTo>
                    <a:pt x="1386" y="158"/>
                    <a:pt x="1229" y="1"/>
                    <a:pt x="10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0" name="Google Shape;12140;p140"/>
            <p:cNvSpPr/>
            <p:nvPr/>
          </p:nvSpPr>
          <p:spPr>
            <a:xfrm>
              <a:off x="-1333975" y="2452250"/>
              <a:ext cx="34675" cy="18150"/>
            </a:xfrm>
            <a:custGeom>
              <a:rect b="b" l="l" r="r" t="t"/>
              <a:pathLst>
                <a:path extrusionOk="0" h="726" w="1387">
                  <a:moveTo>
                    <a:pt x="347" y="1"/>
                  </a:moveTo>
                  <a:cubicBezTo>
                    <a:pt x="158" y="1"/>
                    <a:pt x="0" y="158"/>
                    <a:pt x="0" y="379"/>
                  </a:cubicBezTo>
                  <a:cubicBezTo>
                    <a:pt x="0" y="568"/>
                    <a:pt x="158" y="725"/>
                    <a:pt x="347" y="725"/>
                  </a:cubicBezTo>
                  <a:lnTo>
                    <a:pt x="1008" y="725"/>
                  </a:lnTo>
                  <a:cubicBezTo>
                    <a:pt x="1197" y="694"/>
                    <a:pt x="1386" y="536"/>
                    <a:pt x="1386" y="379"/>
                  </a:cubicBezTo>
                  <a:cubicBezTo>
                    <a:pt x="1386" y="158"/>
                    <a:pt x="1197" y="1"/>
                    <a:pt x="10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1" name="Google Shape;12141;p140"/>
            <p:cNvSpPr/>
            <p:nvPr/>
          </p:nvSpPr>
          <p:spPr>
            <a:xfrm>
              <a:off x="-1093750" y="2383050"/>
              <a:ext cx="35450" cy="26575"/>
            </a:xfrm>
            <a:custGeom>
              <a:rect b="b" l="l" r="r" t="t"/>
              <a:pathLst>
                <a:path extrusionOk="0" h="1063" w="1418">
                  <a:moveTo>
                    <a:pt x="992" y="1"/>
                  </a:moveTo>
                  <a:cubicBezTo>
                    <a:pt x="931" y="1"/>
                    <a:pt x="870" y="19"/>
                    <a:pt x="819" y="59"/>
                  </a:cubicBezTo>
                  <a:lnTo>
                    <a:pt x="221" y="406"/>
                  </a:lnTo>
                  <a:cubicBezTo>
                    <a:pt x="63" y="500"/>
                    <a:pt x="0" y="721"/>
                    <a:pt x="95" y="878"/>
                  </a:cubicBezTo>
                  <a:cubicBezTo>
                    <a:pt x="159" y="985"/>
                    <a:pt x="295" y="1063"/>
                    <a:pt x="415" y="1063"/>
                  </a:cubicBezTo>
                  <a:cubicBezTo>
                    <a:pt x="473" y="1063"/>
                    <a:pt x="527" y="1045"/>
                    <a:pt x="567" y="1005"/>
                  </a:cubicBezTo>
                  <a:lnTo>
                    <a:pt x="1166" y="658"/>
                  </a:lnTo>
                  <a:cubicBezTo>
                    <a:pt x="1323" y="563"/>
                    <a:pt x="1418" y="343"/>
                    <a:pt x="1292" y="185"/>
                  </a:cubicBezTo>
                  <a:cubicBezTo>
                    <a:pt x="1249" y="79"/>
                    <a:pt x="1120" y="1"/>
                    <a:pt x="99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2" name="Google Shape;12142;p140"/>
            <p:cNvSpPr/>
            <p:nvPr/>
          </p:nvSpPr>
          <p:spPr>
            <a:xfrm>
              <a:off x="-1317450" y="2512575"/>
              <a:ext cx="35475" cy="26225"/>
            </a:xfrm>
            <a:custGeom>
              <a:rect b="b" l="l" r="r" t="t"/>
              <a:pathLst>
                <a:path extrusionOk="0" h="1049" w="1419">
                  <a:moveTo>
                    <a:pt x="1005" y="1"/>
                  </a:moveTo>
                  <a:cubicBezTo>
                    <a:pt x="944" y="1"/>
                    <a:pt x="880" y="15"/>
                    <a:pt x="820" y="45"/>
                  </a:cubicBezTo>
                  <a:lnTo>
                    <a:pt x="221" y="392"/>
                  </a:lnTo>
                  <a:cubicBezTo>
                    <a:pt x="64" y="486"/>
                    <a:pt x="1" y="707"/>
                    <a:pt x="127" y="864"/>
                  </a:cubicBezTo>
                  <a:cubicBezTo>
                    <a:pt x="169" y="971"/>
                    <a:pt x="299" y="1049"/>
                    <a:pt x="427" y="1049"/>
                  </a:cubicBezTo>
                  <a:cubicBezTo>
                    <a:pt x="488" y="1049"/>
                    <a:pt x="548" y="1031"/>
                    <a:pt x="599" y="990"/>
                  </a:cubicBezTo>
                  <a:lnTo>
                    <a:pt x="1166" y="644"/>
                  </a:lnTo>
                  <a:cubicBezTo>
                    <a:pt x="1324" y="549"/>
                    <a:pt x="1418" y="329"/>
                    <a:pt x="1292" y="171"/>
                  </a:cubicBezTo>
                  <a:cubicBezTo>
                    <a:pt x="1250" y="64"/>
                    <a:pt x="1134" y="1"/>
                    <a:pt x="100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3" name="Google Shape;12143;p140"/>
            <p:cNvSpPr/>
            <p:nvPr/>
          </p:nvSpPr>
          <p:spPr>
            <a:xfrm>
              <a:off x="-1092975" y="2512575"/>
              <a:ext cx="34675" cy="25525"/>
            </a:xfrm>
            <a:custGeom>
              <a:rect b="b" l="l" r="r" t="t"/>
              <a:pathLst>
                <a:path extrusionOk="0" h="1021" w="1387">
                  <a:moveTo>
                    <a:pt x="378" y="1"/>
                  </a:moveTo>
                  <a:cubicBezTo>
                    <a:pt x="264" y="1"/>
                    <a:pt x="149" y="64"/>
                    <a:pt x="64" y="171"/>
                  </a:cubicBezTo>
                  <a:cubicBezTo>
                    <a:pt x="1" y="329"/>
                    <a:pt x="32" y="518"/>
                    <a:pt x="190" y="644"/>
                  </a:cubicBezTo>
                  <a:lnTo>
                    <a:pt x="788" y="990"/>
                  </a:lnTo>
                  <a:cubicBezTo>
                    <a:pt x="838" y="1010"/>
                    <a:pt x="891" y="1021"/>
                    <a:pt x="944" y="1021"/>
                  </a:cubicBezTo>
                  <a:cubicBezTo>
                    <a:pt x="1059" y="1021"/>
                    <a:pt x="1175" y="972"/>
                    <a:pt x="1261" y="864"/>
                  </a:cubicBezTo>
                  <a:cubicBezTo>
                    <a:pt x="1387" y="675"/>
                    <a:pt x="1292" y="486"/>
                    <a:pt x="1135" y="392"/>
                  </a:cubicBezTo>
                  <a:lnTo>
                    <a:pt x="536" y="45"/>
                  </a:lnTo>
                  <a:cubicBezTo>
                    <a:pt x="486" y="15"/>
                    <a:pt x="432" y="1"/>
                    <a:pt x="3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4" name="Google Shape;12144;p140"/>
            <p:cNvSpPr/>
            <p:nvPr/>
          </p:nvSpPr>
          <p:spPr>
            <a:xfrm>
              <a:off x="-1316650" y="2383750"/>
              <a:ext cx="34675" cy="25525"/>
            </a:xfrm>
            <a:custGeom>
              <a:rect b="b" l="l" r="r" t="t"/>
              <a:pathLst>
                <a:path extrusionOk="0" h="1021" w="1387">
                  <a:moveTo>
                    <a:pt x="405" y="1"/>
                  </a:moveTo>
                  <a:cubicBezTo>
                    <a:pt x="283" y="1"/>
                    <a:pt x="159" y="50"/>
                    <a:pt x="95" y="157"/>
                  </a:cubicBezTo>
                  <a:cubicBezTo>
                    <a:pt x="0" y="315"/>
                    <a:pt x="63" y="504"/>
                    <a:pt x="221" y="630"/>
                  </a:cubicBezTo>
                  <a:lnTo>
                    <a:pt x="788" y="977"/>
                  </a:lnTo>
                  <a:cubicBezTo>
                    <a:pt x="838" y="1007"/>
                    <a:pt x="895" y="1021"/>
                    <a:pt x="953" y="1021"/>
                  </a:cubicBezTo>
                  <a:cubicBezTo>
                    <a:pt x="1074" y="1021"/>
                    <a:pt x="1196" y="958"/>
                    <a:pt x="1260" y="850"/>
                  </a:cubicBezTo>
                  <a:cubicBezTo>
                    <a:pt x="1386" y="693"/>
                    <a:pt x="1292" y="504"/>
                    <a:pt x="1134" y="378"/>
                  </a:cubicBezTo>
                  <a:lnTo>
                    <a:pt x="567" y="31"/>
                  </a:lnTo>
                  <a:cubicBezTo>
                    <a:pt x="517" y="11"/>
                    <a:pt x="461" y="1"/>
                    <a:pt x="40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5" name="Google Shape;12145;p140"/>
            <p:cNvSpPr/>
            <p:nvPr/>
          </p:nvSpPr>
          <p:spPr>
            <a:xfrm>
              <a:off x="-1239475" y="2401575"/>
              <a:ext cx="102425" cy="153100"/>
            </a:xfrm>
            <a:custGeom>
              <a:rect b="b" l="l" r="r" t="t"/>
              <a:pathLst>
                <a:path extrusionOk="0" h="6124" w="4097">
                  <a:moveTo>
                    <a:pt x="1733" y="1492"/>
                  </a:moveTo>
                  <a:lnTo>
                    <a:pt x="1733" y="2343"/>
                  </a:lnTo>
                  <a:cubicBezTo>
                    <a:pt x="1733" y="2500"/>
                    <a:pt x="1796" y="2626"/>
                    <a:pt x="1922" y="2658"/>
                  </a:cubicBezTo>
                  <a:lnTo>
                    <a:pt x="3246" y="3225"/>
                  </a:lnTo>
                  <a:lnTo>
                    <a:pt x="2395" y="4611"/>
                  </a:lnTo>
                  <a:lnTo>
                    <a:pt x="2395" y="3729"/>
                  </a:lnTo>
                  <a:cubicBezTo>
                    <a:pt x="2395" y="3572"/>
                    <a:pt x="2332" y="3445"/>
                    <a:pt x="2206" y="3414"/>
                  </a:cubicBezTo>
                  <a:lnTo>
                    <a:pt x="851" y="2878"/>
                  </a:lnTo>
                  <a:lnTo>
                    <a:pt x="1733" y="1492"/>
                  </a:lnTo>
                  <a:close/>
                  <a:moveTo>
                    <a:pt x="2038" y="0"/>
                  </a:moveTo>
                  <a:cubicBezTo>
                    <a:pt x="1919" y="0"/>
                    <a:pt x="1814" y="47"/>
                    <a:pt x="1765" y="169"/>
                  </a:cubicBezTo>
                  <a:lnTo>
                    <a:pt x="64" y="2941"/>
                  </a:lnTo>
                  <a:cubicBezTo>
                    <a:pt x="32" y="3004"/>
                    <a:pt x="1" y="3130"/>
                    <a:pt x="32" y="3225"/>
                  </a:cubicBezTo>
                  <a:cubicBezTo>
                    <a:pt x="64" y="3288"/>
                    <a:pt x="158" y="3382"/>
                    <a:pt x="221" y="3414"/>
                  </a:cubicBezTo>
                  <a:lnTo>
                    <a:pt x="1733" y="4013"/>
                  </a:lnTo>
                  <a:lnTo>
                    <a:pt x="1733" y="5808"/>
                  </a:lnTo>
                  <a:cubicBezTo>
                    <a:pt x="1733" y="5966"/>
                    <a:pt x="1859" y="6092"/>
                    <a:pt x="1954" y="6123"/>
                  </a:cubicBezTo>
                  <a:lnTo>
                    <a:pt x="2049" y="6123"/>
                  </a:lnTo>
                  <a:cubicBezTo>
                    <a:pt x="2143" y="6123"/>
                    <a:pt x="2269" y="6092"/>
                    <a:pt x="2301" y="5966"/>
                  </a:cubicBezTo>
                  <a:lnTo>
                    <a:pt x="4002" y="3225"/>
                  </a:lnTo>
                  <a:cubicBezTo>
                    <a:pt x="4033" y="3130"/>
                    <a:pt x="4096" y="3004"/>
                    <a:pt x="4033" y="2941"/>
                  </a:cubicBezTo>
                  <a:cubicBezTo>
                    <a:pt x="4033" y="2878"/>
                    <a:pt x="3970" y="2784"/>
                    <a:pt x="3907" y="2752"/>
                  </a:cubicBezTo>
                  <a:lnTo>
                    <a:pt x="2395" y="2154"/>
                  </a:lnTo>
                  <a:lnTo>
                    <a:pt x="2395" y="358"/>
                  </a:lnTo>
                  <a:cubicBezTo>
                    <a:pt x="2395" y="169"/>
                    <a:pt x="2269" y="74"/>
                    <a:pt x="2143" y="11"/>
                  </a:cubicBezTo>
                  <a:cubicBezTo>
                    <a:pt x="2108" y="4"/>
                    <a:pt x="2072" y="0"/>
                    <a:pt x="203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46" name="Google Shape;12146;p140"/>
          <p:cNvGrpSpPr/>
          <p:nvPr/>
        </p:nvGrpSpPr>
        <p:grpSpPr>
          <a:xfrm>
            <a:off x="1954146" y="2660397"/>
            <a:ext cx="398020" cy="421914"/>
            <a:chOff x="-5995925" y="2757850"/>
            <a:chExt cx="275675" cy="292225"/>
          </a:xfrm>
        </p:grpSpPr>
        <p:sp>
          <p:nvSpPr>
            <p:cNvPr id="12147" name="Google Shape;12147;p140"/>
            <p:cNvSpPr/>
            <p:nvPr/>
          </p:nvSpPr>
          <p:spPr>
            <a:xfrm>
              <a:off x="-5995925" y="2757850"/>
              <a:ext cx="275675" cy="292225"/>
            </a:xfrm>
            <a:custGeom>
              <a:rect b="b" l="l" r="r" t="t"/>
              <a:pathLst>
                <a:path extrusionOk="0" h="11689" w="11027">
                  <a:moveTo>
                    <a:pt x="9924" y="1324"/>
                  </a:moveTo>
                  <a:cubicBezTo>
                    <a:pt x="10113" y="1324"/>
                    <a:pt x="10271" y="1481"/>
                    <a:pt x="10271" y="1702"/>
                  </a:cubicBezTo>
                  <a:lnTo>
                    <a:pt x="10271" y="9263"/>
                  </a:lnTo>
                  <a:lnTo>
                    <a:pt x="10302" y="9263"/>
                  </a:lnTo>
                  <a:cubicBezTo>
                    <a:pt x="10302" y="9452"/>
                    <a:pt x="10145" y="9610"/>
                    <a:pt x="9956" y="9610"/>
                  </a:cubicBezTo>
                  <a:lnTo>
                    <a:pt x="9609" y="9610"/>
                  </a:lnTo>
                  <a:lnTo>
                    <a:pt x="9609" y="8570"/>
                  </a:lnTo>
                  <a:cubicBezTo>
                    <a:pt x="9609" y="8381"/>
                    <a:pt x="9452" y="8223"/>
                    <a:pt x="9263" y="8223"/>
                  </a:cubicBezTo>
                  <a:lnTo>
                    <a:pt x="4442" y="8223"/>
                  </a:lnTo>
                  <a:cubicBezTo>
                    <a:pt x="4253" y="8223"/>
                    <a:pt x="4096" y="8381"/>
                    <a:pt x="4096" y="8570"/>
                  </a:cubicBezTo>
                  <a:lnTo>
                    <a:pt x="4096" y="9610"/>
                  </a:lnTo>
                  <a:lnTo>
                    <a:pt x="3434" y="9610"/>
                  </a:lnTo>
                  <a:lnTo>
                    <a:pt x="3434" y="1324"/>
                  </a:lnTo>
                  <a:close/>
                  <a:moveTo>
                    <a:pt x="2426" y="631"/>
                  </a:moveTo>
                  <a:cubicBezTo>
                    <a:pt x="2647" y="631"/>
                    <a:pt x="2804" y="788"/>
                    <a:pt x="2804" y="977"/>
                  </a:cubicBezTo>
                  <a:lnTo>
                    <a:pt x="2804" y="9925"/>
                  </a:lnTo>
                  <a:cubicBezTo>
                    <a:pt x="2804" y="10114"/>
                    <a:pt x="2647" y="10271"/>
                    <a:pt x="2426" y="10271"/>
                  </a:cubicBezTo>
                  <a:lnTo>
                    <a:pt x="1071" y="10271"/>
                  </a:lnTo>
                  <a:cubicBezTo>
                    <a:pt x="851" y="10271"/>
                    <a:pt x="693" y="10114"/>
                    <a:pt x="693" y="9925"/>
                  </a:cubicBezTo>
                  <a:lnTo>
                    <a:pt x="693" y="977"/>
                  </a:lnTo>
                  <a:cubicBezTo>
                    <a:pt x="693" y="788"/>
                    <a:pt x="851" y="631"/>
                    <a:pt x="1071" y="631"/>
                  </a:cubicBezTo>
                  <a:close/>
                  <a:moveTo>
                    <a:pt x="8948" y="8948"/>
                  </a:moveTo>
                  <a:lnTo>
                    <a:pt x="8948" y="10996"/>
                  </a:lnTo>
                  <a:lnTo>
                    <a:pt x="4852" y="10996"/>
                  </a:lnTo>
                  <a:lnTo>
                    <a:pt x="4852" y="8948"/>
                  </a:lnTo>
                  <a:close/>
                  <a:moveTo>
                    <a:pt x="1008" y="1"/>
                  </a:moveTo>
                  <a:cubicBezTo>
                    <a:pt x="473" y="1"/>
                    <a:pt x="0" y="473"/>
                    <a:pt x="0" y="1009"/>
                  </a:cubicBezTo>
                  <a:lnTo>
                    <a:pt x="0" y="9956"/>
                  </a:lnTo>
                  <a:cubicBezTo>
                    <a:pt x="0" y="10523"/>
                    <a:pt x="473" y="10996"/>
                    <a:pt x="1008" y="10996"/>
                  </a:cubicBezTo>
                  <a:lnTo>
                    <a:pt x="2395" y="10996"/>
                  </a:lnTo>
                  <a:cubicBezTo>
                    <a:pt x="2836" y="10996"/>
                    <a:pt x="3214" y="10712"/>
                    <a:pt x="3371" y="10303"/>
                  </a:cubicBezTo>
                  <a:lnTo>
                    <a:pt x="4127" y="10303"/>
                  </a:lnTo>
                  <a:lnTo>
                    <a:pt x="4127" y="11342"/>
                  </a:lnTo>
                  <a:cubicBezTo>
                    <a:pt x="4127" y="11531"/>
                    <a:pt x="4285" y="11689"/>
                    <a:pt x="4474" y="11689"/>
                  </a:cubicBezTo>
                  <a:lnTo>
                    <a:pt x="9294" y="11689"/>
                  </a:lnTo>
                  <a:cubicBezTo>
                    <a:pt x="9483" y="11689"/>
                    <a:pt x="9641" y="11531"/>
                    <a:pt x="9641" y="11342"/>
                  </a:cubicBezTo>
                  <a:lnTo>
                    <a:pt x="9641" y="10271"/>
                  </a:lnTo>
                  <a:lnTo>
                    <a:pt x="9987" y="10271"/>
                  </a:lnTo>
                  <a:cubicBezTo>
                    <a:pt x="10554" y="10271"/>
                    <a:pt x="11027" y="9799"/>
                    <a:pt x="11027" y="9263"/>
                  </a:cubicBezTo>
                  <a:lnTo>
                    <a:pt x="11027" y="1702"/>
                  </a:lnTo>
                  <a:cubicBezTo>
                    <a:pt x="10995" y="1103"/>
                    <a:pt x="10554" y="662"/>
                    <a:pt x="9956" y="662"/>
                  </a:cubicBezTo>
                  <a:lnTo>
                    <a:pt x="3371" y="662"/>
                  </a:lnTo>
                  <a:cubicBezTo>
                    <a:pt x="3214" y="284"/>
                    <a:pt x="2867" y="1"/>
                    <a:pt x="239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8" name="Google Shape;12148;p140"/>
            <p:cNvSpPr/>
            <p:nvPr/>
          </p:nvSpPr>
          <p:spPr>
            <a:xfrm>
              <a:off x="-5892750" y="2808250"/>
              <a:ext cx="137850" cy="69350"/>
            </a:xfrm>
            <a:custGeom>
              <a:rect b="b" l="l" r="r" t="t"/>
              <a:pathLst>
                <a:path extrusionOk="0" h="2774" w="5514">
                  <a:moveTo>
                    <a:pt x="4821" y="694"/>
                  </a:moveTo>
                  <a:lnTo>
                    <a:pt x="4821" y="2112"/>
                  </a:lnTo>
                  <a:lnTo>
                    <a:pt x="725" y="2112"/>
                  </a:lnTo>
                  <a:lnTo>
                    <a:pt x="725" y="694"/>
                  </a:lnTo>
                  <a:close/>
                  <a:moveTo>
                    <a:pt x="347" y="1"/>
                  </a:moveTo>
                  <a:cubicBezTo>
                    <a:pt x="158" y="1"/>
                    <a:pt x="0" y="158"/>
                    <a:pt x="0" y="348"/>
                  </a:cubicBezTo>
                  <a:lnTo>
                    <a:pt x="0" y="2427"/>
                  </a:lnTo>
                  <a:cubicBezTo>
                    <a:pt x="0" y="2616"/>
                    <a:pt x="158" y="2773"/>
                    <a:pt x="347" y="2773"/>
                  </a:cubicBezTo>
                  <a:lnTo>
                    <a:pt x="5167" y="2773"/>
                  </a:lnTo>
                  <a:cubicBezTo>
                    <a:pt x="5356" y="2773"/>
                    <a:pt x="5514" y="2616"/>
                    <a:pt x="5514" y="2427"/>
                  </a:cubicBezTo>
                  <a:lnTo>
                    <a:pt x="5514" y="348"/>
                  </a:lnTo>
                  <a:cubicBezTo>
                    <a:pt x="5514" y="158"/>
                    <a:pt x="5356" y="1"/>
                    <a:pt x="516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9" name="Google Shape;12149;p140"/>
            <p:cNvSpPr/>
            <p:nvPr/>
          </p:nvSpPr>
          <p:spPr>
            <a:xfrm>
              <a:off x="-5891975" y="2895675"/>
              <a:ext cx="34700" cy="17375"/>
            </a:xfrm>
            <a:custGeom>
              <a:rect b="b" l="l" r="r" t="t"/>
              <a:pathLst>
                <a:path extrusionOk="0" h="695" w="1388">
                  <a:moveTo>
                    <a:pt x="379" y="1"/>
                  </a:moveTo>
                  <a:cubicBezTo>
                    <a:pt x="158" y="1"/>
                    <a:pt x="1" y="159"/>
                    <a:pt x="1" y="348"/>
                  </a:cubicBezTo>
                  <a:cubicBezTo>
                    <a:pt x="1" y="537"/>
                    <a:pt x="158" y="694"/>
                    <a:pt x="379" y="694"/>
                  </a:cubicBezTo>
                  <a:lnTo>
                    <a:pt x="1041" y="694"/>
                  </a:lnTo>
                  <a:cubicBezTo>
                    <a:pt x="1230" y="694"/>
                    <a:pt x="1387" y="537"/>
                    <a:pt x="1387" y="348"/>
                  </a:cubicBezTo>
                  <a:cubicBezTo>
                    <a:pt x="1356" y="127"/>
                    <a:pt x="1198" y="1"/>
                    <a:pt x="104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0" name="Google Shape;12150;p140"/>
            <p:cNvSpPr/>
            <p:nvPr/>
          </p:nvSpPr>
          <p:spPr>
            <a:xfrm>
              <a:off x="-5891975" y="2928775"/>
              <a:ext cx="34700" cy="18125"/>
            </a:xfrm>
            <a:custGeom>
              <a:rect b="b" l="l" r="r" t="t"/>
              <a:pathLst>
                <a:path extrusionOk="0" h="725" w="1388">
                  <a:moveTo>
                    <a:pt x="379" y="0"/>
                  </a:moveTo>
                  <a:cubicBezTo>
                    <a:pt x="158" y="0"/>
                    <a:pt x="1" y="158"/>
                    <a:pt x="1" y="378"/>
                  </a:cubicBezTo>
                  <a:cubicBezTo>
                    <a:pt x="1" y="567"/>
                    <a:pt x="158" y="725"/>
                    <a:pt x="379" y="725"/>
                  </a:cubicBezTo>
                  <a:lnTo>
                    <a:pt x="1041" y="725"/>
                  </a:lnTo>
                  <a:cubicBezTo>
                    <a:pt x="1230" y="725"/>
                    <a:pt x="1387" y="567"/>
                    <a:pt x="1387" y="378"/>
                  </a:cubicBezTo>
                  <a:cubicBezTo>
                    <a:pt x="1356" y="158"/>
                    <a:pt x="1198" y="0"/>
                    <a:pt x="104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1" name="Google Shape;12151;p140"/>
            <p:cNvSpPr/>
            <p:nvPr/>
          </p:nvSpPr>
          <p:spPr>
            <a:xfrm>
              <a:off x="-5840775" y="2928775"/>
              <a:ext cx="34675" cy="18125"/>
            </a:xfrm>
            <a:custGeom>
              <a:rect b="b" l="l" r="r" t="t"/>
              <a:pathLst>
                <a:path extrusionOk="0" h="725" w="1387">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2" name="Google Shape;12152;p140"/>
            <p:cNvSpPr/>
            <p:nvPr/>
          </p:nvSpPr>
          <p:spPr>
            <a:xfrm>
              <a:off x="-5840775" y="2895675"/>
              <a:ext cx="34675" cy="17375"/>
            </a:xfrm>
            <a:custGeom>
              <a:rect b="b" l="l" r="r" t="t"/>
              <a:pathLst>
                <a:path extrusionOk="0" h="695" w="1387">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3" name="Google Shape;12153;p140"/>
            <p:cNvSpPr/>
            <p:nvPr/>
          </p:nvSpPr>
          <p:spPr>
            <a:xfrm>
              <a:off x="-5789575" y="2895675"/>
              <a:ext cx="34675" cy="17375"/>
            </a:xfrm>
            <a:custGeom>
              <a:rect b="b" l="l" r="r" t="t"/>
              <a:pathLst>
                <a:path extrusionOk="0" h="695" w="1387">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4" name="Google Shape;12154;p140"/>
            <p:cNvSpPr/>
            <p:nvPr/>
          </p:nvSpPr>
          <p:spPr>
            <a:xfrm>
              <a:off x="-5789575" y="2928775"/>
              <a:ext cx="34675" cy="18125"/>
            </a:xfrm>
            <a:custGeom>
              <a:rect b="b" l="l" r="r" t="t"/>
              <a:pathLst>
                <a:path extrusionOk="0" h="725" w="1387">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5" name="Google Shape;12155;p140"/>
            <p:cNvSpPr/>
            <p:nvPr/>
          </p:nvSpPr>
          <p:spPr>
            <a:xfrm>
              <a:off x="-5858100" y="2998075"/>
              <a:ext cx="68550" cy="17350"/>
            </a:xfrm>
            <a:custGeom>
              <a:rect b="b" l="l" r="r" t="t"/>
              <a:pathLst>
                <a:path extrusionOk="0" h="694" w="2742">
                  <a:moveTo>
                    <a:pt x="347" y="1"/>
                  </a:moveTo>
                  <a:cubicBezTo>
                    <a:pt x="158" y="1"/>
                    <a:pt x="1" y="158"/>
                    <a:pt x="1" y="347"/>
                  </a:cubicBezTo>
                  <a:cubicBezTo>
                    <a:pt x="1" y="536"/>
                    <a:pt x="158" y="694"/>
                    <a:pt x="347" y="694"/>
                  </a:cubicBezTo>
                  <a:lnTo>
                    <a:pt x="2395" y="694"/>
                  </a:lnTo>
                  <a:cubicBezTo>
                    <a:pt x="2584" y="694"/>
                    <a:pt x="2742" y="536"/>
                    <a:pt x="2742" y="347"/>
                  </a:cubicBezTo>
                  <a:cubicBezTo>
                    <a:pt x="2742" y="158"/>
                    <a:pt x="2584" y="1"/>
                    <a:pt x="239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56" name="Google Shape;12156;p140"/>
          <p:cNvGrpSpPr/>
          <p:nvPr/>
        </p:nvGrpSpPr>
        <p:grpSpPr>
          <a:xfrm>
            <a:off x="4634433" y="1631816"/>
            <a:ext cx="421951" cy="419677"/>
            <a:chOff x="-4211975" y="2046625"/>
            <a:chExt cx="292250" cy="290675"/>
          </a:xfrm>
        </p:grpSpPr>
        <p:sp>
          <p:nvSpPr>
            <p:cNvPr id="12157" name="Google Shape;12157;p140"/>
            <p:cNvSpPr/>
            <p:nvPr/>
          </p:nvSpPr>
          <p:spPr>
            <a:xfrm>
              <a:off x="-4211975" y="2081300"/>
              <a:ext cx="256025" cy="256000"/>
            </a:xfrm>
            <a:custGeom>
              <a:rect b="b" l="l" r="r" t="t"/>
              <a:pathLst>
                <a:path extrusionOk="0" h="10240" w="10241">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8" name="Google Shape;12158;p140"/>
            <p:cNvSpPr/>
            <p:nvPr/>
          </p:nvSpPr>
          <p:spPr>
            <a:xfrm>
              <a:off x="-4057600" y="2046625"/>
              <a:ext cx="137875" cy="137875"/>
            </a:xfrm>
            <a:custGeom>
              <a:rect b="b" l="l" r="r" t="t"/>
              <a:pathLst>
                <a:path extrusionOk="0" h="5515" w="5515">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59" name="Google Shape;12159;p140"/>
          <p:cNvGrpSpPr/>
          <p:nvPr/>
        </p:nvGrpSpPr>
        <p:grpSpPr>
          <a:xfrm>
            <a:off x="4684479" y="2138699"/>
            <a:ext cx="321859" cy="424225"/>
            <a:chOff x="-4178875" y="2405775"/>
            <a:chExt cx="222925" cy="293825"/>
          </a:xfrm>
        </p:grpSpPr>
        <p:sp>
          <p:nvSpPr>
            <p:cNvPr id="12160" name="Google Shape;12160;p140"/>
            <p:cNvSpPr/>
            <p:nvPr/>
          </p:nvSpPr>
          <p:spPr>
            <a:xfrm>
              <a:off x="-4178875" y="2405775"/>
              <a:ext cx="222925" cy="293825"/>
            </a:xfrm>
            <a:custGeom>
              <a:rect b="b" l="l" r="r" t="t"/>
              <a:pathLst>
                <a:path extrusionOk="0" h="11753" w="8917">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1" name="Google Shape;12161;p140"/>
            <p:cNvSpPr/>
            <p:nvPr/>
          </p:nvSpPr>
          <p:spPr>
            <a:xfrm>
              <a:off x="-4093025" y="2491650"/>
              <a:ext cx="51225" cy="51200"/>
            </a:xfrm>
            <a:custGeom>
              <a:rect b="b" l="l" r="r" t="t"/>
              <a:pathLst>
                <a:path extrusionOk="0" h="2048" w="2049">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2" name="Google Shape;12162;p140"/>
            <p:cNvSpPr/>
            <p:nvPr/>
          </p:nvSpPr>
          <p:spPr>
            <a:xfrm>
              <a:off x="-4145800" y="2439650"/>
              <a:ext cx="155975" cy="155200"/>
            </a:xfrm>
            <a:custGeom>
              <a:rect b="b" l="l" r="r" t="t"/>
              <a:pathLst>
                <a:path extrusionOk="0" h="6208" w="6239">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63" name="Google Shape;12163;p140"/>
          <p:cNvGrpSpPr/>
          <p:nvPr/>
        </p:nvGrpSpPr>
        <p:grpSpPr>
          <a:xfrm>
            <a:off x="4646942" y="2673483"/>
            <a:ext cx="420796" cy="395746"/>
            <a:chOff x="-4211975" y="2783850"/>
            <a:chExt cx="291450" cy="274100"/>
          </a:xfrm>
        </p:grpSpPr>
        <p:sp>
          <p:nvSpPr>
            <p:cNvPr id="12164" name="Google Shape;12164;p140"/>
            <p:cNvSpPr/>
            <p:nvPr/>
          </p:nvSpPr>
          <p:spPr>
            <a:xfrm>
              <a:off x="-4211975" y="2937125"/>
              <a:ext cx="291450" cy="120825"/>
            </a:xfrm>
            <a:custGeom>
              <a:rect b="b" l="l" r="r" t="t"/>
              <a:pathLst>
                <a:path extrusionOk="0" h="4833" w="11658">
                  <a:moveTo>
                    <a:pt x="978" y="706"/>
                  </a:moveTo>
                  <a:cubicBezTo>
                    <a:pt x="1167" y="706"/>
                    <a:pt x="1324" y="863"/>
                    <a:pt x="1324" y="1052"/>
                  </a:cubicBezTo>
                  <a:lnTo>
                    <a:pt x="1324" y="3762"/>
                  </a:lnTo>
                  <a:cubicBezTo>
                    <a:pt x="1324" y="3982"/>
                    <a:pt x="1167" y="4140"/>
                    <a:pt x="978" y="4140"/>
                  </a:cubicBezTo>
                  <a:lnTo>
                    <a:pt x="631" y="4140"/>
                  </a:lnTo>
                  <a:lnTo>
                    <a:pt x="631" y="706"/>
                  </a:lnTo>
                  <a:close/>
                  <a:moveTo>
                    <a:pt x="3866" y="717"/>
                  </a:moveTo>
                  <a:cubicBezTo>
                    <a:pt x="4374" y="717"/>
                    <a:pt x="4886" y="859"/>
                    <a:pt x="5325" y="1147"/>
                  </a:cubicBezTo>
                  <a:cubicBezTo>
                    <a:pt x="5672" y="1367"/>
                    <a:pt x="5703" y="1399"/>
                    <a:pt x="5829" y="1399"/>
                  </a:cubicBezTo>
                  <a:lnTo>
                    <a:pt x="7247" y="1399"/>
                  </a:lnTo>
                  <a:cubicBezTo>
                    <a:pt x="7436" y="1399"/>
                    <a:pt x="7594" y="1556"/>
                    <a:pt x="7594" y="1777"/>
                  </a:cubicBezTo>
                  <a:cubicBezTo>
                    <a:pt x="7594" y="1966"/>
                    <a:pt x="7436" y="2124"/>
                    <a:pt x="7247" y="2124"/>
                  </a:cubicBezTo>
                  <a:lnTo>
                    <a:pt x="4758" y="2124"/>
                  </a:lnTo>
                  <a:cubicBezTo>
                    <a:pt x="4380" y="2124"/>
                    <a:pt x="4034" y="2344"/>
                    <a:pt x="3845" y="2659"/>
                  </a:cubicBezTo>
                  <a:cubicBezTo>
                    <a:pt x="3782" y="2817"/>
                    <a:pt x="3845" y="3069"/>
                    <a:pt x="4002" y="3132"/>
                  </a:cubicBezTo>
                  <a:cubicBezTo>
                    <a:pt x="4045" y="3158"/>
                    <a:pt x="4096" y="3169"/>
                    <a:pt x="4148" y="3169"/>
                  </a:cubicBezTo>
                  <a:cubicBezTo>
                    <a:pt x="4284" y="3169"/>
                    <a:pt x="4429" y="3088"/>
                    <a:pt x="4475" y="2974"/>
                  </a:cubicBezTo>
                  <a:cubicBezTo>
                    <a:pt x="4538" y="2848"/>
                    <a:pt x="4632" y="2785"/>
                    <a:pt x="4790" y="2785"/>
                  </a:cubicBezTo>
                  <a:lnTo>
                    <a:pt x="7562" y="2785"/>
                  </a:lnTo>
                  <a:cubicBezTo>
                    <a:pt x="7783" y="2785"/>
                    <a:pt x="8003" y="2722"/>
                    <a:pt x="8192" y="2596"/>
                  </a:cubicBezTo>
                  <a:lnTo>
                    <a:pt x="10555" y="769"/>
                  </a:lnTo>
                  <a:cubicBezTo>
                    <a:pt x="10603" y="747"/>
                    <a:pt x="10649" y="737"/>
                    <a:pt x="10693" y="737"/>
                  </a:cubicBezTo>
                  <a:cubicBezTo>
                    <a:pt x="10969" y="737"/>
                    <a:pt x="11146" y="1123"/>
                    <a:pt x="10902" y="1367"/>
                  </a:cubicBezTo>
                  <a:cubicBezTo>
                    <a:pt x="10844" y="1406"/>
                    <a:pt x="10817" y="1419"/>
                    <a:pt x="10805" y="1419"/>
                  </a:cubicBezTo>
                  <a:cubicBezTo>
                    <a:pt x="10780" y="1419"/>
                    <a:pt x="10836" y="1354"/>
                    <a:pt x="10826" y="1354"/>
                  </a:cubicBezTo>
                  <a:cubicBezTo>
                    <a:pt x="10804" y="1354"/>
                    <a:pt x="10447" y="1686"/>
                    <a:pt x="8066" y="3856"/>
                  </a:cubicBezTo>
                  <a:cubicBezTo>
                    <a:pt x="7877" y="4014"/>
                    <a:pt x="7625" y="4140"/>
                    <a:pt x="7373" y="4140"/>
                  </a:cubicBezTo>
                  <a:lnTo>
                    <a:pt x="3435" y="4140"/>
                  </a:lnTo>
                  <a:cubicBezTo>
                    <a:pt x="2962" y="4140"/>
                    <a:pt x="2490" y="4014"/>
                    <a:pt x="2049" y="3825"/>
                  </a:cubicBezTo>
                  <a:lnTo>
                    <a:pt x="2049" y="1399"/>
                  </a:lnTo>
                  <a:lnTo>
                    <a:pt x="2332" y="1210"/>
                  </a:lnTo>
                  <a:cubicBezTo>
                    <a:pt x="2774" y="883"/>
                    <a:pt x="3318" y="717"/>
                    <a:pt x="3866" y="717"/>
                  </a:cubicBezTo>
                  <a:close/>
                  <a:moveTo>
                    <a:pt x="3817" y="0"/>
                  </a:moveTo>
                  <a:cubicBezTo>
                    <a:pt x="3151" y="0"/>
                    <a:pt x="2491" y="205"/>
                    <a:pt x="1923" y="611"/>
                  </a:cubicBezTo>
                  <a:cubicBezTo>
                    <a:pt x="1765" y="265"/>
                    <a:pt x="1419" y="13"/>
                    <a:pt x="1009" y="13"/>
                  </a:cubicBezTo>
                  <a:lnTo>
                    <a:pt x="348" y="13"/>
                  </a:lnTo>
                  <a:cubicBezTo>
                    <a:pt x="159" y="13"/>
                    <a:pt x="1" y="170"/>
                    <a:pt x="1" y="391"/>
                  </a:cubicBezTo>
                  <a:lnTo>
                    <a:pt x="1" y="4486"/>
                  </a:lnTo>
                  <a:cubicBezTo>
                    <a:pt x="1" y="4675"/>
                    <a:pt x="159" y="4833"/>
                    <a:pt x="348" y="4833"/>
                  </a:cubicBezTo>
                  <a:lnTo>
                    <a:pt x="1009" y="4833"/>
                  </a:lnTo>
                  <a:cubicBezTo>
                    <a:pt x="1324" y="4833"/>
                    <a:pt x="1608" y="4675"/>
                    <a:pt x="1797" y="4486"/>
                  </a:cubicBezTo>
                  <a:cubicBezTo>
                    <a:pt x="2332" y="4707"/>
                    <a:pt x="2868" y="4833"/>
                    <a:pt x="3435" y="4833"/>
                  </a:cubicBezTo>
                  <a:lnTo>
                    <a:pt x="7373" y="4833"/>
                  </a:lnTo>
                  <a:cubicBezTo>
                    <a:pt x="7783" y="4833"/>
                    <a:pt x="8192" y="4675"/>
                    <a:pt x="8507" y="4392"/>
                  </a:cubicBezTo>
                  <a:cubicBezTo>
                    <a:pt x="8539" y="4392"/>
                    <a:pt x="11217" y="1903"/>
                    <a:pt x="11248" y="1872"/>
                  </a:cubicBezTo>
                  <a:cubicBezTo>
                    <a:pt x="11406" y="1809"/>
                    <a:pt x="11658" y="1493"/>
                    <a:pt x="11658" y="1084"/>
                  </a:cubicBezTo>
                  <a:cubicBezTo>
                    <a:pt x="11658" y="454"/>
                    <a:pt x="11185" y="44"/>
                    <a:pt x="10618" y="44"/>
                  </a:cubicBezTo>
                  <a:cubicBezTo>
                    <a:pt x="10303" y="44"/>
                    <a:pt x="10051" y="202"/>
                    <a:pt x="9925" y="296"/>
                  </a:cubicBezTo>
                  <a:lnTo>
                    <a:pt x="8192" y="1619"/>
                  </a:lnTo>
                  <a:cubicBezTo>
                    <a:pt x="8098" y="1084"/>
                    <a:pt x="7688" y="706"/>
                    <a:pt x="7153" y="706"/>
                  </a:cubicBezTo>
                  <a:lnTo>
                    <a:pt x="5861" y="706"/>
                  </a:lnTo>
                  <a:lnTo>
                    <a:pt x="5640" y="548"/>
                  </a:lnTo>
                  <a:cubicBezTo>
                    <a:pt x="5075" y="182"/>
                    <a:pt x="4444" y="0"/>
                    <a:pt x="381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5" name="Google Shape;12165;p140"/>
            <p:cNvSpPr/>
            <p:nvPr/>
          </p:nvSpPr>
          <p:spPr>
            <a:xfrm>
              <a:off x="-4109575" y="2783850"/>
              <a:ext cx="153625" cy="154400"/>
            </a:xfrm>
            <a:custGeom>
              <a:rect b="b" l="l" r="r" t="t"/>
              <a:pathLst>
                <a:path extrusionOk="0" h="6176" w="6145">
                  <a:moveTo>
                    <a:pt x="3057" y="693"/>
                  </a:moveTo>
                  <a:cubicBezTo>
                    <a:pt x="4411" y="693"/>
                    <a:pt x="5482" y="1765"/>
                    <a:pt x="5482" y="3088"/>
                  </a:cubicBezTo>
                  <a:cubicBezTo>
                    <a:pt x="5482" y="4442"/>
                    <a:pt x="4411" y="5482"/>
                    <a:pt x="3057" y="5482"/>
                  </a:cubicBezTo>
                  <a:cubicBezTo>
                    <a:pt x="1733" y="5482"/>
                    <a:pt x="662" y="4442"/>
                    <a:pt x="662" y="3088"/>
                  </a:cubicBezTo>
                  <a:cubicBezTo>
                    <a:pt x="662" y="1765"/>
                    <a:pt x="1733" y="693"/>
                    <a:pt x="3057" y="693"/>
                  </a:cubicBezTo>
                  <a:close/>
                  <a:moveTo>
                    <a:pt x="3057" y="0"/>
                  </a:moveTo>
                  <a:cubicBezTo>
                    <a:pt x="1387" y="0"/>
                    <a:pt x="1" y="1387"/>
                    <a:pt x="1" y="3088"/>
                  </a:cubicBezTo>
                  <a:cubicBezTo>
                    <a:pt x="1" y="4789"/>
                    <a:pt x="1387" y="6175"/>
                    <a:pt x="3057" y="6175"/>
                  </a:cubicBezTo>
                  <a:cubicBezTo>
                    <a:pt x="4758" y="6175"/>
                    <a:pt x="6144" y="4789"/>
                    <a:pt x="6144" y="3088"/>
                  </a:cubicBezTo>
                  <a:cubicBezTo>
                    <a:pt x="6144" y="1387"/>
                    <a:pt x="4758" y="0"/>
                    <a:pt x="305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6" name="Google Shape;12166;p140"/>
            <p:cNvSpPr/>
            <p:nvPr/>
          </p:nvSpPr>
          <p:spPr>
            <a:xfrm>
              <a:off x="-4074925" y="2818500"/>
              <a:ext cx="84300" cy="85100"/>
            </a:xfrm>
            <a:custGeom>
              <a:rect b="b" l="l" r="r" t="t"/>
              <a:pathLst>
                <a:path extrusionOk="0" h="3404" w="3372">
                  <a:moveTo>
                    <a:pt x="1671" y="631"/>
                  </a:moveTo>
                  <a:cubicBezTo>
                    <a:pt x="2238" y="631"/>
                    <a:pt x="2710" y="1103"/>
                    <a:pt x="2710" y="1670"/>
                  </a:cubicBezTo>
                  <a:cubicBezTo>
                    <a:pt x="2710" y="2206"/>
                    <a:pt x="2238" y="2678"/>
                    <a:pt x="1671" y="2678"/>
                  </a:cubicBezTo>
                  <a:cubicBezTo>
                    <a:pt x="1135" y="2678"/>
                    <a:pt x="662" y="2206"/>
                    <a:pt x="662" y="1670"/>
                  </a:cubicBezTo>
                  <a:cubicBezTo>
                    <a:pt x="662" y="1103"/>
                    <a:pt x="1135" y="631"/>
                    <a:pt x="1671" y="631"/>
                  </a:cubicBezTo>
                  <a:close/>
                  <a:moveTo>
                    <a:pt x="1671" y="1"/>
                  </a:moveTo>
                  <a:cubicBezTo>
                    <a:pt x="725" y="1"/>
                    <a:pt x="1" y="757"/>
                    <a:pt x="1" y="1702"/>
                  </a:cubicBezTo>
                  <a:cubicBezTo>
                    <a:pt x="1" y="2647"/>
                    <a:pt x="725" y="3403"/>
                    <a:pt x="1671" y="3403"/>
                  </a:cubicBezTo>
                  <a:cubicBezTo>
                    <a:pt x="2616" y="3403"/>
                    <a:pt x="3372" y="2647"/>
                    <a:pt x="3372" y="1702"/>
                  </a:cubicBezTo>
                  <a:cubicBezTo>
                    <a:pt x="3372" y="757"/>
                    <a:pt x="2616" y="1"/>
                    <a:pt x="167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167" name="Google Shape;12167;p140"/>
          <p:cNvSpPr/>
          <p:nvPr/>
        </p:nvSpPr>
        <p:spPr>
          <a:xfrm>
            <a:off x="7362836" y="1629995"/>
            <a:ext cx="399175" cy="423069"/>
          </a:xfrm>
          <a:custGeom>
            <a:rect b="b" l="l" r="r" t="t"/>
            <a:pathLst>
              <a:path extrusionOk="0" h="11721" w="11059">
                <a:moveTo>
                  <a:pt x="1418" y="693"/>
                </a:moveTo>
                <a:lnTo>
                  <a:pt x="1418" y="1387"/>
                </a:lnTo>
                <a:lnTo>
                  <a:pt x="725" y="1387"/>
                </a:lnTo>
                <a:lnTo>
                  <a:pt x="725" y="693"/>
                </a:lnTo>
                <a:close/>
                <a:moveTo>
                  <a:pt x="9011" y="693"/>
                </a:moveTo>
                <a:lnTo>
                  <a:pt x="9011" y="1387"/>
                </a:lnTo>
                <a:lnTo>
                  <a:pt x="8349" y="1387"/>
                </a:lnTo>
                <a:lnTo>
                  <a:pt x="8349" y="693"/>
                </a:lnTo>
                <a:close/>
                <a:moveTo>
                  <a:pt x="7656" y="1324"/>
                </a:moveTo>
                <a:lnTo>
                  <a:pt x="7656" y="1670"/>
                </a:lnTo>
                <a:cubicBezTo>
                  <a:pt x="7656" y="1891"/>
                  <a:pt x="7813" y="2048"/>
                  <a:pt x="8034" y="2048"/>
                </a:cubicBezTo>
                <a:lnTo>
                  <a:pt x="8381" y="2048"/>
                </a:lnTo>
                <a:lnTo>
                  <a:pt x="8381" y="4222"/>
                </a:lnTo>
                <a:cubicBezTo>
                  <a:pt x="8255" y="4253"/>
                  <a:pt x="8160" y="4316"/>
                  <a:pt x="8034" y="4411"/>
                </a:cubicBezTo>
                <a:cubicBezTo>
                  <a:pt x="7845" y="4243"/>
                  <a:pt x="7614" y="4159"/>
                  <a:pt x="7369" y="4159"/>
                </a:cubicBezTo>
                <a:cubicBezTo>
                  <a:pt x="7246" y="4159"/>
                  <a:pt x="7120" y="4180"/>
                  <a:pt x="6994" y="4222"/>
                </a:cubicBezTo>
                <a:lnTo>
                  <a:pt x="6994" y="3088"/>
                </a:lnTo>
                <a:cubicBezTo>
                  <a:pt x="6994" y="2552"/>
                  <a:pt x="6522" y="2080"/>
                  <a:pt x="5986" y="2080"/>
                </a:cubicBezTo>
                <a:cubicBezTo>
                  <a:pt x="5419" y="2080"/>
                  <a:pt x="4947" y="2552"/>
                  <a:pt x="4947" y="3088"/>
                </a:cubicBezTo>
                <a:lnTo>
                  <a:pt x="4947" y="6459"/>
                </a:lnTo>
                <a:lnTo>
                  <a:pt x="4789" y="6301"/>
                </a:lnTo>
                <a:cubicBezTo>
                  <a:pt x="4600" y="6097"/>
                  <a:pt x="4340" y="5994"/>
                  <a:pt x="4076" y="5994"/>
                </a:cubicBezTo>
                <a:cubicBezTo>
                  <a:pt x="3812" y="5994"/>
                  <a:pt x="3545" y="6097"/>
                  <a:pt x="3340" y="6301"/>
                </a:cubicBezTo>
                <a:cubicBezTo>
                  <a:pt x="2962" y="6679"/>
                  <a:pt x="2962" y="7341"/>
                  <a:pt x="3340" y="7751"/>
                </a:cubicBezTo>
                <a:lnTo>
                  <a:pt x="3812" y="8223"/>
                </a:lnTo>
                <a:lnTo>
                  <a:pt x="2111" y="8223"/>
                </a:lnTo>
                <a:lnTo>
                  <a:pt x="2111" y="7908"/>
                </a:lnTo>
                <a:cubicBezTo>
                  <a:pt x="2111" y="7719"/>
                  <a:pt x="1954" y="7561"/>
                  <a:pt x="1765" y="7561"/>
                </a:cubicBezTo>
                <a:lnTo>
                  <a:pt x="1418" y="7561"/>
                </a:lnTo>
                <a:lnTo>
                  <a:pt x="1418" y="2048"/>
                </a:lnTo>
                <a:lnTo>
                  <a:pt x="1765" y="2048"/>
                </a:lnTo>
                <a:cubicBezTo>
                  <a:pt x="1954" y="2048"/>
                  <a:pt x="2111" y="1891"/>
                  <a:pt x="2111" y="1670"/>
                </a:cubicBezTo>
                <a:lnTo>
                  <a:pt x="2111" y="1324"/>
                </a:lnTo>
                <a:close/>
                <a:moveTo>
                  <a:pt x="1418" y="8255"/>
                </a:moveTo>
                <a:lnTo>
                  <a:pt x="1418" y="8948"/>
                </a:lnTo>
                <a:lnTo>
                  <a:pt x="725" y="8948"/>
                </a:lnTo>
                <a:lnTo>
                  <a:pt x="725" y="8255"/>
                </a:lnTo>
                <a:close/>
                <a:moveTo>
                  <a:pt x="5955" y="2836"/>
                </a:moveTo>
                <a:cubicBezTo>
                  <a:pt x="6144" y="2836"/>
                  <a:pt x="6301" y="2993"/>
                  <a:pt x="6301" y="3182"/>
                </a:cubicBezTo>
                <a:lnTo>
                  <a:pt x="6301" y="6616"/>
                </a:lnTo>
                <a:cubicBezTo>
                  <a:pt x="6301" y="6805"/>
                  <a:pt x="6459" y="6963"/>
                  <a:pt x="6648" y="6963"/>
                </a:cubicBezTo>
                <a:cubicBezTo>
                  <a:pt x="6837" y="6963"/>
                  <a:pt x="6994" y="6805"/>
                  <a:pt x="6994" y="6616"/>
                </a:cubicBezTo>
                <a:lnTo>
                  <a:pt x="6994" y="5230"/>
                </a:lnTo>
                <a:cubicBezTo>
                  <a:pt x="6994" y="5041"/>
                  <a:pt x="7152" y="4884"/>
                  <a:pt x="7372" y="4884"/>
                </a:cubicBezTo>
                <a:cubicBezTo>
                  <a:pt x="7561" y="4884"/>
                  <a:pt x="7719" y="5041"/>
                  <a:pt x="7719" y="5230"/>
                </a:cubicBezTo>
                <a:lnTo>
                  <a:pt x="7719" y="6616"/>
                </a:lnTo>
                <a:cubicBezTo>
                  <a:pt x="7719" y="6805"/>
                  <a:pt x="7876" y="6963"/>
                  <a:pt x="8066" y="6963"/>
                </a:cubicBezTo>
                <a:cubicBezTo>
                  <a:pt x="8255" y="6963"/>
                  <a:pt x="8412" y="6805"/>
                  <a:pt x="8412" y="6616"/>
                </a:cubicBezTo>
                <a:lnTo>
                  <a:pt x="8412" y="5230"/>
                </a:lnTo>
                <a:cubicBezTo>
                  <a:pt x="8412" y="5041"/>
                  <a:pt x="8570" y="4884"/>
                  <a:pt x="8790" y="4884"/>
                </a:cubicBezTo>
                <a:cubicBezTo>
                  <a:pt x="8979" y="4884"/>
                  <a:pt x="9137" y="5041"/>
                  <a:pt x="9137" y="5230"/>
                </a:cubicBezTo>
                <a:lnTo>
                  <a:pt x="9137" y="6616"/>
                </a:lnTo>
                <a:cubicBezTo>
                  <a:pt x="9137" y="6805"/>
                  <a:pt x="9294" y="6963"/>
                  <a:pt x="9483" y="6963"/>
                </a:cubicBezTo>
                <a:cubicBezTo>
                  <a:pt x="9672" y="6963"/>
                  <a:pt x="9830" y="6805"/>
                  <a:pt x="9830" y="6616"/>
                </a:cubicBezTo>
                <a:lnTo>
                  <a:pt x="9830" y="5955"/>
                </a:lnTo>
                <a:cubicBezTo>
                  <a:pt x="9704" y="5703"/>
                  <a:pt x="9861" y="5545"/>
                  <a:pt x="10019" y="5545"/>
                </a:cubicBezTo>
                <a:cubicBezTo>
                  <a:pt x="10239" y="5545"/>
                  <a:pt x="10397" y="5703"/>
                  <a:pt x="10397" y="5892"/>
                </a:cubicBezTo>
                <a:lnTo>
                  <a:pt x="10397" y="7057"/>
                </a:lnTo>
                <a:cubicBezTo>
                  <a:pt x="10397" y="8003"/>
                  <a:pt x="10176" y="8885"/>
                  <a:pt x="9830" y="9672"/>
                </a:cubicBezTo>
                <a:lnTo>
                  <a:pt x="6144" y="9672"/>
                </a:lnTo>
                <a:lnTo>
                  <a:pt x="3812" y="7372"/>
                </a:lnTo>
                <a:cubicBezTo>
                  <a:pt x="3686" y="7246"/>
                  <a:pt x="3686" y="6994"/>
                  <a:pt x="3812" y="6900"/>
                </a:cubicBezTo>
                <a:cubicBezTo>
                  <a:pt x="3875" y="6837"/>
                  <a:pt x="3962" y="6805"/>
                  <a:pt x="4049" y="6805"/>
                </a:cubicBezTo>
                <a:cubicBezTo>
                  <a:pt x="4135" y="6805"/>
                  <a:pt x="4222" y="6837"/>
                  <a:pt x="4285" y="6900"/>
                </a:cubicBezTo>
                <a:lnTo>
                  <a:pt x="5010" y="7593"/>
                </a:lnTo>
                <a:cubicBezTo>
                  <a:pt x="5075" y="7659"/>
                  <a:pt x="5163" y="7690"/>
                  <a:pt x="5251" y="7690"/>
                </a:cubicBezTo>
                <a:cubicBezTo>
                  <a:pt x="5415" y="7690"/>
                  <a:pt x="5577" y="7578"/>
                  <a:pt x="5577" y="7372"/>
                </a:cubicBezTo>
                <a:lnTo>
                  <a:pt x="5577" y="3182"/>
                </a:lnTo>
                <a:cubicBezTo>
                  <a:pt x="5577" y="2993"/>
                  <a:pt x="5734" y="2836"/>
                  <a:pt x="5955" y="2836"/>
                </a:cubicBezTo>
                <a:close/>
                <a:moveTo>
                  <a:pt x="9672" y="10302"/>
                </a:moveTo>
                <a:lnTo>
                  <a:pt x="9672" y="10680"/>
                </a:lnTo>
                <a:cubicBezTo>
                  <a:pt x="9704" y="10869"/>
                  <a:pt x="9546" y="11027"/>
                  <a:pt x="9357" y="11027"/>
                </a:cubicBezTo>
                <a:lnTo>
                  <a:pt x="6616" y="11027"/>
                </a:lnTo>
                <a:cubicBezTo>
                  <a:pt x="6396" y="11027"/>
                  <a:pt x="6238" y="10869"/>
                  <a:pt x="6238" y="10680"/>
                </a:cubicBezTo>
                <a:lnTo>
                  <a:pt x="6238" y="10302"/>
                </a:lnTo>
                <a:close/>
                <a:moveTo>
                  <a:pt x="347" y="0"/>
                </a:moveTo>
                <a:cubicBezTo>
                  <a:pt x="158" y="0"/>
                  <a:pt x="0" y="158"/>
                  <a:pt x="0" y="347"/>
                </a:cubicBezTo>
                <a:lnTo>
                  <a:pt x="0" y="1733"/>
                </a:lnTo>
                <a:cubicBezTo>
                  <a:pt x="0" y="1922"/>
                  <a:pt x="158" y="2080"/>
                  <a:pt x="347" y="2080"/>
                </a:cubicBezTo>
                <a:lnTo>
                  <a:pt x="693" y="2080"/>
                </a:lnTo>
                <a:lnTo>
                  <a:pt x="693" y="7593"/>
                </a:lnTo>
                <a:lnTo>
                  <a:pt x="347" y="7593"/>
                </a:lnTo>
                <a:cubicBezTo>
                  <a:pt x="158" y="7593"/>
                  <a:pt x="0" y="7751"/>
                  <a:pt x="0" y="7940"/>
                </a:cubicBezTo>
                <a:lnTo>
                  <a:pt x="0" y="9326"/>
                </a:lnTo>
                <a:cubicBezTo>
                  <a:pt x="0" y="9515"/>
                  <a:pt x="158" y="9672"/>
                  <a:pt x="347" y="9672"/>
                </a:cubicBezTo>
                <a:lnTo>
                  <a:pt x="1733" y="9672"/>
                </a:lnTo>
                <a:cubicBezTo>
                  <a:pt x="1922" y="9672"/>
                  <a:pt x="2080" y="9515"/>
                  <a:pt x="2080" y="9326"/>
                </a:cubicBezTo>
                <a:lnTo>
                  <a:pt x="2080" y="8979"/>
                </a:lnTo>
                <a:lnTo>
                  <a:pt x="4442" y="8979"/>
                </a:lnTo>
                <a:lnTo>
                  <a:pt x="5577" y="10113"/>
                </a:lnTo>
                <a:lnTo>
                  <a:pt x="5577" y="10712"/>
                </a:lnTo>
                <a:cubicBezTo>
                  <a:pt x="5577" y="11248"/>
                  <a:pt x="6049" y="11720"/>
                  <a:pt x="6616" y="11720"/>
                </a:cubicBezTo>
                <a:lnTo>
                  <a:pt x="9357" y="11720"/>
                </a:lnTo>
                <a:cubicBezTo>
                  <a:pt x="9924" y="11720"/>
                  <a:pt x="10397" y="11248"/>
                  <a:pt x="10397" y="10712"/>
                </a:cubicBezTo>
                <a:lnTo>
                  <a:pt x="10397" y="10113"/>
                </a:lnTo>
                <a:cubicBezTo>
                  <a:pt x="10806" y="9200"/>
                  <a:pt x="11058" y="8160"/>
                  <a:pt x="11058" y="7026"/>
                </a:cubicBezTo>
                <a:lnTo>
                  <a:pt x="11058" y="5892"/>
                </a:lnTo>
                <a:cubicBezTo>
                  <a:pt x="11058" y="5325"/>
                  <a:pt x="10617" y="4884"/>
                  <a:pt x="10019" y="4884"/>
                </a:cubicBezTo>
                <a:cubicBezTo>
                  <a:pt x="9924" y="4884"/>
                  <a:pt x="9767" y="4915"/>
                  <a:pt x="9641" y="4947"/>
                </a:cubicBezTo>
                <a:cubicBezTo>
                  <a:pt x="9546" y="4632"/>
                  <a:pt x="9326" y="4379"/>
                  <a:pt x="9011" y="4253"/>
                </a:cubicBezTo>
                <a:lnTo>
                  <a:pt x="9011" y="2080"/>
                </a:lnTo>
                <a:lnTo>
                  <a:pt x="9357" y="2080"/>
                </a:lnTo>
                <a:cubicBezTo>
                  <a:pt x="9546" y="2080"/>
                  <a:pt x="9735" y="1922"/>
                  <a:pt x="9735" y="1733"/>
                </a:cubicBezTo>
                <a:lnTo>
                  <a:pt x="9735" y="347"/>
                </a:lnTo>
                <a:cubicBezTo>
                  <a:pt x="9735" y="158"/>
                  <a:pt x="9546" y="0"/>
                  <a:pt x="9357" y="0"/>
                </a:cubicBezTo>
                <a:lnTo>
                  <a:pt x="7971" y="0"/>
                </a:lnTo>
                <a:cubicBezTo>
                  <a:pt x="7782" y="0"/>
                  <a:pt x="7624" y="158"/>
                  <a:pt x="7624" y="347"/>
                </a:cubicBezTo>
                <a:lnTo>
                  <a:pt x="7624" y="693"/>
                </a:lnTo>
                <a:lnTo>
                  <a:pt x="2080" y="693"/>
                </a:lnTo>
                <a:lnTo>
                  <a:pt x="2080" y="347"/>
                </a:lnTo>
                <a:cubicBezTo>
                  <a:pt x="2080" y="158"/>
                  <a:pt x="1922" y="0"/>
                  <a:pt x="17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168" name="Google Shape;12168;p140"/>
          <p:cNvGrpSpPr/>
          <p:nvPr/>
        </p:nvGrpSpPr>
        <p:grpSpPr>
          <a:xfrm>
            <a:off x="7351871" y="2140413"/>
            <a:ext cx="420796" cy="420796"/>
            <a:chOff x="-2419325" y="2408150"/>
            <a:chExt cx="291450" cy="291450"/>
          </a:xfrm>
        </p:grpSpPr>
        <p:sp>
          <p:nvSpPr>
            <p:cNvPr id="12169" name="Google Shape;12169;p140"/>
            <p:cNvSpPr/>
            <p:nvPr/>
          </p:nvSpPr>
          <p:spPr>
            <a:xfrm>
              <a:off x="-2419325" y="2408150"/>
              <a:ext cx="291450" cy="291450"/>
            </a:xfrm>
            <a:custGeom>
              <a:rect b="b" l="l" r="r" t="t"/>
              <a:pathLst>
                <a:path extrusionOk="0" h="11658" w="11658">
                  <a:moveTo>
                    <a:pt x="8948" y="725"/>
                  </a:moveTo>
                  <a:lnTo>
                    <a:pt x="8948" y="2489"/>
                  </a:lnTo>
                  <a:lnTo>
                    <a:pt x="8948" y="10366"/>
                  </a:lnTo>
                  <a:cubicBezTo>
                    <a:pt x="8948" y="10586"/>
                    <a:pt x="9011" y="10838"/>
                    <a:pt x="9137" y="11027"/>
                  </a:cubicBezTo>
                  <a:lnTo>
                    <a:pt x="1733" y="11027"/>
                  </a:lnTo>
                  <a:cubicBezTo>
                    <a:pt x="1134" y="11027"/>
                    <a:pt x="662" y="10586"/>
                    <a:pt x="662" y="10019"/>
                  </a:cubicBezTo>
                  <a:lnTo>
                    <a:pt x="662" y="725"/>
                  </a:lnTo>
                  <a:close/>
                  <a:moveTo>
                    <a:pt x="11027" y="2836"/>
                  </a:moveTo>
                  <a:lnTo>
                    <a:pt x="11027" y="10366"/>
                  </a:lnTo>
                  <a:lnTo>
                    <a:pt x="10995" y="10366"/>
                  </a:lnTo>
                  <a:cubicBezTo>
                    <a:pt x="10995" y="10744"/>
                    <a:pt x="10680" y="11027"/>
                    <a:pt x="10334" y="11027"/>
                  </a:cubicBezTo>
                  <a:cubicBezTo>
                    <a:pt x="9987" y="11027"/>
                    <a:pt x="9672" y="10712"/>
                    <a:pt x="9672" y="10366"/>
                  </a:cubicBezTo>
                  <a:lnTo>
                    <a:pt x="9672" y="2836"/>
                  </a:lnTo>
                  <a:close/>
                  <a:moveTo>
                    <a:pt x="347" y="1"/>
                  </a:moveTo>
                  <a:cubicBezTo>
                    <a:pt x="158" y="1"/>
                    <a:pt x="0" y="158"/>
                    <a:pt x="0" y="347"/>
                  </a:cubicBezTo>
                  <a:lnTo>
                    <a:pt x="0" y="9956"/>
                  </a:lnTo>
                  <a:cubicBezTo>
                    <a:pt x="0" y="10901"/>
                    <a:pt x="756" y="11657"/>
                    <a:pt x="1702" y="11657"/>
                  </a:cubicBezTo>
                  <a:lnTo>
                    <a:pt x="10302" y="11657"/>
                  </a:lnTo>
                  <a:cubicBezTo>
                    <a:pt x="11027" y="11657"/>
                    <a:pt x="11657" y="11027"/>
                    <a:pt x="11657" y="10271"/>
                  </a:cubicBezTo>
                  <a:lnTo>
                    <a:pt x="11657" y="2395"/>
                  </a:lnTo>
                  <a:cubicBezTo>
                    <a:pt x="11657" y="2300"/>
                    <a:pt x="11500" y="2143"/>
                    <a:pt x="11342" y="2143"/>
                  </a:cubicBezTo>
                  <a:lnTo>
                    <a:pt x="9641" y="2143"/>
                  </a:lnTo>
                  <a:lnTo>
                    <a:pt x="9641" y="347"/>
                  </a:lnTo>
                  <a:cubicBezTo>
                    <a:pt x="9641" y="158"/>
                    <a:pt x="9483" y="1"/>
                    <a:pt x="929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0" name="Google Shape;12170;p140"/>
            <p:cNvSpPr/>
            <p:nvPr/>
          </p:nvSpPr>
          <p:spPr>
            <a:xfrm>
              <a:off x="-2385475" y="2444375"/>
              <a:ext cx="173325" cy="86675"/>
            </a:xfrm>
            <a:custGeom>
              <a:rect b="b" l="l" r="r" t="t"/>
              <a:pathLst>
                <a:path extrusionOk="0" h="3467" w="6933">
                  <a:moveTo>
                    <a:pt x="6207" y="694"/>
                  </a:moveTo>
                  <a:lnTo>
                    <a:pt x="6207" y="2742"/>
                  </a:lnTo>
                  <a:lnTo>
                    <a:pt x="694" y="2742"/>
                  </a:lnTo>
                  <a:lnTo>
                    <a:pt x="694" y="694"/>
                  </a:lnTo>
                  <a:close/>
                  <a:moveTo>
                    <a:pt x="348" y="1"/>
                  </a:moveTo>
                  <a:cubicBezTo>
                    <a:pt x="159" y="1"/>
                    <a:pt x="1" y="158"/>
                    <a:pt x="1" y="379"/>
                  </a:cubicBezTo>
                  <a:lnTo>
                    <a:pt x="1" y="3120"/>
                  </a:lnTo>
                  <a:cubicBezTo>
                    <a:pt x="1" y="3309"/>
                    <a:pt x="159" y="3466"/>
                    <a:pt x="348" y="3466"/>
                  </a:cubicBezTo>
                  <a:lnTo>
                    <a:pt x="6554" y="3466"/>
                  </a:lnTo>
                  <a:cubicBezTo>
                    <a:pt x="6775" y="3466"/>
                    <a:pt x="6932" y="3309"/>
                    <a:pt x="6932" y="3120"/>
                  </a:cubicBezTo>
                  <a:lnTo>
                    <a:pt x="6932" y="379"/>
                  </a:lnTo>
                  <a:cubicBezTo>
                    <a:pt x="6869" y="158"/>
                    <a:pt x="6712" y="1"/>
                    <a:pt x="655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1" name="Google Shape;12171;p140"/>
            <p:cNvSpPr/>
            <p:nvPr/>
          </p:nvSpPr>
          <p:spPr>
            <a:xfrm>
              <a:off x="-2385475" y="2545975"/>
              <a:ext cx="86675" cy="86675"/>
            </a:xfrm>
            <a:custGeom>
              <a:rect b="b" l="l" r="r" t="t"/>
              <a:pathLst>
                <a:path extrusionOk="0" h="3467" w="3467">
                  <a:moveTo>
                    <a:pt x="2742" y="757"/>
                  </a:moveTo>
                  <a:lnTo>
                    <a:pt x="2742" y="2805"/>
                  </a:lnTo>
                  <a:lnTo>
                    <a:pt x="694" y="2805"/>
                  </a:lnTo>
                  <a:lnTo>
                    <a:pt x="694" y="757"/>
                  </a:lnTo>
                  <a:close/>
                  <a:moveTo>
                    <a:pt x="348" y="1"/>
                  </a:moveTo>
                  <a:cubicBezTo>
                    <a:pt x="159" y="1"/>
                    <a:pt x="1" y="158"/>
                    <a:pt x="1" y="347"/>
                  </a:cubicBezTo>
                  <a:lnTo>
                    <a:pt x="1" y="3120"/>
                  </a:lnTo>
                  <a:cubicBezTo>
                    <a:pt x="1" y="3309"/>
                    <a:pt x="159" y="3466"/>
                    <a:pt x="348" y="3466"/>
                  </a:cubicBezTo>
                  <a:lnTo>
                    <a:pt x="3088" y="3466"/>
                  </a:lnTo>
                  <a:cubicBezTo>
                    <a:pt x="3309" y="3466"/>
                    <a:pt x="3467" y="3309"/>
                    <a:pt x="3467" y="3120"/>
                  </a:cubicBezTo>
                  <a:lnTo>
                    <a:pt x="3467" y="347"/>
                  </a:lnTo>
                  <a:cubicBezTo>
                    <a:pt x="3467" y="158"/>
                    <a:pt x="3309" y="1"/>
                    <a:pt x="308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2" name="Google Shape;12172;p140"/>
            <p:cNvSpPr/>
            <p:nvPr/>
          </p:nvSpPr>
          <p:spPr>
            <a:xfrm>
              <a:off x="-2281500" y="2546775"/>
              <a:ext cx="69350" cy="18125"/>
            </a:xfrm>
            <a:custGeom>
              <a:rect b="b" l="l" r="r" t="t"/>
              <a:pathLst>
                <a:path extrusionOk="0" h="725" w="2774">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553" y="0"/>
                    <a:pt x="239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3" name="Google Shape;12173;p140"/>
            <p:cNvSpPr/>
            <p:nvPr/>
          </p:nvSpPr>
          <p:spPr>
            <a:xfrm>
              <a:off x="-2281500" y="2581425"/>
              <a:ext cx="69350" cy="18150"/>
            </a:xfrm>
            <a:custGeom>
              <a:rect b="b" l="l" r="r" t="t"/>
              <a:pathLst>
                <a:path extrusionOk="0" h="726" w="2774">
                  <a:moveTo>
                    <a:pt x="347" y="1"/>
                  </a:moveTo>
                  <a:cubicBezTo>
                    <a:pt x="158" y="1"/>
                    <a:pt x="1" y="158"/>
                    <a:pt x="1" y="347"/>
                  </a:cubicBezTo>
                  <a:cubicBezTo>
                    <a:pt x="1" y="568"/>
                    <a:pt x="158" y="725"/>
                    <a:pt x="347" y="725"/>
                  </a:cubicBezTo>
                  <a:lnTo>
                    <a:pt x="2395" y="725"/>
                  </a:lnTo>
                  <a:cubicBezTo>
                    <a:pt x="2616" y="725"/>
                    <a:pt x="2773" y="568"/>
                    <a:pt x="2773" y="347"/>
                  </a:cubicBezTo>
                  <a:cubicBezTo>
                    <a:pt x="2710" y="158"/>
                    <a:pt x="2553" y="1"/>
                    <a:pt x="239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4" name="Google Shape;12174;p140"/>
            <p:cNvSpPr/>
            <p:nvPr/>
          </p:nvSpPr>
          <p:spPr>
            <a:xfrm>
              <a:off x="-2281500" y="2616075"/>
              <a:ext cx="69350" cy="17350"/>
            </a:xfrm>
            <a:custGeom>
              <a:rect b="b" l="l" r="r" t="t"/>
              <a:pathLst>
                <a:path extrusionOk="0" h="694" w="2774">
                  <a:moveTo>
                    <a:pt x="347" y="1"/>
                  </a:moveTo>
                  <a:cubicBezTo>
                    <a:pt x="158" y="1"/>
                    <a:pt x="1" y="158"/>
                    <a:pt x="1" y="347"/>
                  </a:cubicBezTo>
                  <a:cubicBezTo>
                    <a:pt x="1" y="536"/>
                    <a:pt x="158" y="694"/>
                    <a:pt x="347" y="694"/>
                  </a:cubicBezTo>
                  <a:lnTo>
                    <a:pt x="2395" y="694"/>
                  </a:lnTo>
                  <a:cubicBezTo>
                    <a:pt x="2616" y="694"/>
                    <a:pt x="2773" y="536"/>
                    <a:pt x="2773" y="347"/>
                  </a:cubicBezTo>
                  <a:cubicBezTo>
                    <a:pt x="2710" y="158"/>
                    <a:pt x="2553" y="1"/>
                    <a:pt x="239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5" name="Google Shape;12175;p140"/>
            <p:cNvSpPr/>
            <p:nvPr/>
          </p:nvSpPr>
          <p:spPr>
            <a:xfrm>
              <a:off x="-2385475" y="2649150"/>
              <a:ext cx="173325" cy="18150"/>
            </a:xfrm>
            <a:custGeom>
              <a:rect b="b" l="l" r="r" t="t"/>
              <a:pathLst>
                <a:path extrusionOk="0" h="726" w="6933">
                  <a:moveTo>
                    <a:pt x="348" y="1"/>
                  </a:moveTo>
                  <a:cubicBezTo>
                    <a:pt x="159" y="1"/>
                    <a:pt x="1" y="159"/>
                    <a:pt x="1" y="379"/>
                  </a:cubicBezTo>
                  <a:cubicBezTo>
                    <a:pt x="1" y="568"/>
                    <a:pt x="159" y="726"/>
                    <a:pt x="348" y="726"/>
                  </a:cubicBezTo>
                  <a:lnTo>
                    <a:pt x="6554" y="726"/>
                  </a:lnTo>
                  <a:cubicBezTo>
                    <a:pt x="6775" y="726"/>
                    <a:pt x="6932" y="568"/>
                    <a:pt x="6932" y="379"/>
                  </a:cubicBezTo>
                  <a:cubicBezTo>
                    <a:pt x="6869" y="159"/>
                    <a:pt x="6712" y="1"/>
                    <a:pt x="655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176" name="Google Shape;12176;p140"/>
          <p:cNvSpPr/>
          <p:nvPr/>
        </p:nvSpPr>
        <p:spPr>
          <a:xfrm>
            <a:off x="7362260" y="2659651"/>
            <a:ext cx="424188" cy="423069"/>
          </a:xfrm>
          <a:custGeom>
            <a:rect b="b" l="l" r="r" t="t"/>
            <a:pathLst>
              <a:path extrusionOk="0" h="11721" w="11752">
                <a:moveTo>
                  <a:pt x="6490" y="662"/>
                </a:moveTo>
                <a:cubicBezTo>
                  <a:pt x="6711" y="662"/>
                  <a:pt x="6868" y="820"/>
                  <a:pt x="6868" y="1009"/>
                </a:cubicBezTo>
                <a:lnTo>
                  <a:pt x="6868" y="1355"/>
                </a:lnTo>
                <a:lnTo>
                  <a:pt x="5167" y="1355"/>
                </a:lnTo>
                <a:cubicBezTo>
                  <a:pt x="4600" y="1355"/>
                  <a:pt x="4127" y="1828"/>
                  <a:pt x="4127" y="2395"/>
                </a:cubicBezTo>
                <a:lnTo>
                  <a:pt x="4127" y="2773"/>
                </a:lnTo>
                <a:lnTo>
                  <a:pt x="3088" y="2773"/>
                </a:lnTo>
                <a:cubicBezTo>
                  <a:pt x="2993" y="2773"/>
                  <a:pt x="2867" y="2836"/>
                  <a:pt x="2836" y="2899"/>
                </a:cubicBezTo>
                <a:lnTo>
                  <a:pt x="2048" y="3687"/>
                </a:lnTo>
                <a:lnTo>
                  <a:pt x="2048" y="3151"/>
                </a:lnTo>
                <a:cubicBezTo>
                  <a:pt x="2048" y="2931"/>
                  <a:pt x="1891" y="2773"/>
                  <a:pt x="1702" y="2773"/>
                </a:cubicBezTo>
                <a:lnTo>
                  <a:pt x="1040" y="2773"/>
                </a:lnTo>
                <a:cubicBezTo>
                  <a:pt x="819" y="2773"/>
                  <a:pt x="662" y="2616"/>
                  <a:pt x="662" y="2427"/>
                </a:cubicBezTo>
                <a:lnTo>
                  <a:pt x="662" y="1009"/>
                </a:lnTo>
                <a:cubicBezTo>
                  <a:pt x="662" y="820"/>
                  <a:pt x="819" y="662"/>
                  <a:pt x="1040" y="662"/>
                </a:cubicBezTo>
                <a:close/>
                <a:moveTo>
                  <a:pt x="10649" y="1986"/>
                </a:moveTo>
                <a:cubicBezTo>
                  <a:pt x="10838" y="1986"/>
                  <a:pt x="10995" y="2143"/>
                  <a:pt x="10995" y="2364"/>
                </a:cubicBezTo>
                <a:lnTo>
                  <a:pt x="10995" y="3781"/>
                </a:lnTo>
                <a:cubicBezTo>
                  <a:pt x="10995" y="3970"/>
                  <a:pt x="10838" y="4128"/>
                  <a:pt x="10649" y="4128"/>
                </a:cubicBezTo>
                <a:lnTo>
                  <a:pt x="8601" y="4128"/>
                </a:lnTo>
                <a:cubicBezTo>
                  <a:pt x="8412" y="4128"/>
                  <a:pt x="8255" y="4285"/>
                  <a:pt x="8255" y="4474"/>
                </a:cubicBezTo>
                <a:lnTo>
                  <a:pt x="8255" y="5041"/>
                </a:lnTo>
                <a:lnTo>
                  <a:pt x="7404" y="4191"/>
                </a:lnTo>
                <a:cubicBezTo>
                  <a:pt x="7372" y="4159"/>
                  <a:pt x="7246" y="4128"/>
                  <a:pt x="7183" y="4128"/>
                </a:cubicBezTo>
                <a:lnTo>
                  <a:pt x="5136" y="4128"/>
                </a:lnTo>
                <a:cubicBezTo>
                  <a:pt x="4947" y="4128"/>
                  <a:pt x="4789" y="3970"/>
                  <a:pt x="4789" y="3781"/>
                </a:cubicBezTo>
                <a:lnTo>
                  <a:pt x="4789" y="2364"/>
                </a:lnTo>
                <a:cubicBezTo>
                  <a:pt x="4789" y="2143"/>
                  <a:pt x="4947" y="1986"/>
                  <a:pt x="5136" y="1986"/>
                </a:cubicBezTo>
                <a:close/>
                <a:moveTo>
                  <a:pt x="3088" y="6207"/>
                </a:moveTo>
                <a:cubicBezTo>
                  <a:pt x="3623" y="6207"/>
                  <a:pt x="4096" y="6680"/>
                  <a:pt x="4096" y="7247"/>
                </a:cubicBezTo>
                <a:cubicBezTo>
                  <a:pt x="4096" y="7782"/>
                  <a:pt x="3623" y="8255"/>
                  <a:pt x="3088" y="8255"/>
                </a:cubicBezTo>
                <a:cubicBezTo>
                  <a:pt x="2521" y="8255"/>
                  <a:pt x="2048" y="7782"/>
                  <a:pt x="2048" y="7247"/>
                </a:cubicBezTo>
                <a:cubicBezTo>
                  <a:pt x="2048" y="6648"/>
                  <a:pt x="2489" y="6207"/>
                  <a:pt x="3088" y="6207"/>
                </a:cubicBezTo>
                <a:close/>
                <a:moveTo>
                  <a:pt x="8601" y="6207"/>
                </a:moveTo>
                <a:cubicBezTo>
                  <a:pt x="9137" y="6207"/>
                  <a:pt x="9609" y="6648"/>
                  <a:pt x="9609" y="7247"/>
                </a:cubicBezTo>
                <a:cubicBezTo>
                  <a:pt x="9609" y="7782"/>
                  <a:pt x="9137" y="8255"/>
                  <a:pt x="8601" y="8255"/>
                </a:cubicBezTo>
                <a:cubicBezTo>
                  <a:pt x="8003" y="8255"/>
                  <a:pt x="7530" y="7782"/>
                  <a:pt x="7530" y="7247"/>
                </a:cubicBezTo>
                <a:cubicBezTo>
                  <a:pt x="7530" y="6680"/>
                  <a:pt x="8003" y="6207"/>
                  <a:pt x="8601" y="6207"/>
                </a:cubicBezTo>
                <a:close/>
                <a:moveTo>
                  <a:pt x="3749" y="8980"/>
                </a:moveTo>
                <a:cubicBezTo>
                  <a:pt x="4695" y="8980"/>
                  <a:pt x="5451" y="9704"/>
                  <a:pt x="5451" y="10649"/>
                </a:cubicBezTo>
                <a:lnTo>
                  <a:pt x="5451" y="11027"/>
                </a:lnTo>
                <a:lnTo>
                  <a:pt x="630" y="11027"/>
                </a:lnTo>
                <a:lnTo>
                  <a:pt x="630" y="10649"/>
                </a:lnTo>
                <a:lnTo>
                  <a:pt x="662" y="10649"/>
                </a:lnTo>
                <a:cubicBezTo>
                  <a:pt x="662" y="9704"/>
                  <a:pt x="1418" y="8980"/>
                  <a:pt x="2363" y="8980"/>
                </a:cubicBezTo>
                <a:close/>
                <a:moveTo>
                  <a:pt x="9369" y="8976"/>
                </a:moveTo>
                <a:cubicBezTo>
                  <a:pt x="10266" y="8976"/>
                  <a:pt x="10995" y="9740"/>
                  <a:pt x="10995" y="10649"/>
                </a:cubicBezTo>
                <a:lnTo>
                  <a:pt x="10995" y="11027"/>
                </a:lnTo>
                <a:lnTo>
                  <a:pt x="6144" y="11027"/>
                </a:lnTo>
                <a:lnTo>
                  <a:pt x="6144" y="10649"/>
                </a:lnTo>
                <a:cubicBezTo>
                  <a:pt x="6144" y="9704"/>
                  <a:pt x="6900" y="8980"/>
                  <a:pt x="7845" y="8980"/>
                </a:cubicBezTo>
                <a:lnTo>
                  <a:pt x="9263" y="8980"/>
                </a:lnTo>
                <a:cubicBezTo>
                  <a:pt x="9298" y="8977"/>
                  <a:pt x="9334" y="8976"/>
                  <a:pt x="9369" y="8976"/>
                </a:cubicBezTo>
                <a:close/>
                <a:moveTo>
                  <a:pt x="1040" y="1"/>
                </a:moveTo>
                <a:cubicBezTo>
                  <a:pt x="473" y="1"/>
                  <a:pt x="0" y="473"/>
                  <a:pt x="0" y="1009"/>
                </a:cubicBezTo>
                <a:lnTo>
                  <a:pt x="0" y="2427"/>
                </a:lnTo>
                <a:cubicBezTo>
                  <a:pt x="0" y="2994"/>
                  <a:pt x="473" y="3466"/>
                  <a:pt x="1040" y="3466"/>
                </a:cubicBezTo>
                <a:lnTo>
                  <a:pt x="1386" y="3466"/>
                </a:lnTo>
                <a:lnTo>
                  <a:pt x="1386" y="4474"/>
                </a:lnTo>
                <a:cubicBezTo>
                  <a:pt x="1386" y="4688"/>
                  <a:pt x="1546" y="4829"/>
                  <a:pt x="1727" y="4829"/>
                </a:cubicBezTo>
                <a:cubicBezTo>
                  <a:pt x="1813" y="4829"/>
                  <a:pt x="1904" y="4797"/>
                  <a:pt x="1985" y="4726"/>
                </a:cubicBezTo>
                <a:lnTo>
                  <a:pt x="3245" y="3466"/>
                </a:lnTo>
                <a:lnTo>
                  <a:pt x="4096" y="3466"/>
                </a:lnTo>
                <a:lnTo>
                  <a:pt x="4096" y="3813"/>
                </a:lnTo>
                <a:cubicBezTo>
                  <a:pt x="4096" y="4348"/>
                  <a:pt x="4568" y="4821"/>
                  <a:pt x="5136" y="4821"/>
                </a:cubicBezTo>
                <a:lnTo>
                  <a:pt x="7057" y="4821"/>
                </a:lnTo>
                <a:lnTo>
                  <a:pt x="7908" y="5672"/>
                </a:lnTo>
                <a:cubicBezTo>
                  <a:pt x="7341" y="5924"/>
                  <a:pt x="6868" y="6522"/>
                  <a:pt x="6868" y="7247"/>
                </a:cubicBezTo>
                <a:cubicBezTo>
                  <a:pt x="6868" y="7625"/>
                  <a:pt x="7026" y="8034"/>
                  <a:pt x="7278" y="8349"/>
                </a:cubicBezTo>
                <a:cubicBezTo>
                  <a:pt x="6648" y="8507"/>
                  <a:pt x="6144" y="8885"/>
                  <a:pt x="5829" y="9452"/>
                </a:cubicBezTo>
                <a:cubicBezTo>
                  <a:pt x="5514" y="8917"/>
                  <a:pt x="5010" y="8539"/>
                  <a:pt x="4411" y="8381"/>
                </a:cubicBezTo>
                <a:cubicBezTo>
                  <a:pt x="4663" y="8066"/>
                  <a:pt x="4821" y="7719"/>
                  <a:pt x="4821" y="7278"/>
                </a:cubicBezTo>
                <a:cubicBezTo>
                  <a:pt x="4821" y="6333"/>
                  <a:pt x="4064" y="5577"/>
                  <a:pt x="3119" y="5577"/>
                </a:cubicBezTo>
                <a:cubicBezTo>
                  <a:pt x="2174" y="5577"/>
                  <a:pt x="1418" y="6333"/>
                  <a:pt x="1418" y="7278"/>
                </a:cubicBezTo>
                <a:cubicBezTo>
                  <a:pt x="1418" y="7719"/>
                  <a:pt x="1576" y="8097"/>
                  <a:pt x="1828" y="8381"/>
                </a:cubicBezTo>
                <a:cubicBezTo>
                  <a:pt x="788" y="8665"/>
                  <a:pt x="32" y="9610"/>
                  <a:pt x="32" y="10712"/>
                </a:cubicBezTo>
                <a:lnTo>
                  <a:pt x="32" y="11374"/>
                </a:lnTo>
                <a:cubicBezTo>
                  <a:pt x="32" y="11563"/>
                  <a:pt x="189" y="11721"/>
                  <a:pt x="410" y="11721"/>
                </a:cubicBezTo>
                <a:lnTo>
                  <a:pt x="11374" y="11721"/>
                </a:lnTo>
                <a:cubicBezTo>
                  <a:pt x="11594" y="11721"/>
                  <a:pt x="11752" y="11563"/>
                  <a:pt x="11752" y="11374"/>
                </a:cubicBezTo>
                <a:lnTo>
                  <a:pt x="11752" y="10712"/>
                </a:lnTo>
                <a:cubicBezTo>
                  <a:pt x="11752" y="9610"/>
                  <a:pt x="10995" y="8665"/>
                  <a:pt x="9956" y="8381"/>
                </a:cubicBezTo>
                <a:cubicBezTo>
                  <a:pt x="10208" y="8066"/>
                  <a:pt x="10365" y="7719"/>
                  <a:pt x="10365" y="7278"/>
                </a:cubicBezTo>
                <a:cubicBezTo>
                  <a:pt x="10365" y="6459"/>
                  <a:pt x="9767" y="5735"/>
                  <a:pt x="8979" y="5577"/>
                </a:cubicBezTo>
                <a:lnTo>
                  <a:pt x="8979" y="4884"/>
                </a:lnTo>
                <a:lnTo>
                  <a:pt x="10649" y="4884"/>
                </a:lnTo>
                <a:lnTo>
                  <a:pt x="10649" y="4821"/>
                </a:lnTo>
                <a:cubicBezTo>
                  <a:pt x="11185" y="4821"/>
                  <a:pt x="11657" y="4348"/>
                  <a:pt x="11657" y="3813"/>
                </a:cubicBezTo>
                <a:lnTo>
                  <a:pt x="11657" y="2395"/>
                </a:lnTo>
                <a:cubicBezTo>
                  <a:pt x="11657" y="1828"/>
                  <a:pt x="11185" y="1355"/>
                  <a:pt x="10649" y="1355"/>
                </a:cubicBezTo>
                <a:lnTo>
                  <a:pt x="7530" y="1355"/>
                </a:lnTo>
                <a:lnTo>
                  <a:pt x="7530" y="1009"/>
                </a:lnTo>
                <a:cubicBezTo>
                  <a:pt x="7530" y="473"/>
                  <a:pt x="7057" y="1"/>
                  <a:pt x="649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177" name="Google Shape;12177;p140"/>
          <p:cNvGrpSpPr/>
          <p:nvPr/>
        </p:nvGrpSpPr>
        <p:grpSpPr>
          <a:xfrm>
            <a:off x="4673396" y="3231514"/>
            <a:ext cx="420796" cy="421914"/>
            <a:chOff x="-1333200" y="2770450"/>
            <a:chExt cx="291450" cy="292225"/>
          </a:xfrm>
        </p:grpSpPr>
        <p:sp>
          <p:nvSpPr>
            <p:cNvPr id="12178" name="Google Shape;12178;p140"/>
            <p:cNvSpPr/>
            <p:nvPr/>
          </p:nvSpPr>
          <p:spPr>
            <a:xfrm>
              <a:off x="-1299325" y="2808250"/>
              <a:ext cx="222925" cy="134725"/>
            </a:xfrm>
            <a:custGeom>
              <a:rect b="b" l="l" r="r" t="t"/>
              <a:pathLst>
                <a:path extrusionOk="0" h="5389" w="8917">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9" name="Google Shape;12179;p140"/>
            <p:cNvSpPr/>
            <p:nvPr/>
          </p:nvSpPr>
          <p:spPr>
            <a:xfrm>
              <a:off x="-1333200" y="2770450"/>
              <a:ext cx="291450" cy="292225"/>
            </a:xfrm>
            <a:custGeom>
              <a:rect b="b" l="l" r="r" t="t"/>
              <a:pathLst>
                <a:path extrusionOk="0" h="11689" w="11658">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80" name="Google Shape;12180;p140"/>
          <p:cNvGrpSpPr/>
          <p:nvPr/>
        </p:nvGrpSpPr>
        <p:grpSpPr>
          <a:xfrm>
            <a:off x="2470009" y="1631256"/>
            <a:ext cx="423069" cy="420796"/>
            <a:chOff x="-5635200" y="2037975"/>
            <a:chExt cx="293025" cy="291450"/>
          </a:xfrm>
        </p:grpSpPr>
        <p:sp>
          <p:nvSpPr>
            <p:cNvPr id="12181" name="Google Shape;12181;p140"/>
            <p:cNvSpPr/>
            <p:nvPr/>
          </p:nvSpPr>
          <p:spPr>
            <a:xfrm>
              <a:off x="-5635200" y="2037975"/>
              <a:ext cx="293025" cy="291450"/>
            </a:xfrm>
            <a:custGeom>
              <a:rect b="b" l="l" r="r" t="t"/>
              <a:pathLst>
                <a:path extrusionOk="0" h="11658" w="11721">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2" name="Google Shape;12182;p140"/>
            <p:cNvSpPr/>
            <p:nvPr/>
          </p:nvSpPr>
          <p:spPr>
            <a:xfrm>
              <a:off x="-5496575" y="2072625"/>
              <a:ext cx="102425" cy="102425"/>
            </a:xfrm>
            <a:custGeom>
              <a:rect b="b" l="l" r="r" t="t"/>
              <a:pathLst>
                <a:path extrusionOk="0" h="4097" w="4097">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83" name="Google Shape;12183;p140"/>
          <p:cNvGrpSpPr/>
          <p:nvPr/>
        </p:nvGrpSpPr>
        <p:grpSpPr>
          <a:xfrm>
            <a:off x="2468295" y="2140412"/>
            <a:ext cx="426499" cy="420796"/>
            <a:chOff x="-5637575" y="2397900"/>
            <a:chExt cx="295400" cy="291450"/>
          </a:xfrm>
        </p:grpSpPr>
        <p:sp>
          <p:nvSpPr>
            <p:cNvPr id="12184" name="Google Shape;12184;p140"/>
            <p:cNvSpPr/>
            <p:nvPr/>
          </p:nvSpPr>
          <p:spPr>
            <a:xfrm>
              <a:off x="-5575350" y="2547550"/>
              <a:ext cx="79575" cy="88250"/>
            </a:xfrm>
            <a:custGeom>
              <a:rect b="b" l="l" r="r" t="t"/>
              <a:pathLst>
                <a:path extrusionOk="0" h="3530" w="3183">
                  <a:moveTo>
                    <a:pt x="1088" y="1"/>
                  </a:moveTo>
                  <a:cubicBezTo>
                    <a:pt x="1001" y="1"/>
                    <a:pt x="915" y="32"/>
                    <a:pt x="852" y="95"/>
                  </a:cubicBezTo>
                  <a:lnTo>
                    <a:pt x="379" y="568"/>
                  </a:lnTo>
                  <a:cubicBezTo>
                    <a:pt x="1" y="978"/>
                    <a:pt x="1" y="1639"/>
                    <a:pt x="379" y="2017"/>
                  </a:cubicBezTo>
                  <a:cubicBezTo>
                    <a:pt x="584" y="2222"/>
                    <a:pt x="852" y="2324"/>
                    <a:pt x="1115" y="2324"/>
                  </a:cubicBezTo>
                  <a:cubicBezTo>
                    <a:pt x="1379" y="2324"/>
                    <a:pt x="1639" y="2222"/>
                    <a:pt x="1828" y="2017"/>
                  </a:cubicBezTo>
                  <a:cubicBezTo>
                    <a:pt x="1891" y="1970"/>
                    <a:pt x="1986" y="1946"/>
                    <a:pt x="2076" y="1946"/>
                  </a:cubicBezTo>
                  <a:cubicBezTo>
                    <a:pt x="2167" y="1946"/>
                    <a:pt x="2253" y="1970"/>
                    <a:pt x="2301" y="2017"/>
                  </a:cubicBezTo>
                  <a:cubicBezTo>
                    <a:pt x="2427" y="2143"/>
                    <a:pt x="2427" y="2395"/>
                    <a:pt x="2301" y="2490"/>
                  </a:cubicBezTo>
                  <a:lnTo>
                    <a:pt x="1828" y="2962"/>
                  </a:lnTo>
                  <a:cubicBezTo>
                    <a:pt x="1734" y="3088"/>
                    <a:pt x="1734" y="3340"/>
                    <a:pt x="1828" y="3435"/>
                  </a:cubicBezTo>
                  <a:cubicBezTo>
                    <a:pt x="1891" y="3498"/>
                    <a:pt x="1986" y="3529"/>
                    <a:pt x="2076" y="3529"/>
                  </a:cubicBezTo>
                  <a:cubicBezTo>
                    <a:pt x="2167" y="3529"/>
                    <a:pt x="2253" y="3498"/>
                    <a:pt x="2301" y="3435"/>
                  </a:cubicBezTo>
                  <a:lnTo>
                    <a:pt x="2773" y="2962"/>
                  </a:lnTo>
                  <a:cubicBezTo>
                    <a:pt x="3183" y="2584"/>
                    <a:pt x="3183" y="1923"/>
                    <a:pt x="2773" y="1513"/>
                  </a:cubicBezTo>
                  <a:cubicBezTo>
                    <a:pt x="2569" y="1293"/>
                    <a:pt x="2309" y="1182"/>
                    <a:pt x="2049" y="1182"/>
                  </a:cubicBezTo>
                  <a:cubicBezTo>
                    <a:pt x="1789" y="1182"/>
                    <a:pt x="1529" y="1293"/>
                    <a:pt x="1324" y="1513"/>
                  </a:cubicBezTo>
                  <a:cubicBezTo>
                    <a:pt x="1261" y="1576"/>
                    <a:pt x="1174" y="1608"/>
                    <a:pt x="1088" y="1608"/>
                  </a:cubicBezTo>
                  <a:cubicBezTo>
                    <a:pt x="1001" y="1608"/>
                    <a:pt x="915" y="1576"/>
                    <a:pt x="852" y="1513"/>
                  </a:cubicBezTo>
                  <a:cubicBezTo>
                    <a:pt x="726" y="1387"/>
                    <a:pt x="726" y="1167"/>
                    <a:pt x="852" y="1041"/>
                  </a:cubicBezTo>
                  <a:lnTo>
                    <a:pt x="1324" y="568"/>
                  </a:lnTo>
                  <a:cubicBezTo>
                    <a:pt x="1450" y="442"/>
                    <a:pt x="1450" y="221"/>
                    <a:pt x="1324" y="95"/>
                  </a:cubicBezTo>
                  <a:cubicBezTo>
                    <a:pt x="1261" y="32"/>
                    <a:pt x="1174" y="1"/>
                    <a:pt x="108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5" name="Google Shape;12185;p140"/>
            <p:cNvSpPr/>
            <p:nvPr/>
          </p:nvSpPr>
          <p:spPr>
            <a:xfrm>
              <a:off x="-5526500" y="2499525"/>
              <a:ext cx="85075" cy="81725"/>
            </a:xfrm>
            <a:custGeom>
              <a:rect b="b" l="l" r="r" t="t"/>
              <a:pathLst>
                <a:path extrusionOk="0" h="3269" w="3403">
                  <a:moveTo>
                    <a:pt x="1107" y="0"/>
                  </a:moveTo>
                  <a:cubicBezTo>
                    <a:pt x="1016" y="0"/>
                    <a:pt x="930" y="32"/>
                    <a:pt x="882" y="95"/>
                  </a:cubicBezTo>
                  <a:lnTo>
                    <a:pt x="410" y="567"/>
                  </a:lnTo>
                  <a:cubicBezTo>
                    <a:pt x="0" y="945"/>
                    <a:pt x="0" y="1638"/>
                    <a:pt x="410" y="2016"/>
                  </a:cubicBezTo>
                  <a:lnTo>
                    <a:pt x="882" y="2489"/>
                  </a:lnTo>
                  <a:lnTo>
                    <a:pt x="1355" y="2962"/>
                  </a:lnTo>
                  <a:cubicBezTo>
                    <a:pt x="1544" y="3166"/>
                    <a:pt x="1804" y="3269"/>
                    <a:pt x="2068" y="3269"/>
                  </a:cubicBezTo>
                  <a:cubicBezTo>
                    <a:pt x="2332" y="3269"/>
                    <a:pt x="2599" y="3166"/>
                    <a:pt x="2804" y="2962"/>
                  </a:cubicBezTo>
                  <a:lnTo>
                    <a:pt x="3277" y="2489"/>
                  </a:lnTo>
                  <a:cubicBezTo>
                    <a:pt x="3403" y="2363"/>
                    <a:pt x="3403" y="2142"/>
                    <a:pt x="3277" y="2016"/>
                  </a:cubicBezTo>
                  <a:cubicBezTo>
                    <a:pt x="3178" y="1918"/>
                    <a:pt x="3070" y="1870"/>
                    <a:pt x="2977" y="1870"/>
                  </a:cubicBezTo>
                  <a:cubicBezTo>
                    <a:pt x="2892" y="1870"/>
                    <a:pt x="2818" y="1910"/>
                    <a:pt x="2773" y="1985"/>
                  </a:cubicBezTo>
                  <a:lnTo>
                    <a:pt x="2300" y="2457"/>
                  </a:lnTo>
                  <a:cubicBezTo>
                    <a:pt x="2237" y="2520"/>
                    <a:pt x="2143" y="2552"/>
                    <a:pt x="2052" y="2552"/>
                  </a:cubicBezTo>
                  <a:cubicBezTo>
                    <a:pt x="1961" y="2552"/>
                    <a:pt x="1875" y="2520"/>
                    <a:pt x="1827" y="2457"/>
                  </a:cubicBezTo>
                  <a:lnTo>
                    <a:pt x="1575" y="2205"/>
                  </a:lnTo>
                  <a:lnTo>
                    <a:pt x="2300" y="1512"/>
                  </a:lnTo>
                  <a:cubicBezTo>
                    <a:pt x="2395" y="1386"/>
                    <a:pt x="2395" y="1134"/>
                    <a:pt x="2300" y="1040"/>
                  </a:cubicBezTo>
                  <a:cubicBezTo>
                    <a:pt x="2237" y="977"/>
                    <a:pt x="2143" y="945"/>
                    <a:pt x="2052" y="945"/>
                  </a:cubicBezTo>
                  <a:cubicBezTo>
                    <a:pt x="1961" y="945"/>
                    <a:pt x="1875" y="977"/>
                    <a:pt x="1827" y="1040"/>
                  </a:cubicBezTo>
                  <a:lnTo>
                    <a:pt x="1103" y="1733"/>
                  </a:lnTo>
                  <a:lnTo>
                    <a:pt x="882" y="1512"/>
                  </a:lnTo>
                  <a:cubicBezTo>
                    <a:pt x="756" y="1386"/>
                    <a:pt x="756" y="1166"/>
                    <a:pt x="882" y="1040"/>
                  </a:cubicBezTo>
                  <a:lnTo>
                    <a:pt x="1355" y="567"/>
                  </a:lnTo>
                  <a:cubicBezTo>
                    <a:pt x="1449" y="441"/>
                    <a:pt x="1449" y="221"/>
                    <a:pt x="1355" y="95"/>
                  </a:cubicBezTo>
                  <a:cubicBezTo>
                    <a:pt x="1292" y="32"/>
                    <a:pt x="1197" y="0"/>
                    <a:pt x="110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6" name="Google Shape;12186;p140"/>
            <p:cNvSpPr/>
            <p:nvPr/>
          </p:nvSpPr>
          <p:spPr>
            <a:xfrm>
              <a:off x="-5480050" y="2456975"/>
              <a:ext cx="80375" cy="75650"/>
            </a:xfrm>
            <a:custGeom>
              <a:rect b="b" l="l" r="r" t="t"/>
              <a:pathLst>
                <a:path extrusionOk="0" h="3026" w="3215">
                  <a:moveTo>
                    <a:pt x="1100" y="686"/>
                  </a:moveTo>
                  <a:cubicBezTo>
                    <a:pt x="1190" y="686"/>
                    <a:pt x="1277" y="710"/>
                    <a:pt x="1324" y="757"/>
                  </a:cubicBezTo>
                  <a:lnTo>
                    <a:pt x="2332" y="1765"/>
                  </a:lnTo>
                  <a:cubicBezTo>
                    <a:pt x="2490" y="1860"/>
                    <a:pt x="2490" y="2112"/>
                    <a:pt x="2332" y="2238"/>
                  </a:cubicBezTo>
                  <a:cubicBezTo>
                    <a:pt x="2269" y="2285"/>
                    <a:pt x="2183" y="2309"/>
                    <a:pt x="2096" y="2309"/>
                  </a:cubicBezTo>
                  <a:cubicBezTo>
                    <a:pt x="2009" y="2309"/>
                    <a:pt x="1923" y="2285"/>
                    <a:pt x="1860" y="2238"/>
                  </a:cubicBezTo>
                  <a:lnTo>
                    <a:pt x="852" y="1229"/>
                  </a:lnTo>
                  <a:cubicBezTo>
                    <a:pt x="757" y="1135"/>
                    <a:pt x="757" y="883"/>
                    <a:pt x="852" y="757"/>
                  </a:cubicBezTo>
                  <a:cubicBezTo>
                    <a:pt x="915" y="710"/>
                    <a:pt x="1009" y="686"/>
                    <a:pt x="1100" y="686"/>
                  </a:cubicBezTo>
                  <a:close/>
                  <a:moveTo>
                    <a:pt x="1119" y="1"/>
                  </a:moveTo>
                  <a:cubicBezTo>
                    <a:pt x="852" y="1"/>
                    <a:pt x="584" y="95"/>
                    <a:pt x="379" y="284"/>
                  </a:cubicBezTo>
                  <a:cubicBezTo>
                    <a:pt x="1" y="694"/>
                    <a:pt x="1" y="1356"/>
                    <a:pt x="379" y="1765"/>
                  </a:cubicBezTo>
                  <a:lnTo>
                    <a:pt x="1387" y="2742"/>
                  </a:lnTo>
                  <a:cubicBezTo>
                    <a:pt x="1576" y="2931"/>
                    <a:pt x="1836" y="3025"/>
                    <a:pt x="2100" y="3025"/>
                  </a:cubicBezTo>
                  <a:cubicBezTo>
                    <a:pt x="2364" y="3025"/>
                    <a:pt x="2632" y="2931"/>
                    <a:pt x="2836" y="2742"/>
                  </a:cubicBezTo>
                  <a:cubicBezTo>
                    <a:pt x="3214" y="2332"/>
                    <a:pt x="3214" y="1671"/>
                    <a:pt x="2836" y="1293"/>
                  </a:cubicBezTo>
                  <a:lnTo>
                    <a:pt x="1860" y="284"/>
                  </a:lnTo>
                  <a:cubicBezTo>
                    <a:pt x="1655" y="95"/>
                    <a:pt x="1387" y="1"/>
                    <a:pt x="111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7" name="Google Shape;12187;p140"/>
            <p:cNvSpPr/>
            <p:nvPr/>
          </p:nvSpPr>
          <p:spPr>
            <a:xfrm>
              <a:off x="-5637575" y="2397900"/>
              <a:ext cx="295400" cy="291450"/>
            </a:xfrm>
            <a:custGeom>
              <a:rect b="b" l="l" r="r" t="t"/>
              <a:pathLst>
                <a:path extrusionOk="0" h="11658" w="11816">
                  <a:moveTo>
                    <a:pt x="9185" y="1479"/>
                  </a:moveTo>
                  <a:cubicBezTo>
                    <a:pt x="9245" y="1479"/>
                    <a:pt x="9245" y="1482"/>
                    <a:pt x="9263" y="1482"/>
                  </a:cubicBezTo>
                  <a:cubicBezTo>
                    <a:pt x="9421" y="1482"/>
                    <a:pt x="9579" y="1513"/>
                    <a:pt x="9673" y="1545"/>
                  </a:cubicBezTo>
                  <a:lnTo>
                    <a:pt x="9106" y="2143"/>
                  </a:lnTo>
                  <a:cubicBezTo>
                    <a:pt x="8980" y="2269"/>
                    <a:pt x="8980" y="2490"/>
                    <a:pt x="9106" y="2616"/>
                  </a:cubicBezTo>
                  <a:cubicBezTo>
                    <a:pt x="9153" y="2679"/>
                    <a:pt x="9240" y="2710"/>
                    <a:pt x="9330" y="2710"/>
                  </a:cubicBezTo>
                  <a:cubicBezTo>
                    <a:pt x="9421" y="2710"/>
                    <a:pt x="9515" y="2679"/>
                    <a:pt x="9579" y="2616"/>
                  </a:cubicBezTo>
                  <a:lnTo>
                    <a:pt x="10146" y="2017"/>
                  </a:lnTo>
                  <a:cubicBezTo>
                    <a:pt x="10272" y="2175"/>
                    <a:pt x="10303" y="2332"/>
                    <a:pt x="10303" y="2553"/>
                  </a:cubicBezTo>
                  <a:lnTo>
                    <a:pt x="10146" y="5325"/>
                  </a:lnTo>
                  <a:cubicBezTo>
                    <a:pt x="10114" y="5798"/>
                    <a:pt x="9925" y="6239"/>
                    <a:pt x="9515" y="6554"/>
                  </a:cubicBezTo>
                  <a:lnTo>
                    <a:pt x="9484" y="6585"/>
                  </a:lnTo>
                  <a:lnTo>
                    <a:pt x="8570" y="7499"/>
                  </a:lnTo>
                  <a:cubicBezTo>
                    <a:pt x="5231" y="10902"/>
                    <a:pt x="5829" y="10303"/>
                    <a:pt x="5199" y="10902"/>
                  </a:cubicBezTo>
                  <a:cubicBezTo>
                    <a:pt x="5136" y="10949"/>
                    <a:pt x="5050" y="10972"/>
                    <a:pt x="4963" y="10972"/>
                  </a:cubicBezTo>
                  <a:cubicBezTo>
                    <a:pt x="4876" y="10972"/>
                    <a:pt x="4790" y="10949"/>
                    <a:pt x="4727" y="10902"/>
                  </a:cubicBezTo>
                  <a:lnTo>
                    <a:pt x="820" y="6995"/>
                  </a:lnTo>
                  <a:cubicBezTo>
                    <a:pt x="694" y="6869"/>
                    <a:pt x="694" y="6648"/>
                    <a:pt x="820" y="6522"/>
                  </a:cubicBezTo>
                  <a:lnTo>
                    <a:pt x="5262" y="2112"/>
                  </a:lnTo>
                  <a:cubicBezTo>
                    <a:pt x="5577" y="1797"/>
                    <a:pt x="5987" y="1639"/>
                    <a:pt x="6365" y="1608"/>
                  </a:cubicBezTo>
                  <a:cubicBezTo>
                    <a:pt x="8503" y="1495"/>
                    <a:pt x="9033" y="1479"/>
                    <a:pt x="9185" y="1479"/>
                  </a:cubicBezTo>
                  <a:close/>
                  <a:moveTo>
                    <a:pt x="11422" y="1"/>
                  </a:moveTo>
                  <a:cubicBezTo>
                    <a:pt x="11335" y="1"/>
                    <a:pt x="11248" y="32"/>
                    <a:pt x="11185" y="95"/>
                  </a:cubicBezTo>
                  <a:lnTo>
                    <a:pt x="10240" y="1041"/>
                  </a:lnTo>
                  <a:cubicBezTo>
                    <a:pt x="9958" y="871"/>
                    <a:pt x="9650" y="752"/>
                    <a:pt x="9316" y="752"/>
                  </a:cubicBezTo>
                  <a:cubicBezTo>
                    <a:pt x="9278" y="752"/>
                    <a:pt x="9239" y="754"/>
                    <a:pt x="9200" y="757"/>
                  </a:cubicBezTo>
                  <a:lnTo>
                    <a:pt x="6428" y="883"/>
                  </a:lnTo>
                  <a:cubicBezTo>
                    <a:pt x="5829" y="915"/>
                    <a:pt x="5262" y="1167"/>
                    <a:pt x="4853" y="1608"/>
                  </a:cubicBezTo>
                  <a:lnTo>
                    <a:pt x="379" y="6018"/>
                  </a:lnTo>
                  <a:cubicBezTo>
                    <a:pt x="1" y="6396"/>
                    <a:pt x="1" y="7058"/>
                    <a:pt x="379" y="7468"/>
                  </a:cubicBezTo>
                  <a:lnTo>
                    <a:pt x="4286" y="11374"/>
                  </a:lnTo>
                  <a:cubicBezTo>
                    <a:pt x="4490" y="11563"/>
                    <a:pt x="4758" y="11658"/>
                    <a:pt x="5022" y="11658"/>
                  </a:cubicBezTo>
                  <a:cubicBezTo>
                    <a:pt x="5286" y="11658"/>
                    <a:pt x="5546" y="11563"/>
                    <a:pt x="5735" y="11374"/>
                  </a:cubicBezTo>
                  <a:lnTo>
                    <a:pt x="9137" y="7972"/>
                  </a:lnTo>
                  <a:lnTo>
                    <a:pt x="10051" y="7058"/>
                  </a:lnTo>
                  <a:cubicBezTo>
                    <a:pt x="10555" y="6648"/>
                    <a:pt x="10870" y="6018"/>
                    <a:pt x="10902" y="5388"/>
                  </a:cubicBezTo>
                  <a:lnTo>
                    <a:pt x="11059" y="2584"/>
                  </a:lnTo>
                  <a:cubicBezTo>
                    <a:pt x="11059" y="2238"/>
                    <a:pt x="10996" y="1828"/>
                    <a:pt x="10776" y="1545"/>
                  </a:cubicBezTo>
                  <a:lnTo>
                    <a:pt x="11721" y="600"/>
                  </a:lnTo>
                  <a:cubicBezTo>
                    <a:pt x="11815" y="442"/>
                    <a:pt x="11815" y="221"/>
                    <a:pt x="11658" y="95"/>
                  </a:cubicBezTo>
                  <a:cubicBezTo>
                    <a:pt x="11595" y="32"/>
                    <a:pt x="11508" y="1"/>
                    <a:pt x="1142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88" name="Google Shape;12188;p140"/>
          <p:cNvGrpSpPr/>
          <p:nvPr/>
        </p:nvGrpSpPr>
        <p:grpSpPr>
          <a:xfrm>
            <a:off x="2481958" y="2660397"/>
            <a:ext cx="423033" cy="421914"/>
            <a:chOff x="-5635975" y="2757075"/>
            <a:chExt cx="293000" cy="292225"/>
          </a:xfrm>
        </p:grpSpPr>
        <p:sp>
          <p:nvSpPr>
            <p:cNvPr id="12189" name="Google Shape;12189;p140"/>
            <p:cNvSpPr/>
            <p:nvPr/>
          </p:nvSpPr>
          <p:spPr>
            <a:xfrm>
              <a:off x="-5635975" y="2757075"/>
              <a:ext cx="293000" cy="292225"/>
            </a:xfrm>
            <a:custGeom>
              <a:rect b="b" l="l" r="r" t="t"/>
              <a:pathLst>
                <a:path extrusionOk="0" h="11689" w="11720">
                  <a:moveTo>
                    <a:pt x="10649" y="693"/>
                  </a:moveTo>
                  <a:cubicBezTo>
                    <a:pt x="10838" y="693"/>
                    <a:pt x="10995" y="851"/>
                    <a:pt x="10995" y="1040"/>
                  </a:cubicBezTo>
                  <a:lnTo>
                    <a:pt x="10995" y="7593"/>
                  </a:lnTo>
                  <a:lnTo>
                    <a:pt x="693" y="7593"/>
                  </a:lnTo>
                  <a:lnTo>
                    <a:pt x="693" y="1040"/>
                  </a:lnTo>
                  <a:cubicBezTo>
                    <a:pt x="725" y="851"/>
                    <a:pt x="882" y="693"/>
                    <a:pt x="1040" y="693"/>
                  </a:cubicBezTo>
                  <a:close/>
                  <a:moveTo>
                    <a:pt x="10995" y="8223"/>
                  </a:moveTo>
                  <a:lnTo>
                    <a:pt x="10995" y="8569"/>
                  </a:lnTo>
                  <a:cubicBezTo>
                    <a:pt x="11027" y="8821"/>
                    <a:pt x="10869" y="8916"/>
                    <a:pt x="10680" y="8916"/>
                  </a:cubicBezTo>
                  <a:lnTo>
                    <a:pt x="1040" y="8916"/>
                  </a:lnTo>
                  <a:cubicBezTo>
                    <a:pt x="851" y="8916"/>
                    <a:pt x="693" y="8758"/>
                    <a:pt x="693" y="8569"/>
                  </a:cubicBezTo>
                  <a:lnTo>
                    <a:pt x="693" y="8223"/>
                  </a:lnTo>
                  <a:close/>
                  <a:moveTo>
                    <a:pt x="6679" y="9641"/>
                  </a:moveTo>
                  <a:lnTo>
                    <a:pt x="6994" y="11027"/>
                  </a:lnTo>
                  <a:lnTo>
                    <a:pt x="4694" y="11027"/>
                  </a:lnTo>
                  <a:lnTo>
                    <a:pt x="5009" y="9641"/>
                  </a:lnTo>
                  <a:close/>
                  <a:moveTo>
                    <a:pt x="1040" y="0"/>
                  </a:moveTo>
                  <a:cubicBezTo>
                    <a:pt x="473" y="0"/>
                    <a:pt x="0" y="473"/>
                    <a:pt x="0" y="1008"/>
                  </a:cubicBezTo>
                  <a:lnTo>
                    <a:pt x="0" y="8569"/>
                  </a:lnTo>
                  <a:cubicBezTo>
                    <a:pt x="0" y="9137"/>
                    <a:pt x="473" y="9609"/>
                    <a:pt x="1040" y="9609"/>
                  </a:cubicBezTo>
                  <a:lnTo>
                    <a:pt x="4316" y="9609"/>
                  </a:lnTo>
                  <a:lnTo>
                    <a:pt x="4001" y="10964"/>
                  </a:lnTo>
                  <a:lnTo>
                    <a:pt x="3087" y="10964"/>
                  </a:lnTo>
                  <a:cubicBezTo>
                    <a:pt x="2898" y="10964"/>
                    <a:pt x="2741" y="11121"/>
                    <a:pt x="2741" y="11342"/>
                  </a:cubicBezTo>
                  <a:cubicBezTo>
                    <a:pt x="2741" y="11531"/>
                    <a:pt x="2898" y="11688"/>
                    <a:pt x="3087" y="11688"/>
                  </a:cubicBezTo>
                  <a:lnTo>
                    <a:pt x="8569" y="11688"/>
                  </a:lnTo>
                  <a:cubicBezTo>
                    <a:pt x="8758" y="11688"/>
                    <a:pt x="8916" y="11531"/>
                    <a:pt x="8916" y="11342"/>
                  </a:cubicBezTo>
                  <a:cubicBezTo>
                    <a:pt x="8916" y="11121"/>
                    <a:pt x="8758" y="10964"/>
                    <a:pt x="8569" y="10964"/>
                  </a:cubicBezTo>
                  <a:lnTo>
                    <a:pt x="7656" y="10964"/>
                  </a:lnTo>
                  <a:lnTo>
                    <a:pt x="7341" y="9609"/>
                  </a:lnTo>
                  <a:lnTo>
                    <a:pt x="10649" y="9609"/>
                  </a:lnTo>
                  <a:cubicBezTo>
                    <a:pt x="11216" y="9609"/>
                    <a:pt x="11688" y="9137"/>
                    <a:pt x="11688" y="8569"/>
                  </a:cubicBezTo>
                  <a:lnTo>
                    <a:pt x="11688" y="1008"/>
                  </a:lnTo>
                  <a:cubicBezTo>
                    <a:pt x="11720" y="473"/>
                    <a:pt x="11247" y="0"/>
                    <a:pt x="1068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0" name="Google Shape;12190;p140"/>
            <p:cNvSpPr/>
            <p:nvPr/>
          </p:nvSpPr>
          <p:spPr>
            <a:xfrm>
              <a:off x="-5584800" y="2790150"/>
              <a:ext cx="189850" cy="138050"/>
            </a:xfrm>
            <a:custGeom>
              <a:rect b="b" l="l" r="r" t="t"/>
              <a:pathLst>
                <a:path extrusionOk="0" h="5522" w="7594">
                  <a:moveTo>
                    <a:pt x="2994" y="725"/>
                  </a:moveTo>
                  <a:lnTo>
                    <a:pt x="2332" y="1387"/>
                  </a:lnTo>
                  <a:lnTo>
                    <a:pt x="1230" y="1387"/>
                  </a:lnTo>
                  <a:lnTo>
                    <a:pt x="1891" y="725"/>
                  </a:lnTo>
                  <a:close/>
                  <a:moveTo>
                    <a:pt x="3781" y="882"/>
                  </a:moveTo>
                  <a:lnTo>
                    <a:pt x="4349" y="1418"/>
                  </a:lnTo>
                  <a:lnTo>
                    <a:pt x="3246" y="1418"/>
                  </a:lnTo>
                  <a:lnTo>
                    <a:pt x="3781" y="882"/>
                  </a:lnTo>
                  <a:close/>
                  <a:moveTo>
                    <a:pt x="5735" y="756"/>
                  </a:moveTo>
                  <a:lnTo>
                    <a:pt x="6396" y="1418"/>
                  </a:lnTo>
                  <a:lnTo>
                    <a:pt x="5294" y="1418"/>
                  </a:lnTo>
                  <a:lnTo>
                    <a:pt x="4632" y="756"/>
                  </a:lnTo>
                  <a:close/>
                  <a:moveTo>
                    <a:pt x="2175" y="2080"/>
                  </a:moveTo>
                  <a:lnTo>
                    <a:pt x="2868" y="3749"/>
                  </a:lnTo>
                  <a:lnTo>
                    <a:pt x="1198" y="2080"/>
                  </a:lnTo>
                  <a:close/>
                  <a:moveTo>
                    <a:pt x="6396" y="2080"/>
                  </a:moveTo>
                  <a:lnTo>
                    <a:pt x="4727" y="3749"/>
                  </a:lnTo>
                  <a:lnTo>
                    <a:pt x="5420" y="2080"/>
                  </a:lnTo>
                  <a:close/>
                  <a:moveTo>
                    <a:pt x="4664" y="2080"/>
                  </a:moveTo>
                  <a:lnTo>
                    <a:pt x="3781" y="4253"/>
                  </a:lnTo>
                  <a:lnTo>
                    <a:pt x="2931" y="2080"/>
                  </a:lnTo>
                  <a:close/>
                  <a:moveTo>
                    <a:pt x="1734" y="0"/>
                  </a:moveTo>
                  <a:cubicBezTo>
                    <a:pt x="1671" y="0"/>
                    <a:pt x="1545" y="32"/>
                    <a:pt x="1513" y="126"/>
                  </a:cubicBezTo>
                  <a:lnTo>
                    <a:pt x="127" y="1513"/>
                  </a:lnTo>
                  <a:cubicBezTo>
                    <a:pt x="1" y="1670"/>
                    <a:pt x="1" y="1859"/>
                    <a:pt x="127" y="2017"/>
                  </a:cubicBezTo>
                  <a:lnTo>
                    <a:pt x="3561" y="5451"/>
                  </a:lnTo>
                  <a:cubicBezTo>
                    <a:pt x="3624" y="5498"/>
                    <a:pt x="3711" y="5522"/>
                    <a:pt x="3797" y="5522"/>
                  </a:cubicBezTo>
                  <a:cubicBezTo>
                    <a:pt x="3884" y="5522"/>
                    <a:pt x="3970" y="5498"/>
                    <a:pt x="4033" y="5451"/>
                  </a:cubicBezTo>
                  <a:lnTo>
                    <a:pt x="7468" y="2017"/>
                  </a:lnTo>
                  <a:cubicBezTo>
                    <a:pt x="7594" y="1891"/>
                    <a:pt x="7594" y="1702"/>
                    <a:pt x="7499" y="1544"/>
                  </a:cubicBezTo>
                  <a:lnTo>
                    <a:pt x="7468" y="1513"/>
                  </a:lnTo>
                  <a:lnTo>
                    <a:pt x="6081" y="126"/>
                  </a:lnTo>
                  <a:cubicBezTo>
                    <a:pt x="6018" y="32"/>
                    <a:pt x="5924" y="0"/>
                    <a:pt x="586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91" name="Google Shape;12191;p140"/>
          <p:cNvGrpSpPr/>
          <p:nvPr/>
        </p:nvGrpSpPr>
        <p:grpSpPr>
          <a:xfrm>
            <a:off x="5165893" y="1631256"/>
            <a:ext cx="423069" cy="420796"/>
            <a:chOff x="-3854375" y="2046625"/>
            <a:chExt cx="293025" cy="291450"/>
          </a:xfrm>
        </p:grpSpPr>
        <p:sp>
          <p:nvSpPr>
            <p:cNvPr id="12192" name="Google Shape;12192;p140"/>
            <p:cNvSpPr/>
            <p:nvPr/>
          </p:nvSpPr>
          <p:spPr>
            <a:xfrm>
              <a:off x="-3854375" y="2046625"/>
              <a:ext cx="293025" cy="291450"/>
            </a:xfrm>
            <a:custGeom>
              <a:rect b="b" l="l" r="r" t="t"/>
              <a:pathLst>
                <a:path extrusionOk="0" h="11658" w="11721">
                  <a:moveTo>
                    <a:pt x="7624" y="694"/>
                  </a:moveTo>
                  <a:cubicBezTo>
                    <a:pt x="9515" y="694"/>
                    <a:pt x="11058" y="2206"/>
                    <a:pt x="11058" y="4096"/>
                  </a:cubicBezTo>
                  <a:cubicBezTo>
                    <a:pt x="11058" y="5987"/>
                    <a:pt x="9515" y="7530"/>
                    <a:pt x="7624" y="7530"/>
                  </a:cubicBezTo>
                  <a:cubicBezTo>
                    <a:pt x="5734" y="7530"/>
                    <a:pt x="4190" y="5987"/>
                    <a:pt x="4190" y="4096"/>
                  </a:cubicBezTo>
                  <a:cubicBezTo>
                    <a:pt x="4190" y="2206"/>
                    <a:pt x="5734" y="694"/>
                    <a:pt x="7624" y="694"/>
                  </a:cubicBezTo>
                  <a:close/>
                  <a:moveTo>
                    <a:pt x="3336" y="8066"/>
                  </a:moveTo>
                  <a:cubicBezTo>
                    <a:pt x="3426" y="8066"/>
                    <a:pt x="3513" y="8098"/>
                    <a:pt x="3560" y="8161"/>
                  </a:cubicBezTo>
                  <a:cubicBezTo>
                    <a:pt x="3686" y="8287"/>
                    <a:pt x="3686" y="8507"/>
                    <a:pt x="3560" y="8633"/>
                  </a:cubicBezTo>
                  <a:lnTo>
                    <a:pt x="1323" y="10870"/>
                  </a:lnTo>
                  <a:cubicBezTo>
                    <a:pt x="1260" y="10933"/>
                    <a:pt x="1174" y="10964"/>
                    <a:pt x="1087" y="10964"/>
                  </a:cubicBezTo>
                  <a:cubicBezTo>
                    <a:pt x="1001" y="10964"/>
                    <a:pt x="914" y="10933"/>
                    <a:pt x="851" y="10870"/>
                  </a:cubicBezTo>
                  <a:cubicBezTo>
                    <a:pt x="725" y="10744"/>
                    <a:pt x="725" y="10523"/>
                    <a:pt x="851" y="10397"/>
                  </a:cubicBezTo>
                  <a:lnTo>
                    <a:pt x="3088" y="8161"/>
                  </a:lnTo>
                  <a:cubicBezTo>
                    <a:pt x="3151" y="8098"/>
                    <a:pt x="3245" y="8066"/>
                    <a:pt x="3336" y="8066"/>
                  </a:cubicBezTo>
                  <a:close/>
                  <a:moveTo>
                    <a:pt x="7624" y="1"/>
                  </a:moveTo>
                  <a:cubicBezTo>
                    <a:pt x="5356" y="1"/>
                    <a:pt x="3529" y="1860"/>
                    <a:pt x="3529" y="4096"/>
                  </a:cubicBezTo>
                  <a:cubicBezTo>
                    <a:pt x="3529" y="5136"/>
                    <a:pt x="3875" y="6050"/>
                    <a:pt x="4505" y="6743"/>
                  </a:cubicBezTo>
                  <a:lnTo>
                    <a:pt x="3812" y="7467"/>
                  </a:lnTo>
                  <a:cubicBezTo>
                    <a:pt x="3661" y="7386"/>
                    <a:pt x="3500" y="7347"/>
                    <a:pt x="3342" y="7347"/>
                  </a:cubicBezTo>
                  <a:cubicBezTo>
                    <a:pt x="3074" y="7347"/>
                    <a:pt x="2813" y="7458"/>
                    <a:pt x="2615" y="7656"/>
                  </a:cubicBezTo>
                  <a:lnTo>
                    <a:pt x="378" y="9893"/>
                  </a:lnTo>
                  <a:cubicBezTo>
                    <a:pt x="0" y="10271"/>
                    <a:pt x="0" y="10964"/>
                    <a:pt x="378" y="11343"/>
                  </a:cubicBezTo>
                  <a:cubicBezTo>
                    <a:pt x="567" y="11532"/>
                    <a:pt x="851" y="11658"/>
                    <a:pt x="1103" y="11658"/>
                  </a:cubicBezTo>
                  <a:cubicBezTo>
                    <a:pt x="1355" y="11658"/>
                    <a:pt x="1607" y="11532"/>
                    <a:pt x="1796" y="11343"/>
                  </a:cubicBezTo>
                  <a:lnTo>
                    <a:pt x="4033" y="9106"/>
                  </a:lnTo>
                  <a:cubicBezTo>
                    <a:pt x="4348" y="8791"/>
                    <a:pt x="4442" y="8318"/>
                    <a:pt x="4253" y="7909"/>
                  </a:cubicBezTo>
                  <a:lnTo>
                    <a:pt x="4947" y="7215"/>
                  </a:lnTo>
                  <a:cubicBezTo>
                    <a:pt x="5671" y="7814"/>
                    <a:pt x="6616" y="8192"/>
                    <a:pt x="7593" y="8192"/>
                  </a:cubicBezTo>
                  <a:cubicBezTo>
                    <a:pt x="9861" y="8192"/>
                    <a:pt x="11689" y="6333"/>
                    <a:pt x="11689" y="4096"/>
                  </a:cubicBezTo>
                  <a:cubicBezTo>
                    <a:pt x="11720" y="1828"/>
                    <a:pt x="9861" y="1"/>
                    <a:pt x="762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3" name="Google Shape;12193;p140"/>
            <p:cNvSpPr/>
            <p:nvPr/>
          </p:nvSpPr>
          <p:spPr>
            <a:xfrm>
              <a:off x="-3714975" y="2080500"/>
              <a:ext cx="103200" cy="119750"/>
            </a:xfrm>
            <a:custGeom>
              <a:rect b="b" l="l" r="r" t="t"/>
              <a:pathLst>
                <a:path extrusionOk="0" h="4790" w="4128">
                  <a:moveTo>
                    <a:pt x="2048" y="694"/>
                  </a:moveTo>
                  <a:cubicBezTo>
                    <a:pt x="2458" y="694"/>
                    <a:pt x="2710" y="1009"/>
                    <a:pt x="2710" y="1387"/>
                  </a:cubicBezTo>
                  <a:cubicBezTo>
                    <a:pt x="2710" y="1765"/>
                    <a:pt x="2395" y="2048"/>
                    <a:pt x="2048" y="2048"/>
                  </a:cubicBezTo>
                  <a:cubicBezTo>
                    <a:pt x="1702" y="2048"/>
                    <a:pt x="1387" y="1733"/>
                    <a:pt x="1387" y="1387"/>
                  </a:cubicBezTo>
                  <a:cubicBezTo>
                    <a:pt x="1355" y="1009"/>
                    <a:pt x="1670" y="694"/>
                    <a:pt x="2048" y="694"/>
                  </a:cubicBezTo>
                  <a:close/>
                  <a:moveTo>
                    <a:pt x="2363" y="2741"/>
                  </a:moveTo>
                  <a:cubicBezTo>
                    <a:pt x="2931" y="2741"/>
                    <a:pt x="3403" y="3214"/>
                    <a:pt x="3403" y="3781"/>
                  </a:cubicBezTo>
                  <a:lnTo>
                    <a:pt x="3403" y="4128"/>
                  </a:lnTo>
                  <a:lnTo>
                    <a:pt x="662" y="4128"/>
                  </a:lnTo>
                  <a:lnTo>
                    <a:pt x="662" y="3781"/>
                  </a:lnTo>
                  <a:cubicBezTo>
                    <a:pt x="662" y="3214"/>
                    <a:pt x="1135" y="2741"/>
                    <a:pt x="1702" y="2741"/>
                  </a:cubicBezTo>
                  <a:close/>
                  <a:moveTo>
                    <a:pt x="2048" y="1"/>
                  </a:moveTo>
                  <a:cubicBezTo>
                    <a:pt x="1292" y="1"/>
                    <a:pt x="662" y="631"/>
                    <a:pt x="662" y="1387"/>
                  </a:cubicBezTo>
                  <a:cubicBezTo>
                    <a:pt x="662" y="1702"/>
                    <a:pt x="788" y="2017"/>
                    <a:pt x="977" y="2237"/>
                  </a:cubicBezTo>
                  <a:cubicBezTo>
                    <a:pt x="410" y="2521"/>
                    <a:pt x="1" y="3119"/>
                    <a:pt x="1" y="3781"/>
                  </a:cubicBezTo>
                  <a:lnTo>
                    <a:pt x="1" y="4443"/>
                  </a:lnTo>
                  <a:cubicBezTo>
                    <a:pt x="1" y="4632"/>
                    <a:pt x="158" y="4789"/>
                    <a:pt x="347" y="4789"/>
                  </a:cubicBezTo>
                  <a:lnTo>
                    <a:pt x="3781" y="4789"/>
                  </a:lnTo>
                  <a:cubicBezTo>
                    <a:pt x="3970" y="4789"/>
                    <a:pt x="4128" y="4632"/>
                    <a:pt x="4128" y="4443"/>
                  </a:cubicBezTo>
                  <a:lnTo>
                    <a:pt x="4128" y="3781"/>
                  </a:lnTo>
                  <a:cubicBezTo>
                    <a:pt x="4096" y="3119"/>
                    <a:pt x="3718" y="2521"/>
                    <a:pt x="3120" y="2237"/>
                  </a:cubicBezTo>
                  <a:cubicBezTo>
                    <a:pt x="3309" y="2017"/>
                    <a:pt x="3435" y="1733"/>
                    <a:pt x="3435" y="1387"/>
                  </a:cubicBezTo>
                  <a:cubicBezTo>
                    <a:pt x="3435" y="631"/>
                    <a:pt x="2805" y="1"/>
                    <a:pt x="20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94" name="Google Shape;12194;p140"/>
          <p:cNvGrpSpPr/>
          <p:nvPr/>
        </p:nvGrpSpPr>
        <p:grpSpPr>
          <a:xfrm>
            <a:off x="5164756" y="2138717"/>
            <a:ext cx="425343" cy="424188"/>
            <a:chOff x="-3854375" y="2405000"/>
            <a:chExt cx="294600" cy="293800"/>
          </a:xfrm>
        </p:grpSpPr>
        <p:sp>
          <p:nvSpPr>
            <p:cNvPr id="12195" name="Google Shape;12195;p140"/>
            <p:cNvSpPr/>
            <p:nvPr/>
          </p:nvSpPr>
          <p:spPr>
            <a:xfrm>
              <a:off x="-3854375" y="2405000"/>
              <a:ext cx="294600" cy="293800"/>
            </a:xfrm>
            <a:custGeom>
              <a:rect b="b" l="l" r="r" t="t"/>
              <a:pathLst>
                <a:path extrusionOk="0" h="11752" w="11784">
                  <a:moveTo>
                    <a:pt x="6994" y="694"/>
                  </a:moveTo>
                  <a:lnTo>
                    <a:pt x="6994" y="1103"/>
                  </a:lnTo>
                  <a:cubicBezTo>
                    <a:pt x="6994" y="1261"/>
                    <a:pt x="7120" y="1387"/>
                    <a:pt x="7278" y="1418"/>
                  </a:cubicBezTo>
                  <a:cubicBezTo>
                    <a:pt x="7467" y="1481"/>
                    <a:pt x="7719" y="1576"/>
                    <a:pt x="7908" y="1702"/>
                  </a:cubicBezTo>
                  <a:cubicBezTo>
                    <a:pt x="7954" y="1736"/>
                    <a:pt x="8009" y="1750"/>
                    <a:pt x="8066" y="1750"/>
                  </a:cubicBezTo>
                  <a:cubicBezTo>
                    <a:pt x="8164" y="1750"/>
                    <a:pt x="8269" y="1710"/>
                    <a:pt x="8349" y="1670"/>
                  </a:cubicBezTo>
                  <a:lnTo>
                    <a:pt x="8664" y="1355"/>
                  </a:lnTo>
                  <a:lnTo>
                    <a:pt x="9137" y="1828"/>
                  </a:lnTo>
                  <a:lnTo>
                    <a:pt x="8822" y="2143"/>
                  </a:lnTo>
                  <a:cubicBezTo>
                    <a:pt x="8696" y="2269"/>
                    <a:pt x="8696" y="2426"/>
                    <a:pt x="8759" y="2584"/>
                  </a:cubicBezTo>
                  <a:cubicBezTo>
                    <a:pt x="8885" y="2773"/>
                    <a:pt x="8979" y="2962"/>
                    <a:pt x="9042" y="3214"/>
                  </a:cubicBezTo>
                  <a:cubicBezTo>
                    <a:pt x="9074" y="3372"/>
                    <a:pt x="9200" y="3466"/>
                    <a:pt x="9357" y="3466"/>
                  </a:cubicBezTo>
                  <a:lnTo>
                    <a:pt x="9798" y="3466"/>
                  </a:lnTo>
                  <a:lnTo>
                    <a:pt x="9798" y="4159"/>
                  </a:lnTo>
                  <a:lnTo>
                    <a:pt x="9357" y="4159"/>
                  </a:lnTo>
                  <a:cubicBezTo>
                    <a:pt x="9200" y="4159"/>
                    <a:pt x="9074" y="4222"/>
                    <a:pt x="9042" y="4380"/>
                  </a:cubicBezTo>
                  <a:cubicBezTo>
                    <a:pt x="9011" y="4569"/>
                    <a:pt x="8885" y="4821"/>
                    <a:pt x="8759" y="5010"/>
                  </a:cubicBezTo>
                  <a:cubicBezTo>
                    <a:pt x="8696" y="5136"/>
                    <a:pt x="8727" y="5325"/>
                    <a:pt x="8822" y="5451"/>
                  </a:cubicBezTo>
                  <a:lnTo>
                    <a:pt x="9137" y="5766"/>
                  </a:lnTo>
                  <a:lnTo>
                    <a:pt x="8664" y="6238"/>
                  </a:lnTo>
                  <a:lnTo>
                    <a:pt x="8349" y="5923"/>
                  </a:lnTo>
                  <a:cubicBezTo>
                    <a:pt x="8275" y="5850"/>
                    <a:pt x="8191" y="5819"/>
                    <a:pt x="8101" y="5819"/>
                  </a:cubicBezTo>
                  <a:cubicBezTo>
                    <a:pt x="8038" y="5819"/>
                    <a:pt x="7973" y="5834"/>
                    <a:pt x="7908" y="5860"/>
                  </a:cubicBezTo>
                  <a:cubicBezTo>
                    <a:pt x="7719" y="5986"/>
                    <a:pt x="7498" y="6081"/>
                    <a:pt x="7278" y="6144"/>
                  </a:cubicBezTo>
                  <a:cubicBezTo>
                    <a:pt x="7120" y="6175"/>
                    <a:pt x="6994" y="6301"/>
                    <a:pt x="6994" y="6459"/>
                  </a:cubicBezTo>
                  <a:lnTo>
                    <a:pt x="6994" y="6900"/>
                  </a:lnTo>
                  <a:lnTo>
                    <a:pt x="6333" y="6900"/>
                  </a:lnTo>
                  <a:lnTo>
                    <a:pt x="6333" y="6459"/>
                  </a:lnTo>
                  <a:cubicBezTo>
                    <a:pt x="6333" y="6301"/>
                    <a:pt x="6207" y="6207"/>
                    <a:pt x="6049" y="6144"/>
                  </a:cubicBezTo>
                  <a:cubicBezTo>
                    <a:pt x="5860" y="6112"/>
                    <a:pt x="5608" y="5986"/>
                    <a:pt x="5419" y="5860"/>
                  </a:cubicBezTo>
                  <a:cubicBezTo>
                    <a:pt x="5374" y="5838"/>
                    <a:pt x="5322" y="5828"/>
                    <a:pt x="5267" y="5828"/>
                  </a:cubicBezTo>
                  <a:cubicBezTo>
                    <a:pt x="5167" y="5828"/>
                    <a:pt x="5059" y="5862"/>
                    <a:pt x="4978" y="5923"/>
                  </a:cubicBezTo>
                  <a:lnTo>
                    <a:pt x="4663" y="6238"/>
                  </a:lnTo>
                  <a:lnTo>
                    <a:pt x="4190" y="5766"/>
                  </a:lnTo>
                  <a:lnTo>
                    <a:pt x="4505" y="5451"/>
                  </a:lnTo>
                  <a:cubicBezTo>
                    <a:pt x="4631" y="5325"/>
                    <a:pt x="4631" y="5167"/>
                    <a:pt x="4568" y="5010"/>
                  </a:cubicBezTo>
                  <a:cubicBezTo>
                    <a:pt x="4442" y="4821"/>
                    <a:pt x="4348" y="4632"/>
                    <a:pt x="4285" y="4380"/>
                  </a:cubicBezTo>
                  <a:cubicBezTo>
                    <a:pt x="4253" y="4254"/>
                    <a:pt x="4127" y="4159"/>
                    <a:pt x="4001" y="4159"/>
                  </a:cubicBezTo>
                  <a:lnTo>
                    <a:pt x="3529" y="4159"/>
                  </a:lnTo>
                  <a:lnTo>
                    <a:pt x="3529" y="3466"/>
                  </a:lnTo>
                  <a:lnTo>
                    <a:pt x="3970" y="3466"/>
                  </a:lnTo>
                  <a:cubicBezTo>
                    <a:pt x="4127" y="3466"/>
                    <a:pt x="4253" y="3372"/>
                    <a:pt x="4285" y="3214"/>
                  </a:cubicBezTo>
                  <a:cubicBezTo>
                    <a:pt x="4316" y="2993"/>
                    <a:pt x="4442" y="2773"/>
                    <a:pt x="4568" y="2584"/>
                  </a:cubicBezTo>
                  <a:cubicBezTo>
                    <a:pt x="4631" y="2458"/>
                    <a:pt x="4600" y="2269"/>
                    <a:pt x="4505" y="2143"/>
                  </a:cubicBezTo>
                  <a:lnTo>
                    <a:pt x="4190" y="1828"/>
                  </a:lnTo>
                  <a:lnTo>
                    <a:pt x="4663" y="1355"/>
                  </a:lnTo>
                  <a:lnTo>
                    <a:pt x="4978" y="1670"/>
                  </a:lnTo>
                  <a:cubicBezTo>
                    <a:pt x="5046" y="1738"/>
                    <a:pt x="5122" y="1769"/>
                    <a:pt x="5203" y="1769"/>
                  </a:cubicBezTo>
                  <a:cubicBezTo>
                    <a:pt x="5273" y="1769"/>
                    <a:pt x="5346" y="1746"/>
                    <a:pt x="5419" y="1702"/>
                  </a:cubicBezTo>
                  <a:cubicBezTo>
                    <a:pt x="5608" y="1576"/>
                    <a:pt x="5829" y="1513"/>
                    <a:pt x="6049" y="1418"/>
                  </a:cubicBezTo>
                  <a:cubicBezTo>
                    <a:pt x="6207" y="1387"/>
                    <a:pt x="6333" y="1261"/>
                    <a:pt x="6333" y="1103"/>
                  </a:cubicBezTo>
                  <a:lnTo>
                    <a:pt x="6333" y="694"/>
                  </a:lnTo>
                  <a:close/>
                  <a:moveTo>
                    <a:pt x="10964" y="4821"/>
                  </a:moveTo>
                  <a:lnTo>
                    <a:pt x="9830" y="8255"/>
                  </a:lnTo>
                  <a:lnTo>
                    <a:pt x="2773" y="8255"/>
                  </a:lnTo>
                  <a:lnTo>
                    <a:pt x="2143" y="4821"/>
                  </a:lnTo>
                  <a:lnTo>
                    <a:pt x="3686" y="4821"/>
                  </a:lnTo>
                  <a:cubicBezTo>
                    <a:pt x="3718" y="4947"/>
                    <a:pt x="3781" y="5010"/>
                    <a:pt x="3812" y="5136"/>
                  </a:cubicBezTo>
                  <a:lnTo>
                    <a:pt x="3466" y="5482"/>
                  </a:lnTo>
                  <a:cubicBezTo>
                    <a:pt x="3340" y="5608"/>
                    <a:pt x="3340" y="5829"/>
                    <a:pt x="3466" y="5955"/>
                  </a:cubicBezTo>
                  <a:lnTo>
                    <a:pt x="4442" y="6932"/>
                  </a:lnTo>
                  <a:cubicBezTo>
                    <a:pt x="4505" y="6995"/>
                    <a:pt x="4592" y="7026"/>
                    <a:pt x="4679" y="7026"/>
                  </a:cubicBezTo>
                  <a:cubicBezTo>
                    <a:pt x="4765" y="7026"/>
                    <a:pt x="4852" y="6995"/>
                    <a:pt x="4915" y="6932"/>
                  </a:cubicBezTo>
                  <a:lnTo>
                    <a:pt x="5262" y="6585"/>
                  </a:lnTo>
                  <a:cubicBezTo>
                    <a:pt x="5356" y="6617"/>
                    <a:pt x="5451" y="6680"/>
                    <a:pt x="5577" y="6711"/>
                  </a:cubicBezTo>
                  <a:lnTo>
                    <a:pt x="5577" y="7215"/>
                  </a:lnTo>
                  <a:cubicBezTo>
                    <a:pt x="5577" y="7404"/>
                    <a:pt x="5734" y="7562"/>
                    <a:pt x="5923" y="7562"/>
                  </a:cubicBezTo>
                  <a:lnTo>
                    <a:pt x="7309" y="7562"/>
                  </a:lnTo>
                  <a:cubicBezTo>
                    <a:pt x="7498" y="7562"/>
                    <a:pt x="7656" y="7404"/>
                    <a:pt x="7656" y="7215"/>
                  </a:cubicBezTo>
                  <a:lnTo>
                    <a:pt x="7656" y="6711"/>
                  </a:lnTo>
                  <a:cubicBezTo>
                    <a:pt x="7782" y="6680"/>
                    <a:pt x="7876" y="6617"/>
                    <a:pt x="7971" y="6585"/>
                  </a:cubicBezTo>
                  <a:lnTo>
                    <a:pt x="8349" y="6932"/>
                  </a:lnTo>
                  <a:cubicBezTo>
                    <a:pt x="8396" y="6995"/>
                    <a:pt x="8483" y="7026"/>
                    <a:pt x="8574" y="7026"/>
                  </a:cubicBezTo>
                  <a:cubicBezTo>
                    <a:pt x="8664" y="7026"/>
                    <a:pt x="8759" y="6995"/>
                    <a:pt x="8822" y="6932"/>
                  </a:cubicBezTo>
                  <a:lnTo>
                    <a:pt x="9798" y="5955"/>
                  </a:lnTo>
                  <a:cubicBezTo>
                    <a:pt x="9924" y="5829"/>
                    <a:pt x="9924" y="5608"/>
                    <a:pt x="9798" y="5482"/>
                  </a:cubicBezTo>
                  <a:lnTo>
                    <a:pt x="9452" y="5136"/>
                  </a:lnTo>
                  <a:cubicBezTo>
                    <a:pt x="9483" y="5041"/>
                    <a:pt x="9515" y="4947"/>
                    <a:pt x="9546" y="4821"/>
                  </a:cubicBezTo>
                  <a:close/>
                  <a:moveTo>
                    <a:pt x="3907" y="10334"/>
                  </a:moveTo>
                  <a:cubicBezTo>
                    <a:pt x="4096" y="10366"/>
                    <a:pt x="4253" y="10523"/>
                    <a:pt x="4253" y="10681"/>
                  </a:cubicBezTo>
                  <a:cubicBezTo>
                    <a:pt x="4253" y="10870"/>
                    <a:pt x="4096" y="11027"/>
                    <a:pt x="3907" y="11027"/>
                  </a:cubicBezTo>
                  <a:cubicBezTo>
                    <a:pt x="3686" y="11027"/>
                    <a:pt x="3529" y="10870"/>
                    <a:pt x="3529" y="10681"/>
                  </a:cubicBezTo>
                  <a:cubicBezTo>
                    <a:pt x="3529" y="10492"/>
                    <a:pt x="3686" y="10334"/>
                    <a:pt x="3907" y="10334"/>
                  </a:cubicBezTo>
                  <a:close/>
                  <a:moveTo>
                    <a:pt x="8664" y="10334"/>
                  </a:moveTo>
                  <a:cubicBezTo>
                    <a:pt x="8853" y="10366"/>
                    <a:pt x="9011" y="10523"/>
                    <a:pt x="9011" y="10681"/>
                  </a:cubicBezTo>
                  <a:cubicBezTo>
                    <a:pt x="9011" y="10870"/>
                    <a:pt x="8853" y="11027"/>
                    <a:pt x="8664" y="11027"/>
                  </a:cubicBezTo>
                  <a:cubicBezTo>
                    <a:pt x="8444" y="11027"/>
                    <a:pt x="8286" y="10870"/>
                    <a:pt x="8286" y="10681"/>
                  </a:cubicBezTo>
                  <a:cubicBezTo>
                    <a:pt x="8286" y="10492"/>
                    <a:pt x="8444" y="10334"/>
                    <a:pt x="8664" y="10334"/>
                  </a:cubicBezTo>
                  <a:close/>
                  <a:moveTo>
                    <a:pt x="5892" y="0"/>
                  </a:moveTo>
                  <a:cubicBezTo>
                    <a:pt x="5703" y="0"/>
                    <a:pt x="5545" y="158"/>
                    <a:pt x="5545" y="379"/>
                  </a:cubicBezTo>
                  <a:lnTo>
                    <a:pt x="5545" y="883"/>
                  </a:lnTo>
                  <a:cubicBezTo>
                    <a:pt x="5419" y="914"/>
                    <a:pt x="5356" y="946"/>
                    <a:pt x="5230" y="1009"/>
                  </a:cubicBezTo>
                  <a:lnTo>
                    <a:pt x="4883" y="631"/>
                  </a:lnTo>
                  <a:cubicBezTo>
                    <a:pt x="4820" y="583"/>
                    <a:pt x="4734" y="560"/>
                    <a:pt x="4647" y="560"/>
                  </a:cubicBezTo>
                  <a:cubicBezTo>
                    <a:pt x="4561" y="560"/>
                    <a:pt x="4474" y="583"/>
                    <a:pt x="4411" y="631"/>
                  </a:cubicBezTo>
                  <a:lnTo>
                    <a:pt x="3434" y="1639"/>
                  </a:lnTo>
                  <a:cubicBezTo>
                    <a:pt x="3308" y="1733"/>
                    <a:pt x="3308" y="1985"/>
                    <a:pt x="3434" y="2111"/>
                  </a:cubicBezTo>
                  <a:lnTo>
                    <a:pt x="3781" y="2458"/>
                  </a:lnTo>
                  <a:cubicBezTo>
                    <a:pt x="3718" y="2521"/>
                    <a:pt x="3686" y="2647"/>
                    <a:pt x="3655" y="2773"/>
                  </a:cubicBezTo>
                  <a:lnTo>
                    <a:pt x="3151" y="2773"/>
                  </a:lnTo>
                  <a:cubicBezTo>
                    <a:pt x="2930" y="2773"/>
                    <a:pt x="2773" y="2930"/>
                    <a:pt x="2773" y="3119"/>
                  </a:cubicBezTo>
                  <a:lnTo>
                    <a:pt x="2773" y="4159"/>
                  </a:lnTo>
                  <a:lnTo>
                    <a:pt x="1985" y="4159"/>
                  </a:lnTo>
                  <a:lnTo>
                    <a:pt x="1765" y="2930"/>
                  </a:lnTo>
                  <a:cubicBezTo>
                    <a:pt x="1670" y="2458"/>
                    <a:pt x="1197" y="2111"/>
                    <a:pt x="693" y="2111"/>
                  </a:cubicBezTo>
                  <a:lnTo>
                    <a:pt x="347" y="2111"/>
                  </a:lnTo>
                  <a:cubicBezTo>
                    <a:pt x="158" y="2111"/>
                    <a:pt x="0" y="2269"/>
                    <a:pt x="0" y="2458"/>
                  </a:cubicBezTo>
                  <a:cubicBezTo>
                    <a:pt x="0" y="2647"/>
                    <a:pt x="158" y="2804"/>
                    <a:pt x="347" y="2804"/>
                  </a:cubicBezTo>
                  <a:lnTo>
                    <a:pt x="693" y="2804"/>
                  </a:lnTo>
                  <a:cubicBezTo>
                    <a:pt x="882" y="2804"/>
                    <a:pt x="1103" y="2930"/>
                    <a:pt x="1103" y="3088"/>
                  </a:cubicBezTo>
                  <a:lnTo>
                    <a:pt x="2080" y="8570"/>
                  </a:lnTo>
                  <a:cubicBezTo>
                    <a:pt x="1891" y="8759"/>
                    <a:pt x="1765" y="9042"/>
                    <a:pt x="1765" y="9357"/>
                  </a:cubicBezTo>
                  <a:cubicBezTo>
                    <a:pt x="1765" y="9861"/>
                    <a:pt x="2143" y="10366"/>
                    <a:pt x="2867" y="10366"/>
                  </a:cubicBezTo>
                  <a:cubicBezTo>
                    <a:pt x="2836" y="10492"/>
                    <a:pt x="2836" y="10618"/>
                    <a:pt x="2836" y="10712"/>
                  </a:cubicBezTo>
                  <a:cubicBezTo>
                    <a:pt x="2836" y="11279"/>
                    <a:pt x="3308" y="11752"/>
                    <a:pt x="3844" y="11752"/>
                  </a:cubicBezTo>
                  <a:cubicBezTo>
                    <a:pt x="4411" y="11752"/>
                    <a:pt x="4883" y="11279"/>
                    <a:pt x="4883" y="10712"/>
                  </a:cubicBezTo>
                  <a:cubicBezTo>
                    <a:pt x="4883" y="10618"/>
                    <a:pt x="4820" y="10492"/>
                    <a:pt x="4820" y="10366"/>
                  </a:cubicBezTo>
                  <a:lnTo>
                    <a:pt x="7719" y="10366"/>
                  </a:lnTo>
                  <a:cubicBezTo>
                    <a:pt x="7656" y="10492"/>
                    <a:pt x="7656" y="10618"/>
                    <a:pt x="7656" y="10712"/>
                  </a:cubicBezTo>
                  <a:cubicBezTo>
                    <a:pt x="7656" y="11279"/>
                    <a:pt x="8129" y="11752"/>
                    <a:pt x="8696" y="11752"/>
                  </a:cubicBezTo>
                  <a:cubicBezTo>
                    <a:pt x="9231" y="11752"/>
                    <a:pt x="9735" y="11279"/>
                    <a:pt x="9735" y="10712"/>
                  </a:cubicBezTo>
                  <a:cubicBezTo>
                    <a:pt x="9735" y="10618"/>
                    <a:pt x="9672" y="10492"/>
                    <a:pt x="9672" y="10366"/>
                  </a:cubicBezTo>
                  <a:lnTo>
                    <a:pt x="10082" y="10366"/>
                  </a:lnTo>
                  <a:cubicBezTo>
                    <a:pt x="10271" y="10366"/>
                    <a:pt x="10428" y="10208"/>
                    <a:pt x="10428" y="10019"/>
                  </a:cubicBezTo>
                  <a:cubicBezTo>
                    <a:pt x="10428" y="9830"/>
                    <a:pt x="10271" y="9672"/>
                    <a:pt x="10082" y="9672"/>
                  </a:cubicBezTo>
                  <a:lnTo>
                    <a:pt x="2867" y="9672"/>
                  </a:lnTo>
                  <a:cubicBezTo>
                    <a:pt x="2678" y="9672"/>
                    <a:pt x="2521" y="9515"/>
                    <a:pt x="2521" y="9294"/>
                  </a:cubicBezTo>
                  <a:cubicBezTo>
                    <a:pt x="2521" y="9137"/>
                    <a:pt x="2678" y="8948"/>
                    <a:pt x="2867" y="8948"/>
                  </a:cubicBezTo>
                  <a:lnTo>
                    <a:pt x="10082" y="8948"/>
                  </a:lnTo>
                  <a:cubicBezTo>
                    <a:pt x="10239" y="8948"/>
                    <a:pt x="10334" y="8885"/>
                    <a:pt x="10397" y="8727"/>
                  </a:cubicBezTo>
                  <a:lnTo>
                    <a:pt x="11720" y="4663"/>
                  </a:lnTo>
                  <a:cubicBezTo>
                    <a:pt x="11783" y="4537"/>
                    <a:pt x="11720" y="4411"/>
                    <a:pt x="11689" y="4348"/>
                  </a:cubicBezTo>
                  <a:cubicBezTo>
                    <a:pt x="11563" y="4191"/>
                    <a:pt x="11405" y="4191"/>
                    <a:pt x="11279" y="4191"/>
                  </a:cubicBezTo>
                  <a:lnTo>
                    <a:pt x="10397" y="4191"/>
                  </a:lnTo>
                  <a:lnTo>
                    <a:pt x="10397" y="3119"/>
                  </a:lnTo>
                  <a:cubicBezTo>
                    <a:pt x="10397" y="2930"/>
                    <a:pt x="10239" y="2773"/>
                    <a:pt x="10019" y="2773"/>
                  </a:cubicBezTo>
                  <a:lnTo>
                    <a:pt x="9515" y="2773"/>
                  </a:lnTo>
                  <a:cubicBezTo>
                    <a:pt x="9483" y="2647"/>
                    <a:pt x="9452" y="2584"/>
                    <a:pt x="9389" y="2458"/>
                  </a:cubicBezTo>
                  <a:lnTo>
                    <a:pt x="9767" y="2080"/>
                  </a:lnTo>
                  <a:cubicBezTo>
                    <a:pt x="9861" y="1985"/>
                    <a:pt x="9861" y="1733"/>
                    <a:pt x="9767" y="1607"/>
                  </a:cubicBezTo>
                  <a:lnTo>
                    <a:pt x="8759" y="631"/>
                  </a:lnTo>
                  <a:cubicBezTo>
                    <a:pt x="8711" y="568"/>
                    <a:pt x="8625" y="536"/>
                    <a:pt x="8534" y="536"/>
                  </a:cubicBezTo>
                  <a:cubicBezTo>
                    <a:pt x="8444" y="536"/>
                    <a:pt x="8349" y="568"/>
                    <a:pt x="8286" y="631"/>
                  </a:cubicBezTo>
                  <a:lnTo>
                    <a:pt x="7939" y="1009"/>
                  </a:lnTo>
                  <a:cubicBezTo>
                    <a:pt x="7876" y="946"/>
                    <a:pt x="7750" y="914"/>
                    <a:pt x="7624" y="883"/>
                  </a:cubicBezTo>
                  <a:lnTo>
                    <a:pt x="7624" y="379"/>
                  </a:lnTo>
                  <a:cubicBezTo>
                    <a:pt x="7624" y="158"/>
                    <a:pt x="7467" y="0"/>
                    <a:pt x="727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6" name="Google Shape;12196;p140"/>
            <p:cNvSpPr/>
            <p:nvPr/>
          </p:nvSpPr>
          <p:spPr>
            <a:xfrm>
              <a:off x="-3731500" y="2458550"/>
              <a:ext cx="84300" cy="84300"/>
            </a:xfrm>
            <a:custGeom>
              <a:rect b="b" l="l" r="r" t="t"/>
              <a:pathLst>
                <a:path extrusionOk="0" h="3372" w="3372">
                  <a:moveTo>
                    <a:pt x="1701" y="631"/>
                  </a:moveTo>
                  <a:cubicBezTo>
                    <a:pt x="2237" y="631"/>
                    <a:pt x="2709" y="1103"/>
                    <a:pt x="2709" y="1639"/>
                  </a:cubicBezTo>
                  <a:cubicBezTo>
                    <a:pt x="2709" y="2206"/>
                    <a:pt x="2237" y="2679"/>
                    <a:pt x="1701" y="2679"/>
                  </a:cubicBezTo>
                  <a:cubicBezTo>
                    <a:pt x="1134" y="2679"/>
                    <a:pt x="662" y="2206"/>
                    <a:pt x="662" y="1639"/>
                  </a:cubicBezTo>
                  <a:cubicBezTo>
                    <a:pt x="662" y="1103"/>
                    <a:pt x="1134" y="631"/>
                    <a:pt x="1701" y="631"/>
                  </a:cubicBezTo>
                  <a:close/>
                  <a:moveTo>
                    <a:pt x="1701" y="1"/>
                  </a:moveTo>
                  <a:cubicBezTo>
                    <a:pt x="756" y="1"/>
                    <a:pt x="0" y="725"/>
                    <a:pt x="0" y="1702"/>
                  </a:cubicBezTo>
                  <a:cubicBezTo>
                    <a:pt x="0" y="2647"/>
                    <a:pt x="756" y="3372"/>
                    <a:pt x="1701" y="3372"/>
                  </a:cubicBezTo>
                  <a:cubicBezTo>
                    <a:pt x="2646" y="3372"/>
                    <a:pt x="3371" y="2647"/>
                    <a:pt x="3371" y="1702"/>
                  </a:cubicBezTo>
                  <a:cubicBezTo>
                    <a:pt x="3371" y="725"/>
                    <a:pt x="2646" y="1"/>
                    <a:pt x="170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97" name="Google Shape;12197;p140"/>
          <p:cNvGrpSpPr/>
          <p:nvPr/>
        </p:nvGrpSpPr>
        <p:grpSpPr>
          <a:xfrm>
            <a:off x="5178961" y="2659838"/>
            <a:ext cx="420796" cy="423033"/>
            <a:chOff x="-3852025" y="2764950"/>
            <a:chExt cx="291450" cy="293000"/>
          </a:xfrm>
        </p:grpSpPr>
        <p:sp>
          <p:nvSpPr>
            <p:cNvPr id="12198" name="Google Shape;12198;p140"/>
            <p:cNvSpPr/>
            <p:nvPr/>
          </p:nvSpPr>
          <p:spPr>
            <a:xfrm>
              <a:off x="-3852025" y="2764950"/>
              <a:ext cx="291450" cy="293000"/>
            </a:xfrm>
            <a:custGeom>
              <a:rect b="b" l="l" r="r" t="t"/>
              <a:pathLst>
                <a:path extrusionOk="0" h="11720" w="11658">
                  <a:moveTo>
                    <a:pt x="4380" y="693"/>
                  </a:moveTo>
                  <a:cubicBezTo>
                    <a:pt x="6774" y="693"/>
                    <a:pt x="8161" y="1355"/>
                    <a:pt x="8161" y="1733"/>
                  </a:cubicBezTo>
                  <a:cubicBezTo>
                    <a:pt x="8161" y="2080"/>
                    <a:pt x="6774" y="2741"/>
                    <a:pt x="4380" y="2741"/>
                  </a:cubicBezTo>
                  <a:cubicBezTo>
                    <a:pt x="1986" y="2741"/>
                    <a:pt x="599" y="2080"/>
                    <a:pt x="599" y="1733"/>
                  </a:cubicBezTo>
                  <a:cubicBezTo>
                    <a:pt x="631" y="1355"/>
                    <a:pt x="2017" y="693"/>
                    <a:pt x="4380" y="693"/>
                  </a:cubicBezTo>
                  <a:close/>
                  <a:moveTo>
                    <a:pt x="8224" y="2710"/>
                  </a:moveTo>
                  <a:lnTo>
                    <a:pt x="8224" y="4190"/>
                  </a:lnTo>
                  <a:lnTo>
                    <a:pt x="7845" y="4190"/>
                  </a:lnTo>
                  <a:cubicBezTo>
                    <a:pt x="7815" y="4189"/>
                    <a:pt x="7784" y="4189"/>
                    <a:pt x="7753" y="4189"/>
                  </a:cubicBezTo>
                  <a:cubicBezTo>
                    <a:pt x="6625" y="4189"/>
                    <a:pt x="5622" y="4748"/>
                    <a:pt x="4947" y="5545"/>
                  </a:cubicBezTo>
                  <a:cubicBezTo>
                    <a:pt x="4743" y="5555"/>
                    <a:pt x="4544" y="5560"/>
                    <a:pt x="4352" y="5560"/>
                  </a:cubicBezTo>
                  <a:cubicBezTo>
                    <a:pt x="2081" y="5560"/>
                    <a:pt x="662" y="4912"/>
                    <a:pt x="662" y="4505"/>
                  </a:cubicBezTo>
                  <a:lnTo>
                    <a:pt x="662" y="2710"/>
                  </a:lnTo>
                  <a:cubicBezTo>
                    <a:pt x="1639" y="3308"/>
                    <a:pt x="3246" y="3466"/>
                    <a:pt x="4443" y="3466"/>
                  </a:cubicBezTo>
                  <a:cubicBezTo>
                    <a:pt x="5577" y="3466"/>
                    <a:pt x="7215" y="3308"/>
                    <a:pt x="8224" y="2710"/>
                  </a:cubicBezTo>
                  <a:close/>
                  <a:moveTo>
                    <a:pt x="631" y="5514"/>
                  </a:moveTo>
                  <a:cubicBezTo>
                    <a:pt x="1639" y="6081"/>
                    <a:pt x="3309" y="6238"/>
                    <a:pt x="4474" y="6238"/>
                  </a:cubicBezTo>
                  <a:cubicBezTo>
                    <a:pt x="4222" y="6711"/>
                    <a:pt x="4065" y="7309"/>
                    <a:pt x="4065" y="7939"/>
                  </a:cubicBezTo>
                  <a:lnTo>
                    <a:pt x="4065" y="8286"/>
                  </a:lnTo>
                  <a:cubicBezTo>
                    <a:pt x="1860" y="8223"/>
                    <a:pt x="631" y="7624"/>
                    <a:pt x="631" y="7278"/>
                  </a:cubicBezTo>
                  <a:lnTo>
                    <a:pt x="631" y="5514"/>
                  </a:lnTo>
                  <a:close/>
                  <a:moveTo>
                    <a:pt x="631" y="8223"/>
                  </a:moveTo>
                  <a:cubicBezTo>
                    <a:pt x="1576" y="8759"/>
                    <a:pt x="3120" y="8979"/>
                    <a:pt x="4222" y="8979"/>
                  </a:cubicBezTo>
                  <a:cubicBezTo>
                    <a:pt x="4474" y="9798"/>
                    <a:pt x="4947" y="10460"/>
                    <a:pt x="5609" y="10964"/>
                  </a:cubicBezTo>
                  <a:cubicBezTo>
                    <a:pt x="5199" y="11005"/>
                    <a:pt x="4802" y="11024"/>
                    <a:pt x="4424" y="11024"/>
                  </a:cubicBezTo>
                  <a:cubicBezTo>
                    <a:pt x="2216" y="11024"/>
                    <a:pt x="631" y="10391"/>
                    <a:pt x="631" y="9987"/>
                  </a:cubicBezTo>
                  <a:lnTo>
                    <a:pt x="631" y="8223"/>
                  </a:lnTo>
                  <a:close/>
                  <a:moveTo>
                    <a:pt x="7814" y="4852"/>
                  </a:moveTo>
                  <a:cubicBezTo>
                    <a:pt x="9515" y="4852"/>
                    <a:pt x="10933" y="6238"/>
                    <a:pt x="10933" y="7939"/>
                  </a:cubicBezTo>
                  <a:cubicBezTo>
                    <a:pt x="10964" y="9641"/>
                    <a:pt x="9547" y="11027"/>
                    <a:pt x="7814" y="11027"/>
                  </a:cubicBezTo>
                  <a:cubicBezTo>
                    <a:pt x="6113" y="11027"/>
                    <a:pt x="4726" y="9641"/>
                    <a:pt x="4726" y="7939"/>
                  </a:cubicBezTo>
                  <a:cubicBezTo>
                    <a:pt x="4726" y="6238"/>
                    <a:pt x="6113" y="4852"/>
                    <a:pt x="7814" y="4852"/>
                  </a:cubicBezTo>
                  <a:close/>
                  <a:moveTo>
                    <a:pt x="4411" y="0"/>
                  </a:moveTo>
                  <a:cubicBezTo>
                    <a:pt x="3277" y="0"/>
                    <a:pt x="2206" y="158"/>
                    <a:pt x="1418" y="410"/>
                  </a:cubicBezTo>
                  <a:cubicBezTo>
                    <a:pt x="253" y="819"/>
                    <a:pt x="1" y="1323"/>
                    <a:pt x="1" y="1733"/>
                  </a:cubicBezTo>
                  <a:lnTo>
                    <a:pt x="1" y="9987"/>
                  </a:lnTo>
                  <a:cubicBezTo>
                    <a:pt x="1" y="10334"/>
                    <a:pt x="253" y="10901"/>
                    <a:pt x="1418" y="11279"/>
                  </a:cubicBezTo>
                  <a:cubicBezTo>
                    <a:pt x="2269" y="11562"/>
                    <a:pt x="3309" y="11720"/>
                    <a:pt x="4411" y="11720"/>
                  </a:cubicBezTo>
                  <a:cubicBezTo>
                    <a:pt x="5199" y="11720"/>
                    <a:pt x="5955" y="11657"/>
                    <a:pt x="6617" y="11531"/>
                  </a:cubicBezTo>
                  <a:cubicBezTo>
                    <a:pt x="7026" y="11657"/>
                    <a:pt x="7404" y="11720"/>
                    <a:pt x="7845" y="11720"/>
                  </a:cubicBezTo>
                  <a:cubicBezTo>
                    <a:pt x="9925" y="11720"/>
                    <a:pt x="11658" y="10019"/>
                    <a:pt x="11658" y="7939"/>
                  </a:cubicBezTo>
                  <a:cubicBezTo>
                    <a:pt x="11626" y="6175"/>
                    <a:pt x="10397" y="4757"/>
                    <a:pt x="8822" y="4316"/>
                  </a:cubicBezTo>
                  <a:lnTo>
                    <a:pt x="8822" y="1733"/>
                  </a:lnTo>
                  <a:cubicBezTo>
                    <a:pt x="8822" y="1355"/>
                    <a:pt x="8602" y="819"/>
                    <a:pt x="7404" y="410"/>
                  </a:cubicBezTo>
                  <a:cubicBezTo>
                    <a:pt x="6585" y="158"/>
                    <a:pt x="5514" y="0"/>
                    <a:pt x="441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9" name="Google Shape;12199;p140"/>
            <p:cNvSpPr/>
            <p:nvPr/>
          </p:nvSpPr>
          <p:spPr>
            <a:xfrm>
              <a:off x="-3707100" y="2937425"/>
              <a:ext cx="103200" cy="67775"/>
            </a:xfrm>
            <a:custGeom>
              <a:rect b="b" l="l" r="r" t="t"/>
              <a:pathLst>
                <a:path extrusionOk="0" h="2711" w="4128">
                  <a:moveTo>
                    <a:pt x="3785" y="1"/>
                  </a:moveTo>
                  <a:cubicBezTo>
                    <a:pt x="3695" y="1"/>
                    <a:pt x="3608" y="32"/>
                    <a:pt x="3561" y="95"/>
                  </a:cubicBezTo>
                  <a:lnTo>
                    <a:pt x="1733" y="1923"/>
                  </a:lnTo>
                  <a:lnTo>
                    <a:pt x="599" y="757"/>
                  </a:lnTo>
                  <a:cubicBezTo>
                    <a:pt x="536" y="710"/>
                    <a:pt x="450" y="686"/>
                    <a:pt x="363" y="686"/>
                  </a:cubicBezTo>
                  <a:cubicBezTo>
                    <a:pt x="276" y="686"/>
                    <a:pt x="190" y="710"/>
                    <a:pt x="127" y="757"/>
                  </a:cubicBezTo>
                  <a:cubicBezTo>
                    <a:pt x="1" y="883"/>
                    <a:pt x="1" y="1135"/>
                    <a:pt x="127" y="1229"/>
                  </a:cubicBezTo>
                  <a:lnTo>
                    <a:pt x="1513" y="2616"/>
                  </a:lnTo>
                  <a:cubicBezTo>
                    <a:pt x="1560" y="2679"/>
                    <a:pt x="1647" y="2710"/>
                    <a:pt x="1737" y="2710"/>
                  </a:cubicBezTo>
                  <a:cubicBezTo>
                    <a:pt x="1828" y="2710"/>
                    <a:pt x="1922" y="2679"/>
                    <a:pt x="1985" y="2616"/>
                  </a:cubicBezTo>
                  <a:lnTo>
                    <a:pt x="4033" y="568"/>
                  </a:lnTo>
                  <a:cubicBezTo>
                    <a:pt x="4128" y="442"/>
                    <a:pt x="4128" y="221"/>
                    <a:pt x="4033" y="95"/>
                  </a:cubicBezTo>
                  <a:cubicBezTo>
                    <a:pt x="3970" y="32"/>
                    <a:pt x="3876" y="1"/>
                    <a:pt x="378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00" name="Google Shape;12200;p140"/>
          <p:cNvSpPr/>
          <p:nvPr/>
        </p:nvSpPr>
        <p:spPr>
          <a:xfrm>
            <a:off x="7900991" y="1681753"/>
            <a:ext cx="421914" cy="319549"/>
          </a:xfrm>
          <a:custGeom>
            <a:rect b="b" l="l" r="r" t="t"/>
            <a:pathLst>
              <a:path extrusionOk="0" h="8853" w="11689">
                <a:moveTo>
                  <a:pt x="1040" y="2709"/>
                </a:moveTo>
                <a:cubicBezTo>
                  <a:pt x="1229" y="2709"/>
                  <a:pt x="1386" y="2867"/>
                  <a:pt x="1386" y="3056"/>
                </a:cubicBezTo>
                <a:lnTo>
                  <a:pt x="1386" y="5828"/>
                </a:lnTo>
                <a:cubicBezTo>
                  <a:pt x="1386" y="6017"/>
                  <a:pt x="1229" y="6175"/>
                  <a:pt x="1040" y="6175"/>
                </a:cubicBezTo>
                <a:cubicBezTo>
                  <a:pt x="819" y="6175"/>
                  <a:pt x="662" y="6017"/>
                  <a:pt x="662" y="5828"/>
                </a:cubicBezTo>
                <a:lnTo>
                  <a:pt x="662" y="3056"/>
                </a:lnTo>
                <a:cubicBezTo>
                  <a:pt x="662" y="2867"/>
                  <a:pt x="819" y="2709"/>
                  <a:pt x="1040" y="2709"/>
                </a:cubicBezTo>
                <a:close/>
                <a:moveTo>
                  <a:pt x="9641" y="1449"/>
                </a:moveTo>
                <a:lnTo>
                  <a:pt x="9641" y="7435"/>
                </a:lnTo>
                <a:lnTo>
                  <a:pt x="2079" y="5545"/>
                </a:lnTo>
                <a:lnTo>
                  <a:pt x="2079" y="3340"/>
                </a:lnTo>
                <a:lnTo>
                  <a:pt x="9641" y="1449"/>
                </a:lnTo>
                <a:close/>
                <a:moveTo>
                  <a:pt x="3466" y="6616"/>
                </a:moveTo>
                <a:lnTo>
                  <a:pt x="6112" y="7278"/>
                </a:lnTo>
                <a:cubicBezTo>
                  <a:pt x="5954" y="7845"/>
                  <a:pt x="5450" y="8223"/>
                  <a:pt x="4820" y="8223"/>
                </a:cubicBezTo>
                <a:cubicBezTo>
                  <a:pt x="4064" y="8223"/>
                  <a:pt x="3434" y="7593"/>
                  <a:pt x="3434" y="6837"/>
                </a:cubicBezTo>
                <a:cubicBezTo>
                  <a:pt x="3434" y="6774"/>
                  <a:pt x="3434" y="6679"/>
                  <a:pt x="3466" y="6616"/>
                </a:cubicBezTo>
                <a:close/>
                <a:moveTo>
                  <a:pt x="10680" y="662"/>
                </a:moveTo>
                <a:cubicBezTo>
                  <a:pt x="10869" y="662"/>
                  <a:pt x="11027" y="819"/>
                  <a:pt x="11027" y="1008"/>
                </a:cubicBezTo>
                <a:lnTo>
                  <a:pt x="11027" y="7876"/>
                </a:lnTo>
                <a:cubicBezTo>
                  <a:pt x="11027" y="8065"/>
                  <a:pt x="10869" y="8223"/>
                  <a:pt x="10680" y="8223"/>
                </a:cubicBezTo>
                <a:cubicBezTo>
                  <a:pt x="10491" y="8223"/>
                  <a:pt x="10334" y="8065"/>
                  <a:pt x="10334" y="7876"/>
                </a:cubicBezTo>
                <a:lnTo>
                  <a:pt x="10334" y="1008"/>
                </a:lnTo>
                <a:cubicBezTo>
                  <a:pt x="10334" y="819"/>
                  <a:pt x="10491" y="662"/>
                  <a:pt x="10680" y="662"/>
                </a:cubicBezTo>
                <a:close/>
                <a:moveTo>
                  <a:pt x="10680" y="0"/>
                </a:moveTo>
                <a:cubicBezTo>
                  <a:pt x="10208" y="0"/>
                  <a:pt x="9798" y="315"/>
                  <a:pt x="9704" y="756"/>
                </a:cubicBezTo>
                <a:lnTo>
                  <a:pt x="1985" y="2678"/>
                </a:lnTo>
                <a:cubicBezTo>
                  <a:pt x="1827" y="2331"/>
                  <a:pt x="1449" y="2048"/>
                  <a:pt x="1040" y="2048"/>
                </a:cubicBezTo>
                <a:cubicBezTo>
                  <a:pt x="473" y="2048"/>
                  <a:pt x="0" y="2520"/>
                  <a:pt x="0" y="3056"/>
                </a:cubicBezTo>
                <a:lnTo>
                  <a:pt x="0" y="5828"/>
                </a:lnTo>
                <a:cubicBezTo>
                  <a:pt x="0" y="6364"/>
                  <a:pt x="473" y="6837"/>
                  <a:pt x="1040" y="6837"/>
                </a:cubicBezTo>
                <a:cubicBezTo>
                  <a:pt x="1449" y="6837"/>
                  <a:pt x="1827" y="6616"/>
                  <a:pt x="1985" y="6206"/>
                </a:cubicBezTo>
                <a:lnTo>
                  <a:pt x="2804" y="6427"/>
                </a:lnTo>
                <a:cubicBezTo>
                  <a:pt x="2772" y="6522"/>
                  <a:pt x="2772" y="6679"/>
                  <a:pt x="2772" y="6805"/>
                </a:cubicBezTo>
                <a:cubicBezTo>
                  <a:pt x="2772" y="7939"/>
                  <a:pt x="3655" y="8853"/>
                  <a:pt x="4820" y="8853"/>
                </a:cubicBezTo>
                <a:cubicBezTo>
                  <a:pt x="5324" y="8853"/>
                  <a:pt x="5828" y="8664"/>
                  <a:pt x="6175" y="8317"/>
                </a:cubicBezTo>
                <a:cubicBezTo>
                  <a:pt x="6459" y="8065"/>
                  <a:pt x="6648" y="7719"/>
                  <a:pt x="6774" y="7341"/>
                </a:cubicBezTo>
                <a:lnTo>
                  <a:pt x="9704" y="8065"/>
                </a:lnTo>
                <a:cubicBezTo>
                  <a:pt x="9798" y="8506"/>
                  <a:pt x="10208" y="8821"/>
                  <a:pt x="10680" y="8821"/>
                </a:cubicBezTo>
                <a:cubicBezTo>
                  <a:pt x="11216" y="8821"/>
                  <a:pt x="11688" y="8349"/>
                  <a:pt x="11688" y="7782"/>
                </a:cubicBezTo>
                <a:lnTo>
                  <a:pt x="11688" y="945"/>
                </a:lnTo>
                <a:cubicBezTo>
                  <a:pt x="11688" y="473"/>
                  <a:pt x="11279" y="0"/>
                  <a:pt x="1068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1" name="Google Shape;12201;p140"/>
          <p:cNvSpPr/>
          <p:nvPr/>
        </p:nvSpPr>
        <p:spPr>
          <a:xfrm>
            <a:off x="7900991" y="2140284"/>
            <a:ext cx="421914" cy="420759"/>
          </a:xfrm>
          <a:custGeom>
            <a:rect b="b" l="l" r="r" t="t"/>
            <a:pathLst>
              <a:path extrusionOk="0" h="11657" w="11689">
                <a:moveTo>
                  <a:pt x="5860" y="662"/>
                </a:moveTo>
                <a:cubicBezTo>
                  <a:pt x="6080" y="662"/>
                  <a:pt x="6238" y="851"/>
                  <a:pt x="6238" y="1040"/>
                </a:cubicBezTo>
                <a:lnTo>
                  <a:pt x="6238" y="1386"/>
                </a:lnTo>
                <a:lnTo>
                  <a:pt x="756" y="1386"/>
                </a:lnTo>
                <a:lnTo>
                  <a:pt x="756" y="1040"/>
                </a:lnTo>
                <a:cubicBezTo>
                  <a:pt x="725" y="851"/>
                  <a:pt x="882" y="662"/>
                  <a:pt x="1071" y="662"/>
                </a:cubicBezTo>
                <a:close/>
                <a:moveTo>
                  <a:pt x="6175" y="2048"/>
                </a:moveTo>
                <a:lnTo>
                  <a:pt x="6175" y="3686"/>
                </a:lnTo>
                <a:cubicBezTo>
                  <a:pt x="5639" y="3686"/>
                  <a:pt x="5198" y="4096"/>
                  <a:pt x="5198" y="4663"/>
                </a:cubicBezTo>
                <a:cubicBezTo>
                  <a:pt x="4820" y="4694"/>
                  <a:pt x="4505" y="4883"/>
                  <a:pt x="4348" y="5261"/>
                </a:cubicBezTo>
                <a:lnTo>
                  <a:pt x="3592" y="4505"/>
                </a:lnTo>
                <a:cubicBezTo>
                  <a:pt x="3403" y="4300"/>
                  <a:pt x="3135" y="4198"/>
                  <a:pt x="2867" y="4198"/>
                </a:cubicBezTo>
                <a:cubicBezTo>
                  <a:pt x="2599" y="4198"/>
                  <a:pt x="2331" y="4300"/>
                  <a:pt x="2142" y="4505"/>
                </a:cubicBezTo>
                <a:cubicBezTo>
                  <a:pt x="1733" y="4883"/>
                  <a:pt x="1733" y="5576"/>
                  <a:pt x="2142" y="5954"/>
                </a:cubicBezTo>
                <a:lnTo>
                  <a:pt x="4505" y="8317"/>
                </a:lnTo>
                <a:lnTo>
                  <a:pt x="4316" y="8317"/>
                </a:lnTo>
                <a:cubicBezTo>
                  <a:pt x="3875" y="8317"/>
                  <a:pt x="3466" y="8601"/>
                  <a:pt x="3308" y="9042"/>
                </a:cubicBezTo>
                <a:lnTo>
                  <a:pt x="725" y="9042"/>
                </a:lnTo>
                <a:lnTo>
                  <a:pt x="725" y="8979"/>
                </a:lnTo>
                <a:lnTo>
                  <a:pt x="725" y="2048"/>
                </a:lnTo>
                <a:close/>
                <a:moveTo>
                  <a:pt x="7640" y="3907"/>
                </a:moveTo>
                <a:cubicBezTo>
                  <a:pt x="7727" y="3907"/>
                  <a:pt x="7813" y="3938"/>
                  <a:pt x="7876" y="4001"/>
                </a:cubicBezTo>
                <a:lnTo>
                  <a:pt x="8664" y="4789"/>
                </a:lnTo>
                <a:cubicBezTo>
                  <a:pt x="9325" y="5450"/>
                  <a:pt x="9861" y="6238"/>
                  <a:pt x="10113" y="7026"/>
                </a:cubicBezTo>
                <a:lnTo>
                  <a:pt x="7530" y="9609"/>
                </a:lnTo>
                <a:lnTo>
                  <a:pt x="4222" y="9609"/>
                </a:lnTo>
                <a:cubicBezTo>
                  <a:pt x="4033" y="9609"/>
                  <a:pt x="3875" y="9451"/>
                  <a:pt x="3875" y="9262"/>
                </a:cubicBezTo>
                <a:cubicBezTo>
                  <a:pt x="3875" y="9073"/>
                  <a:pt x="4033" y="8916"/>
                  <a:pt x="4222" y="8916"/>
                </a:cubicBezTo>
                <a:lnTo>
                  <a:pt x="5230" y="8916"/>
                </a:lnTo>
                <a:cubicBezTo>
                  <a:pt x="5387" y="8916"/>
                  <a:pt x="5513" y="8821"/>
                  <a:pt x="5545" y="8695"/>
                </a:cubicBezTo>
                <a:cubicBezTo>
                  <a:pt x="5608" y="8601"/>
                  <a:pt x="5608" y="8443"/>
                  <a:pt x="5482" y="8349"/>
                </a:cubicBezTo>
                <a:lnTo>
                  <a:pt x="2520" y="5387"/>
                </a:lnTo>
                <a:cubicBezTo>
                  <a:pt x="2394" y="5293"/>
                  <a:pt x="2394" y="5041"/>
                  <a:pt x="2520" y="4915"/>
                </a:cubicBezTo>
                <a:cubicBezTo>
                  <a:pt x="2583" y="4868"/>
                  <a:pt x="2670" y="4844"/>
                  <a:pt x="2757" y="4844"/>
                </a:cubicBezTo>
                <a:cubicBezTo>
                  <a:pt x="2843" y="4844"/>
                  <a:pt x="2930" y="4868"/>
                  <a:pt x="2993" y="4915"/>
                </a:cubicBezTo>
                <a:lnTo>
                  <a:pt x="4442" y="6395"/>
                </a:lnTo>
                <a:lnTo>
                  <a:pt x="5450" y="7372"/>
                </a:lnTo>
                <a:cubicBezTo>
                  <a:pt x="5498" y="7435"/>
                  <a:pt x="5584" y="7467"/>
                  <a:pt x="5675" y="7467"/>
                </a:cubicBezTo>
                <a:cubicBezTo>
                  <a:pt x="5765" y="7467"/>
                  <a:pt x="5860" y="7435"/>
                  <a:pt x="5923" y="7372"/>
                </a:cubicBezTo>
                <a:cubicBezTo>
                  <a:pt x="6017" y="7246"/>
                  <a:pt x="6017" y="7026"/>
                  <a:pt x="5923" y="6900"/>
                </a:cubicBezTo>
                <a:lnTo>
                  <a:pt x="4915" y="5923"/>
                </a:lnTo>
                <a:cubicBezTo>
                  <a:pt x="4820" y="5797"/>
                  <a:pt x="4820" y="5545"/>
                  <a:pt x="4915" y="5450"/>
                </a:cubicBezTo>
                <a:cubicBezTo>
                  <a:pt x="4978" y="5387"/>
                  <a:pt x="5072" y="5356"/>
                  <a:pt x="5163" y="5356"/>
                </a:cubicBezTo>
                <a:cubicBezTo>
                  <a:pt x="5253" y="5356"/>
                  <a:pt x="5340" y="5387"/>
                  <a:pt x="5387" y="5450"/>
                </a:cubicBezTo>
                <a:lnTo>
                  <a:pt x="6396" y="6427"/>
                </a:lnTo>
                <a:cubicBezTo>
                  <a:pt x="6443" y="6490"/>
                  <a:pt x="6529" y="6522"/>
                  <a:pt x="6620" y="6522"/>
                </a:cubicBezTo>
                <a:cubicBezTo>
                  <a:pt x="6711" y="6522"/>
                  <a:pt x="6805" y="6490"/>
                  <a:pt x="6868" y="6427"/>
                </a:cubicBezTo>
                <a:cubicBezTo>
                  <a:pt x="6963" y="6301"/>
                  <a:pt x="6963" y="6080"/>
                  <a:pt x="6868" y="5954"/>
                </a:cubicBezTo>
                <a:lnTo>
                  <a:pt x="5860" y="4978"/>
                </a:lnTo>
                <a:cubicBezTo>
                  <a:pt x="5765" y="4852"/>
                  <a:pt x="5765" y="4631"/>
                  <a:pt x="5860" y="4505"/>
                </a:cubicBezTo>
                <a:cubicBezTo>
                  <a:pt x="5923" y="4442"/>
                  <a:pt x="6017" y="4411"/>
                  <a:pt x="6108" y="4411"/>
                </a:cubicBezTo>
                <a:cubicBezTo>
                  <a:pt x="6199" y="4411"/>
                  <a:pt x="6285" y="4442"/>
                  <a:pt x="6333" y="4505"/>
                </a:cubicBezTo>
                <a:lnTo>
                  <a:pt x="7341" y="5482"/>
                </a:lnTo>
                <a:cubicBezTo>
                  <a:pt x="7388" y="5545"/>
                  <a:pt x="7475" y="5576"/>
                  <a:pt x="7565" y="5576"/>
                </a:cubicBezTo>
                <a:cubicBezTo>
                  <a:pt x="7656" y="5576"/>
                  <a:pt x="7750" y="5545"/>
                  <a:pt x="7813" y="5482"/>
                </a:cubicBezTo>
                <a:cubicBezTo>
                  <a:pt x="7908" y="5356"/>
                  <a:pt x="7908" y="5135"/>
                  <a:pt x="7813" y="5009"/>
                </a:cubicBezTo>
                <a:lnTo>
                  <a:pt x="7341" y="4537"/>
                </a:lnTo>
                <a:cubicBezTo>
                  <a:pt x="7278" y="4348"/>
                  <a:pt x="7278" y="4096"/>
                  <a:pt x="7404" y="4001"/>
                </a:cubicBezTo>
                <a:cubicBezTo>
                  <a:pt x="7467" y="3938"/>
                  <a:pt x="7553" y="3907"/>
                  <a:pt x="7640" y="3907"/>
                </a:cubicBezTo>
                <a:close/>
                <a:moveTo>
                  <a:pt x="10554" y="7624"/>
                </a:moveTo>
                <a:lnTo>
                  <a:pt x="10806" y="7845"/>
                </a:lnTo>
                <a:cubicBezTo>
                  <a:pt x="10964" y="8002"/>
                  <a:pt x="10964" y="8191"/>
                  <a:pt x="10806" y="8317"/>
                </a:cubicBezTo>
                <a:lnTo>
                  <a:pt x="8853" y="10239"/>
                </a:lnTo>
                <a:cubicBezTo>
                  <a:pt x="8806" y="10302"/>
                  <a:pt x="8719" y="10334"/>
                  <a:pt x="8628" y="10334"/>
                </a:cubicBezTo>
                <a:cubicBezTo>
                  <a:pt x="8538" y="10334"/>
                  <a:pt x="8443" y="10302"/>
                  <a:pt x="8380" y="10239"/>
                </a:cubicBezTo>
                <a:lnTo>
                  <a:pt x="8160" y="10019"/>
                </a:lnTo>
                <a:lnTo>
                  <a:pt x="10554" y="7624"/>
                </a:lnTo>
                <a:close/>
                <a:moveTo>
                  <a:pt x="3277" y="9672"/>
                </a:moveTo>
                <a:cubicBezTo>
                  <a:pt x="3434" y="10050"/>
                  <a:pt x="3781" y="10334"/>
                  <a:pt x="4222" y="10334"/>
                </a:cubicBezTo>
                <a:lnTo>
                  <a:pt x="6143" y="10334"/>
                </a:lnTo>
                <a:lnTo>
                  <a:pt x="6143" y="10680"/>
                </a:lnTo>
                <a:lnTo>
                  <a:pt x="6175" y="10680"/>
                </a:lnTo>
                <a:cubicBezTo>
                  <a:pt x="6175" y="10869"/>
                  <a:pt x="6017" y="11027"/>
                  <a:pt x="5828" y="11027"/>
                </a:cubicBezTo>
                <a:lnTo>
                  <a:pt x="1040" y="11027"/>
                </a:lnTo>
                <a:cubicBezTo>
                  <a:pt x="819" y="11027"/>
                  <a:pt x="662" y="10869"/>
                  <a:pt x="662" y="10680"/>
                </a:cubicBezTo>
                <a:lnTo>
                  <a:pt x="662" y="9672"/>
                </a:lnTo>
                <a:close/>
                <a:moveTo>
                  <a:pt x="1040" y="0"/>
                </a:moveTo>
                <a:cubicBezTo>
                  <a:pt x="473" y="0"/>
                  <a:pt x="0" y="473"/>
                  <a:pt x="0" y="1040"/>
                </a:cubicBezTo>
                <a:lnTo>
                  <a:pt x="0" y="10649"/>
                </a:lnTo>
                <a:cubicBezTo>
                  <a:pt x="0" y="11184"/>
                  <a:pt x="473" y="11657"/>
                  <a:pt x="1040" y="11657"/>
                </a:cubicBezTo>
                <a:lnTo>
                  <a:pt x="5828" y="11657"/>
                </a:lnTo>
                <a:cubicBezTo>
                  <a:pt x="6396" y="11657"/>
                  <a:pt x="6868" y="11184"/>
                  <a:pt x="6868" y="10649"/>
                </a:cubicBezTo>
                <a:lnTo>
                  <a:pt x="6868" y="10334"/>
                </a:lnTo>
                <a:lnTo>
                  <a:pt x="7467" y="10334"/>
                </a:lnTo>
                <a:lnTo>
                  <a:pt x="7876" y="10775"/>
                </a:lnTo>
                <a:cubicBezTo>
                  <a:pt x="8081" y="10964"/>
                  <a:pt x="8349" y="11058"/>
                  <a:pt x="8613" y="11058"/>
                </a:cubicBezTo>
                <a:cubicBezTo>
                  <a:pt x="8877" y="11058"/>
                  <a:pt x="9136" y="10964"/>
                  <a:pt x="9325" y="10775"/>
                </a:cubicBezTo>
                <a:lnTo>
                  <a:pt x="11279" y="8821"/>
                </a:lnTo>
                <a:cubicBezTo>
                  <a:pt x="11688" y="8443"/>
                  <a:pt x="11688" y="7782"/>
                  <a:pt x="11310" y="7372"/>
                </a:cubicBezTo>
                <a:lnTo>
                  <a:pt x="10869" y="6931"/>
                </a:lnTo>
                <a:cubicBezTo>
                  <a:pt x="10554" y="6080"/>
                  <a:pt x="10082" y="5261"/>
                  <a:pt x="9420" y="4505"/>
                </a:cubicBezTo>
                <a:lnTo>
                  <a:pt x="8380" y="3466"/>
                </a:lnTo>
                <a:cubicBezTo>
                  <a:pt x="8191" y="3277"/>
                  <a:pt x="7931" y="3182"/>
                  <a:pt x="7668" y="3182"/>
                </a:cubicBezTo>
                <a:cubicBezTo>
                  <a:pt x="7404" y="3182"/>
                  <a:pt x="7136" y="3277"/>
                  <a:pt x="6931" y="3466"/>
                </a:cubicBezTo>
                <a:lnTo>
                  <a:pt x="6868" y="3560"/>
                </a:lnTo>
                <a:lnTo>
                  <a:pt x="6868" y="1040"/>
                </a:lnTo>
                <a:cubicBezTo>
                  <a:pt x="6868" y="473"/>
                  <a:pt x="6396" y="0"/>
                  <a:pt x="582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202" name="Google Shape;12202;p140"/>
          <p:cNvGrpSpPr/>
          <p:nvPr/>
        </p:nvGrpSpPr>
        <p:grpSpPr>
          <a:xfrm>
            <a:off x="7901550" y="2660398"/>
            <a:ext cx="420796" cy="421914"/>
            <a:chOff x="-2060175" y="2768875"/>
            <a:chExt cx="291450" cy="292225"/>
          </a:xfrm>
        </p:grpSpPr>
        <p:sp>
          <p:nvSpPr>
            <p:cNvPr id="12203" name="Google Shape;12203;p140"/>
            <p:cNvSpPr/>
            <p:nvPr/>
          </p:nvSpPr>
          <p:spPr>
            <a:xfrm>
              <a:off x="-2060175" y="2768875"/>
              <a:ext cx="291450" cy="292225"/>
            </a:xfrm>
            <a:custGeom>
              <a:rect b="b" l="l" r="r" t="t"/>
              <a:pathLst>
                <a:path extrusionOk="0" h="11689" w="11658">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4" name="Google Shape;12204;p140"/>
            <p:cNvSpPr/>
            <p:nvPr/>
          </p:nvSpPr>
          <p:spPr>
            <a:xfrm>
              <a:off x="-2008975" y="2855525"/>
              <a:ext cx="189050" cy="84500"/>
            </a:xfrm>
            <a:custGeom>
              <a:rect b="b" l="l" r="r" t="t"/>
              <a:pathLst>
                <a:path extrusionOk="0" h="3380" w="7562">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05" name="Google Shape;12205;p140"/>
          <p:cNvGrpSpPr/>
          <p:nvPr/>
        </p:nvGrpSpPr>
        <p:grpSpPr>
          <a:xfrm>
            <a:off x="1915160" y="3232071"/>
            <a:ext cx="421914" cy="420796"/>
            <a:chOff x="-937025" y="2064750"/>
            <a:chExt cx="292225" cy="291450"/>
          </a:xfrm>
        </p:grpSpPr>
        <p:sp>
          <p:nvSpPr>
            <p:cNvPr id="12206" name="Google Shape;12206;p140"/>
            <p:cNvSpPr/>
            <p:nvPr/>
          </p:nvSpPr>
          <p:spPr>
            <a:xfrm>
              <a:off x="-834625" y="2134850"/>
              <a:ext cx="86650" cy="85075"/>
            </a:xfrm>
            <a:custGeom>
              <a:rect b="b" l="l" r="r" t="t"/>
              <a:pathLst>
                <a:path extrusionOk="0" h="3403" w="3466">
                  <a:moveTo>
                    <a:pt x="1702" y="599"/>
                  </a:moveTo>
                  <a:cubicBezTo>
                    <a:pt x="1922" y="599"/>
                    <a:pt x="2080" y="788"/>
                    <a:pt x="2080" y="977"/>
                  </a:cubicBezTo>
                  <a:cubicBezTo>
                    <a:pt x="2080" y="1166"/>
                    <a:pt x="1922" y="1324"/>
                    <a:pt x="1702" y="1324"/>
                  </a:cubicBezTo>
                  <a:cubicBezTo>
                    <a:pt x="1512" y="1324"/>
                    <a:pt x="1355" y="1166"/>
                    <a:pt x="1355" y="977"/>
                  </a:cubicBezTo>
                  <a:cubicBezTo>
                    <a:pt x="1355" y="788"/>
                    <a:pt x="1512" y="599"/>
                    <a:pt x="1702" y="599"/>
                  </a:cubicBezTo>
                  <a:close/>
                  <a:moveTo>
                    <a:pt x="1765" y="2048"/>
                  </a:moveTo>
                  <a:cubicBezTo>
                    <a:pt x="2174" y="2048"/>
                    <a:pt x="2584" y="2300"/>
                    <a:pt x="2741" y="2710"/>
                  </a:cubicBezTo>
                  <a:lnTo>
                    <a:pt x="756" y="2710"/>
                  </a:lnTo>
                  <a:cubicBezTo>
                    <a:pt x="914" y="2300"/>
                    <a:pt x="1292" y="2048"/>
                    <a:pt x="1765" y="2048"/>
                  </a:cubicBezTo>
                  <a:close/>
                  <a:moveTo>
                    <a:pt x="1702" y="0"/>
                  </a:moveTo>
                  <a:cubicBezTo>
                    <a:pt x="1166" y="0"/>
                    <a:pt x="693" y="441"/>
                    <a:pt x="693" y="1009"/>
                  </a:cubicBezTo>
                  <a:cubicBezTo>
                    <a:pt x="693" y="1198"/>
                    <a:pt x="788" y="1387"/>
                    <a:pt x="851" y="1576"/>
                  </a:cubicBezTo>
                  <a:cubicBezTo>
                    <a:pt x="347" y="1891"/>
                    <a:pt x="0" y="2426"/>
                    <a:pt x="0" y="3056"/>
                  </a:cubicBezTo>
                  <a:cubicBezTo>
                    <a:pt x="0" y="3245"/>
                    <a:pt x="158" y="3403"/>
                    <a:pt x="347" y="3403"/>
                  </a:cubicBezTo>
                  <a:lnTo>
                    <a:pt x="3088" y="3403"/>
                  </a:lnTo>
                  <a:cubicBezTo>
                    <a:pt x="3308" y="3403"/>
                    <a:pt x="3466" y="3245"/>
                    <a:pt x="3466" y="3056"/>
                  </a:cubicBezTo>
                  <a:cubicBezTo>
                    <a:pt x="3434" y="2426"/>
                    <a:pt x="3088" y="1828"/>
                    <a:pt x="2584" y="1576"/>
                  </a:cubicBezTo>
                  <a:cubicBezTo>
                    <a:pt x="2710" y="1387"/>
                    <a:pt x="2741" y="1198"/>
                    <a:pt x="2741" y="1009"/>
                  </a:cubicBezTo>
                  <a:cubicBezTo>
                    <a:pt x="2741" y="441"/>
                    <a:pt x="2269" y="0"/>
                    <a:pt x="170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7" name="Google Shape;12207;p140"/>
            <p:cNvSpPr/>
            <p:nvPr/>
          </p:nvSpPr>
          <p:spPr>
            <a:xfrm>
              <a:off x="-936225" y="2304975"/>
              <a:ext cx="289850" cy="51225"/>
            </a:xfrm>
            <a:custGeom>
              <a:rect b="b" l="l" r="r" t="t"/>
              <a:pathLst>
                <a:path extrusionOk="0" h="2049" w="11594">
                  <a:moveTo>
                    <a:pt x="3056" y="662"/>
                  </a:moveTo>
                  <a:cubicBezTo>
                    <a:pt x="3277" y="662"/>
                    <a:pt x="3434" y="820"/>
                    <a:pt x="3434" y="1009"/>
                  </a:cubicBezTo>
                  <a:cubicBezTo>
                    <a:pt x="3434" y="1229"/>
                    <a:pt x="3277" y="1387"/>
                    <a:pt x="3056" y="1387"/>
                  </a:cubicBezTo>
                  <a:lnTo>
                    <a:pt x="1008" y="1387"/>
                  </a:lnTo>
                  <a:cubicBezTo>
                    <a:pt x="819" y="1387"/>
                    <a:pt x="662" y="1229"/>
                    <a:pt x="662" y="1009"/>
                  </a:cubicBezTo>
                  <a:cubicBezTo>
                    <a:pt x="662" y="820"/>
                    <a:pt x="819" y="662"/>
                    <a:pt x="1008" y="662"/>
                  </a:cubicBezTo>
                  <a:close/>
                  <a:moveTo>
                    <a:pt x="10586" y="693"/>
                  </a:moveTo>
                  <a:cubicBezTo>
                    <a:pt x="10775" y="693"/>
                    <a:pt x="10932" y="851"/>
                    <a:pt x="10932" y="1072"/>
                  </a:cubicBezTo>
                  <a:cubicBezTo>
                    <a:pt x="10901" y="1229"/>
                    <a:pt x="10775" y="1387"/>
                    <a:pt x="10586" y="1387"/>
                  </a:cubicBezTo>
                  <a:lnTo>
                    <a:pt x="4001" y="1387"/>
                  </a:lnTo>
                  <a:cubicBezTo>
                    <a:pt x="4096" y="1166"/>
                    <a:pt x="4096" y="914"/>
                    <a:pt x="4001" y="693"/>
                  </a:cubicBezTo>
                  <a:close/>
                  <a:moveTo>
                    <a:pt x="1008" y="0"/>
                  </a:moveTo>
                  <a:cubicBezTo>
                    <a:pt x="473" y="0"/>
                    <a:pt x="0" y="473"/>
                    <a:pt x="0" y="1009"/>
                  </a:cubicBezTo>
                  <a:cubicBezTo>
                    <a:pt x="0" y="1576"/>
                    <a:pt x="473" y="2048"/>
                    <a:pt x="1008" y="2048"/>
                  </a:cubicBezTo>
                  <a:lnTo>
                    <a:pt x="10586" y="2048"/>
                  </a:lnTo>
                  <a:cubicBezTo>
                    <a:pt x="11121" y="2048"/>
                    <a:pt x="11594" y="1576"/>
                    <a:pt x="11594" y="1009"/>
                  </a:cubicBezTo>
                  <a:cubicBezTo>
                    <a:pt x="11594" y="473"/>
                    <a:pt x="11121" y="0"/>
                    <a:pt x="1058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8" name="Google Shape;12208;p140"/>
            <p:cNvSpPr/>
            <p:nvPr/>
          </p:nvSpPr>
          <p:spPr>
            <a:xfrm>
              <a:off x="-937025" y="2064750"/>
              <a:ext cx="292225" cy="223125"/>
            </a:xfrm>
            <a:custGeom>
              <a:rect b="b" l="l" r="r" t="t"/>
              <a:pathLst>
                <a:path extrusionOk="0" h="8925" w="11689">
                  <a:moveTo>
                    <a:pt x="3813" y="662"/>
                  </a:moveTo>
                  <a:cubicBezTo>
                    <a:pt x="4002" y="662"/>
                    <a:pt x="4159" y="820"/>
                    <a:pt x="4159" y="1009"/>
                  </a:cubicBezTo>
                  <a:lnTo>
                    <a:pt x="4159" y="1355"/>
                  </a:lnTo>
                  <a:lnTo>
                    <a:pt x="3813" y="1355"/>
                  </a:lnTo>
                  <a:cubicBezTo>
                    <a:pt x="3246" y="1355"/>
                    <a:pt x="2773" y="1828"/>
                    <a:pt x="2773" y="2395"/>
                  </a:cubicBezTo>
                  <a:lnTo>
                    <a:pt x="2773" y="4978"/>
                  </a:lnTo>
                  <a:lnTo>
                    <a:pt x="2080" y="5703"/>
                  </a:lnTo>
                  <a:lnTo>
                    <a:pt x="2080" y="5199"/>
                  </a:lnTo>
                  <a:cubicBezTo>
                    <a:pt x="2080" y="4978"/>
                    <a:pt x="1922" y="4821"/>
                    <a:pt x="1702" y="4821"/>
                  </a:cubicBezTo>
                  <a:lnTo>
                    <a:pt x="1040" y="4821"/>
                  </a:lnTo>
                  <a:cubicBezTo>
                    <a:pt x="851" y="4821"/>
                    <a:pt x="694" y="4663"/>
                    <a:pt x="694" y="4474"/>
                  </a:cubicBezTo>
                  <a:lnTo>
                    <a:pt x="694" y="1009"/>
                  </a:lnTo>
                  <a:cubicBezTo>
                    <a:pt x="694" y="820"/>
                    <a:pt x="851" y="662"/>
                    <a:pt x="1040" y="662"/>
                  </a:cubicBezTo>
                  <a:close/>
                  <a:moveTo>
                    <a:pt x="10649" y="662"/>
                  </a:moveTo>
                  <a:cubicBezTo>
                    <a:pt x="10838" y="662"/>
                    <a:pt x="10996" y="820"/>
                    <a:pt x="10996" y="1009"/>
                  </a:cubicBezTo>
                  <a:lnTo>
                    <a:pt x="10996" y="4474"/>
                  </a:lnTo>
                  <a:cubicBezTo>
                    <a:pt x="10996" y="4695"/>
                    <a:pt x="10838" y="4852"/>
                    <a:pt x="10649" y="4852"/>
                  </a:cubicBezTo>
                  <a:lnTo>
                    <a:pt x="9893" y="4852"/>
                  </a:lnTo>
                  <a:cubicBezTo>
                    <a:pt x="9704" y="4852"/>
                    <a:pt x="9547" y="5010"/>
                    <a:pt x="9547" y="5199"/>
                  </a:cubicBezTo>
                  <a:lnTo>
                    <a:pt x="9547" y="5703"/>
                  </a:lnTo>
                  <a:lnTo>
                    <a:pt x="8885" y="5010"/>
                  </a:lnTo>
                  <a:lnTo>
                    <a:pt x="8885" y="2395"/>
                  </a:lnTo>
                  <a:cubicBezTo>
                    <a:pt x="8885" y="1859"/>
                    <a:pt x="8412" y="1387"/>
                    <a:pt x="7845" y="1387"/>
                  </a:cubicBezTo>
                  <a:lnTo>
                    <a:pt x="7499" y="1387"/>
                  </a:lnTo>
                  <a:lnTo>
                    <a:pt x="7499" y="1009"/>
                  </a:lnTo>
                  <a:cubicBezTo>
                    <a:pt x="7499" y="820"/>
                    <a:pt x="7656" y="662"/>
                    <a:pt x="7845" y="662"/>
                  </a:cubicBezTo>
                  <a:close/>
                  <a:moveTo>
                    <a:pt x="7845" y="2048"/>
                  </a:moveTo>
                  <a:cubicBezTo>
                    <a:pt x="8066" y="2048"/>
                    <a:pt x="8223" y="2206"/>
                    <a:pt x="8223" y="2395"/>
                  </a:cubicBezTo>
                  <a:lnTo>
                    <a:pt x="8223" y="6522"/>
                  </a:lnTo>
                  <a:cubicBezTo>
                    <a:pt x="8223" y="6742"/>
                    <a:pt x="8066" y="6900"/>
                    <a:pt x="7845" y="6900"/>
                  </a:cubicBezTo>
                  <a:lnTo>
                    <a:pt x="6711" y="6900"/>
                  </a:lnTo>
                  <a:cubicBezTo>
                    <a:pt x="6585" y="6900"/>
                    <a:pt x="6491" y="6931"/>
                    <a:pt x="6428" y="7057"/>
                  </a:cubicBezTo>
                  <a:lnTo>
                    <a:pt x="5798" y="8003"/>
                  </a:lnTo>
                  <a:lnTo>
                    <a:pt x="5167" y="7057"/>
                  </a:lnTo>
                  <a:cubicBezTo>
                    <a:pt x="5104" y="6963"/>
                    <a:pt x="5010" y="6900"/>
                    <a:pt x="4915" y="6900"/>
                  </a:cubicBezTo>
                  <a:lnTo>
                    <a:pt x="3750" y="6900"/>
                  </a:lnTo>
                  <a:cubicBezTo>
                    <a:pt x="3561" y="6900"/>
                    <a:pt x="3403" y="6742"/>
                    <a:pt x="3403" y="6522"/>
                  </a:cubicBezTo>
                  <a:lnTo>
                    <a:pt x="3403" y="2395"/>
                  </a:lnTo>
                  <a:cubicBezTo>
                    <a:pt x="3403" y="2206"/>
                    <a:pt x="3561" y="2048"/>
                    <a:pt x="3750" y="2048"/>
                  </a:cubicBezTo>
                  <a:close/>
                  <a:moveTo>
                    <a:pt x="1009" y="0"/>
                  </a:moveTo>
                  <a:cubicBezTo>
                    <a:pt x="473" y="0"/>
                    <a:pt x="1" y="473"/>
                    <a:pt x="1" y="1009"/>
                  </a:cubicBezTo>
                  <a:lnTo>
                    <a:pt x="1" y="4474"/>
                  </a:lnTo>
                  <a:cubicBezTo>
                    <a:pt x="1" y="5041"/>
                    <a:pt x="473" y="5514"/>
                    <a:pt x="1009" y="5514"/>
                  </a:cubicBezTo>
                  <a:lnTo>
                    <a:pt x="1355" y="5514"/>
                  </a:lnTo>
                  <a:lnTo>
                    <a:pt x="1355" y="6522"/>
                  </a:lnTo>
                  <a:cubicBezTo>
                    <a:pt x="1355" y="6736"/>
                    <a:pt x="1544" y="6877"/>
                    <a:pt x="1724" y="6877"/>
                  </a:cubicBezTo>
                  <a:cubicBezTo>
                    <a:pt x="1809" y="6877"/>
                    <a:pt x="1893" y="6845"/>
                    <a:pt x="1954" y="6774"/>
                  </a:cubicBezTo>
                  <a:lnTo>
                    <a:pt x="2742" y="5986"/>
                  </a:lnTo>
                  <a:lnTo>
                    <a:pt x="2742" y="6522"/>
                  </a:lnTo>
                  <a:cubicBezTo>
                    <a:pt x="2742" y="7089"/>
                    <a:pt x="3214" y="7562"/>
                    <a:pt x="3781" y="7562"/>
                  </a:cubicBezTo>
                  <a:lnTo>
                    <a:pt x="4726" y="7562"/>
                  </a:lnTo>
                  <a:lnTo>
                    <a:pt x="5545" y="8759"/>
                  </a:lnTo>
                  <a:cubicBezTo>
                    <a:pt x="5608" y="8869"/>
                    <a:pt x="5719" y="8924"/>
                    <a:pt x="5825" y="8924"/>
                  </a:cubicBezTo>
                  <a:cubicBezTo>
                    <a:pt x="5931" y="8924"/>
                    <a:pt x="6034" y="8869"/>
                    <a:pt x="6081" y="8759"/>
                  </a:cubicBezTo>
                  <a:lnTo>
                    <a:pt x="6932" y="7562"/>
                  </a:lnTo>
                  <a:lnTo>
                    <a:pt x="7877" y="7562"/>
                  </a:lnTo>
                  <a:cubicBezTo>
                    <a:pt x="8412" y="7562"/>
                    <a:pt x="8885" y="7089"/>
                    <a:pt x="8885" y="6522"/>
                  </a:cubicBezTo>
                  <a:lnTo>
                    <a:pt x="8885" y="5986"/>
                  </a:lnTo>
                  <a:lnTo>
                    <a:pt x="9673" y="6774"/>
                  </a:lnTo>
                  <a:cubicBezTo>
                    <a:pt x="9733" y="6845"/>
                    <a:pt x="9817" y="6877"/>
                    <a:pt x="9903" y="6877"/>
                  </a:cubicBezTo>
                  <a:cubicBezTo>
                    <a:pt x="10083" y="6877"/>
                    <a:pt x="10271" y="6736"/>
                    <a:pt x="10271" y="6522"/>
                  </a:cubicBezTo>
                  <a:lnTo>
                    <a:pt x="10271" y="5514"/>
                  </a:lnTo>
                  <a:lnTo>
                    <a:pt x="10649" y="5514"/>
                  </a:lnTo>
                  <a:cubicBezTo>
                    <a:pt x="11216" y="5514"/>
                    <a:pt x="11689" y="5041"/>
                    <a:pt x="11689" y="4474"/>
                  </a:cubicBezTo>
                  <a:lnTo>
                    <a:pt x="11689" y="1009"/>
                  </a:lnTo>
                  <a:cubicBezTo>
                    <a:pt x="11689" y="441"/>
                    <a:pt x="11216" y="0"/>
                    <a:pt x="10649" y="0"/>
                  </a:cubicBezTo>
                  <a:lnTo>
                    <a:pt x="7845" y="0"/>
                  </a:lnTo>
                  <a:cubicBezTo>
                    <a:pt x="7310" y="0"/>
                    <a:pt x="6837" y="473"/>
                    <a:pt x="6837" y="1009"/>
                  </a:cubicBezTo>
                  <a:lnTo>
                    <a:pt x="6837" y="1387"/>
                  </a:lnTo>
                  <a:lnTo>
                    <a:pt x="4789" y="1387"/>
                  </a:lnTo>
                  <a:lnTo>
                    <a:pt x="4789" y="1009"/>
                  </a:lnTo>
                  <a:cubicBezTo>
                    <a:pt x="4789" y="473"/>
                    <a:pt x="4317" y="0"/>
                    <a:pt x="378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09" name="Google Shape;12209;p140"/>
          <p:cNvGrpSpPr/>
          <p:nvPr/>
        </p:nvGrpSpPr>
        <p:grpSpPr>
          <a:xfrm>
            <a:off x="3018323" y="1630697"/>
            <a:ext cx="421951" cy="421914"/>
            <a:chOff x="-5276050" y="2037975"/>
            <a:chExt cx="292250" cy="292225"/>
          </a:xfrm>
        </p:grpSpPr>
        <p:sp>
          <p:nvSpPr>
            <p:cNvPr id="12210" name="Google Shape;12210;p140"/>
            <p:cNvSpPr/>
            <p:nvPr/>
          </p:nvSpPr>
          <p:spPr>
            <a:xfrm>
              <a:off x="-5102775" y="2211250"/>
              <a:ext cx="51225" cy="49650"/>
            </a:xfrm>
            <a:custGeom>
              <a:rect b="b" l="l" r="r" t="t"/>
              <a:pathLst>
                <a:path extrusionOk="0" h="1986" w="2049">
                  <a:moveTo>
                    <a:pt x="343" y="0"/>
                  </a:moveTo>
                  <a:cubicBezTo>
                    <a:pt x="253" y="0"/>
                    <a:pt x="158" y="32"/>
                    <a:pt x="95" y="95"/>
                  </a:cubicBezTo>
                  <a:cubicBezTo>
                    <a:pt x="1" y="189"/>
                    <a:pt x="1" y="441"/>
                    <a:pt x="95" y="536"/>
                  </a:cubicBezTo>
                  <a:lnTo>
                    <a:pt x="536" y="977"/>
                  </a:lnTo>
                  <a:lnTo>
                    <a:pt x="95" y="1418"/>
                  </a:lnTo>
                  <a:cubicBezTo>
                    <a:pt x="1" y="1544"/>
                    <a:pt x="1" y="1765"/>
                    <a:pt x="95" y="1891"/>
                  </a:cubicBezTo>
                  <a:cubicBezTo>
                    <a:pt x="158" y="1954"/>
                    <a:pt x="253" y="1985"/>
                    <a:pt x="343" y="1985"/>
                  </a:cubicBezTo>
                  <a:cubicBezTo>
                    <a:pt x="434" y="1985"/>
                    <a:pt x="521" y="1954"/>
                    <a:pt x="568" y="1891"/>
                  </a:cubicBezTo>
                  <a:lnTo>
                    <a:pt x="1009" y="1450"/>
                  </a:lnTo>
                  <a:lnTo>
                    <a:pt x="1450" y="1891"/>
                  </a:lnTo>
                  <a:cubicBezTo>
                    <a:pt x="1513" y="1954"/>
                    <a:pt x="1600" y="1985"/>
                    <a:pt x="1686" y="1985"/>
                  </a:cubicBezTo>
                  <a:cubicBezTo>
                    <a:pt x="1773" y="1985"/>
                    <a:pt x="1860" y="1954"/>
                    <a:pt x="1923" y="1891"/>
                  </a:cubicBezTo>
                  <a:cubicBezTo>
                    <a:pt x="2049" y="1765"/>
                    <a:pt x="2049" y="1544"/>
                    <a:pt x="1923" y="1418"/>
                  </a:cubicBezTo>
                  <a:lnTo>
                    <a:pt x="1482" y="977"/>
                  </a:lnTo>
                  <a:lnTo>
                    <a:pt x="1923" y="536"/>
                  </a:lnTo>
                  <a:cubicBezTo>
                    <a:pt x="2049" y="441"/>
                    <a:pt x="2049" y="189"/>
                    <a:pt x="1923" y="95"/>
                  </a:cubicBezTo>
                  <a:cubicBezTo>
                    <a:pt x="1860" y="32"/>
                    <a:pt x="1773" y="0"/>
                    <a:pt x="1686" y="0"/>
                  </a:cubicBezTo>
                  <a:cubicBezTo>
                    <a:pt x="1600" y="0"/>
                    <a:pt x="1513" y="32"/>
                    <a:pt x="1450" y="95"/>
                  </a:cubicBezTo>
                  <a:lnTo>
                    <a:pt x="1009" y="504"/>
                  </a:lnTo>
                  <a:lnTo>
                    <a:pt x="568" y="95"/>
                  </a:lnTo>
                  <a:cubicBezTo>
                    <a:pt x="521" y="32"/>
                    <a:pt x="434" y="0"/>
                    <a:pt x="3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1" name="Google Shape;12211;p140"/>
            <p:cNvSpPr/>
            <p:nvPr/>
          </p:nvSpPr>
          <p:spPr>
            <a:xfrm>
              <a:off x="-5224050" y="2107875"/>
              <a:ext cx="51200" cy="49825"/>
            </a:xfrm>
            <a:custGeom>
              <a:rect b="b" l="l" r="r" t="t"/>
              <a:pathLst>
                <a:path extrusionOk="0" h="1993" w="2048">
                  <a:moveTo>
                    <a:pt x="351" y="0"/>
                  </a:moveTo>
                  <a:cubicBezTo>
                    <a:pt x="260" y="0"/>
                    <a:pt x="173" y="24"/>
                    <a:pt x="126" y="71"/>
                  </a:cubicBezTo>
                  <a:cubicBezTo>
                    <a:pt x="0" y="197"/>
                    <a:pt x="0" y="449"/>
                    <a:pt x="126" y="544"/>
                  </a:cubicBezTo>
                  <a:lnTo>
                    <a:pt x="536" y="985"/>
                  </a:lnTo>
                  <a:lnTo>
                    <a:pt x="126" y="1426"/>
                  </a:lnTo>
                  <a:cubicBezTo>
                    <a:pt x="0" y="1552"/>
                    <a:pt x="0" y="1772"/>
                    <a:pt x="126" y="1898"/>
                  </a:cubicBezTo>
                  <a:cubicBezTo>
                    <a:pt x="173" y="1961"/>
                    <a:pt x="260" y="1993"/>
                    <a:pt x="351" y="1993"/>
                  </a:cubicBezTo>
                  <a:cubicBezTo>
                    <a:pt x="441" y="1993"/>
                    <a:pt x="536" y="1961"/>
                    <a:pt x="599" y="1898"/>
                  </a:cubicBezTo>
                  <a:lnTo>
                    <a:pt x="1008" y="1457"/>
                  </a:lnTo>
                  <a:lnTo>
                    <a:pt x="1449" y="1898"/>
                  </a:lnTo>
                  <a:cubicBezTo>
                    <a:pt x="1512" y="1961"/>
                    <a:pt x="1599" y="1993"/>
                    <a:pt x="1686" y="1993"/>
                  </a:cubicBezTo>
                  <a:cubicBezTo>
                    <a:pt x="1772" y="1993"/>
                    <a:pt x="1859" y="1961"/>
                    <a:pt x="1922" y="1898"/>
                  </a:cubicBezTo>
                  <a:cubicBezTo>
                    <a:pt x="2048" y="1772"/>
                    <a:pt x="2048" y="1520"/>
                    <a:pt x="1922" y="1426"/>
                  </a:cubicBezTo>
                  <a:lnTo>
                    <a:pt x="1481" y="985"/>
                  </a:lnTo>
                  <a:lnTo>
                    <a:pt x="1922" y="544"/>
                  </a:lnTo>
                  <a:cubicBezTo>
                    <a:pt x="2048" y="449"/>
                    <a:pt x="2048" y="197"/>
                    <a:pt x="1922" y="71"/>
                  </a:cubicBezTo>
                  <a:cubicBezTo>
                    <a:pt x="1875" y="24"/>
                    <a:pt x="1788" y="0"/>
                    <a:pt x="1697" y="0"/>
                  </a:cubicBezTo>
                  <a:cubicBezTo>
                    <a:pt x="1607" y="0"/>
                    <a:pt x="1512" y="24"/>
                    <a:pt x="1449" y="71"/>
                  </a:cubicBezTo>
                  <a:lnTo>
                    <a:pt x="1008" y="512"/>
                  </a:lnTo>
                  <a:lnTo>
                    <a:pt x="599" y="71"/>
                  </a:lnTo>
                  <a:cubicBezTo>
                    <a:pt x="536" y="24"/>
                    <a:pt x="441" y="0"/>
                    <a:pt x="35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2" name="Google Shape;12212;p140"/>
            <p:cNvSpPr/>
            <p:nvPr/>
          </p:nvSpPr>
          <p:spPr>
            <a:xfrm>
              <a:off x="-5276050" y="2037975"/>
              <a:ext cx="292250" cy="292225"/>
            </a:xfrm>
            <a:custGeom>
              <a:rect b="b" l="l" r="r" t="t"/>
              <a:pathLst>
                <a:path extrusionOk="0" h="11689" w="11690">
                  <a:moveTo>
                    <a:pt x="10334" y="3119"/>
                  </a:moveTo>
                  <a:cubicBezTo>
                    <a:pt x="10712" y="3119"/>
                    <a:pt x="11028" y="3403"/>
                    <a:pt x="11028" y="3781"/>
                  </a:cubicBezTo>
                  <a:cubicBezTo>
                    <a:pt x="11028" y="4190"/>
                    <a:pt x="10712" y="4442"/>
                    <a:pt x="10334" y="4442"/>
                  </a:cubicBezTo>
                  <a:cubicBezTo>
                    <a:pt x="9956" y="4442"/>
                    <a:pt x="9673" y="4127"/>
                    <a:pt x="9673" y="3781"/>
                  </a:cubicBezTo>
                  <a:cubicBezTo>
                    <a:pt x="9673" y="3403"/>
                    <a:pt x="9988" y="3119"/>
                    <a:pt x="10334" y="3119"/>
                  </a:cubicBezTo>
                  <a:close/>
                  <a:moveTo>
                    <a:pt x="4443" y="7593"/>
                  </a:moveTo>
                  <a:cubicBezTo>
                    <a:pt x="4853" y="7593"/>
                    <a:pt x="5105" y="7908"/>
                    <a:pt x="5105" y="8255"/>
                  </a:cubicBezTo>
                  <a:cubicBezTo>
                    <a:pt x="5105" y="8664"/>
                    <a:pt x="4790" y="8948"/>
                    <a:pt x="4443" y="8948"/>
                  </a:cubicBezTo>
                  <a:cubicBezTo>
                    <a:pt x="4065" y="8948"/>
                    <a:pt x="3781" y="8633"/>
                    <a:pt x="3781" y="8255"/>
                  </a:cubicBezTo>
                  <a:cubicBezTo>
                    <a:pt x="3781" y="7876"/>
                    <a:pt x="4096" y="7593"/>
                    <a:pt x="4443" y="7593"/>
                  </a:cubicBezTo>
                  <a:close/>
                  <a:moveTo>
                    <a:pt x="5829" y="725"/>
                  </a:moveTo>
                  <a:cubicBezTo>
                    <a:pt x="7341" y="725"/>
                    <a:pt x="8822" y="1386"/>
                    <a:pt x="9799" y="2521"/>
                  </a:cubicBezTo>
                  <a:cubicBezTo>
                    <a:pt x="9326" y="2710"/>
                    <a:pt x="8980" y="3245"/>
                    <a:pt x="8980" y="3781"/>
                  </a:cubicBezTo>
                  <a:cubicBezTo>
                    <a:pt x="8980" y="3718"/>
                    <a:pt x="8917" y="3623"/>
                    <a:pt x="8885" y="3560"/>
                  </a:cubicBezTo>
                  <a:lnTo>
                    <a:pt x="8854" y="3497"/>
                  </a:lnTo>
                  <a:lnTo>
                    <a:pt x="8192" y="2836"/>
                  </a:lnTo>
                  <a:cubicBezTo>
                    <a:pt x="8129" y="2773"/>
                    <a:pt x="8035" y="2741"/>
                    <a:pt x="7944" y="2741"/>
                  </a:cubicBezTo>
                  <a:cubicBezTo>
                    <a:pt x="7853" y="2741"/>
                    <a:pt x="7767" y="2773"/>
                    <a:pt x="7719" y="2836"/>
                  </a:cubicBezTo>
                  <a:cubicBezTo>
                    <a:pt x="7593" y="2962"/>
                    <a:pt x="7593" y="3182"/>
                    <a:pt x="7719" y="3308"/>
                  </a:cubicBezTo>
                  <a:lnTo>
                    <a:pt x="7814" y="3434"/>
                  </a:lnTo>
                  <a:cubicBezTo>
                    <a:pt x="6869" y="3466"/>
                    <a:pt x="5987" y="3875"/>
                    <a:pt x="5262" y="4568"/>
                  </a:cubicBezTo>
                  <a:cubicBezTo>
                    <a:pt x="4600" y="5230"/>
                    <a:pt x="4254" y="6081"/>
                    <a:pt x="4159" y="6963"/>
                  </a:cubicBezTo>
                  <a:cubicBezTo>
                    <a:pt x="3561" y="7120"/>
                    <a:pt x="3151" y="7656"/>
                    <a:pt x="3151" y="8318"/>
                  </a:cubicBezTo>
                  <a:cubicBezTo>
                    <a:pt x="3151" y="9074"/>
                    <a:pt x="3781" y="9704"/>
                    <a:pt x="4506" y="9704"/>
                  </a:cubicBezTo>
                  <a:cubicBezTo>
                    <a:pt x="5262" y="9704"/>
                    <a:pt x="5892" y="9074"/>
                    <a:pt x="5892" y="8318"/>
                  </a:cubicBezTo>
                  <a:cubicBezTo>
                    <a:pt x="5892" y="7687"/>
                    <a:pt x="5451" y="7120"/>
                    <a:pt x="4884" y="6963"/>
                  </a:cubicBezTo>
                  <a:cubicBezTo>
                    <a:pt x="5042" y="5482"/>
                    <a:pt x="6302" y="4222"/>
                    <a:pt x="7814" y="4127"/>
                  </a:cubicBezTo>
                  <a:lnTo>
                    <a:pt x="7814" y="4127"/>
                  </a:lnTo>
                  <a:lnTo>
                    <a:pt x="7751" y="4222"/>
                  </a:lnTo>
                  <a:cubicBezTo>
                    <a:pt x="7625" y="4348"/>
                    <a:pt x="7625" y="4568"/>
                    <a:pt x="7751" y="4694"/>
                  </a:cubicBezTo>
                  <a:cubicBezTo>
                    <a:pt x="7814" y="4757"/>
                    <a:pt x="7901" y="4789"/>
                    <a:pt x="7987" y="4789"/>
                  </a:cubicBezTo>
                  <a:cubicBezTo>
                    <a:pt x="8074" y="4789"/>
                    <a:pt x="8161" y="4757"/>
                    <a:pt x="8224" y="4694"/>
                  </a:cubicBezTo>
                  <a:lnTo>
                    <a:pt x="8885" y="4033"/>
                  </a:lnTo>
                  <a:cubicBezTo>
                    <a:pt x="8980" y="3938"/>
                    <a:pt x="9011" y="3875"/>
                    <a:pt x="9011" y="3781"/>
                  </a:cubicBezTo>
                  <a:cubicBezTo>
                    <a:pt x="9011" y="4537"/>
                    <a:pt x="9641" y="5167"/>
                    <a:pt x="10397" y="5167"/>
                  </a:cubicBezTo>
                  <a:cubicBezTo>
                    <a:pt x="10618" y="5167"/>
                    <a:pt x="10807" y="5136"/>
                    <a:pt x="11028" y="5010"/>
                  </a:cubicBezTo>
                  <a:cubicBezTo>
                    <a:pt x="11059" y="5293"/>
                    <a:pt x="11091" y="5545"/>
                    <a:pt x="11091" y="5829"/>
                  </a:cubicBezTo>
                  <a:cubicBezTo>
                    <a:pt x="11028" y="8696"/>
                    <a:pt x="8696" y="11027"/>
                    <a:pt x="5829" y="11027"/>
                  </a:cubicBezTo>
                  <a:cubicBezTo>
                    <a:pt x="2994" y="11027"/>
                    <a:pt x="694" y="8696"/>
                    <a:pt x="694" y="5829"/>
                  </a:cubicBezTo>
                  <a:cubicBezTo>
                    <a:pt x="694" y="2993"/>
                    <a:pt x="2994" y="725"/>
                    <a:pt x="5829" y="725"/>
                  </a:cubicBezTo>
                  <a:close/>
                  <a:moveTo>
                    <a:pt x="5829" y="0"/>
                  </a:moveTo>
                  <a:cubicBezTo>
                    <a:pt x="2584" y="0"/>
                    <a:pt x="1" y="2615"/>
                    <a:pt x="1" y="5829"/>
                  </a:cubicBezTo>
                  <a:cubicBezTo>
                    <a:pt x="1" y="7404"/>
                    <a:pt x="599" y="8853"/>
                    <a:pt x="1702" y="9956"/>
                  </a:cubicBezTo>
                  <a:cubicBezTo>
                    <a:pt x="2773" y="11058"/>
                    <a:pt x="4254" y="11689"/>
                    <a:pt x="5829" y="11689"/>
                  </a:cubicBezTo>
                  <a:cubicBezTo>
                    <a:pt x="6617" y="11689"/>
                    <a:pt x="7341" y="11531"/>
                    <a:pt x="8098" y="11216"/>
                  </a:cubicBezTo>
                  <a:cubicBezTo>
                    <a:pt x="8822" y="10901"/>
                    <a:pt x="9452" y="10523"/>
                    <a:pt x="9956" y="9956"/>
                  </a:cubicBezTo>
                  <a:cubicBezTo>
                    <a:pt x="10492" y="9420"/>
                    <a:pt x="10901" y="8790"/>
                    <a:pt x="11217" y="8128"/>
                  </a:cubicBezTo>
                  <a:cubicBezTo>
                    <a:pt x="11532" y="7404"/>
                    <a:pt x="11689" y="6616"/>
                    <a:pt x="11689" y="5829"/>
                  </a:cubicBezTo>
                  <a:cubicBezTo>
                    <a:pt x="11689" y="5356"/>
                    <a:pt x="11658" y="4884"/>
                    <a:pt x="11532" y="4442"/>
                  </a:cubicBezTo>
                  <a:cubicBezTo>
                    <a:pt x="11595" y="4253"/>
                    <a:pt x="11689" y="4033"/>
                    <a:pt x="11689" y="3781"/>
                  </a:cubicBezTo>
                  <a:cubicBezTo>
                    <a:pt x="11689" y="3119"/>
                    <a:pt x="11217" y="2552"/>
                    <a:pt x="10586" y="2458"/>
                  </a:cubicBezTo>
                  <a:cubicBezTo>
                    <a:pt x="9484" y="945"/>
                    <a:pt x="7719" y="0"/>
                    <a:pt x="58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13" name="Google Shape;12213;p140"/>
          <p:cNvSpPr/>
          <p:nvPr/>
        </p:nvSpPr>
        <p:spPr>
          <a:xfrm>
            <a:off x="3014690" y="2152917"/>
            <a:ext cx="429891" cy="395493"/>
          </a:xfrm>
          <a:custGeom>
            <a:rect b="b" l="l" r="r" t="t"/>
            <a:pathLst>
              <a:path extrusionOk="0" h="10957" w="1191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4" name="Google Shape;12214;p140"/>
          <p:cNvSpPr/>
          <p:nvPr/>
        </p:nvSpPr>
        <p:spPr>
          <a:xfrm>
            <a:off x="3030609" y="2660806"/>
            <a:ext cx="421914" cy="420759"/>
          </a:xfrm>
          <a:custGeom>
            <a:rect b="b" l="l" r="r" t="t"/>
            <a:pathLst>
              <a:path extrusionOk="0" h="11657" w="11689">
                <a:moveTo>
                  <a:pt x="5797" y="2111"/>
                </a:moveTo>
                <a:cubicBezTo>
                  <a:pt x="6175" y="2111"/>
                  <a:pt x="6459" y="2426"/>
                  <a:pt x="6459" y="2773"/>
                </a:cubicBezTo>
                <a:cubicBezTo>
                  <a:pt x="6459" y="3151"/>
                  <a:pt x="6175" y="3466"/>
                  <a:pt x="5797" y="3466"/>
                </a:cubicBezTo>
                <a:cubicBezTo>
                  <a:pt x="5388" y="3466"/>
                  <a:pt x="5104" y="3151"/>
                  <a:pt x="5104" y="2773"/>
                </a:cubicBezTo>
                <a:cubicBezTo>
                  <a:pt x="5104" y="2426"/>
                  <a:pt x="5419" y="2111"/>
                  <a:pt x="5797" y="2111"/>
                </a:cubicBezTo>
                <a:close/>
                <a:moveTo>
                  <a:pt x="6112" y="4159"/>
                </a:moveTo>
                <a:cubicBezTo>
                  <a:pt x="6648" y="4159"/>
                  <a:pt x="7120" y="4631"/>
                  <a:pt x="7120" y="5198"/>
                </a:cubicBezTo>
                <a:lnTo>
                  <a:pt x="7120" y="5545"/>
                </a:lnTo>
                <a:lnTo>
                  <a:pt x="4379" y="5545"/>
                </a:lnTo>
                <a:lnTo>
                  <a:pt x="4379" y="5198"/>
                </a:lnTo>
                <a:cubicBezTo>
                  <a:pt x="4411" y="4600"/>
                  <a:pt x="4884" y="4159"/>
                  <a:pt x="5419" y="4159"/>
                </a:cubicBezTo>
                <a:close/>
                <a:moveTo>
                  <a:pt x="10586" y="662"/>
                </a:moveTo>
                <a:cubicBezTo>
                  <a:pt x="10775" y="662"/>
                  <a:pt x="10932" y="819"/>
                  <a:pt x="10932" y="1008"/>
                </a:cubicBezTo>
                <a:lnTo>
                  <a:pt x="10932" y="5860"/>
                </a:lnTo>
                <a:lnTo>
                  <a:pt x="10996" y="5860"/>
                </a:lnTo>
                <a:cubicBezTo>
                  <a:pt x="10996" y="6049"/>
                  <a:pt x="10838" y="6207"/>
                  <a:pt x="10617" y="6207"/>
                </a:cubicBezTo>
                <a:lnTo>
                  <a:pt x="9483" y="6207"/>
                </a:lnTo>
                <a:cubicBezTo>
                  <a:pt x="9326" y="5829"/>
                  <a:pt x="8979" y="5545"/>
                  <a:pt x="8507" y="5545"/>
                </a:cubicBezTo>
                <a:lnTo>
                  <a:pt x="7845" y="5545"/>
                </a:lnTo>
                <a:lnTo>
                  <a:pt x="7845" y="5198"/>
                </a:lnTo>
                <a:cubicBezTo>
                  <a:pt x="7845" y="4505"/>
                  <a:pt x="7435" y="3938"/>
                  <a:pt x="6837" y="3655"/>
                </a:cubicBezTo>
                <a:cubicBezTo>
                  <a:pt x="7057" y="3403"/>
                  <a:pt x="7152" y="3151"/>
                  <a:pt x="7152" y="2773"/>
                </a:cubicBezTo>
                <a:cubicBezTo>
                  <a:pt x="7152" y="2048"/>
                  <a:pt x="6522" y="1418"/>
                  <a:pt x="5797" y="1418"/>
                </a:cubicBezTo>
                <a:cubicBezTo>
                  <a:pt x="5041" y="1418"/>
                  <a:pt x="4411" y="2048"/>
                  <a:pt x="4411" y="2773"/>
                </a:cubicBezTo>
                <a:cubicBezTo>
                  <a:pt x="4411" y="3088"/>
                  <a:pt x="4537" y="3403"/>
                  <a:pt x="4726" y="3655"/>
                </a:cubicBezTo>
                <a:cubicBezTo>
                  <a:pt x="4127" y="3938"/>
                  <a:pt x="3749" y="4505"/>
                  <a:pt x="3749" y="5198"/>
                </a:cubicBezTo>
                <a:lnTo>
                  <a:pt x="3749" y="5545"/>
                </a:lnTo>
                <a:lnTo>
                  <a:pt x="3056" y="5545"/>
                </a:lnTo>
                <a:cubicBezTo>
                  <a:pt x="2647" y="5545"/>
                  <a:pt x="2237" y="5829"/>
                  <a:pt x="2080" y="6207"/>
                </a:cubicBezTo>
                <a:lnTo>
                  <a:pt x="977" y="6207"/>
                </a:lnTo>
                <a:cubicBezTo>
                  <a:pt x="788" y="6207"/>
                  <a:pt x="630" y="6049"/>
                  <a:pt x="630" y="5860"/>
                </a:cubicBezTo>
                <a:lnTo>
                  <a:pt x="630" y="1008"/>
                </a:lnTo>
                <a:cubicBezTo>
                  <a:pt x="630" y="819"/>
                  <a:pt x="788" y="662"/>
                  <a:pt x="977" y="662"/>
                </a:cubicBezTo>
                <a:close/>
                <a:moveTo>
                  <a:pt x="8538" y="6175"/>
                </a:moveTo>
                <a:cubicBezTo>
                  <a:pt x="8759" y="6175"/>
                  <a:pt x="8916" y="6333"/>
                  <a:pt x="8916" y="6522"/>
                </a:cubicBezTo>
                <a:cubicBezTo>
                  <a:pt x="8853" y="6711"/>
                  <a:pt x="8696" y="6868"/>
                  <a:pt x="8538" y="6868"/>
                </a:cubicBezTo>
                <a:lnTo>
                  <a:pt x="3088" y="6868"/>
                </a:lnTo>
                <a:cubicBezTo>
                  <a:pt x="2867" y="6868"/>
                  <a:pt x="2710" y="6711"/>
                  <a:pt x="2710" y="6522"/>
                </a:cubicBezTo>
                <a:cubicBezTo>
                  <a:pt x="2710" y="6333"/>
                  <a:pt x="2867" y="6175"/>
                  <a:pt x="3088" y="6175"/>
                </a:cubicBezTo>
                <a:close/>
                <a:moveTo>
                  <a:pt x="8160" y="7593"/>
                </a:moveTo>
                <a:lnTo>
                  <a:pt x="7561" y="11027"/>
                </a:lnTo>
                <a:lnTo>
                  <a:pt x="4033" y="11027"/>
                </a:lnTo>
                <a:lnTo>
                  <a:pt x="3466" y="7593"/>
                </a:lnTo>
                <a:close/>
                <a:moveTo>
                  <a:pt x="1008" y="0"/>
                </a:moveTo>
                <a:cubicBezTo>
                  <a:pt x="473" y="0"/>
                  <a:pt x="0" y="473"/>
                  <a:pt x="0" y="1008"/>
                </a:cubicBezTo>
                <a:lnTo>
                  <a:pt x="0" y="5860"/>
                </a:lnTo>
                <a:cubicBezTo>
                  <a:pt x="0" y="6396"/>
                  <a:pt x="473" y="6868"/>
                  <a:pt x="1008" y="6868"/>
                </a:cubicBezTo>
                <a:lnTo>
                  <a:pt x="2111" y="6868"/>
                </a:lnTo>
                <a:cubicBezTo>
                  <a:pt x="2237" y="7183"/>
                  <a:pt x="2489" y="7435"/>
                  <a:pt x="2804" y="7498"/>
                </a:cubicBezTo>
                <a:lnTo>
                  <a:pt x="3434" y="11373"/>
                </a:lnTo>
                <a:cubicBezTo>
                  <a:pt x="3466" y="11531"/>
                  <a:pt x="3592" y="11657"/>
                  <a:pt x="3781" y="11657"/>
                </a:cubicBezTo>
                <a:lnTo>
                  <a:pt x="7877" y="11657"/>
                </a:lnTo>
                <a:cubicBezTo>
                  <a:pt x="8034" y="11657"/>
                  <a:pt x="8192" y="11531"/>
                  <a:pt x="8223" y="11373"/>
                </a:cubicBezTo>
                <a:lnTo>
                  <a:pt x="8853" y="7498"/>
                </a:lnTo>
                <a:cubicBezTo>
                  <a:pt x="9168" y="7435"/>
                  <a:pt x="9420" y="7183"/>
                  <a:pt x="9546" y="6868"/>
                </a:cubicBezTo>
                <a:lnTo>
                  <a:pt x="10680" y="6868"/>
                </a:lnTo>
                <a:cubicBezTo>
                  <a:pt x="11216" y="6868"/>
                  <a:pt x="11689" y="6396"/>
                  <a:pt x="11689" y="5860"/>
                </a:cubicBezTo>
                <a:lnTo>
                  <a:pt x="11689" y="1008"/>
                </a:lnTo>
                <a:cubicBezTo>
                  <a:pt x="11657" y="473"/>
                  <a:pt x="11185" y="0"/>
                  <a:pt x="1061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215" name="Google Shape;12215;p140"/>
          <p:cNvGrpSpPr/>
          <p:nvPr/>
        </p:nvGrpSpPr>
        <p:grpSpPr>
          <a:xfrm>
            <a:off x="5777136" y="1631256"/>
            <a:ext cx="324133" cy="420796"/>
            <a:chOff x="-3462150" y="2046625"/>
            <a:chExt cx="224500" cy="291450"/>
          </a:xfrm>
        </p:grpSpPr>
        <p:sp>
          <p:nvSpPr>
            <p:cNvPr id="12216" name="Google Shape;12216;p140"/>
            <p:cNvSpPr/>
            <p:nvPr/>
          </p:nvSpPr>
          <p:spPr>
            <a:xfrm>
              <a:off x="-3425125" y="2253000"/>
              <a:ext cx="51225" cy="50425"/>
            </a:xfrm>
            <a:custGeom>
              <a:rect b="b" l="l" r="r" t="t"/>
              <a:pathLst>
                <a:path extrusionOk="0" h="2017" w="2049">
                  <a:moveTo>
                    <a:pt x="1009" y="662"/>
                  </a:moveTo>
                  <a:cubicBezTo>
                    <a:pt x="1198" y="662"/>
                    <a:pt x="1355" y="819"/>
                    <a:pt x="1355" y="1008"/>
                  </a:cubicBezTo>
                  <a:cubicBezTo>
                    <a:pt x="1355" y="1197"/>
                    <a:pt x="1166" y="1355"/>
                    <a:pt x="1009" y="1355"/>
                  </a:cubicBezTo>
                  <a:cubicBezTo>
                    <a:pt x="820" y="1355"/>
                    <a:pt x="662" y="1197"/>
                    <a:pt x="662" y="1008"/>
                  </a:cubicBezTo>
                  <a:cubicBezTo>
                    <a:pt x="662" y="819"/>
                    <a:pt x="820" y="662"/>
                    <a:pt x="1009" y="662"/>
                  </a:cubicBezTo>
                  <a:close/>
                  <a:moveTo>
                    <a:pt x="1009" y="0"/>
                  </a:moveTo>
                  <a:cubicBezTo>
                    <a:pt x="473" y="0"/>
                    <a:pt x="0" y="441"/>
                    <a:pt x="0" y="1008"/>
                  </a:cubicBezTo>
                  <a:cubicBezTo>
                    <a:pt x="0" y="1575"/>
                    <a:pt x="473" y="2016"/>
                    <a:pt x="1009" y="2016"/>
                  </a:cubicBezTo>
                  <a:cubicBezTo>
                    <a:pt x="1576" y="2016"/>
                    <a:pt x="2048" y="1575"/>
                    <a:pt x="2048" y="1008"/>
                  </a:cubicBezTo>
                  <a:cubicBezTo>
                    <a:pt x="2048" y="441"/>
                    <a:pt x="1576" y="0"/>
                    <a:pt x="100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7" name="Google Shape;12217;p140"/>
            <p:cNvSpPr/>
            <p:nvPr/>
          </p:nvSpPr>
          <p:spPr>
            <a:xfrm>
              <a:off x="-3425125" y="2116725"/>
              <a:ext cx="51225" cy="49650"/>
            </a:xfrm>
            <a:custGeom>
              <a:rect b="b" l="l" r="r" t="t"/>
              <a:pathLst>
                <a:path extrusionOk="0" h="1986" w="2049">
                  <a:moveTo>
                    <a:pt x="343" y="1"/>
                  </a:moveTo>
                  <a:cubicBezTo>
                    <a:pt x="252" y="1"/>
                    <a:pt x="158" y="32"/>
                    <a:pt x="95" y="95"/>
                  </a:cubicBezTo>
                  <a:cubicBezTo>
                    <a:pt x="0" y="190"/>
                    <a:pt x="0" y="442"/>
                    <a:pt x="95" y="536"/>
                  </a:cubicBezTo>
                  <a:lnTo>
                    <a:pt x="536" y="977"/>
                  </a:lnTo>
                  <a:lnTo>
                    <a:pt x="95" y="1418"/>
                  </a:lnTo>
                  <a:cubicBezTo>
                    <a:pt x="0" y="1544"/>
                    <a:pt x="0" y="1765"/>
                    <a:pt x="95" y="1891"/>
                  </a:cubicBezTo>
                  <a:cubicBezTo>
                    <a:pt x="158" y="1954"/>
                    <a:pt x="252" y="1986"/>
                    <a:pt x="343" y="1986"/>
                  </a:cubicBezTo>
                  <a:cubicBezTo>
                    <a:pt x="434" y="1986"/>
                    <a:pt x="520" y="1954"/>
                    <a:pt x="568" y="1891"/>
                  </a:cubicBezTo>
                  <a:lnTo>
                    <a:pt x="1009" y="1450"/>
                  </a:lnTo>
                  <a:lnTo>
                    <a:pt x="1450" y="1891"/>
                  </a:lnTo>
                  <a:cubicBezTo>
                    <a:pt x="1513" y="1954"/>
                    <a:pt x="1599" y="1986"/>
                    <a:pt x="1686" y="1986"/>
                  </a:cubicBezTo>
                  <a:cubicBezTo>
                    <a:pt x="1773" y="1986"/>
                    <a:pt x="1859" y="1954"/>
                    <a:pt x="1922" y="1891"/>
                  </a:cubicBezTo>
                  <a:cubicBezTo>
                    <a:pt x="2048" y="1765"/>
                    <a:pt x="2048" y="1544"/>
                    <a:pt x="1922" y="1418"/>
                  </a:cubicBezTo>
                  <a:lnTo>
                    <a:pt x="1481" y="977"/>
                  </a:lnTo>
                  <a:lnTo>
                    <a:pt x="1922" y="536"/>
                  </a:lnTo>
                  <a:cubicBezTo>
                    <a:pt x="2048" y="442"/>
                    <a:pt x="2048" y="190"/>
                    <a:pt x="1922" y="95"/>
                  </a:cubicBezTo>
                  <a:cubicBezTo>
                    <a:pt x="1859" y="32"/>
                    <a:pt x="1773" y="1"/>
                    <a:pt x="1686" y="1"/>
                  </a:cubicBezTo>
                  <a:cubicBezTo>
                    <a:pt x="1599" y="1"/>
                    <a:pt x="1513" y="32"/>
                    <a:pt x="1450" y="95"/>
                  </a:cubicBezTo>
                  <a:lnTo>
                    <a:pt x="1009" y="505"/>
                  </a:lnTo>
                  <a:lnTo>
                    <a:pt x="568" y="95"/>
                  </a:lnTo>
                  <a:cubicBezTo>
                    <a:pt x="520" y="32"/>
                    <a:pt x="434" y="1"/>
                    <a:pt x="34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8" name="Google Shape;12218;p140"/>
            <p:cNvSpPr/>
            <p:nvPr/>
          </p:nvSpPr>
          <p:spPr>
            <a:xfrm>
              <a:off x="-3425125" y="2185250"/>
              <a:ext cx="51225" cy="49650"/>
            </a:xfrm>
            <a:custGeom>
              <a:rect b="b" l="l" r="r" t="t"/>
              <a:pathLst>
                <a:path extrusionOk="0" h="1986" w="2049">
                  <a:moveTo>
                    <a:pt x="343" y="1"/>
                  </a:moveTo>
                  <a:cubicBezTo>
                    <a:pt x="252" y="1"/>
                    <a:pt x="158" y="32"/>
                    <a:pt x="95" y="95"/>
                  </a:cubicBezTo>
                  <a:cubicBezTo>
                    <a:pt x="0" y="221"/>
                    <a:pt x="0" y="442"/>
                    <a:pt x="95" y="568"/>
                  </a:cubicBezTo>
                  <a:lnTo>
                    <a:pt x="536" y="1009"/>
                  </a:lnTo>
                  <a:lnTo>
                    <a:pt x="95" y="1418"/>
                  </a:lnTo>
                  <a:cubicBezTo>
                    <a:pt x="0" y="1544"/>
                    <a:pt x="0" y="1796"/>
                    <a:pt x="95" y="1891"/>
                  </a:cubicBezTo>
                  <a:cubicBezTo>
                    <a:pt x="158" y="1954"/>
                    <a:pt x="252" y="1985"/>
                    <a:pt x="343" y="1985"/>
                  </a:cubicBezTo>
                  <a:cubicBezTo>
                    <a:pt x="434" y="1985"/>
                    <a:pt x="520" y="1954"/>
                    <a:pt x="568" y="1891"/>
                  </a:cubicBezTo>
                  <a:lnTo>
                    <a:pt x="1009" y="1481"/>
                  </a:lnTo>
                  <a:lnTo>
                    <a:pt x="1450" y="1891"/>
                  </a:lnTo>
                  <a:cubicBezTo>
                    <a:pt x="1513" y="1954"/>
                    <a:pt x="1599" y="1985"/>
                    <a:pt x="1686" y="1985"/>
                  </a:cubicBezTo>
                  <a:cubicBezTo>
                    <a:pt x="1773" y="1985"/>
                    <a:pt x="1859" y="1954"/>
                    <a:pt x="1922" y="1891"/>
                  </a:cubicBezTo>
                  <a:cubicBezTo>
                    <a:pt x="2048" y="1796"/>
                    <a:pt x="2048" y="1544"/>
                    <a:pt x="1922" y="1418"/>
                  </a:cubicBezTo>
                  <a:lnTo>
                    <a:pt x="1481" y="1009"/>
                  </a:lnTo>
                  <a:lnTo>
                    <a:pt x="1922" y="568"/>
                  </a:lnTo>
                  <a:cubicBezTo>
                    <a:pt x="2048" y="410"/>
                    <a:pt x="2048" y="221"/>
                    <a:pt x="1922" y="95"/>
                  </a:cubicBezTo>
                  <a:cubicBezTo>
                    <a:pt x="1859" y="32"/>
                    <a:pt x="1773" y="1"/>
                    <a:pt x="1686" y="1"/>
                  </a:cubicBezTo>
                  <a:cubicBezTo>
                    <a:pt x="1599" y="1"/>
                    <a:pt x="1513" y="32"/>
                    <a:pt x="1450" y="95"/>
                  </a:cubicBezTo>
                  <a:lnTo>
                    <a:pt x="1009" y="536"/>
                  </a:lnTo>
                  <a:lnTo>
                    <a:pt x="568" y="95"/>
                  </a:lnTo>
                  <a:cubicBezTo>
                    <a:pt x="520" y="32"/>
                    <a:pt x="434" y="1"/>
                    <a:pt x="34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9" name="Google Shape;12219;p140"/>
            <p:cNvSpPr/>
            <p:nvPr/>
          </p:nvSpPr>
          <p:spPr>
            <a:xfrm>
              <a:off x="-3462150" y="2046625"/>
              <a:ext cx="224500" cy="291450"/>
            </a:xfrm>
            <a:custGeom>
              <a:rect b="b" l="l" r="r" t="t"/>
              <a:pathLst>
                <a:path extrusionOk="0" h="11658" w="8980">
                  <a:moveTo>
                    <a:pt x="5924" y="694"/>
                  </a:moveTo>
                  <a:cubicBezTo>
                    <a:pt x="6113" y="694"/>
                    <a:pt x="6270" y="851"/>
                    <a:pt x="6270" y="1040"/>
                  </a:cubicBezTo>
                  <a:cubicBezTo>
                    <a:pt x="6270" y="1229"/>
                    <a:pt x="6113" y="1387"/>
                    <a:pt x="5924" y="1387"/>
                  </a:cubicBezTo>
                  <a:lnTo>
                    <a:pt x="3151" y="1387"/>
                  </a:lnTo>
                  <a:cubicBezTo>
                    <a:pt x="2962" y="1387"/>
                    <a:pt x="2805" y="1229"/>
                    <a:pt x="2805" y="1040"/>
                  </a:cubicBezTo>
                  <a:cubicBezTo>
                    <a:pt x="2805" y="851"/>
                    <a:pt x="2962" y="694"/>
                    <a:pt x="3151" y="694"/>
                  </a:cubicBezTo>
                  <a:close/>
                  <a:moveTo>
                    <a:pt x="8034" y="1356"/>
                  </a:moveTo>
                  <a:cubicBezTo>
                    <a:pt x="8255" y="1356"/>
                    <a:pt x="8413" y="1513"/>
                    <a:pt x="8413" y="1702"/>
                  </a:cubicBezTo>
                  <a:lnTo>
                    <a:pt x="8413" y="10649"/>
                  </a:lnTo>
                  <a:lnTo>
                    <a:pt x="8287" y="10649"/>
                  </a:lnTo>
                  <a:cubicBezTo>
                    <a:pt x="8287" y="10838"/>
                    <a:pt x="8129" y="10996"/>
                    <a:pt x="7940" y="10996"/>
                  </a:cubicBezTo>
                  <a:lnTo>
                    <a:pt x="1103" y="10996"/>
                  </a:lnTo>
                  <a:cubicBezTo>
                    <a:pt x="914" y="10996"/>
                    <a:pt x="757" y="10838"/>
                    <a:pt x="757" y="10649"/>
                  </a:cubicBezTo>
                  <a:lnTo>
                    <a:pt x="757" y="1702"/>
                  </a:lnTo>
                  <a:cubicBezTo>
                    <a:pt x="757" y="1513"/>
                    <a:pt x="914" y="1356"/>
                    <a:pt x="1103" y="1356"/>
                  </a:cubicBezTo>
                  <a:lnTo>
                    <a:pt x="2206" y="1356"/>
                  </a:lnTo>
                  <a:cubicBezTo>
                    <a:pt x="2364" y="1734"/>
                    <a:pt x="2742" y="2017"/>
                    <a:pt x="3214" y="2017"/>
                  </a:cubicBezTo>
                  <a:lnTo>
                    <a:pt x="5955" y="2017"/>
                  </a:lnTo>
                  <a:cubicBezTo>
                    <a:pt x="6396" y="2017"/>
                    <a:pt x="6774" y="1734"/>
                    <a:pt x="6932" y="1356"/>
                  </a:cubicBezTo>
                  <a:close/>
                  <a:moveTo>
                    <a:pt x="3120" y="1"/>
                  </a:moveTo>
                  <a:cubicBezTo>
                    <a:pt x="2679" y="1"/>
                    <a:pt x="2301" y="284"/>
                    <a:pt x="2143" y="694"/>
                  </a:cubicBezTo>
                  <a:lnTo>
                    <a:pt x="1040" y="694"/>
                  </a:lnTo>
                  <a:cubicBezTo>
                    <a:pt x="473" y="694"/>
                    <a:pt x="1" y="1166"/>
                    <a:pt x="1" y="1702"/>
                  </a:cubicBezTo>
                  <a:lnTo>
                    <a:pt x="1" y="10649"/>
                  </a:lnTo>
                  <a:cubicBezTo>
                    <a:pt x="1" y="11185"/>
                    <a:pt x="473" y="11658"/>
                    <a:pt x="1040" y="11658"/>
                  </a:cubicBezTo>
                  <a:lnTo>
                    <a:pt x="7877" y="11658"/>
                  </a:lnTo>
                  <a:cubicBezTo>
                    <a:pt x="8444" y="11658"/>
                    <a:pt x="8917" y="11185"/>
                    <a:pt x="8917" y="10649"/>
                  </a:cubicBezTo>
                  <a:lnTo>
                    <a:pt x="8917" y="1702"/>
                  </a:lnTo>
                  <a:cubicBezTo>
                    <a:pt x="8980" y="1166"/>
                    <a:pt x="8507" y="694"/>
                    <a:pt x="7971" y="694"/>
                  </a:cubicBezTo>
                  <a:lnTo>
                    <a:pt x="6869" y="694"/>
                  </a:lnTo>
                  <a:cubicBezTo>
                    <a:pt x="6711" y="284"/>
                    <a:pt x="6365" y="1"/>
                    <a:pt x="589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0" name="Google Shape;12220;p140"/>
            <p:cNvSpPr/>
            <p:nvPr/>
          </p:nvSpPr>
          <p:spPr>
            <a:xfrm>
              <a:off x="-3358175" y="2133275"/>
              <a:ext cx="86650" cy="18125"/>
            </a:xfrm>
            <a:custGeom>
              <a:rect b="b" l="l" r="r" t="t"/>
              <a:pathLst>
                <a:path extrusionOk="0" h="725" w="3466">
                  <a:moveTo>
                    <a:pt x="347" y="0"/>
                  </a:moveTo>
                  <a:cubicBezTo>
                    <a:pt x="158" y="0"/>
                    <a:pt x="0" y="158"/>
                    <a:pt x="0" y="378"/>
                  </a:cubicBezTo>
                  <a:cubicBezTo>
                    <a:pt x="0" y="567"/>
                    <a:pt x="158" y="725"/>
                    <a:pt x="347" y="725"/>
                  </a:cubicBezTo>
                  <a:lnTo>
                    <a:pt x="3088" y="725"/>
                  </a:lnTo>
                  <a:cubicBezTo>
                    <a:pt x="3308" y="725"/>
                    <a:pt x="3466" y="567"/>
                    <a:pt x="3466" y="378"/>
                  </a:cubicBezTo>
                  <a:cubicBezTo>
                    <a:pt x="3466" y="158"/>
                    <a:pt x="3308" y="0"/>
                    <a:pt x="308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1" name="Google Shape;12221;p140"/>
            <p:cNvSpPr/>
            <p:nvPr/>
          </p:nvSpPr>
          <p:spPr>
            <a:xfrm>
              <a:off x="-3358175" y="2201800"/>
              <a:ext cx="86650" cy="17350"/>
            </a:xfrm>
            <a:custGeom>
              <a:rect b="b" l="l" r="r" t="t"/>
              <a:pathLst>
                <a:path extrusionOk="0" h="694" w="3466">
                  <a:moveTo>
                    <a:pt x="347" y="0"/>
                  </a:moveTo>
                  <a:cubicBezTo>
                    <a:pt x="158" y="0"/>
                    <a:pt x="0" y="158"/>
                    <a:pt x="0" y="347"/>
                  </a:cubicBezTo>
                  <a:cubicBezTo>
                    <a:pt x="0" y="536"/>
                    <a:pt x="158" y="693"/>
                    <a:pt x="347" y="693"/>
                  </a:cubicBezTo>
                  <a:lnTo>
                    <a:pt x="3088" y="693"/>
                  </a:lnTo>
                  <a:cubicBezTo>
                    <a:pt x="3308" y="693"/>
                    <a:pt x="3466" y="536"/>
                    <a:pt x="3466" y="347"/>
                  </a:cubicBezTo>
                  <a:cubicBezTo>
                    <a:pt x="3466" y="158"/>
                    <a:pt x="3308" y="0"/>
                    <a:pt x="308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2" name="Google Shape;12222;p140"/>
            <p:cNvSpPr/>
            <p:nvPr/>
          </p:nvSpPr>
          <p:spPr>
            <a:xfrm>
              <a:off x="-3358175" y="2270325"/>
              <a:ext cx="86650" cy="18125"/>
            </a:xfrm>
            <a:custGeom>
              <a:rect b="b" l="l" r="r" t="t"/>
              <a:pathLst>
                <a:path extrusionOk="0" h="725" w="3466">
                  <a:moveTo>
                    <a:pt x="347" y="0"/>
                  </a:moveTo>
                  <a:cubicBezTo>
                    <a:pt x="158" y="0"/>
                    <a:pt x="0" y="158"/>
                    <a:pt x="0" y="347"/>
                  </a:cubicBezTo>
                  <a:cubicBezTo>
                    <a:pt x="0" y="567"/>
                    <a:pt x="158" y="725"/>
                    <a:pt x="347" y="725"/>
                  </a:cubicBezTo>
                  <a:lnTo>
                    <a:pt x="3088" y="725"/>
                  </a:lnTo>
                  <a:cubicBezTo>
                    <a:pt x="3308" y="725"/>
                    <a:pt x="3466" y="567"/>
                    <a:pt x="3466" y="347"/>
                  </a:cubicBezTo>
                  <a:cubicBezTo>
                    <a:pt x="3466" y="158"/>
                    <a:pt x="3308" y="0"/>
                    <a:pt x="308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23" name="Google Shape;12223;p140"/>
          <p:cNvGrpSpPr/>
          <p:nvPr/>
        </p:nvGrpSpPr>
        <p:grpSpPr>
          <a:xfrm>
            <a:off x="5752700" y="2139276"/>
            <a:ext cx="373006" cy="423069"/>
            <a:chOff x="-3478675" y="2405775"/>
            <a:chExt cx="258350" cy="293025"/>
          </a:xfrm>
        </p:grpSpPr>
        <p:sp>
          <p:nvSpPr>
            <p:cNvPr id="12224" name="Google Shape;12224;p140"/>
            <p:cNvSpPr/>
            <p:nvPr/>
          </p:nvSpPr>
          <p:spPr>
            <a:xfrm>
              <a:off x="-3478675" y="2405775"/>
              <a:ext cx="258350" cy="293025"/>
            </a:xfrm>
            <a:custGeom>
              <a:rect b="b" l="l" r="r" t="t"/>
              <a:pathLst>
                <a:path extrusionOk="0" h="11721" w="10334">
                  <a:moveTo>
                    <a:pt x="6018" y="694"/>
                  </a:moveTo>
                  <a:cubicBezTo>
                    <a:pt x="6175" y="694"/>
                    <a:pt x="6301" y="757"/>
                    <a:pt x="6333" y="915"/>
                  </a:cubicBezTo>
                  <a:lnTo>
                    <a:pt x="6490" y="1450"/>
                  </a:lnTo>
                  <a:lnTo>
                    <a:pt x="3781" y="1450"/>
                  </a:lnTo>
                  <a:lnTo>
                    <a:pt x="3970" y="915"/>
                  </a:lnTo>
                  <a:cubicBezTo>
                    <a:pt x="4033" y="757"/>
                    <a:pt x="4127" y="694"/>
                    <a:pt x="4285" y="694"/>
                  </a:cubicBezTo>
                  <a:close/>
                  <a:moveTo>
                    <a:pt x="9326" y="2049"/>
                  </a:moveTo>
                  <a:cubicBezTo>
                    <a:pt x="9546" y="2049"/>
                    <a:pt x="9704" y="2206"/>
                    <a:pt x="9704" y="2427"/>
                  </a:cubicBezTo>
                  <a:lnTo>
                    <a:pt x="9704" y="2773"/>
                  </a:lnTo>
                  <a:lnTo>
                    <a:pt x="756" y="2773"/>
                  </a:lnTo>
                  <a:lnTo>
                    <a:pt x="756" y="2427"/>
                  </a:lnTo>
                  <a:cubicBezTo>
                    <a:pt x="756" y="2206"/>
                    <a:pt x="914" y="2049"/>
                    <a:pt x="1103" y="2049"/>
                  </a:cubicBezTo>
                  <a:close/>
                  <a:moveTo>
                    <a:pt x="8916" y="3498"/>
                  </a:moveTo>
                  <a:lnTo>
                    <a:pt x="8317" y="10681"/>
                  </a:lnTo>
                  <a:cubicBezTo>
                    <a:pt x="8317" y="10839"/>
                    <a:pt x="8160" y="10996"/>
                    <a:pt x="7971" y="10996"/>
                  </a:cubicBezTo>
                  <a:lnTo>
                    <a:pt x="2363" y="10996"/>
                  </a:lnTo>
                  <a:cubicBezTo>
                    <a:pt x="2174" y="10996"/>
                    <a:pt x="2048" y="10902"/>
                    <a:pt x="2016" y="10681"/>
                  </a:cubicBezTo>
                  <a:lnTo>
                    <a:pt x="1418" y="3498"/>
                  </a:lnTo>
                  <a:close/>
                  <a:moveTo>
                    <a:pt x="4285" y="1"/>
                  </a:moveTo>
                  <a:cubicBezTo>
                    <a:pt x="3875" y="1"/>
                    <a:pt x="3466" y="285"/>
                    <a:pt x="3308" y="726"/>
                  </a:cubicBezTo>
                  <a:lnTo>
                    <a:pt x="3088" y="1450"/>
                  </a:lnTo>
                  <a:lnTo>
                    <a:pt x="1040" y="1450"/>
                  </a:lnTo>
                  <a:cubicBezTo>
                    <a:pt x="473" y="1450"/>
                    <a:pt x="0" y="1923"/>
                    <a:pt x="0" y="2458"/>
                  </a:cubicBezTo>
                  <a:lnTo>
                    <a:pt x="0" y="3120"/>
                  </a:lnTo>
                  <a:cubicBezTo>
                    <a:pt x="0" y="3341"/>
                    <a:pt x="158" y="3498"/>
                    <a:pt x="347" y="3498"/>
                  </a:cubicBezTo>
                  <a:lnTo>
                    <a:pt x="725" y="3498"/>
                  </a:lnTo>
                  <a:lnTo>
                    <a:pt x="1292" y="10776"/>
                  </a:lnTo>
                  <a:cubicBezTo>
                    <a:pt x="1355" y="11311"/>
                    <a:pt x="1764" y="11721"/>
                    <a:pt x="2331" y="11721"/>
                  </a:cubicBezTo>
                  <a:lnTo>
                    <a:pt x="7908" y="11721"/>
                  </a:lnTo>
                  <a:cubicBezTo>
                    <a:pt x="8475" y="11721"/>
                    <a:pt x="8916" y="11311"/>
                    <a:pt x="8948" y="10776"/>
                  </a:cubicBezTo>
                  <a:lnTo>
                    <a:pt x="9546" y="3498"/>
                  </a:lnTo>
                  <a:lnTo>
                    <a:pt x="9893" y="3498"/>
                  </a:lnTo>
                  <a:cubicBezTo>
                    <a:pt x="10082" y="3498"/>
                    <a:pt x="10239" y="3341"/>
                    <a:pt x="10239" y="3120"/>
                  </a:cubicBezTo>
                  <a:lnTo>
                    <a:pt x="10239" y="2458"/>
                  </a:lnTo>
                  <a:cubicBezTo>
                    <a:pt x="10334" y="1860"/>
                    <a:pt x="9861" y="1450"/>
                    <a:pt x="9294" y="1450"/>
                  </a:cubicBezTo>
                  <a:lnTo>
                    <a:pt x="7246" y="1450"/>
                  </a:lnTo>
                  <a:lnTo>
                    <a:pt x="7026" y="726"/>
                  </a:lnTo>
                  <a:cubicBezTo>
                    <a:pt x="6868" y="285"/>
                    <a:pt x="6490" y="1"/>
                    <a:pt x="601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5" name="Google Shape;12225;p140"/>
            <p:cNvSpPr/>
            <p:nvPr/>
          </p:nvSpPr>
          <p:spPr>
            <a:xfrm>
              <a:off x="-3408575" y="2509750"/>
              <a:ext cx="17350" cy="154400"/>
            </a:xfrm>
            <a:custGeom>
              <a:rect b="b" l="l" r="r" t="t"/>
              <a:pathLst>
                <a:path extrusionOk="0" h="6176" w="694">
                  <a:moveTo>
                    <a:pt x="347" y="1"/>
                  </a:moveTo>
                  <a:cubicBezTo>
                    <a:pt x="158" y="1"/>
                    <a:pt x="0" y="158"/>
                    <a:pt x="0" y="347"/>
                  </a:cubicBezTo>
                  <a:lnTo>
                    <a:pt x="0" y="5829"/>
                  </a:lnTo>
                  <a:cubicBezTo>
                    <a:pt x="0" y="6018"/>
                    <a:pt x="158" y="6176"/>
                    <a:pt x="347" y="6176"/>
                  </a:cubicBezTo>
                  <a:cubicBezTo>
                    <a:pt x="536" y="6176"/>
                    <a:pt x="693" y="6018"/>
                    <a:pt x="693" y="5829"/>
                  </a:cubicBezTo>
                  <a:lnTo>
                    <a:pt x="693" y="347"/>
                  </a:ln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6" name="Google Shape;12226;p140"/>
            <p:cNvSpPr/>
            <p:nvPr/>
          </p:nvSpPr>
          <p:spPr>
            <a:xfrm>
              <a:off x="-3357400" y="2509750"/>
              <a:ext cx="17350" cy="154400"/>
            </a:xfrm>
            <a:custGeom>
              <a:rect b="b" l="l" r="r" t="t"/>
              <a:pathLst>
                <a:path extrusionOk="0" h="6176" w="694">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7" name="Google Shape;12227;p140"/>
            <p:cNvSpPr/>
            <p:nvPr/>
          </p:nvSpPr>
          <p:spPr>
            <a:xfrm>
              <a:off x="-3306200" y="2509750"/>
              <a:ext cx="17350" cy="154400"/>
            </a:xfrm>
            <a:custGeom>
              <a:rect b="b" l="l" r="r" t="t"/>
              <a:pathLst>
                <a:path extrusionOk="0" h="6176" w="694">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28" name="Google Shape;12228;p140"/>
          <p:cNvGrpSpPr/>
          <p:nvPr/>
        </p:nvGrpSpPr>
        <p:grpSpPr>
          <a:xfrm>
            <a:off x="5815218" y="2660398"/>
            <a:ext cx="271831" cy="421914"/>
            <a:chOff x="-3443250" y="2765725"/>
            <a:chExt cx="188275" cy="292225"/>
          </a:xfrm>
        </p:grpSpPr>
        <p:sp>
          <p:nvSpPr>
            <p:cNvPr id="12229" name="Google Shape;12229;p140"/>
            <p:cNvSpPr/>
            <p:nvPr/>
          </p:nvSpPr>
          <p:spPr>
            <a:xfrm>
              <a:off x="-3443250" y="2765725"/>
              <a:ext cx="188275" cy="292225"/>
            </a:xfrm>
            <a:custGeom>
              <a:rect b="b" l="l" r="r" t="t"/>
              <a:pathLst>
                <a:path extrusionOk="0" h="11689" w="7531">
                  <a:moveTo>
                    <a:pt x="6491" y="662"/>
                  </a:moveTo>
                  <a:cubicBezTo>
                    <a:pt x="6711" y="662"/>
                    <a:pt x="6869" y="820"/>
                    <a:pt x="6869" y="1009"/>
                  </a:cubicBezTo>
                  <a:lnTo>
                    <a:pt x="6869" y="7908"/>
                  </a:lnTo>
                  <a:cubicBezTo>
                    <a:pt x="6869" y="8097"/>
                    <a:pt x="6711" y="8255"/>
                    <a:pt x="6491" y="8255"/>
                  </a:cubicBezTo>
                  <a:lnTo>
                    <a:pt x="1040" y="8255"/>
                  </a:lnTo>
                  <a:cubicBezTo>
                    <a:pt x="851" y="8255"/>
                    <a:pt x="694" y="8097"/>
                    <a:pt x="694" y="7908"/>
                  </a:cubicBezTo>
                  <a:lnTo>
                    <a:pt x="694" y="1009"/>
                  </a:lnTo>
                  <a:cubicBezTo>
                    <a:pt x="694" y="820"/>
                    <a:pt x="851" y="662"/>
                    <a:pt x="1040" y="662"/>
                  </a:cubicBezTo>
                  <a:close/>
                  <a:moveTo>
                    <a:pt x="4821" y="8948"/>
                  </a:moveTo>
                  <a:lnTo>
                    <a:pt x="4821" y="10996"/>
                  </a:lnTo>
                  <a:lnTo>
                    <a:pt x="2773" y="10996"/>
                  </a:lnTo>
                  <a:lnTo>
                    <a:pt x="2773" y="8948"/>
                  </a:lnTo>
                  <a:close/>
                  <a:moveTo>
                    <a:pt x="1040" y="1"/>
                  </a:moveTo>
                  <a:cubicBezTo>
                    <a:pt x="473" y="1"/>
                    <a:pt x="1" y="473"/>
                    <a:pt x="1" y="1009"/>
                  </a:cubicBezTo>
                  <a:lnTo>
                    <a:pt x="1" y="7908"/>
                  </a:lnTo>
                  <a:cubicBezTo>
                    <a:pt x="1" y="8475"/>
                    <a:pt x="473" y="8917"/>
                    <a:pt x="1040" y="8917"/>
                  </a:cubicBezTo>
                  <a:lnTo>
                    <a:pt x="2049" y="8917"/>
                  </a:lnTo>
                  <a:lnTo>
                    <a:pt x="2049" y="10964"/>
                  </a:lnTo>
                  <a:lnTo>
                    <a:pt x="1040" y="10964"/>
                  </a:lnTo>
                  <a:cubicBezTo>
                    <a:pt x="851" y="10964"/>
                    <a:pt x="694" y="11122"/>
                    <a:pt x="694" y="11342"/>
                  </a:cubicBezTo>
                  <a:cubicBezTo>
                    <a:pt x="694" y="11531"/>
                    <a:pt x="851" y="11689"/>
                    <a:pt x="1040" y="11689"/>
                  </a:cubicBezTo>
                  <a:lnTo>
                    <a:pt x="6491" y="11689"/>
                  </a:lnTo>
                  <a:cubicBezTo>
                    <a:pt x="6711" y="11689"/>
                    <a:pt x="6869" y="11531"/>
                    <a:pt x="6869" y="11342"/>
                  </a:cubicBezTo>
                  <a:cubicBezTo>
                    <a:pt x="6869" y="11122"/>
                    <a:pt x="6711" y="10964"/>
                    <a:pt x="6491" y="10964"/>
                  </a:cubicBezTo>
                  <a:lnTo>
                    <a:pt x="5483" y="10964"/>
                  </a:lnTo>
                  <a:lnTo>
                    <a:pt x="5483" y="8917"/>
                  </a:lnTo>
                  <a:lnTo>
                    <a:pt x="6491" y="8917"/>
                  </a:lnTo>
                  <a:cubicBezTo>
                    <a:pt x="7058" y="8917"/>
                    <a:pt x="7531" y="8475"/>
                    <a:pt x="7531" y="7908"/>
                  </a:cubicBezTo>
                  <a:lnTo>
                    <a:pt x="7531" y="1009"/>
                  </a:lnTo>
                  <a:cubicBezTo>
                    <a:pt x="7531" y="442"/>
                    <a:pt x="7089" y="1"/>
                    <a:pt x="649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0" name="Google Shape;12230;p140"/>
            <p:cNvSpPr/>
            <p:nvPr/>
          </p:nvSpPr>
          <p:spPr>
            <a:xfrm>
              <a:off x="-3411725" y="2799375"/>
              <a:ext cx="124450" cy="86100"/>
            </a:xfrm>
            <a:custGeom>
              <a:rect b="b" l="l" r="r" t="t"/>
              <a:pathLst>
                <a:path extrusionOk="0" h="3444" w="4978">
                  <a:moveTo>
                    <a:pt x="1859" y="1144"/>
                  </a:moveTo>
                  <a:lnTo>
                    <a:pt x="2678" y="2750"/>
                  </a:lnTo>
                  <a:lnTo>
                    <a:pt x="1040" y="2750"/>
                  </a:lnTo>
                  <a:lnTo>
                    <a:pt x="1859" y="1144"/>
                  </a:lnTo>
                  <a:close/>
                  <a:moveTo>
                    <a:pt x="3151" y="1049"/>
                  </a:moveTo>
                  <a:lnTo>
                    <a:pt x="4033" y="2782"/>
                  </a:lnTo>
                  <a:lnTo>
                    <a:pt x="3403" y="2782"/>
                  </a:lnTo>
                  <a:lnTo>
                    <a:pt x="3403" y="2750"/>
                  </a:lnTo>
                  <a:lnTo>
                    <a:pt x="2804" y="1553"/>
                  </a:lnTo>
                  <a:lnTo>
                    <a:pt x="3151" y="1049"/>
                  </a:lnTo>
                  <a:close/>
                  <a:moveTo>
                    <a:pt x="3213" y="1"/>
                  </a:moveTo>
                  <a:cubicBezTo>
                    <a:pt x="3110" y="1"/>
                    <a:pt x="3003" y="48"/>
                    <a:pt x="2930" y="135"/>
                  </a:cubicBezTo>
                  <a:lnTo>
                    <a:pt x="2457" y="829"/>
                  </a:lnTo>
                  <a:lnTo>
                    <a:pt x="2142" y="198"/>
                  </a:lnTo>
                  <a:cubicBezTo>
                    <a:pt x="2079" y="72"/>
                    <a:pt x="1961" y="9"/>
                    <a:pt x="1839" y="9"/>
                  </a:cubicBezTo>
                  <a:cubicBezTo>
                    <a:pt x="1717" y="9"/>
                    <a:pt x="1591" y="72"/>
                    <a:pt x="1512" y="198"/>
                  </a:cubicBezTo>
                  <a:lnTo>
                    <a:pt x="126" y="2939"/>
                  </a:lnTo>
                  <a:cubicBezTo>
                    <a:pt x="0" y="3191"/>
                    <a:pt x="158" y="3443"/>
                    <a:pt x="441" y="3443"/>
                  </a:cubicBezTo>
                  <a:lnTo>
                    <a:pt x="4537" y="3443"/>
                  </a:lnTo>
                  <a:cubicBezTo>
                    <a:pt x="4757" y="3443"/>
                    <a:pt x="4978" y="3191"/>
                    <a:pt x="4852" y="2939"/>
                  </a:cubicBezTo>
                  <a:lnTo>
                    <a:pt x="3497" y="198"/>
                  </a:lnTo>
                  <a:cubicBezTo>
                    <a:pt x="3446" y="63"/>
                    <a:pt x="3332" y="1"/>
                    <a:pt x="321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1" name="Google Shape;12231;p140"/>
            <p:cNvSpPr/>
            <p:nvPr/>
          </p:nvSpPr>
          <p:spPr>
            <a:xfrm>
              <a:off x="-3392825" y="2903575"/>
              <a:ext cx="86650" cy="17350"/>
            </a:xfrm>
            <a:custGeom>
              <a:rect b="b" l="l" r="r" t="t"/>
              <a:pathLst>
                <a:path extrusionOk="0" h="694" w="3466">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2" name="Google Shape;12232;p140"/>
            <p:cNvSpPr/>
            <p:nvPr/>
          </p:nvSpPr>
          <p:spPr>
            <a:xfrm>
              <a:off x="-3392825" y="2938225"/>
              <a:ext cx="86650" cy="17350"/>
            </a:xfrm>
            <a:custGeom>
              <a:rect b="b" l="l" r="r" t="t"/>
              <a:pathLst>
                <a:path extrusionOk="0" h="694" w="3466">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33" name="Google Shape;12233;p140"/>
          <p:cNvGrpSpPr/>
          <p:nvPr/>
        </p:nvGrpSpPr>
        <p:grpSpPr>
          <a:xfrm>
            <a:off x="844114" y="3230934"/>
            <a:ext cx="371887" cy="423069"/>
            <a:chOff x="-1684475" y="2049000"/>
            <a:chExt cx="257575" cy="293025"/>
          </a:xfrm>
        </p:grpSpPr>
        <p:sp>
          <p:nvSpPr>
            <p:cNvPr id="12234" name="Google Shape;12234;p140"/>
            <p:cNvSpPr/>
            <p:nvPr/>
          </p:nvSpPr>
          <p:spPr>
            <a:xfrm>
              <a:off x="-1684475" y="2049000"/>
              <a:ext cx="257575" cy="293025"/>
            </a:xfrm>
            <a:custGeom>
              <a:rect b="b" l="l" r="r" t="t"/>
              <a:pathLst>
                <a:path extrusionOk="0" h="11721" w="10303">
                  <a:moveTo>
                    <a:pt x="1355" y="693"/>
                  </a:moveTo>
                  <a:lnTo>
                    <a:pt x="1355" y="1387"/>
                  </a:lnTo>
                  <a:lnTo>
                    <a:pt x="694" y="1387"/>
                  </a:lnTo>
                  <a:lnTo>
                    <a:pt x="694" y="693"/>
                  </a:lnTo>
                  <a:close/>
                  <a:moveTo>
                    <a:pt x="9546" y="693"/>
                  </a:moveTo>
                  <a:lnTo>
                    <a:pt x="9546" y="1387"/>
                  </a:lnTo>
                  <a:lnTo>
                    <a:pt x="8885" y="1387"/>
                  </a:lnTo>
                  <a:lnTo>
                    <a:pt x="8885" y="693"/>
                  </a:lnTo>
                  <a:close/>
                  <a:moveTo>
                    <a:pt x="8223" y="1387"/>
                  </a:moveTo>
                  <a:lnTo>
                    <a:pt x="8223" y="1733"/>
                  </a:lnTo>
                  <a:cubicBezTo>
                    <a:pt x="8223" y="1922"/>
                    <a:pt x="8381" y="2080"/>
                    <a:pt x="8570" y="2080"/>
                  </a:cubicBezTo>
                  <a:lnTo>
                    <a:pt x="8916" y="2080"/>
                  </a:lnTo>
                  <a:lnTo>
                    <a:pt x="8916" y="9641"/>
                  </a:lnTo>
                  <a:lnTo>
                    <a:pt x="8538" y="9641"/>
                  </a:lnTo>
                  <a:cubicBezTo>
                    <a:pt x="8349" y="9641"/>
                    <a:pt x="8192" y="9798"/>
                    <a:pt x="8192" y="9987"/>
                  </a:cubicBezTo>
                  <a:lnTo>
                    <a:pt x="8192" y="10365"/>
                  </a:lnTo>
                  <a:lnTo>
                    <a:pt x="2080" y="10365"/>
                  </a:lnTo>
                  <a:lnTo>
                    <a:pt x="2080" y="9987"/>
                  </a:lnTo>
                  <a:cubicBezTo>
                    <a:pt x="2080" y="9798"/>
                    <a:pt x="1922" y="9641"/>
                    <a:pt x="1733" y="9641"/>
                  </a:cubicBezTo>
                  <a:lnTo>
                    <a:pt x="1355" y="9641"/>
                  </a:lnTo>
                  <a:lnTo>
                    <a:pt x="1355" y="2080"/>
                  </a:lnTo>
                  <a:lnTo>
                    <a:pt x="1733" y="2080"/>
                  </a:lnTo>
                  <a:cubicBezTo>
                    <a:pt x="1922" y="2080"/>
                    <a:pt x="2080" y="1922"/>
                    <a:pt x="2080" y="1733"/>
                  </a:cubicBezTo>
                  <a:lnTo>
                    <a:pt x="2080" y="1387"/>
                  </a:lnTo>
                  <a:close/>
                  <a:moveTo>
                    <a:pt x="1355" y="10365"/>
                  </a:moveTo>
                  <a:lnTo>
                    <a:pt x="1355" y="11027"/>
                  </a:lnTo>
                  <a:lnTo>
                    <a:pt x="694" y="11027"/>
                  </a:lnTo>
                  <a:lnTo>
                    <a:pt x="694" y="10365"/>
                  </a:lnTo>
                  <a:close/>
                  <a:moveTo>
                    <a:pt x="9609" y="10365"/>
                  </a:moveTo>
                  <a:lnTo>
                    <a:pt x="9609" y="11027"/>
                  </a:lnTo>
                  <a:lnTo>
                    <a:pt x="8916" y="11027"/>
                  </a:lnTo>
                  <a:lnTo>
                    <a:pt x="8916" y="10365"/>
                  </a:lnTo>
                  <a:close/>
                  <a:moveTo>
                    <a:pt x="347" y="0"/>
                  </a:moveTo>
                  <a:cubicBezTo>
                    <a:pt x="158" y="0"/>
                    <a:pt x="0" y="158"/>
                    <a:pt x="0" y="347"/>
                  </a:cubicBezTo>
                  <a:lnTo>
                    <a:pt x="0" y="1733"/>
                  </a:lnTo>
                  <a:cubicBezTo>
                    <a:pt x="0" y="1922"/>
                    <a:pt x="158" y="2080"/>
                    <a:pt x="347" y="2080"/>
                  </a:cubicBezTo>
                  <a:lnTo>
                    <a:pt x="694" y="2080"/>
                  </a:lnTo>
                  <a:lnTo>
                    <a:pt x="694" y="9641"/>
                  </a:lnTo>
                  <a:lnTo>
                    <a:pt x="347" y="9641"/>
                  </a:lnTo>
                  <a:cubicBezTo>
                    <a:pt x="158" y="9641"/>
                    <a:pt x="0" y="9798"/>
                    <a:pt x="0" y="9987"/>
                  </a:cubicBezTo>
                  <a:lnTo>
                    <a:pt x="0" y="11374"/>
                  </a:lnTo>
                  <a:cubicBezTo>
                    <a:pt x="0" y="11563"/>
                    <a:pt x="158" y="11720"/>
                    <a:pt x="347" y="11720"/>
                  </a:cubicBezTo>
                  <a:lnTo>
                    <a:pt x="1733" y="11720"/>
                  </a:lnTo>
                  <a:cubicBezTo>
                    <a:pt x="1922" y="11720"/>
                    <a:pt x="2080" y="11563"/>
                    <a:pt x="2080" y="11374"/>
                  </a:cubicBezTo>
                  <a:lnTo>
                    <a:pt x="2080" y="11027"/>
                  </a:lnTo>
                  <a:lnTo>
                    <a:pt x="8223" y="11027"/>
                  </a:lnTo>
                  <a:lnTo>
                    <a:pt x="8223" y="11374"/>
                  </a:lnTo>
                  <a:cubicBezTo>
                    <a:pt x="8223" y="11563"/>
                    <a:pt x="8381" y="11720"/>
                    <a:pt x="8570" y="11720"/>
                  </a:cubicBezTo>
                  <a:lnTo>
                    <a:pt x="9956" y="11720"/>
                  </a:lnTo>
                  <a:cubicBezTo>
                    <a:pt x="10145" y="11720"/>
                    <a:pt x="10303" y="11563"/>
                    <a:pt x="10303" y="11374"/>
                  </a:cubicBezTo>
                  <a:lnTo>
                    <a:pt x="10303" y="9987"/>
                  </a:lnTo>
                  <a:cubicBezTo>
                    <a:pt x="10303" y="9798"/>
                    <a:pt x="10145" y="9641"/>
                    <a:pt x="9956" y="9641"/>
                  </a:cubicBezTo>
                  <a:lnTo>
                    <a:pt x="9609" y="9641"/>
                  </a:lnTo>
                  <a:lnTo>
                    <a:pt x="9609" y="2080"/>
                  </a:lnTo>
                  <a:lnTo>
                    <a:pt x="9924" y="2080"/>
                  </a:lnTo>
                  <a:cubicBezTo>
                    <a:pt x="10113" y="2080"/>
                    <a:pt x="10271" y="1922"/>
                    <a:pt x="10271" y="1733"/>
                  </a:cubicBezTo>
                  <a:lnTo>
                    <a:pt x="10271" y="347"/>
                  </a:lnTo>
                  <a:cubicBezTo>
                    <a:pt x="10271" y="158"/>
                    <a:pt x="10113" y="0"/>
                    <a:pt x="9924" y="0"/>
                  </a:cubicBezTo>
                  <a:lnTo>
                    <a:pt x="8538" y="0"/>
                  </a:lnTo>
                  <a:cubicBezTo>
                    <a:pt x="8349" y="0"/>
                    <a:pt x="8192" y="158"/>
                    <a:pt x="8192" y="347"/>
                  </a:cubicBezTo>
                  <a:lnTo>
                    <a:pt x="8192" y="693"/>
                  </a:lnTo>
                  <a:lnTo>
                    <a:pt x="2080" y="693"/>
                  </a:lnTo>
                  <a:lnTo>
                    <a:pt x="2080" y="347"/>
                  </a:lnTo>
                  <a:cubicBezTo>
                    <a:pt x="2080" y="158"/>
                    <a:pt x="1922" y="0"/>
                    <a:pt x="17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5" name="Google Shape;12235;p140"/>
            <p:cNvSpPr/>
            <p:nvPr/>
          </p:nvSpPr>
          <p:spPr>
            <a:xfrm>
              <a:off x="-1615950" y="2238800"/>
              <a:ext cx="120525" cy="18150"/>
            </a:xfrm>
            <a:custGeom>
              <a:rect b="b" l="l" r="r" t="t"/>
              <a:pathLst>
                <a:path extrusionOk="0" h="726" w="4821">
                  <a:moveTo>
                    <a:pt x="347" y="1"/>
                  </a:moveTo>
                  <a:cubicBezTo>
                    <a:pt x="158" y="1"/>
                    <a:pt x="0" y="159"/>
                    <a:pt x="0" y="348"/>
                  </a:cubicBezTo>
                  <a:cubicBezTo>
                    <a:pt x="0" y="568"/>
                    <a:pt x="158" y="726"/>
                    <a:pt x="347" y="726"/>
                  </a:cubicBezTo>
                  <a:lnTo>
                    <a:pt x="4443" y="726"/>
                  </a:lnTo>
                  <a:cubicBezTo>
                    <a:pt x="4663" y="726"/>
                    <a:pt x="4821" y="568"/>
                    <a:pt x="4821" y="348"/>
                  </a:cubicBezTo>
                  <a:cubicBezTo>
                    <a:pt x="4821" y="159"/>
                    <a:pt x="4663" y="1"/>
                    <a:pt x="444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6" name="Google Shape;12236;p140"/>
            <p:cNvSpPr/>
            <p:nvPr/>
          </p:nvSpPr>
          <p:spPr>
            <a:xfrm>
              <a:off x="-1615950" y="2273475"/>
              <a:ext cx="120525" cy="17350"/>
            </a:xfrm>
            <a:custGeom>
              <a:rect b="b" l="l" r="r" t="t"/>
              <a:pathLst>
                <a:path extrusionOk="0" h="694" w="4821">
                  <a:moveTo>
                    <a:pt x="347" y="0"/>
                  </a:moveTo>
                  <a:cubicBezTo>
                    <a:pt x="158" y="0"/>
                    <a:pt x="0" y="158"/>
                    <a:pt x="0" y="347"/>
                  </a:cubicBezTo>
                  <a:cubicBezTo>
                    <a:pt x="0" y="536"/>
                    <a:pt x="158" y="693"/>
                    <a:pt x="347" y="693"/>
                  </a:cubicBezTo>
                  <a:lnTo>
                    <a:pt x="4443" y="693"/>
                  </a:lnTo>
                  <a:cubicBezTo>
                    <a:pt x="4663" y="693"/>
                    <a:pt x="4821" y="536"/>
                    <a:pt x="4821" y="347"/>
                  </a:cubicBezTo>
                  <a:cubicBezTo>
                    <a:pt x="4821" y="158"/>
                    <a:pt x="4663" y="0"/>
                    <a:pt x="44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7" name="Google Shape;12237;p140"/>
            <p:cNvSpPr/>
            <p:nvPr/>
          </p:nvSpPr>
          <p:spPr>
            <a:xfrm>
              <a:off x="-1630925" y="2100975"/>
              <a:ext cx="153625" cy="116600"/>
            </a:xfrm>
            <a:custGeom>
              <a:rect b="b" l="l" r="r" t="t"/>
              <a:pathLst>
                <a:path extrusionOk="0" h="4664" w="6145">
                  <a:moveTo>
                    <a:pt x="4695" y="662"/>
                  </a:moveTo>
                  <a:lnTo>
                    <a:pt x="2994" y="1985"/>
                  </a:lnTo>
                  <a:lnTo>
                    <a:pt x="1261" y="662"/>
                  </a:lnTo>
                  <a:close/>
                  <a:moveTo>
                    <a:pt x="599" y="1040"/>
                  </a:moveTo>
                  <a:lnTo>
                    <a:pt x="2427" y="2395"/>
                  </a:lnTo>
                  <a:lnTo>
                    <a:pt x="599" y="3781"/>
                  </a:lnTo>
                  <a:lnTo>
                    <a:pt x="599" y="1040"/>
                  </a:lnTo>
                  <a:close/>
                  <a:moveTo>
                    <a:pt x="5357" y="1040"/>
                  </a:moveTo>
                  <a:lnTo>
                    <a:pt x="5357" y="3781"/>
                  </a:lnTo>
                  <a:lnTo>
                    <a:pt x="3561" y="2395"/>
                  </a:lnTo>
                  <a:lnTo>
                    <a:pt x="5357" y="1040"/>
                  </a:lnTo>
                  <a:close/>
                  <a:moveTo>
                    <a:pt x="2994" y="2836"/>
                  </a:moveTo>
                  <a:lnTo>
                    <a:pt x="4695" y="4128"/>
                  </a:lnTo>
                  <a:lnTo>
                    <a:pt x="1292" y="4128"/>
                  </a:lnTo>
                  <a:lnTo>
                    <a:pt x="2994" y="2836"/>
                  </a:lnTo>
                  <a:close/>
                  <a:moveTo>
                    <a:pt x="316" y="1"/>
                  </a:moveTo>
                  <a:cubicBezTo>
                    <a:pt x="158" y="1"/>
                    <a:pt x="1" y="127"/>
                    <a:pt x="1" y="284"/>
                  </a:cubicBezTo>
                  <a:lnTo>
                    <a:pt x="1" y="4380"/>
                  </a:lnTo>
                  <a:cubicBezTo>
                    <a:pt x="64" y="4506"/>
                    <a:pt x="127" y="4600"/>
                    <a:pt x="253" y="4663"/>
                  </a:cubicBezTo>
                  <a:lnTo>
                    <a:pt x="5798" y="4663"/>
                  </a:lnTo>
                  <a:cubicBezTo>
                    <a:pt x="5955" y="4663"/>
                    <a:pt x="6113" y="4537"/>
                    <a:pt x="6144" y="4317"/>
                  </a:cubicBezTo>
                  <a:lnTo>
                    <a:pt x="6081" y="316"/>
                  </a:lnTo>
                  <a:cubicBezTo>
                    <a:pt x="6081" y="158"/>
                    <a:pt x="5955" y="32"/>
                    <a:pt x="579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38" name="Google Shape;12238;p140"/>
          <p:cNvSpPr/>
          <p:nvPr/>
        </p:nvSpPr>
        <p:spPr>
          <a:xfrm>
            <a:off x="2472295" y="3231775"/>
            <a:ext cx="440106" cy="421373"/>
          </a:xfrm>
          <a:custGeom>
            <a:rect b="b" l="l" r="r" t="t"/>
            <a:pathLst>
              <a:path extrusionOk="0" h="11674" w="12193">
                <a:moveTo>
                  <a:pt x="9483" y="1174"/>
                </a:moveTo>
                <a:lnTo>
                  <a:pt x="9483" y="2308"/>
                </a:lnTo>
                <a:cubicBezTo>
                  <a:pt x="9483" y="2497"/>
                  <a:pt x="9641" y="2655"/>
                  <a:pt x="9830" y="2655"/>
                </a:cubicBezTo>
                <a:lnTo>
                  <a:pt x="10901" y="2655"/>
                </a:lnTo>
                <a:lnTo>
                  <a:pt x="9515" y="4041"/>
                </a:lnTo>
                <a:lnTo>
                  <a:pt x="8097" y="4041"/>
                </a:lnTo>
                <a:lnTo>
                  <a:pt x="8097" y="2560"/>
                </a:lnTo>
                <a:lnTo>
                  <a:pt x="9483" y="1174"/>
                </a:lnTo>
                <a:close/>
                <a:moveTo>
                  <a:pt x="4885" y="6181"/>
                </a:moveTo>
                <a:cubicBezTo>
                  <a:pt x="5033" y="6181"/>
                  <a:pt x="5183" y="6212"/>
                  <a:pt x="5325" y="6278"/>
                </a:cubicBezTo>
                <a:lnTo>
                  <a:pt x="4600" y="7003"/>
                </a:lnTo>
                <a:cubicBezTo>
                  <a:pt x="4474" y="7129"/>
                  <a:pt x="4474" y="7349"/>
                  <a:pt x="4600" y="7475"/>
                </a:cubicBezTo>
                <a:cubicBezTo>
                  <a:pt x="4663" y="7538"/>
                  <a:pt x="4750" y="7570"/>
                  <a:pt x="4836" y="7570"/>
                </a:cubicBezTo>
                <a:cubicBezTo>
                  <a:pt x="4923" y="7570"/>
                  <a:pt x="5010" y="7538"/>
                  <a:pt x="5073" y="7475"/>
                </a:cubicBezTo>
                <a:lnTo>
                  <a:pt x="5797" y="6751"/>
                </a:lnTo>
                <a:lnTo>
                  <a:pt x="5797" y="6751"/>
                </a:lnTo>
                <a:cubicBezTo>
                  <a:pt x="5986" y="7160"/>
                  <a:pt x="5892" y="7633"/>
                  <a:pt x="5577" y="7948"/>
                </a:cubicBezTo>
                <a:cubicBezTo>
                  <a:pt x="5388" y="8137"/>
                  <a:pt x="5128" y="8231"/>
                  <a:pt x="4864" y="8231"/>
                </a:cubicBezTo>
                <a:cubicBezTo>
                  <a:pt x="4600" y="8231"/>
                  <a:pt x="4332" y="8137"/>
                  <a:pt x="4127" y="7948"/>
                </a:cubicBezTo>
                <a:cubicBezTo>
                  <a:pt x="3749" y="7538"/>
                  <a:pt x="3749" y="6877"/>
                  <a:pt x="4127" y="6499"/>
                </a:cubicBezTo>
                <a:cubicBezTo>
                  <a:pt x="4333" y="6293"/>
                  <a:pt x="4606" y="6181"/>
                  <a:pt x="4885" y="6181"/>
                </a:cubicBezTo>
                <a:close/>
                <a:moveTo>
                  <a:pt x="4897" y="4831"/>
                </a:moveTo>
                <a:cubicBezTo>
                  <a:pt x="5396" y="4831"/>
                  <a:pt x="5890" y="4990"/>
                  <a:pt x="6301" y="5301"/>
                </a:cubicBezTo>
                <a:lnTo>
                  <a:pt x="5829" y="5774"/>
                </a:lnTo>
                <a:cubicBezTo>
                  <a:pt x="5553" y="5590"/>
                  <a:pt x="5233" y="5499"/>
                  <a:pt x="4911" y="5499"/>
                </a:cubicBezTo>
                <a:cubicBezTo>
                  <a:pt x="4460" y="5499"/>
                  <a:pt x="4004" y="5677"/>
                  <a:pt x="3655" y="6026"/>
                </a:cubicBezTo>
                <a:cubicBezTo>
                  <a:pt x="2993" y="6688"/>
                  <a:pt x="2993" y="7790"/>
                  <a:pt x="3655" y="8420"/>
                </a:cubicBezTo>
                <a:cubicBezTo>
                  <a:pt x="3986" y="8751"/>
                  <a:pt x="4427" y="8917"/>
                  <a:pt x="4864" y="8917"/>
                </a:cubicBezTo>
                <a:cubicBezTo>
                  <a:pt x="5301" y="8917"/>
                  <a:pt x="5734" y="8751"/>
                  <a:pt x="6049" y="8420"/>
                </a:cubicBezTo>
                <a:cubicBezTo>
                  <a:pt x="6648" y="7822"/>
                  <a:pt x="6742" y="6908"/>
                  <a:pt x="6301" y="6246"/>
                </a:cubicBezTo>
                <a:lnTo>
                  <a:pt x="6774" y="5774"/>
                </a:lnTo>
                <a:lnTo>
                  <a:pt x="6774" y="5774"/>
                </a:lnTo>
                <a:cubicBezTo>
                  <a:pt x="7467" y="6719"/>
                  <a:pt x="7404" y="8074"/>
                  <a:pt x="6585" y="8924"/>
                </a:cubicBezTo>
                <a:cubicBezTo>
                  <a:pt x="6112" y="9397"/>
                  <a:pt x="5498" y="9633"/>
                  <a:pt x="4883" y="9633"/>
                </a:cubicBezTo>
                <a:cubicBezTo>
                  <a:pt x="4269" y="9633"/>
                  <a:pt x="3655" y="9397"/>
                  <a:pt x="3182" y="8924"/>
                </a:cubicBezTo>
                <a:cubicBezTo>
                  <a:pt x="2237" y="7979"/>
                  <a:pt x="2237" y="6499"/>
                  <a:pt x="3182" y="5553"/>
                </a:cubicBezTo>
                <a:cubicBezTo>
                  <a:pt x="3667" y="5068"/>
                  <a:pt x="4286" y="4831"/>
                  <a:pt x="4897" y="4831"/>
                </a:cubicBezTo>
                <a:close/>
                <a:moveTo>
                  <a:pt x="4873" y="3463"/>
                </a:moveTo>
                <a:cubicBezTo>
                  <a:pt x="5728" y="3463"/>
                  <a:pt x="6583" y="3748"/>
                  <a:pt x="7278" y="4325"/>
                </a:cubicBezTo>
                <a:lnTo>
                  <a:pt x="6805" y="4797"/>
                </a:lnTo>
                <a:cubicBezTo>
                  <a:pt x="6228" y="4353"/>
                  <a:pt x="5533" y="4125"/>
                  <a:pt x="4844" y="4125"/>
                </a:cubicBezTo>
                <a:cubicBezTo>
                  <a:pt x="4065" y="4125"/>
                  <a:pt x="3294" y="4416"/>
                  <a:pt x="2710" y="5018"/>
                </a:cubicBezTo>
                <a:cubicBezTo>
                  <a:pt x="1481" y="6246"/>
                  <a:pt x="1481" y="8168"/>
                  <a:pt x="2710" y="9397"/>
                </a:cubicBezTo>
                <a:cubicBezTo>
                  <a:pt x="3324" y="10011"/>
                  <a:pt x="4112" y="10318"/>
                  <a:pt x="4899" y="10318"/>
                </a:cubicBezTo>
                <a:cubicBezTo>
                  <a:pt x="5687" y="10318"/>
                  <a:pt x="6474" y="10011"/>
                  <a:pt x="7089" y="9397"/>
                </a:cubicBezTo>
                <a:cubicBezTo>
                  <a:pt x="8223" y="8263"/>
                  <a:pt x="8255" y="6467"/>
                  <a:pt x="7309" y="5301"/>
                </a:cubicBezTo>
                <a:lnTo>
                  <a:pt x="7782" y="4829"/>
                </a:lnTo>
                <a:lnTo>
                  <a:pt x="7782" y="4829"/>
                </a:lnTo>
                <a:cubicBezTo>
                  <a:pt x="8979" y="6278"/>
                  <a:pt x="8885" y="8483"/>
                  <a:pt x="7530" y="9870"/>
                </a:cubicBezTo>
                <a:cubicBezTo>
                  <a:pt x="6790" y="10594"/>
                  <a:pt x="5821" y="10956"/>
                  <a:pt x="4856" y="10956"/>
                </a:cubicBezTo>
                <a:cubicBezTo>
                  <a:pt x="3891" y="10956"/>
                  <a:pt x="2930" y="10594"/>
                  <a:pt x="2206" y="9870"/>
                </a:cubicBezTo>
                <a:cubicBezTo>
                  <a:pt x="756" y="8420"/>
                  <a:pt x="756" y="6026"/>
                  <a:pt x="2206" y="4545"/>
                </a:cubicBezTo>
                <a:cubicBezTo>
                  <a:pt x="2941" y="3827"/>
                  <a:pt x="3907" y="3463"/>
                  <a:pt x="4873" y="3463"/>
                </a:cubicBezTo>
                <a:close/>
                <a:moveTo>
                  <a:pt x="9899" y="0"/>
                </a:moveTo>
                <a:cubicBezTo>
                  <a:pt x="9813" y="0"/>
                  <a:pt x="9722" y="32"/>
                  <a:pt x="9641" y="103"/>
                </a:cubicBezTo>
                <a:lnTo>
                  <a:pt x="7561" y="2182"/>
                </a:lnTo>
                <a:cubicBezTo>
                  <a:pt x="7467" y="2277"/>
                  <a:pt x="7435" y="2340"/>
                  <a:pt x="7435" y="2434"/>
                </a:cubicBezTo>
                <a:lnTo>
                  <a:pt x="7435" y="3600"/>
                </a:lnTo>
                <a:cubicBezTo>
                  <a:pt x="6670" y="3071"/>
                  <a:pt x="5769" y="2807"/>
                  <a:pt x="4868" y="2807"/>
                </a:cubicBezTo>
                <a:cubicBezTo>
                  <a:pt x="3731" y="2807"/>
                  <a:pt x="2595" y="3229"/>
                  <a:pt x="1733" y="4073"/>
                </a:cubicBezTo>
                <a:cubicBezTo>
                  <a:pt x="0" y="5805"/>
                  <a:pt x="0" y="8641"/>
                  <a:pt x="1733" y="10374"/>
                </a:cubicBezTo>
                <a:cubicBezTo>
                  <a:pt x="2599" y="11240"/>
                  <a:pt x="3741" y="11673"/>
                  <a:pt x="4883" y="11673"/>
                </a:cubicBezTo>
                <a:cubicBezTo>
                  <a:pt x="6026" y="11673"/>
                  <a:pt x="7168" y="11240"/>
                  <a:pt x="8034" y="10374"/>
                </a:cubicBezTo>
                <a:cubicBezTo>
                  <a:pt x="9578" y="8861"/>
                  <a:pt x="9735" y="6436"/>
                  <a:pt x="8538" y="4703"/>
                </a:cubicBezTo>
                <a:lnTo>
                  <a:pt x="9672" y="4703"/>
                </a:lnTo>
                <a:cubicBezTo>
                  <a:pt x="9767" y="4703"/>
                  <a:pt x="9893" y="4671"/>
                  <a:pt x="9924" y="4608"/>
                </a:cubicBezTo>
                <a:lnTo>
                  <a:pt x="12004" y="2497"/>
                </a:lnTo>
                <a:cubicBezTo>
                  <a:pt x="12193" y="2308"/>
                  <a:pt x="12035" y="1962"/>
                  <a:pt x="11783" y="1962"/>
                </a:cubicBezTo>
                <a:lnTo>
                  <a:pt x="10239" y="1962"/>
                </a:lnTo>
                <a:lnTo>
                  <a:pt x="10239" y="355"/>
                </a:lnTo>
                <a:cubicBezTo>
                  <a:pt x="10239" y="141"/>
                  <a:pt x="10080" y="0"/>
                  <a:pt x="989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239" name="Google Shape;12239;p140"/>
          <p:cNvGrpSpPr/>
          <p:nvPr/>
        </p:nvGrpSpPr>
        <p:grpSpPr>
          <a:xfrm>
            <a:off x="4134007" y="3231514"/>
            <a:ext cx="420796" cy="421914"/>
            <a:chOff x="-1700225" y="2768875"/>
            <a:chExt cx="291450" cy="292225"/>
          </a:xfrm>
        </p:grpSpPr>
        <p:sp>
          <p:nvSpPr>
            <p:cNvPr id="12240" name="Google Shape;12240;p140"/>
            <p:cNvSpPr/>
            <p:nvPr/>
          </p:nvSpPr>
          <p:spPr>
            <a:xfrm>
              <a:off x="-1700225" y="2768875"/>
              <a:ext cx="291450" cy="292225"/>
            </a:xfrm>
            <a:custGeom>
              <a:rect b="b" l="l" r="r" t="t"/>
              <a:pathLst>
                <a:path extrusionOk="0" h="11689" w="11658">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1" name="Google Shape;12241;p140"/>
            <p:cNvSpPr/>
            <p:nvPr/>
          </p:nvSpPr>
          <p:spPr>
            <a:xfrm>
              <a:off x="-1667150" y="2801950"/>
              <a:ext cx="18150" cy="18150"/>
            </a:xfrm>
            <a:custGeom>
              <a:rect b="b" l="l" r="r" t="t"/>
              <a:pathLst>
                <a:path extrusionOk="0" h="726" w="726">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2" name="Google Shape;12242;p140"/>
            <p:cNvSpPr/>
            <p:nvPr/>
          </p:nvSpPr>
          <p:spPr>
            <a:xfrm>
              <a:off x="-1632500" y="2801950"/>
              <a:ext cx="17350" cy="18150"/>
            </a:xfrm>
            <a:custGeom>
              <a:rect b="b" l="l" r="r" t="t"/>
              <a:pathLst>
                <a:path extrusionOk="0" h="726" w="694">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3" name="Google Shape;12243;p140"/>
            <p:cNvSpPr/>
            <p:nvPr/>
          </p:nvSpPr>
          <p:spPr>
            <a:xfrm>
              <a:off x="-1597850" y="2801950"/>
              <a:ext cx="17375" cy="18150"/>
            </a:xfrm>
            <a:custGeom>
              <a:rect b="b" l="l" r="r" t="t"/>
              <a:pathLst>
                <a:path extrusionOk="0" h="726" w="695">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4" name="Google Shape;12244;p140"/>
            <p:cNvSpPr/>
            <p:nvPr/>
          </p:nvSpPr>
          <p:spPr>
            <a:xfrm>
              <a:off x="-1564750" y="2801950"/>
              <a:ext cx="120525" cy="18150"/>
            </a:xfrm>
            <a:custGeom>
              <a:rect b="b" l="l" r="r" t="t"/>
              <a:pathLst>
                <a:path extrusionOk="0" h="726" w="4821">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5" name="Google Shape;12245;p140"/>
            <p:cNvSpPr/>
            <p:nvPr/>
          </p:nvSpPr>
          <p:spPr>
            <a:xfrm>
              <a:off x="-1597850" y="2924050"/>
              <a:ext cx="85100" cy="85075"/>
            </a:xfrm>
            <a:custGeom>
              <a:rect b="b" l="l" r="r" t="t"/>
              <a:pathLst>
                <a:path extrusionOk="0" h="3403" w="3404">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46" name="Google Shape;12246;p140"/>
          <p:cNvGrpSpPr/>
          <p:nvPr/>
        </p:nvGrpSpPr>
        <p:grpSpPr>
          <a:xfrm>
            <a:off x="3602355" y="3230935"/>
            <a:ext cx="371887" cy="423069"/>
            <a:chOff x="-919700" y="2420750"/>
            <a:chExt cx="257575" cy="293025"/>
          </a:xfrm>
        </p:grpSpPr>
        <p:sp>
          <p:nvSpPr>
            <p:cNvPr id="12247" name="Google Shape;12247;p140"/>
            <p:cNvSpPr/>
            <p:nvPr/>
          </p:nvSpPr>
          <p:spPr>
            <a:xfrm>
              <a:off x="-884250" y="2490850"/>
              <a:ext cx="84300" cy="51225"/>
            </a:xfrm>
            <a:custGeom>
              <a:rect b="b" l="l" r="r" t="t"/>
              <a:pathLst>
                <a:path extrusionOk="0" h="2049" w="3372">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8" name="Google Shape;12248;p140"/>
            <p:cNvSpPr/>
            <p:nvPr/>
          </p:nvSpPr>
          <p:spPr>
            <a:xfrm>
              <a:off x="-919700" y="2420750"/>
              <a:ext cx="257575" cy="293025"/>
            </a:xfrm>
            <a:custGeom>
              <a:rect b="b" l="l" r="r" t="t"/>
              <a:pathLst>
                <a:path extrusionOk="0" h="11721" w="10303">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9" name="Google Shape;12249;p140"/>
            <p:cNvSpPr/>
            <p:nvPr/>
          </p:nvSpPr>
          <p:spPr>
            <a:xfrm>
              <a:off x="-766100" y="2660975"/>
              <a:ext cx="18125" cy="18150"/>
            </a:xfrm>
            <a:custGeom>
              <a:rect b="b" l="l" r="r" t="t"/>
              <a:pathLst>
                <a:path extrusionOk="0" h="726" w="725">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50" name="Google Shape;12250;p140"/>
          <p:cNvGrpSpPr/>
          <p:nvPr/>
        </p:nvGrpSpPr>
        <p:grpSpPr>
          <a:xfrm>
            <a:off x="1937547" y="1645950"/>
            <a:ext cx="409531" cy="410617"/>
            <a:chOff x="6679825" y="2693700"/>
            <a:chExt cx="257875" cy="258575"/>
          </a:xfrm>
        </p:grpSpPr>
        <p:sp>
          <p:nvSpPr>
            <p:cNvPr id="12251" name="Google Shape;12251;p140"/>
            <p:cNvSpPr/>
            <p:nvPr/>
          </p:nvSpPr>
          <p:spPr>
            <a:xfrm>
              <a:off x="6679825" y="2693700"/>
              <a:ext cx="257875" cy="258575"/>
            </a:xfrm>
            <a:custGeom>
              <a:rect b="b" l="l" r="r" t="t"/>
              <a:pathLst>
                <a:path extrusionOk="0" h="10343" w="10315">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2" name="Google Shape;12252;p140"/>
            <p:cNvSpPr/>
            <p:nvPr/>
          </p:nvSpPr>
          <p:spPr>
            <a:xfrm flipH="1">
              <a:off x="6679825" y="2693700"/>
              <a:ext cx="257875" cy="258575"/>
            </a:xfrm>
            <a:custGeom>
              <a:rect b="b" l="l" r="r" t="t"/>
              <a:pathLst>
                <a:path extrusionOk="0" h="10343" w="10315">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53" name="Google Shape;12253;p140"/>
          <p:cNvGrpSpPr/>
          <p:nvPr/>
        </p:nvGrpSpPr>
        <p:grpSpPr>
          <a:xfrm>
            <a:off x="1927121" y="2142110"/>
            <a:ext cx="420531" cy="417262"/>
            <a:chOff x="6790450" y="3119050"/>
            <a:chExt cx="262750" cy="260675"/>
          </a:xfrm>
        </p:grpSpPr>
        <p:sp>
          <p:nvSpPr>
            <p:cNvPr id="12254" name="Google Shape;12254;p140"/>
            <p:cNvSpPr/>
            <p:nvPr/>
          </p:nvSpPr>
          <p:spPr>
            <a:xfrm>
              <a:off x="6790450" y="3119050"/>
              <a:ext cx="262750" cy="260675"/>
            </a:xfrm>
            <a:custGeom>
              <a:rect b="b" l="l" r="r" t="t"/>
              <a:pathLst>
                <a:path extrusionOk="0" h="10427" w="1051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5" name="Google Shape;12255;p140"/>
            <p:cNvSpPr/>
            <p:nvPr/>
          </p:nvSpPr>
          <p:spPr>
            <a:xfrm flipH="1">
              <a:off x="6790450" y="3119050"/>
              <a:ext cx="262750" cy="260675"/>
            </a:xfrm>
            <a:custGeom>
              <a:rect b="b" l="l" r="r" t="t"/>
              <a:pathLst>
                <a:path extrusionOk="0" h="10427" w="1051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56" name="Google Shape;12256;p140"/>
          <p:cNvGrpSpPr/>
          <p:nvPr/>
        </p:nvGrpSpPr>
        <p:grpSpPr>
          <a:xfrm>
            <a:off x="6554233" y="3755436"/>
            <a:ext cx="358093" cy="407391"/>
            <a:chOff x="7660859" y="2571753"/>
            <a:chExt cx="366561" cy="417024"/>
          </a:xfrm>
        </p:grpSpPr>
        <p:sp>
          <p:nvSpPr>
            <p:cNvPr id="12257" name="Google Shape;12257;p140"/>
            <p:cNvSpPr/>
            <p:nvPr/>
          </p:nvSpPr>
          <p:spPr>
            <a:xfrm>
              <a:off x="7770506" y="2633631"/>
              <a:ext cx="147259" cy="146633"/>
            </a:xfrm>
            <a:custGeom>
              <a:rect b="b" l="l" r="r" t="t"/>
              <a:pathLst>
                <a:path extrusionOk="0" h="7026" w="7056">
                  <a:moveTo>
                    <a:pt x="4114" y="2928"/>
                  </a:moveTo>
                  <a:lnTo>
                    <a:pt x="4114" y="4099"/>
                  </a:lnTo>
                  <a:lnTo>
                    <a:pt x="2943" y="4099"/>
                  </a:lnTo>
                  <a:lnTo>
                    <a:pt x="2943" y="2928"/>
                  </a:lnTo>
                  <a:close/>
                  <a:moveTo>
                    <a:pt x="2354" y="1"/>
                  </a:moveTo>
                  <a:cubicBezTo>
                    <a:pt x="2032" y="1"/>
                    <a:pt x="1771" y="263"/>
                    <a:pt x="1771" y="586"/>
                  </a:cubicBezTo>
                  <a:lnTo>
                    <a:pt x="1771" y="1757"/>
                  </a:lnTo>
                  <a:lnTo>
                    <a:pt x="618" y="1757"/>
                  </a:lnTo>
                  <a:cubicBezTo>
                    <a:pt x="301" y="1757"/>
                    <a:pt x="31" y="1999"/>
                    <a:pt x="17" y="2314"/>
                  </a:cubicBezTo>
                  <a:cubicBezTo>
                    <a:pt x="1" y="2650"/>
                    <a:pt x="268" y="2928"/>
                    <a:pt x="600" y="2928"/>
                  </a:cubicBezTo>
                  <a:lnTo>
                    <a:pt x="1771" y="2928"/>
                  </a:lnTo>
                  <a:lnTo>
                    <a:pt x="1771" y="4099"/>
                  </a:lnTo>
                  <a:lnTo>
                    <a:pt x="618" y="4099"/>
                  </a:lnTo>
                  <a:cubicBezTo>
                    <a:pt x="301" y="4099"/>
                    <a:pt x="31" y="4341"/>
                    <a:pt x="17" y="4656"/>
                  </a:cubicBezTo>
                  <a:cubicBezTo>
                    <a:pt x="1" y="4992"/>
                    <a:pt x="268" y="5270"/>
                    <a:pt x="600" y="5270"/>
                  </a:cubicBezTo>
                  <a:lnTo>
                    <a:pt x="1771" y="5270"/>
                  </a:lnTo>
                  <a:lnTo>
                    <a:pt x="1771" y="6423"/>
                  </a:lnTo>
                  <a:cubicBezTo>
                    <a:pt x="1771" y="6738"/>
                    <a:pt x="2014" y="7011"/>
                    <a:pt x="2329" y="7025"/>
                  </a:cubicBezTo>
                  <a:cubicBezTo>
                    <a:pt x="2338" y="7025"/>
                    <a:pt x="2348" y="7025"/>
                    <a:pt x="2357" y="7025"/>
                  </a:cubicBezTo>
                  <a:cubicBezTo>
                    <a:pt x="2680" y="7025"/>
                    <a:pt x="2943" y="6764"/>
                    <a:pt x="2943" y="6441"/>
                  </a:cubicBezTo>
                  <a:lnTo>
                    <a:pt x="2943" y="5270"/>
                  </a:lnTo>
                  <a:lnTo>
                    <a:pt x="4114" y="5270"/>
                  </a:lnTo>
                  <a:lnTo>
                    <a:pt x="4114" y="6423"/>
                  </a:lnTo>
                  <a:cubicBezTo>
                    <a:pt x="4114" y="6738"/>
                    <a:pt x="4356" y="7011"/>
                    <a:pt x="4671" y="7025"/>
                  </a:cubicBezTo>
                  <a:cubicBezTo>
                    <a:pt x="4680" y="7025"/>
                    <a:pt x="4690" y="7025"/>
                    <a:pt x="4699" y="7025"/>
                  </a:cubicBezTo>
                  <a:cubicBezTo>
                    <a:pt x="5023" y="7025"/>
                    <a:pt x="5285" y="6764"/>
                    <a:pt x="5285" y="6441"/>
                  </a:cubicBezTo>
                  <a:lnTo>
                    <a:pt x="5285" y="5270"/>
                  </a:lnTo>
                  <a:lnTo>
                    <a:pt x="6456" y="5270"/>
                  </a:lnTo>
                  <a:cubicBezTo>
                    <a:pt x="6788" y="5270"/>
                    <a:pt x="7056" y="4992"/>
                    <a:pt x="7040" y="4656"/>
                  </a:cubicBezTo>
                  <a:cubicBezTo>
                    <a:pt x="7025" y="4341"/>
                    <a:pt x="6753" y="4099"/>
                    <a:pt x="6438" y="4099"/>
                  </a:cubicBezTo>
                  <a:lnTo>
                    <a:pt x="5285" y="4099"/>
                  </a:lnTo>
                  <a:lnTo>
                    <a:pt x="5285" y="2928"/>
                  </a:lnTo>
                  <a:lnTo>
                    <a:pt x="6438" y="2928"/>
                  </a:lnTo>
                  <a:cubicBezTo>
                    <a:pt x="6753" y="2928"/>
                    <a:pt x="7025" y="2685"/>
                    <a:pt x="7040" y="2370"/>
                  </a:cubicBezTo>
                  <a:cubicBezTo>
                    <a:pt x="7056" y="2034"/>
                    <a:pt x="6788" y="1757"/>
                    <a:pt x="6456" y="1757"/>
                  </a:cubicBezTo>
                  <a:lnTo>
                    <a:pt x="5285" y="1757"/>
                  </a:lnTo>
                  <a:lnTo>
                    <a:pt x="5285" y="603"/>
                  </a:lnTo>
                  <a:cubicBezTo>
                    <a:pt x="5285" y="287"/>
                    <a:pt x="5042" y="16"/>
                    <a:pt x="4727" y="2"/>
                  </a:cubicBezTo>
                  <a:cubicBezTo>
                    <a:pt x="4717" y="1"/>
                    <a:pt x="4707" y="1"/>
                    <a:pt x="4696" y="1"/>
                  </a:cubicBezTo>
                  <a:cubicBezTo>
                    <a:pt x="4374" y="1"/>
                    <a:pt x="4114" y="263"/>
                    <a:pt x="4114" y="586"/>
                  </a:cubicBezTo>
                  <a:lnTo>
                    <a:pt x="4114" y="1757"/>
                  </a:lnTo>
                  <a:lnTo>
                    <a:pt x="2943" y="1757"/>
                  </a:lnTo>
                  <a:lnTo>
                    <a:pt x="2943" y="603"/>
                  </a:lnTo>
                  <a:cubicBezTo>
                    <a:pt x="2943" y="287"/>
                    <a:pt x="2700" y="16"/>
                    <a:pt x="2385" y="2"/>
                  </a:cubicBezTo>
                  <a:cubicBezTo>
                    <a:pt x="2375" y="1"/>
                    <a:pt x="2364" y="1"/>
                    <a:pt x="235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8" name="Google Shape;12258;p140"/>
            <p:cNvSpPr/>
            <p:nvPr/>
          </p:nvSpPr>
          <p:spPr>
            <a:xfrm>
              <a:off x="7730834" y="2792447"/>
              <a:ext cx="226648" cy="76781"/>
            </a:xfrm>
            <a:custGeom>
              <a:rect b="b" l="l" r="r" t="t"/>
              <a:pathLst>
                <a:path extrusionOk="0" h="3679" w="10860">
                  <a:moveTo>
                    <a:pt x="747" y="0"/>
                  </a:moveTo>
                  <a:cubicBezTo>
                    <a:pt x="280" y="0"/>
                    <a:pt x="0" y="520"/>
                    <a:pt x="258" y="910"/>
                  </a:cubicBezTo>
                  <a:cubicBezTo>
                    <a:pt x="1470" y="2730"/>
                    <a:pt x="3430" y="3678"/>
                    <a:pt x="5429" y="3678"/>
                  </a:cubicBezTo>
                  <a:cubicBezTo>
                    <a:pt x="7423" y="3678"/>
                    <a:pt x="9385" y="2733"/>
                    <a:pt x="10600" y="911"/>
                  </a:cubicBezTo>
                  <a:cubicBezTo>
                    <a:pt x="10860" y="523"/>
                    <a:pt x="10578" y="2"/>
                    <a:pt x="10116" y="2"/>
                  </a:cubicBezTo>
                  <a:cubicBezTo>
                    <a:pt x="10115" y="2"/>
                    <a:pt x="10114" y="2"/>
                    <a:pt x="10113" y="2"/>
                  </a:cubicBezTo>
                  <a:cubicBezTo>
                    <a:pt x="9924" y="2"/>
                    <a:pt x="9738" y="92"/>
                    <a:pt x="9625" y="262"/>
                  </a:cubicBezTo>
                  <a:cubicBezTo>
                    <a:pt x="8688" y="1668"/>
                    <a:pt x="7119" y="2507"/>
                    <a:pt x="5429" y="2507"/>
                  </a:cubicBezTo>
                  <a:cubicBezTo>
                    <a:pt x="3740" y="2507"/>
                    <a:pt x="2172" y="1668"/>
                    <a:pt x="1235" y="264"/>
                  </a:cubicBezTo>
                  <a:cubicBezTo>
                    <a:pt x="1125" y="101"/>
                    <a:pt x="943" y="0"/>
                    <a:pt x="7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9" name="Google Shape;12259;p140"/>
            <p:cNvSpPr/>
            <p:nvPr/>
          </p:nvSpPr>
          <p:spPr>
            <a:xfrm>
              <a:off x="7660859" y="2571753"/>
              <a:ext cx="366561" cy="417024"/>
            </a:xfrm>
            <a:custGeom>
              <a:rect b="b" l="l" r="r" t="t"/>
              <a:pathLst>
                <a:path extrusionOk="0" h="19982" w="17564">
                  <a:moveTo>
                    <a:pt x="14636" y="1169"/>
                  </a:moveTo>
                  <a:cubicBezTo>
                    <a:pt x="15587" y="1169"/>
                    <a:pt x="16392" y="1992"/>
                    <a:pt x="16392" y="2965"/>
                  </a:cubicBezTo>
                  <a:lnTo>
                    <a:pt x="16392" y="14674"/>
                  </a:lnTo>
                  <a:cubicBezTo>
                    <a:pt x="16392" y="15643"/>
                    <a:pt x="15607" y="16431"/>
                    <a:pt x="14636" y="16431"/>
                  </a:cubicBezTo>
                  <a:lnTo>
                    <a:pt x="11124" y="16431"/>
                  </a:lnTo>
                  <a:cubicBezTo>
                    <a:pt x="10967" y="16431"/>
                    <a:pt x="10816" y="16493"/>
                    <a:pt x="10707" y="16604"/>
                  </a:cubicBezTo>
                  <a:lnTo>
                    <a:pt x="8782" y="18561"/>
                  </a:lnTo>
                  <a:lnTo>
                    <a:pt x="6857" y="16604"/>
                  </a:lnTo>
                  <a:cubicBezTo>
                    <a:pt x="6748" y="16493"/>
                    <a:pt x="6597" y="16431"/>
                    <a:pt x="6440" y="16431"/>
                  </a:cubicBezTo>
                  <a:lnTo>
                    <a:pt x="2928" y="16431"/>
                  </a:lnTo>
                  <a:cubicBezTo>
                    <a:pt x="1959" y="16431"/>
                    <a:pt x="1172" y="15643"/>
                    <a:pt x="1172" y="14674"/>
                  </a:cubicBezTo>
                  <a:lnTo>
                    <a:pt x="1172" y="2965"/>
                  </a:lnTo>
                  <a:cubicBezTo>
                    <a:pt x="1172" y="1992"/>
                    <a:pt x="1977" y="1169"/>
                    <a:pt x="2928" y="1169"/>
                  </a:cubicBezTo>
                  <a:close/>
                  <a:moveTo>
                    <a:pt x="2928" y="0"/>
                  </a:moveTo>
                  <a:cubicBezTo>
                    <a:pt x="1310" y="0"/>
                    <a:pt x="1" y="1346"/>
                    <a:pt x="1" y="2965"/>
                  </a:cubicBezTo>
                  <a:lnTo>
                    <a:pt x="1" y="14674"/>
                  </a:lnTo>
                  <a:cubicBezTo>
                    <a:pt x="1" y="16291"/>
                    <a:pt x="1312" y="17600"/>
                    <a:pt x="2928" y="17600"/>
                  </a:cubicBezTo>
                  <a:lnTo>
                    <a:pt x="6196" y="17600"/>
                  </a:lnTo>
                  <a:lnTo>
                    <a:pt x="8365" y="19806"/>
                  </a:lnTo>
                  <a:cubicBezTo>
                    <a:pt x="8474" y="19919"/>
                    <a:pt x="8625" y="19981"/>
                    <a:pt x="8782" y="19981"/>
                  </a:cubicBezTo>
                  <a:cubicBezTo>
                    <a:pt x="8940" y="19981"/>
                    <a:pt x="9090" y="19919"/>
                    <a:pt x="9200" y="19806"/>
                  </a:cubicBezTo>
                  <a:lnTo>
                    <a:pt x="11370" y="17600"/>
                  </a:lnTo>
                  <a:lnTo>
                    <a:pt x="14636" y="17600"/>
                  </a:lnTo>
                  <a:cubicBezTo>
                    <a:pt x="16251" y="17600"/>
                    <a:pt x="17563" y="16287"/>
                    <a:pt x="17563" y="14674"/>
                  </a:cubicBezTo>
                  <a:lnTo>
                    <a:pt x="17563" y="2965"/>
                  </a:lnTo>
                  <a:cubicBezTo>
                    <a:pt x="17563" y="1348"/>
                    <a:pt x="16254" y="0"/>
                    <a:pt x="1463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60" name="Google Shape;12260;p140"/>
          <p:cNvGrpSpPr/>
          <p:nvPr/>
        </p:nvGrpSpPr>
        <p:grpSpPr>
          <a:xfrm>
            <a:off x="4088914" y="3755436"/>
            <a:ext cx="407391" cy="407391"/>
            <a:chOff x="5566722" y="2571753"/>
            <a:chExt cx="417024" cy="417024"/>
          </a:xfrm>
        </p:grpSpPr>
        <p:sp>
          <p:nvSpPr>
            <p:cNvPr id="12261" name="Google Shape;12261;p140"/>
            <p:cNvSpPr/>
            <p:nvPr/>
          </p:nvSpPr>
          <p:spPr>
            <a:xfrm>
              <a:off x="5566722" y="2571753"/>
              <a:ext cx="417024" cy="417024"/>
            </a:xfrm>
            <a:custGeom>
              <a:rect b="b" l="l" r="r" t="t"/>
              <a:pathLst>
                <a:path extrusionOk="0" h="19982" w="19982">
                  <a:moveTo>
                    <a:pt x="9990" y="1171"/>
                  </a:moveTo>
                  <a:cubicBezTo>
                    <a:pt x="14855" y="1171"/>
                    <a:pt x="18810" y="5127"/>
                    <a:pt x="18810" y="9991"/>
                  </a:cubicBezTo>
                  <a:cubicBezTo>
                    <a:pt x="18810" y="14854"/>
                    <a:pt x="14855" y="18810"/>
                    <a:pt x="9990" y="18810"/>
                  </a:cubicBezTo>
                  <a:cubicBezTo>
                    <a:pt x="5127" y="18810"/>
                    <a:pt x="1170" y="14854"/>
                    <a:pt x="1170" y="9991"/>
                  </a:cubicBezTo>
                  <a:cubicBezTo>
                    <a:pt x="1170" y="5127"/>
                    <a:pt x="5127" y="1171"/>
                    <a:pt x="9990" y="1171"/>
                  </a:cubicBezTo>
                  <a:close/>
                  <a:moveTo>
                    <a:pt x="9990" y="0"/>
                  </a:moveTo>
                  <a:cubicBezTo>
                    <a:pt x="4488" y="0"/>
                    <a:pt x="0" y="4490"/>
                    <a:pt x="0" y="9990"/>
                  </a:cubicBezTo>
                  <a:cubicBezTo>
                    <a:pt x="0" y="15493"/>
                    <a:pt x="4490" y="19981"/>
                    <a:pt x="9990" y="19981"/>
                  </a:cubicBezTo>
                  <a:cubicBezTo>
                    <a:pt x="15492" y="19981"/>
                    <a:pt x="19981" y="15491"/>
                    <a:pt x="19981" y="9990"/>
                  </a:cubicBezTo>
                  <a:cubicBezTo>
                    <a:pt x="19981" y="4488"/>
                    <a:pt x="15492" y="0"/>
                    <a:pt x="999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2" name="Google Shape;12262;p140"/>
            <p:cNvSpPr/>
            <p:nvPr/>
          </p:nvSpPr>
          <p:spPr>
            <a:xfrm>
              <a:off x="5653037" y="2658069"/>
              <a:ext cx="207719" cy="243052"/>
            </a:xfrm>
            <a:custGeom>
              <a:rect b="b" l="l" r="r" t="t"/>
              <a:pathLst>
                <a:path extrusionOk="0" h="11646" w="9953">
                  <a:moveTo>
                    <a:pt x="8782" y="1300"/>
                  </a:moveTo>
                  <a:lnTo>
                    <a:pt x="8782" y="2448"/>
                  </a:lnTo>
                  <a:lnTo>
                    <a:pt x="4099" y="3384"/>
                  </a:lnTo>
                  <a:lnTo>
                    <a:pt x="4099" y="2236"/>
                  </a:lnTo>
                  <a:lnTo>
                    <a:pt x="8782" y="1300"/>
                  </a:lnTo>
                  <a:close/>
                  <a:moveTo>
                    <a:pt x="8782" y="7304"/>
                  </a:moveTo>
                  <a:lnTo>
                    <a:pt x="8782" y="8447"/>
                  </a:lnTo>
                  <a:cubicBezTo>
                    <a:pt x="8782" y="8766"/>
                    <a:pt x="8591" y="9047"/>
                    <a:pt x="8295" y="9165"/>
                  </a:cubicBezTo>
                  <a:cubicBezTo>
                    <a:pt x="8163" y="9218"/>
                    <a:pt x="7987" y="9306"/>
                    <a:pt x="7782" y="9306"/>
                  </a:cubicBezTo>
                  <a:cubicBezTo>
                    <a:pt x="7653" y="9306"/>
                    <a:pt x="7513" y="9271"/>
                    <a:pt x="7365" y="9171"/>
                  </a:cubicBezTo>
                  <a:cubicBezTo>
                    <a:pt x="6850" y="8824"/>
                    <a:pt x="6937" y="8042"/>
                    <a:pt x="7512" y="7812"/>
                  </a:cubicBezTo>
                  <a:lnTo>
                    <a:pt x="8782" y="7304"/>
                  </a:lnTo>
                  <a:close/>
                  <a:moveTo>
                    <a:pt x="2928" y="8475"/>
                  </a:moveTo>
                  <a:lnTo>
                    <a:pt x="2928" y="9618"/>
                  </a:lnTo>
                  <a:cubicBezTo>
                    <a:pt x="2928" y="9937"/>
                    <a:pt x="2737" y="10218"/>
                    <a:pt x="2442" y="10336"/>
                  </a:cubicBezTo>
                  <a:cubicBezTo>
                    <a:pt x="2308" y="10389"/>
                    <a:pt x="2132" y="10476"/>
                    <a:pt x="1928" y="10476"/>
                  </a:cubicBezTo>
                  <a:cubicBezTo>
                    <a:pt x="1799" y="10476"/>
                    <a:pt x="1659" y="10442"/>
                    <a:pt x="1511" y="10342"/>
                  </a:cubicBezTo>
                  <a:cubicBezTo>
                    <a:pt x="996" y="9993"/>
                    <a:pt x="1083" y="9213"/>
                    <a:pt x="1658" y="8983"/>
                  </a:cubicBezTo>
                  <a:lnTo>
                    <a:pt x="2928" y="8475"/>
                  </a:lnTo>
                  <a:close/>
                  <a:moveTo>
                    <a:pt x="9369" y="1"/>
                  </a:moveTo>
                  <a:cubicBezTo>
                    <a:pt x="9330" y="1"/>
                    <a:pt x="9291" y="4"/>
                    <a:pt x="9252" y="12"/>
                  </a:cubicBezTo>
                  <a:lnTo>
                    <a:pt x="3399" y="1182"/>
                  </a:lnTo>
                  <a:cubicBezTo>
                    <a:pt x="3124" y="1237"/>
                    <a:pt x="2928" y="1477"/>
                    <a:pt x="2928" y="1757"/>
                  </a:cubicBezTo>
                  <a:lnTo>
                    <a:pt x="2928" y="7214"/>
                  </a:lnTo>
                  <a:lnTo>
                    <a:pt x="1223" y="7897"/>
                  </a:lnTo>
                  <a:cubicBezTo>
                    <a:pt x="480" y="8192"/>
                    <a:pt x="0" y="8902"/>
                    <a:pt x="0" y="9701"/>
                  </a:cubicBezTo>
                  <a:cubicBezTo>
                    <a:pt x="0" y="10782"/>
                    <a:pt x="880" y="11645"/>
                    <a:pt x="1944" y="11645"/>
                  </a:cubicBezTo>
                  <a:cubicBezTo>
                    <a:pt x="2362" y="11645"/>
                    <a:pt x="2624" y="11523"/>
                    <a:pt x="2877" y="11423"/>
                  </a:cubicBezTo>
                  <a:cubicBezTo>
                    <a:pt x="3618" y="11125"/>
                    <a:pt x="4099" y="10418"/>
                    <a:pt x="4099" y="9618"/>
                  </a:cubicBezTo>
                  <a:lnTo>
                    <a:pt x="4099" y="4578"/>
                  </a:lnTo>
                  <a:lnTo>
                    <a:pt x="8782" y="3641"/>
                  </a:lnTo>
                  <a:lnTo>
                    <a:pt x="8782" y="6043"/>
                  </a:lnTo>
                  <a:lnTo>
                    <a:pt x="7076" y="6726"/>
                  </a:lnTo>
                  <a:cubicBezTo>
                    <a:pt x="6335" y="7023"/>
                    <a:pt x="5854" y="7731"/>
                    <a:pt x="5854" y="8530"/>
                  </a:cubicBezTo>
                  <a:cubicBezTo>
                    <a:pt x="5854" y="9611"/>
                    <a:pt x="6733" y="10476"/>
                    <a:pt x="7798" y="10476"/>
                  </a:cubicBezTo>
                  <a:cubicBezTo>
                    <a:pt x="8216" y="10476"/>
                    <a:pt x="8477" y="10354"/>
                    <a:pt x="8730" y="10251"/>
                  </a:cubicBezTo>
                  <a:cubicBezTo>
                    <a:pt x="9473" y="9956"/>
                    <a:pt x="9953" y="9247"/>
                    <a:pt x="9953" y="8447"/>
                  </a:cubicBezTo>
                  <a:lnTo>
                    <a:pt x="9953" y="586"/>
                  </a:lnTo>
                  <a:cubicBezTo>
                    <a:pt x="9953" y="410"/>
                    <a:pt x="9873" y="244"/>
                    <a:pt x="9739" y="133"/>
                  </a:cubicBezTo>
                  <a:cubicBezTo>
                    <a:pt x="9633" y="47"/>
                    <a:pt x="9503" y="1"/>
                    <a:pt x="936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63" name="Google Shape;12263;p140"/>
          <p:cNvGrpSpPr/>
          <p:nvPr/>
        </p:nvGrpSpPr>
        <p:grpSpPr>
          <a:xfrm>
            <a:off x="4705247" y="3857692"/>
            <a:ext cx="407381" cy="202880"/>
            <a:chOff x="6090251" y="2676413"/>
            <a:chExt cx="417014" cy="207677"/>
          </a:xfrm>
        </p:grpSpPr>
        <p:sp>
          <p:nvSpPr>
            <p:cNvPr id="12264" name="Google Shape;12264;p140"/>
            <p:cNvSpPr/>
            <p:nvPr/>
          </p:nvSpPr>
          <p:spPr>
            <a:xfrm>
              <a:off x="6237672" y="2725248"/>
              <a:ext cx="61086" cy="158842"/>
            </a:xfrm>
            <a:custGeom>
              <a:rect b="b" l="l" r="r" t="t"/>
              <a:pathLst>
                <a:path extrusionOk="0" h="7611" w="2927">
                  <a:moveTo>
                    <a:pt x="1463" y="1172"/>
                  </a:moveTo>
                  <a:cubicBezTo>
                    <a:pt x="1624" y="1172"/>
                    <a:pt x="1757" y="1303"/>
                    <a:pt x="1757" y="1465"/>
                  </a:cubicBezTo>
                  <a:lnTo>
                    <a:pt x="1757" y="6148"/>
                  </a:lnTo>
                  <a:cubicBezTo>
                    <a:pt x="1757" y="6309"/>
                    <a:pt x="1624" y="6440"/>
                    <a:pt x="1463" y="6440"/>
                  </a:cubicBezTo>
                  <a:cubicBezTo>
                    <a:pt x="1302" y="6440"/>
                    <a:pt x="1171" y="6309"/>
                    <a:pt x="1171" y="6148"/>
                  </a:cubicBezTo>
                  <a:lnTo>
                    <a:pt x="1171" y="1465"/>
                  </a:lnTo>
                  <a:cubicBezTo>
                    <a:pt x="1171" y="1303"/>
                    <a:pt x="1302" y="1172"/>
                    <a:pt x="1463" y="1172"/>
                  </a:cubicBezTo>
                  <a:close/>
                  <a:moveTo>
                    <a:pt x="1463" y="1"/>
                  </a:moveTo>
                  <a:cubicBezTo>
                    <a:pt x="657" y="1"/>
                    <a:pt x="0" y="657"/>
                    <a:pt x="0" y="1465"/>
                  </a:cubicBezTo>
                  <a:lnTo>
                    <a:pt x="0" y="6148"/>
                  </a:lnTo>
                  <a:cubicBezTo>
                    <a:pt x="0" y="6955"/>
                    <a:pt x="657" y="7611"/>
                    <a:pt x="1463" y="7611"/>
                  </a:cubicBezTo>
                  <a:cubicBezTo>
                    <a:pt x="2270" y="7611"/>
                    <a:pt x="2926" y="6955"/>
                    <a:pt x="2926" y="6148"/>
                  </a:cubicBezTo>
                  <a:lnTo>
                    <a:pt x="2926" y="1465"/>
                  </a:lnTo>
                  <a:cubicBezTo>
                    <a:pt x="2926" y="657"/>
                    <a:pt x="2270" y="1"/>
                    <a:pt x="146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5" name="Google Shape;12265;p140"/>
            <p:cNvSpPr/>
            <p:nvPr/>
          </p:nvSpPr>
          <p:spPr>
            <a:xfrm>
              <a:off x="6446178" y="2761915"/>
              <a:ext cx="61086" cy="61086"/>
            </a:xfrm>
            <a:custGeom>
              <a:rect b="b" l="l" r="r" t="t"/>
              <a:pathLst>
                <a:path extrusionOk="0" h="2927" w="2927">
                  <a:moveTo>
                    <a:pt x="1464" y="1171"/>
                  </a:moveTo>
                  <a:cubicBezTo>
                    <a:pt x="1625" y="1171"/>
                    <a:pt x="1756" y="1302"/>
                    <a:pt x="1756" y="1463"/>
                  </a:cubicBezTo>
                  <a:cubicBezTo>
                    <a:pt x="1756" y="1626"/>
                    <a:pt x="1625" y="1757"/>
                    <a:pt x="1464" y="1757"/>
                  </a:cubicBezTo>
                  <a:cubicBezTo>
                    <a:pt x="1303" y="1757"/>
                    <a:pt x="1170" y="1626"/>
                    <a:pt x="1170" y="1463"/>
                  </a:cubicBezTo>
                  <a:cubicBezTo>
                    <a:pt x="1170" y="1302"/>
                    <a:pt x="1303" y="1171"/>
                    <a:pt x="1464" y="1171"/>
                  </a:cubicBezTo>
                  <a:close/>
                  <a:moveTo>
                    <a:pt x="1464" y="0"/>
                  </a:moveTo>
                  <a:cubicBezTo>
                    <a:pt x="657" y="0"/>
                    <a:pt x="1" y="657"/>
                    <a:pt x="1" y="1463"/>
                  </a:cubicBezTo>
                  <a:cubicBezTo>
                    <a:pt x="1" y="2270"/>
                    <a:pt x="657" y="2926"/>
                    <a:pt x="1464" y="2926"/>
                  </a:cubicBezTo>
                  <a:cubicBezTo>
                    <a:pt x="2270" y="2926"/>
                    <a:pt x="2927" y="2270"/>
                    <a:pt x="2927" y="1463"/>
                  </a:cubicBezTo>
                  <a:cubicBezTo>
                    <a:pt x="2927" y="657"/>
                    <a:pt x="2270" y="0"/>
                    <a:pt x="146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6" name="Google Shape;12266;p140"/>
            <p:cNvSpPr/>
            <p:nvPr/>
          </p:nvSpPr>
          <p:spPr>
            <a:xfrm>
              <a:off x="6311758" y="2676413"/>
              <a:ext cx="135446" cy="207677"/>
            </a:xfrm>
            <a:custGeom>
              <a:rect b="b" l="l" r="r" t="t"/>
              <a:pathLst>
                <a:path extrusionOk="0" h="9951" w="6490">
                  <a:moveTo>
                    <a:pt x="1466" y="1171"/>
                  </a:moveTo>
                  <a:cubicBezTo>
                    <a:pt x="1627" y="1171"/>
                    <a:pt x="1757" y="1302"/>
                    <a:pt x="1757" y="1463"/>
                  </a:cubicBezTo>
                  <a:lnTo>
                    <a:pt x="1757" y="6026"/>
                  </a:lnTo>
                  <a:lnTo>
                    <a:pt x="4186" y="3598"/>
                  </a:lnTo>
                  <a:cubicBezTo>
                    <a:pt x="4243" y="3541"/>
                    <a:pt x="4318" y="3512"/>
                    <a:pt x="4392" y="3512"/>
                  </a:cubicBezTo>
                  <a:cubicBezTo>
                    <a:pt x="4467" y="3512"/>
                    <a:pt x="4542" y="3541"/>
                    <a:pt x="4598" y="3598"/>
                  </a:cubicBezTo>
                  <a:cubicBezTo>
                    <a:pt x="4713" y="3712"/>
                    <a:pt x="4713" y="3897"/>
                    <a:pt x="4598" y="4012"/>
                  </a:cubicBezTo>
                  <a:lnTo>
                    <a:pt x="3247" y="5364"/>
                  </a:lnTo>
                  <a:lnTo>
                    <a:pt x="5221" y="8325"/>
                  </a:lnTo>
                  <a:cubicBezTo>
                    <a:pt x="5280" y="8414"/>
                    <a:pt x="5274" y="8500"/>
                    <a:pt x="5265" y="8546"/>
                  </a:cubicBezTo>
                  <a:cubicBezTo>
                    <a:pt x="5257" y="8591"/>
                    <a:pt x="5228" y="8674"/>
                    <a:pt x="5140" y="8732"/>
                  </a:cubicBezTo>
                  <a:cubicBezTo>
                    <a:pt x="5090" y="8764"/>
                    <a:pt x="5037" y="8780"/>
                    <a:pt x="4979" y="8780"/>
                  </a:cubicBezTo>
                  <a:cubicBezTo>
                    <a:pt x="4880" y="8780"/>
                    <a:pt x="4788" y="8732"/>
                    <a:pt x="4735" y="8651"/>
                  </a:cubicBezTo>
                  <a:lnTo>
                    <a:pt x="2824" y="5787"/>
                  </a:lnTo>
                  <a:lnTo>
                    <a:pt x="1757" y="6853"/>
                  </a:lnTo>
                  <a:lnTo>
                    <a:pt x="1757" y="8488"/>
                  </a:lnTo>
                  <a:cubicBezTo>
                    <a:pt x="1757" y="8649"/>
                    <a:pt x="1627" y="8782"/>
                    <a:pt x="1466" y="8782"/>
                  </a:cubicBezTo>
                  <a:cubicBezTo>
                    <a:pt x="1305" y="8782"/>
                    <a:pt x="1172" y="8649"/>
                    <a:pt x="1172" y="8488"/>
                  </a:cubicBezTo>
                  <a:lnTo>
                    <a:pt x="1172" y="1463"/>
                  </a:lnTo>
                  <a:cubicBezTo>
                    <a:pt x="1172" y="1302"/>
                    <a:pt x="1305" y="1171"/>
                    <a:pt x="1466" y="1171"/>
                  </a:cubicBezTo>
                  <a:close/>
                  <a:moveTo>
                    <a:pt x="1466" y="0"/>
                  </a:moveTo>
                  <a:cubicBezTo>
                    <a:pt x="659" y="0"/>
                    <a:pt x="1" y="657"/>
                    <a:pt x="1" y="1463"/>
                  </a:cubicBezTo>
                  <a:lnTo>
                    <a:pt x="1" y="8488"/>
                  </a:lnTo>
                  <a:cubicBezTo>
                    <a:pt x="1" y="9295"/>
                    <a:pt x="659" y="9951"/>
                    <a:pt x="1466" y="9951"/>
                  </a:cubicBezTo>
                  <a:cubicBezTo>
                    <a:pt x="2272" y="9951"/>
                    <a:pt x="2929" y="9295"/>
                    <a:pt x="2929" y="8488"/>
                  </a:cubicBezTo>
                  <a:lnTo>
                    <a:pt x="2929" y="8053"/>
                  </a:lnTo>
                  <a:lnTo>
                    <a:pt x="3760" y="9300"/>
                  </a:lnTo>
                  <a:cubicBezTo>
                    <a:pt x="4032" y="9709"/>
                    <a:pt x="4487" y="9951"/>
                    <a:pt x="4979" y="9951"/>
                  </a:cubicBezTo>
                  <a:cubicBezTo>
                    <a:pt x="5269" y="9951"/>
                    <a:pt x="5548" y="9866"/>
                    <a:pt x="5789" y="9705"/>
                  </a:cubicBezTo>
                  <a:cubicBezTo>
                    <a:pt x="6114" y="9489"/>
                    <a:pt x="6336" y="9158"/>
                    <a:pt x="6413" y="8775"/>
                  </a:cubicBezTo>
                  <a:cubicBezTo>
                    <a:pt x="6490" y="8391"/>
                    <a:pt x="6412" y="8001"/>
                    <a:pt x="6196" y="7676"/>
                  </a:cubicBezTo>
                  <a:lnTo>
                    <a:pt x="4754" y="5512"/>
                  </a:lnTo>
                  <a:lnTo>
                    <a:pt x="5426" y="4840"/>
                  </a:lnTo>
                  <a:cubicBezTo>
                    <a:pt x="5998" y="4269"/>
                    <a:pt x="5998" y="3340"/>
                    <a:pt x="5426" y="2771"/>
                  </a:cubicBezTo>
                  <a:cubicBezTo>
                    <a:pt x="5142" y="2485"/>
                    <a:pt x="4767" y="2342"/>
                    <a:pt x="4392" y="2342"/>
                  </a:cubicBezTo>
                  <a:cubicBezTo>
                    <a:pt x="4017" y="2342"/>
                    <a:pt x="3642" y="2485"/>
                    <a:pt x="3357" y="2771"/>
                  </a:cubicBezTo>
                  <a:lnTo>
                    <a:pt x="2929" y="3199"/>
                  </a:lnTo>
                  <a:lnTo>
                    <a:pt x="2929" y="1463"/>
                  </a:lnTo>
                  <a:cubicBezTo>
                    <a:pt x="2929" y="657"/>
                    <a:pt x="2272" y="0"/>
                    <a:pt x="146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7" name="Google Shape;12267;p140"/>
            <p:cNvSpPr/>
            <p:nvPr/>
          </p:nvSpPr>
          <p:spPr>
            <a:xfrm>
              <a:off x="6090251" y="2676413"/>
              <a:ext cx="135405" cy="207677"/>
            </a:xfrm>
            <a:custGeom>
              <a:rect b="b" l="l" r="r" t="t"/>
              <a:pathLst>
                <a:path extrusionOk="0" h="9951" w="6488">
                  <a:moveTo>
                    <a:pt x="1464" y="1171"/>
                  </a:moveTo>
                  <a:cubicBezTo>
                    <a:pt x="1625" y="1171"/>
                    <a:pt x="1757" y="1302"/>
                    <a:pt x="1757" y="1463"/>
                  </a:cubicBezTo>
                  <a:lnTo>
                    <a:pt x="1757" y="6026"/>
                  </a:lnTo>
                  <a:lnTo>
                    <a:pt x="4184" y="3598"/>
                  </a:lnTo>
                  <a:cubicBezTo>
                    <a:pt x="4241" y="3541"/>
                    <a:pt x="4316" y="3512"/>
                    <a:pt x="4391" y="3512"/>
                  </a:cubicBezTo>
                  <a:cubicBezTo>
                    <a:pt x="4466" y="3512"/>
                    <a:pt x="4541" y="3541"/>
                    <a:pt x="4598" y="3598"/>
                  </a:cubicBezTo>
                  <a:cubicBezTo>
                    <a:pt x="4712" y="3712"/>
                    <a:pt x="4712" y="3897"/>
                    <a:pt x="4598" y="4012"/>
                  </a:cubicBezTo>
                  <a:lnTo>
                    <a:pt x="3245" y="5364"/>
                  </a:lnTo>
                  <a:lnTo>
                    <a:pt x="5219" y="8325"/>
                  </a:lnTo>
                  <a:cubicBezTo>
                    <a:pt x="5278" y="8414"/>
                    <a:pt x="5272" y="8500"/>
                    <a:pt x="5264" y="8546"/>
                  </a:cubicBezTo>
                  <a:cubicBezTo>
                    <a:pt x="5255" y="8591"/>
                    <a:pt x="5226" y="8674"/>
                    <a:pt x="5138" y="8732"/>
                  </a:cubicBezTo>
                  <a:cubicBezTo>
                    <a:pt x="5090" y="8764"/>
                    <a:pt x="5035" y="8780"/>
                    <a:pt x="4977" y="8780"/>
                  </a:cubicBezTo>
                  <a:cubicBezTo>
                    <a:pt x="4878" y="8780"/>
                    <a:pt x="4788" y="8732"/>
                    <a:pt x="4733" y="8651"/>
                  </a:cubicBezTo>
                  <a:lnTo>
                    <a:pt x="2824" y="5787"/>
                  </a:lnTo>
                  <a:lnTo>
                    <a:pt x="1757" y="6853"/>
                  </a:lnTo>
                  <a:lnTo>
                    <a:pt x="1757" y="8488"/>
                  </a:lnTo>
                  <a:cubicBezTo>
                    <a:pt x="1757" y="8649"/>
                    <a:pt x="1625" y="8782"/>
                    <a:pt x="1464" y="8782"/>
                  </a:cubicBezTo>
                  <a:cubicBezTo>
                    <a:pt x="1303" y="8782"/>
                    <a:pt x="1172" y="8649"/>
                    <a:pt x="1172" y="8488"/>
                  </a:cubicBezTo>
                  <a:lnTo>
                    <a:pt x="1172" y="1463"/>
                  </a:lnTo>
                  <a:cubicBezTo>
                    <a:pt x="1172" y="1302"/>
                    <a:pt x="1303" y="1171"/>
                    <a:pt x="1464" y="1171"/>
                  </a:cubicBezTo>
                  <a:close/>
                  <a:moveTo>
                    <a:pt x="1464" y="0"/>
                  </a:moveTo>
                  <a:cubicBezTo>
                    <a:pt x="657" y="0"/>
                    <a:pt x="1" y="657"/>
                    <a:pt x="1" y="1463"/>
                  </a:cubicBezTo>
                  <a:lnTo>
                    <a:pt x="1" y="8488"/>
                  </a:lnTo>
                  <a:cubicBezTo>
                    <a:pt x="1" y="9295"/>
                    <a:pt x="657" y="9951"/>
                    <a:pt x="1464" y="9951"/>
                  </a:cubicBezTo>
                  <a:cubicBezTo>
                    <a:pt x="2270" y="9951"/>
                    <a:pt x="2927" y="9295"/>
                    <a:pt x="2927" y="8488"/>
                  </a:cubicBezTo>
                  <a:lnTo>
                    <a:pt x="2927" y="8053"/>
                  </a:lnTo>
                  <a:lnTo>
                    <a:pt x="3758" y="9300"/>
                  </a:lnTo>
                  <a:cubicBezTo>
                    <a:pt x="4031" y="9709"/>
                    <a:pt x="4485" y="9951"/>
                    <a:pt x="4977" y="9951"/>
                  </a:cubicBezTo>
                  <a:cubicBezTo>
                    <a:pt x="5267" y="9951"/>
                    <a:pt x="5548" y="9866"/>
                    <a:pt x="5787" y="9705"/>
                  </a:cubicBezTo>
                  <a:cubicBezTo>
                    <a:pt x="6113" y="9489"/>
                    <a:pt x="6336" y="9158"/>
                    <a:pt x="6412" y="8775"/>
                  </a:cubicBezTo>
                  <a:cubicBezTo>
                    <a:pt x="6488" y="8391"/>
                    <a:pt x="6410" y="8001"/>
                    <a:pt x="6194" y="7676"/>
                  </a:cubicBezTo>
                  <a:lnTo>
                    <a:pt x="4752" y="5512"/>
                  </a:lnTo>
                  <a:lnTo>
                    <a:pt x="5426" y="4840"/>
                  </a:lnTo>
                  <a:cubicBezTo>
                    <a:pt x="5996" y="4269"/>
                    <a:pt x="5996" y="3340"/>
                    <a:pt x="5426" y="2771"/>
                  </a:cubicBezTo>
                  <a:cubicBezTo>
                    <a:pt x="5141" y="2485"/>
                    <a:pt x="4766" y="2342"/>
                    <a:pt x="4391" y="2342"/>
                  </a:cubicBezTo>
                  <a:cubicBezTo>
                    <a:pt x="4016" y="2342"/>
                    <a:pt x="3641" y="2485"/>
                    <a:pt x="3357" y="2771"/>
                  </a:cubicBezTo>
                  <a:lnTo>
                    <a:pt x="2927" y="3199"/>
                  </a:lnTo>
                  <a:lnTo>
                    <a:pt x="2927" y="1463"/>
                  </a:lnTo>
                  <a:cubicBezTo>
                    <a:pt x="2927" y="657"/>
                    <a:pt x="2270" y="0"/>
                    <a:pt x="146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68" name="Google Shape;12268;p140"/>
          <p:cNvGrpSpPr/>
          <p:nvPr/>
        </p:nvGrpSpPr>
        <p:grpSpPr>
          <a:xfrm>
            <a:off x="5937901" y="3755436"/>
            <a:ext cx="407391" cy="407391"/>
            <a:chOff x="7137330" y="2571753"/>
            <a:chExt cx="417024" cy="417024"/>
          </a:xfrm>
        </p:grpSpPr>
        <p:sp>
          <p:nvSpPr>
            <p:cNvPr id="12269" name="Google Shape;12269;p140"/>
            <p:cNvSpPr/>
            <p:nvPr/>
          </p:nvSpPr>
          <p:spPr>
            <a:xfrm>
              <a:off x="7235854" y="2645840"/>
              <a:ext cx="219949" cy="268826"/>
            </a:xfrm>
            <a:custGeom>
              <a:rect b="b" l="l" r="r" t="t"/>
              <a:pathLst>
                <a:path extrusionOk="0" h="12881" w="10539">
                  <a:moveTo>
                    <a:pt x="5271" y="1172"/>
                  </a:moveTo>
                  <a:cubicBezTo>
                    <a:pt x="7530" y="1172"/>
                    <a:pt x="9368" y="3010"/>
                    <a:pt x="9368" y="5270"/>
                  </a:cubicBezTo>
                  <a:cubicBezTo>
                    <a:pt x="9368" y="6273"/>
                    <a:pt x="8717" y="7797"/>
                    <a:pt x="7624" y="9343"/>
                  </a:cubicBezTo>
                  <a:cubicBezTo>
                    <a:pt x="6513" y="10917"/>
                    <a:pt x="5536" y="11665"/>
                    <a:pt x="5271" y="11708"/>
                  </a:cubicBezTo>
                  <a:cubicBezTo>
                    <a:pt x="5004" y="11665"/>
                    <a:pt x="4029" y="10917"/>
                    <a:pt x="2916" y="9343"/>
                  </a:cubicBezTo>
                  <a:cubicBezTo>
                    <a:pt x="1825" y="7797"/>
                    <a:pt x="1172" y="6273"/>
                    <a:pt x="1172" y="5270"/>
                  </a:cubicBezTo>
                  <a:cubicBezTo>
                    <a:pt x="1172" y="3010"/>
                    <a:pt x="3010" y="1172"/>
                    <a:pt x="5271" y="1172"/>
                  </a:cubicBezTo>
                  <a:close/>
                  <a:moveTo>
                    <a:pt x="5271" y="1"/>
                  </a:moveTo>
                  <a:cubicBezTo>
                    <a:pt x="2366" y="1"/>
                    <a:pt x="1" y="2364"/>
                    <a:pt x="1" y="5270"/>
                  </a:cubicBezTo>
                  <a:cubicBezTo>
                    <a:pt x="1" y="7084"/>
                    <a:pt x="1409" y="9247"/>
                    <a:pt x="2014" y="10093"/>
                  </a:cubicBezTo>
                  <a:cubicBezTo>
                    <a:pt x="2481" y="10747"/>
                    <a:pt x="4098" y="12881"/>
                    <a:pt x="5271" y="12881"/>
                  </a:cubicBezTo>
                  <a:cubicBezTo>
                    <a:pt x="6444" y="12881"/>
                    <a:pt x="8059" y="10747"/>
                    <a:pt x="8528" y="10093"/>
                  </a:cubicBezTo>
                  <a:cubicBezTo>
                    <a:pt x="9133" y="9247"/>
                    <a:pt x="10539" y="7084"/>
                    <a:pt x="10539" y="5270"/>
                  </a:cubicBezTo>
                  <a:cubicBezTo>
                    <a:pt x="10539" y="2364"/>
                    <a:pt x="8175" y="1"/>
                    <a:pt x="527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0" name="Google Shape;12270;p140"/>
            <p:cNvSpPr/>
            <p:nvPr/>
          </p:nvSpPr>
          <p:spPr>
            <a:xfrm>
              <a:off x="7137330" y="2571753"/>
              <a:ext cx="417024" cy="417024"/>
            </a:xfrm>
            <a:custGeom>
              <a:rect b="b" l="l" r="r" t="t"/>
              <a:pathLst>
                <a:path extrusionOk="0" h="19982" w="19982">
                  <a:moveTo>
                    <a:pt x="9992" y="1171"/>
                  </a:moveTo>
                  <a:cubicBezTo>
                    <a:pt x="14855" y="1171"/>
                    <a:pt x="18812" y="5127"/>
                    <a:pt x="18812" y="9991"/>
                  </a:cubicBezTo>
                  <a:cubicBezTo>
                    <a:pt x="18812" y="14854"/>
                    <a:pt x="14855" y="18810"/>
                    <a:pt x="9992" y="18810"/>
                  </a:cubicBezTo>
                  <a:cubicBezTo>
                    <a:pt x="5127" y="18810"/>
                    <a:pt x="1171" y="14854"/>
                    <a:pt x="1171" y="9991"/>
                  </a:cubicBezTo>
                  <a:cubicBezTo>
                    <a:pt x="1171" y="5127"/>
                    <a:pt x="5127" y="1171"/>
                    <a:pt x="9992" y="1171"/>
                  </a:cubicBezTo>
                  <a:close/>
                  <a:moveTo>
                    <a:pt x="9992" y="0"/>
                  </a:moveTo>
                  <a:cubicBezTo>
                    <a:pt x="4490" y="0"/>
                    <a:pt x="0" y="4490"/>
                    <a:pt x="0" y="9990"/>
                  </a:cubicBezTo>
                  <a:cubicBezTo>
                    <a:pt x="0" y="15491"/>
                    <a:pt x="4490" y="19981"/>
                    <a:pt x="9992" y="19981"/>
                  </a:cubicBezTo>
                  <a:cubicBezTo>
                    <a:pt x="15493" y="19981"/>
                    <a:pt x="19981" y="15491"/>
                    <a:pt x="19981" y="9990"/>
                  </a:cubicBezTo>
                  <a:cubicBezTo>
                    <a:pt x="19981" y="4488"/>
                    <a:pt x="15492" y="0"/>
                    <a:pt x="99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1" name="Google Shape;12271;p140"/>
            <p:cNvSpPr/>
            <p:nvPr/>
          </p:nvSpPr>
          <p:spPr>
            <a:xfrm>
              <a:off x="7284751" y="2694716"/>
              <a:ext cx="122173" cy="122194"/>
            </a:xfrm>
            <a:custGeom>
              <a:rect b="b" l="l" r="r" t="t"/>
              <a:pathLst>
                <a:path extrusionOk="0" h="5855" w="5854">
                  <a:moveTo>
                    <a:pt x="2928" y="1172"/>
                  </a:moveTo>
                  <a:cubicBezTo>
                    <a:pt x="3895" y="1172"/>
                    <a:pt x="4684" y="1959"/>
                    <a:pt x="4684" y="2928"/>
                  </a:cubicBezTo>
                  <a:cubicBezTo>
                    <a:pt x="4684" y="3896"/>
                    <a:pt x="3895" y="4683"/>
                    <a:pt x="2928" y="4683"/>
                  </a:cubicBezTo>
                  <a:cubicBezTo>
                    <a:pt x="1958" y="4683"/>
                    <a:pt x="1171" y="3896"/>
                    <a:pt x="1171" y="2928"/>
                  </a:cubicBezTo>
                  <a:cubicBezTo>
                    <a:pt x="2139" y="2928"/>
                    <a:pt x="2928" y="2139"/>
                    <a:pt x="2928" y="1172"/>
                  </a:cubicBezTo>
                  <a:close/>
                  <a:moveTo>
                    <a:pt x="2928" y="1"/>
                  </a:moveTo>
                  <a:cubicBezTo>
                    <a:pt x="2655" y="1"/>
                    <a:pt x="2374" y="47"/>
                    <a:pt x="2066" y="142"/>
                  </a:cubicBezTo>
                  <a:cubicBezTo>
                    <a:pt x="1732" y="245"/>
                    <a:pt x="1562" y="616"/>
                    <a:pt x="1704" y="936"/>
                  </a:cubicBezTo>
                  <a:cubicBezTo>
                    <a:pt x="1885" y="1345"/>
                    <a:pt x="1569" y="1756"/>
                    <a:pt x="1177" y="1756"/>
                  </a:cubicBezTo>
                  <a:cubicBezTo>
                    <a:pt x="1099" y="1756"/>
                    <a:pt x="1018" y="1740"/>
                    <a:pt x="938" y="1704"/>
                  </a:cubicBezTo>
                  <a:cubicBezTo>
                    <a:pt x="860" y="1670"/>
                    <a:pt x="780" y="1654"/>
                    <a:pt x="701" y="1654"/>
                  </a:cubicBezTo>
                  <a:cubicBezTo>
                    <a:pt x="453" y="1654"/>
                    <a:pt x="219" y="1813"/>
                    <a:pt x="142" y="2067"/>
                  </a:cubicBezTo>
                  <a:cubicBezTo>
                    <a:pt x="46" y="2373"/>
                    <a:pt x="0" y="2656"/>
                    <a:pt x="0" y="2928"/>
                  </a:cubicBezTo>
                  <a:cubicBezTo>
                    <a:pt x="0" y="4542"/>
                    <a:pt x="1313" y="5854"/>
                    <a:pt x="2928" y="5854"/>
                  </a:cubicBezTo>
                  <a:cubicBezTo>
                    <a:pt x="4541" y="5854"/>
                    <a:pt x="5854" y="4542"/>
                    <a:pt x="5854" y="2928"/>
                  </a:cubicBezTo>
                  <a:cubicBezTo>
                    <a:pt x="5854" y="1313"/>
                    <a:pt x="4541" y="1"/>
                    <a:pt x="292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72" name="Google Shape;12272;p140"/>
          <p:cNvGrpSpPr/>
          <p:nvPr/>
        </p:nvGrpSpPr>
        <p:grpSpPr>
          <a:xfrm>
            <a:off x="5321569" y="3755436"/>
            <a:ext cx="407391" cy="407391"/>
            <a:chOff x="6613801" y="2571753"/>
            <a:chExt cx="417024" cy="417024"/>
          </a:xfrm>
        </p:grpSpPr>
        <p:sp>
          <p:nvSpPr>
            <p:cNvPr id="12273" name="Google Shape;12273;p140"/>
            <p:cNvSpPr/>
            <p:nvPr/>
          </p:nvSpPr>
          <p:spPr>
            <a:xfrm>
              <a:off x="6613801" y="2571753"/>
              <a:ext cx="417024" cy="417024"/>
            </a:xfrm>
            <a:custGeom>
              <a:rect b="b" l="l" r="r" t="t"/>
              <a:pathLst>
                <a:path extrusionOk="0" h="19982" w="19982">
                  <a:moveTo>
                    <a:pt x="9991" y="1171"/>
                  </a:moveTo>
                  <a:cubicBezTo>
                    <a:pt x="14854" y="1171"/>
                    <a:pt x="18812" y="5127"/>
                    <a:pt x="18812" y="9991"/>
                  </a:cubicBezTo>
                  <a:cubicBezTo>
                    <a:pt x="18812" y="14854"/>
                    <a:pt x="14854" y="18810"/>
                    <a:pt x="9991" y="18810"/>
                  </a:cubicBezTo>
                  <a:cubicBezTo>
                    <a:pt x="5127" y="18810"/>
                    <a:pt x="1171" y="14854"/>
                    <a:pt x="1171" y="9991"/>
                  </a:cubicBezTo>
                  <a:cubicBezTo>
                    <a:pt x="1171" y="5127"/>
                    <a:pt x="5127" y="1171"/>
                    <a:pt x="9991" y="1171"/>
                  </a:cubicBezTo>
                  <a:close/>
                  <a:moveTo>
                    <a:pt x="9991" y="0"/>
                  </a:moveTo>
                  <a:cubicBezTo>
                    <a:pt x="4490" y="0"/>
                    <a:pt x="0" y="4490"/>
                    <a:pt x="0" y="9990"/>
                  </a:cubicBezTo>
                  <a:cubicBezTo>
                    <a:pt x="0" y="15493"/>
                    <a:pt x="4490" y="19981"/>
                    <a:pt x="9991" y="19981"/>
                  </a:cubicBezTo>
                  <a:cubicBezTo>
                    <a:pt x="15493" y="19981"/>
                    <a:pt x="19981" y="15491"/>
                    <a:pt x="19981" y="9990"/>
                  </a:cubicBezTo>
                  <a:cubicBezTo>
                    <a:pt x="19981" y="4488"/>
                    <a:pt x="15491" y="0"/>
                    <a:pt x="999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4" name="Google Shape;12274;p140"/>
            <p:cNvSpPr/>
            <p:nvPr/>
          </p:nvSpPr>
          <p:spPr>
            <a:xfrm>
              <a:off x="6663449" y="2645840"/>
              <a:ext cx="317704" cy="268826"/>
            </a:xfrm>
            <a:custGeom>
              <a:rect b="b" l="l" r="r" t="t"/>
              <a:pathLst>
                <a:path extrusionOk="0" h="12881" w="15223">
                  <a:moveTo>
                    <a:pt x="12295" y="1172"/>
                  </a:moveTo>
                  <a:cubicBezTo>
                    <a:pt x="12619" y="1172"/>
                    <a:pt x="12881" y="1435"/>
                    <a:pt x="12881" y="1757"/>
                  </a:cubicBezTo>
                  <a:cubicBezTo>
                    <a:pt x="12881" y="2079"/>
                    <a:pt x="12617" y="2343"/>
                    <a:pt x="12295" y="2343"/>
                  </a:cubicBezTo>
                  <a:cubicBezTo>
                    <a:pt x="11973" y="2343"/>
                    <a:pt x="11709" y="2079"/>
                    <a:pt x="11709" y="1757"/>
                  </a:cubicBezTo>
                  <a:cubicBezTo>
                    <a:pt x="11709" y="1435"/>
                    <a:pt x="11973" y="1172"/>
                    <a:pt x="12295" y="1172"/>
                  </a:cubicBezTo>
                  <a:close/>
                  <a:moveTo>
                    <a:pt x="2343" y="4685"/>
                  </a:moveTo>
                  <a:cubicBezTo>
                    <a:pt x="2592" y="4685"/>
                    <a:pt x="2827" y="4763"/>
                    <a:pt x="3022" y="4902"/>
                  </a:cubicBezTo>
                  <a:cubicBezTo>
                    <a:pt x="2330" y="5410"/>
                    <a:pt x="1821" y="6015"/>
                    <a:pt x="1513" y="6677"/>
                  </a:cubicBezTo>
                  <a:cubicBezTo>
                    <a:pt x="1301" y="6461"/>
                    <a:pt x="1173" y="6167"/>
                    <a:pt x="1173" y="5856"/>
                  </a:cubicBezTo>
                  <a:cubicBezTo>
                    <a:pt x="1173" y="5210"/>
                    <a:pt x="1697" y="4685"/>
                    <a:pt x="2343" y="4685"/>
                  </a:cubicBezTo>
                  <a:close/>
                  <a:moveTo>
                    <a:pt x="12881" y="4685"/>
                  </a:moveTo>
                  <a:cubicBezTo>
                    <a:pt x="13526" y="4685"/>
                    <a:pt x="14052" y="5208"/>
                    <a:pt x="14052" y="5854"/>
                  </a:cubicBezTo>
                  <a:cubicBezTo>
                    <a:pt x="14052" y="6167"/>
                    <a:pt x="13923" y="6461"/>
                    <a:pt x="13712" y="6677"/>
                  </a:cubicBezTo>
                  <a:cubicBezTo>
                    <a:pt x="13404" y="6015"/>
                    <a:pt x="12893" y="5410"/>
                    <a:pt x="12201" y="4902"/>
                  </a:cubicBezTo>
                  <a:cubicBezTo>
                    <a:pt x="12396" y="4763"/>
                    <a:pt x="12633" y="4685"/>
                    <a:pt x="12881" y="4685"/>
                  </a:cubicBezTo>
                  <a:close/>
                  <a:moveTo>
                    <a:pt x="7616" y="4685"/>
                  </a:moveTo>
                  <a:cubicBezTo>
                    <a:pt x="9058" y="4685"/>
                    <a:pt x="10407" y="5074"/>
                    <a:pt x="11416" y="5778"/>
                  </a:cubicBezTo>
                  <a:cubicBezTo>
                    <a:pt x="12360" y="6440"/>
                    <a:pt x="12881" y="7299"/>
                    <a:pt x="12881" y="8196"/>
                  </a:cubicBezTo>
                  <a:cubicBezTo>
                    <a:pt x="12881" y="9095"/>
                    <a:pt x="12360" y="9953"/>
                    <a:pt x="11416" y="10615"/>
                  </a:cubicBezTo>
                  <a:cubicBezTo>
                    <a:pt x="10407" y="11320"/>
                    <a:pt x="9056" y="11710"/>
                    <a:pt x="7612" y="11710"/>
                  </a:cubicBezTo>
                  <a:cubicBezTo>
                    <a:pt x="6167" y="11710"/>
                    <a:pt x="4816" y="11320"/>
                    <a:pt x="3807" y="10615"/>
                  </a:cubicBezTo>
                  <a:cubicBezTo>
                    <a:pt x="2863" y="9953"/>
                    <a:pt x="2343" y="9095"/>
                    <a:pt x="2343" y="8196"/>
                  </a:cubicBezTo>
                  <a:cubicBezTo>
                    <a:pt x="2343" y="7299"/>
                    <a:pt x="2863" y="6440"/>
                    <a:pt x="3807" y="5778"/>
                  </a:cubicBezTo>
                  <a:cubicBezTo>
                    <a:pt x="4816" y="5074"/>
                    <a:pt x="6165" y="4685"/>
                    <a:pt x="7609" y="4685"/>
                  </a:cubicBezTo>
                  <a:close/>
                  <a:moveTo>
                    <a:pt x="8782" y="0"/>
                  </a:moveTo>
                  <a:cubicBezTo>
                    <a:pt x="8538" y="0"/>
                    <a:pt x="8309" y="156"/>
                    <a:pt x="8228" y="402"/>
                  </a:cubicBezTo>
                  <a:lnTo>
                    <a:pt x="7186" y="3524"/>
                  </a:lnTo>
                  <a:cubicBezTo>
                    <a:pt x="6065" y="3576"/>
                    <a:pt x="4998" y="3836"/>
                    <a:pt x="4073" y="4276"/>
                  </a:cubicBezTo>
                  <a:cubicBezTo>
                    <a:pt x="3634" y="3797"/>
                    <a:pt x="3011" y="3514"/>
                    <a:pt x="2343" y="3514"/>
                  </a:cubicBezTo>
                  <a:cubicBezTo>
                    <a:pt x="1051" y="3514"/>
                    <a:pt x="0" y="4565"/>
                    <a:pt x="0" y="5856"/>
                  </a:cubicBezTo>
                  <a:cubicBezTo>
                    <a:pt x="0" y="6702"/>
                    <a:pt x="469" y="7478"/>
                    <a:pt x="1186" y="7889"/>
                  </a:cubicBezTo>
                  <a:cubicBezTo>
                    <a:pt x="1177" y="7991"/>
                    <a:pt x="1171" y="8094"/>
                    <a:pt x="1171" y="8196"/>
                  </a:cubicBezTo>
                  <a:cubicBezTo>
                    <a:pt x="1171" y="9488"/>
                    <a:pt x="1870" y="10687"/>
                    <a:pt x="3137" y="11573"/>
                  </a:cubicBezTo>
                  <a:cubicBezTo>
                    <a:pt x="4340" y="12415"/>
                    <a:pt x="5928" y="12881"/>
                    <a:pt x="7611" y="12881"/>
                  </a:cubicBezTo>
                  <a:cubicBezTo>
                    <a:pt x="9293" y="12881"/>
                    <a:pt x="10883" y="12415"/>
                    <a:pt x="12086" y="11573"/>
                  </a:cubicBezTo>
                  <a:cubicBezTo>
                    <a:pt x="13353" y="10687"/>
                    <a:pt x="14050" y="9488"/>
                    <a:pt x="14050" y="8196"/>
                  </a:cubicBezTo>
                  <a:cubicBezTo>
                    <a:pt x="14050" y="8094"/>
                    <a:pt x="14046" y="7991"/>
                    <a:pt x="14037" y="7889"/>
                  </a:cubicBezTo>
                  <a:cubicBezTo>
                    <a:pt x="14754" y="7478"/>
                    <a:pt x="15223" y="6702"/>
                    <a:pt x="15223" y="5856"/>
                  </a:cubicBezTo>
                  <a:cubicBezTo>
                    <a:pt x="15223" y="4565"/>
                    <a:pt x="14172" y="3514"/>
                    <a:pt x="12881" y="3514"/>
                  </a:cubicBezTo>
                  <a:cubicBezTo>
                    <a:pt x="12212" y="3514"/>
                    <a:pt x="11589" y="3797"/>
                    <a:pt x="11152" y="4276"/>
                  </a:cubicBezTo>
                  <a:cubicBezTo>
                    <a:pt x="10330" y="3885"/>
                    <a:pt x="9396" y="3636"/>
                    <a:pt x="8412" y="3549"/>
                  </a:cubicBezTo>
                  <a:lnTo>
                    <a:pt x="9153" y="1327"/>
                  </a:lnTo>
                  <a:lnTo>
                    <a:pt x="10540" y="1789"/>
                  </a:lnTo>
                  <a:cubicBezTo>
                    <a:pt x="10556" y="2742"/>
                    <a:pt x="11338" y="3514"/>
                    <a:pt x="12295" y="3514"/>
                  </a:cubicBezTo>
                  <a:cubicBezTo>
                    <a:pt x="13263" y="3514"/>
                    <a:pt x="14052" y="2725"/>
                    <a:pt x="14052" y="1757"/>
                  </a:cubicBezTo>
                  <a:cubicBezTo>
                    <a:pt x="14052" y="790"/>
                    <a:pt x="13263" y="1"/>
                    <a:pt x="12295" y="1"/>
                  </a:cubicBezTo>
                  <a:cubicBezTo>
                    <a:pt x="11732" y="1"/>
                    <a:pt x="11232" y="268"/>
                    <a:pt x="10910" y="678"/>
                  </a:cubicBezTo>
                  <a:lnTo>
                    <a:pt x="8968" y="31"/>
                  </a:lnTo>
                  <a:cubicBezTo>
                    <a:pt x="8906" y="10"/>
                    <a:pt x="8844" y="0"/>
                    <a:pt x="878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5" name="Google Shape;12275;p140"/>
            <p:cNvSpPr/>
            <p:nvPr/>
          </p:nvSpPr>
          <p:spPr>
            <a:xfrm>
              <a:off x="6748992" y="2768030"/>
              <a:ext cx="48898" cy="48878"/>
            </a:xfrm>
            <a:custGeom>
              <a:rect b="b" l="l" r="r" t="t"/>
              <a:pathLst>
                <a:path extrusionOk="0" h="2342" w="2343">
                  <a:moveTo>
                    <a:pt x="1171" y="1"/>
                  </a:moveTo>
                  <a:cubicBezTo>
                    <a:pt x="526" y="1"/>
                    <a:pt x="0" y="525"/>
                    <a:pt x="0" y="1170"/>
                  </a:cubicBezTo>
                  <a:cubicBezTo>
                    <a:pt x="0" y="1816"/>
                    <a:pt x="526" y="2341"/>
                    <a:pt x="1171" y="2341"/>
                  </a:cubicBezTo>
                  <a:cubicBezTo>
                    <a:pt x="1817" y="2341"/>
                    <a:pt x="2342" y="1816"/>
                    <a:pt x="2342" y="1170"/>
                  </a:cubicBezTo>
                  <a:cubicBezTo>
                    <a:pt x="2342" y="525"/>
                    <a:pt x="1817" y="1"/>
                    <a:pt x="117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6" name="Google Shape;12276;p140"/>
            <p:cNvSpPr/>
            <p:nvPr/>
          </p:nvSpPr>
          <p:spPr>
            <a:xfrm>
              <a:off x="6846703" y="2768030"/>
              <a:ext cx="48898" cy="48878"/>
            </a:xfrm>
            <a:custGeom>
              <a:rect b="b" l="l" r="r" t="t"/>
              <a:pathLst>
                <a:path extrusionOk="0" h="2342" w="2343">
                  <a:moveTo>
                    <a:pt x="1172" y="1"/>
                  </a:moveTo>
                  <a:cubicBezTo>
                    <a:pt x="526" y="1"/>
                    <a:pt x="1" y="525"/>
                    <a:pt x="1" y="1170"/>
                  </a:cubicBezTo>
                  <a:cubicBezTo>
                    <a:pt x="1" y="1816"/>
                    <a:pt x="526" y="2341"/>
                    <a:pt x="1172" y="2341"/>
                  </a:cubicBezTo>
                  <a:cubicBezTo>
                    <a:pt x="1818" y="2341"/>
                    <a:pt x="2343" y="1816"/>
                    <a:pt x="2343" y="1170"/>
                  </a:cubicBezTo>
                  <a:cubicBezTo>
                    <a:pt x="2343" y="525"/>
                    <a:pt x="1818" y="1"/>
                    <a:pt x="117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7" name="Google Shape;12277;p140"/>
            <p:cNvSpPr/>
            <p:nvPr/>
          </p:nvSpPr>
          <p:spPr>
            <a:xfrm>
              <a:off x="6759469" y="2841323"/>
              <a:ext cx="125658" cy="35938"/>
            </a:xfrm>
            <a:custGeom>
              <a:rect b="b" l="l" r="r" t="t"/>
              <a:pathLst>
                <a:path extrusionOk="0" h="1722" w="6021">
                  <a:moveTo>
                    <a:pt x="670" y="0"/>
                  </a:moveTo>
                  <a:cubicBezTo>
                    <a:pt x="455" y="0"/>
                    <a:pt x="249" y="119"/>
                    <a:pt x="146" y="324"/>
                  </a:cubicBezTo>
                  <a:cubicBezTo>
                    <a:pt x="1" y="614"/>
                    <a:pt x="117" y="965"/>
                    <a:pt x="407" y="1110"/>
                  </a:cubicBezTo>
                  <a:cubicBezTo>
                    <a:pt x="1223" y="1516"/>
                    <a:pt x="2116" y="1722"/>
                    <a:pt x="3011" y="1722"/>
                  </a:cubicBezTo>
                  <a:cubicBezTo>
                    <a:pt x="3905" y="1722"/>
                    <a:pt x="4800" y="1518"/>
                    <a:pt x="5614" y="1110"/>
                  </a:cubicBezTo>
                  <a:cubicBezTo>
                    <a:pt x="5904" y="965"/>
                    <a:pt x="6021" y="614"/>
                    <a:pt x="5875" y="324"/>
                  </a:cubicBezTo>
                  <a:cubicBezTo>
                    <a:pt x="5774" y="119"/>
                    <a:pt x="5567" y="0"/>
                    <a:pt x="5352" y="0"/>
                  </a:cubicBezTo>
                  <a:cubicBezTo>
                    <a:pt x="5264" y="0"/>
                    <a:pt x="5174" y="20"/>
                    <a:pt x="5090" y="62"/>
                  </a:cubicBezTo>
                  <a:cubicBezTo>
                    <a:pt x="4439" y="388"/>
                    <a:pt x="3725" y="551"/>
                    <a:pt x="3011" y="551"/>
                  </a:cubicBezTo>
                  <a:cubicBezTo>
                    <a:pt x="2296" y="551"/>
                    <a:pt x="1582" y="388"/>
                    <a:pt x="931" y="62"/>
                  </a:cubicBezTo>
                  <a:cubicBezTo>
                    <a:pt x="847" y="20"/>
                    <a:pt x="758" y="0"/>
                    <a:pt x="67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78" name="Google Shape;12278;p140"/>
          <p:cNvGrpSpPr/>
          <p:nvPr/>
        </p:nvGrpSpPr>
        <p:grpSpPr>
          <a:xfrm>
            <a:off x="7908242" y="3238780"/>
            <a:ext cx="407411" cy="407411"/>
            <a:chOff x="2964567" y="2571753"/>
            <a:chExt cx="417045" cy="417045"/>
          </a:xfrm>
        </p:grpSpPr>
        <p:sp>
          <p:nvSpPr>
            <p:cNvPr id="12279" name="Google Shape;12279;p140"/>
            <p:cNvSpPr/>
            <p:nvPr/>
          </p:nvSpPr>
          <p:spPr>
            <a:xfrm>
              <a:off x="2964567" y="2571753"/>
              <a:ext cx="417045" cy="417045"/>
            </a:xfrm>
            <a:custGeom>
              <a:rect b="b" l="l" r="r" t="t"/>
              <a:pathLst>
                <a:path extrusionOk="0" h="19983" w="19983">
                  <a:moveTo>
                    <a:pt x="9992" y="1170"/>
                  </a:moveTo>
                  <a:cubicBezTo>
                    <a:pt x="14855" y="1170"/>
                    <a:pt x="18812" y="4866"/>
                    <a:pt x="18812" y="9405"/>
                  </a:cubicBezTo>
                  <a:cubicBezTo>
                    <a:pt x="18812" y="13925"/>
                    <a:pt x="14855" y="17601"/>
                    <a:pt x="9992" y="17601"/>
                  </a:cubicBezTo>
                  <a:cubicBezTo>
                    <a:pt x="9111" y="17601"/>
                    <a:pt x="8240" y="17481"/>
                    <a:pt x="7407" y="17242"/>
                  </a:cubicBezTo>
                  <a:cubicBezTo>
                    <a:pt x="7354" y="17226"/>
                    <a:pt x="7299" y="17218"/>
                    <a:pt x="7245" y="17218"/>
                  </a:cubicBezTo>
                  <a:cubicBezTo>
                    <a:pt x="7153" y="17218"/>
                    <a:pt x="7062" y="17240"/>
                    <a:pt x="6979" y="17282"/>
                  </a:cubicBezTo>
                  <a:lnTo>
                    <a:pt x="4723" y="18439"/>
                  </a:lnTo>
                  <a:lnTo>
                    <a:pt x="4723" y="16262"/>
                  </a:lnTo>
                  <a:cubicBezTo>
                    <a:pt x="4723" y="16078"/>
                    <a:pt x="4637" y="15904"/>
                    <a:pt x="4490" y="15793"/>
                  </a:cubicBezTo>
                  <a:cubicBezTo>
                    <a:pt x="2381" y="14208"/>
                    <a:pt x="1171" y="11880"/>
                    <a:pt x="1171" y="9405"/>
                  </a:cubicBezTo>
                  <a:cubicBezTo>
                    <a:pt x="1171" y="4866"/>
                    <a:pt x="5129" y="1170"/>
                    <a:pt x="9992" y="1170"/>
                  </a:cubicBezTo>
                  <a:close/>
                  <a:moveTo>
                    <a:pt x="9992" y="1"/>
                  </a:moveTo>
                  <a:cubicBezTo>
                    <a:pt x="4575" y="1"/>
                    <a:pt x="0" y="4153"/>
                    <a:pt x="0" y="9407"/>
                  </a:cubicBezTo>
                  <a:cubicBezTo>
                    <a:pt x="0" y="12221"/>
                    <a:pt x="1359" y="14795"/>
                    <a:pt x="3552" y="16548"/>
                  </a:cubicBezTo>
                  <a:lnTo>
                    <a:pt x="3552" y="19396"/>
                  </a:lnTo>
                  <a:cubicBezTo>
                    <a:pt x="3552" y="19602"/>
                    <a:pt x="3659" y="19791"/>
                    <a:pt x="3832" y="19897"/>
                  </a:cubicBezTo>
                  <a:cubicBezTo>
                    <a:pt x="3925" y="19953"/>
                    <a:pt x="4031" y="19982"/>
                    <a:pt x="4138" y="19982"/>
                  </a:cubicBezTo>
                  <a:cubicBezTo>
                    <a:pt x="4229" y="19982"/>
                    <a:pt x="4320" y="19961"/>
                    <a:pt x="4405" y="19918"/>
                  </a:cubicBezTo>
                  <a:lnTo>
                    <a:pt x="7310" y="18429"/>
                  </a:lnTo>
                  <a:cubicBezTo>
                    <a:pt x="8180" y="18657"/>
                    <a:pt x="9081" y="18772"/>
                    <a:pt x="9992" y="18772"/>
                  </a:cubicBezTo>
                  <a:cubicBezTo>
                    <a:pt x="15500" y="18772"/>
                    <a:pt x="19983" y="14570"/>
                    <a:pt x="19983" y="9407"/>
                  </a:cubicBezTo>
                  <a:cubicBezTo>
                    <a:pt x="19983" y="4151"/>
                    <a:pt x="15405" y="1"/>
                    <a:pt x="999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0" name="Google Shape;12280;p140"/>
            <p:cNvSpPr/>
            <p:nvPr/>
          </p:nvSpPr>
          <p:spPr>
            <a:xfrm>
              <a:off x="3037777" y="2694715"/>
              <a:ext cx="270642" cy="146633"/>
            </a:xfrm>
            <a:custGeom>
              <a:rect b="b" l="l" r="r" t="t"/>
              <a:pathLst>
                <a:path extrusionOk="0" h="7026" w="12968">
                  <a:moveTo>
                    <a:pt x="5362" y="1463"/>
                  </a:moveTo>
                  <a:lnTo>
                    <a:pt x="7241" y="3341"/>
                  </a:lnTo>
                  <a:cubicBezTo>
                    <a:pt x="7353" y="3454"/>
                    <a:pt x="7503" y="3513"/>
                    <a:pt x="7655" y="3513"/>
                  </a:cubicBezTo>
                  <a:cubicBezTo>
                    <a:pt x="7744" y="3513"/>
                    <a:pt x="7833" y="3493"/>
                    <a:pt x="7917" y="3451"/>
                  </a:cubicBezTo>
                  <a:lnTo>
                    <a:pt x="10216" y="2303"/>
                  </a:lnTo>
                  <a:lnTo>
                    <a:pt x="7605" y="5565"/>
                  </a:lnTo>
                  <a:lnTo>
                    <a:pt x="5726" y="3685"/>
                  </a:lnTo>
                  <a:cubicBezTo>
                    <a:pt x="5614" y="3573"/>
                    <a:pt x="5463" y="3514"/>
                    <a:pt x="5311" y="3514"/>
                  </a:cubicBezTo>
                  <a:cubicBezTo>
                    <a:pt x="5223" y="3514"/>
                    <a:pt x="5133" y="3534"/>
                    <a:pt x="5051" y="3575"/>
                  </a:cubicBezTo>
                  <a:lnTo>
                    <a:pt x="2751" y="4725"/>
                  </a:lnTo>
                  <a:lnTo>
                    <a:pt x="2751" y="4725"/>
                  </a:lnTo>
                  <a:lnTo>
                    <a:pt x="5362" y="1463"/>
                  </a:lnTo>
                  <a:close/>
                  <a:moveTo>
                    <a:pt x="5312" y="1"/>
                  </a:moveTo>
                  <a:cubicBezTo>
                    <a:pt x="5302" y="1"/>
                    <a:pt x="5291" y="1"/>
                    <a:pt x="5281" y="2"/>
                  </a:cubicBezTo>
                  <a:cubicBezTo>
                    <a:pt x="5114" y="12"/>
                    <a:pt x="4959" y="92"/>
                    <a:pt x="4856" y="221"/>
                  </a:cubicBezTo>
                  <a:lnTo>
                    <a:pt x="172" y="6075"/>
                  </a:lnTo>
                  <a:cubicBezTo>
                    <a:pt x="0" y="6290"/>
                    <a:pt x="2" y="6595"/>
                    <a:pt x="174" y="6809"/>
                  </a:cubicBezTo>
                  <a:cubicBezTo>
                    <a:pt x="288" y="6950"/>
                    <a:pt x="457" y="7026"/>
                    <a:pt x="630" y="7026"/>
                  </a:cubicBezTo>
                  <a:cubicBezTo>
                    <a:pt x="719" y="7026"/>
                    <a:pt x="808" y="7006"/>
                    <a:pt x="892" y="6964"/>
                  </a:cubicBezTo>
                  <a:lnTo>
                    <a:pt x="5198" y="4811"/>
                  </a:lnTo>
                  <a:lnTo>
                    <a:pt x="7241" y="6855"/>
                  </a:lnTo>
                  <a:cubicBezTo>
                    <a:pt x="7349" y="6964"/>
                    <a:pt x="7496" y="7026"/>
                    <a:pt x="7650" y="7026"/>
                  </a:cubicBezTo>
                  <a:cubicBezTo>
                    <a:pt x="7662" y="7026"/>
                    <a:pt x="7674" y="7025"/>
                    <a:pt x="7687" y="7024"/>
                  </a:cubicBezTo>
                  <a:cubicBezTo>
                    <a:pt x="7853" y="7016"/>
                    <a:pt x="8007" y="6936"/>
                    <a:pt x="8111" y="6807"/>
                  </a:cubicBezTo>
                  <a:lnTo>
                    <a:pt x="12795" y="951"/>
                  </a:lnTo>
                  <a:cubicBezTo>
                    <a:pt x="12967" y="737"/>
                    <a:pt x="12965" y="431"/>
                    <a:pt x="12792" y="219"/>
                  </a:cubicBezTo>
                  <a:cubicBezTo>
                    <a:pt x="12679" y="78"/>
                    <a:pt x="12510" y="1"/>
                    <a:pt x="12337" y="1"/>
                  </a:cubicBezTo>
                  <a:cubicBezTo>
                    <a:pt x="12249" y="1"/>
                    <a:pt x="12159" y="21"/>
                    <a:pt x="12075" y="63"/>
                  </a:cubicBezTo>
                  <a:lnTo>
                    <a:pt x="7770" y="2216"/>
                  </a:lnTo>
                  <a:lnTo>
                    <a:pt x="5726" y="173"/>
                  </a:lnTo>
                  <a:cubicBezTo>
                    <a:pt x="5617" y="62"/>
                    <a:pt x="5467" y="1"/>
                    <a:pt x="531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81" name="Google Shape;12281;p140"/>
          <p:cNvGrpSpPr/>
          <p:nvPr/>
        </p:nvGrpSpPr>
        <p:grpSpPr>
          <a:xfrm>
            <a:off x="1623565" y="3815897"/>
            <a:ext cx="407391" cy="286470"/>
            <a:chOff x="3476576" y="2633631"/>
            <a:chExt cx="417024" cy="293244"/>
          </a:xfrm>
        </p:grpSpPr>
        <p:sp>
          <p:nvSpPr>
            <p:cNvPr id="12282" name="Google Shape;12282;p140"/>
            <p:cNvSpPr/>
            <p:nvPr/>
          </p:nvSpPr>
          <p:spPr>
            <a:xfrm>
              <a:off x="3476576" y="2633631"/>
              <a:ext cx="417024" cy="293244"/>
            </a:xfrm>
            <a:custGeom>
              <a:rect b="b" l="l" r="r" t="t"/>
              <a:pathLst>
                <a:path extrusionOk="0" h="14051" w="19982">
                  <a:moveTo>
                    <a:pt x="17056" y="1172"/>
                  </a:moveTo>
                  <a:cubicBezTo>
                    <a:pt x="18023" y="1172"/>
                    <a:pt x="18811" y="1961"/>
                    <a:pt x="18811" y="2929"/>
                  </a:cubicBezTo>
                  <a:lnTo>
                    <a:pt x="18811" y="11124"/>
                  </a:lnTo>
                  <a:cubicBezTo>
                    <a:pt x="18811" y="12092"/>
                    <a:pt x="18023" y="12881"/>
                    <a:pt x="17056" y="12881"/>
                  </a:cubicBezTo>
                  <a:lnTo>
                    <a:pt x="2927" y="12881"/>
                  </a:lnTo>
                  <a:cubicBezTo>
                    <a:pt x="1959" y="12881"/>
                    <a:pt x="1172" y="12092"/>
                    <a:pt x="1172" y="11124"/>
                  </a:cubicBezTo>
                  <a:lnTo>
                    <a:pt x="1172" y="2929"/>
                  </a:lnTo>
                  <a:cubicBezTo>
                    <a:pt x="1172" y="1961"/>
                    <a:pt x="1959" y="1172"/>
                    <a:pt x="2927" y="1172"/>
                  </a:cubicBezTo>
                  <a:close/>
                  <a:moveTo>
                    <a:pt x="2927" y="1"/>
                  </a:moveTo>
                  <a:cubicBezTo>
                    <a:pt x="1313" y="1"/>
                    <a:pt x="1" y="1315"/>
                    <a:pt x="1" y="2929"/>
                  </a:cubicBezTo>
                  <a:lnTo>
                    <a:pt x="1" y="11124"/>
                  </a:lnTo>
                  <a:cubicBezTo>
                    <a:pt x="1" y="12738"/>
                    <a:pt x="1313" y="14050"/>
                    <a:pt x="2927" y="14050"/>
                  </a:cubicBezTo>
                  <a:lnTo>
                    <a:pt x="17056" y="14050"/>
                  </a:lnTo>
                  <a:cubicBezTo>
                    <a:pt x="18669" y="14050"/>
                    <a:pt x="19982" y="12738"/>
                    <a:pt x="19982" y="11124"/>
                  </a:cubicBezTo>
                  <a:lnTo>
                    <a:pt x="19982" y="2929"/>
                  </a:lnTo>
                  <a:cubicBezTo>
                    <a:pt x="19982" y="1315"/>
                    <a:pt x="18669" y="1"/>
                    <a:pt x="1705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3" name="Google Shape;12283;p140"/>
            <p:cNvSpPr/>
            <p:nvPr/>
          </p:nvSpPr>
          <p:spPr>
            <a:xfrm>
              <a:off x="3636206" y="2706945"/>
              <a:ext cx="122194" cy="146633"/>
            </a:xfrm>
            <a:custGeom>
              <a:rect b="b" l="l" r="r" t="t"/>
              <a:pathLst>
                <a:path extrusionOk="0" h="7026" w="5855">
                  <a:moveTo>
                    <a:pt x="1172" y="1643"/>
                  </a:moveTo>
                  <a:lnTo>
                    <a:pt x="4165" y="3514"/>
                  </a:lnTo>
                  <a:lnTo>
                    <a:pt x="1172" y="5384"/>
                  </a:lnTo>
                  <a:lnTo>
                    <a:pt x="1172" y="1643"/>
                  </a:lnTo>
                  <a:close/>
                  <a:moveTo>
                    <a:pt x="586" y="0"/>
                  </a:moveTo>
                  <a:cubicBezTo>
                    <a:pt x="489" y="0"/>
                    <a:pt x="391" y="25"/>
                    <a:pt x="302" y="74"/>
                  </a:cubicBezTo>
                  <a:cubicBezTo>
                    <a:pt x="116" y="178"/>
                    <a:pt x="1" y="373"/>
                    <a:pt x="1" y="587"/>
                  </a:cubicBezTo>
                  <a:lnTo>
                    <a:pt x="1" y="6440"/>
                  </a:lnTo>
                  <a:cubicBezTo>
                    <a:pt x="1" y="6653"/>
                    <a:pt x="116" y="6849"/>
                    <a:pt x="302" y="6953"/>
                  </a:cubicBezTo>
                  <a:cubicBezTo>
                    <a:pt x="389" y="7001"/>
                    <a:pt x="487" y="7026"/>
                    <a:pt x="585" y="7026"/>
                  </a:cubicBezTo>
                  <a:cubicBezTo>
                    <a:pt x="693" y="7026"/>
                    <a:pt x="801" y="6997"/>
                    <a:pt x="896" y="6937"/>
                  </a:cubicBezTo>
                  <a:lnTo>
                    <a:pt x="5580" y="4010"/>
                  </a:lnTo>
                  <a:cubicBezTo>
                    <a:pt x="5750" y="3903"/>
                    <a:pt x="5854" y="3714"/>
                    <a:pt x="5854" y="3513"/>
                  </a:cubicBezTo>
                  <a:cubicBezTo>
                    <a:pt x="5854" y="3311"/>
                    <a:pt x="5750" y="3123"/>
                    <a:pt x="5580" y="3017"/>
                  </a:cubicBezTo>
                  <a:lnTo>
                    <a:pt x="896" y="90"/>
                  </a:lnTo>
                  <a:cubicBezTo>
                    <a:pt x="801" y="30"/>
                    <a:pt x="694" y="0"/>
                    <a:pt x="58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84" name="Google Shape;12284;p140"/>
          <p:cNvGrpSpPr/>
          <p:nvPr/>
        </p:nvGrpSpPr>
        <p:grpSpPr>
          <a:xfrm>
            <a:off x="2239897" y="3755508"/>
            <a:ext cx="407411" cy="407248"/>
            <a:chOff x="3988564" y="2571836"/>
            <a:chExt cx="417045" cy="416878"/>
          </a:xfrm>
        </p:grpSpPr>
        <p:sp>
          <p:nvSpPr>
            <p:cNvPr id="12285" name="Google Shape;12285;p140"/>
            <p:cNvSpPr/>
            <p:nvPr/>
          </p:nvSpPr>
          <p:spPr>
            <a:xfrm>
              <a:off x="4090678" y="2650431"/>
              <a:ext cx="213124" cy="259268"/>
            </a:xfrm>
            <a:custGeom>
              <a:rect b="b" l="l" r="r" t="t"/>
              <a:pathLst>
                <a:path extrusionOk="0" h="12423" w="10212">
                  <a:moveTo>
                    <a:pt x="4938" y="1172"/>
                  </a:moveTo>
                  <a:cubicBezTo>
                    <a:pt x="7267" y="1172"/>
                    <a:pt x="8610" y="2621"/>
                    <a:pt x="8610" y="3081"/>
                  </a:cubicBezTo>
                  <a:cubicBezTo>
                    <a:pt x="8610" y="3348"/>
                    <a:pt x="8308" y="3471"/>
                    <a:pt x="8102" y="3471"/>
                  </a:cubicBezTo>
                  <a:cubicBezTo>
                    <a:pt x="7867" y="3471"/>
                    <a:pt x="7733" y="3357"/>
                    <a:pt x="7407" y="3026"/>
                  </a:cubicBezTo>
                  <a:cubicBezTo>
                    <a:pt x="6933" y="2541"/>
                    <a:pt x="6282" y="1879"/>
                    <a:pt x="4821" y="1879"/>
                  </a:cubicBezTo>
                  <a:cubicBezTo>
                    <a:pt x="4177" y="1879"/>
                    <a:pt x="3602" y="2046"/>
                    <a:pt x="3162" y="2362"/>
                  </a:cubicBezTo>
                  <a:cubicBezTo>
                    <a:pt x="2687" y="2700"/>
                    <a:pt x="2417" y="3188"/>
                    <a:pt x="2417" y="3701"/>
                  </a:cubicBezTo>
                  <a:cubicBezTo>
                    <a:pt x="2417" y="4145"/>
                    <a:pt x="2603" y="4758"/>
                    <a:pt x="3491" y="5152"/>
                  </a:cubicBezTo>
                  <a:cubicBezTo>
                    <a:pt x="3997" y="5378"/>
                    <a:pt x="4646" y="5506"/>
                    <a:pt x="5334" y="5642"/>
                  </a:cubicBezTo>
                  <a:cubicBezTo>
                    <a:pt x="7566" y="6081"/>
                    <a:pt x="9029" y="6514"/>
                    <a:pt x="9029" y="8449"/>
                  </a:cubicBezTo>
                  <a:cubicBezTo>
                    <a:pt x="9029" y="8455"/>
                    <a:pt x="9029" y="8464"/>
                    <a:pt x="9029" y="8478"/>
                  </a:cubicBezTo>
                  <a:cubicBezTo>
                    <a:pt x="9035" y="8646"/>
                    <a:pt x="9028" y="9518"/>
                    <a:pt x="8347" y="10222"/>
                  </a:cubicBezTo>
                  <a:cubicBezTo>
                    <a:pt x="7688" y="10903"/>
                    <a:pt x="6597" y="11248"/>
                    <a:pt x="5102" y="11252"/>
                  </a:cubicBezTo>
                  <a:cubicBezTo>
                    <a:pt x="2240" y="11250"/>
                    <a:pt x="1171" y="9891"/>
                    <a:pt x="1171" y="9033"/>
                  </a:cubicBezTo>
                  <a:cubicBezTo>
                    <a:pt x="1171" y="8780"/>
                    <a:pt x="1518" y="8672"/>
                    <a:pt x="1656" y="8672"/>
                  </a:cubicBezTo>
                  <a:cubicBezTo>
                    <a:pt x="1844" y="8672"/>
                    <a:pt x="2005" y="8837"/>
                    <a:pt x="2327" y="9212"/>
                  </a:cubicBezTo>
                  <a:cubicBezTo>
                    <a:pt x="2843" y="9813"/>
                    <a:pt x="3551" y="10636"/>
                    <a:pt x="5095" y="10636"/>
                  </a:cubicBezTo>
                  <a:cubicBezTo>
                    <a:pt x="6363" y="10636"/>
                    <a:pt x="7727" y="9881"/>
                    <a:pt x="7727" y="8612"/>
                  </a:cubicBezTo>
                  <a:cubicBezTo>
                    <a:pt x="7727" y="7951"/>
                    <a:pt x="7363" y="7445"/>
                    <a:pt x="6647" y="7109"/>
                  </a:cubicBezTo>
                  <a:cubicBezTo>
                    <a:pt x="6130" y="6866"/>
                    <a:pt x="5472" y="6726"/>
                    <a:pt x="4773" y="6578"/>
                  </a:cubicBezTo>
                  <a:cubicBezTo>
                    <a:pt x="2620" y="6120"/>
                    <a:pt x="1209" y="5683"/>
                    <a:pt x="1209" y="3859"/>
                  </a:cubicBezTo>
                  <a:cubicBezTo>
                    <a:pt x="1209" y="2893"/>
                    <a:pt x="1667" y="2191"/>
                    <a:pt x="2606" y="1711"/>
                  </a:cubicBezTo>
                  <a:cubicBezTo>
                    <a:pt x="3388" y="1313"/>
                    <a:pt x="4350" y="1172"/>
                    <a:pt x="4938" y="1172"/>
                  </a:cubicBezTo>
                  <a:close/>
                  <a:moveTo>
                    <a:pt x="4938" y="1"/>
                  </a:moveTo>
                  <a:cubicBezTo>
                    <a:pt x="2944" y="1"/>
                    <a:pt x="39" y="991"/>
                    <a:pt x="39" y="3861"/>
                  </a:cubicBezTo>
                  <a:cubicBezTo>
                    <a:pt x="39" y="5149"/>
                    <a:pt x="579" y="6129"/>
                    <a:pt x="1644" y="6772"/>
                  </a:cubicBezTo>
                  <a:cubicBezTo>
                    <a:pt x="2505" y="7293"/>
                    <a:pt x="3581" y="7523"/>
                    <a:pt x="4529" y="7724"/>
                  </a:cubicBezTo>
                  <a:cubicBezTo>
                    <a:pt x="5159" y="7857"/>
                    <a:pt x="5755" y="7984"/>
                    <a:pt x="6149" y="8170"/>
                  </a:cubicBezTo>
                  <a:cubicBezTo>
                    <a:pt x="6556" y="8359"/>
                    <a:pt x="6556" y="8518"/>
                    <a:pt x="6556" y="8612"/>
                  </a:cubicBezTo>
                  <a:cubicBezTo>
                    <a:pt x="6556" y="9100"/>
                    <a:pt x="5785" y="9465"/>
                    <a:pt x="5095" y="9465"/>
                  </a:cubicBezTo>
                  <a:cubicBezTo>
                    <a:pt x="4089" y="9465"/>
                    <a:pt x="3664" y="8971"/>
                    <a:pt x="3215" y="8449"/>
                  </a:cubicBezTo>
                  <a:cubicBezTo>
                    <a:pt x="2833" y="8005"/>
                    <a:pt x="2401" y="7501"/>
                    <a:pt x="1656" y="7501"/>
                  </a:cubicBezTo>
                  <a:cubicBezTo>
                    <a:pt x="860" y="7501"/>
                    <a:pt x="0" y="8087"/>
                    <a:pt x="0" y="9035"/>
                  </a:cubicBezTo>
                  <a:cubicBezTo>
                    <a:pt x="0" y="10459"/>
                    <a:pt x="1462" y="12423"/>
                    <a:pt x="5104" y="12423"/>
                  </a:cubicBezTo>
                  <a:cubicBezTo>
                    <a:pt x="6926" y="12419"/>
                    <a:pt x="8301" y="11954"/>
                    <a:pt x="9187" y="11036"/>
                  </a:cubicBezTo>
                  <a:cubicBezTo>
                    <a:pt x="10167" y="10024"/>
                    <a:pt x="10211" y="8803"/>
                    <a:pt x="10200" y="8442"/>
                  </a:cubicBezTo>
                  <a:cubicBezTo>
                    <a:pt x="10199" y="7101"/>
                    <a:pt x="9638" y="6090"/>
                    <a:pt x="8536" y="5435"/>
                  </a:cubicBezTo>
                  <a:cubicBezTo>
                    <a:pt x="7642" y="4904"/>
                    <a:pt x="6537" y="4685"/>
                    <a:pt x="5560" y="4492"/>
                  </a:cubicBezTo>
                  <a:cubicBezTo>
                    <a:pt x="4939" y="4370"/>
                    <a:pt x="4354" y="4255"/>
                    <a:pt x="3966" y="4084"/>
                  </a:cubicBezTo>
                  <a:cubicBezTo>
                    <a:pt x="3588" y="3916"/>
                    <a:pt x="3588" y="3781"/>
                    <a:pt x="3588" y="3703"/>
                  </a:cubicBezTo>
                  <a:cubicBezTo>
                    <a:pt x="3588" y="3429"/>
                    <a:pt x="4016" y="3050"/>
                    <a:pt x="4821" y="3050"/>
                  </a:cubicBezTo>
                  <a:cubicBezTo>
                    <a:pt x="5790" y="3050"/>
                    <a:pt x="6153" y="3418"/>
                    <a:pt x="6570" y="3847"/>
                  </a:cubicBezTo>
                  <a:cubicBezTo>
                    <a:pt x="6921" y="4202"/>
                    <a:pt x="7354" y="4644"/>
                    <a:pt x="8102" y="4644"/>
                  </a:cubicBezTo>
                  <a:cubicBezTo>
                    <a:pt x="8966" y="4644"/>
                    <a:pt x="9781" y="4016"/>
                    <a:pt x="9781" y="3082"/>
                  </a:cubicBezTo>
                  <a:cubicBezTo>
                    <a:pt x="9781" y="1768"/>
                    <a:pt x="7722" y="1"/>
                    <a:pt x="493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6" name="Google Shape;12286;p140"/>
            <p:cNvSpPr/>
            <p:nvPr/>
          </p:nvSpPr>
          <p:spPr>
            <a:xfrm>
              <a:off x="3988564" y="2571836"/>
              <a:ext cx="417045" cy="416878"/>
            </a:xfrm>
            <a:custGeom>
              <a:rect b="b" l="l" r="r" t="t"/>
              <a:pathLst>
                <a:path extrusionOk="0" h="19975" w="19983">
                  <a:moveTo>
                    <a:pt x="5465" y="1172"/>
                  </a:moveTo>
                  <a:cubicBezTo>
                    <a:pt x="6229" y="1172"/>
                    <a:pt x="6714" y="1356"/>
                    <a:pt x="7184" y="1548"/>
                  </a:cubicBezTo>
                  <a:cubicBezTo>
                    <a:pt x="7842" y="1820"/>
                    <a:pt x="8120" y="1882"/>
                    <a:pt x="8506" y="1882"/>
                  </a:cubicBezTo>
                  <a:cubicBezTo>
                    <a:pt x="8831" y="1882"/>
                    <a:pt x="9232" y="1838"/>
                    <a:pt x="10000" y="1838"/>
                  </a:cubicBezTo>
                  <a:cubicBezTo>
                    <a:pt x="13275" y="1838"/>
                    <a:pt x="15226" y="3478"/>
                    <a:pt x="16286" y="4855"/>
                  </a:cubicBezTo>
                  <a:cubicBezTo>
                    <a:pt x="17660" y="6641"/>
                    <a:pt x="18149" y="8709"/>
                    <a:pt x="18149" y="9937"/>
                  </a:cubicBezTo>
                  <a:cubicBezTo>
                    <a:pt x="18149" y="11304"/>
                    <a:pt x="17841" y="11405"/>
                    <a:pt x="18414" y="12744"/>
                  </a:cubicBezTo>
                  <a:cubicBezTo>
                    <a:pt x="18610" y="13203"/>
                    <a:pt x="18812" y="13675"/>
                    <a:pt x="18812" y="14565"/>
                  </a:cubicBezTo>
                  <a:cubicBezTo>
                    <a:pt x="18812" y="15702"/>
                    <a:pt x="18373" y="16765"/>
                    <a:pt x="17575" y="17561"/>
                  </a:cubicBezTo>
                  <a:cubicBezTo>
                    <a:pt x="16776" y="18358"/>
                    <a:pt x="15671" y="18803"/>
                    <a:pt x="14546" y="18803"/>
                  </a:cubicBezTo>
                  <a:cubicBezTo>
                    <a:pt x="14544" y="18803"/>
                    <a:pt x="14542" y="18803"/>
                    <a:pt x="14540" y="18803"/>
                  </a:cubicBezTo>
                  <a:lnTo>
                    <a:pt x="14519" y="18803"/>
                  </a:lnTo>
                  <a:cubicBezTo>
                    <a:pt x="13754" y="18803"/>
                    <a:pt x="13270" y="18612"/>
                    <a:pt x="12799" y="18418"/>
                  </a:cubicBezTo>
                  <a:cubicBezTo>
                    <a:pt x="12161" y="18154"/>
                    <a:pt x="11842" y="18085"/>
                    <a:pt x="11520" y="18085"/>
                  </a:cubicBezTo>
                  <a:cubicBezTo>
                    <a:pt x="11167" y="18085"/>
                    <a:pt x="10809" y="18168"/>
                    <a:pt x="10022" y="18168"/>
                  </a:cubicBezTo>
                  <a:cubicBezTo>
                    <a:pt x="6746" y="18168"/>
                    <a:pt x="4785" y="16516"/>
                    <a:pt x="3717" y="15131"/>
                  </a:cubicBezTo>
                  <a:cubicBezTo>
                    <a:pt x="2328" y="13328"/>
                    <a:pt x="1835" y="11257"/>
                    <a:pt x="1835" y="10031"/>
                  </a:cubicBezTo>
                  <a:cubicBezTo>
                    <a:pt x="1835" y="8674"/>
                    <a:pt x="2146" y="8571"/>
                    <a:pt x="1569" y="7222"/>
                  </a:cubicBezTo>
                  <a:cubicBezTo>
                    <a:pt x="1375" y="6765"/>
                    <a:pt x="1173" y="6293"/>
                    <a:pt x="1171" y="5408"/>
                  </a:cubicBezTo>
                  <a:cubicBezTo>
                    <a:pt x="1175" y="3063"/>
                    <a:pt x="3100" y="1172"/>
                    <a:pt x="5465" y="1172"/>
                  </a:cubicBezTo>
                  <a:close/>
                  <a:moveTo>
                    <a:pt x="5465" y="0"/>
                  </a:moveTo>
                  <a:cubicBezTo>
                    <a:pt x="3993" y="0"/>
                    <a:pt x="2617" y="552"/>
                    <a:pt x="1587" y="1582"/>
                  </a:cubicBezTo>
                  <a:cubicBezTo>
                    <a:pt x="566" y="2603"/>
                    <a:pt x="4" y="3960"/>
                    <a:pt x="0" y="5403"/>
                  </a:cubicBezTo>
                  <a:lnTo>
                    <a:pt x="0" y="5414"/>
                  </a:lnTo>
                  <a:cubicBezTo>
                    <a:pt x="2" y="6535"/>
                    <a:pt x="274" y="7170"/>
                    <a:pt x="492" y="7682"/>
                  </a:cubicBezTo>
                  <a:cubicBezTo>
                    <a:pt x="938" y="8725"/>
                    <a:pt x="664" y="8547"/>
                    <a:pt x="664" y="10031"/>
                  </a:cubicBezTo>
                  <a:cubicBezTo>
                    <a:pt x="664" y="11738"/>
                    <a:pt x="1385" y="14023"/>
                    <a:pt x="2790" y="15845"/>
                  </a:cubicBezTo>
                  <a:cubicBezTo>
                    <a:pt x="4019" y="17439"/>
                    <a:pt x="6270" y="19339"/>
                    <a:pt x="10022" y="19339"/>
                  </a:cubicBezTo>
                  <a:cubicBezTo>
                    <a:pt x="10942" y="19339"/>
                    <a:pt x="11234" y="19255"/>
                    <a:pt x="11494" y="19255"/>
                  </a:cubicBezTo>
                  <a:cubicBezTo>
                    <a:pt x="11700" y="19255"/>
                    <a:pt x="11887" y="19308"/>
                    <a:pt x="12353" y="19500"/>
                  </a:cubicBezTo>
                  <a:cubicBezTo>
                    <a:pt x="12875" y="19716"/>
                    <a:pt x="13523" y="19974"/>
                    <a:pt x="14519" y="19974"/>
                  </a:cubicBezTo>
                  <a:lnTo>
                    <a:pt x="14554" y="19974"/>
                  </a:lnTo>
                  <a:cubicBezTo>
                    <a:pt x="15985" y="19974"/>
                    <a:pt x="17386" y="19403"/>
                    <a:pt x="18402" y="18391"/>
                  </a:cubicBezTo>
                  <a:cubicBezTo>
                    <a:pt x="19422" y="17374"/>
                    <a:pt x="19983" y="16015"/>
                    <a:pt x="19983" y="14565"/>
                  </a:cubicBezTo>
                  <a:cubicBezTo>
                    <a:pt x="19983" y="13436"/>
                    <a:pt x="19711" y="12797"/>
                    <a:pt x="19491" y="12284"/>
                  </a:cubicBezTo>
                  <a:cubicBezTo>
                    <a:pt x="19045" y="11243"/>
                    <a:pt x="19320" y="11421"/>
                    <a:pt x="19320" y="9937"/>
                  </a:cubicBezTo>
                  <a:cubicBezTo>
                    <a:pt x="19320" y="8218"/>
                    <a:pt x="18603" y="5946"/>
                    <a:pt x="17213" y="4140"/>
                  </a:cubicBezTo>
                  <a:cubicBezTo>
                    <a:pt x="15994" y="2557"/>
                    <a:pt x="13753" y="667"/>
                    <a:pt x="10000" y="667"/>
                  </a:cubicBezTo>
                  <a:cubicBezTo>
                    <a:pt x="9146" y="667"/>
                    <a:pt x="8785" y="712"/>
                    <a:pt x="8528" y="712"/>
                  </a:cubicBezTo>
                  <a:cubicBezTo>
                    <a:pt x="8261" y="712"/>
                    <a:pt x="8109" y="664"/>
                    <a:pt x="7630" y="466"/>
                  </a:cubicBezTo>
                  <a:cubicBezTo>
                    <a:pt x="7110" y="252"/>
                    <a:pt x="6461" y="0"/>
                    <a:pt x="54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87" name="Google Shape;12287;p140"/>
          <p:cNvGrpSpPr/>
          <p:nvPr/>
        </p:nvGrpSpPr>
        <p:grpSpPr>
          <a:xfrm>
            <a:off x="2856250" y="3755436"/>
            <a:ext cx="407391" cy="407391"/>
            <a:chOff x="4500573" y="2571753"/>
            <a:chExt cx="417024" cy="417024"/>
          </a:xfrm>
        </p:grpSpPr>
        <p:sp>
          <p:nvSpPr>
            <p:cNvPr id="12288" name="Google Shape;12288;p140"/>
            <p:cNvSpPr/>
            <p:nvPr/>
          </p:nvSpPr>
          <p:spPr>
            <a:xfrm>
              <a:off x="4550263" y="2632817"/>
              <a:ext cx="317683" cy="293244"/>
            </a:xfrm>
            <a:custGeom>
              <a:rect b="b" l="l" r="r" t="t"/>
              <a:pathLst>
                <a:path extrusionOk="0" h="14051" w="15222">
                  <a:moveTo>
                    <a:pt x="7616" y="1172"/>
                  </a:moveTo>
                  <a:cubicBezTo>
                    <a:pt x="8529" y="1202"/>
                    <a:pt x="10613" y="1570"/>
                    <a:pt x="10613" y="4280"/>
                  </a:cubicBezTo>
                  <a:cubicBezTo>
                    <a:pt x="10613" y="4791"/>
                    <a:pt x="10565" y="5662"/>
                    <a:pt x="10565" y="5683"/>
                  </a:cubicBezTo>
                  <a:cubicBezTo>
                    <a:pt x="10565" y="6490"/>
                    <a:pt x="11186" y="6530"/>
                    <a:pt x="11312" y="6530"/>
                  </a:cubicBezTo>
                  <a:cubicBezTo>
                    <a:pt x="11563" y="6530"/>
                    <a:pt x="11867" y="6461"/>
                    <a:pt x="12149" y="6399"/>
                  </a:cubicBezTo>
                  <a:lnTo>
                    <a:pt x="12149" y="6399"/>
                  </a:lnTo>
                  <a:cubicBezTo>
                    <a:pt x="11697" y="6589"/>
                    <a:pt x="10875" y="6838"/>
                    <a:pt x="10875" y="7608"/>
                  </a:cubicBezTo>
                  <a:cubicBezTo>
                    <a:pt x="10875" y="9260"/>
                    <a:pt x="12294" y="9897"/>
                    <a:pt x="13233" y="10316"/>
                  </a:cubicBezTo>
                  <a:cubicBezTo>
                    <a:pt x="13419" y="10399"/>
                    <a:pt x="13661" y="10509"/>
                    <a:pt x="13838" y="10608"/>
                  </a:cubicBezTo>
                  <a:cubicBezTo>
                    <a:pt x="13590" y="10652"/>
                    <a:pt x="13247" y="10703"/>
                    <a:pt x="12826" y="10802"/>
                  </a:cubicBezTo>
                  <a:cubicBezTo>
                    <a:pt x="12446" y="10894"/>
                    <a:pt x="12149" y="11195"/>
                    <a:pt x="12067" y="11574"/>
                  </a:cubicBezTo>
                  <a:cubicBezTo>
                    <a:pt x="12058" y="11614"/>
                    <a:pt x="12049" y="11652"/>
                    <a:pt x="12041" y="11683"/>
                  </a:cubicBezTo>
                  <a:cubicBezTo>
                    <a:pt x="11837" y="11646"/>
                    <a:pt x="11549" y="11584"/>
                    <a:pt x="11156" y="11584"/>
                  </a:cubicBezTo>
                  <a:cubicBezTo>
                    <a:pt x="10220" y="11584"/>
                    <a:pt x="9658" y="11968"/>
                    <a:pt x="9161" y="12306"/>
                  </a:cubicBezTo>
                  <a:cubicBezTo>
                    <a:pt x="8711" y="12614"/>
                    <a:pt x="8322" y="12879"/>
                    <a:pt x="7611" y="12881"/>
                  </a:cubicBezTo>
                  <a:cubicBezTo>
                    <a:pt x="6900" y="12879"/>
                    <a:pt x="6511" y="12614"/>
                    <a:pt x="6060" y="12306"/>
                  </a:cubicBezTo>
                  <a:cubicBezTo>
                    <a:pt x="5563" y="11968"/>
                    <a:pt x="5000" y="11584"/>
                    <a:pt x="4064" y="11584"/>
                  </a:cubicBezTo>
                  <a:cubicBezTo>
                    <a:pt x="3671" y="11584"/>
                    <a:pt x="3381" y="11646"/>
                    <a:pt x="3180" y="11683"/>
                  </a:cubicBezTo>
                  <a:cubicBezTo>
                    <a:pt x="3171" y="11652"/>
                    <a:pt x="3164" y="11614"/>
                    <a:pt x="3155" y="11574"/>
                  </a:cubicBezTo>
                  <a:cubicBezTo>
                    <a:pt x="3072" y="11195"/>
                    <a:pt x="2775" y="10894"/>
                    <a:pt x="2394" y="10802"/>
                  </a:cubicBezTo>
                  <a:cubicBezTo>
                    <a:pt x="1973" y="10703"/>
                    <a:pt x="1630" y="10652"/>
                    <a:pt x="1384" y="10608"/>
                  </a:cubicBezTo>
                  <a:cubicBezTo>
                    <a:pt x="1559" y="10509"/>
                    <a:pt x="1803" y="10399"/>
                    <a:pt x="1987" y="10316"/>
                  </a:cubicBezTo>
                  <a:cubicBezTo>
                    <a:pt x="2927" y="9897"/>
                    <a:pt x="4347" y="9260"/>
                    <a:pt x="4347" y="7608"/>
                  </a:cubicBezTo>
                  <a:cubicBezTo>
                    <a:pt x="4347" y="6838"/>
                    <a:pt x="3525" y="6589"/>
                    <a:pt x="3072" y="6399"/>
                  </a:cubicBezTo>
                  <a:lnTo>
                    <a:pt x="3072" y="6399"/>
                  </a:lnTo>
                  <a:cubicBezTo>
                    <a:pt x="3355" y="6461"/>
                    <a:pt x="3657" y="6530"/>
                    <a:pt x="3910" y="6530"/>
                  </a:cubicBezTo>
                  <a:cubicBezTo>
                    <a:pt x="4034" y="6530"/>
                    <a:pt x="4655" y="6490"/>
                    <a:pt x="4655" y="5683"/>
                  </a:cubicBezTo>
                  <a:cubicBezTo>
                    <a:pt x="4655" y="5662"/>
                    <a:pt x="4609" y="4793"/>
                    <a:pt x="4609" y="4280"/>
                  </a:cubicBezTo>
                  <a:cubicBezTo>
                    <a:pt x="4609" y="1558"/>
                    <a:pt x="6698" y="1199"/>
                    <a:pt x="7616" y="1172"/>
                  </a:cubicBezTo>
                  <a:close/>
                  <a:moveTo>
                    <a:pt x="7602" y="1"/>
                  </a:moveTo>
                  <a:cubicBezTo>
                    <a:pt x="7201" y="11"/>
                    <a:pt x="6164" y="98"/>
                    <a:pt x="5219" y="691"/>
                  </a:cubicBezTo>
                  <a:cubicBezTo>
                    <a:pt x="4407" y="1200"/>
                    <a:pt x="3438" y="2237"/>
                    <a:pt x="3438" y="4280"/>
                  </a:cubicBezTo>
                  <a:cubicBezTo>
                    <a:pt x="3438" y="4714"/>
                    <a:pt x="3454" y="5041"/>
                    <a:pt x="3466" y="5288"/>
                  </a:cubicBezTo>
                  <a:cubicBezTo>
                    <a:pt x="3176" y="5225"/>
                    <a:pt x="2914" y="5159"/>
                    <a:pt x="2711" y="5159"/>
                  </a:cubicBezTo>
                  <a:cubicBezTo>
                    <a:pt x="2005" y="5159"/>
                    <a:pt x="1492" y="5593"/>
                    <a:pt x="1492" y="6187"/>
                  </a:cubicBezTo>
                  <a:cubicBezTo>
                    <a:pt x="1492" y="7031"/>
                    <a:pt x="2302" y="7355"/>
                    <a:pt x="2785" y="7547"/>
                  </a:cubicBezTo>
                  <a:cubicBezTo>
                    <a:pt x="2907" y="7595"/>
                    <a:pt x="3077" y="7664"/>
                    <a:pt x="3173" y="7717"/>
                  </a:cubicBezTo>
                  <a:cubicBezTo>
                    <a:pt x="3084" y="8885"/>
                    <a:pt x="1453" y="9124"/>
                    <a:pt x="595" y="9723"/>
                  </a:cubicBezTo>
                  <a:cubicBezTo>
                    <a:pt x="201" y="9999"/>
                    <a:pt x="1" y="10337"/>
                    <a:pt x="1" y="10730"/>
                  </a:cubicBezTo>
                  <a:cubicBezTo>
                    <a:pt x="1" y="11119"/>
                    <a:pt x="194" y="11425"/>
                    <a:pt x="547" y="11590"/>
                  </a:cubicBezTo>
                  <a:cubicBezTo>
                    <a:pt x="892" y="11752"/>
                    <a:pt x="1340" y="11765"/>
                    <a:pt x="2032" y="11920"/>
                  </a:cubicBezTo>
                  <a:cubicBezTo>
                    <a:pt x="2081" y="12138"/>
                    <a:pt x="2134" y="12318"/>
                    <a:pt x="2231" y="12474"/>
                  </a:cubicBezTo>
                  <a:cubicBezTo>
                    <a:pt x="2428" y="12789"/>
                    <a:pt x="2691" y="12874"/>
                    <a:pt x="2981" y="12874"/>
                  </a:cubicBezTo>
                  <a:cubicBezTo>
                    <a:pt x="3325" y="12874"/>
                    <a:pt x="3708" y="12754"/>
                    <a:pt x="4064" y="12754"/>
                  </a:cubicBezTo>
                  <a:cubicBezTo>
                    <a:pt x="4639" y="12754"/>
                    <a:pt x="4975" y="12984"/>
                    <a:pt x="5400" y="13274"/>
                  </a:cubicBezTo>
                  <a:cubicBezTo>
                    <a:pt x="5907" y="13619"/>
                    <a:pt x="6537" y="14050"/>
                    <a:pt x="7609" y="14050"/>
                  </a:cubicBezTo>
                  <a:lnTo>
                    <a:pt x="7611" y="14050"/>
                  </a:lnTo>
                  <a:cubicBezTo>
                    <a:pt x="8683" y="14050"/>
                    <a:pt x="9315" y="13620"/>
                    <a:pt x="9821" y="13274"/>
                  </a:cubicBezTo>
                  <a:cubicBezTo>
                    <a:pt x="10247" y="12984"/>
                    <a:pt x="10581" y="12754"/>
                    <a:pt x="11156" y="12754"/>
                  </a:cubicBezTo>
                  <a:cubicBezTo>
                    <a:pt x="11621" y="12754"/>
                    <a:pt x="11881" y="12881"/>
                    <a:pt x="12228" y="12881"/>
                  </a:cubicBezTo>
                  <a:cubicBezTo>
                    <a:pt x="12647" y="12881"/>
                    <a:pt x="12874" y="12660"/>
                    <a:pt x="12991" y="12474"/>
                  </a:cubicBezTo>
                  <a:cubicBezTo>
                    <a:pt x="13088" y="12318"/>
                    <a:pt x="13139" y="12136"/>
                    <a:pt x="13189" y="11920"/>
                  </a:cubicBezTo>
                  <a:cubicBezTo>
                    <a:pt x="13880" y="11765"/>
                    <a:pt x="14328" y="11752"/>
                    <a:pt x="14673" y="11590"/>
                  </a:cubicBezTo>
                  <a:cubicBezTo>
                    <a:pt x="15027" y="11425"/>
                    <a:pt x="15221" y="11119"/>
                    <a:pt x="15221" y="10730"/>
                  </a:cubicBezTo>
                  <a:cubicBezTo>
                    <a:pt x="15221" y="10337"/>
                    <a:pt x="15020" y="9999"/>
                    <a:pt x="14625" y="9723"/>
                  </a:cubicBezTo>
                  <a:cubicBezTo>
                    <a:pt x="13769" y="9124"/>
                    <a:pt x="12136" y="8885"/>
                    <a:pt x="12048" y="7717"/>
                  </a:cubicBezTo>
                  <a:cubicBezTo>
                    <a:pt x="12143" y="7664"/>
                    <a:pt x="12313" y="7595"/>
                    <a:pt x="12435" y="7547"/>
                  </a:cubicBezTo>
                  <a:cubicBezTo>
                    <a:pt x="12918" y="7355"/>
                    <a:pt x="13728" y="7031"/>
                    <a:pt x="13728" y="6187"/>
                  </a:cubicBezTo>
                  <a:cubicBezTo>
                    <a:pt x="13728" y="5593"/>
                    <a:pt x="13215" y="5159"/>
                    <a:pt x="12509" y="5159"/>
                  </a:cubicBezTo>
                  <a:cubicBezTo>
                    <a:pt x="12306" y="5159"/>
                    <a:pt x="12044" y="5225"/>
                    <a:pt x="11754" y="5288"/>
                  </a:cubicBezTo>
                  <a:cubicBezTo>
                    <a:pt x="11768" y="5041"/>
                    <a:pt x="11782" y="4714"/>
                    <a:pt x="11782" y="4280"/>
                  </a:cubicBezTo>
                  <a:cubicBezTo>
                    <a:pt x="11782" y="2246"/>
                    <a:pt x="10822" y="1211"/>
                    <a:pt x="10017" y="700"/>
                  </a:cubicBezTo>
                  <a:cubicBezTo>
                    <a:pt x="9076" y="105"/>
                    <a:pt x="8037" y="13"/>
                    <a:pt x="763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9" name="Google Shape;12289;p140"/>
            <p:cNvSpPr/>
            <p:nvPr/>
          </p:nvSpPr>
          <p:spPr>
            <a:xfrm>
              <a:off x="4500573" y="2571753"/>
              <a:ext cx="417024" cy="417024"/>
            </a:xfrm>
            <a:custGeom>
              <a:rect b="b" l="l" r="r" t="t"/>
              <a:pathLst>
                <a:path extrusionOk="0" h="19982" w="19982">
                  <a:moveTo>
                    <a:pt x="17017" y="1172"/>
                  </a:moveTo>
                  <a:cubicBezTo>
                    <a:pt x="17990" y="1172"/>
                    <a:pt x="18812" y="1975"/>
                    <a:pt x="18812" y="2927"/>
                  </a:cubicBezTo>
                  <a:lnTo>
                    <a:pt x="18812" y="17017"/>
                  </a:lnTo>
                  <a:cubicBezTo>
                    <a:pt x="18812" y="17990"/>
                    <a:pt x="17990" y="18811"/>
                    <a:pt x="17017" y="18811"/>
                  </a:cubicBezTo>
                  <a:lnTo>
                    <a:pt x="2966" y="18811"/>
                  </a:lnTo>
                  <a:cubicBezTo>
                    <a:pt x="1993" y="18811"/>
                    <a:pt x="1172" y="17990"/>
                    <a:pt x="1172" y="17017"/>
                  </a:cubicBezTo>
                  <a:lnTo>
                    <a:pt x="1172" y="2927"/>
                  </a:lnTo>
                  <a:cubicBezTo>
                    <a:pt x="1172" y="1975"/>
                    <a:pt x="1993" y="1172"/>
                    <a:pt x="2966" y="1172"/>
                  </a:cubicBezTo>
                  <a:close/>
                  <a:moveTo>
                    <a:pt x="2966" y="1"/>
                  </a:moveTo>
                  <a:cubicBezTo>
                    <a:pt x="1349" y="1"/>
                    <a:pt x="1" y="1310"/>
                    <a:pt x="1" y="2927"/>
                  </a:cubicBezTo>
                  <a:lnTo>
                    <a:pt x="1" y="17015"/>
                  </a:lnTo>
                  <a:cubicBezTo>
                    <a:pt x="1" y="18636"/>
                    <a:pt x="1349" y="19982"/>
                    <a:pt x="2966" y="19982"/>
                  </a:cubicBezTo>
                  <a:lnTo>
                    <a:pt x="17017" y="19982"/>
                  </a:lnTo>
                  <a:cubicBezTo>
                    <a:pt x="18635" y="19982"/>
                    <a:pt x="19982" y="18634"/>
                    <a:pt x="19982" y="17015"/>
                  </a:cubicBezTo>
                  <a:lnTo>
                    <a:pt x="19982" y="2927"/>
                  </a:lnTo>
                  <a:cubicBezTo>
                    <a:pt x="19982" y="1310"/>
                    <a:pt x="18635" y="1"/>
                    <a:pt x="1701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90" name="Google Shape;12290;p140"/>
          <p:cNvGrpSpPr/>
          <p:nvPr/>
        </p:nvGrpSpPr>
        <p:grpSpPr>
          <a:xfrm>
            <a:off x="3472582" y="3755436"/>
            <a:ext cx="407391" cy="407391"/>
            <a:chOff x="5012603" y="2571753"/>
            <a:chExt cx="417024" cy="417024"/>
          </a:xfrm>
        </p:grpSpPr>
        <p:sp>
          <p:nvSpPr>
            <p:cNvPr id="12291" name="Google Shape;12291;p140"/>
            <p:cNvSpPr/>
            <p:nvPr/>
          </p:nvSpPr>
          <p:spPr>
            <a:xfrm>
              <a:off x="5133124" y="2631210"/>
              <a:ext cx="180818" cy="300048"/>
            </a:xfrm>
            <a:custGeom>
              <a:rect b="b" l="l" r="r" t="t"/>
              <a:pathLst>
                <a:path extrusionOk="0" h="14377" w="8664">
                  <a:moveTo>
                    <a:pt x="4683" y="1171"/>
                  </a:moveTo>
                  <a:lnTo>
                    <a:pt x="4683" y="3395"/>
                  </a:lnTo>
                  <a:cubicBezTo>
                    <a:pt x="4683" y="3719"/>
                    <a:pt x="4945" y="3980"/>
                    <a:pt x="5269" y="3980"/>
                  </a:cubicBezTo>
                  <a:lnTo>
                    <a:pt x="7493" y="3980"/>
                  </a:lnTo>
                  <a:lnTo>
                    <a:pt x="7493" y="5620"/>
                  </a:lnTo>
                  <a:lnTo>
                    <a:pt x="5269" y="5620"/>
                  </a:lnTo>
                  <a:cubicBezTo>
                    <a:pt x="4945" y="5620"/>
                    <a:pt x="4683" y="5882"/>
                    <a:pt x="4683" y="6206"/>
                  </a:cubicBezTo>
                  <a:lnTo>
                    <a:pt x="4683" y="9859"/>
                  </a:lnTo>
                  <a:cubicBezTo>
                    <a:pt x="4683" y="10227"/>
                    <a:pt x="4706" y="10648"/>
                    <a:pt x="4975" y="10986"/>
                  </a:cubicBezTo>
                  <a:cubicBezTo>
                    <a:pt x="5327" y="11423"/>
                    <a:pt x="5899" y="11474"/>
                    <a:pt x="6299" y="11474"/>
                  </a:cubicBezTo>
                  <a:lnTo>
                    <a:pt x="7494" y="11474"/>
                  </a:lnTo>
                  <a:lnTo>
                    <a:pt x="7494" y="13158"/>
                  </a:lnTo>
                  <a:cubicBezTo>
                    <a:pt x="7137" y="13183"/>
                    <a:pt x="6635" y="13207"/>
                    <a:pt x="6113" y="13207"/>
                  </a:cubicBezTo>
                  <a:cubicBezTo>
                    <a:pt x="3848" y="13207"/>
                    <a:pt x="3044" y="11806"/>
                    <a:pt x="3044" y="10607"/>
                  </a:cubicBezTo>
                  <a:lnTo>
                    <a:pt x="3044" y="6206"/>
                  </a:lnTo>
                  <a:cubicBezTo>
                    <a:pt x="3044" y="5882"/>
                    <a:pt x="2782" y="5620"/>
                    <a:pt x="2460" y="5620"/>
                  </a:cubicBezTo>
                  <a:lnTo>
                    <a:pt x="1172" y="5620"/>
                  </a:lnTo>
                  <a:lnTo>
                    <a:pt x="1172" y="4090"/>
                  </a:lnTo>
                  <a:cubicBezTo>
                    <a:pt x="2035" y="3913"/>
                    <a:pt x="2690" y="3487"/>
                    <a:pt x="3120" y="2820"/>
                  </a:cubicBezTo>
                  <a:cubicBezTo>
                    <a:pt x="3463" y="2289"/>
                    <a:pt x="3608" y="1697"/>
                    <a:pt x="3703" y="1171"/>
                  </a:cubicBezTo>
                  <a:close/>
                  <a:moveTo>
                    <a:pt x="3208" y="0"/>
                  </a:moveTo>
                  <a:cubicBezTo>
                    <a:pt x="2922" y="0"/>
                    <a:pt x="2677" y="207"/>
                    <a:pt x="2631" y="490"/>
                  </a:cubicBezTo>
                  <a:cubicBezTo>
                    <a:pt x="2409" y="1822"/>
                    <a:pt x="2209" y="2861"/>
                    <a:pt x="537" y="3000"/>
                  </a:cubicBezTo>
                  <a:cubicBezTo>
                    <a:pt x="234" y="3025"/>
                    <a:pt x="1" y="3278"/>
                    <a:pt x="1" y="3582"/>
                  </a:cubicBezTo>
                  <a:lnTo>
                    <a:pt x="1" y="6206"/>
                  </a:lnTo>
                  <a:cubicBezTo>
                    <a:pt x="1" y="6529"/>
                    <a:pt x="263" y="6791"/>
                    <a:pt x="586" y="6791"/>
                  </a:cubicBezTo>
                  <a:lnTo>
                    <a:pt x="1874" y="6791"/>
                  </a:lnTo>
                  <a:lnTo>
                    <a:pt x="1874" y="10607"/>
                  </a:lnTo>
                  <a:cubicBezTo>
                    <a:pt x="1874" y="12618"/>
                    <a:pt x="3355" y="14377"/>
                    <a:pt x="6111" y="14377"/>
                  </a:cubicBezTo>
                  <a:cubicBezTo>
                    <a:pt x="7158" y="14377"/>
                    <a:pt x="8098" y="14285"/>
                    <a:pt x="8137" y="14281"/>
                  </a:cubicBezTo>
                  <a:cubicBezTo>
                    <a:pt x="8436" y="14251"/>
                    <a:pt x="8664" y="14000"/>
                    <a:pt x="8664" y="13699"/>
                  </a:cubicBezTo>
                  <a:lnTo>
                    <a:pt x="8664" y="10888"/>
                  </a:lnTo>
                  <a:cubicBezTo>
                    <a:pt x="8664" y="10565"/>
                    <a:pt x="8402" y="10303"/>
                    <a:pt x="8078" y="10303"/>
                  </a:cubicBezTo>
                  <a:lnTo>
                    <a:pt x="6299" y="10303"/>
                  </a:lnTo>
                  <a:cubicBezTo>
                    <a:pt x="5828" y="10303"/>
                    <a:pt x="5855" y="10292"/>
                    <a:pt x="5855" y="9859"/>
                  </a:cubicBezTo>
                  <a:lnTo>
                    <a:pt x="5855" y="6791"/>
                  </a:lnTo>
                  <a:lnTo>
                    <a:pt x="8078" y="6791"/>
                  </a:lnTo>
                  <a:cubicBezTo>
                    <a:pt x="8402" y="6791"/>
                    <a:pt x="8664" y="6529"/>
                    <a:pt x="8664" y="6206"/>
                  </a:cubicBezTo>
                  <a:lnTo>
                    <a:pt x="8664" y="3397"/>
                  </a:lnTo>
                  <a:cubicBezTo>
                    <a:pt x="8664" y="3073"/>
                    <a:pt x="8402" y="2811"/>
                    <a:pt x="8078" y="2811"/>
                  </a:cubicBezTo>
                  <a:lnTo>
                    <a:pt x="5855" y="2811"/>
                  </a:lnTo>
                  <a:lnTo>
                    <a:pt x="5855" y="586"/>
                  </a:lnTo>
                  <a:cubicBezTo>
                    <a:pt x="5855" y="262"/>
                    <a:pt x="5593" y="0"/>
                    <a:pt x="526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2" name="Google Shape;12292;p140"/>
            <p:cNvSpPr/>
            <p:nvPr/>
          </p:nvSpPr>
          <p:spPr>
            <a:xfrm>
              <a:off x="5012603" y="2571753"/>
              <a:ext cx="417024" cy="417024"/>
            </a:xfrm>
            <a:custGeom>
              <a:rect b="b" l="l" r="r" t="t"/>
              <a:pathLst>
                <a:path extrusionOk="0" h="19982" w="19982">
                  <a:moveTo>
                    <a:pt x="17053" y="1172"/>
                  </a:moveTo>
                  <a:cubicBezTo>
                    <a:pt x="18007" y="1172"/>
                    <a:pt x="18810" y="1993"/>
                    <a:pt x="18810" y="2966"/>
                  </a:cubicBezTo>
                  <a:lnTo>
                    <a:pt x="18810" y="17017"/>
                  </a:lnTo>
                  <a:cubicBezTo>
                    <a:pt x="18810" y="17990"/>
                    <a:pt x="18007" y="18811"/>
                    <a:pt x="17053" y="18811"/>
                  </a:cubicBezTo>
                  <a:lnTo>
                    <a:pt x="2965" y="18811"/>
                  </a:lnTo>
                  <a:cubicBezTo>
                    <a:pt x="1992" y="18811"/>
                    <a:pt x="1169" y="17990"/>
                    <a:pt x="1169" y="17017"/>
                  </a:cubicBezTo>
                  <a:lnTo>
                    <a:pt x="1169" y="2966"/>
                  </a:lnTo>
                  <a:cubicBezTo>
                    <a:pt x="1169" y="1993"/>
                    <a:pt x="1992" y="1172"/>
                    <a:pt x="2965" y="1172"/>
                  </a:cubicBezTo>
                  <a:close/>
                  <a:moveTo>
                    <a:pt x="2965" y="1"/>
                  </a:moveTo>
                  <a:cubicBezTo>
                    <a:pt x="1346" y="1"/>
                    <a:pt x="0" y="1349"/>
                    <a:pt x="0" y="2966"/>
                  </a:cubicBezTo>
                  <a:lnTo>
                    <a:pt x="0" y="17015"/>
                  </a:lnTo>
                  <a:cubicBezTo>
                    <a:pt x="0" y="18636"/>
                    <a:pt x="1348" y="19982"/>
                    <a:pt x="2965" y="19982"/>
                  </a:cubicBezTo>
                  <a:lnTo>
                    <a:pt x="17053" y="19982"/>
                  </a:lnTo>
                  <a:cubicBezTo>
                    <a:pt x="18672" y="19982"/>
                    <a:pt x="19981" y="18634"/>
                    <a:pt x="19981" y="17015"/>
                  </a:cubicBezTo>
                  <a:lnTo>
                    <a:pt x="19981" y="2966"/>
                  </a:lnTo>
                  <a:cubicBezTo>
                    <a:pt x="19981" y="1349"/>
                    <a:pt x="18672" y="1"/>
                    <a:pt x="1705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93" name="Google Shape;12293;p140"/>
          <p:cNvSpPr/>
          <p:nvPr/>
        </p:nvSpPr>
        <p:spPr>
          <a:xfrm>
            <a:off x="5212789" y="3238852"/>
            <a:ext cx="407383" cy="407383"/>
          </a:xfrm>
          <a:custGeom>
            <a:rect b="b" l="l" r="r" t="t"/>
            <a:pathLst>
              <a:path extrusionOk="0" h="19982" w="19982">
                <a:moveTo>
                  <a:pt x="14602" y="3500"/>
                </a:moveTo>
                <a:cubicBezTo>
                  <a:pt x="15137" y="3500"/>
                  <a:pt x="15682" y="3563"/>
                  <a:pt x="16247" y="3689"/>
                </a:cubicBezTo>
                <a:cubicBezTo>
                  <a:pt x="16179" y="4154"/>
                  <a:pt x="16095" y="4705"/>
                  <a:pt x="16033" y="5120"/>
                </a:cubicBezTo>
                <a:cubicBezTo>
                  <a:pt x="15810" y="5075"/>
                  <a:pt x="15484" y="5035"/>
                  <a:pt x="15150" y="5035"/>
                </a:cubicBezTo>
                <a:cubicBezTo>
                  <a:pt x="14968" y="5035"/>
                  <a:pt x="14783" y="5047"/>
                  <a:pt x="14611" y="5076"/>
                </a:cubicBezTo>
                <a:cubicBezTo>
                  <a:pt x="13536" y="5258"/>
                  <a:pt x="12918" y="5925"/>
                  <a:pt x="12918" y="6907"/>
                </a:cubicBezTo>
                <a:lnTo>
                  <a:pt x="12918" y="8819"/>
                </a:lnTo>
                <a:cubicBezTo>
                  <a:pt x="12918" y="9143"/>
                  <a:pt x="13180" y="9405"/>
                  <a:pt x="13504" y="9405"/>
                </a:cubicBezTo>
                <a:lnTo>
                  <a:pt x="15681" y="9405"/>
                </a:lnTo>
                <a:lnTo>
                  <a:pt x="15388" y="10576"/>
                </a:lnTo>
                <a:lnTo>
                  <a:pt x="13504" y="10576"/>
                </a:lnTo>
                <a:cubicBezTo>
                  <a:pt x="13180" y="10576"/>
                  <a:pt x="12918" y="10838"/>
                  <a:pt x="12918" y="11161"/>
                </a:cubicBezTo>
                <a:lnTo>
                  <a:pt x="12918" y="18811"/>
                </a:lnTo>
                <a:lnTo>
                  <a:pt x="11162" y="18811"/>
                </a:lnTo>
                <a:lnTo>
                  <a:pt x="11162" y="11161"/>
                </a:lnTo>
                <a:cubicBezTo>
                  <a:pt x="11162" y="10838"/>
                  <a:pt x="10900" y="10576"/>
                  <a:pt x="10576" y="10576"/>
                </a:cubicBezTo>
                <a:lnTo>
                  <a:pt x="9407" y="10576"/>
                </a:lnTo>
                <a:lnTo>
                  <a:pt x="9407" y="9405"/>
                </a:lnTo>
                <a:lnTo>
                  <a:pt x="10576" y="9405"/>
                </a:lnTo>
                <a:cubicBezTo>
                  <a:pt x="10900" y="9405"/>
                  <a:pt x="11162" y="9143"/>
                  <a:pt x="11162" y="8821"/>
                </a:cubicBezTo>
                <a:cubicBezTo>
                  <a:pt x="11162" y="7215"/>
                  <a:pt x="11162" y="6481"/>
                  <a:pt x="11162" y="6143"/>
                </a:cubicBezTo>
                <a:cubicBezTo>
                  <a:pt x="11162" y="5520"/>
                  <a:pt x="11163" y="4843"/>
                  <a:pt x="11770" y="4324"/>
                </a:cubicBezTo>
                <a:cubicBezTo>
                  <a:pt x="12234" y="3928"/>
                  <a:pt x="12823" y="3687"/>
                  <a:pt x="13628" y="3571"/>
                </a:cubicBezTo>
                <a:cubicBezTo>
                  <a:pt x="13950" y="3524"/>
                  <a:pt x="14274" y="3500"/>
                  <a:pt x="14602" y="3500"/>
                </a:cubicBezTo>
                <a:close/>
                <a:moveTo>
                  <a:pt x="17017" y="1170"/>
                </a:moveTo>
                <a:cubicBezTo>
                  <a:pt x="17990" y="1170"/>
                  <a:pt x="18811" y="1975"/>
                  <a:pt x="18811" y="2927"/>
                </a:cubicBezTo>
                <a:lnTo>
                  <a:pt x="18811" y="17056"/>
                </a:lnTo>
                <a:cubicBezTo>
                  <a:pt x="18811" y="18023"/>
                  <a:pt x="18024" y="18811"/>
                  <a:pt x="17056" y="18811"/>
                </a:cubicBezTo>
                <a:lnTo>
                  <a:pt x="14089" y="18811"/>
                </a:lnTo>
                <a:lnTo>
                  <a:pt x="14089" y="11747"/>
                </a:lnTo>
                <a:lnTo>
                  <a:pt x="15846" y="11747"/>
                </a:lnTo>
                <a:cubicBezTo>
                  <a:pt x="16115" y="11747"/>
                  <a:pt x="16348" y="11565"/>
                  <a:pt x="16414" y="11305"/>
                </a:cubicBezTo>
                <a:lnTo>
                  <a:pt x="16999" y="8963"/>
                </a:lnTo>
                <a:cubicBezTo>
                  <a:pt x="17042" y="8787"/>
                  <a:pt x="17003" y="8602"/>
                  <a:pt x="16893" y="8460"/>
                </a:cubicBezTo>
                <a:cubicBezTo>
                  <a:pt x="16782" y="8317"/>
                  <a:pt x="16612" y="8235"/>
                  <a:pt x="16431" y="8235"/>
                </a:cubicBezTo>
                <a:lnTo>
                  <a:pt x="14089" y="8235"/>
                </a:lnTo>
                <a:lnTo>
                  <a:pt x="14089" y="6909"/>
                </a:lnTo>
                <a:cubicBezTo>
                  <a:pt x="14089" y="6638"/>
                  <a:pt x="14144" y="6343"/>
                  <a:pt x="14808" y="6229"/>
                </a:cubicBezTo>
                <a:cubicBezTo>
                  <a:pt x="14936" y="6208"/>
                  <a:pt x="15061" y="6199"/>
                  <a:pt x="15182" y="6199"/>
                </a:cubicBezTo>
                <a:cubicBezTo>
                  <a:pt x="15552" y="6199"/>
                  <a:pt x="15890" y="6283"/>
                  <a:pt x="16198" y="6360"/>
                </a:cubicBezTo>
                <a:cubicBezTo>
                  <a:pt x="16304" y="6387"/>
                  <a:pt x="16415" y="6421"/>
                  <a:pt x="16532" y="6421"/>
                </a:cubicBezTo>
                <a:cubicBezTo>
                  <a:pt x="16632" y="6421"/>
                  <a:pt x="16736" y="6396"/>
                  <a:pt x="16847" y="6321"/>
                </a:cubicBezTo>
                <a:cubicBezTo>
                  <a:pt x="16983" y="6229"/>
                  <a:pt x="17074" y="6084"/>
                  <a:pt x="17098" y="5923"/>
                </a:cubicBezTo>
                <a:cubicBezTo>
                  <a:pt x="17098" y="5923"/>
                  <a:pt x="17362" y="4156"/>
                  <a:pt x="17482" y="3339"/>
                </a:cubicBezTo>
                <a:cubicBezTo>
                  <a:pt x="17525" y="3049"/>
                  <a:pt x="17346" y="2769"/>
                  <a:pt x="17063" y="2690"/>
                </a:cubicBezTo>
                <a:cubicBezTo>
                  <a:pt x="16267" y="2463"/>
                  <a:pt x="15346" y="2343"/>
                  <a:pt x="14504" y="2343"/>
                </a:cubicBezTo>
                <a:cubicBezTo>
                  <a:pt x="14137" y="2343"/>
                  <a:pt x="13786" y="2365"/>
                  <a:pt x="13467" y="2412"/>
                </a:cubicBezTo>
                <a:cubicBezTo>
                  <a:pt x="12434" y="2562"/>
                  <a:pt x="11646" y="2888"/>
                  <a:pt x="11009" y="3434"/>
                </a:cubicBezTo>
                <a:cubicBezTo>
                  <a:pt x="10121" y="4193"/>
                  <a:pt x="10010" y="5168"/>
                  <a:pt x="9999" y="5833"/>
                </a:cubicBezTo>
                <a:cubicBezTo>
                  <a:pt x="9999" y="5847"/>
                  <a:pt x="9999" y="7029"/>
                  <a:pt x="9999" y="8235"/>
                </a:cubicBezTo>
                <a:lnTo>
                  <a:pt x="8821" y="8235"/>
                </a:lnTo>
                <a:cubicBezTo>
                  <a:pt x="8497" y="8235"/>
                  <a:pt x="8236" y="8497"/>
                  <a:pt x="8236" y="8819"/>
                </a:cubicBezTo>
                <a:lnTo>
                  <a:pt x="8236" y="11161"/>
                </a:lnTo>
                <a:cubicBezTo>
                  <a:pt x="8236" y="11485"/>
                  <a:pt x="8497" y="11747"/>
                  <a:pt x="8821" y="11747"/>
                </a:cubicBezTo>
                <a:lnTo>
                  <a:pt x="9991" y="11747"/>
                </a:lnTo>
                <a:lnTo>
                  <a:pt x="9991" y="18811"/>
                </a:lnTo>
                <a:lnTo>
                  <a:pt x="2927" y="18811"/>
                </a:lnTo>
                <a:cubicBezTo>
                  <a:pt x="1959" y="18811"/>
                  <a:pt x="1172" y="18023"/>
                  <a:pt x="1172" y="17054"/>
                </a:cubicBezTo>
                <a:lnTo>
                  <a:pt x="1172" y="2927"/>
                </a:lnTo>
                <a:cubicBezTo>
                  <a:pt x="1172" y="1959"/>
                  <a:pt x="1959" y="1170"/>
                  <a:pt x="2927" y="1170"/>
                </a:cubicBezTo>
                <a:close/>
                <a:moveTo>
                  <a:pt x="2927" y="1"/>
                </a:moveTo>
                <a:cubicBezTo>
                  <a:pt x="1314" y="1"/>
                  <a:pt x="1" y="1313"/>
                  <a:pt x="1" y="2927"/>
                </a:cubicBezTo>
                <a:lnTo>
                  <a:pt x="1" y="17056"/>
                </a:lnTo>
                <a:cubicBezTo>
                  <a:pt x="1" y="18669"/>
                  <a:pt x="1314" y="19982"/>
                  <a:pt x="2927" y="19982"/>
                </a:cubicBezTo>
                <a:lnTo>
                  <a:pt x="17054" y="19982"/>
                </a:lnTo>
                <a:cubicBezTo>
                  <a:pt x="18669" y="19982"/>
                  <a:pt x="19982" y="18669"/>
                  <a:pt x="19982" y="17056"/>
                </a:cubicBezTo>
                <a:lnTo>
                  <a:pt x="19982" y="2927"/>
                </a:lnTo>
                <a:cubicBezTo>
                  <a:pt x="19982" y="2145"/>
                  <a:pt x="19669" y="1409"/>
                  <a:pt x="19101" y="853"/>
                </a:cubicBezTo>
                <a:cubicBezTo>
                  <a:pt x="18538" y="303"/>
                  <a:pt x="17797" y="1"/>
                  <a:pt x="1701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294" name="Google Shape;12294;p140"/>
          <p:cNvGrpSpPr/>
          <p:nvPr/>
        </p:nvGrpSpPr>
        <p:grpSpPr>
          <a:xfrm>
            <a:off x="5733329" y="3238790"/>
            <a:ext cx="407432" cy="407391"/>
            <a:chOff x="812101" y="2571761"/>
            <a:chExt cx="417066" cy="417024"/>
          </a:xfrm>
        </p:grpSpPr>
        <p:sp>
          <p:nvSpPr>
            <p:cNvPr id="12295" name="Google Shape;12295;p140"/>
            <p:cNvSpPr/>
            <p:nvPr/>
          </p:nvSpPr>
          <p:spPr>
            <a:xfrm>
              <a:off x="935084" y="2694744"/>
              <a:ext cx="171071" cy="171071"/>
            </a:xfrm>
            <a:custGeom>
              <a:rect b="b" l="l" r="r" t="t"/>
              <a:pathLst>
                <a:path extrusionOk="0" h="8197" w="8197">
                  <a:moveTo>
                    <a:pt x="4099" y="1171"/>
                  </a:moveTo>
                  <a:cubicBezTo>
                    <a:pt x="5712" y="1171"/>
                    <a:pt x="7027" y="2484"/>
                    <a:pt x="7027" y="4097"/>
                  </a:cubicBezTo>
                  <a:cubicBezTo>
                    <a:pt x="7027" y="5712"/>
                    <a:pt x="5712" y="7025"/>
                    <a:pt x="4099" y="7025"/>
                  </a:cubicBezTo>
                  <a:cubicBezTo>
                    <a:pt x="2486" y="7025"/>
                    <a:pt x="1171" y="5712"/>
                    <a:pt x="1171" y="4097"/>
                  </a:cubicBezTo>
                  <a:cubicBezTo>
                    <a:pt x="1171" y="2484"/>
                    <a:pt x="2486" y="1171"/>
                    <a:pt x="4099" y="1171"/>
                  </a:cubicBezTo>
                  <a:close/>
                  <a:moveTo>
                    <a:pt x="4099" y="0"/>
                  </a:moveTo>
                  <a:cubicBezTo>
                    <a:pt x="1840" y="0"/>
                    <a:pt x="0" y="1838"/>
                    <a:pt x="0" y="4097"/>
                  </a:cubicBezTo>
                  <a:cubicBezTo>
                    <a:pt x="0" y="6358"/>
                    <a:pt x="1840" y="8196"/>
                    <a:pt x="4099" y="8196"/>
                  </a:cubicBezTo>
                  <a:cubicBezTo>
                    <a:pt x="6358" y="8196"/>
                    <a:pt x="8196" y="6358"/>
                    <a:pt x="8196" y="4097"/>
                  </a:cubicBezTo>
                  <a:cubicBezTo>
                    <a:pt x="8196" y="1838"/>
                    <a:pt x="6358" y="0"/>
                    <a:pt x="409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6" name="Google Shape;12296;p140"/>
            <p:cNvSpPr/>
            <p:nvPr/>
          </p:nvSpPr>
          <p:spPr>
            <a:xfrm>
              <a:off x="860977" y="2620616"/>
              <a:ext cx="319311" cy="319290"/>
            </a:xfrm>
            <a:custGeom>
              <a:rect b="b" l="l" r="r" t="t"/>
              <a:pathLst>
                <a:path extrusionOk="0" h="15299" w="15300">
                  <a:moveTo>
                    <a:pt x="12333" y="1171"/>
                  </a:moveTo>
                  <a:cubicBezTo>
                    <a:pt x="13306" y="1171"/>
                    <a:pt x="14128" y="1994"/>
                    <a:pt x="14128" y="2967"/>
                  </a:cubicBezTo>
                  <a:lnTo>
                    <a:pt x="14128" y="12334"/>
                  </a:lnTo>
                  <a:cubicBezTo>
                    <a:pt x="14128" y="13307"/>
                    <a:pt x="13306" y="14129"/>
                    <a:pt x="12333" y="14129"/>
                  </a:cubicBezTo>
                  <a:lnTo>
                    <a:pt x="2968" y="14129"/>
                  </a:lnTo>
                  <a:cubicBezTo>
                    <a:pt x="1993" y="14129"/>
                    <a:pt x="1172" y="13307"/>
                    <a:pt x="1172" y="12334"/>
                  </a:cubicBezTo>
                  <a:lnTo>
                    <a:pt x="1172" y="2967"/>
                  </a:lnTo>
                  <a:cubicBezTo>
                    <a:pt x="1172" y="1994"/>
                    <a:pt x="1993" y="1171"/>
                    <a:pt x="2968" y="1171"/>
                  </a:cubicBezTo>
                  <a:close/>
                  <a:moveTo>
                    <a:pt x="2968" y="0"/>
                  </a:moveTo>
                  <a:cubicBezTo>
                    <a:pt x="1351" y="0"/>
                    <a:pt x="1" y="1346"/>
                    <a:pt x="1" y="2967"/>
                  </a:cubicBezTo>
                  <a:lnTo>
                    <a:pt x="1" y="12334"/>
                  </a:lnTo>
                  <a:cubicBezTo>
                    <a:pt x="1" y="13952"/>
                    <a:pt x="1349" y="15299"/>
                    <a:pt x="2968" y="15299"/>
                  </a:cubicBezTo>
                  <a:lnTo>
                    <a:pt x="12333" y="15299"/>
                  </a:lnTo>
                  <a:cubicBezTo>
                    <a:pt x="13953" y="15299"/>
                    <a:pt x="15299" y="13951"/>
                    <a:pt x="15299" y="12334"/>
                  </a:cubicBezTo>
                  <a:lnTo>
                    <a:pt x="15299" y="2967"/>
                  </a:lnTo>
                  <a:cubicBezTo>
                    <a:pt x="15299" y="1345"/>
                    <a:pt x="13948" y="0"/>
                    <a:pt x="123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7" name="Google Shape;12297;p140"/>
            <p:cNvSpPr/>
            <p:nvPr/>
          </p:nvSpPr>
          <p:spPr>
            <a:xfrm>
              <a:off x="812101" y="2571761"/>
              <a:ext cx="417066" cy="417024"/>
            </a:xfrm>
            <a:custGeom>
              <a:rect b="b" l="l" r="r" t="t"/>
              <a:pathLst>
                <a:path extrusionOk="0" h="19982" w="19984">
                  <a:moveTo>
                    <a:pt x="17056" y="1172"/>
                  </a:moveTo>
                  <a:cubicBezTo>
                    <a:pt x="18025" y="1172"/>
                    <a:pt x="18812" y="1959"/>
                    <a:pt x="18812" y="2927"/>
                  </a:cubicBezTo>
                  <a:lnTo>
                    <a:pt x="18812" y="17056"/>
                  </a:lnTo>
                  <a:cubicBezTo>
                    <a:pt x="18812" y="18023"/>
                    <a:pt x="18025" y="18811"/>
                    <a:pt x="17056" y="18811"/>
                  </a:cubicBezTo>
                  <a:lnTo>
                    <a:pt x="2928" y="18811"/>
                  </a:lnTo>
                  <a:cubicBezTo>
                    <a:pt x="1961" y="18811"/>
                    <a:pt x="1172" y="18023"/>
                    <a:pt x="1172" y="17056"/>
                  </a:cubicBezTo>
                  <a:lnTo>
                    <a:pt x="1172" y="2927"/>
                  </a:lnTo>
                  <a:cubicBezTo>
                    <a:pt x="1172" y="1959"/>
                    <a:pt x="1961" y="1172"/>
                    <a:pt x="2928" y="1172"/>
                  </a:cubicBezTo>
                  <a:close/>
                  <a:moveTo>
                    <a:pt x="2928" y="1"/>
                  </a:moveTo>
                  <a:cubicBezTo>
                    <a:pt x="1313" y="1"/>
                    <a:pt x="1" y="1313"/>
                    <a:pt x="1" y="2927"/>
                  </a:cubicBezTo>
                  <a:lnTo>
                    <a:pt x="1" y="17056"/>
                  </a:lnTo>
                  <a:cubicBezTo>
                    <a:pt x="1" y="18669"/>
                    <a:pt x="1313" y="19982"/>
                    <a:pt x="2928" y="19982"/>
                  </a:cubicBezTo>
                  <a:lnTo>
                    <a:pt x="17056" y="19982"/>
                  </a:lnTo>
                  <a:cubicBezTo>
                    <a:pt x="18669" y="19982"/>
                    <a:pt x="19984" y="18669"/>
                    <a:pt x="19984" y="17056"/>
                  </a:cubicBezTo>
                  <a:lnTo>
                    <a:pt x="19984" y="2927"/>
                  </a:lnTo>
                  <a:cubicBezTo>
                    <a:pt x="19984" y="1313"/>
                    <a:pt x="18669" y="1"/>
                    <a:pt x="1705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8" name="Google Shape;12298;p140"/>
            <p:cNvSpPr/>
            <p:nvPr/>
          </p:nvSpPr>
          <p:spPr>
            <a:xfrm>
              <a:off x="1081712" y="2670306"/>
              <a:ext cx="48878" cy="48898"/>
            </a:xfrm>
            <a:custGeom>
              <a:rect b="b" l="l" r="r" t="t"/>
              <a:pathLst>
                <a:path extrusionOk="0" h="2343" w="2342">
                  <a:moveTo>
                    <a:pt x="1170" y="0"/>
                  </a:moveTo>
                  <a:cubicBezTo>
                    <a:pt x="524" y="0"/>
                    <a:pt x="1" y="526"/>
                    <a:pt x="1" y="1171"/>
                  </a:cubicBezTo>
                  <a:cubicBezTo>
                    <a:pt x="1" y="1817"/>
                    <a:pt x="524" y="2342"/>
                    <a:pt x="1170" y="2342"/>
                  </a:cubicBezTo>
                  <a:cubicBezTo>
                    <a:pt x="1816" y="2342"/>
                    <a:pt x="2341" y="1817"/>
                    <a:pt x="2341" y="1171"/>
                  </a:cubicBezTo>
                  <a:cubicBezTo>
                    <a:pt x="2341" y="526"/>
                    <a:pt x="1816" y="0"/>
                    <a:pt x="117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99" name="Google Shape;12299;p140"/>
          <p:cNvGrpSpPr/>
          <p:nvPr/>
        </p:nvGrpSpPr>
        <p:grpSpPr>
          <a:xfrm>
            <a:off x="6253923" y="3238790"/>
            <a:ext cx="407391" cy="407391"/>
            <a:chOff x="1323129" y="2571761"/>
            <a:chExt cx="417024" cy="417024"/>
          </a:xfrm>
        </p:grpSpPr>
        <p:sp>
          <p:nvSpPr>
            <p:cNvPr id="12300" name="Google Shape;12300;p140"/>
            <p:cNvSpPr/>
            <p:nvPr/>
          </p:nvSpPr>
          <p:spPr>
            <a:xfrm>
              <a:off x="1385007" y="2719183"/>
              <a:ext cx="73337" cy="219907"/>
            </a:xfrm>
            <a:custGeom>
              <a:rect b="b" l="l" r="r" t="t"/>
              <a:pathLst>
                <a:path extrusionOk="0" h="10537" w="3514">
                  <a:moveTo>
                    <a:pt x="2342" y="1171"/>
                  </a:moveTo>
                  <a:lnTo>
                    <a:pt x="2342" y="9367"/>
                  </a:lnTo>
                  <a:lnTo>
                    <a:pt x="1171" y="9367"/>
                  </a:lnTo>
                  <a:lnTo>
                    <a:pt x="1171" y="1171"/>
                  </a:lnTo>
                  <a:close/>
                  <a:moveTo>
                    <a:pt x="586" y="0"/>
                  </a:moveTo>
                  <a:cubicBezTo>
                    <a:pt x="264" y="0"/>
                    <a:pt x="0" y="262"/>
                    <a:pt x="0" y="586"/>
                  </a:cubicBezTo>
                  <a:lnTo>
                    <a:pt x="0" y="9951"/>
                  </a:lnTo>
                  <a:cubicBezTo>
                    <a:pt x="0" y="10275"/>
                    <a:pt x="264" y="10537"/>
                    <a:pt x="586" y="10537"/>
                  </a:cubicBezTo>
                  <a:lnTo>
                    <a:pt x="2928" y="10537"/>
                  </a:lnTo>
                  <a:cubicBezTo>
                    <a:pt x="3252" y="10537"/>
                    <a:pt x="3514" y="10275"/>
                    <a:pt x="3514" y="9951"/>
                  </a:cubicBezTo>
                  <a:lnTo>
                    <a:pt x="3514" y="586"/>
                  </a:lnTo>
                  <a:cubicBezTo>
                    <a:pt x="3514" y="262"/>
                    <a:pt x="3252" y="0"/>
                    <a:pt x="292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1" name="Google Shape;12301;p140"/>
            <p:cNvSpPr/>
            <p:nvPr/>
          </p:nvSpPr>
          <p:spPr>
            <a:xfrm>
              <a:off x="1385007" y="2621430"/>
              <a:ext cx="73337" cy="73337"/>
            </a:xfrm>
            <a:custGeom>
              <a:rect b="b" l="l" r="r" t="t"/>
              <a:pathLst>
                <a:path extrusionOk="0" h="3514" w="3514">
                  <a:moveTo>
                    <a:pt x="1757" y="1171"/>
                  </a:moveTo>
                  <a:cubicBezTo>
                    <a:pt x="2081" y="1171"/>
                    <a:pt x="2342" y="1435"/>
                    <a:pt x="2342" y="1757"/>
                  </a:cubicBezTo>
                  <a:cubicBezTo>
                    <a:pt x="2342" y="2080"/>
                    <a:pt x="2081" y="2342"/>
                    <a:pt x="1757" y="2342"/>
                  </a:cubicBezTo>
                  <a:cubicBezTo>
                    <a:pt x="1435" y="2342"/>
                    <a:pt x="1171" y="2080"/>
                    <a:pt x="1171" y="1757"/>
                  </a:cubicBezTo>
                  <a:cubicBezTo>
                    <a:pt x="1171" y="1435"/>
                    <a:pt x="1435" y="1171"/>
                    <a:pt x="1757" y="1171"/>
                  </a:cubicBezTo>
                  <a:close/>
                  <a:moveTo>
                    <a:pt x="1757" y="0"/>
                  </a:moveTo>
                  <a:cubicBezTo>
                    <a:pt x="789" y="0"/>
                    <a:pt x="0" y="789"/>
                    <a:pt x="0" y="1757"/>
                  </a:cubicBezTo>
                  <a:cubicBezTo>
                    <a:pt x="0" y="2726"/>
                    <a:pt x="789" y="3513"/>
                    <a:pt x="1757" y="3513"/>
                  </a:cubicBezTo>
                  <a:cubicBezTo>
                    <a:pt x="2726" y="3513"/>
                    <a:pt x="3514" y="2726"/>
                    <a:pt x="3514" y="1757"/>
                  </a:cubicBezTo>
                  <a:cubicBezTo>
                    <a:pt x="3514" y="789"/>
                    <a:pt x="2726" y="0"/>
                    <a:pt x="175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2" name="Google Shape;12302;p140"/>
            <p:cNvSpPr/>
            <p:nvPr/>
          </p:nvSpPr>
          <p:spPr>
            <a:xfrm>
              <a:off x="1482759" y="2718786"/>
              <a:ext cx="195510" cy="220304"/>
            </a:xfrm>
            <a:custGeom>
              <a:rect b="b" l="l" r="r" t="t"/>
              <a:pathLst>
                <a:path extrusionOk="0" h="10556" w="9368">
                  <a:moveTo>
                    <a:pt x="5559" y="1173"/>
                  </a:moveTo>
                  <a:cubicBezTo>
                    <a:pt x="5720" y="1173"/>
                    <a:pt x="5883" y="1186"/>
                    <a:pt x="6044" y="1212"/>
                  </a:cubicBezTo>
                  <a:cubicBezTo>
                    <a:pt x="7422" y="1435"/>
                    <a:pt x="8196" y="2535"/>
                    <a:pt x="8196" y="3669"/>
                  </a:cubicBezTo>
                  <a:lnTo>
                    <a:pt x="8196" y="9386"/>
                  </a:lnTo>
                  <a:lnTo>
                    <a:pt x="7025" y="9386"/>
                  </a:lnTo>
                  <a:lnTo>
                    <a:pt x="7025" y="4702"/>
                  </a:lnTo>
                  <a:cubicBezTo>
                    <a:pt x="7025" y="3411"/>
                    <a:pt x="5975" y="2360"/>
                    <a:pt x="4683" y="2360"/>
                  </a:cubicBezTo>
                  <a:cubicBezTo>
                    <a:pt x="3392" y="2360"/>
                    <a:pt x="2341" y="3411"/>
                    <a:pt x="2341" y="4702"/>
                  </a:cubicBezTo>
                  <a:lnTo>
                    <a:pt x="2341" y="9386"/>
                  </a:lnTo>
                  <a:lnTo>
                    <a:pt x="1170" y="9386"/>
                  </a:lnTo>
                  <a:lnTo>
                    <a:pt x="1170" y="1190"/>
                  </a:lnTo>
                  <a:lnTo>
                    <a:pt x="2341" y="1190"/>
                  </a:lnTo>
                  <a:lnTo>
                    <a:pt x="2341" y="1776"/>
                  </a:lnTo>
                  <a:cubicBezTo>
                    <a:pt x="2341" y="2011"/>
                    <a:pt x="2484" y="2225"/>
                    <a:pt x="2704" y="2316"/>
                  </a:cubicBezTo>
                  <a:cubicBezTo>
                    <a:pt x="2776" y="2346"/>
                    <a:pt x="2852" y="2361"/>
                    <a:pt x="2928" y="2361"/>
                  </a:cubicBezTo>
                  <a:cubicBezTo>
                    <a:pt x="3080" y="2361"/>
                    <a:pt x="3229" y="2301"/>
                    <a:pt x="3341" y="2190"/>
                  </a:cubicBezTo>
                  <a:lnTo>
                    <a:pt x="3615" y="1916"/>
                  </a:lnTo>
                  <a:cubicBezTo>
                    <a:pt x="4086" y="1443"/>
                    <a:pt x="4813" y="1173"/>
                    <a:pt x="5559" y="1173"/>
                  </a:cubicBezTo>
                  <a:close/>
                  <a:moveTo>
                    <a:pt x="5553" y="0"/>
                  </a:moveTo>
                  <a:cubicBezTo>
                    <a:pt x="4823" y="0"/>
                    <a:pt x="4110" y="189"/>
                    <a:pt x="3509" y="536"/>
                  </a:cubicBezTo>
                  <a:cubicBezTo>
                    <a:pt x="3475" y="246"/>
                    <a:pt x="3227" y="19"/>
                    <a:pt x="2927" y="19"/>
                  </a:cubicBezTo>
                  <a:lnTo>
                    <a:pt x="586" y="19"/>
                  </a:lnTo>
                  <a:cubicBezTo>
                    <a:pt x="262" y="19"/>
                    <a:pt x="1" y="281"/>
                    <a:pt x="1" y="605"/>
                  </a:cubicBezTo>
                  <a:lnTo>
                    <a:pt x="1" y="9970"/>
                  </a:lnTo>
                  <a:cubicBezTo>
                    <a:pt x="1" y="10294"/>
                    <a:pt x="262" y="10556"/>
                    <a:pt x="586" y="10556"/>
                  </a:cubicBezTo>
                  <a:lnTo>
                    <a:pt x="2927" y="10556"/>
                  </a:lnTo>
                  <a:cubicBezTo>
                    <a:pt x="3250" y="10556"/>
                    <a:pt x="3512" y="10294"/>
                    <a:pt x="3512" y="9970"/>
                  </a:cubicBezTo>
                  <a:lnTo>
                    <a:pt x="3512" y="4702"/>
                  </a:lnTo>
                  <a:cubicBezTo>
                    <a:pt x="3512" y="4056"/>
                    <a:pt x="4038" y="3531"/>
                    <a:pt x="4683" y="3531"/>
                  </a:cubicBezTo>
                  <a:cubicBezTo>
                    <a:pt x="5329" y="3531"/>
                    <a:pt x="5854" y="4056"/>
                    <a:pt x="5854" y="4702"/>
                  </a:cubicBezTo>
                  <a:lnTo>
                    <a:pt x="5854" y="9970"/>
                  </a:lnTo>
                  <a:cubicBezTo>
                    <a:pt x="5854" y="10294"/>
                    <a:pt x="6116" y="10556"/>
                    <a:pt x="6440" y="10556"/>
                  </a:cubicBezTo>
                  <a:lnTo>
                    <a:pt x="8782" y="10556"/>
                  </a:lnTo>
                  <a:cubicBezTo>
                    <a:pt x="9104" y="10556"/>
                    <a:pt x="9368" y="10294"/>
                    <a:pt x="9368" y="9970"/>
                  </a:cubicBezTo>
                  <a:lnTo>
                    <a:pt x="9368" y="3669"/>
                  </a:lnTo>
                  <a:cubicBezTo>
                    <a:pt x="9368" y="1921"/>
                    <a:pt x="8131" y="364"/>
                    <a:pt x="6231" y="55"/>
                  </a:cubicBezTo>
                  <a:cubicBezTo>
                    <a:pt x="6005" y="18"/>
                    <a:pt x="5779" y="0"/>
                    <a:pt x="555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3" name="Google Shape;12303;p140"/>
            <p:cNvSpPr/>
            <p:nvPr/>
          </p:nvSpPr>
          <p:spPr>
            <a:xfrm>
              <a:off x="1323129" y="2571761"/>
              <a:ext cx="417024" cy="417024"/>
            </a:xfrm>
            <a:custGeom>
              <a:rect b="b" l="l" r="r" t="t"/>
              <a:pathLst>
                <a:path extrusionOk="0" h="19982" w="19982">
                  <a:moveTo>
                    <a:pt x="17015" y="1170"/>
                  </a:moveTo>
                  <a:cubicBezTo>
                    <a:pt x="17989" y="1170"/>
                    <a:pt x="18810" y="1993"/>
                    <a:pt x="18810" y="2966"/>
                  </a:cubicBezTo>
                  <a:lnTo>
                    <a:pt x="18810" y="17015"/>
                  </a:lnTo>
                  <a:cubicBezTo>
                    <a:pt x="18810" y="17990"/>
                    <a:pt x="17989" y="18811"/>
                    <a:pt x="17015" y="18811"/>
                  </a:cubicBezTo>
                  <a:lnTo>
                    <a:pt x="2965" y="18811"/>
                  </a:lnTo>
                  <a:cubicBezTo>
                    <a:pt x="1992" y="18811"/>
                    <a:pt x="1170" y="17990"/>
                    <a:pt x="1170" y="17015"/>
                  </a:cubicBezTo>
                  <a:lnTo>
                    <a:pt x="1170" y="2966"/>
                  </a:lnTo>
                  <a:cubicBezTo>
                    <a:pt x="1170" y="1993"/>
                    <a:pt x="1992" y="1170"/>
                    <a:pt x="2965" y="1170"/>
                  </a:cubicBezTo>
                  <a:close/>
                  <a:moveTo>
                    <a:pt x="2965" y="1"/>
                  </a:moveTo>
                  <a:cubicBezTo>
                    <a:pt x="1347" y="1"/>
                    <a:pt x="0" y="1349"/>
                    <a:pt x="0" y="2966"/>
                  </a:cubicBezTo>
                  <a:lnTo>
                    <a:pt x="0" y="17015"/>
                  </a:lnTo>
                  <a:cubicBezTo>
                    <a:pt x="0" y="18635"/>
                    <a:pt x="1348" y="19982"/>
                    <a:pt x="2965" y="19982"/>
                  </a:cubicBezTo>
                  <a:lnTo>
                    <a:pt x="17017" y="19982"/>
                  </a:lnTo>
                  <a:cubicBezTo>
                    <a:pt x="18635" y="19982"/>
                    <a:pt x="19981" y="18634"/>
                    <a:pt x="19981" y="17015"/>
                  </a:cubicBezTo>
                  <a:lnTo>
                    <a:pt x="19981" y="2966"/>
                  </a:lnTo>
                  <a:cubicBezTo>
                    <a:pt x="19981" y="1347"/>
                    <a:pt x="18633" y="1"/>
                    <a:pt x="1701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304" name="Google Shape;12304;p140"/>
          <p:cNvSpPr/>
          <p:nvPr/>
        </p:nvSpPr>
        <p:spPr>
          <a:xfrm>
            <a:off x="6827427" y="3275603"/>
            <a:ext cx="409401" cy="333886"/>
          </a:xfrm>
          <a:custGeom>
            <a:rect b="b" l="l" r="r" t="t"/>
            <a:pathLst>
              <a:path extrusionOk="0" h="16377" w="20081">
                <a:moveTo>
                  <a:pt x="13632" y="1165"/>
                </a:moveTo>
                <a:cubicBezTo>
                  <a:pt x="14903" y="1165"/>
                  <a:pt x="15458" y="1658"/>
                  <a:pt x="15826" y="1984"/>
                </a:cubicBezTo>
                <a:cubicBezTo>
                  <a:pt x="16040" y="2173"/>
                  <a:pt x="16244" y="2353"/>
                  <a:pt x="16548" y="2353"/>
                </a:cubicBezTo>
                <a:cubicBezTo>
                  <a:pt x="16762" y="2353"/>
                  <a:pt x="17038" y="2293"/>
                  <a:pt x="17344" y="2196"/>
                </a:cubicBezTo>
                <a:lnTo>
                  <a:pt x="17344" y="2196"/>
                </a:lnTo>
                <a:cubicBezTo>
                  <a:pt x="17236" y="2288"/>
                  <a:pt x="17119" y="2376"/>
                  <a:pt x="16995" y="2461"/>
                </a:cubicBezTo>
                <a:cubicBezTo>
                  <a:pt x="16780" y="2612"/>
                  <a:pt x="16689" y="2889"/>
                  <a:pt x="16778" y="3137"/>
                </a:cubicBezTo>
                <a:cubicBezTo>
                  <a:pt x="16861" y="3373"/>
                  <a:pt x="17082" y="3528"/>
                  <a:pt x="17329" y="3528"/>
                </a:cubicBezTo>
                <a:cubicBezTo>
                  <a:pt x="17343" y="3528"/>
                  <a:pt x="17358" y="3527"/>
                  <a:pt x="17372" y="3526"/>
                </a:cubicBezTo>
                <a:cubicBezTo>
                  <a:pt x="17475" y="3519"/>
                  <a:pt x="17576" y="3508"/>
                  <a:pt x="17680" y="3494"/>
                </a:cubicBezTo>
                <a:lnTo>
                  <a:pt x="17680" y="3494"/>
                </a:lnTo>
                <a:cubicBezTo>
                  <a:pt x="17275" y="3802"/>
                  <a:pt x="16921" y="3990"/>
                  <a:pt x="16937" y="4786"/>
                </a:cubicBezTo>
                <a:cubicBezTo>
                  <a:pt x="16937" y="4826"/>
                  <a:pt x="16939" y="4881"/>
                  <a:pt x="16939" y="4971"/>
                </a:cubicBezTo>
                <a:cubicBezTo>
                  <a:pt x="16939" y="6510"/>
                  <a:pt x="16350" y="9097"/>
                  <a:pt x="14694" y="11320"/>
                </a:cubicBezTo>
                <a:cubicBezTo>
                  <a:pt x="13372" y="13093"/>
                  <a:pt x="10896" y="15207"/>
                  <a:pt x="6611" y="15207"/>
                </a:cubicBezTo>
                <a:cubicBezTo>
                  <a:pt x="5368" y="15207"/>
                  <a:pt x="4159" y="14996"/>
                  <a:pt x="3001" y="14582"/>
                </a:cubicBezTo>
                <a:cubicBezTo>
                  <a:pt x="4359" y="14345"/>
                  <a:pt x="5612" y="13799"/>
                  <a:pt x="6698" y="12960"/>
                </a:cubicBezTo>
                <a:cubicBezTo>
                  <a:pt x="6893" y="12812"/>
                  <a:pt x="6972" y="12557"/>
                  <a:pt x="6900" y="12323"/>
                </a:cubicBezTo>
                <a:cubicBezTo>
                  <a:pt x="6827" y="12090"/>
                  <a:pt x="6617" y="11925"/>
                  <a:pt x="6372" y="11913"/>
                </a:cubicBezTo>
                <a:cubicBezTo>
                  <a:pt x="5203" y="11849"/>
                  <a:pt x="4280" y="11209"/>
                  <a:pt x="3767" y="10448"/>
                </a:cubicBezTo>
                <a:cubicBezTo>
                  <a:pt x="3968" y="10434"/>
                  <a:pt x="4207" y="10404"/>
                  <a:pt x="4564" y="10340"/>
                </a:cubicBezTo>
                <a:cubicBezTo>
                  <a:pt x="4832" y="10294"/>
                  <a:pt x="5030" y="10071"/>
                  <a:pt x="5047" y="9801"/>
                </a:cubicBezTo>
                <a:cubicBezTo>
                  <a:pt x="5065" y="9532"/>
                  <a:pt x="4895" y="9286"/>
                  <a:pt x="4637" y="9205"/>
                </a:cubicBezTo>
                <a:cubicBezTo>
                  <a:pt x="3296" y="8787"/>
                  <a:pt x="2498" y="8025"/>
                  <a:pt x="2180" y="6838"/>
                </a:cubicBezTo>
                <a:lnTo>
                  <a:pt x="2180" y="6838"/>
                </a:lnTo>
                <a:cubicBezTo>
                  <a:pt x="2390" y="6891"/>
                  <a:pt x="2642" y="6933"/>
                  <a:pt x="3057" y="6986"/>
                </a:cubicBezTo>
                <a:cubicBezTo>
                  <a:pt x="3081" y="6989"/>
                  <a:pt x="3105" y="6991"/>
                  <a:pt x="3129" y="6991"/>
                </a:cubicBezTo>
                <a:cubicBezTo>
                  <a:pt x="3359" y="6991"/>
                  <a:pt x="3571" y="6854"/>
                  <a:pt x="3666" y="6640"/>
                </a:cubicBezTo>
                <a:cubicBezTo>
                  <a:pt x="3770" y="6403"/>
                  <a:pt x="3707" y="6125"/>
                  <a:pt x="3508" y="5957"/>
                </a:cubicBezTo>
                <a:cubicBezTo>
                  <a:pt x="2014" y="4697"/>
                  <a:pt x="1936" y="3409"/>
                  <a:pt x="2210" y="2373"/>
                </a:cubicBezTo>
                <a:lnTo>
                  <a:pt x="2210" y="2373"/>
                </a:lnTo>
                <a:cubicBezTo>
                  <a:pt x="4267" y="4464"/>
                  <a:pt x="6801" y="5670"/>
                  <a:pt x="9880" y="5882"/>
                </a:cubicBezTo>
                <a:cubicBezTo>
                  <a:pt x="9894" y="5883"/>
                  <a:pt x="9908" y="5884"/>
                  <a:pt x="9921" y="5884"/>
                </a:cubicBezTo>
                <a:cubicBezTo>
                  <a:pt x="10265" y="5884"/>
                  <a:pt x="10539" y="5586"/>
                  <a:pt x="10503" y="5239"/>
                </a:cubicBezTo>
                <a:cubicBezTo>
                  <a:pt x="10372" y="3940"/>
                  <a:pt x="10634" y="2919"/>
                  <a:pt x="11281" y="2203"/>
                </a:cubicBezTo>
                <a:cubicBezTo>
                  <a:pt x="11975" y="1437"/>
                  <a:pt x="12981" y="1165"/>
                  <a:pt x="13632" y="1165"/>
                </a:cubicBezTo>
                <a:close/>
                <a:moveTo>
                  <a:pt x="13631" y="1"/>
                </a:moveTo>
                <a:cubicBezTo>
                  <a:pt x="12698" y="1"/>
                  <a:pt x="11363" y="368"/>
                  <a:pt x="10413" y="1418"/>
                </a:cubicBezTo>
                <a:cubicBezTo>
                  <a:pt x="9665" y="2245"/>
                  <a:pt x="9291" y="3332"/>
                  <a:pt x="9300" y="4649"/>
                </a:cubicBezTo>
                <a:cubicBezTo>
                  <a:pt x="6556" y="4315"/>
                  <a:pt x="4306" y="3079"/>
                  <a:pt x="2438" y="887"/>
                </a:cubicBezTo>
                <a:cubicBezTo>
                  <a:pt x="2327" y="756"/>
                  <a:pt x="2163" y="681"/>
                  <a:pt x="1993" y="681"/>
                </a:cubicBezTo>
                <a:cubicBezTo>
                  <a:pt x="1966" y="681"/>
                  <a:pt x="1938" y="683"/>
                  <a:pt x="1911" y="687"/>
                </a:cubicBezTo>
                <a:cubicBezTo>
                  <a:pt x="1713" y="715"/>
                  <a:pt x="1541" y="843"/>
                  <a:pt x="1460" y="1025"/>
                </a:cubicBezTo>
                <a:cubicBezTo>
                  <a:pt x="1207" y="1582"/>
                  <a:pt x="876" y="2444"/>
                  <a:pt x="922" y="3466"/>
                </a:cubicBezTo>
                <a:cubicBezTo>
                  <a:pt x="952" y="4138"/>
                  <a:pt x="1138" y="4773"/>
                  <a:pt x="1479" y="5368"/>
                </a:cubicBezTo>
                <a:cubicBezTo>
                  <a:pt x="1469" y="5367"/>
                  <a:pt x="1459" y="5367"/>
                  <a:pt x="1449" y="5367"/>
                </a:cubicBezTo>
                <a:cubicBezTo>
                  <a:pt x="1114" y="5367"/>
                  <a:pt x="843" y="5650"/>
                  <a:pt x="865" y="5990"/>
                </a:cubicBezTo>
                <a:cubicBezTo>
                  <a:pt x="963" y="7455"/>
                  <a:pt x="1501" y="8589"/>
                  <a:pt x="2470" y="9380"/>
                </a:cubicBezTo>
                <a:cubicBezTo>
                  <a:pt x="2284" y="9528"/>
                  <a:pt x="2208" y="9773"/>
                  <a:pt x="2274" y="9999"/>
                </a:cubicBezTo>
                <a:cubicBezTo>
                  <a:pt x="2578" y="11057"/>
                  <a:pt x="3469" y="12207"/>
                  <a:pt x="4833" y="12757"/>
                </a:cubicBezTo>
                <a:cubicBezTo>
                  <a:pt x="3802" y="13279"/>
                  <a:pt x="2644" y="13546"/>
                  <a:pt x="1412" y="13546"/>
                </a:cubicBezTo>
                <a:cubicBezTo>
                  <a:pt x="1173" y="13546"/>
                  <a:pt x="932" y="13536"/>
                  <a:pt x="689" y="13516"/>
                </a:cubicBezTo>
                <a:cubicBezTo>
                  <a:pt x="673" y="13515"/>
                  <a:pt x="658" y="13514"/>
                  <a:pt x="642" y="13514"/>
                </a:cubicBezTo>
                <a:cubicBezTo>
                  <a:pt x="390" y="13514"/>
                  <a:pt x="164" y="13676"/>
                  <a:pt x="84" y="13919"/>
                </a:cubicBezTo>
                <a:cubicBezTo>
                  <a:pt x="0" y="14177"/>
                  <a:pt x="105" y="14460"/>
                  <a:pt x="338" y="14600"/>
                </a:cubicBezTo>
                <a:cubicBezTo>
                  <a:pt x="2284" y="15778"/>
                  <a:pt x="4395" y="16376"/>
                  <a:pt x="6611" y="16376"/>
                </a:cubicBezTo>
                <a:cubicBezTo>
                  <a:pt x="11382" y="16376"/>
                  <a:pt x="14151" y="14008"/>
                  <a:pt x="15631" y="12019"/>
                </a:cubicBezTo>
                <a:cubicBezTo>
                  <a:pt x="17461" y="9567"/>
                  <a:pt x="18108" y="6689"/>
                  <a:pt x="18108" y="4971"/>
                </a:cubicBezTo>
                <a:cubicBezTo>
                  <a:pt x="18108" y="4747"/>
                  <a:pt x="18103" y="4701"/>
                  <a:pt x="18110" y="4637"/>
                </a:cubicBezTo>
                <a:cubicBezTo>
                  <a:pt x="18336" y="4435"/>
                  <a:pt x="18964" y="4133"/>
                  <a:pt x="19935" y="2718"/>
                </a:cubicBezTo>
                <a:cubicBezTo>
                  <a:pt x="20080" y="2505"/>
                  <a:pt x="20070" y="2221"/>
                  <a:pt x="19909" y="2019"/>
                </a:cubicBezTo>
                <a:cubicBezTo>
                  <a:pt x="19795" y="1879"/>
                  <a:pt x="19625" y="1801"/>
                  <a:pt x="19451" y="1801"/>
                </a:cubicBezTo>
                <a:cubicBezTo>
                  <a:pt x="19377" y="1801"/>
                  <a:pt x="19303" y="1815"/>
                  <a:pt x="19231" y="1844"/>
                </a:cubicBezTo>
                <a:cubicBezTo>
                  <a:pt x="19194" y="1860"/>
                  <a:pt x="19155" y="1874"/>
                  <a:pt x="19118" y="1890"/>
                </a:cubicBezTo>
                <a:cubicBezTo>
                  <a:pt x="19269" y="1630"/>
                  <a:pt x="19392" y="1356"/>
                  <a:pt x="19490" y="1062"/>
                </a:cubicBezTo>
                <a:cubicBezTo>
                  <a:pt x="19564" y="841"/>
                  <a:pt x="19498" y="598"/>
                  <a:pt x="19327" y="443"/>
                </a:cubicBezTo>
                <a:cubicBezTo>
                  <a:pt x="19217" y="344"/>
                  <a:pt x="19076" y="292"/>
                  <a:pt x="18934" y="292"/>
                </a:cubicBezTo>
                <a:cubicBezTo>
                  <a:pt x="18853" y="292"/>
                  <a:pt x="18771" y="309"/>
                  <a:pt x="18694" y="344"/>
                </a:cubicBezTo>
                <a:cubicBezTo>
                  <a:pt x="18690" y="345"/>
                  <a:pt x="18676" y="351"/>
                  <a:pt x="18651" y="363"/>
                </a:cubicBezTo>
                <a:cubicBezTo>
                  <a:pt x="17724" y="830"/>
                  <a:pt x="16999" y="1103"/>
                  <a:pt x="16670" y="1166"/>
                </a:cubicBezTo>
                <a:cubicBezTo>
                  <a:pt x="16647" y="1147"/>
                  <a:pt x="16624" y="1126"/>
                  <a:pt x="16603" y="1106"/>
                </a:cubicBezTo>
                <a:cubicBezTo>
                  <a:pt x="16194" y="745"/>
                  <a:pt x="15347" y="1"/>
                  <a:pt x="1363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305" name="Google Shape;12305;p140"/>
          <p:cNvGrpSpPr/>
          <p:nvPr/>
        </p:nvGrpSpPr>
        <p:grpSpPr>
          <a:xfrm>
            <a:off x="7390398" y="3238843"/>
            <a:ext cx="408023" cy="407411"/>
            <a:chOff x="2344476" y="2571761"/>
            <a:chExt cx="417671" cy="417045"/>
          </a:xfrm>
        </p:grpSpPr>
        <p:sp>
          <p:nvSpPr>
            <p:cNvPr id="12306" name="Google Shape;12306;p140"/>
            <p:cNvSpPr/>
            <p:nvPr/>
          </p:nvSpPr>
          <p:spPr>
            <a:xfrm>
              <a:off x="2344476" y="2571761"/>
              <a:ext cx="417671" cy="417045"/>
            </a:xfrm>
            <a:custGeom>
              <a:rect b="b" l="l" r="r" t="t"/>
              <a:pathLst>
                <a:path extrusionOk="0" h="19983" w="20013">
                  <a:moveTo>
                    <a:pt x="10022" y="1170"/>
                  </a:moveTo>
                  <a:cubicBezTo>
                    <a:pt x="14886" y="1170"/>
                    <a:pt x="18842" y="5127"/>
                    <a:pt x="18842" y="9990"/>
                  </a:cubicBezTo>
                  <a:cubicBezTo>
                    <a:pt x="18842" y="14855"/>
                    <a:pt x="14886" y="18811"/>
                    <a:pt x="10023" y="18811"/>
                  </a:cubicBezTo>
                  <a:cubicBezTo>
                    <a:pt x="8516" y="18811"/>
                    <a:pt x="7030" y="18423"/>
                    <a:pt x="5726" y="17691"/>
                  </a:cubicBezTo>
                  <a:cubicBezTo>
                    <a:pt x="5638" y="17641"/>
                    <a:pt x="5539" y="17615"/>
                    <a:pt x="5440" y="17615"/>
                  </a:cubicBezTo>
                  <a:cubicBezTo>
                    <a:pt x="5393" y="17615"/>
                    <a:pt x="5345" y="17621"/>
                    <a:pt x="5298" y="17632"/>
                  </a:cubicBezTo>
                  <a:lnTo>
                    <a:pt x="1419" y="18595"/>
                  </a:lnTo>
                  <a:lnTo>
                    <a:pt x="2381" y="14715"/>
                  </a:lnTo>
                  <a:cubicBezTo>
                    <a:pt x="2417" y="14570"/>
                    <a:pt x="2395" y="14416"/>
                    <a:pt x="2323" y="14287"/>
                  </a:cubicBezTo>
                  <a:cubicBezTo>
                    <a:pt x="1590" y="12982"/>
                    <a:pt x="1203" y="11498"/>
                    <a:pt x="1203" y="9990"/>
                  </a:cubicBezTo>
                  <a:cubicBezTo>
                    <a:pt x="1203" y="5127"/>
                    <a:pt x="5159" y="1170"/>
                    <a:pt x="10022" y="1170"/>
                  </a:cubicBezTo>
                  <a:close/>
                  <a:moveTo>
                    <a:pt x="10023" y="1"/>
                  </a:moveTo>
                  <a:cubicBezTo>
                    <a:pt x="4522" y="1"/>
                    <a:pt x="32" y="4491"/>
                    <a:pt x="32" y="9990"/>
                  </a:cubicBezTo>
                  <a:cubicBezTo>
                    <a:pt x="32" y="11620"/>
                    <a:pt x="432" y="13226"/>
                    <a:pt x="1191" y="14655"/>
                  </a:cubicBezTo>
                  <a:lnTo>
                    <a:pt x="50" y="19256"/>
                  </a:lnTo>
                  <a:cubicBezTo>
                    <a:pt x="0" y="19455"/>
                    <a:pt x="58" y="19665"/>
                    <a:pt x="204" y="19810"/>
                  </a:cubicBezTo>
                  <a:cubicBezTo>
                    <a:pt x="313" y="19921"/>
                    <a:pt x="461" y="19982"/>
                    <a:pt x="614" y="19982"/>
                  </a:cubicBezTo>
                  <a:cubicBezTo>
                    <a:pt x="662" y="19982"/>
                    <a:pt x="710" y="19976"/>
                    <a:pt x="757" y="19964"/>
                  </a:cubicBezTo>
                  <a:lnTo>
                    <a:pt x="5358" y="18823"/>
                  </a:lnTo>
                  <a:cubicBezTo>
                    <a:pt x="6788" y="19582"/>
                    <a:pt x="8394" y="19982"/>
                    <a:pt x="10022" y="19982"/>
                  </a:cubicBezTo>
                  <a:cubicBezTo>
                    <a:pt x="12680" y="19982"/>
                    <a:pt x="15187" y="18940"/>
                    <a:pt x="17078" y="17047"/>
                  </a:cubicBezTo>
                  <a:cubicBezTo>
                    <a:pt x="18971" y="15156"/>
                    <a:pt x="20013" y="12649"/>
                    <a:pt x="20013" y="9990"/>
                  </a:cubicBezTo>
                  <a:cubicBezTo>
                    <a:pt x="20013" y="7333"/>
                    <a:pt x="18971" y="4827"/>
                    <a:pt x="17080" y="2934"/>
                  </a:cubicBezTo>
                  <a:cubicBezTo>
                    <a:pt x="15187" y="1043"/>
                    <a:pt x="12680" y="1"/>
                    <a:pt x="1002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7" name="Google Shape;12307;p140"/>
            <p:cNvSpPr/>
            <p:nvPr/>
          </p:nvSpPr>
          <p:spPr>
            <a:xfrm>
              <a:off x="2421672" y="2657388"/>
              <a:ext cx="260625" cy="243636"/>
            </a:xfrm>
            <a:custGeom>
              <a:rect b="b" l="l" r="r" t="t"/>
              <a:pathLst>
                <a:path extrusionOk="0" h="11674" w="12488">
                  <a:moveTo>
                    <a:pt x="3164" y="1171"/>
                  </a:moveTo>
                  <a:cubicBezTo>
                    <a:pt x="3352" y="1171"/>
                    <a:pt x="3536" y="1247"/>
                    <a:pt x="3710" y="1424"/>
                  </a:cubicBezTo>
                  <a:lnTo>
                    <a:pt x="3719" y="1433"/>
                  </a:lnTo>
                  <a:cubicBezTo>
                    <a:pt x="4757" y="2473"/>
                    <a:pt x="4683" y="2832"/>
                    <a:pt x="4449" y="3068"/>
                  </a:cubicBezTo>
                  <a:cubicBezTo>
                    <a:pt x="4240" y="3275"/>
                    <a:pt x="3625" y="3692"/>
                    <a:pt x="3427" y="3892"/>
                  </a:cubicBezTo>
                  <a:cubicBezTo>
                    <a:pt x="2960" y="4359"/>
                    <a:pt x="3046" y="5081"/>
                    <a:pt x="3685" y="6039"/>
                  </a:cubicBezTo>
                  <a:cubicBezTo>
                    <a:pt x="4065" y="6611"/>
                    <a:pt x="4568" y="7166"/>
                    <a:pt x="4805" y="7405"/>
                  </a:cubicBezTo>
                  <a:lnTo>
                    <a:pt x="4806" y="7405"/>
                  </a:lnTo>
                  <a:cubicBezTo>
                    <a:pt x="5045" y="7642"/>
                    <a:pt x="5599" y="8146"/>
                    <a:pt x="6172" y="8527"/>
                  </a:cubicBezTo>
                  <a:cubicBezTo>
                    <a:pt x="6727" y="8895"/>
                    <a:pt x="7202" y="9079"/>
                    <a:pt x="7594" y="9079"/>
                  </a:cubicBezTo>
                  <a:cubicBezTo>
                    <a:pt x="7880" y="9079"/>
                    <a:pt x="8123" y="8981"/>
                    <a:pt x="8320" y="8785"/>
                  </a:cubicBezTo>
                  <a:cubicBezTo>
                    <a:pt x="8518" y="8585"/>
                    <a:pt x="8935" y="7971"/>
                    <a:pt x="9144" y="7762"/>
                  </a:cubicBezTo>
                  <a:cubicBezTo>
                    <a:pt x="9238" y="7668"/>
                    <a:pt x="9331" y="7609"/>
                    <a:pt x="9460" y="7609"/>
                  </a:cubicBezTo>
                  <a:cubicBezTo>
                    <a:pt x="9549" y="7609"/>
                    <a:pt x="9655" y="7637"/>
                    <a:pt x="9790" y="7702"/>
                  </a:cubicBezTo>
                  <a:cubicBezTo>
                    <a:pt x="10172" y="7886"/>
                    <a:pt x="10582" y="8297"/>
                    <a:pt x="10779" y="8493"/>
                  </a:cubicBezTo>
                  <a:lnTo>
                    <a:pt x="10788" y="8502"/>
                  </a:lnTo>
                  <a:cubicBezTo>
                    <a:pt x="11239" y="8944"/>
                    <a:pt x="11037" y="9452"/>
                    <a:pt x="10593" y="9898"/>
                  </a:cubicBezTo>
                  <a:cubicBezTo>
                    <a:pt x="10190" y="10300"/>
                    <a:pt x="9680" y="10502"/>
                    <a:pt x="9068" y="10502"/>
                  </a:cubicBezTo>
                  <a:cubicBezTo>
                    <a:pt x="8521" y="10502"/>
                    <a:pt x="7892" y="10341"/>
                    <a:pt x="7184" y="10020"/>
                  </a:cubicBezTo>
                  <a:cubicBezTo>
                    <a:pt x="5868" y="9420"/>
                    <a:pt x="4676" y="8428"/>
                    <a:pt x="4228" y="7984"/>
                  </a:cubicBezTo>
                  <a:cubicBezTo>
                    <a:pt x="3784" y="7536"/>
                    <a:pt x="2792" y="6344"/>
                    <a:pt x="2192" y="5028"/>
                  </a:cubicBezTo>
                  <a:cubicBezTo>
                    <a:pt x="1511" y="3527"/>
                    <a:pt x="1552" y="2381"/>
                    <a:pt x="2314" y="1619"/>
                  </a:cubicBezTo>
                  <a:cubicBezTo>
                    <a:pt x="2583" y="1350"/>
                    <a:pt x="2877" y="1171"/>
                    <a:pt x="3164" y="1171"/>
                  </a:cubicBezTo>
                  <a:close/>
                  <a:moveTo>
                    <a:pt x="3169" y="1"/>
                  </a:moveTo>
                  <a:cubicBezTo>
                    <a:pt x="2619" y="1"/>
                    <a:pt x="2030" y="247"/>
                    <a:pt x="1486" y="791"/>
                  </a:cubicBezTo>
                  <a:cubicBezTo>
                    <a:pt x="701" y="1576"/>
                    <a:pt x="0" y="3034"/>
                    <a:pt x="1127" y="5512"/>
                  </a:cubicBezTo>
                  <a:cubicBezTo>
                    <a:pt x="1794" y="6979"/>
                    <a:pt x="2868" y="8274"/>
                    <a:pt x="3398" y="8810"/>
                  </a:cubicBezTo>
                  <a:lnTo>
                    <a:pt x="3402" y="8813"/>
                  </a:lnTo>
                  <a:cubicBezTo>
                    <a:pt x="3938" y="9344"/>
                    <a:pt x="5235" y="10418"/>
                    <a:pt x="6699" y="11085"/>
                  </a:cubicBezTo>
                  <a:cubicBezTo>
                    <a:pt x="7490" y="11445"/>
                    <a:pt x="8308" y="11674"/>
                    <a:pt x="9088" y="11674"/>
                  </a:cubicBezTo>
                  <a:cubicBezTo>
                    <a:pt x="9940" y="11674"/>
                    <a:pt x="10746" y="11400"/>
                    <a:pt x="11421" y="10726"/>
                  </a:cubicBezTo>
                  <a:cubicBezTo>
                    <a:pt x="12488" y="9657"/>
                    <a:pt x="12399" y="8442"/>
                    <a:pt x="11607" y="7665"/>
                  </a:cubicBezTo>
                  <a:cubicBezTo>
                    <a:pt x="11219" y="7278"/>
                    <a:pt x="10791" y="6885"/>
                    <a:pt x="10297" y="6648"/>
                  </a:cubicBezTo>
                  <a:cubicBezTo>
                    <a:pt x="10009" y="6509"/>
                    <a:pt x="9725" y="6440"/>
                    <a:pt x="9455" y="6440"/>
                  </a:cubicBezTo>
                  <a:cubicBezTo>
                    <a:pt x="9034" y="6440"/>
                    <a:pt x="8646" y="6606"/>
                    <a:pt x="8316" y="6935"/>
                  </a:cubicBezTo>
                  <a:cubicBezTo>
                    <a:pt x="8070" y="7180"/>
                    <a:pt x="7732" y="7665"/>
                    <a:pt x="7538" y="7904"/>
                  </a:cubicBezTo>
                  <a:cubicBezTo>
                    <a:pt x="7035" y="7819"/>
                    <a:pt x="6032" y="6974"/>
                    <a:pt x="5634" y="6577"/>
                  </a:cubicBezTo>
                  <a:cubicBezTo>
                    <a:pt x="5236" y="6179"/>
                    <a:pt x="4393" y="5174"/>
                    <a:pt x="4308" y="4674"/>
                  </a:cubicBezTo>
                  <a:cubicBezTo>
                    <a:pt x="4545" y="4481"/>
                    <a:pt x="5031" y="4141"/>
                    <a:pt x="5277" y="3895"/>
                  </a:cubicBezTo>
                  <a:cubicBezTo>
                    <a:pt x="5817" y="3354"/>
                    <a:pt x="5919" y="2652"/>
                    <a:pt x="5564" y="1914"/>
                  </a:cubicBezTo>
                  <a:cubicBezTo>
                    <a:pt x="5327" y="1421"/>
                    <a:pt x="4934" y="993"/>
                    <a:pt x="4546" y="605"/>
                  </a:cubicBezTo>
                  <a:cubicBezTo>
                    <a:pt x="4165" y="216"/>
                    <a:pt x="3684" y="1"/>
                    <a:pt x="316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308" name="Google Shape;12308;p140"/>
          <p:cNvGrpSpPr/>
          <p:nvPr/>
        </p:nvGrpSpPr>
        <p:grpSpPr>
          <a:xfrm>
            <a:off x="7121258" y="3759535"/>
            <a:ext cx="399178" cy="399178"/>
            <a:chOff x="2038375" y="3798025"/>
            <a:chExt cx="841792" cy="841792"/>
          </a:xfrm>
        </p:grpSpPr>
        <p:sp>
          <p:nvSpPr>
            <p:cNvPr id="12309" name="Google Shape;12309;p140"/>
            <p:cNvSpPr/>
            <p:nvPr/>
          </p:nvSpPr>
          <p:spPr>
            <a:xfrm>
              <a:off x="2186646" y="3907135"/>
              <a:ext cx="545341" cy="623694"/>
            </a:xfrm>
            <a:custGeom>
              <a:rect b="b" l="l" r="r" t="t"/>
              <a:pathLst>
                <a:path extrusionOk="0" h="208768" w="182541">
                  <a:moveTo>
                    <a:pt x="124804" y="12232"/>
                  </a:moveTo>
                  <a:cubicBezTo>
                    <a:pt x="127609" y="36012"/>
                    <a:pt x="146529" y="54932"/>
                    <a:pt x="170308" y="57737"/>
                  </a:cubicBezTo>
                  <a:lnTo>
                    <a:pt x="170308" y="78353"/>
                  </a:lnTo>
                  <a:cubicBezTo>
                    <a:pt x="157261" y="77276"/>
                    <a:pt x="144865" y="72710"/>
                    <a:pt x="134166" y="65011"/>
                  </a:cubicBezTo>
                  <a:cubicBezTo>
                    <a:pt x="133084" y="64247"/>
                    <a:pt x="131821" y="63855"/>
                    <a:pt x="130560" y="63855"/>
                  </a:cubicBezTo>
                  <a:cubicBezTo>
                    <a:pt x="129615" y="63855"/>
                    <a:pt x="128671" y="64075"/>
                    <a:pt x="127805" y="64522"/>
                  </a:cubicBezTo>
                  <a:cubicBezTo>
                    <a:pt x="125750" y="65566"/>
                    <a:pt x="124478" y="67686"/>
                    <a:pt x="124478" y="69970"/>
                  </a:cubicBezTo>
                  <a:lnTo>
                    <a:pt x="124478" y="140429"/>
                  </a:lnTo>
                  <a:cubicBezTo>
                    <a:pt x="124478" y="171352"/>
                    <a:pt x="99295" y="196535"/>
                    <a:pt x="68339" y="196535"/>
                  </a:cubicBezTo>
                  <a:cubicBezTo>
                    <a:pt x="37383" y="196535"/>
                    <a:pt x="12233" y="171352"/>
                    <a:pt x="12233" y="140429"/>
                  </a:cubicBezTo>
                  <a:cubicBezTo>
                    <a:pt x="12233" y="111527"/>
                    <a:pt x="34153" y="87682"/>
                    <a:pt x="62239" y="84616"/>
                  </a:cubicBezTo>
                  <a:lnTo>
                    <a:pt x="62239" y="105330"/>
                  </a:lnTo>
                  <a:cubicBezTo>
                    <a:pt x="45505" y="108265"/>
                    <a:pt x="32751" y="122879"/>
                    <a:pt x="32751" y="140429"/>
                  </a:cubicBezTo>
                  <a:cubicBezTo>
                    <a:pt x="32751" y="160033"/>
                    <a:pt x="48702" y="176017"/>
                    <a:pt x="68339" y="176017"/>
                  </a:cubicBezTo>
                  <a:cubicBezTo>
                    <a:pt x="87976" y="176017"/>
                    <a:pt x="103927" y="160033"/>
                    <a:pt x="103927" y="140429"/>
                  </a:cubicBezTo>
                  <a:lnTo>
                    <a:pt x="103927" y="12232"/>
                  </a:lnTo>
                  <a:close/>
                  <a:moveTo>
                    <a:pt x="97827" y="0"/>
                  </a:moveTo>
                  <a:cubicBezTo>
                    <a:pt x="94435" y="0"/>
                    <a:pt x="91695" y="2740"/>
                    <a:pt x="91695" y="6133"/>
                  </a:cubicBezTo>
                  <a:lnTo>
                    <a:pt x="91695" y="140429"/>
                  </a:lnTo>
                  <a:cubicBezTo>
                    <a:pt x="91695" y="153313"/>
                    <a:pt x="81224" y="163784"/>
                    <a:pt x="68339" y="163784"/>
                  </a:cubicBezTo>
                  <a:cubicBezTo>
                    <a:pt x="55454" y="163784"/>
                    <a:pt x="44983" y="153313"/>
                    <a:pt x="44983" y="140429"/>
                  </a:cubicBezTo>
                  <a:cubicBezTo>
                    <a:pt x="44983" y="127544"/>
                    <a:pt x="55454" y="117040"/>
                    <a:pt x="68339" y="117040"/>
                  </a:cubicBezTo>
                  <a:cubicBezTo>
                    <a:pt x="71731" y="117040"/>
                    <a:pt x="74471" y="114300"/>
                    <a:pt x="74471" y="110940"/>
                  </a:cubicBezTo>
                  <a:lnTo>
                    <a:pt x="74471" y="78190"/>
                  </a:lnTo>
                  <a:cubicBezTo>
                    <a:pt x="74471" y="74797"/>
                    <a:pt x="71731" y="72057"/>
                    <a:pt x="68339" y="72057"/>
                  </a:cubicBezTo>
                  <a:cubicBezTo>
                    <a:pt x="30663" y="72057"/>
                    <a:pt x="0" y="102720"/>
                    <a:pt x="0" y="140429"/>
                  </a:cubicBezTo>
                  <a:cubicBezTo>
                    <a:pt x="0" y="178104"/>
                    <a:pt x="30663" y="208767"/>
                    <a:pt x="68339" y="208767"/>
                  </a:cubicBezTo>
                  <a:cubicBezTo>
                    <a:pt x="106047" y="208767"/>
                    <a:pt x="136710" y="178104"/>
                    <a:pt x="136710" y="140429"/>
                  </a:cubicBezTo>
                  <a:lnTo>
                    <a:pt x="136710" y="80963"/>
                  </a:lnTo>
                  <a:cubicBezTo>
                    <a:pt x="148877" y="87454"/>
                    <a:pt x="162414" y="90846"/>
                    <a:pt x="176441" y="90846"/>
                  </a:cubicBezTo>
                  <a:cubicBezTo>
                    <a:pt x="179801" y="90846"/>
                    <a:pt x="182541" y="88106"/>
                    <a:pt x="182541" y="84746"/>
                  </a:cubicBezTo>
                  <a:lnTo>
                    <a:pt x="182541" y="51963"/>
                  </a:lnTo>
                  <a:cubicBezTo>
                    <a:pt x="182541" y="48604"/>
                    <a:pt x="179801" y="45864"/>
                    <a:pt x="176441" y="45864"/>
                  </a:cubicBezTo>
                  <a:cubicBezTo>
                    <a:pt x="154520" y="45864"/>
                    <a:pt x="136710" y="28020"/>
                    <a:pt x="136710" y="6133"/>
                  </a:cubicBezTo>
                  <a:cubicBezTo>
                    <a:pt x="136710" y="2740"/>
                    <a:pt x="133970" y="0"/>
                    <a:pt x="130578" y="0"/>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0" name="Google Shape;12310;p140"/>
            <p:cNvSpPr/>
            <p:nvPr/>
          </p:nvSpPr>
          <p:spPr>
            <a:xfrm>
              <a:off x="2038375" y="3798025"/>
              <a:ext cx="841792" cy="841792"/>
            </a:xfrm>
            <a:custGeom>
              <a:rect b="b" l="l" r="r" t="t"/>
              <a:pathLst>
                <a:path extrusionOk="0" h="19982" w="19982">
                  <a:moveTo>
                    <a:pt x="17017" y="1172"/>
                  </a:moveTo>
                  <a:cubicBezTo>
                    <a:pt x="17990" y="1172"/>
                    <a:pt x="18812" y="1975"/>
                    <a:pt x="18812" y="2927"/>
                  </a:cubicBezTo>
                  <a:lnTo>
                    <a:pt x="18812" y="17017"/>
                  </a:lnTo>
                  <a:cubicBezTo>
                    <a:pt x="18812" y="17990"/>
                    <a:pt x="17990" y="18811"/>
                    <a:pt x="17017" y="18811"/>
                  </a:cubicBezTo>
                  <a:lnTo>
                    <a:pt x="2966" y="18811"/>
                  </a:lnTo>
                  <a:cubicBezTo>
                    <a:pt x="1993" y="18811"/>
                    <a:pt x="1172" y="17990"/>
                    <a:pt x="1172" y="17017"/>
                  </a:cubicBezTo>
                  <a:lnTo>
                    <a:pt x="1172" y="2927"/>
                  </a:lnTo>
                  <a:cubicBezTo>
                    <a:pt x="1172" y="1975"/>
                    <a:pt x="1993" y="1172"/>
                    <a:pt x="2966" y="1172"/>
                  </a:cubicBezTo>
                  <a:close/>
                  <a:moveTo>
                    <a:pt x="2966" y="1"/>
                  </a:moveTo>
                  <a:cubicBezTo>
                    <a:pt x="1349" y="1"/>
                    <a:pt x="1" y="1310"/>
                    <a:pt x="1" y="2927"/>
                  </a:cubicBezTo>
                  <a:lnTo>
                    <a:pt x="1" y="17015"/>
                  </a:lnTo>
                  <a:cubicBezTo>
                    <a:pt x="1" y="18636"/>
                    <a:pt x="1349" y="19982"/>
                    <a:pt x="2966" y="19982"/>
                  </a:cubicBezTo>
                  <a:lnTo>
                    <a:pt x="17017" y="19982"/>
                  </a:lnTo>
                  <a:cubicBezTo>
                    <a:pt x="18635" y="19982"/>
                    <a:pt x="19982" y="18634"/>
                    <a:pt x="19982" y="17015"/>
                  </a:cubicBezTo>
                  <a:lnTo>
                    <a:pt x="19982" y="2927"/>
                  </a:lnTo>
                  <a:cubicBezTo>
                    <a:pt x="19982" y="1310"/>
                    <a:pt x="18635" y="1"/>
                    <a:pt x="1701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2314" name="Shape 12314"/>
        <p:cNvGrpSpPr/>
        <p:nvPr/>
      </p:nvGrpSpPr>
      <p:grpSpPr>
        <a:xfrm>
          <a:off x="0" y="0"/>
          <a:ext cx="0" cy="0"/>
          <a:chOff x="0" y="0"/>
          <a:chExt cx="0" cy="0"/>
        </a:xfrm>
      </p:grpSpPr>
      <p:pic>
        <p:nvPicPr>
          <p:cNvPr id="12315" name="Google Shape;12315;p141">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Minimalist Korean Aesthetic Pitch Deck by Slidesgo">
  <a:themeElements>
    <a:clrScheme name="Simple Light">
      <a:dk1>
        <a:srgbClr val="1E1E1E"/>
      </a:dk1>
      <a:lt1>
        <a:srgbClr val="664B34"/>
      </a:lt1>
      <a:dk2>
        <a:srgbClr val="887C62"/>
      </a:dk2>
      <a:lt2>
        <a:srgbClr val="D4CBBB"/>
      </a:lt2>
      <a:accent1>
        <a:srgbClr val="E7E2D6"/>
      </a:accent1>
      <a:accent2>
        <a:srgbClr val="F3F3F3"/>
      </a:accent2>
      <a:accent3>
        <a:srgbClr val="E2B0A6"/>
      </a:accent3>
      <a:accent4>
        <a:srgbClr val="FFFFFF"/>
      </a:accent4>
      <a:accent5>
        <a:srgbClr val="FFFFFF"/>
      </a:accent5>
      <a:accent6>
        <a:srgbClr val="FFFFFF"/>
      </a:accent6>
      <a:hlink>
        <a:srgbClr val="1E1E1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